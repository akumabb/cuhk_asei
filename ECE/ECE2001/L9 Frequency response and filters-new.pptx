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7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74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54"/>
  </p:notesMasterIdLst>
  <p:sldIdLst>
    <p:sldId id="739" r:id="rId2"/>
    <p:sldId id="741" r:id="rId3"/>
    <p:sldId id="659" r:id="rId4"/>
    <p:sldId id="711" r:id="rId5"/>
    <p:sldId id="743" r:id="rId6"/>
    <p:sldId id="712" r:id="rId7"/>
    <p:sldId id="713" r:id="rId8"/>
    <p:sldId id="660" r:id="rId9"/>
    <p:sldId id="714" r:id="rId10"/>
    <p:sldId id="715" r:id="rId11"/>
    <p:sldId id="716" r:id="rId12"/>
    <p:sldId id="717" r:id="rId13"/>
    <p:sldId id="718" r:id="rId14"/>
    <p:sldId id="663" r:id="rId15"/>
    <p:sldId id="719" r:id="rId16"/>
    <p:sldId id="720" r:id="rId17"/>
    <p:sldId id="664" r:id="rId18"/>
    <p:sldId id="721" r:id="rId19"/>
    <p:sldId id="722" r:id="rId20"/>
    <p:sldId id="723" r:id="rId21"/>
    <p:sldId id="673" r:id="rId22"/>
    <p:sldId id="674" r:id="rId23"/>
    <p:sldId id="729" r:id="rId24"/>
    <p:sldId id="698" r:id="rId25"/>
    <p:sldId id="675" r:id="rId26"/>
    <p:sldId id="699" r:id="rId27"/>
    <p:sldId id="730" r:id="rId28"/>
    <p:sldId id="700" r:id="rId29"/>
    <p:sldId id="731" r:id="rId30"/>
    <p:sldId id="732" r:id="rId31"/>
    <p:sldId id="677" r:id="rId32"/>
    <p:sldId id="678" r:id="rId33"/>
    <p:sldId id="738" r:id="rId34"/>
    <p:sldId id="701" r:id="rId35"/>
    <p:sldId id="679" r:id="rId36"/>
    <p:sldId id="733" r:id="rId37"/>
    <p:sldId id="681" r:id="rId38"/>
    <p:sldId id="682" r:id="rId39"/>
    <p:sldId id="734" r:id="rId40"/>
    <p:sldId id="683" r:id="rId41"/>
    <p:sldId id="684" r:id="rId42"/>
    <p:sldId id="705" r:id="rId43"/>
    <p:sldId id="685" r:id="rId44"/>
    <p:sldId id="707" r:id="rId45"/>
    <p:sldId id="735" r:id="rId46"/>
    <p:sldId id="687" r:id="rId47"/>
    <p:sldId id="688" r:id="rId48"/>
    <p:sldId id="709" r:id="rId49"/>
    <p:sldId id="710" r:id="rId50"/>
    <p:sldId id="689" r:id="rId51"/>
    <p:sldId id="708" r:id="rId52"/>
    <p:sldId id="742" r:id="rId53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 autoAdjust="0"/>
    <p:restoredTop sz="95407" autoAdjust="0"/>
  </p:normalViewPr>
  <p:slideViewPr>
    <p:cSldViewPr snapToGrid="0">
      <p:cViewPr varScale="1">
        <p:scale>
          <a:sx n="111" d="100"/>
          <a:sy n="111" d="100"/>
        </p:scale>
        <p:origin x="512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47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huguang Cui (SSE)" userId="85de1bb4-a53e-4ccf-9dc2-65b85f685fb4" providerId="ADAL" clId="{038E0408-DDEE-0C4C-B719-32DD87C72610}"/>
    <pc:docChg chg="custSel modSld">
      <pc:chgData name="Prof. Shuguang Cui (SSE)" userId="85de1bb4-a53e-4ccf-9dc2-65b85f685fb4" providerId="ADAL" clId="{038E0408-DDEE-0C4C-B719-32DD87C72610}" dt="2024-11-19T08:17:40.664" v="3" actId="27636"/>
      <pc:docMkLst>
        <pc:docMk/>
      </pc:docMkLst>
      <pc:sldChg chg="modSp mod">
        <pc:chgData name="Prof. Shuguang Cui (SSE)" userId="85de1bb4-a53e-4ccf-9dc2-65b85f685fb4" providerId="ADAL" clId="{038E0408-DDEE-0C4C-B719-32DD87C72610}" dt="2024-11-19T08:17:40.664" v="3" actId="27636"/>
        <pc:sldMkLst>
          <pc:docMk/>
          <pc:sldMk cId="2353202299" sldId="720"/>
        </pc:sldMkLst>
        <pc:spChg chg="mod">
          <ac:chgData name="Prof. Shuguang Cui (SSE)" userId="85de1bb4-a53e-4ccf-9dc2-65b85f685fb4" providerId="ADAL" clId="{038E0408-DDEE-0C4C-B719-32DD87C72610}" dt="2024-11-19T08:17:40.664" v="3" actId="27636"/>
          <ac:spMkLst>
            <pc:docMk/>
            <pc:sldMk cId="2353202299" sldId="720"/>
            <ac:spMk id="16387" creationId="{00000000-0000-0000-0000-000000000000}"/>
          </ac:spMkLst>
        </pc:spChg>
      </pc:sldChg>
      <pc:sldChg chg="modSp mod">
        <pc:chgData name="Prof. Shuguang Cui (SSE)" userId="85de1bb4-a53e-4ccf-9dc2-65b85f685fb4" providerId="ADAL" clId="{038E0408-DDEE-0C4C-B719-32DD87C72610}" dt="2024-11-19T08:10:36.860" v="1" actId="20577"/>
        <pc:sldMkLst>
          <pc:docMk/>
          <pc:sldMk cId="4218513155" sldId="739"/>
        </pc:sldMkLst>
        <pc:spChg chg="mod">
          <ac:chgData name="Prof. Shuguang Cui (SSE)" userId="85de1bb4-a53e-4ccf-9dc2-65b85f685fb4" providerId="ADAL" clId="{038E0408-DDEE-0C4C-B719-32DD87C72610}" dt="2024-11-19T08:10:36.860" v="1" actId="20577"/>
          <ac:spMkLst>
            <pc:docMk/>
            <pc:sldMk cId="4218513155" sldId="739"/>
            <ac:spMk id="11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7:23:0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0 317 1839 0 0,'0'0'6267'0'0,"3"1"-6166"0"0,0-1-37 0 0,0 1-1 0 0,1-1 0 0 0,-1 0 1 0 0,0 0-1 0 0,1 0 0 0 0,-1 0 1 0 0,0 0-1 0 0,0-1 0 0 0,6-1 1 0 0,-7 1 253 0 0,9-7 476 0 0,-2 2-401 0 0,-8 5-68 0 0,1 0-32 0 0,14-17 61 0 0,-1 0-1 0 0,0-1 1 0 0,-1 0-1 0 0,18-36 0 0 0,-11 12-630 0 0,22-63 0 0 0,-33 85-1354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66 6447 0 0,'-1'-1'499'0'0,"-15"-9"-106"0"0,15 10-281 0 0,1-1 1 0 0,-1 1-1 0 0,0 0 1 0 0,1-1-1 0 0,-1 1 1 0 0,1 0 0 0 0,-1-1-1 0 0,1 1 1 0 0,-1-1-1 0 0,1 1 1 0 0,-1-1 0 0 0,-1-3 3107 0 0,-1-3 397 0 0,50 283-1254 0 0,-29-157-1877 0 0,43 158 0 0 0,-54-254-441 0 0,1 1 1 0 0,1-2-1 0 0,1 1 1 0 0,1-1-1 0 0,1-1 1 0 0,1 0-1 0 0,1-1 1 0 0,20 23-1 0 0,-33-41 6 0 0,1-1-1 0 0,0 1 1 0 0,-1 0 0 0 0,1-1-1 0 0,0 1 1 0 0,0-1 0 0 0,0 1-1 0 0,0-1 1 0 0,0 0 0 0 0,1 0-1 0 0,-1 0 1 0 0,0 0 0 0 0,0 0-1 0 0,1-1 1 0 0,-1 1 0 0 0,0-1-1 0 0,1 1 1 0 0,-1-1-1 0 0,1 0 1 0 0,-1 0 0 0 0,0 0-1 0 0,1 0 1 0 0,-1 0 0 0 0,4-2-1 0 0,-2 1 38 0 0,-1 0 0 0 0,0-1-1 0 0,0 0 1 0 0,0 0 0 0 0,0 1 0 0 0,0-2-1 0 0,0 1 1 0 0,-1 0 0 0 0,1-1-1 0 0,-1 1 1 0 0,1-1 0 0 0,-1 0 0 0 0,0 0-1 0 0,0 1 1 0 0,0-2 0 0 0,1-2 0 0 0,13-29 273 0 0,-1 0 1 0 0,-2-1 0 0 0,-2-1 0 0 0,8-41 0 0 0,-6-11-67 0 0,4-163-1 0 0,-13 138-202 0 0,-5 6-82 0 0,0 74-34 0 0,3-52-1 0 0,-1 83-105 0 0,-1 15-2250 0 0,-1-4 43 0 0,0 1 0 0 0,-2 13 0 0 0,-2 3-4127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19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37 3223 0 0,'0'0'143'0'0,"-8"-10"7886"0"0,12 38-4193 0 0,1-14-3660 0 0,1 0 0 0 0,12 23 0 0 0,-15-32-120 0 0,0 0-1 0 0,0 0 1 0 0,0-1 0 0 0,1 1-1 0 0,0-1 1 0 0,0 0-1 0 0,0 0 1 0 0,0 0-1 0 0,1 0 1 0 0,-1-1 0 0 0,1 0-1 0 0,0 0 1 0 0,0 0-1 0 0,0 0 1 0 0,9 2-1 0 0,-10-4-1 0 0,0 0-1 0 0,0 0 1 0 0,0 0-1 0 0,0-1 1 0 0,0 0-1 0 0,0 1 1 0 0,0-2-1 0 0,0 1 0 0 0,0 0 1 0 0,0-1-1 0 0,0 0 1 0 0,0 0-1 0 0,0 0 1 0 0,0 0-1 0 0,0-1 1 0 0,-1 1-1 0 0,1-1 1 0 0,-1 0-1 0 0,1 0 0 0 0,-1-1 1 0 0,1 1-1 0 0,-1 0 1 0 0,3-4-1 0 0,-2 2 90 0 0,1-1 1 0 0,-1 0-1 0 0,0 0 0 0 0,0 0 0 0 0,0-1 0 0 0,-1 1 1 0 0,0-1-1 0 0,0 0 0 0 0,-1 1 0 0 0,4-13 0 0 0,-5 16-93 0 0,0 0 0 0 0,-1-1-1 0 0,0 1 1 0 0,0 0 0 0 0,0 0 0 0 0,0-1-1 0 0,0 1 1 0 0,0 0 0 0 0,0 0 0 0 0,-1-1-1 0 0,1 1 1 0 0,-1 0 0 0 0,0 0 0 0 0,1 0-1 0 0,-1 0 1 0 0,0 0 0 0 0,0 0 0 0 0,0 0-1 0 0,-1 0 1 0 0,1 0 0 0 0,0 0 0 0 0,-1 1-1 0 0,1-1 1 0 0,-1 0 0 0 0,0 1 0 0 0,1-1-1 0 0,-1 1 1 0 0,0 0 0 0 0,0 0-1 0 0,0-1 1 0 0,0 1 0 0 0,0 0 0 0 0,0 1-1 0 0,-3-2 1 0 0,-12-4 54 0 0,1 1 0 0 0,-1 1 0 0 0,0 0 0 0 0,-20-1 0 0 0,25 4-188 0 0,-1 0 0 0 0,1 1 0 0 0,0 0 0 0 0,0 1 0 0 0,0 1 0 0 0,-20 4 0 0 0,8 5-1429 0 0,23-10 622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1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9671 0 0,'0'0'1227'0'0,"3"0"-47"0"0,65-6 4394 0 0,36-4-3365 0 0,-37 1-1768 0 0,94 0 0 0 0,-119 15-7761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9215 0 0,'0'0'707'0'0,"2"2"-464"0"0,1 2 244 0 0,0-1 1 0 0,0 1-1 0 0,0-1 1 0 0,1 0-1 0 0,-1 0 1 0 0,1-1-1 0 0,0 1 1 0 0,0-1-1 0 0,0 1 0 0 0,0-1 1 0 0,0-1-1 0 0,0 1 1 0 0,1 0-1 0 0,-1-1 1 0 0,1 0-1 0 0,7 1 1 0 0,4 0 54 0 0,-1-1 0 0 0,0 0 0 0 0,30-2 1 0 0,114-16 1852 0 0,-106 10-4375 0 0,1 0-4151 0 0,-43 5-295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8719 0 0,'0'0'794'0'0,"-2"1"-572"0"0,1-1-120 0 0,0 0-1 0 0,0 0 0 0 0,0 0 1 0 0,1 0-1 0 0,-1 0 0 0 0,0 0 0 0 0,1 1 1 0 0,-1-1-1 0 0,0 0 0 0 0,0 1 1 0 0,1-1-1 0 0,-1 0 0 0 0,0 1 1 0 0,1-1-1 0 0,-1 1 0 0 0,1-1 0 0 0,-1 0 1 0 0,0 1-1 0 0,1 0 0 0 0,-1-1 1 0 0,1 1-1 0 0,-1-1 0 0 0,1 1 1 0 0,0 0-1 0 0,-1-1 0 0 0,1 1 0 0 0,0 0 1 0 0,-1-1-1 0 0,1 1 0 0 0,0 0 1 0 0,0 0-1 0 0,0-1 0 0 0,0 1 1 0 0,-1 0-1 0 0,1 0 0 0 0,0-1 1 0 0,0 1-1 0 0,0 0 0 0 0,1 0 0 0 0,-1-1 1 0 0,0 1-1 0 0,0 0 0 0 0,1 1 1 0 0,0 1 14 0 0,1 0-1 0 0,0 0 1 0 0,0-1 0 0 0,0 1 0 0 0,1 0 0 0 0,-1-1 0 0 0,0 1 0 0 0,1-1 0 0 0,0 0 0 0 0,0 0 0 0 0,-1 0-1 0 0,1 0 1 0 0,1 0 0 0 0,-1-1 0 0 0,0 0 0 0 0,0 1 0 0 0,5 0 0 0 0,8 3 229 0 0,0-1 1 0 0,21 2-1 0 0,-36-6-318 0 0,41 3 755 0 0,0-1 0 0 0,78-8 1 0 0,147-12 1521 0 0,-3 20-1498 0 0,-48 19-647 0 0,28 2-97 0 0,-100-15 117 0 0,241 4 1240 0 0,-331-15-920 0 0,1 2 0 0 0,-1 3 0 0 0,57 10 0 0 0,-75-2-242 0 0,-34-9 138 0 0,-4 0-385 0 0,-2 0-170 0 0,0 0 0 0 0,0 0 0 0 0,0-1 0 0 0,0 1 0 0 0,-1-1-1 0 0,-6 0 1 0 0,-15-6-6986 0 0,10-1-1032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2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58 4607 0 0,'-17'3'386'0'0,"14"-3"-341"0"0,0 1 1 0 0,0 0-1 0 0,-1-1 0 0 0,1 0 0 0 0,0 1 1 0 0,-7-2-1 0 0,7 2 694 0 0,0-1-1 0 0,0 1 1 0 0,0 0-1 0 0,0 0 1 0 0,0 0-1 0 0,0 0 1 0 0,-5 3-1 0 0,1-1 5214 0 0,34-17-5410 0 0,0 1 0 0 0,1 1-1 0 0,1 1 1 0 0,30-7 0 0 0,-48 16-436 0 0,-1 0 1 0 0,0 0-1 0 0,1 1 0 0 0,-1 1 0 0 0,1 0 0 0 0,-1 0 0 0 0,1 1 0 0 0,12 2 1 0 0,-17-2-71 0 0,0 1 1 0 0,0-1 0 0 0,-1 1 0 0 0,1 1 0 0 0,-1-1 0 0 0,0 1 0 0 0,1-1 0 0 0,-1 2 0 0 0,-1-1 0 0 0,1 0-1 0 0,0 1 1 0 0,-1 0 0 0 0,0 0 0 0 0,0 1 0 0 0,0-1 0 0 0,4 6 0 0 0,0 3 10 0 0,-2 0 0 0 0,1 1 0 0 0,-1 0 0 0 0,-1 0 0 0 0,-1 0 0 0 0,0 1 0 0 0,3 15 0 0 0,7 106 328 0 0,-13-117-328 0 0,1 40 112 0 0,-9 106 0 0 0,5-148-137 0 0,-7 57 78 0 0,7-67-81 0 0,1 0 0 0 0,-1 0 0 0 0,0-1 0 0 0,-1 1 0 0 0,1-1 0 0 0,-2 0 0 0 0,1 1 0 0 0,-5 6 0 0 0,-2-3 56 0 0,-1-4-39 0 0,8-5-74 0 0,0-1 1 0 0,0 1-1 0 0,0-1 0 0 0,0 0 1 0 0,0 0-1 0 0,0 0 0 0 0,0 0 1 0 0,0-1-1 0 0,1 1 0 0 0,-1-1 1 0 0,0 0-1 0 0,0 0 1 0 0,0 0-1 0 0,0 0 0 0 0,-2-2 1 0 0,-4-2-558 0 0,1 0-1 0 0,0 0 1 0 0,-11-9 0 0 0,-5-8-893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3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11975 0 0,'0'0'1064'0'0,"15"-8"-848"0"0,3 3-216 0 0,2 3 0 0 0,3 5 992 0 0,2 4 160 0 0,1 5 32 0 0,-2 2 8 0 0,-1 3-792 0 0,-8-4-160 0 0,2 2-32 0 0,1 1-5144 0 0,0 2-1032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8751 0 0,'5'-7'910'0'0,"-5"7"-991"0"0,1-3 554 0 0,0 1 1 0 0,0-1 0 0 0,1 1 0 0 0,-1-1-1 0 0,1 1 1 0 0,0 0 0 0 0,1-2 0 0 0,-2 4-391 0 0,-1-1 0 0 0,1 1 1 0 0,-1 0-1 0 0,1 0 0 0 0,0-1 1 0 0,-1 1-1 0 0,1 0 0 0 0,-1 0 1 0 0,1 0-1 0 0,0 0 0 0 0,-1 0 1 0 0,1-1-1 0 0,-1 1 0 0 0,1 0 1 0 0,0 1-1 0 0,-1-1 0 0 0,1 0 1 0 0,-1 0-1 0 0,1 0 0 0 0,0 0 1 0 0,-1 0-1 0 0,1 1 0 0 0,-1-1 1 0 0,1 0-1 0 0,-1 0 0 0 0,1 1 1 0 0,-1-1-1 0 0,1 0 1 0 0,-1 1-1 0 0,1-1 0 0 0,-1 1 1 0 0,1-1-1 0 0,-1 1 0 0 0,0-1 1 0 0,1 2-1 0 0,5 5 96 0 0,-1 0 0 0 0,0 1 0 0 0,-1 0 0 0 0,1 0 0 0 0,-2 0 0 0 0,1 1 0 0 0,2 9 0 0 0,-2-7-119 0 0,61 187 559 0 0,-63-193-570 0 0,1 1 1 0 0,-1-1 0 0 0,1 0-1 0 0,0 0 1 0 0,0 0 0 0 0,0-1-1 0 0,1 1 1 0 0,0-1 0 0 0,0 0 0 0 0,0 0-1 0 0,0 0 1 0 0,1 0 0 0 0,5 3-1 0 0,-8-6-20 0 0,1 1-1 0 0,-1-1 1 0 0,1 0-1 0 0,-1 0 0 0 0,1 0 1 0 0,0 0-1 0 0,-1 0 1 0 0,1-1-1 0 0,0 1 0 0 0,0-1 1 0 0,0 1-1 0 0,-1-1 1 0 0,1 0-1 0 0,0 0 0 0 0,0-1 1 0 0,0 1-1 0 0,0 0 1 0 0,-1-1-1 0 0,1 0 0 0 0,0 0 1 0 0,-1 1-1 0 0,1-2 1 0 0,0 1-1 0 0,-1 0 0 0 0,1 0 1 0 0,-1-1-1 0 0,0 0 1 0 0,1 1-1 0 0,2-4 1 0 0,1-1 9 0 0,-1-1 0 0 0,1 0 0 0 0,-1 0 0 0 0,0 0 0 0 0,0-1 0 0 0,-1 0 0 0 0,0 0 0 0 0,-1 0 0 0 0,1 0 0 0 0,-2-1 0 0 0,1 0 0 0 0,-1 1 0 0 0,0-1 0 0 0,0-11 0 0 0,-2 20-38 0 0,0-1 0 0 0,0 1 0 0 0,0 0 1 0 0,0-1-1 0 0,0 1 0 0 0,0-1 0 0 0,0 1 0 0 0,0 0 0 0 0,0-1 0 0 0,0 1 0 0 0,0-1 0 0 0,0 1 0 0 0,0 0 1 0 0,0-1-1 0 0,0 1 0 0 0,1-1 0 0 0,-1 1 0 0 0,0 0 0 0 0,0-1 0 0 0,1 1 0 0 0,-1 0 0 0 0,0-1 0 0 0,0 1 1 0 0,1 0-1 0 0,-1-1 0 0 0,0 1 0 0 0,1 0 0 0 0,-1 0 0 0 0,0-1 0 0 0,1 1 0 0 0,-1 0 0 0 0,1 0 0 0 0,5 4-10 0 0,-6-4 4 0 0,2 3-4 0 0,1-1 0 0 0,-1 1 0 0 0,0-1 0 0 0,0 1 0 0 0,0 0-1 0 0,-1 0 1 0 0,1 0 0 0 0,0 0 0 0 0,1 5 0 0 0,8 33-114 0 0,-2-8 34 0 0,-5-23 81 0 0,1 0 1 0 0,-1-1-1 0 0,1 1 0 0 0,1-1 0 0 0,0 0 1 0 0,14 16-1 0 0,-18-23 35 0 0,1 1 0 0 0,-1-1 0 0 0,1 0-1 0 0,0 0 1 0 0,0 0 0 0 0,0 0 0 0 0,0 0 0 0 0,0 0 0 0 0,0-1 0 0 0,0 0 0 0 0,4 2 0 0 0,-4-3 19 0 0,-1 0 0 0 0,0 0 0 0 0,1 1 0 0 0,-1-1 0 0 0,0-1 0 0 0,1 1 1 0 0,-1 0-1 0 0,0 0 0 0 0,1-1 0 0 0,-1 0 0 0 0,0 1 0 0 0,1-1 0 0 0,-1 0 0 0 0,0 0 0 0 0,0 0 0 0 0,0 0 1 0 0,0-1-1 0 0,2 0 0 0 0,3-5 171 0 0,1 1 1 0 0,-2-1 0 0 0,1-1-1 0 0,-1 1 1 0 0,0-1 0 0 0,-1 0-1 0 0,1 0 1 0 0,-2 0 0 0 0,1-1-1 0 0,4-13 1 0 0,1-6 140 0 0,-1-1-1 0 0,6-32 1 0 0,-10 37-263 0 0,-1 0 0 0 0,-1 0 1 0 0,-1 0-1 0 0,-3-46 0 0 0,0 61-106 0 0,0 0 1 0 0,0 1-1 0 0,-1-1 1 0 0,0 0-1 0 0,-1 0 0 0 0,0 1 1 0 0,0-1-1 0 0,-1 1 0 0 0,0 0 1 0 0,0 0-1 0 0,-1 1 1 0 0,0-1-1 0 0,0 1 0 0 0,-1 0 1 0 0,0 0-1 0 0,-7-6 0 0 0,12 12-42 0 0,0 1-1 0 0,1 0 1 0 0,-1-1-1 0 0,1 1 1 0 0,-1 0-1 0 0,0 0 1 0 0,1-1-1 0 0,-1 1 0 0 0,0 0 1 0 0,1 0-1 0 0,-1 0 1 0 0,0 0-1 0 0,0 0 1 0 0,1 0-1 0 0,-1 0 1 0 0,0 0-1 0 0,1 0 0 0 0,-1 0 1 0 0,0 0-1 0 0,0 0 1 0 0,1 0-1 0 0,-1 1 1 0 0,0-1-1 0 0,1 0 1 0 0,-1 1-1 0 0,1-1 0 0 0,-1 0 1 0 0,0 1-1 0 0,1-1 1 0 0,-1 1-1 0 0,-1 1-257 0 0,0-1-1 0 0,0 1 0 0 0,0 0 1 0 0,0 0-1 0 0,1 0 0 0 0,-3 3 1 0 0,-5 11-1346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16295 0 0,'2'-1'746'0'0,"0"0"-693"0"0,-1 0 0 0 0,1-1 0 0 0,0 1 0 0 0,-1 0 0 0 0,1 0 1 0 0,0 1-1 0 0,0-1 0 0 0,0 0 0 0 0,-1 0 0 0 0,1 1 0 0 0,0 0 1 0 0,0-1-1 0 0,0 1 0 0 0,0 0 0 0 0,0 0 0 0 0,4 0 1 0 0,-3 0 68 0 0,0 1 0 0 0,1 0 0 0 0,-1 0 0 0 0,0 0 1 0 0,0 0-1 0 0,0 0 0 0 0,-1 1 0 0 0,1-1 0 0 0,5 5 1 0 0,-3-2 84 0 0,1 1 1 0 0,-1 0 0 0 0,0 0-1 0 0,-1 0 1 0 0,1 1 0 0 0,-1-1-1 0 0,0 1 1 0 0,0 0 0 0 0,3 9-1 0 0,-1 1-71 0 0,0 0-1 0 0,-2 0 0 0 0,0 1 1 0 0,-1-1-1 0 0,1 18 0 0 0,-2 86-35 0 0,-9-2-27 0 0,-1 57-310 0 0,8-174 233 0 0,0 8-21 0 0,-1-1 0 0 0,2 1 0 0 0,-1 0 1 0 0,1 0-1 0 0,1 0 0 0 0,0-1 0 0 0,0 1 0 0 0,4 10 0 0 0,2-8 128 0 0,-6-10-45 0 0,0 1-1 0 0,-1-1 1 0 0,1 0 0 0 0,0 0-1 0 0,0 0 1 0 0,1 0 0 0 0,-1 0-1 0 0,0-1 1 0 0,0 1 0 0 0,0-1-1 0 0,0 1 1 0 0,1-1 0 0 0,2 0-1 0 0,33-1 701 0 0,-15 0-342 0 0,39-1 57 0 0,113-19 1 0 0,-167 19-597 0 0,0 0 0 0 0,0 0-1 0 0,0-1 1 0 0,-1 0 0 0 0,8-4 0 0 0,-13 6-356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14399 0 0,'1'-7'211'0'0,"0"0"-1"0"0,0-1 1 0 0,0 1-1 0 0,1 0 1 0 0,0 0-1 0 0,1 0 1 0 0,5-11-1 0 0,-7 16 1280 0 0,5 12-36 0 0,-2-6-1203 0 0,0 4-102 0 0,0 0-1 0 0,-1 1 1 0 0,0-1 0 0 0,0 1 0 0 0,0 0-1 0 0,1 15 1 0 0,3 56 208 0 0,-5-55-304 0 0,7 242 81 0 0,0-23-126 0 0,-4-179-11 0 0,-2-22-218 0 0,-2 79 0 0 0,-5-94-351 0 0,4-26 83 0 0,-2-3-819 0 0,-6-1-350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11831 0 0,'5'-10'208'0'0,"1"0"-1"0"0,0 0 1 0 0,1 0-1 0 0,8-8 1 0 0,-11 14-185 0 0,0 0 0 0 0,0 0-1 0 0,1 0 1 0 0,-1 1 0 0 0,1-1 0 0 0,0 1-1 0 0,0 0 1 0 0,0 1 0 0 0,1-1 0 0 0,6-1-1 0 0,-1 1 283 0 0,0 0-1 0 0,1 1 0 0 0,-1 0 0 0 0,1 1 1 0 0,-1 0-1 0 0,1 1 0 0 0,0 0 0 0 0,-1 1 1 0 0,1 0-1 0 0,0 1 0 0 0,-1 0 0 0 0,22 8 1 0 0,-25-7-136 0 0,-1 0 0 0 0,1 1 0 0 0,-1 0 0 0 0,0 0 0 0 0,0 0 0 0 0,0 1 0 0 0,0 0 0 0 0,-1 1 0 0 0,0-1 0 0 0,0 1 0 0 0,-1 0 0 0 0,1 1 0 0 0,-1-1 0 0 0,-1 1 0 0 0,1 0 0 0 0,-1 0 0 0 0,0 1 0 0 0,5 13 0 0 0,-5-9-97 0 0,-1 0 0 0 0,0 1 0 0 0,-1-1 0 0 0,0 1 1 0 0,-1 0-1 0 0,0-1 0 0 0,-1 1 0 0 0,-1 0 0 0 0,-3 24 0 0 0,1-27-21 0 0,-1-1 0 0 0,0 1 0 0 0,-1 0 0 0 0,0-1-1 0 0,0 0 1 0 0,-1 0 0 0 0,0 0 0 0 0,0-1 0 0 0,-1 0 0 0 0,0 0 0 0 0,-1-1-1 0 0,0 0 1 0 0,-14 11 0 0 0,11-12-69 0 0,-1 0-1 0 0,1 0 0 0 0,-1-1 1 0 0,0-1-1 0 0,-1 0 0 0 0,1 0 0 0 0,-1-1 1 0 0,0-1-1 0 0,1 0 0 0 0,-1-1 1 0 0,-19 0-1 0 0,35 0-4 0 0,0 0-1 0 0,-1 0 1 0 0,1 0 0 0 0,-1 0-1 0 0,1 0 1 0 0,-1 0-1 0 0,0 1 1 0 0,4 1 0 0 0,3 3-31 0 0,19 8 5 0 0,0-1 0 0 0,1-2 0 0 0,0-1 0 0 0,44 9 0 0 0,3-4 233 0 0,-60-11-181 0 0,26 8-1 0 0,-26-6-347 0 0,25 4 1 0 0,-36-9-140 0 0,1-1 1 0 0,-1 1 0 0 0,1-1 0 0 0,-1 0-1 0 0,1 0 1 0 0,0-1 0 0 0,-1 1 0 0 0,9-4 0 0 0,-1 0-1375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5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5527 0 0,'0'0'423'0'0,"2"0"132"0"0,39-3 7441 0 0,10 0-4171 0 0,121 18-2664 0 0,28 1-97 0 0,-168-16-1161 0 0,58-2-867 0 0,-71 2-1775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16639 0 0,'0'1'763'0'0,"8"25"-217"0"0,-2 0 1 0 0,-1 0-1 0 0,2 33 0 0 0,-1 82 1430 0 0,-14 78-531 0 0,-1-43-2381 0 0,13-59-4702 0 0,0-75-1429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5527 0 0,'0'0'12022'0'0,"3"0"-11350"0"0,7 2-396 0 0,0 0 0 0 0,0 0 0 0 0,0 1 0 0 0,0 1 1 0 0,0-1-1 0 0,-1 1 0 0 0,0 1 0 0 0,0 0 1 0 0,0 0-1 0 0,0 1 0 0 0,8 7 0 0 0,-7-4-220 0 0,-1 1 0 0 0,0 0 0 0 0,0 1 0 0 0,-1 0 0 0 0,-1 0 0 0 0,0 1 0 0 0,0-1 0 0 0,-1 2 0 0 0,-1-1 0 0 0,0 0 0 0 0,4 19 0 0 0,0 3-56 0 0,-3-1 0 0 0,4 48 0 0 0,-9-62 0 0 0,0 0 0 0 0,-2 0 0 0 0,0 0 0 0 0,-1 0 0 0 0,-9 34 0 0 0,9-47 29 0 0,0 0-1 0 0,0 1 1 0 0,-1-1-1 0 0,0 0 0 0 0,0-1 1 0 0,0 1-1 0 0,-1-1 1 0 0,0 1-1 0 0,0-1 1 0 0,0 0-1 0 0,-1 0 1 0 0,1-1-1 0 0,-7 5 1 0 0,7-6-88 0 0,0 0 1 0 0,0-1 0 0 0,-1 0-1 0 0,1 0 1 0 0,0 0 0 0 0,-1-1-1 0 0,1 1 1 0 0,-1-1 0 0 0,0 0-1 0 0,1 0 1 0 0,-1-1 0 0 0,0 0-1 0 0,1 1 1 0 0,-1-1 0 0 0,0-1-1 0 0,1 1 1 0 0,-1-1 0 0 0,0 0-1 0 0,-4-1 1 0 0,-13-6-1238 0 0,0-3-72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6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10591 0 0,'0'0'1040'0'0,"7"15"-928"0"0,1 1-112 0 0,3 6 0 0 0,-2-6 0 0 0,-1 4 640 0 0,0 1 96 0 0,0 4 32 0 0,0-2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0,'0'0'1210'0'0,"2"2"-996"0"0,5 7 29 0 0,0 2 0 0 0,-1-1 0 0 0,0 1 0 0 0,6 15 0 0 0,17 50 542 0 0,-11-18-724 0 0,-10-31-28 0 0,0-1-1 0 0,1-1 1 0 0,2 0 0 0 0,14 24-1 0 0,-24-46 17 0 0,0-1 0 0 0,1 0-1 0 0,-1 0 1 0 0,0 0 0 0 0,1-1-1 0 0,0 1 1 0 0,-1 0 0 0 0,1 0 0 0 0,0-1-1 0 0,0 1 1 0 0,0-1 0 0 0,0 0-1 0 0,0 0 1 0 0,0 1 0 0 0,0-1 0 0 0,4 1-1 0 0,-5-2-20 0 0,0 0 0 0 0,-1-1 0 0 0,1 1 0 0 0,0 0 0 0 0,0 0 0 0 0,-1 0 0 0 0,1 0 0 0 0,0-1-1 0 0,-1 1 1 0 0,1 0 0 0 0,0-1 0 0 0,-1 1 0 0 0,1-1 0 0 0,0 1 0 0 0,-1-1 0 0 0,1 1 0 0 0,-1-1 0 0 0,1 1 0 0 0,-1-1-1 0 0,1 1 1 0 0,0-2 0 0 0,8-13 230 0 0,11-32 68 0 0,-6 9-302 0 0,-13 37-132 0 0,7 8-98 0 0,-4-1 157 0 0,0-1 0 0 0,0 1 0 0 0,-1 1 1 0 0,0-1-1 0 0,0 0 0 0 0,-1 1 0 0 0,1-1 0 0 0,-1 1 0 0 0,1 12 0 0 0,5 10-6 0 0,-5-21 70 0 0,0-1 0 0 0,0 0 0 0 0,0 0 0 0 0,1 0 0 0 0,0 0 0 0 0,0 0 0 0 0,10 11 0 0 0,-13-18 32 0 0,0 1 0 0 0,0-1 0 0 0,0 0 0 0 0,0 0 0 0 0,0 1 0 0 0,0-1 0 0 0,1 0 0 0 0,-1 0 0 0 0,0 0-1 0 0,0 0 1 0 0,0-1 0 0 0,0 1 0 0 0,0 0 0 0 0,0 0 0 0 0,0-1 0 0 0,0 1 0 0 0,0 0 0 0 0,0-1 0 0 0,0 1 0 0 0,1-2 0 0 0,1 0 141 0 0,-1 0 1 0 0,1 0 0 0 0,0 0 0 0 0,-1-1-1 0 0,0 1 1 0 0,0-1 0 0 0,0 1 0 0 0,0-1-1 0 0,0 0 1 0 0,0 0 0 0 0,2-5 0 0 0,13-40 1435 0 0,-10 27-995 0 0,1-3-291 0 0,-1-1 0 0 0,-1 0 1 0 0,-2 0-1 0 0,3-27 0 0 0,-7 40-534 0 0,0-1 1 0 0,0 0-1 0 0,-1 0 1 0 0,-1 1-1 0 0,0-1 0 0 0,-1 1 1 0 0,0 0-1 0 0,-10-23 1 0 0,13 34-729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7831 0 0,'0'0'706'0'0,"2"2"-578"0"0,3 4 820 0 0,0 0 1 0 0,0 1-1 0 0,-1-1 1 0 0,0 1 0 0 0,0 1-1 0 0,0-1 1 0 0,-1 0-1 0 0,0 1 1 0 0,2 9 0 0 0,15 77 2059 0 0,-15-63-3217 0 0,17 154 192 0 0,-13-83-958 0 0,-6-83 910 0 0,0 0 1 0 0,9 29 1504 0 0,-1-51-654 0 0,23-18 299 0 0,-30 18-1033 0 0,1 0 0 0 0,-1 0 0 0 0,1 0 0 0 0,0 0 0 0 0,0 1 0 0 0,0 0 0 0 0,0 0 0 0 0,0 0 0 0 0,0 1-1 0 0,1-1 1 0 0,-1 1 0 0 0,8 0 0 0 0,26 0-47 0 0,-1-2 1 0 0,42-8-1 0 0,-69 9-65 0 0,0-1 0 0 0,-1 0 0 0 0,18-8 0 0 0,-27 11-785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2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52 8263 0 0,'-2'-1'375'0'0,"-20"-5"132"0"0,13 3 1533 0 0,7 5-1328 0 0,1-1-620 0 0,0 1 1 0 0,0-1 0 0 0,0 1 0 0 0,0-1 0 0 0,0 1 0 0 0,0 0-1 0 0,0 0 1 0 0,1-1 0 0 0,-1 1 0 0 0,1 0 0 0 0,-1 0 0 0 0,1 0-1 0 0,0 0 1 0 0,-1-1 0 0 0,1 1 0 0 0,0 0 0 0 0,0 0 0 0 0,1 0-1 0 0,-1 0 1 0 0,1 2 0 0 0,1 8 165 0 0,0 0 0 0 0,6 13 0 0 0,-4-11-103 0 0,44 228 968 0 0,-45-219-1071 0 0,10 58 64 0 0,4 0 1 0 0,3-1-1 0 0,40 99 0 0 0,-46-142-87 0 0,-7-17 55 0 0,1 0-1 0 0,13 24 0 0 0,-20-43 334 0 0,14-21 1097 0 0,-7-2-562 0 0,0 0 0 0 0,8-42 0 0 0,-5 16-455 0 0,40-161 418 0 0,5-23-296 0 0,39-69 95 0 0,-85 272-701 0 0,-8 23-385 0 0,-1 8-620 0 0,-2 16-2095 0 0,0-2 90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0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16 5527 0 0,'0'0'423'0'0,"0"-2"-70"0"0,0 2-161 0 0,1 0 0 0 0,-1-1-1 0 0,0 1 1 0 0,0-1 0 0 0,0 1-1 0 0,0-1 1 0 0,0 1 0 0 0,0 0-1 0 0,0-1 1 0 0,0 1 0 0 0,0-1 0 0 0,0 1-1 0 0,0-1 1 0 0,0 1 0 0 0,0 0-1 0 0,0-1 1 0 0,0 1 0 0 0,0-1-1 0 0,0 1 1 0 0,-1-1 0 0 0,1 1-1 0 0,0 0 1 0 0,0-1 0 0 0,-1 1-1 0 0,1 0 1 0 0,0-1 0 0 0,0 1-1 0 0,-1-1 1 0 0,0 1-83 0 0,0-1-1 0 0,1 1 1 0 0,-1 0 0 0 0,0 0-1 0 0,0-1 1 0 0,0 1 0 0 0,0 0-1 0 0,1 0 1 0 0,-1 0 0 0 0,0 0-1 0 0,0 0 1 0 0,0 0-1 0 0,0 0 1 0 0,0 1 0 0 0,-3-1 6 0 0,-1 1-1 0 0,1 0 1 0 0,0 1 0 0 0,1-1 0 0 0,-1 1-1 0 0,-4 2 1 0 0,-4 3 136 0 0,0 2 1 0 0,1-1-1 0 0,0 1 0 0 0,0 1 0 0 0,1 0 0 0 0,0 0 0 0 0,-15 22 0 0 0,20-25-135 0 0,0 1 0 0 0,1-1 0 0 0,0 1 0 0 0,0 0 0 0 0,1 1 0 0 0,0-1 0 0 0,0 1 0 0 0,1-1 0 0 0,0 1 0 0 0,1 0-1 0 0,0 0 1 0 0,0 0 0 0 0,1 12 0 0 0,1-13 36 0 0,0-1-1 0 0,1 0 1 0 0,0 0-1 0 0,0-1 1 0 0,1 1-1 0 0,-1 0 1 0 0,2-1-1 0 0,-1 1 1 0 0,5 5-1 0 0,7 10 399 0 0,19 20-1 0 0,-26-32-435 0 0,5 8 332 0 0,18 30 0 0 0,-30-47-418 0 0,-1 0-14 0 0,0-1-1 0 0,0 1 0 0 0,0-1 1 0 0,0 1-1 0 0,0-1 0 0 0,0 1 1 0 0,0-1-1 0 0,0 1 0 0 0,0-1 1 0 0,0 1-1 0 0,0-1 1 0 0,0 1-1 0 0,0-1 0 0 0,0 1 1 0 0,-1-1-1 0 0,1 0 0 0 0,0 1 1 0 0,0-1-1 0 0,-1 1 1 0 0,1-1-1 0 0,0 0 0 0 0,-1 1 1 0 0,1 0-1 0 0,-8 6 95 0 0,4-4-70 0 0,0 0-1 0 0,0-1 0 0 0,0 0 0 0 0,-1 1 0 0 0,1-2 0 0 0,-1 1 0 0 0,1 0 0 0 0,-1-1 0 0 0,-4 1 1 0 0,-45 5-36 0 0,38-6-120 0 0,1 0-279 0 0,0 1 0 0 0,1-2 0 0 0,-1 0 0 0 0,0-1 0 0 0,0-1-1 0 0,1 0 1 0 0,-1-1 0 0 0,1 0 0 0 0,-24-9 0 0 0,8-3-1293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1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17 455 0 0,'-38'-6'10592'0'0,"21"3"-3450"0"0,28 0-6298 0 0,9-2-70 0 0,33 8-394 0 0,-1 2 1 0 0,84 19-1 0 0,-25-3-25 0 0,-33-9 165 0 0,-1-3 0 0 0,134-1 0 0 0,-200-8-445 0 0,10-1 175 0 0,42-7 0 0 0,-57 7-116 0 0,0-1-1 0 0,0 0 0 0 0,0 0 1 0 0,0 0-1 0 0,-1-1 1 0 0,1 0-1 0 0,-1 0 0 0 0,1 0 1 0 0,-1-1-1 0 0,0 1 1 0 0,5-6-1 0 0,-9 8-9 0 0,-1 0-114 0 0,1 1-1 0 0,-1 0 1 0 0,0 0-1 0 0,1-1 1 0 0,-1 1 0 0 0,0 0-1 0 0,1 0 1 0 0,-1-1-1 0 0,0 1 1 0 0,0 0 0 0 0,1-1-1 0 0,-1 1 1 0 0,0-1-1 0 0,0 1 1 0 0,0 0 0 0 0,1-1-1 0 0,-1 1 1 0 0,0 0-1 0 0,0-1 1 0 0,0 0-1 0 0,-1 1-12 0 0,0-1 0 0 0,0 0 0 0 0,0 1 0 0 0,0-1 0 0 0,0 1 0 0 0,0-1-1 0 0,-1 1 1 0 0,1 0 0 0 0,0-1 0 0 0,0 1 0 0 0,0 0 0 0 0,-1 0 0 0 0,1 0-1 0 0,0 0 1 0 0,0 0 0 0 0,0 0 0 0 0,-1 0 0 0 0,1 0 0 0 0,0 0 0 0 0,-2 1-1 0 0,-4 1-238 0 0,5-2 122 0 0,-1 1 0 0 0,1 0 0 0 0,-1 0 0 0 0,1 0 0 0 0,-1 1 0 0 0,1-1 0 0 0,0 0 0 0 0,-1 1 0 0 0,1 0 0 0 0,0-1 0 0 0,-2 4 0 0 0,-3 1-554 0 0,2-2 402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 7111 0 0,'0'0'644'0'0,"-2"-1"-430"0"0,-12-5 1491 0 0,8 3 1340 0 0,6 3-2992 0 0,0 0 0 0 0,-1 0-1 0 0,1 0 1 0 0,0 0 0 0 0,-1 0-1 0 0,1 0 1 0 0,0 0-1 0 0,-1 0 1 0 0,1 0 0 0 0,0 0-1 0 0,-1 0 1 0 0,1 0 0 0 0,0 0-1 0 0,0 0 1 0 0,-1 0 0 0 0,1 0-1 0 0,0 1 1 0 0,-1-1 0 0 0,1 0-1 0 0,0 0 1 0 0,0 0-1 0 0,-1 0 1 0 0,1 1 0 0 0,0-1-1 0 0,0 0 1 0 0,-1 0 0 0 0,1 1-1 0 0,0-1 1 0 0,0 0 0 0 0,0 0-1 0 0,-1 1 1 0 0,1-1 0 0 0,0 0-1 0 0,0 1 1 0 0,0-1-1 0 0,0 0 1 0 0,0 0 0 0 0,0 1-1 0 0,0-1 1 0 0,0 0 0 0 0,0 1-1 0 0,0-1 1 0 0,0 0 0 0 0,0 1-1 0 0,0-1 1 0 0,0 0 0 0 0,0 1-1 0 0,0-1 1 0 0,0 0-1 0 0,0 1 1 0 0,0-1 0 0 0,0 0-1 0 0,0 0 1 0 0,1 1 0 0 0,-1-1-1 0 0,0 0 1 0 0,0 1 0 0 0,8 12 345 0 0,1 1 1 0 0,-1-2 0 0 0,2 1-1 0 0,0-1 1 0 0,1-1 0 0 0,16 15 0 0 0,-5-5 52 0 0,60 54 1524 0 0,-80-74-1308 0 0,-13 4-1730 0 0,2-3-252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6447 0 0,'-77'36'4343'0'0,"71"-33"-3827"0"0,5-3-165 0 0,0 1-1 0 0,1-1 0 0 0,-1 1 0 0 0,0-1 1 0 0,0 0-1 0 0,0 1 0 0 0,1-1 0 0 0,-1 0 1 0 0,0 0-1 0 0,0 0 0 0 0,0 0 0 0 0,0 1 1 0 0,0-1-1 0 0,1 0 0 0 0,-1 0 0 0 0,0-1 0 0 0,0 1 1 0 0,0 0-1 0 0,-1-1 0 0 0,22-2 354 0 0,33 3-317 0 0,0 2 0 0 0,58 9 0 0 0,29 2 204 0 0,-48-10-100 0 0,134-12 0 0 0,-205 6-464 0 0,212-29 316 0 0,-215 28-285 0 0,-11 2-25 0 0,-1 1 1 0 0,1-1 0 0 0,12 0-1 0 0,-11 3 46 0 0,-6 0 9 0 0,-19 8 57 0 0,9-5-546 0 0,1-2 0 0 0,-1 1 1 0 0,0-1-1 0 0,0-1 0 0 0,0 1 0 0 0,-1-1 0 0 0,1-1 0 0 0,-15 0 0 0 0,10 0-1175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3223 0 0,'1'-2'2262'0'0,"1"0"-1525"0"0,-1 0 0 0 0,1 0 1 0 0,0 0-1 0 0,0 0 0 0 0,0 0 0 0 0,0 1 1 0 0,0-1-1 0 0,0 1 0 0 0,0-1 1 0 0,5-1-1 0 0,-5 2-603 0 0,-1 1 0 0 0,1 0-1 0 0,-1 0 1 0 0,1 0 0 0 0,-1 0 0 0 0,1 0 0 0 0,-1 0 0 0 0,1 0 0 0 0,-1 0 0 0 0,1 0 0 0 0,-1 1 0 0 0,1-1-1 0 0,-1 1 1 0 0,1-1 0 0 0,-1 1 0 0 0,0 0 0 0 0,1-1 0 0 0,-1 1 0 0 0,0 0 0 0 0,0 0 0 0 0,3 2 0 0 0,0 1 48 0 0,1 0 0 0 0,-1 0 0 0 0,0 1 0 0 0,0 0-1 0 0,-1 0 1 0 0,1 0 0 0 0,-1 0 0 0 0,5 12 0 0 0,1 5 237 0 0,5 24-1 0 0,-4-17 4 0 0,6 23 620 0 0,17 85 0 0 0,-33-136-1039 0 0,0-1 1 0 0,0 1 0 0 0,0-1-1 0 0,0 1 1 0 0,0 0 0 0 0,0-1-1 0 0,0 1 1 0 0,0-1 0 0 0,0 1 0 0 0,0-1-1 0 0,0 1 1 0 0,0 0 0 0 0,0-1-1 0 0,0 1 1 0 0,-1-1 0 0 0,1 1-1 0 0,0-1 1 0 0,0 1 0 0 0,-1-1 0 0 0,1 1-1 0 0,0-1 1 0 0,-1 1 0 0 0,1-1-1 0 0,-1 1 1 0 0,1-1 0 0 0,0 0-1 0 0,-1 1 1 0 0,1-1 0 0 0,-1 0 0 0 0,1 1-1 0 0,-1-1 1 0 0,1 0 0 0 0,-1 1-1 0 0,1-1 1 0 0,-2 0 0 0 0,1 1-282 0 0,-1-1 1 0 0,1 0 0 0 0,0 0-1 0 0,-1 0 1 0 0,1 0 0 0 0,-1 0 0 0 0,1 0-1 0 0,-1 0 1 0 0,1 0 0 0 0,0-1-1 0 0,-3 0 1 0 0,-5-3-6450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4 1375 0 0,'0'0'8967'0'0,"-1"0"-8852"0"0,1 0 1 0 0,0-1-1 0 0,-1 1 0 0 0,1 0 0 0 0,0 0 1 0 0,0-1-1 0 0,-1 1 0 0 0,1 0 0 0 0,-1 0 1 0 0,1 0-1 0 0,0-1 0 0 0,-1 1 0 0 0,1 0 1 0 0,0 0-1 0 0,-1 0 0 0 0,1 0 0 0 0,-1 0 1 0 0,1 0-1 0 0,0 0 0 0 0,-1 0 0 0 0,1 0 1 0 0,-1 0-1 0 0,1 0 0 0 0,-1 0 0 0 0,0 3-34 0 0,-1 0 0 0 0,1 0 0 0 0,0 0 0 0 0,-1 1 0 0 0,2-1 0 0 0,-1 0 0 0 0,0 0 0 0 0,1 1 0 0 0,-1-1 0 0 0,1 1 0 0 0,0-1 0 0 0,0 0-1 0 0,0 1 1 0 0,1-1 0 0 0,-1 1 0 0 0,1-1 0 0 0,0 0 0 0 0,2 7 0 0 0,3 5 113 0 0,0 1-1 0 0,16 23 1 0 0,-12-19 31 0 0,28 39 214 0 0,-10-16-314 0 0,-8-17-53 0 0,-14-19-45 0 0,-5-6 45 0 0,-1 1 11 0 0,4 3 5 0 0,-3-3 502 0 0,-3-2-536 0 0,-3 3-44 0 0,3-3-10 0 0,0 1 0 0 0,0 0 0 0 0,0 1 0 0 0,1-1 0 0 0,-1 0 0 0 0,0 0 0 0 0,0 1 0 0 0,1-1 0 0 0,-1 1 0 0 0,-1 2 0 0 0,-1 0 9 0 0,-1 0 0 0 0,0 0-1 0 0,0 0 1 0 0,0 0 0 0 0,0-1-1 0 0,0 0 1 0 0,-1 0-1 0 0,1-1 1 0 0,-1 1 0 0 0,0-1-1 0 0,0-1 1 0 0,-11 3 0 0 0,3-2 192 0 0,-1-2 1 0 0,1 1 0 0 0,-25-4-1 0 0,38 3-177 0 0,-5-1 91 0 0,-1 0 0 0 0,1-1 0 0 0,-1 0 0 0 0,1 0 1 0 0,-7-4-1 0 0,-16-4 315 0 0,28 10-358 0 0,0-1 0 0 0,-2-1-33 0 0,2 1-139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3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130 339 455 0 0,'8'-17'1612'0'0,"-8"17"-1404"0"0,0-1 0 0 0,0 0 0 0 0,0 0 0 0 0,0 1 0 0 0,0-1-1 0 0,-1 0 1 0 0,1 0 0 0 0,0 1 0 0 0,-1-1 0 0 0,1 0-1 0 0,0 0 1 0 0,-1 1 0 0 0,1-1 0 0 0,-1 1 0 0 0,1-1 0 0 0,-1 0-1 0 0,1 1 1 0 0,-1-1 0 0 0,0 1 0 0 0,1-1 0 0 0,-1 1 0 0 0,-1-1-1 0 0,1 0 439 0 0,-1-1-396 0 0,1 1 0 0 0,-1-1 0 0 0,0 0 0 0 0,1 1 0 0 0,-1 0 0 0 0,0-1 0 0 0,0 1 0 0 0,0 0 0 0 0,0 0 0 0 0,0 0 0 0 0,0 0 0 0 0,-1 1 0 0 0,1-1 0 0 0,0 0 0 0 0,0 1 0 0 0,-1 0 0 0 0,1-1 0 0 0,0 1 0 0 0,-1 0 0 0 0,1 0 0 0 0,-3 1 0 0 0,4-1 108 0 0,-6 6-228 0 0,0 0-1 0 0,-16 9 0 0 0,22-14 123 0 0,-1-1-168 0 0,1 0-55 0 0,-2 1 156 0 0,1-1-1 0 0,0 1 1 0 0,0-1-1 0 0,0 0 0 0 0,0 0 1 0 0,0 0-1 0 0,0 0 1 0 0,-1-1-1 0 0,1 1 1 0 0,0 0-1 0 0,0-1 0 0 0,-2 0 1 0 0,2 0 408 0 0,-2 0 632 0 0,10 2-915 0 0,3 2-250 0 0,14 6 211 0 0,1-1 0 0 0,44 8 0 0 0,-11-7 212 0 0,87 0 0 0 0,206-2 503 0 0,-222-14-896 0 0,-105 5-62 0 0,11-2 66 0 0,0-2 1 0 0,35-11 0 0 0,-36 8 6 0 0,-30 9-89 0 0,-1-1 0 0 0,0 1 0 0 0,1-1 1 0 0,-1 0-1 0 0,0 0 0 0 0,0 0 0 0 0,0 0 0 0 0,0 0 0 0 0,3-2 1 0 0,23-15 93 0 0,-27 17 227 0 0,-2 1-269 0 0,-6-3 0 0 0,-1-1-11 0 0,1 2-30 0 0,-7-5 117 0 0,1 0 0 0 0,0-1 0 0 0,0 0 0 0 0,0-1 0 0 0,1-1 0 0 0,0 0 0 0 0,1 0 0 0 0,0-1 0 0 0,1-1 0 0 0,0 1 0 0 0,1-2 0 0 0,-10-16 0 0 0,14 21-175 0 0,1 0-1 0 0,0 0 1 0 0,1 0 0 0 0,0 0-1 0 0,0 0 1 0 0,1-1-1 0 0,0 1 1 0 0,0-1 0 0 0,1 0-1 0 0,0 1 1 0 0,0-1 0 0 0,1 0-1 0 0,0 0 1 0 0,3-11-1 0 0,1 11-2754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4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64 270 1375 0 0,'-2'-2'107'0'0,"-6"-9"852"0"0,8 8-429 0 0,-7-12 1308 0 0,1 3-815 0 0,0 0 0 0 0,2 0 1 0 0,-1 0-1 0 0,1 0 0 0 0,-3-23 1 0 0,6 28-822 0 0,0 0 0 0 0,1 1 0 0 0,0-1 0 0 0,0 0 0 0 0,1 0 0 0 0,3-13 0 0 0,-4 18 602 0 0,2 4-644 0 0,2 2-121 0 0,0-1-1 0 0,0 1 1 0 0,-1 1 0 0 0,1-1-1 0 0,-1 0 1 0 0,0 1-1 0 0,0-1 1 0 0,3 8 0 0 0,17 46 115 0 0,-17-39-62 0 0,97 235 906 0 0,-83-203 1241 0 0,-47-112-1461 0 0,-7-14-360 0 0,4 22-225 0 0,8 15-74 0 0,1-2 0 0 0,3 0 0 0 0,-16-46 0 0 0,15 32 169 0 0,18 53-144 0 0,2 24-134 0 0,2-1 1 0 0,0 1-1 0 0,1 0 0 0 0,2-1 1 0 0,0 0-1 0 0,17 39 0 0 0,-20-55-10 0 0,-1 0 0 0 0,1 0 0 0 0,0-1 0 0 0,1 1 0 0 0,0-1 0 0 0,0 0 0 0 0,0 0 0 0 0,0 0 0 0 0,1-1 0 0 0,-1 1 0 0 0,1-1 0 0 0,8 5 0 0 0,-13-9 8 0 0,1 0-1 0 0,-1 1 1 0 0,1-1-1 0 0,0 1 1 0 0,-1-1-1 0 0,1 0 1 0 0,0 0-1 0 0,-1 1 1 0 0,1-1-1 0 0,0 0 1 0 0,-1 0-1 0 0,1 0 1 0 0,0 0-1 0 0,-1 0 1 0 0,1 0-1 0 0,0 0 1 0 0,0 0-1 0 0,-1 0 1 0 0,1 0-1 0 0,0 0 1 0 0,-1 0-1 0 0,1 0 1 0 0,0-1-1 0 0,0 1 1 0 0,-1 0 0 0 0,1-1-1 0 0,-1 1 1 0 0,1 0-1 0 0,0-1 1 0 0,-1 1-1 0 0,1-1 1 0 0,-1 1-1 0 0,1-1 1 0 0,-1 1-1 0 0,1-1 1 0 0,-1 1-1 0 0,1-1 1 0 0,-1 1-1 0 0,0-1 1 0 0,1 0-1 0 0,-1 1 1 0 0,0-1-1 0 0,1 0 1 0 0,-1 1-1 0 0,0-1 1 0 0,0 0-1 0 0,0 1 1 0 0,1-1-1 0 0,-1 0 1 0 0,0 0-1 0 0,0 1 1 0 0,0-2-1 0 0,0 1-21 0 0,1-7 39 0 0,0 1 1 0 0,0 0-1 0 0,-1-1 0 0 0,0 1 1 0 0,0 0-1 0 0,-1-1 0 0 0,0 1 0 0 0,0 0 1 0 0,-1-1-1 0 0,0 1 0 0 0,0 0 1 0 0,-5-10-1 0 0,-5-9 53 0 0,-29-45 1 0 0,32 58-57 0 0,1-3-11 0 0,6 12-12 0 0,-1-1 0 0 0,1 1 0 0 0,-1 0 0 0 0,0 0 0 0 0,0 0 1 0 0,0 0-1 0 0,0 0 0 0 0,-1 1 0 0 0,-5-5 0 0 0,9 8 0 0 0,0 0 0 0 0,0 0 0 0 0,0 0 1 0 0,0 0-1 0 0,0 0 0 0 0,0 1 0 0 0,0-1 1 0 0,0 0-1 0 0,0 0 0 0 0,0 0 0 0 0,0 0 1 0 0,0 0-1 0 0,0 0 0 0 0,0 0 0 0 0,0 0 1 0 0,0 0-1 0 0,0 0 0 0 0,0 0 1 0 0,0 0-1 0 0,0 0 0 0 0,0 0 0 0 0,0 0 1 0 0,0 0-1 0 0,0 0 0 0 0,0 1 0 0 0,0-1 1 0 0,0 0-1 0 0,0 0 0 0 0,0 0 0 0 0,0 0 1 0 0,0 0-1 0 0,0 0 0 0 0,0 0 0 0 0,0 0 1 0 0,0 0-1 0 0,0 0 0 0 0,-1 0 1 0 0,1 0-1 0 0,0 0 0 0 0,0 0 0 0 0,0 0 1 0 0,0 0-1 0 0,0 0 0 0 0,0 0 0 0 0,0 0 1 0 0,0 0-1 0 0,0 0 0 0 0,0 0 0 0 0,0 0 1 0 0,0 0-1 0 0,0 0 0 0 0,0 0 0 0 0,0 0 1 0 0,0 0-1 0 0,-1 0 0 0 0,1 0 1 0 0,0 0-1 0 0,-1 6-8 0 0,1-4 3 0 0,-1 1 0 0 0,1 0 0 0 0,0 0 0 0 0,0 0 0 0 0,0 0 0 0 0,1 0 0 0 0,-1 0 0 0 0,0 0 0 0 0,1 0 0 0 0,2 5 0 0 0,1 12 5 0 0,-1-16 2 0 0,2 2-54 0 0,2 5 42 0 0,0-1 26 0 0,-6-8 657 0 0,5-26-421 0 0,-5 13-208 0 0,-2-1 1 0 0,1 1 0 0 0,-2 0 0 0 0,-3-17 0 0 0,-2-10 15 0 0,14 48-58 0 0,4 11-12 0 0,2 13-35 0 0,-9-21 35 0 0,0-1 1 0 0,1 0 0 0 0,1-1 0 0 0,0 1 0 0 0,0-1-1 0 0,12 15 1 0 0,-9-18 10 0 0,-1-2 11 0 0,-7-5 184 0 0,0-23-94 0 0,0 15-60 0 0,-1 1 0 0 0,0-1-1 0 0,0 1 1 0 0,0 0-1 0 0,-1-1 1 0 0,0 1 0 0 0,-2-7-1 0 0,2 10-39 0 0,-1-5 24 0 0,-1 0-1 0 0,0 0 1 0 0,0 0-1 0 0,-1 1 1 0 0,0 0-1 0 0,0-1 1 0 0,-9-10-1 0 0,7 15-13 0 0,0 11-11 0 0,4-3 44 0 0,0 0 0 0 0,0 0 0 0 0,0 1 0 0 0,1-1 0 0 0,0 1 0 0 0,0-1 0 0 0,1 1 0 0 0,-1-1 0 0 0,1 1 0 0 0,0-1 0 0 0,1 8 0 0 0,1-4-578 0 0,-1 1 0 0 0,6 16-1 0 0,4 1-4588 0 0,-3-13-1751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4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32 7831 0 0,'0'-1'76'0'0,"-3"-1"633"0"0,-1 0 458 0 0,7-3 88 0 0,9-14 60 0 0,-11 19-1268 0 0,-1 0 0 0 0,0 0 0 0 0,0-1 0 0 0,1 1 0 0 0,-1 0 0 0 0,0 0 0 0 0,1 0 0 0 0,-1 0 0 0 0,0-1 0 0 0,1 1 0 0 0,-1 0 0 0 0,0 0 1 0 0,1 0-1 0 0,-1 0 0 0 0,0 0 0 0 0,1 0 0 0 0,-1 0 0 0 0,0 0 0 0 0,1 0 0 0 0,-1 0 0 0 0,0 0 0 0 0,1 0 0 0 0,-1 0 0 0 0,0 0 0 0 0,1 0 0 0 0,-1 0 1 0 0,0 0-1 0 0,1 1 0 0 0,-1-1 0 0 0,0 0 0 0 0,1 0 0 0 0,-1 0 0 0 0,0 0 0 0 0,1 1 0 0 0,-1-1 0 0 0,0 0 0 0 0,0 0 0 0 0,0 1 0 0 0,1-1 0 0 0,-1 1 0 0 0,1-1 132 0 0,12 6 522 0 0,1 0 1 0 0,1-1 0 0 0,26 5-1 0 0,-4 0-178 0 0,229 84 808 0 0,-161-54-2381 0 0,-102-39 1027 0 0,2 1-319 0 0,1-1 0 0 0,-1 2 1 0 0,0-1-1 0 0,0 1 0 0 0,0-1 0 0 0,0 2 1 0 0,7 5-1 0 0,-3 2-941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4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11975 0 0,'0'0'923'0'0,"1"3"-602"0"0,2 1-231 0 0,-1 0 1 0 0,1 0-1 0 0,1 0 0 0 0,-1 0 0 0 0,1 0 0 0 0,-1 0 0 0 0,1-1 0 0 0,0 0 1 0 0,1 0-1 0 0,-1 0 0 0 0,5 2 0 0 0,12 6 664 0 0,25 9 0 0 0,-22-10-565 0 0,136 47 917 0 0,-70-28-427 0 0,207 66-1592 0 0,-213-79-1207 0 0,-61-13 1337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23:4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15375 0 0,'0'0'704'0'0,"3"1"-14"0"0,35 20-3 0 0,56 38 0 0 0,-34-19 276 0 0,-30-21-375 0 0,-2 0 1 0 0,0 2-1 0 0,30 31 1 0 0,-51-45-499 0 0,0 1-1 0 0,0 0 1 0 0,-1 0-1 0 0,0 1 1 0 0,-1 0 0 0 0,0 0-1 0 0,0 0 1 0 0,-1 0 0 0 0,0 1-1 0 0,-1-1 1 0 0,0 1-1 0 0,0 0 1 0 0,-1 0 0 0 0,0 1-1 0 0,0 14 1 0 0,-3-10-18 0 0,0 0-1 0 0,-1 0 1 0 0,0 0 0 0 0,-1 0 0 0 0,-1-1 0 0 0,0 1-1 0 0,-1-1 1 0 0,-1 0 0 0 0,0-1 0 0 0,-11 19-1 0 0,-1-3 82 0 0,-1-1 0 0 0,-2-1 0 0 0,-36 38 0 0 0,32-41-638 0 0,-1-1 1 0 0,-2-1-1 0 0,-56 35 0 0 0,44-33-1560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7 108 11975 0 0,'0'0'267'0'0,"0"-2"42"0"0,-2-5-130 0 0,0 1-1 0 0,1-1 1 0 0,0 0-1 0 0,1 0 0 0 0,0 1 1 0 0,0-1-1 0 0,0 0 1 0 0,0 0-1 0 0,3-7 1 0 0,-2 9 804 0 0,0 0 1 0 0,0 1 0 0 0,1-1 0 0 0,3-6 3655 0 0,-5 14-4287 0 0,19 515 1789 0 0,-13-167-1966 0 0,2-139-483 0 0,-7-141-2480 0 0,-1-1-3736 0 0,0-36-379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6447 0 0,'1'2'9172'0'0,"26"21"-3811"0"0,-23-21-5197 0 0,-1 0-1 0 0,0 0 0 0 0,1 0 0 0 0,-1-1 1 0 0,1 1-1 0 0,0-1 0 0 0,-1 0 1 0 0,1 0-1 0 0,0 0 0 0 0,0-1 1 0 0,0 1-1 0 0,5-1 0 0 0,81-7 694 0 0,-7-1-1319 0 0,-70 8-606 0 0,0 1 1 0 0,15 2-1 0 0,-8 0-844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0 455 0 0,'2'4'931'0'0,"0"0"-1"0"0,0 0 0 0 0,-1-1 1 0 0,0 1-1 0 0,0 0 0 0 0,0 1 1 0 0,0-1-1 0 0,0 5 0 0 0,-1 37 7361 0 0,0-30-6633 0 0,-8 175 1395 0 0,1 152-2287 0 0,40 74-859 0 0,-26-373-2380 0 0,2-1 0 0 0,24 71-1 0 0,-28-103 1601 0 0,0-1-1 0 0,6 10 1 0 0,-11-19 841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4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41 1839 0 0,'1'-1'83'0'0,"-1"0"51"0"0,4-15-183 0 0,-5-6 8078 0 0,0 22-7813 0 0,1 0-1 0 0,0 0 1 0 0,0 0 0 0 0,-1 0-1 0 0,1 0 1 0 0,0-1-1 0 0,-1 1 1 0 0,1 0-1 0 0,0 0 1 0 0,0 0 0 0 0,-1 0-1 0 0,1 0 1 0 0,0 0-1 0 0,-1 0 1 0 0,1 0-1 0 0,0 0 1 0 0,0 0 0 0 0,-1 1-1 0 0,1-1 1 0 0,0 0-1 0 0,-1 0 1 0 0,1 0-1 0 0,-1 1 648 0 0,1-1-648 0 0,-15 7 1874 0 0,9-1-1793 0 0,1 0 0 0 0,0 0 0 0 0,0 1 0 0 0,0-1 0 0 0,1 1 0 0 0,0 0 0 0 0,-5 13 0 0 0,-16 55 157 0 0,14-31-335 0 0,2 1 1 0 0,2 0-1 0 0,2 0 0 0 0,1 88 0 0 0,8-60 43 0 0,3-1 0 0 0,22 96-1 0 0,-21-135-557 0 0,15 40 0 0 0,-5-29-505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19375 0 0,'0'0'439'0'0,"-1"2"62"0"0,-2 4-320 0 0,0 0-1 0 0,0 0 1 0 0,1 1 0 0 0,0-1-1 0 0,0 1 1 0 0,-1 8-1 0 0,-4 45-314 0 0,3-20 192 0 0,2-26-58 0 0,-14 129 0 0 0,14-111 0 0 0,2 0 0 0 0,4 47 0 0 0,-3-71-14 0 0,0 0 0 0 0,1-1 0 0 0,0 1 0 0 0,0-1 1 0 0,0 0-1 0 0,1 1 0 0 0,5 7 0 0 0,-8-13 15 0 0,1-1 1 0 0,0 1 0 0 0,0-1-1 0 0,0 1 1 0 0,1-1 0 0 0,-1 0 0 0 0,0 1-1 0 0,0-1 1 0 0,1 0 0 0 0,-1 0-1 0 0,1 0 1 0 0,-1 0 0 0 0,1 0-1 0 0,-1 0 1 0 0,1 0 0 0 0,0 0-1 0 0,-1-1 1 0 0,1 1 0 0 0,0-1-1 0 0,0 1 1 0 0,-1-1 0 0 0,1 0 0 0 0,0 0-1 0 0,0 0 1 0 0,0 0 0 0 0,-1 0-1 0 0,1 0 1 0 0,0 0 0 0 0,0 0-1 0 0,0-1 1 0 0,-1 1 0 0 0,1-1-1 0 0,0 1 1 0 0,0-1 0 0 0,1-1 0 0 0,4-1-40 0 0,-1-1 1 0 0,-1 1-1 0 0,1-1 1 0 0,-1-1 0 0 0,1 1-1 0 0,-1-1 1 0 0,7-8-1 0 0,29-43-372 0 0,-32 44 386 0 0,19-34 48 0 0,-19 31-8 0 0,0 0 0 0 0,21-25 0 0 0,-30 40-16 0 0,0-1 0 0 0,1 1 0 0 0,-1 0 0 0 0,0-1 0 0 0,1 1 0 0 0,-1 0 0 0 0,0-1 0 0 0,1 1 0 0 0,-1 0 0 0 0,1 0 0 0 0,-1-1 0 0 0,1 1 0 0 0,-1 0 0 0 0,0 0 0 0 0,1 0 0 0 0,-1 0 0 0 0,1-1 0 0 0,0 1 0 0 0,0 1-6 0 0,1-1-1 0 0,-1 1 1 0 0,0 0-1 0 0,0-1 1 0 0,0 1-1 0 0,0 0 1 0 0,0 0 0 0 0,0 0-1 0 0,0-1 1 0 0,0 1-1 0 0,0 0 1 0 0,0 0-1 0 0,-1 1 1 0 0,1-1-1 0 0,0 0 1 0 0,-1 0-1 0 0,1 0 1 0 0,-1 0 0 0 0,1 2-1 0 0,10 26-220 0 0,-11-27 215 0 0,10 33-329 0 0,-5-16 105 0 0,9 25 0 0 0,-13-43 303 0 0,1 0 58 0 0,0-1-60 0 0,1 0 0 0 0,-1 0 0 0 0,0 0 0 0 0,1-1 0 0 0,-1 1 0 0 0,1-1 0 0 0,-1 1 0 0 0,0-1 0 0 0,1 0 0 0 0,-1 0 0 0 0,0 0 0 0 0,0 0 0 0 0,1 0 0 0 0,-1 0 0 0 0,0-1 1 0 0,0 1-1 0 0,0-1 0 0 0,-1 1 0 0 0,1-1 0 0 0,0 0 0 0 0,1-2 0 0 0,6-6 378 0 0,-1-1 0 0 0,11-20 0 0 0,-9 15-222 0 0,1-1 44 0 0,13-20-146 0 0,-2 0 0 0 0,22-49-1 0 0,-45 78-2212 0 0,1 6 1029 0 0,-3-9-6357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14711 0 0,'15'28'525'0'0,"-1"-1"-1"0"0,-2 2 0 0 0,-1 0 1 0 0,-1 0-1 0 0,-1 1 0 0 0,-2 0 1 0 0,-1 0-1 0 0,-1 1 0 0 0,-1 0 1 0 0,-2 59-1 0 0,-22 180 517 0 0,10-205-1202 0 0,-2-1 0 0 0,-25 72 1 0 0,20-89-1000 0 0,-2-3-367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7831 0 0,'-1'1'603'0'0,"-10"7"-487"0"0,-13 12 1690 0 0,12-2 4457 0 0,14-16-5596 0 0,0 0-513 0 0,0-1 1 0 0,0 1-1 0 0,0 0 1 0 0,0-1-1 0 0,1 1 1 0 0,-1-1-1 0 0,0 0 1 0 0,1 0 0 0 0,-1 0-1 0 0,1 0 1 0 0,0-1-1 0 0,-1 1 1 0 0,1 0-1 0 0,0-1 1 0 0,4 0-1 0 0,8 1 518 0 0,25-2 0 0 0,-24 0-268 0 0,35 2 178 0 0,0 2 0 0 0,1 2 0 0 0,-1 2 1 0 0,-1 2-1 0 0,58 19 0 0 0,-94-24-596 0 0,53 18-293 0 0,-65-22 107 0 0,-4 10-5623 0 0,-4 2-1161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6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13359 0 0,'0'0'1027'0'0,"2"1"-504"0"0,18 6 899 0 0,0-2 0 0 0,0 0-1 0 0,26 3 1 0 0,67 1 777 0 0,-11-1-814 0 0,47 7-895 0 0,-85-10-4628 0 0,-32-2-681 0 0,-12-1-1959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4143 0 0,'0'0'10371'0'0,"2"0"-9967"0"0,88 18 2802 0 0,19 3-1811 0 0,-61-16-824 0 0,69-4 1 0 0,50-11-106 0 0,-63 3-340 0 0,633-18 131 0 0,-294 35-257 0 0,-300-6 40 0 0,186-18 0 0 0,0-48 724 0 0,-208 34-449 0 0,46-1 27 0 0,-126 24-264 0 0,0 2 1 0 0,46 3-1 0 0,-64 2-15 0 0,0 0 0 0 0,-1 2 0 0 0,1 1 0 0 0,-1 1 0 0 0,1 1 0 0 0,-2 0 0 0 0,25 13 0 0 0,-42-18-54 0 0,-2-2-14 0 0,-1 1 0 0 0,0-1 0 0 0,0 1 0 0 0,0 0 0 0 0,1 0 0 0 0,-1 0 1 0 0,0-1-1 0 0,0 1 0 0 0,0 0 0 0 0,0 0 0 0 0,0 0 0 0 0,0 2 0 0 0,1-2-283 0 0,-25-5-5986 0 0,0-2 4491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3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12439 0 0,'0'0'9911'0'0,"-1"3"-9233"0"0,-25 280 945 0 0,18-189-1979 0 0,-1 25-1985 0 0,5-47-2938 0 0,1-1-1909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13415 0 0,'0'0'1216'0'0,"1"2"-1000"0"0,4 8 26 0 0,0 1-1 0 0,-1-1 0 0 0,0 1 1 0 0,-1 0-1 0 0,3 17 0 0 0,6 62 920 0 0,-9-58-844 0 0,4 219 626 0 0,-6-100-724 0 0,-1-147-460 0 0,0 37 242 0 0,-2-14-5515 0 0,1-16-156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3223 0 0,'0'0'6672'0'0,"0"0"-6463"0"0,-1 0 0 0 0,1 0-1 0 0,0 0 1 0 0,-1 0 0 0 0,1-1-1 0 0,0 1 1 0 0,-1 0-1 0 0,1 0 1 0 0,0 0 0 0 0,0-1-1 0 0,-1 1 1 0 0,1 0 0 0 0,0 0-1 0 0,0-1 1 0 0,-1 1 0 0 0,1 0-1 0 0,0-1 1 0 0,0 1-1 0 0,0 0 1 0 0,0-1 0 0 0,-1 1-1 0 0,1 0 1 0 0,0-1 0 0 0,0 1-1 0 0,1-2-53 0 0,0 1 0 0 0,1-1 0 0 0,-1 1-1 0 0,0 0 1 0 0,1 0 0 0 0,-1-1 0 0 0,1 1-1 0 0,-1 0 1 0 0,1 0 0 0 0,-1 0 0 0 0,1 1-1 0 0,0-1 1 0 0,0 0 0 0 0,-1 1 0 0 0,1-1-1 0 0,0 1 1 0 0,0-1 0 0 0,2 1 0 0 0,38-3 1148 0 0,-34 3-1105 0 0,17 0 244 0 0,0 1 0 0 0,0 1 0 0 0,39 9 0 0 0,71 26 72 0 0,4 0-3354 0 0,-102-32-966 0 0,-18-2 1840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3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11519 0 0,'0'0'887'0'0,"2"1"-583"0"0,7 2-70 0 0,14 7 898 0 0,0 1-1 0 0,26 16 1 0 0,-42-22-1010 0 0,1 0 1 0 0,-1 1 0 0 0,0 0-1 0 0,-1 0 1 0 0,0 1-1 0 0,1 0 1 0 0,-2 0-1 0 0,1 0 1 0 0,8 16 0 0 0,-6-4-207 0 0,0-1 1 0 0,-2 1-1 0 0,0 1 1 0 0,-1-1-1 0 0,0 1 1 0 0,-2 0-1 0 0,1 20 1 0 0,-1 15-465 0 0,-7 73 0 0 0,2-97 629 0 0,-9 40 0 0 0,9-59 24 0 0,-1 0-1 0 0,-1 0 1 0 0,0 0-1 0 0,0-1 1 0 0,-1 0 0 0 0,-9 15-1 0 0,12-23-105 0 0,0 0-1 0 0,0 0 0 0 0,-1-1 0 0 0,1 1 1 0 0,-1-1-1 0 0,1 1 0 0 0,-1-1 0 0 0,0 0 1 0 0,0 0-1 0 0,0 0 0 0 0,0 0 0 0 0,0 0 1 0 0,0-1-1 0 0,0 0 0 0 0,-1 1 0 0 0,1-1 1 0 0,-5 1-1 0 0,2-2-237 0 0,1 1 0 0 0,0-1 0 0 0,-1 0 0 0 0,1 0 0 0 0,-1-1-1 0 0,1 0 1 0 0,0 0 0 0 0,-1 0 0 0 0,1-1 0 0 0,-9-3 0 0 0,-4-3-916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11519 0 0,'10'4'1024'0'0,"3"1"-824"0"0,2 3-200 0 0,3 0 0 0 0,2 2 1120 0 0,1 0 176 0 0,-3 0 40 0 0,0 1 8 0 0,0 1-744 0 0,-3-1-152 0 0,-2-1-24 0 0,-3 0-8 0 0,0-2-888 0 0,-2 0-176 0 0,0-1-40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12871 0 0,'0'0'2484'0'0,"1"0"-1888"0"0,11-5-134 0 0,0 1 0 0 0,-1 0 0 0 0,1 1 0 0 0,1 0 0 0 0,-1 1 0 0 0,17-1 0 0 0,-17 1-277 0 0,78-5 848 0 0,136 7 0 0 0,-26 2-454 0 0,-52-5-450 0 0,130-7-343 0 0,-270 10-194 0 0,0-1 1 0 0,0 1-1 0 0,-1-2 1 0 0,1 1-1 0 0,-1-1 1 0 0,1 0-1 0 0,11-6 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 1375 0 0,'-9'-1'12926'0'0,"8"1"-12392"0"0,-3 8 3366 0 0,6 18-5681 0 0,-1-21 3168 0 0,24 242-163 0 0,-11-138-1608 0 0,4-40-3756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4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 8751 0 0,'13'-1'625'0'0,"0"0"0"0"0,1 0-1 0 0,-1 1 1 0 0,0 1 0 0 0,0 0 0 0 0,24 6-1 0 0,-26-4-330 0 0,-1 0 0 0 0,0 0 1 0 0,0 1-1 0 0,0 0 0 0 0,-1 1 0 0 0,0 0 0 0 0,1 0 0 0 0,15 13 0 0 0,-21-14-286 0 0,0 0 1 0 0,-1 0-1 0 0,1 0 0 0 0,-1 0 0 0 0,0 1 0 0 0,0-1 0 0 0,0 1 0 0 0,-1 0 0 0 0,0 0 1 0 0,0 0-1 0 0,0 0 0 0 0,0 0 0 0 0,-1 0 0 0 0,0 1 0 0 0,0-1 0 0 0,0 0 0 0 0,-1 1 1 0 0,1-1-1 0 0,-1 1 0 0 0,-1-1 0 0 0,1 0 0 0 0,-1 1 0 0 0,0-1 0 0 0,0 0 1 0 0,0 1-1 0 0,-1-1 0 0 0,0 0 0 0 0,0 0 0 0 0,-3 5 0 0 0,2-4 46 0 0,0 0 0 0 0,-1-1 0 0 0,1 1 0 0 0,-1-1 0 0 0,-1 1 0 0 0,1-1 1 0 0,-1 0-1 0 0,0-1 0 0 0,0 1 0 0 0,0-1 0 0 0,0 0 0 0 0,-1 0 0 0 0,0-1 0 0 0,0 0 0 0 0,0 0 0 0 0,0 0 0 0 0,0-1 0 0 0,-1 1 0 0 0,1-2 0 0 0,-1 1 0 0 0,1-1 0 0 0,-1 0 0 0 0,-7 1 1 0 0,0-3 178 0 0,0 0 1 0 0,0-1-1 0 0,1 0 1 0 0,-1-1 0 0 0,1-1-1 0 0,0 0 1 0 0,0-1 0 0 0,-24-12-1 0 0,36 17 99 0 0,2 2-298 0 0,1-1-1 0 0,0 1 0 0 0,-1 0 0 0 0,1-1 1 0 0,0 1-1 0 0,0-1 0 0 0,3 2 1 0 0,-2-1-2 0 0,21 16-28 0 0,1-1 1 0 0,0-2-1 0 0,47 22 0 0 0,-54-31 1 0 0,0 0 0 0 0,0-1-1 0 0,28 3 1 0 0,57 2-3528 0 0,-77-9-2565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10135 0 0,'0'0'778'0'0,"0"3"-373"0"0,2 21 1426 0 0,5 33 0 0 0,-1-19-1824 0 0,-2-10-36 0 0,2 25-200 0 0,2 0 0 0 0,22 73 0 0 0,-27-116 309 0 0,1-1-1 0 0,0 0 1 0 0,9 15-1 0 0,-11-21-46 0 0,0 0 0 0 0,0 0 0 0 0,1 0 0 0 0,-1 0-1 0 0,1-1 1 0 0,-1 1 0 0 0,1-1 0 0 0,0 1 0 0 0,0-1 0 0 0,0 0 0 0 0,0 0 0 0 0,5 2 0 0 0,-7-4 3 0 0,1 1-1 0 0,-1-1 1 0 0,1 0 0 0 0,-1 0 0 0 0,0 0 0 0 0,1 0 0 0 0,-1 0 0 0 0,1 0 0 0 0,-1 0 0 0 0,0 0 0 0 0,1-1 0 0 0,-1 1 0 0 0,0 0-1 0 0,1-1 1 0 0,-1 1 0 0 0,0-1 0 0 0,1 0 0 0 0,-1 1 0 0 0,0-1 0 0 0,0 0 0 0 0,0 0 0 0 0,2-1 0 0 0,0-1 56 0 0,0 0 1 0 0,1 0 0 0 0,-1-1 0 0 0,-1 1 0 0 0,4-6-1 0 0,1-5 2 0 0,0 0 0 0 0,-1-1-1 0 0,0 1 1 0 0,-1-2-1 0 0,-1 1 1 0 0,3-21 0 0 0,-3 13-67 0 0,14-39 0 0 0,-6 36 55 0 0,-11 26-69 0 0,-1 0 0 0 0,0 0-1 0 0,1 0 1 0 0,-1-1 0 0 0,1 1 0 0 0,-1 0-1 0 0,1 1 1 0 0,-1-1 0 0 0,1 0 0 0 0,-1 0-1 0 0,0 0 1 0 0,1 0 0 0 0,-1 0-1 0 0,1 0 1 0 0,-1 0 0 0 0,0 1 0 0 0,1-1-1 0 0,-1 0 1 0 0,1 0 0 0 0,-1 1-1 0 0,0-1 1 0 0,1 0 0 0 0,-1 0 0 0 0,1 1-1 0 0,-1 0 14 0 0,7 5 81 0 0,-1 1 0 0 0,0-1 0 0 0,0 1-1 0 0,-1 1 1 0 0,1-1 0 0 0,-2 1 0 0 0,1 0 0 0 0,3 10-1 0 0,-1-5-67 0 0,0-1-1 0 0,10 15 0 0 0,-14-23 14 0 0,0 0 1 0 0,1-1-1 0 0,-1 1 0 0 0,1-1 1 0 0,0 0-1 0 0,0 0 0 0 0,0 0 0 0 0,0-1 1 0 0,1 1-1 0 0,-1-1 0 0 0,1 0 1 0 0,-1 0-1 0 0,1-1 0 0 0,5 2 0 0 0,-7-2 43 0 0,0-1-1 0 0,-1 0 1 0 0,1 0-1 0 0,0 1 1 0 0,0-2-1 0 0,-1 1 1 0 0,1 0-1 0 0,0-1 1 0 0,-1 1-1 0 0,1-1 1 0 0,0 0-1 0 0,-1 0 0 0 0,1 0 1 0 0,-1 0-1 0 0,1 0 1 0 0,-1 0-1 0 0,1-1 1 0 0,-1 1-1 0 0,0-1 1 0 0,0 0-1 0 0,0 0 1 0 0,0 0-1 0 0,0 0 1 0 0,0 0-1 0 0,0 0 1 0 0,-1 0-1 0 0,2-3 0 0 0,5-8 77 0 0,-2-1 0 0 0,0 1-1 0 0,0-1 1 0 0,-2-1 0 0 0,1 1-1 0 0,-2-1 1 0 0,0 1-1 0 0,2-26 1 0 0,-4 10-1265 0 0,0-1 0 0 0,-2 0-1 0 0,-6-35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35:4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12439 0 0,'8'17'550'0'0,"-1"0"-1"0"0,-1 0 1 0 0,-1 1-1 0 0,-1-1 1 0 0,0 1-1 0 0,1 22 1 0 0,0 110-160 0 0,-5-122-803 0 0,-6 83 2436 0 0,51-120-614 0 0,-20 9-1259 0 0,1 1-1 0 0,-1 1 1 0 0,48 11 0 0 0,-44-7-157 0 0,1-2 0 0 0,40 2 1 0 0,-52-5-134 0 0,-7-1-355 0 0,-1 0-1 0 0,20-3 0 0 0,-16 0-1000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4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 4087 0 0,'0'0'400'0'0,"2"-6"1072"0"0,-6 20-1664 0 0,0-2 64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74 5527 0 0,'-47'-24'460'0'0,"-46"-26"6616"0"0,94 52-7070 0 0,19 54-2233 0 0,-15-41 952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6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50 455 0 0,'6'-15'864'0'0,"4"-10"8267"0"0,-8 15-1125 0 0,-14 27-6221 0 0,-28 64-188 0 0,-9 13-639 0 0,32-66-737 0 0,-44 79 697 0 0,45-82-760 0 0,12-19-315 0 0,-1 1-1 0 0,-5 13 0 0 0,9-19-548 0 0,9-13-5934 0 0,1-5 4629 0 0,0-3-5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2759 0 0,'6'-6'121'0'0,"0"-1"-1"0"0,1 1 0 0 0,-1 0 0 0 0,1 1 0 0 0,0 0 0 0 0,15-9 0 0 0,-19 13 262 0 0,0 0 1 0 0,0-1-1 0 0,0 2 0 0 0,0-1 0 0 0,0 0 0 0 0,0 1 0 0 0,0-1 0 0 0,1 1 0 0 0,3 0 1 0 0,-3 1 385 0 0,-1-1 1 0 0,0 1 0 0 0,1 0 0 0 0,-1-1 0 0 0,0 2 0 0 0,1-1 0 0 0,-1 0 0 0 0,0 1-1 0 0,0-1 1 0 0,3 3 0 0 0,4 4 183 0 0,-1-1 1 0 0,0 1-1 0 0,-1 1 0 0 0,1-1 0 0 0,-2 2 0 0 0,13 17 1 0 0,-5-4 181 0 0,21 47 1 0 0,-30-57-1115 0 0,0 1 514 0 0,8 22 1 0 0,-13-30-1424 0 0,1-1 0 0 0,-1 1 1 0 0,-1 0-1 0 0,1 7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7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1839 0 0,'0'0'83'0'0,"0"-2"-6"0"0,0-21-492 0 0,3-14 5583 0 0,-3 30-4137 0 0,1 1 0 0 0,0 0 0 0 0,1-1 0 0 0,-1 1 0 0 0,1 0-1 0 0,1 0 1 0 0,4-9 1464 0 0,3 17-1336 0 0,-8-1-1097 0 0,-1 0 0 0 0,1 0 0 0 0,0 0 0 0 0,-1 1 0 0 0,1-1 0 0 0,-1 0 0 0 0,1 1 0 0 0,-1-1 0 0 0,0 1 0 0 0,0 0 1 0 0,1-1-1 0 0,0 3 0 0 0,12 25 307 0 0,-10-19-336 0 0,21 50 43 0 0,25 91 0 0 0,-39-110-58 0 0,-2 0 0 0 0,9 80 0 0 0,-20-80 64 0 0,2-39-6 0 0,6-24 191 0 0,6-120 177 0 0,-11 106-392 0 0,2 0 0 0 0,1 0 0 0 0,13-54 0 0 0,6 19-153 0 0,-11 42-2633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36 206 11519 0 0,'0'0'1040'0'0,"2"-1"-853"0"0,25-8 916 0 0,-1-2 0 0 0,0-1 0 0 0,0-1 0 0 0,-1-2 0 0 0,43-32 1 0 0,-62 43-933 0 0,-1 0 0 0 0,0-1 0 0 0,0 0 1 0 0,4-5-1 0 0,-8 9-136 0 0,0-1-1 0 0,1 1 1 0 0,-1-1-1 0 0,0 0 1 0 0,0 1-1 0 0,0-1 1 0 0,-1 0 0 0 0,1 0-1 0 0,0 1 1 0 0,-1-1-1 0 0,1 0 1 0 0,-1 0-1 0 0,0 0 1 0 0,1 0-1 0 0,-1 0 1 0 0,0 0 0 0 0,0-3-1 0 0,-1 4-22 0 0,1 0 0 0 0,-1 0 0 0 0,1 0 1 0 0,-1 0-1 0 0,0 0 0 0 0,1 0 0 0 0,-1 0 0 0 0,0 0 0 0 0,0 0 0 0 0,0 0 0 0 0,0 0 0 0 0,0 0 0 0 0,1 1 0 0 0,-1-1 0 0 0,-1 0 0 0 0,1 1 1 0 0,0-1-1 0 0,-1 0 0 0 0,-21-7 52 0 0,21 7-58 0 0,-8-1 6 0 0,1 0-1 0 0,-1 0 1 0 0,0 1-1 0 0,0 0 1 0 0,0 1-1 0 0,0 0 1 0 0,0 0-1 0 0,0 1 1 0 0,-19 4-1 0 0,21-3-41 0 0,1 0-1 0 0,0 1 1 0 0,-1 0-1 0 0,1 0 1 0 0,0 0-1 0 0,1 1 1 0 0,-1 0-1 0 0,1 0 1 0 0,-1 1-1 0 0,1 0 1 0 0,0 0-1 0 0,1 0 1 0 0,-7 8-1 0 0,10-10 15 0 0,0 0 1 0 0,0 0-1 0 0,0 0 0 0 0,0 1 0 0 0,1-1 1 0 0,-1 0-1 0 0,1 1 0 0 0,0-1 0 0 0,0 1 0 0 0,0 0 1 0 0,0-1-1 0 0,1 1 0 0 0,0 0 0 0 0,-1-1 1 0 0,1 1-1 0 0,0 0 0 0 0,1-1 0 0 0,-1 1 0 0 0,1 0 1 0 0,2 6-1 0 0,-2-5 8 0 0,1 0 0 0 0,1 0 0 0 0,-1-1 0 0 0,1 1 0 0 0,0 0 0 0 0,0-1 0 0 0,0 0 0 0 0,0 0 0 0 0,1 0 0 0 0,0 0 0 0 0,0-1 0 0 0,0 1 0 0 0,8 5 1 0 0,-4-4-152 0 0,0-1 0 0 0,0 1 0 0 0,0-1 0 0 0,0-1 0 0 0,1 0 0 0 0,-1 0 0 0 0,1 0 1 0 0,0-1-1 0 0,0 0 0 0 0,0-1 0 0 0,0 0 0 0 0,0-1 0 0 0,1 1 0 0 0,-1-2 0 0 0,0 1 1 0 0,0-1-1 0 0,0-1 0 0 0,10-2 0 0 0,-5-1-956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1375 0 0,'4'-8'128'0'0,"3"-16"14804"0"0,-6 25-13778 0 0,2 3-819 0 0,0 1 0 0 0,0-1 1 0 0,-1 1-1 0 0,0 0 0 0 0,0 0 0 0 0,0 0 1 0 0,-1 0-1 0 0,2 5 0 0 0,6 47 453 0 0,-7-38-551 0 0,14 143 767 0 0,4 23-613 0 0,-5-24-325 0 0,-8-76-1349 0 0,-5-70-1040 0 0,8 27 0 0 0,-6-37-1114 0 0,12 9 1694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25 3223 0 0,'-6'-13'3048'0'0,"6"12"-2825"0"0,-1 0-1 0 0,0 0 0 0 0,0 0 1 0 0,0 1-1 0 0,0-1 0 0 0,0 0 1 0 0,0 0-1 0 0,0 1 0 0 0,0-1 0 0 0,0 1 1 0 0,0-1-1 0 0,0 1 0 0 0,0-1 1 0 0,0 1-1 0 0,0 0 0 0 0,0-1 1 0 0,-1 1-1 0 0,1 0 0 0 0,0 0 0 0 0,0 0 1 0 0,0 0-1 0 0,-2 0 0 0 0,0 1-83 0 0,1-1 0 0 0,0 1 0 0 0,0 0 0 0 0,0 0 0 0 0,-1 0 0 0 0,1 0 0 0 0,0 0-1 0 0,0 0 1 0 0,1 1 0 0 0,-1-1 0 0 0,-2 2 0 0 0,-1 3-17 0 0,-1 0 1 0 0,1 0 0 0 0,0 0-1 0 0,1 1 1 0 0,0-1-1 0 0,-4 8 1 0 0,1 1 181 0 0,1 0 0 0 0,0 0 1 0 0,1 0-1 0 0,1 1 0 0 0,0 0 1 0 0,2 0-1 0 0,-2 17 0 0 0,4-31 32 0 0,8 5 532 0 0,-4-8-829 0 0,-1 1 1 0 0,1 0-1 0 0,-1-1 0 0 0,1 1 0 0 0,-1-1 0 0 0,0 0 0 0 0,0 0 0 0 0,1-1 1 0 0,-1 1-1 0 0,0-1 0 0 0,0 1 0 0 0,0-1 0 0 0,0 0 0 0 0,0 0 1 0 0,3-4-1 0 0,3-2 11 0 0,1 0 0 0 0,-2-1 0 0 0,10-11 0 0 0,-10 8 114 0 0,-1 0 1 0 0,1-1-1 0 0,-2 1 0 0 0,0-1 1 0 0,0-1-1 0 0,-2 1 0 0 0,7-28 1199 0 0,-18 91-147 0 0,6-38-1091 0 0,0-2-51 0 0,1 0-1 0 0,-1 0 0 0 0,1 0 1 0 0,1 0-1 0 0,2 13 1 0 0,-2-20-72 0 0,0 0 1 0 0,0 0-1 0 0,0 0 1 0 0,0 0-1 0 0,0 0 1 0 0,1-1-1 0 0,0 1 1 0 0,-1 0 0 0 0,1-1-1 0 0,0 0 1 0 0,0 1-1 0 0,0-1 1 0 0,1 0-1 0 0,-1 0 1 0 0,0 0-1 0 0,1 0 1 0 0,-1-1-1 0 0,1 1 1 0 0,0-1 0 0 0,0 1-1 0 0,-1-1 1 0 0,5 1-1 0 0,0 0-73 0 0,0 0 0 0 0,0 0 0 0 0,0-1-1 0 0,1 0 1 0 0,-1-1 0 0 0,0 0 0 0 0,0 0 0 0 0,13-1-1 0 0,-15 0-282 0 0,0 0-1 0 0,0 0 0 0 0,0 0 1 0 0,0-1-1 0 0,-1 0 0 0 0,1 0 1 0 0,0 0-1 0 0,-1 0 0 0 0,1-1 0 0 0,-1 1 1 0 0,0-1-1 0 0,0-1 0 0 0,5-3 1 0 0,2-6-1656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1375 0 0,'26'-16'16247'0'0,"-22"32"-13138"0"0,-3-9-3471 0 0,0 12 808 0 0,0 0 1 0 0,-1 0-1 0 0,-3 26 1 0 0,0-6-155 0 0,-10 116 150 0 0,0-7-335 0 0,13-142-110 0 0,-1 17 26 0 0,2 29 0 0 0,-1-45-23 0 0,1 0-1 0 0,1 0 0 0 0,-1 0 0 0 0,1 0 1 0 0,0 0-1 0 0,0 0 0 0 0,1-1 0 0 0,5 9 0 0 0,-7-13-196 0 0,6-1-3519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9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12583 0 0,'0'0'2250'0'0,"2"0"-1256"0"0,139-27 4418 0 0,43-6-8396 0 0,-168 31-3688 0 0</inkml:trace>
  <inkml:trace contextRef="#ctx0" brushRef="#br0" timeOffset="1">440 87 1839 0 0,'0'0'160'0'0,"2"10"-160"0"0,-2 0 0 0 0,1 1 0 0 0,1 1 2784 0 0,0-1 528 0 0,-1 1 104 0 0,1-1 16 0 0,-2 1-2352 0 0,2-1-472 0 0,-1-1-96 0 0,3 0-24 0 0,1 0-1312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7:59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3679 0 0,'0'0'13224'0'0,"3"10"-12272"0"0,2 3-496 0 0,-2 0-96 0 0,0 2-5288 0 0,1-1-1064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8:0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1839 0 0,'0'0'83'0'0,"1"-1"-6"0"0,8-19 14301 0 0,-8 21-13597 0 0,2 1-656 0 0,-1 1 1 0 0,0-1-1 0 0,0 1 0 0 0,-1-1 1 0 0,1 1-1 0 0,0-1 0 0 0,-1 1 1 0 0,0 0-1 0 0,1 0 0 0 0,-1 0 1 0 0,0 0-1 0 0,1 6 0 0 0,5 44 169 0 0,-4-25-152 0 0,0-6-33 0 0,-3-12 1 0 0,2 0 0 0 0,-1 0 0 0 0,1-1 1 0 0,1 1-1 0 0,0-1 0 0 0,7 16 0 0 0,-10-23 180 0 0,9-1 423 0 0,-8-1-634 0 0,1-1 0 0 0,0 1 0 0 0,-1-1 0 0 0,1 1 0 0 0,0-1 0 0 0,-1 0 0 0 0,1 0 0 0 0,0 1 0 0 0,-1-1 0 0 0,1 0 0 0 0,-1-1 0 0 0,0 1 0 0 0,1 0 0 0 0,-1 0 0 0 0,0 0 0 0 0,0-1 0 0 0,0 1 0 0 0,0-1 0 0 0,1-1 0 0 0,2-3 139 0 0,0 0 1 0 0,-1 0-1 0 0,4-11 0 0 0,42-159 1074 0 0,-19 58-2537 0 0,-28 111 674 0 0,1 1 0 0 0,-1 0 0 0 0,5-8 0 0 0,0 2-1464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1T05:48:0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26 318 12031 0 0,'0'0'3342'0'0,"2"-1"-2218"0"0,8-6-721 0 0,0-1 0 0 0,0 0 0 0 0,-1 0 0 0 0,0 0 0 0 0,-1-1 0 0 0,1-1 0 0 0,-2 1 0 0 0,0-1 0 0 0,0-1 0 0 0,0 1 0 0 0,-2-1 1 0 0,1 0-1 0 0,-1-1 0 0 0,-1 1 0 0 0,6-21 0 0 0,-9 24-217 0 0,-1-1 0 0 0,1 1 0 0 0,-1-1 0 0 0,-1 1 0 0 0,0-1 0 0 0,0 1 0 0 0,0 0 0 0 0,-6-15 1 0 0,6 19-134 0 0,0 0 1 0 0,-1 1-1 0 0,0-1 1 0 0,0 1-1 0 0,0 0 1 0 0,0 0 0 0 0,0 0-1 0 0,-1 0 1 0 0,-4-5-1 0 0,6 7-32 0 0,-1-1 0 0 0,0 1 0 0 0,0 0 0 0 0,-1-1 0 0 0,1 1 0 0 0,0 0 0 0 0,0 0 0 0 0,0 1 0 0 0,-1-1 0 0 0,1 0 0 0 0,0 1 0 0 0,-1-1 0 0 0,1 1 0 0 0,-1 0 0 0 0,1 0 0 0 0,-4 0-1 0 0,3 1-17 0 0,-1-1-1 0 0,1 1 0 0 0,0 0 1 0 0,0 0-1 0 0,0 0 0 0 0,0 0 1 0 0,0 0-1 0 0,0 1 0 0 0,0-1 1 0 0,0 1-1 0 0,1 0 0 0 0,-1 0 1 0 0,1 0-1 0 0,-1 0 0 0 0,1 0 1 0 0,0 1-1 0 0,-1-1 0 0 0,1 1 1 0 0,1 0-1 0 0,-1-1 0 0 0,0 1 1 0 0,1 0-1 0 0,-1 0 0 0 0,-1 4 1 0 0,1 0 0 0 0,-1 1 1 0 0,1-1 0 0 0,0 1-1 0 0,1 0 1 0 0,0 0 0 0 0,0 0-1 0 0,1 0 1 0 0,0-1-1 0 0,0 9 1 0 0,2 1-4 0 0,1 1 0 0 0,1-2 0 0 0,0 1 0 0 0,1 0 0 0 0,8 19 0 0 0,-10-29 0 0 0,1 0 0 0 0,0-1 0 0 0,0 1 0 0 0,0-1 0 0 0,1 0 0 0 0,6 7 0 0 0,-8-10 0 0 0,1 0 0 0 0,0 0 0 0 0,-1-1 0 0 0,1 1 0 0 0,0-1 0 0 0,0 1 0 0 0,0-1 0 0 0,0 0 0 0 0,1-1 0 0 0,-1 1 0 0 0,6 0 0 0 0,-4-1-50 0 0,0 0 0 0 0,0-1 0 0 0,0 0 0 0 0,0 0 0 0 0,0-1-1 0 0,0 0 1 0 0,-1 0 0 0 0,1 0 0 0 0,0-1 0 0 0,0 1 0 0 0,-1-1 0 0 0,1-1 0 0 0,-1 1 0 0 0,0-1-1 0 0,1 0 1 0 0,-1 0 0 0 0,6-6 0 0 0,3-2-240 0 0,0-1 0 0 0,-2 0 0 0 0,1-1 0 0 0,16-23 0 0 0,-23 26-1192 0 0,-4 0-316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3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24 5063 0 0,'0'0'390'0'0,"-10"-12"943"0"0,0 1 6009 0 0,10 23-2875 0 0,2 3-5155 0 0,28 371 2748 0 0,-29-374-2041 0 0,11 91 79 0 0,-9-83-142 0 0,1 1 0 0 0,2-2 0 0 0,7 21 1 0 0,-12-37-168 0 0,1 0 0 0 0,-1 0 0 0 0,1 0 0 0 0,0 0 1 0 0,0 0-1 0 0,0-1 0 0 0,0 1 0 0 0,1-1 1 0 0,-1 1-1 0 0,1-1 0 0 0,-1 0 0 0 0,5 3 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33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29 174 13647 0 0,'-5'9'94'0'0,"1"0"1"0"0,0-1-1 0 0,1 2 0 0 0,0-1 0 0 0,0 0 0 0 0,1 0 0 0 0,0 1 1 0 0,1 0-1 0 0,0-1 0 0 0,0 1 0 0 0,1 0 0 0 0,1-1 0 0 0,-1 1 1 0 0,1-1-1 0 0,4 13 0 0 0,-5-21-85 0 0,1 0 0 0 0,-1 0 0 0 0,1 0 0 0 0,-1 0 1 0 0,1 0-1 0 0,0 0 0 0 0,-1 0 0 0 0,1 0 0 0 0,0 0 0 0 0,-1-1 0 0 0,1 1 1 0 0,0 0-1 0 0,0-1 0 0 0,0 1 0 0 0,0-1 0 0 0,0 1 0 0 0,0-1 0 0 0,0 1 1 0 0,0-1-1 0 0,0 1 0 0 0,0-1 0 0 0,0 0 0 0 0,0 0 0 0 0,0 0 0 0 0,0 1 1 0 0,0-1-1 0 0,0 0 0 0 0,0 0 0 0 0,1 0 0 0 0,-1-1 0 0 0,0 1 0 0 0,0 0 1 0 0,0 0-1 0 0,0-1 0 0 0,0 1 0 0 0,0 0 0 0 0,0-1 0 0 0,0 1 0 0 0,0-1 0 0 0,1 0 1 0 0,4-4 56 0 0,0 1 1 0 0,0-1 0 0 0,-1-1 0 0 0,0 1 0 0 0,0-1 0 0 0,0 1 0 0 0,-1-1 0 0 0,0-1 0 0 0,6-11-1 0 0,3-7 160 0 0,9-32 0 0 0,-21 55-220 0 0,5-14 134 0 0,-1 0-1 0 0,0 0 0 0 0,-1 0 1 0 0,2-26-1 0 0,-6 37-92 0 0,1 1 0 0 0,-2-1 0 0 0,1 0 0 0 0,0 0 0 0 0,-1 1-1 0 0,0-1 1 0 0,0 0 0 0 0,0 1 0 0 0,-3-6 0 0 0,3 8-28 0 0,-1-1-1 0 0,1 1 1 0 0,-1-1 0 0 0,0 1 0 0 0,1-1-1 0 0,-1 1 1 0 0,0 0 0 0 0,-1 0-1 0 0,1 0 1 0 0,0 0 0 0 0,-1 0 0 0 0,1 0-1 0 0,-1 1 1 0 0,1-1 0 0 0,-6-1 0 0 0,6 2-103 0 0,0 0-1 0 0,0 1 1 0 0,0-1 0 0 0,0 1 0 0 0,0 0 0 0 0,0 0 0 0 0,0-1 0 0 0,0 1 0 0 0,0 1 0 0 0,0-1 0 0 0,0 0 0 0 0,0 0 0 0 0,0 1 0 0 0,0-1 0 0 0,0 1 0 0 0,0-1 0 0 0,0 1 0 0 0,0 0 0 0 0,0 0 0 0 0,0 0 0 0 0,1 0-1 0 0,-1 0 1 0 0,0 1 0 0 0,1-1 0 0 0,-1 0 0 0 0,-1 2 0 0 0,-1 4-928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3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93 6879 0 0,'0'0'315'0'0,"0"-2"-7"0"0,7-77 6109 0 0,-12 75-5463 0 0,5 3-916 0 0,-1 1 0 0 0,1-1-1 0 0,0 1 1 0 0,-1 0-1 0 0,1-1 1 0 0,0 1 0 0 0,-1-1-1 0 0,1 1 1 0 0,0 0-1 0 0,-1-1 1 0 0,1 1-1 0 0,-1 0 1 0 0,1-1 0 0 0,-1 1-1 0 0,1 0 1 0 0,0 0-1 0 0,-1-1 1 0 0,1 1 0 0 0,-1 0-1 0 0,1 0 1 0 0,-1 0-1 0 0,-1 0 1 0 0,-1 0 20 0 0,0 1 0 0 0,0-1 0 0 0,0 1 0 0 0,0 0 0 0 0,0 0 0 0 0,0 0 0 0 0,0 1 0 0 0,0-1 0 0 0,0 1 0 0 0,0 0 0 0 0,1-1-1 0 0,-1 1 1 0 0,1 0 0 0 0,-1 1 0 0 0,1-1 0 0 0,0 0 0 0 0,0 1 0 0 0,0-1 0 0 0,0 1 0 0 0,0 0 0 0 0,-1 2 0 0 0,-5 9-26 0 0,1-1-1 0 0,1 1 1 0 0,-6 17-1 0 0,9-23-24 0 0,0 1 0 0 0,1-1 0 0 0,0 1 0 0 0,0 0 0 0 0,1 0 0 0 0,0 0 0 0 0,0 0 0 0 0,1 0 0 0 0,0 0 0 0 0,1 0 0 0 0,1 9 0 0 0,4-2 5 0 0,-2-14 13 0 0,-2-1-8 0 0,0 1-6 0 0,0 1-10 0 0,12 3-3 0 0,1-1-10 0 0,-12-5 4 0 0,1 1-1 0 0,-1 0 1 0 0,0 0 0 0 0,0 1-1 0 0,1-1 1 0 0,-1 0 0 0 0,0 1-1 0 0,-1 0 1 0 0,1 0-1 0 0,0 0 1 0 0,0 0 0 0 0,-1 0-1 0 0,1 0 1 0 0,-1 1 0 0 0,0-1-1 0 0,0 1 1 0 0,4 5 0 0 0,2 8-92 0 0,0 1 0 0 0,-1 1 0 0 0,0-1 1 0 0,-2 1-1 0 0,0 0 0 0 0,-1 0 0 0 0,3 36 1 0 0,-6-27-83 0 0,-1 0 0 0 0,-1-1 0 0 0,-1 1 0 0 0,-12 51 0 0 0,9-60 271 0 0,0 1 1 0 0,-2-1 0 0 0,-17 34 0 0 0,18-40 56 0 0,-1-1-1 0 0,0 0 1 0 0,-1 0 0 0 0,0 0-1 0 0,-1-1 1 0 0,-16 14-1 0 0,24-22-111 0 0,-1-1 1 0 0,0 1-1 0 0,0-1 0 0 0,0 0 0 0 0,0 1 1 0 0,0-1-1 0 0,0 0 0 0 0,0 0 0 0 0,0-1 1 0 0,0 1-1 0 0,0 0 0 0 0,0-1 0 0 0,-1 1 0 0 0,1-1 1 0 0,0 0-1 0 0,0 1 0 0 0,-1-1 0 0 0,1 0 1 0 0,0 0-1 0 0,-1-1 0 0 0,1 1 0 0 0,0-1 0 0 0,-3 0 1 0 0,2 0 8 0 0,0-1 0 0 0,0 0 0 0 0,0 0 0 0 0,0 0 0 0 0,0 0 0 0 0,0 0 0 0 0,1-1 1 0 0,-1 1-1 0 0,1-1 0 0 0,0 0 0 0 0,-1 1 0 0 0,1-1 0 0 0,0 0 0 0 0,-1-4 0 0 0,-3-5-87 0 0,1 1 0 0 0,0-1 0 0 0,1 0-1 0 0,1-1 1 0 0,0 1 0 0 0,-3-24 0 0 0,4-11-4772 0 0,5 12-835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3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5983 0 0,'0'0'274'0'0,"-9"-1"90"0"0,6 1-100 0 0,0 0 1 0 0,0 0-1 0 0,1 0 1 0 0,-1 1-1 0 0,0-1 1 0 0,0 1-1 0 0,0 0 1 0 0,0 0 0 0 0,0 0-1 0 0,1 0 1 0 0,-1 1-1 0 0,1-1 1 0 0,-1 1-1 0 0,1-1 1 0 0,-1 1-1 0 0,1 0 1 0 0,0 0-1 0 0,0 0 1 0 0,0 0-1 0 0,0 0 1 0 0,0 1-1 0 0,0-1 1 0 0,-1 4-1 0 0,-4 5 555 0 0,0 1 0 0 0,1 0 0 0 0,-8 22 0 0 0,7-11-560 0 0,0 1 1 0 0,1 1 0 0 0,2-1 0 0 0,1 1 0 0 0,-1 42 0 0 0,4-14-515 0 0,14 86 1 0 0,-5-82-3916 0 0,2-1-1468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35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7831 0 0,'0'0'7004'0'0,"0"2"-6598"0"0,2 16 89 0 0,0-1-1 0 0,2 0 1 0 0,0 1 0 0 0,0-1 0 0 0,11 25 0 0 0,7 25 192 0 0,-16-43-531 0 0,-1 1 0 0 0,-1 1 0 0 0,-1-1 0 0 0,-1 0 0 0 0,-1 1 1 0 0,-2-1-1 0 0,0 1 0 0 0,-2-1 0 0 0,0 1 0 0 0,-2-1 0 0 0,-1-1 1 0 0,-1 1-1 0 0,-1-1 0 0 0,-1 0 0 0 0,-17 32 0 0 0,-91 144 194 0 0,65-116-5899 0 0,48-78 4791 0 0,-18 29-5873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5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20 141 3223 0 0,'0'-2'143'0'0,"-1"-14"360"0"0,-1 0 0 0 0,-5-20-1 0 0,-1-20 4593 0 0,7 42-3508 0 0,2 20 558 0 0,2 25-791 0 0,7 173-226 0 0,8 85-1150 0 0,-16-269-69 0 0,9 72-110 0 0,-8-76-117 0 0,0 1 1 0 0,2-1-1 0 0,7 20 0 0 0,-12-34-32 0 0,1 0-1 0 0,0-1 1 0 0,0 1 0 0 0,-1-1 0 0 0,1 1-1 0 0,0-1 1 0 0,0 1 0 0 0,0-1 0 0 0,1 0-1 0 0,-1 1 1 0 0,0-1 0 0 0,3 2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5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3 255 8375 0 0,'-2'9'111'0'0,"2"0"0"0"0,-1-1 0 0 0,1 1-1 0 0,1 0 1 0 0,-1 0 0 0 0,1-1 0 0 0,1 1 0 0 0,0-1-1 0 0,0 1 1 0 0,0-1 0 0 0,1 1 0 0 0,5 9-1 0 0,-7-17-90 0 0,0-1-1 0 0,-1 1 1 0 0,1 0-1 0 0,0 0 1 0 0,0-1 0 0 0,0 1-1 0 0,-1 0 1 0 0,1-1-1 0 0,0 1 1 0 0,0-1-1 0 0,0 1 1 0 0,0-1-1 0 0,0 1 1 0 0,0-1-1 0 0,0 0 1 0 0,0 1-1 0 0,0-1 1 0 0,2 0-1 0 0,17 0 122 0 0,-17-1-128 0 0,0 0-1 0 0,0 0 0 0 0,0 0 1 0 0,-1 0-1 0 0,1-1 0 0 0,0 0 1 0 0,-1 1-1 0 0,1-1 0 0 0,-1 0 1 0 0,0 0-1 0 0,0 0 0 0 0,4-5 1 0 0,22-32 71 0 0,-26 35-70 0 0,6-9 35 0 0,0 0-1 0 0,-1 0 1 0 0,-1-1-1 0 0,0 1 1 0 0,5-21-1 0 0,-9 26 37 0 0,-1 1-1 0 0,1-1 0 0 0,-2 1 1 0 0,1-1-1 0 0,-1 1 0 0 0,0-1 1 0 0,0 0-1 0 0,-1 1 1 0 0,0-1-1 0 0,-1 0 0 0 0,1 1 1 0 0,-5-10-1 0 0,0 2 20 0 0,0 1 0 0 0,-10-16 1 0 0,12 25-116 0 0,1 0 0 0 0,-1 0 0 0 0,1 0 0 0 0,-1 1 0 0 0,0-1-1 0 0,-1 1 1 0 0,1 0 0 0 0,-9-5 0 0 0,12 8-38 0 0,0 0 0 0 0,0 1-1 0 0,0-1 1 0 0,0 1-1 0 0,0-1 1 0 0,0 1 0 0 0,-1 0-1 0 0,1-1 1 0 0,0 1-1 0 0,0 0 1 0 0,0 0 0 0 0,-1 0-1 0 0,1 0 1 0 0,0 0-1 0 0,0 0 1 0 0,-1 0 0 0 0,1 0-1 0 0,0 0 1 0 0,0 0 0 0 0,0 1-1 0 0,-1-1 1 0 0,1 1-1 0 0,-1 0 1 0 0,-12 9-698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5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26 6911 0 0,'-5'-5'623'0'0,"1"2"-520"0"0,0 1-1 0 0,0 0 1 0 0,1 0 0 0 0,-1 0 0 0 0,0 0-1 0 0,-1 0 1 0 0,1 1 0 0 0,0 0 0 0 0,0 0-1 0 0,-1 0 1 0 0,1 0 0 0 0,0 1-1 0 0,-1 0 1 0 0,1 0 0 0 0,-1 0 0 0 0,1 0-1 0 0,-8 2 1 0 0,2 0 269 0 0,0 0 0 0 0,-1 1 0 0 0,1 0-1 0 0,0 0 1 0 0,1 1 0 0 0,-14 8 0 0 0,11-5-204 0 0,0 1 1 0 0,1 1 0 0 0,0 0-1 0 0,0 0 1 0 0,1 1-1 0 0,-11 13 1 0 0,16-17-16 0 0,0 0 0 0 0,0 1 1 0 0,1-1-1 0 0,0 1 0 0 0,0 0 1 0 0,1 1-1 0 0,0-1 0 0 0,0 1 1 0 0,0-1-1 0 0,1 1 1 0 0,1 0-1 0 0,-2 12 0 0 0,3-15-83 0 0,0 0 0 0 0,1 0-1 0 0,-1 0 1 0 0,1 0 0 0 0,1 0-1 0 0,-1 0 1 0 0,1 0 0 0 0,-1 0-1 0 0,2 0 1 0 0,-1 0 0 0 0,0-1 0 0 0,1 1-1 0 0,0-1 1 0 0,4 6 0 0 0,7 5 7 0 0,-1-1 0 0 0,24 19 1 0 0,-7-6-36 0 0,-13-11-156 0 0,0 1-1 0 0,-2 1 1 0 0,0 0 0 0 0,15 25-1 0 0,-26-37 63 0 0,0 0-1 0 0,-1 1 1 0 0,0-1 0 0 0,0 1-1 0 0,-1 0 1 0 0,0 0-1 0 0,0 0 1 0 0,0 0 0 0 0,-1 0-1 0 0,0 0 1 0 0,0 0-1 0 0,-1 0 1 0 0,0 1-1 0 0,0-1 1 0 0,-1 0 0 0 0,0 0-1 0 0,0 0 1 0 0,-3 9-1 0 0,1-7 70 0 0,0 0 1 0 0,-1 0-1 0 0,0-1 0 0 0,0 0 0 0 0,-1 1 0 0 0,0-2 0 0 0,-1 1 0 0 0,0-1 0 0 0,0 0 1 0 0,-1 0-1 0 0,1 0 0 0 0,-1-1 0 0 0,-1 0 0 0 0,1-1 0 0 0,-1 1 0 0 0,0-1 0 0 0,0-1 1 0 0,-1 0-1 0 0,1 0 0 0 0,-1 0 0 0 0,0-1 0 0 0,0-1 0 0 0,0 1 0 0 0,0-2 0 0 0,-17 2 1 0 0,11-1 183 0 0,1-1 0 0 0,0-1 1 0 0,0 0-1 0 0,0-1 0 0 0,-1 0 1 0 0,1-2-1 0 0,-16-3 0 0 0,28 5 151 0 0,3-11 179 0 0,0 10-504 0 0,0-1 1 0 0,1 1-1 0 0,-1-1 0 0 0,1 1 1 0 0,-1 0-1 0 0,1 0 0 0 0,0-1 1 0 0,0 1-1 0 0,0 0 0 0 0,0 1 1 0 0,4-4-1 0 0,29-16 94 0 0,-24 15-125 0 0,48-32-708 0 0,-22 10-3672 0 0,-4 1-1288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5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1375 0 0,'-2'1'107'0'0,"-8"5"2541"0"0,-22 9 0 0 0,24-12-1822 0 0,1 1 1 0 0,-1-1 0 0 0,1 1-1 0 0,0 1 1 0 0,0-1 0 0 0,0 1 0 0 0,-8 8-1 0 0,7-3-531 0 0,0 0-1 0 0,0 0 1 0 0,1 1-1 0 0,1 0 0 0 0,0 1 1 0 0,0-1-1 0 0,1 1 1 0 0,1 0-1 0 0,0 0 1 0 0,0 1-1 0 0,-1 17 0 0 0,0 2-26 0 0,2 1 0 0 0,2 0 0 0 0,3 42-1 0 0,3-19-198 0 0,3-1-1 0 0,2 1 0 0 0,2-2 1 0 0,3 1-1 0 0,3-2 1 0 0,30 67-1 0 0,-8-42-1316 0 0,3-9-4939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16T01:53:5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3223 0 0,'2'-1'368'0'0,"3"-2"-76"0"0,0 1 0 0 0,0 0 0 0 0,0 1-1 0 0,0-1 1 0 0,0 1 0 0 0,0 0-1 0 0,0 1 1 0 0,1-1 0 0 0,-1 1-1 0 0,0 0 1 0 0,1 0 0 0 0,-1 0 0 0 0,0 1-1 0 0,0 0 1 0 0,1 0 0 0 0,-1 0-1 0 0,0 1 1 0 0,0 0 0 0 0,9 4-1 0 0,1 2 3 0 0,-1 0 0 0 0,1 1-1 0 0,-1 0 1 0 0,-1 1 0 0 0,14 13-1 0 0,-16-13-205 0 0,-2 0 0 0 0,0 0-1 0 0,0 1 1 0 0,0 0 0 0 0,-2 0 0 0 0,1 1-1 0 0,-1 0 1 0 0,-1 0 0 0 0,0 1 0 0 0,-1 0-1 0 0,6 22 1 0 0,-7-18-30 0 0,-2-1-1 0 0,0 1 1 0 0,0 0 0 0 0,-1 0-1 0 0,-2 0 1 0 0,1-1 0 0 0,-2 1-1 0 0,0 0 1 0 0,-7 22 0 0 0,-4 7 232 0 0,-2 0 0 0 0,-24 47 1 0 0,-50 83-4010 0 0,49-104-563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1-21T06:01:43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9878 7599 5519 0,'0'0'496'0,"0"0"-496"0,0 0 0 15,0 0 0-15,0 0 2400 0,0 0 384 0,0 0 80 0,0 0 16 0,0 0-880 0,0 0-160 16,0 0-48-16,0 0 0 0,0 0-224 0,0 0-48 0,0 0-16 0,0 0 0 0,0 0-432 16,0 0-96-16,0 0-16 0,0 0 0 0,0 0-192 0,0 0-64 15,0 0 0-15,0 0 0 0,0 0-240 0,2 2-48 16,5 2-16-16,3-3 0 0,1-1-80 0,1-1-32 16,-2 0 0-16,1-3 0 0,-1 3-80 0,1-1-16 0,-1 2 0 0,-2 0 0 15,-2 0-192-15,-6 0 144 16,0 0-144-16,0 0 128 0,6 7-128 0,-6-7 0 15,2 6 144-15,0 1-144 0,-4 2 0 0,0 1 128 16,-2 2-128-16,-1 0 0 0,-2 1 0 0,1 4 128 0,-2-1-128 0,0 2 0 16,1-1 0-16,1 1 0 0,-1 0 0 0,2 1 128 15,1-3-128-15,2 1 0 0,0-4 0 0,2 0 0 0,0-1 0 16,2 0 0-16,0-6 0 0,2 1 0 0,-4-7 0 16,5 4 0-16,2-1 0 0,-1-3 128 0,1-2-128 0,2 0 0 15,-1-2 128-15,0 0-128 0,-1-1 0 0,1-2-192 16,-1-2 32-16,-1 0 0 15,0-2-2720-15,-1 1-528 0</inkml:trace>
  <inkml:trace contextRef="#ctx0" brushRef="#br0" timeOffset="220.7">10116 7382 14735 0,'0'0'1312'0,"0"0"-1056"0,0 0-256 0,0 0 0 0,0 0 3696 0,0 0 672 0,-4 5 144 16,0 3 32-16,2 1-2080 0,0 2-416 0,-1-1-64 0,1 1-32 0,-1-1-656 0,2-1-128 16,-1 0-16-16,2-1-16 0,0-8-816 0,0 0-176 31,0 0-16-31,0 0-128 0,0 0-1328 0,0 0-368 16,7 3-80-16</inkml:trace>
  <inkml:trace contextRef="#ctx0" brushRef="#br0" timeOffset="-50758.66">17286 15078 1839 0,'0'0'0'0,"-12"-5"160"0,10 7-160 0,-11-9 0 15,-2 1 0-15,1 0 0 0,0-2 3968 0,-1 2 768 0,1-5 160 0,0 3 32 16,-3 3-2976-16,0-1-592 0,-3-1-112 0,-1 3-32 16,-4 2-368-16,1 0-80 0,-4 1 0 0,-2 4-16 0,0-1-320 0,2 2-64 0,-2 0-16 15,-3 2 0-15,-1 4 96 0,-1 0 0 0,0 0 16 0,2 2 0 16,2 0-192-16,-2 0-32 0,1-1-16 0,-5 1 0 15,-2-3-80-15,-3 2-16 0,-1 2 0 0,2 1 0 16,0 6-128-16,2-1 0 0,-1 5 144 0,2-1-144 16,1-1 0-16,2 7 0 0,3 2 0 0,0 3 128 15,2-3-128-15,-1 2 176 0,-3 0-176 0,-1-1 192 16,0-4 0-16,0 2 16 0,1 0 0 0,2 0 0 16,5-2 112-16,2 2 0 0,6 0 16 0,2 3 0 15,1-3-32-15,3 1-16 0,1-2 0 0,3 1 0 16,3 2-112-16,2 1-32 0,2-2 0 0,2 1 0 0,2-1 0 0,2-3 0 15,2 0 0-15,2 1 0 0,1 4 128 0,3-3 32 16,0 2 0-16,-1-1 0 0,-2-1-64 0,3 1-16 16,3 4 0-16,0-2 0 0,2 1-96 0,0 0-128 15,1 1 176-15,2-1-176 0,-1-1 128 0,1-2-128 32,1-2 0-32,0-2 0 0,1 2 128 0,1-2-128 0,-1-4 0 0,3 2 0 15,-1-1 0-15,2 0 0 0,1 1 0 0,4 0 0 16,2 0 0-16,1-2 0 0,0-2 0 0,2 1 0 15,3 0 128-15,2 1-128 0,-1-1 0 0,1-1 0 16,-2-2 0-16,-1-2 0 0,-4-1-160 0,-1 1 160 16,3-4-128-16,1 0 128 0,3-2 0 0,0 1 0 15,3-1 0-15,3 2 0 0,2-3 0 0,-1 3 0 16,-2 3 0-16,1 2 0 0,-4 0 0 0,-1-1 0 16,1-2 0-16,3 0 0 0,0-2 0 0,5-2 0 15,1 2-144-15,2-4 144 0,2 0 0 0,-2 0 0 0,-3-2 0 0,-3 2 0 16,-3-1 0-16,2-1 0 0,1 0 0 0,1-2 0 15,1 0 0-15,4 1 0 0,0-1-128 0,-1-3 128 16,-2 2 0-16,-3-4 0 0,-4 0 0 0,0-2 0 16,-4-1 0-16,1 2 0 0,2-6 0 0,0-2 0 15,-1-1 0-15,1-1 0 0,-2 0 0 0,1 0 0 0,1 2 0 16,-3 0 0-16,-4 0 0 0,-1 1 0 0,-2 1 0 16,0 1 0-16,-4-1 0 0,2 0 0 15,2-1 0-15,0-5 0 0,0-2 128 0,0 2-128 0,2-2 0 16,0-1 144-16,2 2 64 0,1-2 16 0,-1-2 0 0,0-2 0 15,-2-3-48-15,-1-1-16 0,-3 0 0 0,-4-5 0 16,-2-4-160-16,-2 1 160 0,-1-2-160 0,1-1 160 16,-1-2 32-16,-1 3 0 15,-1 2 0-15,1-2 0 0,-1-2 288 0,1 4 64 16,-1 1 16-16,1-2 0 0,-1-2-96 0,-2-2-16 16,-2-1 0-16,-1-1 0 0,-2-1-48 0,0-2-16 15,-2 2 0-15,-1-2 0 0,-2 0-144 0,-3 3-48 0,-3 0 0 0,-1 1 0 0,-3 2 112 0,-1-3 16 16,-2-4 0-16,-1-2 0 0,-1-4-128 0,1 1-32 15,-1 3 0-15,0 2 0 0,1 3-32 0,-2 2-128 16,-5 2 192-16,-2 4-64 16,-1 4 0-16,-1 3-128 0,-1 1 192 0,-1 2-64 15,0 0-128-15,1 1 0 0,-1 2 144 0,1-1-144 16,-1-1 0-16,2 0 0 0,-2-1 0 0,2-1 128 16,-1-2-128-16,-2 0 0 0,-3-1 0 0,0 0 0 0,-3-3 0 0,0 3 128 15,-2 0-128-15,1 1 0 16,-2 3 0-16,0 3 0 0,0-1 0 0,0 3 128 15,-2 3-128-15,0 2 0 0,-1 2 0 0,-1 1 0 0,1-2 0 0,-1 2 0 16,-2-1 0-16,0 0 0 0,-5 3 0 0,-2-5 0 16,-3 4 0-16,-1-1 0 0,1 1 0 0,-1 2 0 15,-3-1 0-15,4 1 0 0,1-4 0 0,1 3 0 16,0 0 0-16,-3-2 0 0,-4 2 0 0,0 5 0 16,0 1 0-16,-1 2 0 0,-3 4 0 0,3 2 0 0,3 3 0 15,2 2 0-15,4-1 0 0,-4 2-128 0,-4 1 128 16,-3 0 0-16,-3 2 0 0,0-1 0 0,3-1 0 0,-1 3 0 15,2 0 0-15,2 2-160 0,3-2 160 0,0-2 0 16,-2 0-144-16,-3-2 144 0,-2 1 0 0,3 2-144 16,3-3 144-16,3 0 0 0,0-4 0 0,4-1 0 15,3-4 0-15,3-1-128 0,2-1 128 0,0-2-128 16,0-2-224-16,1 1-32 0,-1-4-16 0,6 1 0 31,2-2-1344-31,5 0-272 0,3 2-48 0,4 0-16 16</inkml:trace>
  <inkml:trace contextRef="#ctx0" brushRef="#br0" timeOffset="-46891.6">17642 15086 5519 0,'0'0'240'0,"0"0"64"0,0 0-304 16,0 0 0-16,0 0 0 0,-4 5 0 0,-4-1 2848 0,8-4 512 0,0 0 96 0,0 0 32 0,0 0-2656 0,-9 3-544 16,9-3-96-16,-8 1-32 15,8-1 0-15,0 0 0 0,0 0 0 0,0 0 0 0,0 0 400 0,-9-1 80 16,9 1 0-16,0 0 16 0,-5-9 192 0,1 1 48 16,0 0 0-16,0 0 0 0,0-1-128 0,4 9-32 15,-5-11 0-15,0 2 0 0,-2-1-240 0,1-1-48 16,-3 1-16-16,0-3 0 0,-1 3-80 0,-1-3-16 15,-2-4 0-15,0 0 0 0,-3 0 0 0,-2-2 0 16,-1 0 0-16,2-2 0 0,1 0-48 0,-1-1-16 0,-3-1 0 16,0-4 0-16,1 0 0 0,1-2 0 15,-1 1 0-15,0-1 0 0,-2-1 112 0,0 0 0 0,-1-2 16 16,0-4 0-16,2-3-80 0,-2-4-32 0,-1-4 0 31,-1-2 0-31,1-2-288 0,-2 1 160 0,-4 1-160 0,2 2 128 16,-2 5-128-16,-2 4 128 0,2 3-128 0,-2 0 128 15,1 0 80-15,1-3 16 0,2-4 0 0,-2-1 0 16,1 0 48-16,0 0 16 0,2-1 0 0,0 1 0 0,0 1-96 0,0 3-32 16,-3 4 0-16,-2 0 0 15,-3 1 0-15,-1-3 0 0,-2-3 0 0,-2-2 0 16,3-4 16-16,-1 2 0 0,-1-2 0 16,2 2 0-16,3 0 16 0,3 3 0 0,-1 5 0 0,2 2 0 15,2 1 16-15,0 1 16 0,-2-2 0 0,1-3 0 0,1-2-16 0,-2-2 0 16,-1-3 0-16,-1 0 0 0,-1 0-208 0,3 1 128 15,0 1-128-15,0 3 0 0,-3 1 0 0,1 3 128 16,2 2-128-16,2 2 0 0,-3 0 0 0,1-4 0 16,2-3 0-16,2-1 0 0,0-2 0 0,0 3 0 15,-2 1 0-15,1-1 0 0,-2 1 0 0,1 2 128 0,0 1-128 16,-3 4 0-16,1 2 128 0,2 0-128 0,0 2 0 0,3 0 144 16,-1-1-144-16,1 1 128 15,4-4-128-15,0 0 128 0,1-3-128 0,0 2 160 0,1-1-160 0,2 1 160 0,2 0-160 16,1 1 160-16,1 0-160 0,1 3 160 0,-1-2-160 0,0 4 128 15,0 2-128-15,-1 0 128 0,0 3-128 0,0 0 0 16,0 0 0-16,0 0 0 0,-1 0 0 0,1 1 0 16,0-4 128-16,0 1-128 0,-2-1 0 0,2 1 0 15,0-2 0-15,0 2 0 0,1-2 0 0,1 0 0 16,-2 0 0-16,0 2 0 0,0 0 0 0,1 0 0 0,0 2 0 0,2 1 0 16,1 0 0-16,0 2 0 15,-5 0 0-15,3 2 0 0,-1 0 0 0,2 1 0 0,0 1 128 0,3 1-128 16,-3 2 0-16,3 1 0 0,0-2 0 0,1 2 0 15,-2 0 0-15,1 1 0 0,2-2 0 0,1 1 0 16,-1 0 0-16,1 1 0 0,0-4 0 0,0 2 0 31,0-1 0-31,2 1 0 16,-1-2 0-16,2 2 0 0,-2-2 0 0,1 0 0 0,-1 2 0 16,0-1 0-16,1 2 0 0,-1 0 0 0,-1 0 0 0,2 1 0 0,2 8 0 0,-4-8 0 15,4 8 0-15,-4-9 0 0,0 3 0 0,4 6 0 16,0 0 0-16,0 0 0 0,0 0 0 0,0 0 0 15,0 0 0-15,0 0 0 0,-7-7 0 16,7 7 0-16,0 0 0 0,0 0 0 0,0 0 0 0,0 0 0 16,0 0 0-16,0 0 0 0,0 0 0 15,0 0 0-15,0 0 0 0,0 0 0 0,0 0 0 0,0 0 0 16,0 0 0-16,0 0 0 0,0 0 0 0,0 0 0 16,0 0 0-16,0 0 0 0,0 0 0 0,0 0 0 0,0 0 0 0,0 0 0 0,0 0 0 15,0 0 0-15,0 0 0 0,0 0 0 0,0 0 0 0,0 0 0 16,0 0 0-16,0 0 128 0,0 0-128 0,0 0 0 15,0 0 0-15,0 0-176 0,0 0 176 0,0 0 0 16,-6-4 0-16,6 4 0 0,0 0 0 0,0 0 0 16,0 0 0-16,0 0 0 0,-9-4 0 0,9 4 0 15,0 0 0-15,0 0 0 0,-9-1 0 0,9 1 0 16,0 0 0-16,-12-1 0 0,12 1 0 16,0 0 0-16,-14 1 0 0,14-1 128 0,-12 3-128 0,12-3 0 0,-12 1 128 0,12-1-128 15,-12 3 128-15,12-3-128 0,-13 2 128 0,2 1-128 16,0-3 144-16,1 1-144 0,-1 0 192 0,11-1-192 31,-11 2 160-31,1 0-160 0,0-2 128 0,0 3-128 16,-1-2 0-16,1 2 128 0,-1-6-128 0,1 6 0 15,-1-3 0-15,2 2 0 0,0 0 128 0,0 0-128 16,1 1 0-16,-2-2 0 0,1-1 0 0,1 3 0 16,1-3 0-16,7 0 0 0,-9 0 0 15,1 0 128-15,8 0-128 0,-9 1 0 0,1-1 0 16,8 0 128-16,0 0-128 0,0 0 0 0,-10 1 0 0,1 2 128 0,0 0-128 0,0-3 0 0,-1 1 0 0,3 0 0 15,-2 2 0-15,9-3 0 0,-11 2 0 0,1 1 0 16,-2 0 0-16,2-1 128 0,10-2-128 0,-12 3 0 16,-1-2 0-16,1 2 128 0,2-2-128 0,-1 2 0 0,-1-1 128 0,2 1-128 15,0-2 0-15,-2 2 128 0,0-2-128 16,0 0 0 0,2 1 0-16,-3-2 128 0,0 0-128 0,-1 1 0 15,-6-1 0-15,2 1 0 0,-1 1 0 0,-1-1 128 16,-4-1-128-16,-1 1 0 0,-2 1 0 15,0 0 0-15,-5 1 128 0,5-3-128 0,0 1 0 0,-1 2 0 0,1-1 0 0,-1 1 0 16,1 1 0-16,1-3 0 0,1 2 0 0,2-1 0 16,-1 0 0-16,3-1 0 15,-1-1 128-15,0 0-128 0,-1 0 0 0,-1-1 0 0,-1-1 0 0,1 2 0 0,-2-2 128 0,-1 0-128 16,1 1 128-16,0 0-128 0,4-2 0 0,1 2 0 0,-1 0 128 0,3 1-128 16,-2-2 0-16,2 2 0 0,1-2 0 0,1 2 0 15,2-2 0-15,0 1 0 0,1 0 0 0,0 1 0 16,1 0 0-16,-1-3 0 31,4 2 0-31,-2 1 0 16,-1 0 0-16,2 0 0 0,-1 0 0 0,0 1 0 0,2-1 192 0,-1 3-64 0,1-3 0 15,-1 1 0-15,1 0-128 0,0 1 0 0,-1 0-160 0,1-2 160 0,-1 3 0 0,1 1 0 16,1-4 0-16,-2 2 0 16,1 2 0-16,-1-2 0 0,2 0 0 0,0 1 0 0,-1 1 0 15,2 0 0-15,0-2 0 0,8-2 0 0,-9 3 0 16,9-3 128-16,-9 4-128 0,9-4 0 0,-7 0 128 0,7 0-128 15,0 0 0-15,-6 0 0 0,6 0 128 0,0 0-128 16,0 0 0-16,0 0 0 0,-7-3 0 0,7 3 0 16,0 0 0-16,0 0 0 0,-4-8 144 0,4 8-144 15,-2-7 0-15,0 1 144 0,1 0-144 0,1 6 128 16,-4-7-128-16,2 1 128 0,-2-2-128 0,1 1 0 0,-1 0 144 0,2-1-144 16,-2-3 128-16,1 2-128 0,0-1 128 15,1-2-128-15,-1 2 0 0,2-2 128 0,0-2-128 16,-1-1 0-16,0 0 0 0,2-2 0 0,0-2 0 0,1 1 0 15,0-1 0-15,2-1 0 0,-2 0 0 0,2 2 0 16,-1-4 0-16,2 1 0 0,-1-1 0 0,0 2 0 16,0 2 0-16,0 1 0 0,0-1 0 0,-2 1 0 15,-1 1 0-15,-1 1 0 0,-1-1 0 16,1-1 0-16,0 2-144 0,-1 0 0 0,0 2 0 0,-1 1 0 0,-1 2-128 0,2 1-32 0,-1 1 0 0,3 8 0 31,0 0-352-31,0 0-80 0,0 0-16 0,0 0 0 31,0 0-1808-31,0 0-352 0,0 0-80 0,0 0-13632 0</inkml:trace>
  <inkml:trace contextRef="#ctx0" brushRef="#br0" timeOffset="-46518.52">12499 10153 17855 0,'0'0'784'0,"-9"2"176"0,9-2-768 0,-11 4-192 0,1 0 0 0,1 1 0 0,-2 2 1408 0,2 1 256 16,0 1 64-16,1 1 0 0,0 1-640 0,-1 2-112 16,-1 0-16-16,-1 0-16 0,2 0-480 0,-1 0-80 15,-1 0-32-15,1 1 0 0,2-1-224 0,-1 0-128 16,1-1 160-16,2 0-160 0,2-6 0 0,4-6 0 16,0 0 0-16,0 0-8576 15,0 0-1712-15</inkml:trace>
  <inkml:trace contextRef="#ctx0" brushRef="#br0" timeOffset="-46379.95">12670 10047 18431 0,'0'0'1632'0,"11"1"-1312"0,1 3-320 0,1 0 0 16,1 0 3040-16,3 3 544 0,3-4 96 0,-1 3 32 15,1-1-2304-15,3 0-464 0,1-2-96 0,2-1-16 16,1 0-1360-1,5-4-288-15,2-2-48 0</inkml:trace>
  <inkml:trace contextRef="#ctx0" brushRef="#br0" timeOffset="-44605.23">12250 10417 7023 0,'0'0'304'15,"0"0"80"-15,0 0-384 0,0 0 0 0,0 0 0 0,0 0 0 0,0 0 960 0,0 0 128 0,0 0 32 0,0 0 0 16,0 0-128-16,8-9-32 0,-8 9 0 0,1-8 0 15,-1 8-256-15,0 0-48 0,1-7-16 0,-1 7 0 16,4-8-48-16,-4 8-16 0,0 0 0 0,4-9 0 0,-1-1-80 16,-3 10-32-16,3-9 0 0,-3 9 0 15,4-9 0-15,0 0 0 0,-4 9 0 0,6-9 0 0,-1 1-16 0,-5 8 0 16,6-10 0-16,1 1 0 0,-2 1-32 0,2 0-16 16,-1 0 0-16,2-1 0 0,0-1-144 0,0-2-16 15,-1-1-16-15,4 0 0 0,0-3-80 16,1-1-16-16,-1 0 0 0,0 0 0 0,1 3-128 0,0 0 0 15,-2 1 0-15,-1-1 128 0,2 1-128 0,-1 2 0 16,-1 2 0-16,-2-1 0 0,-1 1 160 0,1 4-160 0,-1-1 192 0,-6 6-192 16,6-11 0-16,-6 11 0 0,0 0 0 15,0 0 0-15,8-6 0 0,-8 6 0 0,0 0 0 0,0 0 0 16,0 0 0-16,0 0 0 0,0 0 0 0,0 0 160 16,0 0-32-16,0 0-128 0,0 0 192 0,0 0-64 15,0 0-128-15,0 0 160 0,0 0-160 0,0 0 160 16,11-3-160-16,-11 3 128 0,0 0-128 0,0 0 128 15,13-3-128-15,-13 3 0 0,0 0 0 0,12-2 0 16,-12 2 128-16,0 0 32 0,0 0 16 0,0 0 0 16,10-1 128-16,-10 1 16 0,12 1 16 0,-12-1 0 15,13 2-80-15,0 2 0 0,-1 2-16 0,0-3 0 16,-1 1-64-16,2 2-16 0,2 0 0 0,-1-1 0 16,1-1 32-16,0 1 0 15,-1 1 0-15,2-1 0 16,0 0-64-16,-2 2-128 0,-1-3 192 0,0 1-64 0,-2 0-128 0,-2 0 0 0,-1 0 0 0,1 3 0 15,0-1 0-15,0 1 128 0,0-1-128 0,2 5-9584 16,-1-1-1968-16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1-21T06:57:24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29759 11992 13119 0,'0'0'576'0,"0"0"128"0,0 0-560 0,13-6-144 0,-13 6 0 0,0 0 0 0,0 0 528 0,0 0 80 15,0 0 16-15,0 0 0 0,0 0-320 0,0 0-64 16,0 0-16-16,0 0 0 0,0 0 96 0,2 13 32 15,0-2 0-15,-1 4 0 0,2 2 288 0,0 2 48 16,-1 2 16-16,0 1 0 0,0 3-112 0,-1 4-16 16,0 5 0-16,1 2 0 0,0 3-160 0,2 0-32 15,-3 2-16-15,-1-1 0 0,-1 6 32 0,0-1 16 16,1 5 0-16,2 3 0 0,1-2-144 0,1 0-16 0,0-1-16 0,1-2 0 16,2-4-48-16,-1-2-16 0,1-3 0 15,-1 1 0-15,3 1 112 0,-1 3 32 0,-1 4 0 16,0 2 0-16,1 2-128 0,1 0 0 0,0 3-16 15,3-7 0 1,-3-3-176-16,0-2 160 0,-1-2-160 0,1 0 160 0,-2-2-160 16,-1 1 0-16,2 5 144 0,-3-2-144 0,-1 0 416 15,-1 0 16-15,-2 0 0 0,2-4 0 0,-3 1-16 0,-1-2 0 16,-3-1 0-16,0 0 0 0,-1 1-96 0,-2 3-32 16,1 3 0-16,0 2 0 0,1 0-96 0,-1 3-32 15,-2-1 0-15,1-1 0 0,2-5-160 0,0-3 0 16,0-4 0-16,-1-4 128 0,1 2-128 0,-1-1 0 15,0 0 0-15,1-1 128 0,0-1-128 0,0 0 0 16,0-1 144-16,1 2-144 0,0 2 0 0,1-1 0 16,2 2 0-16,-2-1 128 0,2-2-128 0,1-1 0 0,0-4 128 0,0-1-128 15,0-3 128-15,1 0-128 0,2-1 160 16,1 1-160-16,0 3 144 0,-2-3-144 0,2-1 128 0,1 0-128 16,1 0 128-16,0-1-128 0,1 3 0 0,-2-4 128 15,-1 1-128-15,0-2 0 0,-2-2 144 0,1-1-144 16,-2-3 128-16,0-2-128 0,-1 2 160 0,0-4-160 15,0-8 192-15,0 0-64 0,0 0-128 16,0 0 192-16,0 0-192 0,0 0 0 0,0 0 0 0,-9-7 0 16,2-3-1856-1,-4-3-432-15</inkml:trace>
  <inkml:trace contextRef="#ctx0" brushRef="#br0" timeOffset="1477.16">28534 14511 6447 0,'0'0'576'0,"0"0"-576"0,0 0 0 0,7-7 0 15,-7 7 1424-15,8-9 176 0,0 0 48 0,-1 3 0 16,1-1-800-16,1 2-144 0,2-2-48 0,2 2 0 0,0 0-16 0,3 0-16 15,0-2 0-15,3 1 0 0,2-1 192 0,2 2 32 0,3 0 16 0,3 1 0 16,2-3-32-16,2 3-16 0,1 1 0 0,-2 1 0 16,1 1-480-16,1 1-80 0,-4 1-32 0,1 1 0 15,2 0-224-15,-1 1 0 0,2-2 128 0,3 3-128 16,3 0 0-16,3-2 0 0,3 4 0 0,1-1 0 16,-1-1 0-16,1 1 0 0,-4-1 0 0,-2 0 0 15,-2 0 0-15,0 0 0 0,0-2 0 16,2 1 0-16,-1 0 0 0,2-2 192 15,-1 1-16-15,5 0-16 0,4 0 224 0,-2 1 64 16,-2 0 0-16,-6-2 0 0,-2-1 64 0,-2 2 0 0,1 1 16 0,-1-2 0 0,1-3-80 0,2 0-32 16,1 1 0-16,5 1 0 0,2 0-416 0,1 1 0 15,0-1 128-15,-2 2-128 0,-6-4 0 0,0 1 0 16,0-3 0-16,0 0 128 0,2 2-128 0,1 0 0 31,1-3 0-31,3 1 0 0,1-1 0 0,0 0 0 0,2 1 0 0,-4 1 0 0,-6 2 144 0,0 0-144 16,-3-3 160-16,-2 1-160 0,0 2 128 15,3 1-128-15,0-3 0 0,1 3 0 0,2 0 128 0,0 0-128 16,1 0 0-16,1 0 0 0,3-1 0 16,-6 2 128-16,-2-2-128 0,-4-2 0 0,-3 1 0 0,2-2 0 15,-2-1 128-15,0-1-128 0,0 3 0 0,2-1 144 16,-2 0-144-16,3 0 128 0,1 0-128 0,3-3 160 16,-3 3-160-16,-1 1 160 0,-1 0-160 0,0 3 192 15,-2 3-192-15,-2 2 192 0,-2 0-192 0,-2 3 0 16,1-2 0-16,0 3 0 15,0 3 0-15,1 1 0 0,1-1 0 16,0-2 0-16,4 0 0 0,-1-4 128 16,0-1-128-16,4-1 0 0,3 0 256 0,0-1-16 0,-3-2-16 0,0-1 0 0,-2-1 304 0,0-1 64 15,-2 1 16-15,1 0 0 0,1-1-208 0,1 1-32 16,0-1-16-16,-13 0 0 0,3 1-128 0,5 1-32 16,4-3 0-16,2 2 0 0,1-2 48 0,1 1 0 15,-1-2 0-15,24-3 0 0,-14 2-112 0,-9 0-128 16,-6 0 176-16,-4 0-176 0,-2-1 144 0,-2 2-144 15,0-1 0-15,-2 1 144 0,-1 0-144 0,-1 0 0 0,-4 1 0 16,0 0 128-16,-4 0-272 0,-4 2-64 0,-1-2-16 0,0 1 0 31,-1-1-1632-31,-1 2-320 0,0-4-64 0</inkml:trace>
  <inkml:trace contextRef="#ctx0" brushRef="#br0" timeOffset="6161.68">29800 13072 3679 0,'0'0'320'0,"0"0"-320"0,0 0 0 0,0 0 0 31,0 0 1600-31,0 0 256 0,0 0 64 0,0 0 0 0,0 0-1280 0,0 0-240 16,0 0-48-16,0 0-16 0,0 0 80 16,0 0 16-16,8 9 0 0,0-1 0 0,-8-8 48 15,10 7 16-15,1 1 0 0,-1-4 0 0,1-1 0 0,0-2 0 16,0 0 0-16,-1-1 0 0,-10 0-48 0,13 0-16 15,0-1 0-15,0 0 0 0,0-1-192 0,2 1-48 16,-1 1 0-16,1-1 0 0,-1 0-192 0,0-1 0 16,1 0 128-16,-2-1-128 0,-2-1 128 0,1-1 0 0,1 1-128 15,-1-3 192-15,0-3 256 0,1 1 32 16,0 0 16-16,1-2 0 0,0 0-80 0,1 2-16 0,-1-5 0 16,-1 4 0-16,0 0-192 0,1 0-32 0,1-1-16 0,0 3 0 15,0 0 64-15,0 2 16 0,2-1 0 0,0 1 0 16,2-1-240-16,-1 1 0 0,1-2 0 0,1 0 0 15,-2-1 496-15,0 1 0 0,1-4 0 0,0 2 0 16,-1-1-112-16,1 1-32 0,-1-3 0 0,-1 0 0 16,-3 2-208-16,1-2-144 0,0 3 192 0,-2-3-192 15,-1 1 128-15,1 0-128 0,-1-1 0 0,-1 0 0 16,0 3 0-16,1-3 0 0,-1 1 0 0,1 2 0 0,0 2 0 16,0-3 0-16,-1 1 0 0,1 0 0 0,0-2 192 0,1 0-64 15,0 2 0-15,0-1-128 0,0-2 144 0,0 3-144 16,1-1 0-16,1 2 144 0,-1 0-144 0,0 1 0 15,1 0 0-15,-1 2 0 0,0-2 0 0,2 2 0 16,0-1 0-16,1 1 0 0,-2-1 0 0,2 1 0 16,0 0 0-16,0 0 0 0,-1 1 0 0,-1 1 0 15,2 0 0-15,-2 1 0 0,-1 1 0 0,-2-1 0 0,-1 0 0 16,0 2 128-16,-2 0-128 0,0-1 0 0,-9 2 0 16,12-1 0-16,1 0 0 0,-3 1 0 0,-10 0 0 0,11-3 0 15,-1 3 0-15,-1 0 0 0,-9 0 0 0,9 0 0 16,-9 0 0-16,10 3 0 0,-10-3 0 0,10 1 0 15,-10-1 0-15,10 4 0 0,-10-4 0 0,11 7 0 16,-1-2 0-16,-10-5 0 0,11 6 0 0,-1-2 0 16,-10-4 0-16,13 4 0 0,-2 1 0 0,-1-2 0 0,-10-3 0 15,14 3 0-15,-2-1 0 0,0 1 0 0,-2-1 128 0,-10-2-128 16,0 0 128-16,13 6-128 0,-1-1 0 16,-1 1 0-16,-11-6 0 0,11 7 0 15,0-3 0-15,-11-4 128 0,11 9-128 0,0-1 192 0,-2 1 0 0,-1-3 0 16,-2 5 0-16,2-1 0 0,-1 1-32 0,-1 0 0 15,-2-2 0-15,1 2 0 0,0-1 32 0,1 1 0 16,-1-2 0 0,0 0 0-16,2 0 0 0,-1 0 0 15,1 0 0-15,-2 1 0 0,-5-10-16 0,6 14 0 0,0-1 0 0,-1-3 0 16,-1 1-48-16,-2-1-128 0,2 1 192 0,-2-1-64 16,-1 0-128-16,0 1 0 0,-1-11 144 0,3 12-144 15,-1-1 0-15,1-1 128 0,-3-10-128 0,3 10 0 16,-1-2 0-16,-2-8 0 0,4 10 0 0,-4-10 128 15,5 12-128-15,2-6 0 0,-3 2 0 0,-4-8 128 16,4 9-128-16,1-1 0 0,-1 0 0 0,-4-8 128 16,5 8-128-16,-5-8 0 0,5 8 128 0,0 0-128 15,-5-8 128-15,4 7-128 0,-4-7 128 0,6 9-128 16,-6-9 0-16,4 10 0 0,-4-10 0 0,3 10 0 16,-3-10 0-16,4 10 0 0,-1 1 0 0,0-1 0 0,-1 1 0 0,-2-11 0 15,3 11 0-15,-1-1 0 0,-2-10 0 0,4 9 0 16,-4-9 0-16,5 10 0 0,-5-10 0 0,7 9 0 15,-7-9 0-15,5 8 0 0,-5-8 128 0,0 0-128 16,8 9 128-16,-8-9-128 0,7 9 128 0,-1 0-128 16,1 1 160-16,-7-10-160 0,6 7 0 0,-6-7 0 15,8 10 0-15,-8-10 0 0,0 0 0 0,6 11 128 16,-6-11-128-16,8 12 0 0,-8-12 0 0,9 9 0 0,-2 2 0 16,-1-1 0-16,1 0 0 0,-1 1 0 0,0-1 0 0,-1 2 0 15,-5-12 0-15,6 10 0 0,-6-10 0 16,7 12 0-16,-7-12 0 0,5 12 0 0,-5-12 0 0,8 10 0 15,-8-10 0-15,9 11 0 0,0-1 0 0,-1-1 0 16,-8-9 0-16,9 12 0 0,0-4 0 0,-9-8 0 16,7 9 0-16,-7-9 0 0,9 10 0 0,-1 0 0 15,-8-10 0-15,9 7 0 0,-9-7 0 0,10 11 0 16,1-2 0-16,-5 0 0 0,-6-9 0 0,7 9 0 0,-1 0 0 0,-6-9 0 16,9 9 0-16,-1 1 0 0,-8-10 0 0,9 7 0 15,-9-7 0-15,11 10 0 0,-3-3 0 0,1 1 0 16,0 0 0-16,0 1 0 0,0-2 0 15,-1-1 0-15,-2 1 0 0,2-1 0 0,0-1 0 16,-1 3 0-16,-7-8 0 0,9 8 0 16,-1-3 0-16,-1 2 0 0,1 1 0 0,-1-2 0 0,-7-6 128 0,9 3-128 0,0 1 0 0,-2 1 0 15,-7-5 0-15,7 5 128 0,0 0-128 0,-1 1 0 16,-6-6 0-16,0 0 0 0,8 6 0 0,-1 1 0 16,-2 2 0-16,0-4 0 0,-5-5 0 0,5 12 0 0,2 1 0 15,-2-3 0-15,-1-2 0 0,0 0 0 16,1 0 0-16,-5-8 0 0,0 0 0 0,4 11 0 15,1-3 0-15,-5-8 0 0,0 0 0 0,0 0 0 16,7 9 128-16,-2-1-128 0,0 1 0 0,-5-9 0 31,0 0 128-31,7 8-128 0,-1 0 0 0,-6-8 0 0,7 8 0 0,-7-8 0 0,0 0 0 0,8 6 0 0,-8-6 0 16,7 8 0-16,-7-8 0 0,8 9 0 0,-8-9 0 0,8 12 0 16,0-2 0-16,0 1 0 0,-2-3 0 0,1-1 0 15,-7-7 0-15,8 9 0 0,-8-9 0 0,7 8 0 16,-7-8 0-16,0 0 0 0,0 0 0 0,10 11 0 15,-10-11 0-15,9 6 0 0,-9-6 0 0,0 0 0 16,10 9 0-16,-10-9 0 0,0 0 0 0,11 11 0 16,-2-3 0-16,-9-8 0 0,9 9 0 0,-9-9 0 15,9 9 0-15,-1-1 0 16,-8-8 0-16,9 9 0 0,-9-9 0 0,8 10 0 0,-8-10 0 16,9 8 0-16,-9-8 0 0,0 0 0 15,10 9 0-15,-10-9 0 0,0 0 0 0,0 0 0 0,12 7 0 0,-12-7 0 16,12 6 128-16,-12-6-128 0,0 0 0 0,10 7 0 15,-10-7 0-15,0 0 0 16,0 0 0-16,12 4 0 0,-12-4 0 0,12 5 0 16,-12-5 0-16,0 0 128 0,0 0-128 0,10 6 0 15,-10-6 0-15,0 0 0 0,10 6 0 0,-10-6 0 16,0 0 0-16,0 0 0 0,11 6 0 0,-11-6 0 16,9 9 0-16,-9-9 0 0,9 7 0 0,-9-7 0 0,9 5 0 0,-9-5 0 15,9 5 0 1,-9-5 0-16,0 0 0 0,11 4 0 0,-11-4 128 0,10 3-128 0,-10-3 0 0,0 0 0 15,0 0 0-15,11 1 0 0,-11-1 0 0,10 1 0 16,-10-1 0-16,0 0 0 0,11 4 0 0,-11-4 0 16,0 0 0-16,0 0 0 0,10 2 0 0,-10-2 0 15,0 0 0-15,0 0 0 0,10 2 0 0,-10-2 0 0,0 0 0 0,11 4 0 16,-11-4 0-16,0 0 0 0,10 3 0 0,-10-3 0 16,0 0 0-16,0 0 0 0,0 0 0 0,11 2 0 15,-11-2 0-15,0 0 128 0,0 0-128 0,10 4 0 16,-10-4 0-16,0 0 0 15,0 0 0-15,9 3 0 0,-9-3 0 0,0 0 128 0,0 0-128 0,0 0 0 16,11 2 144-16,-11-2-144 0,0 0 128 0,7 6-128 16,-7-6 0-16,0 0 0 0,8 5 0 0,-8-5 0 15,0 0 0-15,7 6 0 0,-7-6 0 0,0 0 0 0,0 0 0 16,0 0 0-16,8 6 0 0,-8-6 0 0,0 0 0 0,7 5 0 16,-7-5 0-16,0 0 0 0,0 0 128 15,11 4-128-15,-11-4 128 0,0 0-128 0,0 0 0 0,10 2 0 16,-10-2 0-16,0 0 0 0,11 0 0 0,-11 0 0 15,0 0 128-15,0 0-128 0,10 2 0 0,-10-2 0 16,11-2 0-16,-11 2 0 0,0 0 0 0,0 0 0 0,0 0 0 16,0 0 0-16,5 2 0 0,-5-2 0 15,5 1 0-15,-5-1 0 0,0 0 0 0,7 3 0 0,-7-3 0 16,6 2 0-16,-6-2 0 0,9 5 0 0,-9-5 0 0,0 0 0 16,0 0 0-16,0 0 0 0,11 2 0 0,-11-2 0 15,0 0 0-15,0 0 0 0,0 0 0 0,10 1 128 16,-10-1-128-16,0 0 0 0,0 0 0 0,0 0 0 15,11 1 0-15,-11-1 0 0,0 0 0 0,0 0 0 16,0 0 0-16,0 0 0 0,10 2 0 0,-10-2 0 16,0 0 0-16,0 0 0 0,10 0 128 0,-10 0-128 15,0 0 0-15,0 0 0 0,11 0 0 0,-11 0 0 0,0 0 0 0,0 0 0 16,0 0 0-16,0 0 0 0,0 0 0 16,10-2 0-16,-10 2 0 0,0 0 0 0,0 0 0 0,11 0 0 15,-11 0 0-15,0 0 128 0,10 0-128 0,-10 0 0 16,0 0 0-16,11 0 0 0,-11 0 0 0,0 0 0 15,10 2 0-15,-10-2 0 0,0 0 0 0,12 2 0 16,-12-2 0-16,10 4 0 0,-10-4 0 0,0 0 0 16,0 0 0-16,11 5 0 0,-11-5 0 0,0 0 0 15,0 0 0-15,9 4 0 0,-9-4 0 0,0 0 0 16,7 5 0-16,-7-5 0 0,0 0 0 0,0 0 0 0,8 6 0 16,-8-6 0-16,0 0-144 0,0 0-64 0,0 0-16 0</inkml:trace>
  <inkml:trace contextRef="#ctx0" brushRef="#br0" timeOffset="10208.58">29589 12997 13119 0,'0'0'576'0,"0"0"128"0,0 0-560 0,0 0-144 0,0 0 0 15,0 0 0-15,0 0 1584 0,0 0 272 0,0 0 64 0,0 0 16 0,-1-1-192 0,1 1-32 16,0 0-16-16,0 0 0 16,0 0-496-16,0 0-112 0,0 0 0 0,0 0-16 15,1 7-560-15,2 3-128 0,-2-1 0 0,0 3-16 0,1 1-368 0,-1 1 144 16,-1 2-144-16,1 0 0 0,2 14 128 15,0-7-128-15,-2-3 0 0,-1-4 0 0,0 0-176 0,1-4-80 0,0 0-32 0,-1-12-8912 16,0 10-1776-16</inkml:trace>
  <inkml:trace contextRef="#ctx0" brushRef="#br0" timeOffset="10661.15">29747 12039 1839 0,'0'0'160'0,"0"0"-160"0,0 0 0 0,0 0 0 16,0 0 3328-16,0 0 624 0,0 0 128 0,0 0 16 16,-9 4-2304-16,0 3-448 0,0 0-112 0,1 4-16 15,-1 2-640-15,-1 4-144 0,3 4-32 0,-2 5 0 16,-2-2-400-16,2 4 0 0,-1-3 0 0,0-1 0 16,1-1-432-16,3-3-160 15,1-1-48-15,-1-5-5632 0,1-2-1120 0</inkml:trace>
  <inkml:trace contextRef="#ctx0" brushRef="#br0" timeOffset="10776.64">29789 12065 22047 0,'0'0'976'0,"14"7"208"0,3-1-944 0,2 1-240 0,4 3 0 0,-1-1 0 0,3-2 864 0,-1 1 128 0,0 1 32 0,-1 1 0 15,1 3-864-15,-3-1-160 0,-2-3 0 0</inkml:trace>
  <inkml:trace contextRef="#ctx0" brushRef="#br0" timeOffset="11823.47">30275 11900 8287 0,'0'0'368'0,"0"0"80"0,0 0-448 0,0 0 0 0,-3-11 0 0,3 11 0 0,0 0 3248 0,0 0 560 0,0 0 112 0,0 0 32 16,0 0-1952-16,0 0-384 0,0 0-80 0,0 0 0 0,-1 12-800 0,0 2-160 15,-1 2-16-15,1 2-16 0,0 3-224 0,-1 4-64 16,1 2 0-16,0 3 0 0,-2 1 0 0,1 2 0 31,0 0 0-31,1-1 0 0,-2-2-112 0,2-1-16 16,1-4-128-16,-1-2 192 0,0-3-192 0,1-2-208 0,0-2 32 0,0-1 16 31,1-4-2144-31,-1-11-448 0,0 0-64 0</inkml:trace>
  <inkml:trace contextRef="#ctx0" brushRef="#br0" timeOffset="12038.76">30258 12069 19343 0,'0'0'1728'0,"0"0"-1392"0,0 0-336 0,0 0 0 16,0 0 1536-16,8-6 224 0,2 2 48 0,3 1 16 16,3 2-1104-16,-2 2-208 0,-1 2-64 0,2 1 0 15,2-2-448-15,1 2-288 0,-1 0 32 0,1 1 16 32,0-3-400-32,1 0-96 0,0-1-16 0,-1-1 0 15,1 0-1168-15,-1-2-224 0</inkml:trace>
  <inkml:trace contextRef="#ctx0" brushRef="#br0" timeOffset="12173.08">30639 11888 15663 0,'0'0'688'16,"0"0"144"-16,0 0-656 0,-4 12-176 0,1 1 0 0,2-3 0 0,1 3 3408 0,1 1 656 0,0 1 128 0,-1 3 32 15,0 3-3040-15,2 4-608 0,0 2-112 0,1 4-16 16,0 3-448-16,0 3 0 0,4-3 0 0,1 1-14400 15</inkml:trace>
  <inkml:trace contextRef="#ctx0" brushRef="#br0" timeOffset="13611.22">30357 12030 911 0,'0'0'0'0,"0"0"0"0,0 0 0 0,-16 3 0 0,16-3 0 0,-7 5 0 0,7-5 688 0,-10 4 48 15,10-4 16-15,0 0 0 0,-9 5-208 0,9-5-32 16,0 0-16-16,0 0 0 0,0 0 880 0,0 0 176 16,-7-1 48-16,7 1 0 0,0 0-384 0,0 0-64 15,0 0 0-15,0 0-16 0,-3-8-304 0,3 8-64 16,0 0-16-16,0 0 0 0,6-7-64 0,-6 7-16 16,11-2 0-16,-1-2 0 0,-10 4-80 0,11 0-16 15,-11 0 0-15,13 0 0 0,1-2-192 0,0 2-64 0,2 0 0 0,2 0 0 16,-1-1 0-16,2 1-16 15,-1-2 0-15,0 0 0 0,0 1-16 0,2 0 0 0,1-2 0 16,-2 2 0-16,-3 2-96 0,0-1 0 0,-2-1-16 0,-2 1 0 16,-2 1-176-16,-10-1-224 0,10 3 48 0,-10-3-7552 15,0 0-1504-15</inkml:trace>
  <inkml:trace contextRef="#ctx0" brushRef="#br0" timeOffset="14132.85">30669 11819 8687 0,'0'0'384'0,"0"0"80"0,0 0-464 0,0 0 0 0,0 0 0 0,0 0 0 16,0 0 672-16,0 0 32 0,0 0 16 0,0 0 0 15,0 0-64-15,0 0-16 0,0 0 0 0,0 0 0 16,0 0 288-16,0 0 48 0,0 0 16 0,0 0 0 0,0 0 16 0,0 0 0 15,0 0 0-15,0 0 0 0,0 0 80 0,0 0 32 16,0 0 0-16,0 0 0 0,0 0-128 16,0 0-32-16,0 0 0 0,-4 12 0 15,0-2-288-15,1 2-64 0,1-1-16 0,0 2 0 0,2 2-144 0,0 2-48 0,2 2 0 0,0 2 0 32,1 0-32-32,-1 2-16 0,1 4 0 0,0 1 0 15,-2 2-192-15,2 3-32 0,0 1-128 0,1-2 192 0,-1-3-192 0,1-2 128 16,0 1-128-16,-2-6 0 0,1-1 128 0,1-2-128 0,0-2 0 0,-2-1 0 15,1-4 128-15,-2-1-128 16,1 0 0-16,-2-11 144 0,0 0-144 0,-2 10 192 0,1-2-192 0,1-8 192 0,0 0-192 16,0 0 192-1,0 0-192-15,0 0 192 0,0 0-64 0,0 0-128 16,0 0 192-16,0 0-64 16,0 0-1088-16,-4-10-240 0,3-1-32 0,-2 1-13104 0</inkml:trace>
  <inkml:trace contextRef="#ctx0" brushRef="#br0" timeOffset="14461.55">30452 12072 6447 0,'0'0'576'0,"0"0"-576"0,0 0 0 0,-4-7 0 16,4 7 1760-16,-1-10 240 0,1 10 48 0,1-11 16 15,3 2-736-15,-4 9-160 0,7-10-16 0,-1 2-16 0,2 1 80 0,0 2 32 16,-8 5 0-16,10-5 0 0,-2 1-160 0,-8 4-48 16,12-3 0-16,-12 3 0 0,9-1-576 0,-9 1-112 15,0 0-32-15,0 0 0 0,0 0-176 0,0 0-144 16,0 0 192-16,0 0-192 0,0 0 176 0,0 0-176 0,0 0 160 15,0 0-160-15,0 0 0 0,0 0 0 0,-9 7 0 0,1-3-160 32,8-4-1344-32,0 0-272 0</inkml:trace>
  <inkml:trace contextRef="#ctx0" brushRef="#br0" timeOffset="20033.58">33446 14206 9215 0,'0'0'400'16,"0"0"96"-16,0 0-496 0,0 0 0 0,0 0 0 0,-8-4 0 0,8 4 3568 0,0 0 608 0,0 0 128 0,0 0 32 16,-8-3-2432-16,8 3-496 0,0 0-80 0,0 0-32 0,0 0-176 0,0 0-32 15,0 0-16-15,0 0 0 0,3 12-112 0,0 1-32 16,0-1 0-16,2 2 0 0,2 2-480 0,1 0-80 15,-1 2-32-15,3 3 0 0,-1-1-336 0,1 1 0 16,-1 0 0-16,0-1 128 0,2-2-128 0,-2-1 0 16,-3-3 0-16,1 2 128 0,-3-6 32 0,-2 3 16 15,0-2 0-15,-4-1 0 0,0 1 144 0,-2 0 48 16,-1-3 0-16,-3 3 0 0,-3-2-176 0,1 1-48 16,0 2 0-16,-2 0 0 15,-1 1-656-15,1 1-128 0,-1 2-16 0,0 2-16 16,-1 0-2256-16,-1 2-448 0,0-1-80 0</inkml:trace>
  <inkml:trace contextRef="#ctx0" brushRef="#br0" timeOffset="22093.96">32971 15182 9215 0,'0'0'816'15,"0"0"-656"-15,0 0-160 0,0 0 0 0,0 0 3200 0,0-10 624 0,0 10 112 0,0 0 32 16,0 0-2608-16,0 0-512 0,0 0-96 0,0 0-32 16,0 0-192-16,9 10-32 0,-1 2-16 0,-2 4 0 15,1 5 96-15,0 5 32 0,-1 4 0 0,2 2 0 16,0 3-80-16,1 2-16 0,0-2 0 0,0-4 0 15,0-3-144-15,0-6-48 0,-2-4 0 0,-1-3 0 16,0-4 160-16,-1 0 32 16,-5-11 0-16,5 9 0 0,-5-9-80 0,0 0-16 0,0 0 0 0,0 0 0 0,0 0-224 0,0 0-64 15,5-3 0-15,-1-3 0 16,0-5-128-16,0-2 0 0,0-4 0 0,0-4 128 0,0-3-128 0,0-4 0 16,2-24 0-16,1 9 0 15,-1 8 0-15,1 10 0 0,-1 6 0 16,1 4 0-16,-2 6 208 0,-5 9 64 0,0 0 16 0,9 9 0 15,-1 6 32-15,1 7 0 0,-1 6 0 0,1 8 0 0,1 1-192 0,1 1-128 16,-1-3 192-16,1-2-192 0,-1-4 176 0,2-3-176 16,0-4 160-16,-1-1-160 0,0-4 288 0,-1-3-32 15,-2-1-16-15,0-4 0 0,-8-9 96 0,9 6 32 0,-9-6 0 0,10 0 0 16,-1-4 256-16,-1-3 48 0,-1-3 16 16,1-1 0-16,-2-3-256 0,1-2-48 0,-3-2-16 15,-1 0 0-15,1-3-368 0,-1 0 144 0,-2-2-144 16,2-1 0-16,0 1 144 0,-2 0-144 0,-1 3 0 0,0 1 144 15,0 5-144-15,0 2 0 0,0 3 0 0,0 9 0 32,0 0-1344-32,0 0-160 0,0 0-32 0</inkml:trace>
  <inkml:trace contextRef="#ctx0" brushRef="#br0" timeOffset="28769.48">33039 15134 4607 0,'0'0'192'0,"0"0"64"16,0 0-256-16,0 0 0 0,0 0 0 0,0 0 0 0,0 0 2720 15,0 0 496-15,0 0 112 0,0 0 0 0,0 0-1600 0,0 0-336 0,0 0-64 0,0 0-16 16,0 0-384-16,0 0-80 0,0 0-16 0,0 0 0 0,0 0-288 0,0 0-64 16,0 0-16-16,0 0 0 0,0 0-176 0,0 0-32 15,0 0-16-15,0 0 0 0,0 0-96 0,0 0-16 16,0 0 0-16,0 0 0 15,0 0-128-15,0 0 0 0,0 0 144 0,0 0-144 0,0 0 128 0,10 0-128 0,-10 0 160 0,0 0-160 16,0 0 208-16,0 0-48 0,0 0-16 0,8-6 0 16,-8 6 0-16,0 0 0 0,0 0 0 0,0 0 0 15,0 0 16-15,0 0 0 0,0 0 0 0,0 0 0 16,0 0 16-16,0 0 0 0,0 0 0 0,0 0 0 16,0 0 336-16,0 0 64 0,0 0 0 0,0 0 16 15,0 0-16-15,0 0-16 0,0 0 0 0,0 0 0 16,0 0-208-1,0 0-32-15,0 0-16 0,0 0 0 0,0 0-112 0,0 0-32 16,0 0 0-16,-6 9 0 0,6-9-160 0,-6 9 128 16,6-9-128-16,-4 12 128 0,4-12-128 0,-2 10 128 15,-1 2-128-15,1-2 128 0,2-10-128 16,-2 13 192-16,1-2-192 0,0 0 192 0,-1 1-192 0,2-1 0 16,0-1 144-16,2 0-144 0,-2 2 0 0,1-1 0 15,0-1 0-15,1 0 128 0,-2-10-128 0,1 13 0 16,2-2 0-16,-3-11 0 0,2 12 0 0,1-2 0 0,-3-10 0 15,4 12 0-15,0-2 0 0,-4-10 0 0,3 12 0 0,1-3 0 16,-4-9 0-16,6 11 0 0,-6-11 0 0,3 10 0 16,-3-10 0-16,6 12 0 0,-6-12 0 0,5 8 0 15,-5-8 0-15,0 0 0 0,0 0 0 16,5 9 0-16,-5-9 0 0,0 0 0 0,5 9 128 0,-5-9-128 0,0 0 0 0,0 0 0 16,6 10 0-16,-6-10 0 15,0 0 0-15,0 0 0 0,3 9 0 0,-3-9 128 0,0 0-128 0,0 0 0 16,0 0 0-16,0 0 0 0,0 0 0 0,7 8 0 15,-7-8 0-15,0 0 0 0,0 0 0 0,0 0 0 16,0 0 0-16,7 3 0 0,-7-3 0 0,6 0 144 16,-6 0-144-16,7 0 0 0,-2-3 160 0,0 2-160 0,0-2 128 0,3-2-128 15,-8 5 144-15,8-7-144 0,-2 1 160 0,-6 6-160 16,8-8 176-16,-1 2-176 0,-7 6 192 0,6-9-192 16,-1 1 176-16,1 0-176 0,-6 8 160 0,5-9-160 15,-1 0 128-15,0-1-128 0,0 1 0 0,-4 9 0 16,4-10 0-16,-1 1 128 0,0 0-128 0,1 0 0 15,-1-1 0-15,-1 1 0 0,1 0 0 0,-1 0 0 16,1 0 0-16,0 0 0 0,-1 0 0 0,1 0 0 16,-1-2 0-16,0 2 0 0,-1 1 0 0,2-2 0 0,-1 1 0 15,-2 9 128-15,2-11-128 0,-2 11 0 0,2-9 0 16,-2 9 0-16,0 0 0 0,3-9 0 0,-3 9 0 0,0 0 0 16,0 0 0-16,0 0 0 0,0 0 0 15,0 0 0-15,0 0 0 0,0 0 0 16,0 0 0-16,0 0 0 0,0 0 0 0,0 0 0 15,0 0 0-15,0 0 0 0,0 0 128 0,0 0-128 0,0 0 0 0,0 0 0 16,0 0 0-16,0 0 0 0,0 0 0 0,0 0 128 16,0 0-128-16,0 0 0 0,0 0 0 0,0 0 0 0,0 0 0 15,0 0 0-15,0 0 0 0,0 0 0 0,0 0 0 16,0 0 0-16,0 0 0 0,0 0 0 0,0 0 0 0,0 0 0 31,0 0 208-31,0 0-48 0,0 0-16 0,0 0 0 16,0 0-16-16,2 12 0 0,-2-12 0 0,2 9 0 15,-2-9 0-15,0 10 0 0,0-10 0 0,0 11 0 16,0-11-128-16,0 10 192 0,0-10-192 0,-2 12 192 16,2-2-192-16,0-10 0 0,0 12 0 0,2 0 0 15,-1-2 0-15,0 1 0 0,-1-1 128 0,3 0-128 16,-3-10 0-16,4 12 0 0,-2 1 0 0,1-4 0 16,0 2 0-16,-1-1 0 0,-2-10 0 0,3 13 0 0,-2-2 128 0,2-1-128 15,-3-10 128-15,2 13-128 0,0-1 128 0,-2-2-128 16,0-10 0-16,0 12 128 0,0-12-128 15,1 12 0-15,-1-12 0 0,3 10 128 0,-3-10-128 16,3 9 0-16,-3-9 0 0,0 0 0 0,0 0 0 0,7 11 0 16,-7-11 0-16,8 6 0 0,-8-6 0 0,8 5 0 15,-8-5 0-15,0 0 0 0,10 6 0 0,-10-6 0 16,0 0 0-16,10 4 0 0,-10-4 0 0,10 4 0 16,-10-4 0-16,0 0 0 0,10 5 0 0,-10-5 0 15,0 0 0-15,10 2 0 0,-10-2 0 0,10 4 0 16,-10-4 0-16,0 0 0 0,9 7 0 0,-9-7 0 0,0 0 0 15,0 0 0-15,8 6 0 0,-8-6 0 0,0 0 0 16,0 0 0-16,0 0 0 0,7 7 0 0,-7-7 0 0,0 0 128 16,0 0-128-16,8 8 0 0,-8-8 0 0,0 0 0 15,7 9 0-15,-7-9 0 0,0 0 0 0,0 0 128 16,6 6-128-16,-6-6 0 0,0 0 0 0,0 0 0 16,7 8 0-16,-7-8 0 0,0 0 0 0,0 0 0 15,0 0 0-15,5 8 128 0,-5-8-128 0,0 0 0 0,0 0 128 16,0 0-128-16,0 0 0 0,0 0 128 0,0 0-128 15,8 6 0-15,-8-6 0 0,0 0 0 0,0 0 0 0,0 0 0 16,0 0 128-16,0 0-128 0,0 0 0 0,0 0 0 16,10 0 0-16,-10 0 0 0,0 0 144 0,0 0-144 0,0 0 160 0,8-5-160 15,-8 5 160-15,0 0-160 0,0 0 160 16,7-6-160-16,-7 6 128 0,5-7-128 0,-5 7 0 0,5-8 144 16,-5 8-144-16,4-7 0 0,-4 7 144 0,0 0-144 15,4-11 0-15,-2 3 0 0,-2 8 0 0,3-10 128 16,0 1-128-16,-3 9 0 0,2-12 0 0,1 2 128 15,-2 2-128-15,2-3 0 16,-1 1 0-16,0 1 128 0,-2-3-128 0,1 2 0 0,2 0 0 0,-2 1 128 16,-1 0-128-16,0-1 0 0,1 1 128 0,-1 0-128 15,0 1 0-15,1-3 144 0,-1 11-144 0,0-10 0 16,0 1 176-16,0 0-176 0,0 9 160 0,0-11-160 16,0 2 144-16,0 0-144 0,0 9 128 0,0-9-128 0,0 0 128 15,0 9-128-15,-1-9 128 0,1 9-128 0,0 0 128 16,0-10-128-16,0 10 0 0,0 0 128 0,0 0-128 0,0 0 0 15,-1-9 0-15,1 9 128 0,0 0-128 0,0 0 0 16,0 0 0-16,0 0 0 0,-1-9 0 0,1 9 0 16,0 0 0-16,0 0 0 0,0 0 0 0,0 0 0 15,0-9 0-15,0 9 0 0,0 0 0 0,0 0 0 16,0 0 0-16,0 0 0 16,2-9-912-16,-2 9-176 0,3-11-16 0</inkml:trace>
  <inkml:trace contextRef="#ctx0" brushRef="#br0" timeOffset="32098.22">33520 15238 911 0,'0'0'0'0,"0"0"0"0,0 0 0 0,0 0 0 0,-4 10 0 0,4-10 0 0,0 0 5232 0,0 0 960 16,0 0 192-16,0 0 32 0,0 10-4688 0,0-10-960 16,1 10-176-16,-1-10-32 0,0 12-16 0,0 1 0 15,0 0 0-15,0 4 0 0,-1-1-32 0,0 5 0 32,-1-3 0-32,1 3 0 0,-2 0-320 0,1 0-64 15,-1-2 0-15,1-1-128 0,-2-2 128 0,1 0-128 0,0-3 0 16,1 0 0-16,-1 0 0 0,2-4 0 0,1-9 0 0,-3 10-144 15,3-10 144-15,0 0-160 0,0 0 160 0,0 0-160 16,0 0-16-16,0 0 0 0,0 0 0 0,0 0 0 16,0 0-112-16,0 0-32 0,6-10 0 0,-1 1 0 15,-1-3 0-15,0 2 0 0,0-1 0 0,-2 1 0 0,-1-3 32 0,2 0 0 16,0 0 0-16,-2 0 0 16,-1-2 288-16,1 0 0 0,2 0 0 0,-2-2 0 15,0 2 0-15,1 0 304 0,0 2-48 0,0 3 0 16,-2 1 192-16,0 9 48 0,0 0 0 0,0 0 0 0,0 0 96 0,0 0 32 15,0 0 0-15,-3 15 0 0,0 2-32 0,1 2 0 0,-1-1 0 16,2 0 0-16,0 0-368 0,-1-1-80 0,0-1-16 0,0-2 0 16,1-2-128-16,0 0 0 0,1-12 0 0,-1 13 0 15,1-13 0-15,0 9 0 0,0-9 0 16,0 0 0-16,0 0 0 0,0 0 0 0,0 0 0 0,0 0 0 16,0 0 0-16,0 0 0 0,0 0 0 0,0 0 0 15,0 0 0-15,5-8 0 0,-5 8 0 0,2-8 0 0,-2 8 0 16,0 0 0-16,0 0 0 0,0 0 0 0,0 0 128 15,0 0-128-15,0 0 128 0,0 0-128 0,0 0-176 16,0 0-112-16,-9 4-32 0</inkml:trace>
  <inkml:trace contextRef="#ctx0" brushRef="#br0" timeOffset="40967.39">32124 13585 10303 0,'0'0'448'15,"0"0"112"-15,0 0-560 0,0 0 0 0,0 0 0 0,0 0 0 0,9-6 816 0,-9 6 48 0,9-8 16 0,-9 8 0 16,10-5-368-16,-10 5-80 0,9-3-16 0,-9 3 0 16,0 0-192-16,0 0-32 0,6-2-16 0,-6 2 0 15,0 0 144-15,0 0 48 0,0 0 0 0,0 0 0 31,0 0 80-31,0 0 32 0,0 0 0 0,0 0 0 16,0 0 32-16,0 0 0 0,0 0 0 0,0 0 0 16,0 0-256-16,0 0-64 0,0 0 0 0,0 0 0 0,0 0-192 0,0 0 128 15,0 0-128-15,0 0 0 0,0 0 0 0,0 0 0 0,0 0 0 0,0 0 0 16,0 0 0-16,0 0 0 0,0 0 0 16,0 0 0-16,0 0 0 0,0 0 0 0,0 0 0 0,0 0 0 15,0 0 0-15,0 0 0 0,0 0 0 0,0 0 0 16,0 0 0-16,0 0 0 0,0 0 0 0,0 0 0 15,0 0 0-15,0 0 0 0,0 0 0 0,0 0 0 16,0 0 0-16,0 0 0 0,0 0-176 0,0 0-6096 16,0 0-1232-16</inkml:trace>
  <inkml:trace contextRef="#ctx0" brushRef="#br0" timeOffset="41572.17">32141 13548 3679 0,'0'0'320'0,"0"0"-320"0,0 0 0 0,0 0 0 16,0 0 1280-16,0 0 192 0,0 0 48 0,0 0 0 16,0 0-960-16,0 0-192 0,0 0-48 0,0 0 0 15,0 0-320-15,0 0 144 0,0 0-144 0,0 0 0 16,0 0 560-16,0 0 0 0,0 0 0 0,0 0 0 15,0 0 256-15,0 0 48 0,0 0 16 0,0 0 0 16,-8 2-240-16,8-2-64 0,-11 3 0 0,11-3 0 16,0 0-128-16,-8 4-48 0,8-4 0 0,-6 6 0 0,6-6-208 15,-5 11-32 1,0 0-16-16,1 1 0 0,4-12-144 0,-3 13 0 0,0-1 0 0,2 0 128 16,1-12-128-16,0 10 0 0,-1 0 0 0,1-10 0 31,0 0-1696-31,0 0-272 0</inkml:trace>
  <inkml:trace contextRef="#ctx0" brushRef="#br0" timeOffset="41748.15">32068 13563 5519 0,'0'0'496'0,"0"0"-496"0,0 0 0 15,0 0 0-15,3 12 2176 0,0 0 320 0,0 1 80 0,1 1 16 16,-2 2-1536-16,2-2-304 0,-1 2-64 0,-1-1-16 16,1 1-416-16,0 0-64 0,0-1-32 0,0 1 0 15,0 0-160-15,-1-1 128 0,1-1-128 0,-2 0-5248 16,0-4-1152-16</inkml:trace>
  <inkml:trace contextRef="#ctx0" brushRef="#br0" timeOffset="41882.04">32068 13930 5519 0,'0'0'496'0,"0"0"-496"0,0 0 0 0,0 0 0 0,0 0 2288 0,0 0 352 16</inkml:trace>
  <inkml:trace contextRef="#ctx0" brushRef="#br0" timeOffset="42315.97">32083 13667 5519 0,'0'0'496'0,"0"0"-496"0,0 0 0 0,0 13 0 31,3-1 2112-31,-3-1 336 0,0-1 64 0,0-10 16 16,1 13-1952-16,0-1-384 0,-1-2-64 0,0 1-128 15,3-1-320-15,-3-10-144 16,-1 16-48-16,1-16 0 0</inkml:trace>
  <inkml:trace contextRef="#ctx0" brushRef="#br0" timeOffset="42463.68">32044 14052 11055 0,'0'0'976'0,"0"0"-784"15,0 0-192-15,0 0 0 0,0 0 1872 0,0 0 336 16,0 0 64-16,4 12 16 0,-4-12-1616 0,0 0-320 16,6 6-64-16,-6-6-6176 15,6 9-1216-15</inkml:trace>
  <inkml:trace contextRef="#ctx0" brushRef="#br0" timeOffset="42607.95">32090 14184 16815 0,'0'0'736'0,"0"0"160"0,0 0-704 0,0 9-192 0,0-9 0 0,-2 9 0 0,2-9 1104 16,-2 8 192-16,2-8 48 0,-3 9 0 0,3-9-1184 0,-2 8-160 15,2-8-176-15</inkml:trace>
  <inkml:trace contextRef="#ctx0" brushRef="#br0" timeOffset="42702.25">32034 14404 3679 0,'0'0'320'0,"0"0"-320"0,0 0 0 0,0 0 0 16,0 0 1680-16</inkml:trace>
  <inkml:trace contextRef="#ctx0" brushRef="#br0" timeOffset="45201.02">31709 14641 3679 0,'0'0'160'0,"0"0"32"0,0 0-192 0,0 0 0 0,0 0 0 0,0 0 0 16,0 0 4352-16,0 0 832 0,0 0 176 0,8 9 16 16,-2 1-4128-16,-3 5-832 0,-2 5-160 0,-1 2-48 15,0 1-208-15,0 5 144 0,-1 3-144 0,1 2 128 16,0-2-128-16,1 2 0 0,2-3 0 0,-1-6 0 16,0-3 0-16,0-3 128 0,2-1-128 0,2-2 0 15,-1-4 0-15,-5-11 128 0,8 12-128 0,-2-4 0 0,-6-8 0 0,8 7 0 16,-8-7 0-16,0 0 0 0,12 2 0 15,-12-2 0-15,0 0 128 0,11-5-128 0,-2-2 0 0,-1 0 0 16,-2-3 0-16,-1-3 128 0,-1-1-128 0,0-3 0 16,-1-1 0-16,1-2 128 0,-1-1-128 0,2-1 0 15,0 0 0-15,1 1 0 0,-1 3 192 0,-1 1-64 16,1 4 0-16,-1 7 0 0,-4 6 112 0,0 0 16 16,0 0 0-16,0 0 0 0,5 14-256 0,-2 3 176 0,-2 4-176 0,0 1 160 15,-1 0-160-15,-1-1 0 0,1-2-160 16,3-2 160-16,-1-2 0 0,2-4 0 0,-4-11 0 0,8 10 0 15,-8-10 176-15,13 6 128 0,1-6 16 0,-2 0 16 16,-12 0 256-16,12-6 48 0,0-1 16 0,-1-2 0 16,0-3 0-16,-1-2 0 0,2-2 0 0,0-2 0 15,-1-2-96-15,1 0-32 0,-3-3 0 0,0 1 0 16,0 1-176-16,-1 0-32 0,1-1-16 0,-2 0 0 16,-2 0-128-16,0 1-32 0,-2 0 0 0,0 3 0 0,-2 2-144 0,-1 3 0 31,-1 3 144-31,1 10-144 0,-3-8-160 0,3 8-96 0,0 0-32 15,0 0 0 1,0 0-2640-16,-9 5-528 0</inkml:trace>
  <inkml:trace contextRef="#ctx0" brushRef="#br0" timeOffset="45600.68">32287 14909 21823 0,'0'0'960'0,"0"0"208"0,1-10-928 0,-1 10-240 0,0-9 0 0,0 9 0 0,0 0 1200 0,0 0 192 0,-7-5 32 0,7 5 16 15,-9 1-416-15,0 5-64 0,-1 1-32 0,-2 4 0 16,0 1-320-16,-2 1-64 0,-3 2-16 0,1 4 0 16,2-5-256-16,1 3-48 0,0-2-16 0,1 1 0 15,2-3 144-15,3 0 32 0,2-1 0 0,5-2 0 0,0-10 64 16,6 12 32-16,4-5 0 0,1-1 0 0,2-2-176 0,3-1-48 15,2-5 0-15,1 1 0 0,-3-3-256 0,1 0 0 16,-1-2 128-16,0 1-128 0,-1 1 0 0,2-3-144 16,-1 2 16-16,-2 0-10816 31,-2-2-2144-31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10135 0 0,'0'0'2296'0'0,"0"10"-864"0"0,-3 3 40 0 0,-2 5 0 0 0,-3 7-368 0 0,-2 6-80 0 0,-2 5-8 0 0,-4 25-8 0 0,-1 1-624 0 0,4-1-120 0 0,2-4-24 0 0,4-16-6032 0 0,2 3-1216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4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89 4607 0 0,'0'0'1519'0'0,"0"-9"2060"0"0,-18-35 5003 0 0,18 60-7635 0 0,-1 68 80 0 0,1 79-85 0 0,2-126-762 0 0,2 0 0 0 0,10 48 0 0 0,-11-74-156 0 0,0-1 1 0 0,1 1-1 0 0,0-1 0 0 0,0 0 0 0 0,1-1 0 0 0,0 1 0 0 0,1-1 1 0 0,0 0-1 0 0,9 11 0 0 0,-12-18-15 0 0,-1 1 0 0 0,1 0 0 0 0,-1-1 0 0 0,1 1 0 0 0,0-1 0 0 0,0 0 0 0 0,0 0 0 0 0,0 0 0 0 0,1-1 0 0 0,-1 1 0 0 0,0-1 0 0 0,1 1 0 0 0,-1-1 0 0 0,1 0 0 0 0,-1-1 0 0 0,1 1 0 0 0,0-1 0 0 0,-1 1-1 0 0,1-1 1 0 0,0 0 0 0 0,-1 0 0 0 0,1-1 0 0 0,-1 1 0 0 0,1-1 0 0 0,0 1 0 0 0,-1-1 0 0 0,1-1 0 0 0,-1 1 0 0 0,0 0 0 0 0,5-3 0 0 0,-2 0 6 0 0,-1 1 1 0 0,0-1-1 0 0,0 0 0 0 0,0-1 0 0 0,-1 1 0 0 0,1-1 1 0 0,-1 0-1 0 0,0 0 0 0 0,0 0 0 0 0,-1 0 0 0 0,5-9 1 0 0,2-9 23 0 0,13-35 0 0 0,-11 20-5 0 0,-1 0-1 0 0,-2-1 0 0 0,-2 0 0 0 0,3-44 0 0 0,-11 81 20 0 0,-2 8-30 0 0,-2 10 25 0 0,-1 13 52 0 0,-1 39 1 0 0,6-55-44 0 0,1 0 1 0 0,0 0 0 0 0,1 0-1 0 0,1 0 1 0 0,4 18-1 0 0,-5-28-26 0 0,0 0 0 0 0,0 0-1 0 0,0-1 1 0 0,0 1-1 0 0,0 0 1 0 0,1-1 0 0 0,-1 0-1 0 0,1 1 1 0 0,0-1-1 0 0,3 4 1 0 0,-4-5-15 0 0,0 0 0 0 0,0 0 0 0 0,0-1 0 0 0,0 1-1 0 0,0 0 1 0 0,1-1 0 0 0,-1 1 0 0 0,0-1 0 0 0,0 1 0 0 0,1-1 0 0 0,-1 0 0 0 0,0 1 0 0 0,1-1 0 0 0,-1 0 0 0 0,0 0 0 0 0,1 0 0 0 0,-1 0 0 0 0,0 0-1 0 0,1 0 1 0 0,-1-1 0 0 0,0 1 0 0 0,1 0 0 0 0,1-1 0 0 0,3-2 32 0 0,-1 1-1 0 0,0-1 1 0 0,-1 0-1 0 0,1 0 1 0 0,0-1 0 0 0,-1 1-1 0 0,0-1 1 0 0,1 0-1 0 0,-1 0 1 0 0,-1 0-1 0 0,1-1 1 0 0,-1 1 0 0 0,0-1-1 0 0,4-8 1 0 0,3-7 8 0 0,-1 0 0 0 0,8-29-1 0 0,-16 49-53 0 0,5-23 20 0 0,0 0 1 0 0,-2 0-1 0 0,0 0 1 0 0,-2 0-1 0 0,0-1 1 0 0,-3-34-1 0 0,-2 21-72 0 0,2 21-101 0 0,0 0 1 0 0,1-16 0 0 0,1 28 372 0 0,-1 2-1891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18511 0 0,'0'0'1410'0'0,"2"1"-961"0"0,-1 0-430 0 0,0 0 1 0 0,1 0 0 0 0,-1 0-1 0 0,0 1 1 0 0,0-1-1 0 0,0 0 1 0 0,0 0-1 0 0,0 1 1 0 0,0-1 0 0 0,0 0-1 0 0,-1 1 1 0 0,1-1-1 0 0,0 1 1 0 0,-1-1-1 0 0,1 1 1 0 0,-1-1 0 0 0,0 1-1 0 0,1-1 1 0 0,-1 1-1 0 0,0 0 1 0 0,0 2-1 0 0,1 2 358 0 0,0 4 55 0 0,-1 1 0 0 0,0-1 0 0 0,0 0 0 0 0,-1 1 0 0 0,0-1 0 0 0,-3 12 0 0 0,-2 0-1744 0 0,-14 36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8287 0 0,'2'0'11044'0'0,"22"7"-8876"0"0,-3 0-1699 0 0,-1-1 1 0 0,26 3-1 0 0,42-4-2879 0 0,-86-5 1112 0 0</inkml:trace>
  <inkml:trace contextRef="#ctx0" brushRef="#br0" timeOffset="1">0 234 9671 0 0,'0'0'875'0'0,"3"0"-719"0"0,18 4 3276 0 0,30 3 0 0 0,14 1 1518 0 0,-31-3-4012 0 0,-23-4-1089 0 0,-1 1-1 0 0,0 0 1 0 0,0 0 0 0 0,11 4 0 0 0,-9-1-1084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45 11255 0 0,'0'0'1023'0'0,"-13"-10"-822"0"0,10 8-892 0 0,2 1 1323 0 0,-1 0 1 0 0,1 0 0 0 0,0 0 0 0 0,-1 0 0 0 0,1 0 0 0 0,0-1 0 0 0,0 1 0 0 0,-1 0 0 0 0,1-1 0 0 0,0 1-1 0 0,0-1 1 0 0,0-1 0 0 0,0 1 239 0 0,20-5 807 0 0,-1 4-1256 0 0,1 1 1 0 0,-1 1-1 0 0,1 1 0 0 0,-1 1 1 0 0,31 5-1 0 0,-5-1 70 0 0,498 39 1115 0 0,-507-39-1571 0 0,-33-5-103 0 0,-5-7-5823 0 0,-2-1 3799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11863 0 0,'0'0'1075'0'0,"1"2"-883"0"0,1 4-102 0 0,0 0 0 0 0,-1 0 1 0 0,0 0-1 0 0,0 1 0 0 0,0-1 0 0 0,0 0 1 0 0,-1 7-1 0 0,-5 49 2351 0 0,3-35-1536 0 0,-22 143 2014 0 0,14-115-3402 0 0,3 0-1 0 0,-1 102 1 0 0,8-130-1077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 16703 0 0,'0'0'818'0'0,"10"-3"180"0"0,-5 5-891 0 0,0 1 0 0 0,0-1 0 0 0,0 1 0 0 0,0 0-1 0 0,-1 0 1 0 0,1 1 0 0 0,-1-1 0 0 0,0 1 0 0 0,0 0 0 0 0,0 0 0 0 0,-1 0-1 0 0,1 1 1 0 0,-1-1 0 0 0,0 1 0 0 0,0 0 0 0 0,-1 0 0 0 0,0 0 0 0 0,1 0-1 0 0,-2 0 1 0 0,3 8 0 0 0,-2-7 24 0 0,-1 1-1 0 0,1 0 1 0 0,-1 0 0 0 0,-1-1-1 0 0,1 1 1 0 0,-1 0-1 0 0,-1 0 1 0 0,1 0-1 0 0,-1 0 1 0 0,0-1 0 0 0,-1 1-1 0 0,1 0 1 0 0,-1-1-1 0 0,-1 1 1 0 0,1-1 0 0 0,-6 9-1 0 0,5-9-248 0 0,-1-1-1 0 0,1 0 1 0 0,-1 0 0 0 0,-8 7-1 0 0,10-9 58 0 0,-1-2 1 0 0,1 1-1 0 0,-1 0 0 0 0,0 0 1 0 0,0-1-1 0 0,1 0 0 0 0,-1 1 1 0 0,0-1-1 0 0,0 0 1 0 0,0 0-1 0 0,-5 0 0 0 0,6 0-30 0 0,1-1 70 0 0,1 0-1 0 0,-1 1 1 0 0,1-1-1 0 0,-1 0 0 0 0,1 0 1 0 0,-1 0-1 0 0,1 0 1 0 0,-1 0-1 0 0,0 0 0 0 0,1 0 1 0 0,-1 0-1 0 0,1 0 1 0 0,-1 0-1 0 0,1 0 0 0 0,-1 0 1 0 0,0 0-1 0 0,1-1 1 0 0,-1 1-1 0 0,1 0 0 0 0,-1 0 1 0 0,1-1-1 0 0,-1 1 1 0 0,1 0-1 0 0,-1-1 1 0 0,-1 0 151 0 0,4 2 1 0 0,35 35 233 0 0,-28-26-344 0 0,0-1 0 0 0,1 0 1 0 0,0-1-1 0 0,14 10 0 0 0,-17-14-69 0 0,0-1-1 0 0,0 1 1 0 0,1-1 0 0 0,11 3-1 0 0,-15-5-256 0 0,0 0-1 0 0,0 0 0 0 0,0-1 0 0 0,-1 0 0 0 0,1 1 0 0 0,0-1 0 0 0,0-1 0 0 0,0 1 1 0 0,0-1-1 0 0,0 1 0 0 0,6-3 0 0 0,3-3-1412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91 14047 0 0,'8'-13'1503'0'0,"-7"11"-1374"0"0,0 0 0 0 0,0-1 0 0 0,-1 1 1 0 0,1 0-1 0 0,0 0 0 0 0,-1-1 0 0 0,0 1 0 0 0,1 0 0 0 0,-1-1 0 0 0,0 1 1 0 0,0 0-1 0 0,0 0 0 0 0,-1-1 0 0 0,1 1 0 0 0,0 0 0 0 0,-1-1 1 0 0,0 1-1 0 0,1 0 0 0 0,-1 0 0 0 0,0 0 0 0 0,0 0 0 0 0,0 0 1 0 0,-1 0-1 0 0,1 0 0 0 0,0 0 0 0 0,-1 0 0 0 0,1 0 0 0 0,-1 1 0 0 0,0-1 1 0 0,1 0-1 0 0,-1 1 0 0 0,0 0 0 0 0,0-1 0 0 0,0 1 0 0 0,0 0 1 0 0,0 0-1 0 0,0 0 0 0 0,0 0 0 0 0,-1 1 0 0 0,1-1 0 0 0,0 0 0 0 0,0 1 1 0 0,-1 0-1 0 0,1-1 0 0 0,0 1 0 0 0,-1 0 0 0 0,1 0 0 0 0,0 0 1 0 0,-1 1-1 0 0,1-1 0 0 0,0 0 0 0 0,-5 2 0 0 0,-2 2-13 0 0,-1 0 0 0 0,1 0 0 0 0,0 1 0 0 0,0 0 0 0 0,0 1 0 0 0,1 0 0 0 0,0 0 0 0 0,-8 9 0 0 0,-5 5-33 0 0,-27 38-1 0 0,43-52-76 0 0,1 0-1 0 0,0 0 0 0 0,1 0 0 0 0,-1 0 0 0 0,1 1 0 0 0,0 0 1 0 0,1-1-1 0 0,0 1 0 0 0,0 0 0 0 0,0 0 0 0 0,1 0 0 0 0,0 1 1 0 0,1-1-1 0 0,-1 0 0 0 0,2 12 0 0 0,0-14-7 0 0,0-1-1 0 0,0 1 1 0 0,0-1-1 0 0,0 1 1 0 0,1-1-1 0 0,0 0 1 0 0,0 0-1 0 0,0 0 1 0 0,1 0 0 0 0,-1 0-1 0 0,1 0 1 0 0,4 4-1 0 0,-2-3-1 0 0,0 0 0 0 0,1 0 0 0 0,-1 0 0 0 0,1-1 0 0 0,0 0 0 0 0,0 0 0 0 0,8 3 0 0 0,-2-1-351 0 0,0-1 0 0 0,1-1 1 0 0,0 0-1 0 0,14 2 0 0 0,-21-5 45 0 0,-1 0 1 0 0,1-1-1 0 0,0 0 1 0 0,-1 0-1 0 0,1 0 0 0 0,0 0 1 0 0,-1-1-1 0 0,1 0 1 0 0,0 0-1 0 0,-1-1 1 0 0,0 0-1 0 0,7-2 1 0 0,1-3-6317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2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16759 0 0,'0'0'1514'0'0,"0"2"-1242"0"0,-38 101 6093 0 0,31-74-6711 0 0,1 0 0 0 0,1 0 1 0 0,-1 33-1 0 0,6-44-790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11 6911 0 0,'1'-1'179'0'0,"-1"0"-156"0"0,0 1 0 0 0,1-1 1 0 0,-1 1-1 0 0,0-1 0 0 0,1 1 0 0 0,-1-1 1 0 0,1 1-1 0 0,-1-1 0 0 0,0 1 1 0 0,1 0-1 0 0,-1-1 0 0 0,1 1 1 0 0,-1 0-1 0 0,1-1 0 0 0,-1 1 1 0 0,1 0-1 0 0,-1 0 0 0 0,1 0 1 0 0,-1-1-1 0 0,1 1 0 0 0,0 0 1 0 0,0 0-1 0 0,-1 0 172 0 0,1 0 0 0 0,-1-1-1 0 0,0 1 1 0 0,1 0 0 0 0,-1 0 0 0 0,1 0-1 0 0,-1 0 1 0 0,1 0 0 0 0,-1 0 0 0 0,1 0 0 0 0,-1 0-1 0 0,0 0 1 0 0,1 0 0 0 0,-1 0 0 0 0,1 0-1 0 0,-1 0 1 0 0,1 0 0 0 0,-1 0 0 0 0,0 0 0 0 0,1 0-1 0 0,-1 0 1 0 0,1 1 0 0 0,-1-1 0 0 0,1 0-1 0 0,-1 0 1 0 0,0 0 0 0 0,1 1 0 0 0,-1-1 0 0 0,0 0-1 0 0,1 1 1 0 0,0 0 225 0 0,0 0-1 0 0,-1 1 1 0 0,1-1 0 0 0,-1 0-1 0 0,1 0 1 0 0,-1 1 0 0 0,1-1-1 0 0,-1 0 1 0 0,0 1 0 0 0,1 1-1 0 0,-1 4 616 0 0,1-1 0 0 0,-1 1-1 0 0,-1 8 1 0 0,-3 17 105 0 0,-2 0 0 0 0,-12 42 0 0 0,-28 59-685 0 0,-9 34-1511 0 0,24-33-1152 0 0,11-39 289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6911 0 0,'0'0'608'0'0,"28"5"-480"0"0,-31 8-128 0 0,-2 0 0 0 0,-2 1 1048 0 0,-1 0 184 0 0,-2 3 40 0 0,-1-1 8 0 0,-2 2-720 0 0,0-1-144 0 0,-2-1-24 0 0,0 0-4032 0 0,-3 2-808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43 9215 0 0,'0'0'707'0'0,"-1"2"-464"0"0,-22 72 5262 0 0,9-29-4258 0 0,1 1 0 0 0,-10 71 0 0 0,18-83-1090 0 0,2-9 11 0 0,0 0-1 0 0,2 33 1 0 0,1-52-103 0 0,0 1 1 0 0,1-1-1 0 0,0 1 1 0 0,0-1-1 0 0,1 0 1 0 0,0 0-1 0 0,0 0 0 0 0,0 0 1 0 0,1 0-1 0 0,0 0 1 0 0,0 0-1 0 0,0-1 1 0 0,1 1-1 0 0,4 4 1 0 0,-6-8-44 0 0,0 0 1 0 0,0-1 0 0 0,0 1 0 0 0,0-1-1 0 0,0 0 1 0 0,0 1 0 0 0,1-1 0 0 0,-1 0 0 0 0,0 0-1 0 0,1-1 1 0 0,-1 1 0 0 0,0 0 0 0 0,1-1-1 0 0,-1 0 1 0 0,1 1 0 0 0,-1-1 0 0 0,1 0 0 0 0,-1 0-1 0 0,1 0 1 0 0,-1-1 0 0 0,1 1 0 0 0,-1 0 0 0 0,1-1-1 0 0,-1 0 1 0 0,4-1 0 0 0,3-2 15 0 0,0 0-1 0 0,-1 0 1 0 0,1-1 0 0 0,-1 0-1 0 0,10-8 1 0 0,0-2-3 0 0,0-1 1 0 0,0-1-1 0 0,-2-1 0 0 0,0 0 1 0 0,-1-1-1 0 0,15-25 0 0 0,-5 2-44 0 0,-3-2 0 0 0,19-47 0 0 0,-40 88 4 0 0,1-1 2 0 0,0-1 0 0 0,-1 1-1 0 0,1 0 1 0 0,1 0 0 0 0,-1 0-1 0 0,6-6 1 0 0,-7 9-72 0 0,-2 4 17 0 0,-10 56-21 0 0,-8 54 10 0 0,17-95 141 0 0,1 0 0 0 0,1 1 1 0 0,0-1-1 0 0,3 21 0 0 0,-1-33 49 0 0,-1 0-1 0 0,1 0 1 0 0,0 0-1 0 0,0 0 1 0 0,0 0-1 0 0,1 0 1 0 0,7 10-1 0 0,-10-14-71 0 0,1-1-1 0 0,0 0 0 0 0,0 1 1 0 0,0-1-1 0 0,0 0 0 0 0,0 0 1 0 0,0 0-1 0 0,0 0 0 0 0,1 0 1 0 0,-1 0-1 0 0,0 0 0 0 0,1 0 1 0 0,-1 0-1 0 0,1-1 0 0 0,-1 1 0 0 0,0 0 1 0 0,1-1-1 0 0,0 1 0 0 0,-1-1 1 0 0,1 0-1 0 0,-1 0 0 0 0,1 1 1 0 0,-1-1-1 0 0,1 0 0 0 0,0 0 1 0 0,-1 0-1 0 0,1-1 0 0 0,-1 1 1 0 0,1 0-1 0 0,-1 0 0 0 0,1-1 1 0 0,-1 1-1 0 0,1-1 0 0 0,-1 0 1 0 0,1 1-1 0 0,2-3 0 0 0,1-1 61 0 0,0 0-1 0 0,0 0 1 0 0,0 0 0 0 0,-1-1-1 0 0,1 0 1 0 0,-1 0 0 0 0,5-9-1 0 0,22-40 401 0 0,-30 52-496 0 0,17-35 182 0 0,-2-1 0 0 0,-1-1-1 0 0,-2 0 1 0 0,-2-1 0 0 0,12-79 0 0 0,-18 90-232 0 0,-2 17-143 0 0,-1 0 0 0 0,-1 0 0 0 0,0 0 1 0 0,-1-1-1 0 0,-1-12 0 0 0,0 18-529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22111 0 0,'0'0'505'0'0,"3"1"73"0"0,2 2-421 0 0,-1 0 0 0 0,1 0 0 0 0,-1 0 1 0 0,1 0-1 0 0,-1 1 0 0 0,0-1 0 0 0,0 1 1 0 0,0 0-1 0 0,-1 0 0 0 0,1 1 0 0 0,4 7 0 0 0,-8-10-121 0 0,1-1 0 0 0,-1 0 0 0 0,0 0 0 0 0,0 1 0 0 0,0-1 0 0 0,0 0 0 0 0,0 1 0 0 0,0-1 0 0 0,0 0 0 0 0,0 1 0 0 0,0-1 0 0 0,0 0 0 0 0,-1 0 0 0 0,1 1 0 0 0,0-1 0 0 0,-2 2 0 0 0,-10 18-92 0 0,12-20 75 0 0,-17 22 37 0 0,-11 17 96 0 0,27-37-99 0 0,2-1-59 0 0,-1-1 0 0 0,1 1 0 0 0,0-1 0 0 0,0 1 0 0 0,-1-1 0 0 0,1 0 0 0 0,0 1 0 0 0,0-1 0 0 0,0 0 0 0 0,0 0 0 0 0,0 0 0 0 0,1 1 0 0 0,-1-1 0 0 0,0 0 0 0 0,0 0 0 0 0,1-1 0 0 0,-1 1 0 0 0,1 0 0 0 0,-1 0 0 0 0,1-1 0 0 0,-1 1 0 0 0,1-1 0 0 0,-1 1 0 0 0,4 0 0 0 0,-1 0-21 0 0,7 1-119 0 0,-1 1 1 0 0,1-2-1 0 0,0 1 1 0 0,-1-2-1 0 0,1 1 0 0 0,13-2 1 0 0,1-2-2187 0 0,38-9 1 0 0,-42 7 345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6447 0 0,'0'0'499'0'0,"7"-4"-177"0"0,-3 3 2923 0 0,66-18 9809 0 0,-4 1-9156 0 0,-31 10-3533 0 0,1 0 0 0 0,50-3-1 0 0,-6 2-131 0 0,-49 4-1135 0 0,38 0 0 0 0,-67 5 32 0 0</inkml:trace>
  <inkml:trace contextRef="#ctx0" brushRef="#br0" timeOffset="1">56 263 17071 0 0,'0'2'786'0'0,"-3"9"92"0"0,3-8-817 0 0,-1-1 1 0 0,0 0-1 0 0,1 0 1 0 0,0 0-1 0 0,-1 0 1 0 0,1 1-1 0 0,0-1 0 0 0,0 0 1 0 0,0 0-1 0 0,0 1 1 0 0,1-1-1 0 0,-1 0 1 0 0,0 0-1 0 0,1 0 1 0 0,0 0-1 0 0,-1 0 1 0 0,1 1-1 0 0,0-1 1 0 0,0 0-1 0 0,0-1 1 0 0,2 3-1 0 0,0 0 386 0 0,1 0 1 0 0,0 0-1 0 0,0 0 0 0 0,0-1 0 0 0,1 0 0 0 0,-1 0 0 0 0,1 0 1 0 0,-1 0-1 0 0,1-1 0 0 0,6 3 0 0 0,8 1 329 0 0,28 6-1 0 0,-25-6-328 0 0,-5-2-363 0 0,8 2-316 0 0,0 1 0 0 0,-1 1 0 0 0,47 22 0 0 0,-58-23-1489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1 919 0 0,'0'0'15986'0'0,"-8"-1"-14673"0"0,-10 7-844 0 0,18-6-458 0 0,0 1-1 0 0,0-1 1 0 0,0 0-1 0 0,0 0 1 0 0,-1 0 0 0 0,1 0-1 0 0,0 0 1 0 0,0 0-1 0 0,0 0 1 0 0,0 0-1 0 0,0 0 1 0 0,-1 1 0 0 0,1-1-1 0 0,0 0 1 0 0,0 0-1 0 0,0 0 1 0 0,0 0-1 0 0,0 0 1 0 0,0 1 0 0 0,0-1-1 0 0,0 0 1 0 0,-1 0-1 0 0,1 0 1 0 0,0 0-1 0 0,0 1 1 0 0,0-1 0 0 0,0 0-1 0 0,0 0 1 0 0,0 0-1 0 0,0 0 1 0 0,0 1-1 0 0,0-1 1 0 0,0 0 0 0 0,0 0-1 0 0,0 0 1 0 0,0 0-1 0 0,0 1 1 0 0,0-1-1 0 0,1 0 1 0 0,-1 0 0 0 0,0 0-1 0 0,0 0 1 0 0,0 1-1 0 0,0-1 1 0 0,0 0-1 0 0,0 0 1 0 0,0 0 0 0 0,0 0-1 0 0,1 0 1 0 0,-1 1-1 0 0,0-1 1 0 0,0 0-1 0 0,0 0 1 0 0,0 0 0 0 0,0 0-1 0 0,1 0 1 0 0,15 10 1326 0 0,23 5 723 0 0,-1-5-1375 0 0,1-2 0 0 0,1-1 0 0 0,70 3 0 0 0,-72-7-297 0 0,-35-3-358 0 0,13 2 137 0 0,0-1 0 0 0,0-1 1 0 0,0 0-1 0 0,0-2 0 0 0,0 1 0 0 0,19-6 0 0 0,-33 6-87 0 0,9-16-152 0 0,-10 15-113 0 0,1-10-1728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6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30 140 15287 0 0,'-14'-1'698'0'0,"12"1"-10"0"0,0 0-510 0 0,-10 3 5874 0 0,94-7-3962 0 0,145-27 0 0 0,-144 17-1471 0 0,191-32 437 0 0,-4 11-619 0 0,-185 26-336 0 0,-56 7-342 0 0,-28 2-16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9215 0 0,'-4'7'176'0'0,"0"0"-1"0"0,1 0 0 0 0,-1 1 1 0 0,1 0-1 0 0,-3 15 0 0 0,-6 44 1624 0 0,9-41 418 0 0,-19 174 4716 0 0,-10 58-6668 0 0,28-247-264 0 0,-1 3-3748 0 0,-3-34-1761 0 0,5 1 3320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 2759 0 0,'1'-2'6'0'0,"3"-13"47"0"0,1 0 0 0 0,1 1 1 0 0,1-1-1 0 0,11-19 0 0 0,14-11 1934 0 0,-21 30 554 0 0,1 0 0 0 0,22-20 0 0 0,-27 30-1566 0 0,-1 0 1 0 0,1 0-1 0 0,0 0 1 0 0,0 0-1 0 0,1 1 1 0 0,-1 0-1 0 0,15-4 0 0 0,-16 6-686 0 0,0 0-1 0 0,0 1 1 0 0,1 0-1 0 0,-1 1 1 0 0,0-1-1 0 0,0 1 1 0 0,7 1-1 0 0,-9-1-141 0 0,0 1-1 0 0,-1 0 0 0 0,1 0 1 0 0,0 0-1 0 0,-1 0 0 0 0,1 1 1 0 0,-1 0-1 0 0,1-1 0 0 0,-1 1 1 0 0,0 0-1 0 0,0 1 0 0 0,0-1 0 0 0,0 0 1 0 0,0 1-1 0 0,4 5 0 0 0,-5-6-106 0 0,0 0-1 0 0,0 1 1 0 0,-1-1 0 0 0,1 1-1 0 0,-1-1 1 0 0,0 1-1 0 0,0 0 1 0 0,0-1-1 0 0,0 1 1 0 0,0 0-1 0 0,0 0 1 0 0,-1 0-1 0 0,1 0 1 0 0,-1-1-1 0 0,0 1 1 0 0,0 0-1 0 0,0 0 1 0 0,0 0 0 0 0,-1 0-1 0 0,1 0 1 0 0,-2 3-1 0 0,-1 4-56 0 0,-1-1 1 0 0,0 1-1 0 0,-1-1 0 0 0,0 0 1 0 0,-1 0-1 0 0,1 0 0 0 0,-2-1 1 0 0,1 0-1 0 0,-1 0 0 0 0,0-1 1 0 0,-1 0-1 0 0,-10 8 0 0 0,-4 0-451 0 0,0-1-1 0 0,-2 0 0 0 0,-37 15 0 0 0,48-23 232 0 0,-28 13-520 0 0,39-18 733 0 0,-1 1 0 0 0,1-1 0 0 0,0 1 0 0 0,0 0 0 0 0,0-1 0 0 0,0 1 0 0 0,0 0 0 0 0,0 0 0 0 0,1 0 0 0 0,-1 1 1 0 0,1-1-1 0 0,0 0 0 0 0,-3 5 0 0 0,4-5 50 0 0,0 0 1 0 0,0 1-1 0 0,-1-1 1 0 0,1 0 0 0 0,1 0-1 0 0,-1 1 1 0 0,0-1-1 0 0,1 0 1 0 0,-1 0-1 0 0,1 1 1 0 0,-1-1 0 0 0,1 0-1 0 0,0 0 1 0 0,0 0-1 0 0,0 0 1 0 0,0 0-1 0 0,1 0 1 0 0,2 3-1 0 0,1 3 114 0 0,1-1-1 0 0,0-1 0 0 0,10 9 0 0 0,5 2-26 0 0,1 0-1 0 0,0-2 1 0 0,1-1 0 0 0,1 0-1 0 0,31 12 1 0 0,-48-23-442 0 0,0-1 0 0 0,0 1 0 0 0,0-1 0 0 0,0-1 1 0 0,0 1-1 0 0,0-1 0 0 0,1 0 0 0 0,-1-1 0 0 0,0 0 0 0 0,1 0 0 0 0,-1-1 0 0 0,12-1 0 0 0,-6-3-7027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23 19695 0 0,'0'0'447'0'0,"-3"-8"1081"0"0,1 7-1404 0 0,-1-1 0 0 0,0 0 1 0 0,1 1-1 0 0,-1-1 0 0 0,0 1 1 0 0,0 0-1 0 0,1 0 0 0 0,-1 0 1 0 0,0 0-1 0 0,0 0 0 0 0,0 1 1 0 0,0-1-1 0 0,0 1 0 0 0,0 0 1 0 0,-1 0-1 0 0,1 0 0 0 0,0 1 1 0 0,0-1-1 0 0,-3 1 0 0 0,-7 2 477 0 0,1 0-1 0 0,-1 0 0 0 0,-14 7 1 0 0,21-7-587 0 0,-1 0 1 0 0,0 1 0 0 0,1 0 0 0 0,-1 0-1 0 0,1 0 1 0 0,0 1 0 0 0,1 0-1 0 0,-1 0 1 0 0,1 0 0 0 0,-6 8 0 0 0,5-5 7 0 0,0 1 0 0 0,1 0 0 0 0,0 0 1 0 0,0 1-1 0 0,1-1 0 0 0,-5 18 0 0 0,5-10-3 0 0,0 1-1 0 0,1-1 0 0 0,1 1 0 0 0,1-1 0 0 0,1 1 1 0 0,0 0-1 0 0,1-1 0 0 0,5 27 0 0 0,-3-35-25 0 0,-1 0 0 0 0,1-1 0 0 0,1 1-1 0 0,0-1 1 0 0,0 0 0 0 0,1 0 0 0 0,0 0 0 0 0,0-1 0 0 0,1 1-1 0 0,-1-1 1 0 0,2 0 0 0 0,-1-1 0 0 0,1 0 0 0 0,0 0 0 0 0,0 0-1 0 0,1-1 1 0 0,-1 0 0 0 0,1 0 0 0 0,1-1 0 0 0,-1 0 0 0 0,0-1-1 0 0,1 0 1 0 0,0 0 0 0 0,0 0 0 0 0,0-1 0 0 0,0-1 0 0 0,0 0-1 0 0,0 0 1 0 0,0 0 0 0 0,0-1 0 0 0,13-2 0 0 0,-19 1-63 0 0,0 1 0 0 0,0-1 0 0 0,0 0 0 0 0,0 0 0 0 0,0-1 0 0 0,0 1 0 0 0,0-1 0 0 0,-1 1 0 0 0,1-1 0 0 0,0 0 0 0 0,-1 0 0 0 0,1 0 0 0 0,-1 0 0 0 0,0-1 0 0 0,0 1 1 0 0,2-3-1 0 0,2-4-1216 0 0,0-1 0 0 0,-1 1 1 0 0,5-15-1 0 0,-5 14-398 0 0,0-3-5319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3T03:12:5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19207 0 0,'0'0'878'0'0,"2"1"-20"0"0,4 1-458 0 0,-1 1 0 0 0,1-1 0 0 0,0 0 0 0 0,1 0-1 0 0,-1-1 1 0 0,0 0 0 0 0,8 0 0 0 0,-9 0 69 0 0,1 0 0 0 0,0 0 0 0 0,0 0 1 0 0,0 0-1 0 0,-1 1 0 0 0,1 0 0 0 0,0 0 0 0 0,5 4 0 0 0,-9-5-457 0 0,0 0-1 0 0,-1 1 1 0 0,1-1-1 0 0,-1 1 0 0 0,0 0 1 0 0,0-1-1 0 0,1 1 1 0 0,-1 0-1 0 0,0 0 1 0 0,0 0-1 0 0,-1 0 0 0 0,1 0 1 0 0,0 0-1 0 0,-1 0 1 0 0,1 0-1 0 0,-1 0 0 0 0,0 0 1 0 0,1 0-1 0 0,-1 0 1 0 0,0 0-1 0 0,0 1 1 0 0,-1-1-1 0 0,1 0 0 0 0,-1 3 1 0 0,-1 5 27 0 0,0 0 0 0 0,-1-1 1 0 0,-5 15-1 0 0,5-17-33 0 0,0 0 1 0 0,1 0-1 0 0,0 0 1 0 0,0 1-1 0 0,0-1 0 0 0,1 0 1 0 0,0 1-1 0 0,1-1 1 0 0,0 13-1 0 0,5-12-6 0 0,-2-6-35 0 0,0 1 0 0 0,1-1 0 0 0,-1 0 0 0 0,1 0 0 0 0,0-1 0 0 0,0 1 0 0 0,0-1 0 0 0,0 1 0 0 0,0-1 0 0 0,0 0 0 0 0,0-1-1 0 0,5 1 1 0 0,9 0-333 0 0,27-2 0 0 0,-31 0 256 0 0,-1 0-1134 0 0,1 0 0 0 0,0-2 0 0 0,17-4 0 0 0,-15 2-7042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F53F8F5-CBA8-4926-844A-B4EC1895904A}" type="datetimeFigureOut">
              <a:rPr lang="zh-CN" altLang="en-US" smtClean="0"/>
              <a:pPr/>
              <a:t>2024/11/19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715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FAFB70-9D17-41CF-BAD3-20B9AF297E42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5417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FD79BB-E441-482E-9E31-AA206053D92E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017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5F26D9-5ECA-4BEB-B503-835C3202E049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942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BCF483-677F-4096-AE54-A598E4E5AD48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884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BCF483-677F-4096-AE54-A598E4E5AD48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973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BCF483-677F-4096-AE54-A598E4E5AD48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222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69A43D-85D2-4617-86D7-75FBD33AF177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124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5263AB-EA24-4C91-9CD8-EBCB41B29855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870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9491A2-0E12-48E9-A04D-17C89D0AD8B9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422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9491A2-0E12-48E9-A04D-17C89D0AD8B9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075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FF5E8C-12F6-4B3E-A75C-88483975080F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871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B12650-F2B9-4950-8B08-45EC9FC5ADF2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8304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2D7140-29A5-42CB-8656-07CE2FD72675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964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0F3450-2E8E-4320-88C8-C6EC5DB10A7A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7546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D22D16-5AB1-4DA4-8F8E-8A8F384EF506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7560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40CDD1-1C31-4096-A605-017585D7EB5E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900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C4CE1F-1CA8-41B9-8DB7-DED2B924BB55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254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DDDAF4-CABD-4D72-AE9B-68786536FCD8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4156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4061BB-B8BD-4A88-83DD-E063C0FA98D8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263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71EA1C-1A5C-4675-8709-7AE686EFB924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230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793EFF-231B-48F9-A845-193AA09BF934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1333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7732E7-0954-4B8C-BBAD-DE0F13AA8B3D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03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0E5E-DD77-4521-B40B-EAF979072A00}" type="datetime1">
              <a:rPr lang="en-US" altLang="zh-CN" smtClean="0"/>
              <a:t>11/19/24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71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43D6-3B8B-46E3-AA3D-5DA5B4E2F9F6}" type="datetime1">
              <a:rPr lang="en-US" altLang="zh-CN" smtClean="0"/>
              <a:t>11/19/24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131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2092-E1EE-4CD1-99FB-D4991E23A7FD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40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9A18-A8C7-4F94-B073-22BAD721E84C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75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21DE7-C7C2-4B7E-BA2F-64A481920190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37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96DC-0F37-41EA-8F49-7D2D1C4C5E31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99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05AF-A644-4508-A658-003C838E8AAA}" type="datetime1">
              <a:rPr lang="en-US" altLang="zh-CN" smtClean="0"/>
              <a:t>11/19/24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5A365F3-438F-41E8-8837-72A33FC54988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5024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78E9-B0AA-4908-A33D-502047D4CA0A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45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50BF-5C92-445B-A89B-89234FF3375A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70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E171-FB02-4183-93B0-C4D8E99B4A59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5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5FC8-6B68-4A3F-A7CF-B595817D7D26}" type="datetime1">
              <a:rPr lang="en-US" altLang="zh-CN" smtClean="0"/>
              <a:t>11/19/24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604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A8A8F-D833-4E7A-879D-7FF593F75F7D}" type="datetime1">
              <a:rPr lang="en-US" altLang="zh-CN" smtClean="0"/>
              <a:t>11/19/24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78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58114-9E3D-41AF-9FD9-38BE80FB59D2}" type="datetime1">
              <a:rPr lang="en-US" altLang="zh-CN" smtClean="0"/>
              <a:t>11/19/24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19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3.png"/><Relationship Id="rId5" Type="http://schemas.openxmlformats.org/officeDocument/2006/relationships/image" Target="../media/image10.jpeg"/><Relationship Id="rId10" Type="http://schemas.openxmlformats.org/officeDocument/2006/relationships/customXml" Target="../ink/ink1.xml"/><Relationship Id="rId4" Type="http://schemas.openxmlformats.org/officeDocument/2006/relationships/image" Target="../media/image810.png"/><Relationship Id="rId9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5.png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33.png"/><Relationship Id="rId42" Type="http://schemas.openxmlformats.org/officeDocument/2006/relationships/customXml" Target="../ink/ink21.xml"/><Relationship Id="rId47" Type="http://schemas.openxmlformats.org/officeDocument/2006/relationships/image" Target="../media/image46.png"/><Relationship Id="rId63" Type="http://schemas.openxmlformats.org/officeDocument/2006/relationships/image" Target="../media/image54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67.png"/><Relationship Id="rId16" Type="http://schemas.openxmlformats.org/officeDocument/2006/relationships/customXml" Target="../ink/ink8.xml"/><Relationship Id="rId11" Type="http://schemas.openxmlformats.org/officeDocument/2006/relationships/image" Target="../media/image28.png"/><Relationship Id="rId32" Type="http://schemas.openxmlformats.org/officeDocument/2006/relationships/customXml" Target="../ink/ink16.xml"/><Relationship Id="rId37" Type="http://schemas.openxmlformats.org/officeDocument/2006/relationships/image" Target="../media/image41.png"/><Relationship Id="rId53" Type="http://schemas.openxmlformats.org/officeDocument/2006/relationships/image" Target="../media/image49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62.png"/><Relationship Id="rId5" Type="http://schemas.openxmlformats.org/officeDocument/2006/relationships/image" Target="../media/image25.png"/><Relationship Id="rId90" Type="http://schemas.openxmlformats.org/officeDocument/2006/relationships/customXml" Target="../ink/ink45.xml"/><Relationship Id="rId95" Type="http://schemas.openxmlformats.org/officeDocument/2006/relationships/image" Target="../media/image70.png"/><Relationship Id="rId22" Type="http://schemas.openxmlformats.org/officeDocument/2006/relationships/customXml" Target="../ink/ink11.xml"/><Relationship Id="rId27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57.png"/><Relationship Id="rId80" Type="http://schemas.openxmlformats.org/officeDocument/2006/relationships/customXml" Target="../ink/ink40.xml"/><Relationship Id="rId85" Type="http://schemas.openxmlformats.org/officeDocument/2006/relationships/image" Target="../media/image65.png"/><Relationship Id="rId3" Type="http://schemas.openxmlformats.org/officeDocument/2006/relationships/image" Target="../media/image24.png"/><Relationship Id="rId12" Type="http://schemas.openxmlformats.org/officeDocument/2006/relationships/customXml" Target="../ink/ink6.xml"/><Relationship Id="rId17" Type="http://schemas.openxmlformats.org/officeDocument/2006/relationships/image" Target="../media/image31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52.png"/><Relationship Id="rId67" Type="http://schemas.openxmlformats.org/officeDocument/2006/relationships/image" Target="../media/image56.png"/><Relationship Id="rId20" Type="http://schemas.openxmlformats.org/officeDocument/2006/relationships/customXml" Target="../ink/ink10.xml"/><Relationship Id="rId41" Type="http://schemas.openxmlformats.org/officeDocument/2006/relationships/image" Target="../media/image43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60.png"/><Relationship Id="rId83" Type="http://schemas.openxmlformats.org/officeDocument/2006/relationships/image" Target="../media/image64.png"/><Relationship Id="rId88" Type="http://schemas.openxmlformats.org/officeDocument/2006/relationships/customXml" Target="../ink/ink44.xml"/><Relationship Id="rId91" Type="http://schemas.openxmlformats.org/officeDocument/2006/relationships/image" Target="../media/image68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47.png"/><Relationship Id="rId57" Type="http://schemas.openxmlformats.org/officeDocument/2006/relationships/image" Target="../media/image51.png"/><Relationship Id="rId10" Type="http://schemas.openxmlformats.org/officeDocument/2006/relationships/customXml" Target="../ink/ink5.xml"/><Relationship Id="rId31" Type="http://schemas.openxmlformats.org/officeDocument/2006/relationships/image" Target="../media/image38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55.png"/><Relationship Id="rId73" Type="http://schemas.openxmlformats.org/officeDocument/2006/relationships/image" Target="../media/image59.png"/><Relationship Id="rId78" Type="http://schemas.openxmlformats.org/officeDocument/2006/relationships/customXml" Target="../ink/ink39.xml"/><Relationship Id="rId81" Type="http://schemas.openxmlformats.org/officeDocument/2006/relationships/image" Target="../media/image63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72.png"/><Relationship Id="rId4" Type="http://schemas.openxmlformats.org/officeDocument/2006/relationships/customXml" Target="../ink/ink2.xml"/><Relationship Id="rId9" Type="http://schemas.openxmlformats.org/officeDocument/2006/relationships/image" Target="../media/image27.png"/><Relationship Id="rId13" Type="http://schemas.openxmlformats.org/officeDocument/2006/relationships/image" Target="../media/image29.png"/><Relationship Id="rId18" Type="http://schemas.openxmlformats.org/officeDocument/2006/relationships/customXml" Target="../ink/ink9.xml"/><Relationship Id="rId39" Type="http://schemas.openxmlformats.org/officeDocument/2006/relationships/image" Target="../media/image42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50.png"/><Relationship Id="rId76" Type="http://schemas.openxmlformats.org/officeDocument/2006/relationships/customXml" Target="../ink/ink38.xml"/><Relationship Id="rId97" Type="http://schemas.openxmlformats.org/officeDocument/2006/relationships/image" Target="../media/image71.png"/><Relationship Id="rId7" Type="http://schemas.openxmlformats.org/officeDocument/2006/relationships/image" Target="../media/image26.png"/><Relationship Id="rId71" Type="http://schemas.openxmlformats.org/officeDocument/2006/relationships/image" Target="../media/image58.png"/><Relationship Id="rId92" Type="http://schemas.openxmlformats.org/officeDocument/2006/relationships/customXml" Target="../ink/ink46.xml"/><Relationship Id="rId2" Type="http://schemas.openxmlformats.org/officeDocument/2006/relationships/image" Target="../media/image23.png"/><Relationship Id="rId29" Type="http://schemas.openxmlformats.org/officeDocument/2006/relationships/image" Target="../media/image37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45.png"/><Relationship Id="rId66" Type="http://schemas.openxmlformats.org/officeDocument/2006/relationships/customXml" Target="../ink/ink33.xml"/><Relationship Id="rId87" Type="http://schemas.openxmlformats.org/officeDocument/2006/relationships/image" Target="../media/image66.png"/><Relationship Id="rId61" Type="http://schemas.openxmlformats.org/officeDocument/2006/relationships/image" Target="../media/image53.png"/><Relationship Id="rId82" Type="http://schemas.openxmlformats.org/officeDocument/2006/relationships/customXml" Target="../ink/ink41.xml"/><Relationship Id="rId19" Type="http://schemas.openxmlformats.org/officeDocument/2006/relationships/image" Target="../media/image32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40.png"/><Relationship Id="rId56" Type="http://schemas.openxmlformats.org/officeDocument/2006/relationships/customXml" Target="../ink/ink28.xml"/><Relationship Id="rId77" Type="http://schemas.openxmlformats.org/officeDocument/2006/relationships/image" Target="../media/image61.png"/><Relationship Id="rId8" Type="http://schemas.openxmlformats.org/officeDocument/2006/relationships/customXml" Target="../ink/ink4.xml"/><Relationship Id="rId51" Type="http://schemas.openxmlformats.org/officeDocument/2006/relationships/image" Target="../media/image48.png"/><Relationship Id="rId72" Type="http://schemas.openxmlformats.org/officeDocument/2006/relationships/customXml" Target="../ink/ink36.xml"/><Relationship Id="rId93" Type="http://schemas.openxmlformats.org/officeDocument/2006/relationships/image" Target="../media/image69.png"/><Relationship Id="rId98" Type="http://schemas.openxmlformats.org/officeDocument/2006/relationships/customXml" Target="../ink/ink4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customXml" Target="../ink/ink54.xml"/><Relationship Id="rId18" Type="http://schemas.openxmlformats.org/officeDocument/2006/relationships/image" Target="../media/image82.png"/><Relationship Id="rId26" Type="http://schemas.openxmlformats.org/officeDocument/2006/relationships/image" Target="../media/image86.png"/><Relationship Id="rId3" Type="http://schemas.openxmlformats.org/officeDocument/2006/relationships/image" Target="../media/image331.png"/><Relationship Id="rId21" Type="http://schemas.openxmlformats.org/officeDocument/2006/relationships/customXml" Target="../ink/ink58.xml"/><Relationship Id="rId7" Type="http://schemas.openxmlformats.org/officeDocument/2006/relationships/customXml" Target="../ink/ink51.xml"/><Relationship Id="rId12" Type="http://schemas.openxmlformats.org/officeDocument/2006/relationships/image" Target="../media/image79.png"/><Relationship Id="rId17" Type="http://schemas.openxmlformats.org/officeDocument/2006/relationships/customXml" Target="../ink/ink56.xml"/><Relationship Id="rId25" Type="http://schemas.openxmlformats.org/officeDocument/2006/relationships/customXml" Target="../ink/ink60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1.png"/><Relationship Id="rId20" Type="http://schemas.openxmlformats.org/officeDocument/2006/relationships/image" Target="../media/image83.png"/><Relationship Id="rId29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customXml" Target="../ink/ink53.xml"/><Relationship Id="rId24" Type="http://schemas.openxmlformats.org/officeDocument/2006/relationships/image" Target="../media/image85.png"/><Relationship Id="rId5" Type="http://schemas.openxmlformats.org/officeDocument/2006/relationships/customXml" Target="../ink/ink50.xml"/><Relationship Id="rId15" Type="http://schemas.openxmlformats.org/officeDocument/2006/relationships/customXml" Target="../ink/ink55.xml"/><Relationship Id="rId23" Type="http://schemas.openxmlformats.org/officeDocument/2006/relationships/customXml" Target="../ink/ink59.xml"/><Relationship Id="rId28" Type="http://schemas.openxmlformats.org/officeDocument/2006/relationships/image" Target="../media/image87.png"/><Relationship Id="rId10" Type="http://schemas.openxmlformats.org/officeDocument/2006/relationships/image" Target="../media/image78.png"/><Relationship Id="rId19" Type="http://schemas.openxmlformats.org/officeDocument/2006/relationships/customXml" Target="../ink/ink57.xml"/><Relationship Id="rId4" Type="http://schemas.openxmlformats.org/officeDocument/2006/relationships/image" Target="../media/image73.png"/><Relationship Id="rId9" Type="http://schemas.openxmlformats.org/officeDocument/2006/relationships/customXml" Target="../ink/ink52.xml"/><Relationship Id="rId14" Type="http://schemas.openxmlformats.org/officeDocument/2006/relationships/image" Target="../media/image80.png"/><Relationship Id="rId22" Type="http://schemas.openxmlformats.org/officeDocument/2006/relationships/image" Target="../media/image84.png"/><Relationship Id="rId27" Type="http://schemas.openxmlformats.org/officeDocument/2006/relationships/customXml" Target="../ink/ink61.xml"/><Relationship Id="rId30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13" Type="http://schemas.openxmlformats.org/officeDocument/2006/relationships/image" Target="../media/image97.png"/><Relationship Id="rId3" Type="http://schemas.openxmlformats.org/officeDocument/2006/relationships/image" Target="../media/image440.png"/><Relationship Id="rId7" Type="http://schemas.openxmlformats.org/officeDocument/2006/relationships/image" Target="../media/image481.png"/><Relationship Id="rId12" Type="http://schemas.openxmlformats.org/officeDocument/2006/relationships/customXml" Target="../ink/ink65.xml"/><Relationship Id="rId17" Type="http://schemas.openxmlformats.org/officeDocument/2006/relationships/image" Target="../media/image99.png"/><Relationship Id="rId2" Type="http://schemas.openxmlformats.org/officeDocument/2006/relationships/image" Target="../media/image430.png"/><Relationship Id="rId16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96.png"/><Relationship Id="rId5" Type="http://schemas.openxmlformats.org/officeDocument/2006/relationships/image" Target="../media/image460.png"/><Relationship Id="rId15" Type="http://schemas.openxmlformats.org/officeDocument/2006/relationships/image" Target="../media/image98.png"/><Relationship Id="rId10" Type="http://schemas.openxmlformats.org/officeDocument/2006/relationships/customXml" Target="../ink/ink64.xml"/><Relationship Id="rId4" Type="http://schemas.openxmlformats.org/officeDocument/2006/relationships/image" Target="../media/image450.png"/><Relationship Id="rId9" Type="http://schemas.openxmlformats.org/officeDocument/2006/relationships/image" Target="../media/image950.png"/><Relationship Id="rId14" Type="http://schemas.openxmlformats.org/officeDocument/2006/relationships/customXml" Target="../ink/ink6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104.png"/><Relationship Id="rId3" Type="http://schemas.openxmlformats.org/officeDocument/2006/relationships/image" Target="../media/image490.png"/><Relationship Id="rId7" Type="http://schemas.openxmlformats.org/officeDocument/2006/relationships/image" Target="../media/image101.png"/><Relationship Id="rId12" Type="http://schemas.openxmlformats.org/officeDocument/2006/relationships/customXml" Target="../ink/ink71.xml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11" Type="http://schemas.openxmlformats.org/officeDocument/2006/relationships/image" Target="../media/image103.png"/><Relationship Id="rId5" Type="http://schemas.openxmlformats.org/officeDocument/2006/relationships/image" Target="../media/image510.png"/><Relationship Id="rId15" Type="http://schemas.openxmlformats.org/officeDocument/2006/relationships/image" Target="../media/image105.png"/><Relationship Id="rId10" Type="http://schemas.openxmlformats.org/officeDocument/2006/relationships/customXml" Target="../ink/ink70.xml"/><Relationship Id="rId4" Type="http://schemas.openxmlformats.org/officeDocument/2006/relationships/image" Target="../media/image100.png"/><Relationship Id="rId9" Type="http://schemas.openxmlformats.org/officeDocument/2006/relationships/image" Target="../media/image102.png"/><Relationship Id="rId14" Type="http://schemas.openxmlformats.org/officeDocument/2006/relationships/customXml" Target="../ink/ink7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wmf"/><Relationship Id="rId11" Type="http://schemas.openxmlformats.org/officeDocument/2006/relationships/image" Target="../media/image108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4.wmf"/><Relationship Id="rId7" Type="http://schemas.openxmlformats.org/officeDocument/2006/relationships/image" Target="../media/image800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7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0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0" Type="http://schemas.openxmlformats.org/officeDocument/2006/relationships/customXml" Target="../ink/ink73.xml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6.png"/><Relationship Id="rId10" Type="http://schemas.openxmlformats.org/officeDocument/2006/relationships/image" Target="../media/image137.png"/><Relationship Id="rId4" Type="http://schemas.openxmlformats.org/officeDocument/2006/relationships/image" Target="../media/image123.png"/><Relationship Id="rId9" Type="http://schemas.openxmlformats.org/officeDocument/2006/relationships/image" Target="../media/image1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4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7" Type="http://schemas.openxmlformats.org/officeDocument/2006/relationships/image" Target="../media/image150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8.wmf"/><Relationship Id="rId9" Type="http://schemas.openxmlformats.org/officeDocument/2006/relationships/image" Target="../media/image16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8.wmf"/><Relationship Id="rId9" Type="http://schemas.openxmlformats.org/officeDocument/2006/relationships/image" Target="../media/image16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830.png"/><Relationship Id="rId5" Type="http://schemas.openxmlformats.org/officeDocument/2006/relationships/image" Target="../media/image169.png"/><Relationship Id="rId10" Type="http://schemas.openxmlformats.org/officeDocument/2006/relationships/customXml" Target="../ink/ink74.xml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180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79.png"/><Relationship Id="rId4" Type="http://schemas.openxmlformats.org/officeDocument/2006/relationships/image" Target="../media/image178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wmf"/><Relationship Id="rId4" Type="http://schemas.openxmlformats.org/officeDocument/2006/relationships/oleObject" Target="../embeddings/oleObject21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60.png"/><Relationship Id="rId18" Type="http://schemas.openxmlformats.org/officeDocument/2006/relationships/customXml" Target="../ink/ink81.xml"/><Relationship Id="rId26" Type="http://schemas.openxmlformats.org/officeDocument/2006/relationships/customXml" Target="../ink/ink85.xml"/><Relationship Id="rId39" Type="http://schemas.openxmlformats.org/officeDocument/2006/relationships/image" Target="../media/image2190.png"/><Relationship Id="rId21" Type="http://schemas.openxmlformats.org/officeDocument/2006/relationships/image" Target="../media/image2100.png"/><Relationship Id="rId34" Type="http://schemas.openxmlformats.org/officeDocument/2006/relationships/customXml" Target="../ink/ink89.xml"/><Relationship Id="rId42" Type="http://schemas.openxmlformats.org/officeDocument/2006/relationships/customXml" Target="../ink/ink93.xml"/><Relationship Id="rId7" Type="http://schemas.openxmlformats.org/officeDocument/2006/relationships/image" Target="../media/image2030.png"/><Relationship Id="rId2" Type="http://schemas.openxmlformats.org/officeDocument/2006/relationships/image" Target="../media/image190.png"/><Relationship Id="rId16" Type="http://schemas.openxmlformats.org/officeDocument/2006/relationships/customXml" Target="../ink/ink80.xml"/><Relationship Id="rId29" Type="http://schemas.openxmlformats.org/officeDocument/2006/relationships/image" Target="../media/image21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.xml"/><Relationship Id="rId11" Type="http://schemas.openxmlformats.org/officeDocument/2006/relationships/image" Target="../media/image2050.png"/><Relationship Id="rId24" Type="http://schemas.openxmlformats.org/officeDocument/2006/relationships/customXml" Target="../ink/ink84.xml"/><Relationship Id="rId32" Type="http://schemas.openxmlformats.org/officeDocument/2006/relationships/customXml" Target="../ink/ink88.xml"/><Relationship Id="rId37" Type="http://schemas.openxmlformats.org/officeDocument/2006/relationships/image" Target="../media/image2180.png"/><Relationship Id="rId40" Type="http://schemas.openxmlformats.org/officeDocument/2006/relationships/customXml" Target="../ink/ink92.xml"/><Relationship Id="rId45" Type="http://schemas.openxmlformats.org/officeDocument/2006/relationships/image" Target="../media/image222.png"/><Relationship Id="rId5" Type="http://schemas.openxmlformats.org/officeDocument/2006/relationships/image" Target="../media/image192.png"/><Relationship Id="rId15" Type="http://schemas.openxmlformats.org/officeDocument/2006/relationships/image" Target="../media/image2070.png"/><Relationship Id="rId23" Type="http://schemas.openxmlformats.org/officeDocument/2006/relationships/image" Target="../media/image2110.png"/><Relationship Id="rId28" Type="http://schemas.openxmlformats.org/officeDocument/2006/relationships/customXml" Target="../ink/ink86.xml"/><Relationship Id="rId36" Type="http://schemas.openxmlformats.org/officeDocument/2006/relationships/customXml" Target="../ink/ink90.xml"/><Relationship Id="rId10" Type="http://schemas.openxmlformats.org/officeDocument/2006/relationships/customXml" Target="../ink/ink77.xml"/><Relationship Id="rId19" Type="http://schemas.openxmlformats.org/officeDocument/2006/relationships/image" Target="../media/image2090.png"/><Relationship Id="rId31" Type="http://schemas.openxmlformats.org/officeDocument/2006/relationships/image" Target="../media/image2150.png"/><Relationship Id="rId44" Type="http://schemas.openxmlformats.org/officeDocument/2006/relationships/customXml" Target="../ink/ink94.xml"/><Relationship Id="rId4" Type="http://schemas.openxmlformats.org/officeDocument/2006/relationships/image" Target="../media/image191.wmf"/><Relationship Id="rId9" Type="http://schemas.openxmlformats.org/officeDocument/2006/relationships/image" Target="../media/image2040.png"/><Relationship Id="rId14" Type="http://schemas.openxmlformats.org/officeDocument/2006/relationships/customXml" Target="../ink/ink79.xml"/><Relationship Id="rId22" Type="http://schemas.openxmlformats.org/officeDocument/2006/relationships/customXml" Target="../ink/ink83.xml"/><Relationship Id="rId27" Type="http://schemas.openxmlformats.org/officeDocument/2006/relationships/image" Target="../media/image2130.png"/><Relationship Id="rId30" Type="http://schemas.openxmlformats.org/officeDocument/2006/relationships/customXml" Target="../ink/ink87.xml"/><Relationship Id="rId35" Type="http://schemas.openxmlformats.org/officeDocument/2006/relationships/image" Target="../media/image2170.png"/><Relationship Id="rId43" Type="http://schemas.openxmlformats.org/officeDocument/2006/relationships/image" Target="../media/image2210.png"/><Relationship Id="rId8" Type="http://schemas.openxmlformats.org/officeDocument/2006/relationships/customXml" Target="../ink/ink76.xml"/><Relationship Id="rId3" Type="http://schemas.openxmlformats.org/officeDocument/2006/relationships/oleObject" Target="../embeddings/oleObject22.bin"/><Relationship Id="rId12" Type="http://schemas.openxmlformats.org/officeDocument/2006/relationships/customXml" Target="../ink/ink78.xml"/><Relationship Id="rId17" Type="http://schemas.openxmlformats.org/officeDocument/2006/relationships/image" Target="../media/image2080.png"/><Relationship Id="rId25" Type="http://schemas.openxmlformats.org/officeDocument/2006/relationships/image" Target="../media/image2120.png"/><Relationship Id="rId33" Type="http://schemas.openxmlformats.org/officeDocument/2006/relationships/image" Target="../media/image2160.png"/><Relationship Id="rId38" Type="http://schemas.openxmlformats.org/officeDocument/2006/relationships/customXml" Target="../ink/ink91.xml"/><Relationship Id="rId20" Type="http://schemas.openxmlformats.org/officeDocument/2006/relationships/customXml" Target="../ink/ink82.xml"/><Relationship Id="rId41" Type="http://schemas.openxmlformats.org/officeDocument/2006/relationships/image" Target="../media/image220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ECE 2001 Basic Circuit Theory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9</a:t>
            </a:r>
          </a:p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Response and Introduction to Filters</a:t>
            </a:r>
          </a:p>
        </p:txBody>
      </p:sp>
    </p:spTree>
    <p:extLst>
      <p:ext uri="{BB962C8B-B14F-4D97-AF65-F5344CB8AC3E}">
        <p14:creationId xmlns:p14="http://schemas.microsoft.com/office/powerpoint/2010/main" val="421851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dirty="0"/>
              <a:t>Frequency response, transfer function, and Bode plots</a:t>
            </a:r>
          </a:p>
          <a:p>
            <a:pPr marL="514350" indent="-5143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dirty="0"/>
              <a:t>Resonance</a:t>
            </a:r>
          </a:p>
          <a:p>
            <a:pPr marL="514350" indent="-5143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dirty="0"/>
              <a:t>Introduction to filters</a:t>
            </a:r>
          </a:p>
        </p:txBody>
      </p:sp>
      <p:sp>
        <p:nvSpPr>
          <p:cNvPr id="614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9F0414-3219-44C7-802A-47D44204BB8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309" y="5011223"/>
            <a:ext cx="3290711" cy="13875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195" y="4630860"/>
            <a:ext cx="3390900" cy="136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4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Part I. Frequency Response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86312"/>
          </a:xfrm>
        </p:spPr>
        <p:txBody>
          <a:bodyPr>
            <a:noAutofit/>
          </a:bodyPr>
          <a:lstStyle/>
          <a:p>
            <a:pPr algn="just"/>
            <a:r>
              <a:rPr lang="en-GB" altLang="en-US" dirty="0"/>
              <a:t>In our sinusoidal circuit analysis, we have learned how to find voltages and currents in a circuit with a constant frequency source. </a:t>
            </a:r>
          </a:p>
          <a:p>
            <a:pPr algn="just"/>
            <a:r>
              <a:rPr lang="en-US" altLang="zh-CN" dirty="0"/>
              <a:t>When a linear, time invariant (LTI) circuit is excited by a sinusoid, it’s output is a sinusoid at the same frequency. </a:t>
            </a:r>
          </a:p>
          <a:p>
            <a:pPr lvl="1" algn="just"/>
            <a:r>
              <a:rPr lang="en-US" altLang="zh-CN" dirty="0"/>
              <a:t>Only the </a:t>
            </a:r>
            <a:r>
              <a:rPr lang="en-US" altLang="zh-CN" dirty="0">
                <a:solidFill>
                  <a:schemeClr val="accent5"/>
                </a:solidFill>
              </a:rPr>
              <a:t>magnitude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chemeClr val="accent5"/>
                </a:solidFill>
              </a:rPr>
              <a:t>phase</a:t>
            </a:r>
            <a:r>
              <a:rPr lang="en-US" altLang="zh-CN" dirty="0"/>
              <a:t> of the output differ from the input. </a:t>
            </a:r>
            <a:endParaRPr lang="en-GB" alt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4CE07F-6A26-4BBB-95E2-601F5203BFB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5260" y="4332323"/>
            <a:ext cx="6146091" cy="1740486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13B7403-06E6-9E46-AA4E-C43678344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6714"/>
          <a:stretch/>
        </p:blipFill>
        <p:spPr bwMode="auto">
          <a:xfrm>
            <a:off x="1066445" y="4236582"/>
            <a:ext cx="2779998" cy="199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340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 Response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1171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/>
              <a:t>If we let the amplitude of the sinusoidal source remain constant and vary the frequency, we obtain the circuit’s </a:t>
            </a:r>
            <a:r>
              <a:rPr lang="en-GB" altLang="en-US" i="1" dirty="0">
                <a:solidFill>
                  <a:schemeClr val="accent5"/>
                </a:solidFill>
              </a:rPr>
              <a:t>frequency response</a:t>
            </a:r>
            <a:r>
              <a:rPr lang="en-GB" altLang="en-US" dirty="0"/>
              <a:t>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This is significant for applications involving filters, communications and control systems.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Filters play critical roles in blocking or passing specific frequencies or ranges of frequencies; without them, it would be impossible to have multiple channels of data in radio communications.</a:t>
            </a:r>
          </a:p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83733" y="2725460"/>
            <a:ext cx="10270067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en-US" sz="2800" i="1" dirty="0"/>
              <a:t>Frequency response is the variation in a circuit’s behavior with change in signal frequency.</a:t>
            </a:r>
          </a:p>
        </p:txBody>
      </p:sp>
    </p:spTree>
    <p:extLst>
      <p:ext uri="{BB962C8B-B14F-4D97-AF65-F5344CB8AC3E}">
        <p14:creationId xmlns:p14="http://schemas.microsoft.com/office/powerpoint/2010/main" val="363905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BC4A-2EAD-5EDF-DC5B-C9A29512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Communication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E372-396C-2C26-227C-08335273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08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2733" cy="1325563"/>
          </a:xfrm>
        </p:spPr>
        <p:txBody>
          <a:bodyPr/>
          <a:lstStyle/>
          <a:p>
            <a:r>
              <a:rPr lang="en-US" altLang="zh-CN" dirty="0"/>
              <a:t>Understanding Signals at Different Frequencies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62512"/>
          </a:xfrm>
        </p:spPr>
        <p:txBody>
          <a:bodyPr>
            <a:noAutofit/>
          </a:bodyPr>
          <a:lstStyle/>
          <a:p>
            <a:r>
              <a:rPr lang="en-US" altLang="zh-CN" dirty="0"/>
              <a:t>It might be a bit indirect since we cannot see or feel the frequencies.</a:t>
            </a:r>
          </a:p>
          <a:p>
            <a:r>
              <a:rPr lang="en-US" altLang="zh-CN" dirty="0"/>
              <a:t>Actually all real-world signals are sums of sinusoids components with different amplitudes, frequencies and phases.</a:t>
            </a:r>
          </a:p>
          <a:p>
            <a:r>
              <a:rPr lang="en-US" altLang="zh-CN" dirty="0"/>
              <a:t>For example, the sound and music. </a:t>
            </a:r>
          </a:p>
          <a:p>
            <a:pPr marL="3675063"/>
            <a:r>
              <a:rPr lang="en-US" altLang="zh-CN" dirty="0"/>
              <a:t>Through vibration, the sound wave is created and propagated. Our ears detect the frequency and perceive as the pitch of a musical tone. </a:t>
            </a:r>
          </a:p>
          <a:p>
            <a:pPr marL="3589338"/>
            <a:r>
              <a:rPr lang="en-US" altLang="zh-CN" dirty="0"/>
              <a:t>The higher the frequency of a waveform, the higher the pitch of the sound you hear.</a:t>
            </a:r>
          </a:p>
          <a:p>
            <a:pPr marL="3589338"/>
            <a:r>
              <a:rPr lang="en-US" altLang="zh-CN" dirty="0"/>
              <a:t>But normally, the sound wave is made up of waveforms with different frequencies.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AutoShape 2" descr="http://www.howmusicworks.org/Image/harmon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8" y="4965678"/>
            <a:ext cx="3694112" cy="15732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68" y="3598863"/>
            <a:ext cx="3532342" cy="104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5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 Range of Selected Signals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US" altLang="zh-CN" dirty="0"/>
              <a:t>When we listen to music, our ears respond differently to the various frequency components: some pleasing, whereas others are not. </a:t>
            </a:r>
          </a:p>
          <a:p>
            <a:pPr algn="just"/>
            <a:r>
              <a:rPr lang="en-US" altLang="zh-CN" dirty="0"/>
              <a:t>Design of signal-processing circuits for audio signals must consider how the circuit responds to components of different frequencies.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pic>
        <p:nvPicPr>
          <p:cNvPr id="84994" name="Picture 2" descr="Image result for Chromatic Scale Notes frequen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43590"/>
            <a:ext cx="6255607" cy="279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99237" y="3933825"/>
            <a:ext cx="3649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/>
              <a:t>The frequency components of the signals (not only for sound) can be determined by theoretical analysis or by laboratory measurements (e.g. Spectrum Analyzer)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7747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88043"/>
                <a:ext cx="10515600" cy="190324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altLang="en-US" sz="2400" dirty="0"/>
                  <a:t>One useful way to analyze the frequency response of a circuit is the concept of the </a:t>
                </a:r>
                <a:r>
                  <a:rPr lang="en-US" altLang="en-US" sz="2400" b="1" i="1" u="sng" dirty="0">
                    <a:solidFill>
                      <a:schemeClr val="accent5"/>
                    </a:solidFill>
                  </a:rPr>
                  <a:t>Transfer Function H(</a:t>
                </a:r>
                <a:r>
                  <a:rPr lang="el-GR" altLang="en-US" sz="2400" b="1" i="1" u="sng" dirty="0">
                    <a:solidFill>
                      <a:schemeClr val="accent5"/>
                    </a:solidFill>
                  </a:rPr>
                  <a:t>ω</a:t>
                </a:r>
                <a:r>
                  <a:rPr lang="en-US" altLang="en-US" sz="2400" b="1" i="1" u="sng" dirty="0">
                    <a:solidFill>
                      <a:schemeClr val="accent5"/>
                    </a:solidFill>
                  </a:rPr>
                  <a:t>)</a:t>
                </a:r>
                <a:r>
                  <a:rPr lang="en-US" altLang="en-US" sz="2400" dirty="0"/>
                  <a:t>.</a:t>
                </a:r>
              </a:p>
              <a:p>
                <a:pPr algn="just"/>
                <a:r>
                  <a:rPr lang="en-US" altLang="en-US" sz="2400" dirty="0"/>
                  <a:t>It is the frequency dependent ratio of a forced function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en-US" sz="2400" i="1" dirty="0"/>
                  <a:t>(</a:t>
                </a:r>
                <a:r>
                  <a:rPr lang="el-GR" altLang="en-US" sz="2400" i="1" dirty="0"/>
                  <a:t>ω</a:t>
                </a:r>
                <a:r>
                  <a:rPr lang="en-US" altLang="en-US" sz="2400" i="1" dirty="0"/>
                  <a:t>)</a:t>
                </a:r>
                <a:r>
                  <a:rPr lang="en-GB" sz="2400" dirty="0"/>
                  <a:t> (output phasor</a:t>
                </a:r>
                <a:r>
                  <a:rPr lang="en-US" sz="2400" dirty="0"/>
                  <a:t>)</a:t>
                </a:r>
                <a:r>
                  <a:rPr lang="en-GB" sz="2400" dirty="0"/>
                  <a:t> </a:t>
                </a:r>
                <a:r>
                  <a:rPr lang="en-US" altLang="en-US" sz="2400" dirty="0"/>
                  <a:t>to the forcing function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en-US" sz="2400" i="1" dirty="0"/>
                  <a:t>(</a:t>
                </a:r>
                <a:r>
                  <a:rPr lang="el-GR" altLang="en-US" sz="2400" i="1" dirty="0"/>
                  <a:t>ω</a:t>
                </a:r>
                <a:r>
                  <a:rPr lang="en-US" altLang="en-US" sz="2400" i="1" dirty="0"/>
                  <a:t>)</a:t>
                </a:r>
                <a:r>
                  <a:rPr lang="el-GR" altLang="en-US" sz="2400" i="1" dirty="0"/>
                  <a:t> </a:t>
                </a:r>
                <a:r>
                  <a:rPr lang="en-GB" sz="2400" dirty="0"/>
                  <a:t>(input phasor)</a:t>
                </a:r>
                <a:r>
                  <a:rPr lang="en-US" altLang="en-US" sz="2400" i="1" dirty="0"/>
                  <a:t>, </a:t>
                </a:r>
                <a:r>
                  <a:rPr lang="en-US" altLang="en-US" sz="2400" dirty="0"/>
                  <a:t>which are viewed as functions of frequency.</a:t>
                </a:r>
              </a:p>
              <a:p>
                <a:pPr algn="just"/>
                <a:endParaRPr lang="en-US" altLang="en-US" sz="2400" dirty="0"/>
              </a:p>
              <a:p>
                <a:pPr algn="just"/>
                <a:endParaRPr lang="en-US" altLang="en-US" sz="2400" dirty="0"/>
              </a:p>
              <a:p>
                <a:pPr algn="just">
                  <a:buFontTx/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102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88043"/>
                <a:ext cx="10515600" cy="1903249"/>
              </a:xfrm>
              <a:blipFill>
                <a:blip r:embed="rId4"/>
                <a:stretch>
                  <a:fillRect l="-812" t="-4487" r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CFBD70-4639-40F7-AB3D-B651D8F1DE7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pic>
        <p:nvPicPr>
          <p:cNvPr id="10245" name="Picture 7" descr="C:\Users\Joel\Documents\Teaching\McGraw Hill\Fundamentals of Electric Circuits 5e\figures\Ch14\Color Labeled\ale80571_14_00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53" y="3822124"/>
            <a:ext cx="5183247" cy="1669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754254"/>
              </p:ext>
            </p:extLst>
          </p:nvPr>
        </p:nvGraphicFramePr>
        <p:xfrm>
          <a:off x="2790036" y="5662889"/>
          <a:ext cx="1802680" cy="890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476" imgH="482391" progId="Equation.DSMT4">
                  <p:embed/>
                </p:oleObj>
              </mc:Choice>
              <mc:Fallback>
                <p:oleObj name="Equation" r:id="rId6" imgW="977476" imgH="482391" progId="Equation.DSMT4">
                  <p:embed/>
                  <p:pic>
                    <p:nvPicPr>
                      <p:cNvPr id="102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036" y="5662889"/>
                        <a:ext cx="1802680" cy="8903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994170"/>
              </p:ext>
            </p:extLst>
          </p:nvPr>
        </p:nvGraphicFramePr>
        <p:xfrm>
          <a:off x="6655532" y="3734202"/>
          <a:ext cx="3707667" cy="3053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900" imgH="1955800" progId="Equation.DSMT4">
                  <p:embed/>
                </p:oleObj>
              </mc:Choice>
              <mc:Fallback>
                <p:oleObj name="Equation" r:id="rId8" imgW="2374900" imgH="195580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532" y="3734202"/>
                        <a:ext cx="3707667" cy="30537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868235" y="3272537"/>
            <a:ext cx="52822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8" algn="just"/>
            <a:r>
              <a:rPr lang="en-US" altLang="en-US" sz="2400" dirty="0">
                <a:solidFill>
                  <a:schemeClr val="accent5"/>
                </a:solidFill>
              </a:rPr>
              <a:t>Four possible input/output combinations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4A7BA3-FE45-515C-9D86-59C6EC90960B}"/>
                  </a:ext>
                </a:extLst>
              </p14:cNvPr>
              <p14:cNvContentPartPr/>
              <p14:nvPr/>
            </p14:nvContentPartPr>
            <p14:xfrm>
              <a:off x="11380084" y="-174757"/>
              <a:ext cx="83880" cy="11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4A7BA3-FE45-515C-9D86-59C6EC9096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371084" y="-183757"/>
                <a:ext cx="101520" cy="1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53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9"/>
                <a:ext cx="10515600" cy="206851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zh-CN" dirty="0"/>
                  <a:t>The transfer function </a:t>
                </a:r>
                <a:r>
                  <a:rPr lang="en-US" altLang="zh-CN" i="1" dirty="0"/>
                  <a:t>H(f) </a:t>
                </a:r>
                <a:r>
                  <a:rPr lang="en-US" altLang="zh-CN" dirty="0"/>
                  <a:t>is as shown. If the input signal to the system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(2000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i="1" dirty="0"/>
                  <a:t>, </a:t>
                </a:r>
                <a:r>
                  <a:rPr lang="en-US" altLang="zh-CN" dirty="0"/>
                  <a:t>find the expression of the output as a function of time.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i="1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i="1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i="1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i="1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9"/>
                <a:ext cx="10515600" cy="2068511"/>
              </a:xfrm>
              <a:blipFill>
                <a:blip r:embed="rId2"/>
                <a:stretch>
                  <a:fillRect l="-1043" t="-2941" r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57411" y="3237392"/>
            <a:ext cx="7877175" cy="2657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100666" y="5894685"/>
                <a:ext cx="99906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CN" sz="2400" i="1" dirty="0">
                    <a:solidFill>
                      <a:srgbClr val="FF0000"/>
                    </a:solidFill>
                  </a:rPr>
                  <a:t>What if the input signal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=3+2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2000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(4000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zh-CN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66" y="5894685"/>
                <a:ext cx="9990666" cy="461665"/>
              </a:xfrm>
              <a:prstGeom prst="rect">
                <a:avLst/>
              </a:prstGeom>
              <a:blipFill>
                <a:blip r:embed="rId4"/>
                <a:stretch>
                  <a:fillRect l="-97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13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923" y="0"/>
            <a:ext cx="8524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27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447" y="2213908"/>
            <a:ext cx="3468781" cy="235637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844" y="2213908"/>
            <a:ext cx="3175379" cy="229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1690688"/>
            <a:ext cx="6421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Find the transfer function of the RC circuit.</a:t>
            </a:r>
            <a:endParaRPr lang="zh-CN" altLang="en-US" sz="2800" dirty="0"/>
          </a:p>
        </p:txBody>
      </p:sp>
      <p:sp>
        <p:nvSpPr>
          <p:cNvPr id="8" name="Right Arrow 7"/>
          <p:cNvSpPr/>
          <p:nvPr/>
        </p:nvSpPr>
        <p:spPr>
          <a:xfrm>
            <a:off x="4920568" y="3330519"/>
            <a:ext cx="859992" cy="417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85801" y="4747948"/>
                <a:ext cx="6929525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f>
                            <m:fPr>
                              <m:type m:val="li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801" y="4747948"/>
                <a:ext cx="6929525" cy="778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349421" y="5729460"/>
                <a:ext cx="252235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421" y="5729460"/>
                <a:ext cx="2522357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38200" y="5663575"/>
                <a:ext cx="3316870" cy="941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663575"/>
                <a:ext cx="3316870" cy="941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805666" y="5786558"/>
                <a:ext cx="2123466" cy="695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666" y="5786558"/>
                <a:ext cx="2123466" cy="6952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66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79"/>
          <a:stretch/>
        </p:blipFill>
        <p:spPr>
          <a:xfrm>
            <a:off x="470069" y="71437"/>
            <a:ext cx="10573864" cy="64674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21355" y="3684375"/>
                <a:ext cx="3316870" cy="941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355" y="3684375"/>
                <a:ext cx="3316870" cy="941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20467" y="3930340"/>
                <a:ext cx="2123466" cy="695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0467" y="3930340"/>
                <a:ext cx="2123466" cy="6952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911180" y="6422523"/>
            <a:ext cx="5071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Plots of H and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 as a function of </a:t>
            </a:r>
            <a:r>
              <a:rPr lang="el-GR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A low pass filter! </a:t>
            </a:r>
            <a:endParaRPr lang="en-GB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828145" y="277091"/>
            <a:ext cx="0" cy="19673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50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Obtain the transfer function of the voltage gain of the RL circuit.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870" y="2752195"/>
            <a:ext cx="3789130" cy="26834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603" y="2752195"/>
            <a:ext cx="5351593" cy="2996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560D93A-8D41-47DD-25E0-825601AE01D8}"/>
                  </a:ext>
                </a:extLst>
              </p14:cNvPr>
              <p14:cNvContentPartPr/>
              <p14:nvPr/>
            </p14:nvContentPartPr>
            <p14:xfrm>
              <a:off x="463444" y="5859265"/>
              <a:ext cx="164520" cy="342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560D93A-8D41-47DD-25E0-825601AE01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804" y="5850265"/>
                <a:ext cx="1821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3506055-EEB9-7C71-163C-202074A2A11E}"/>
                  </a:ext>
                </a:extLst>
              </p14:cNvPr>
              <p14:cNvContentPartPr/>
              <p14:nvPr/>
            </p14:nvContentPartPr>
            <p14:xfrm>
              <a:off x="683764" y="6120265"/>
              <a:ext cx="98640" cy="68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3506055-EEB9-7C71-163C-202074A2A1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124" y="6111625"/>
                <a:ext cx="116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104E59F-C618-DBAF-97CC-73773E2F1A07}"/>
                  </a:ext>
                </a:extLst>
              </p14:cNvPr>
              <p14:cNvContentPartPr/>
              <p14:nvPr/>
            </p14:nvContentPartPr>
            <p14:xfrm>
              <a:off x="804364" y="5971225"/>
              <a:ext cx="160560" cy="1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104E59F-C618-DBAF-97CC-73773E2F1A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5364" y="5962585"/>
                <a:ext cx="1782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AAE8E8-C7A5-69C7-EA2F-81B6BCC04993}"/>
                  </a:ext>
                </a:extLst>
              </p14:cNvPr>
              <p14:cNvContentPartPr/>
              <p14:nvPr/>
            </p14:nvContentPartPr>
            <p14:xfrm>
              <a:off x="835684" y="6106225"/>
              <a:ext cx="159840" cy="17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AAE8E8-C7A5-69C7-EA2F-81B6BCC049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6684" y="6097225"/>
                <a:ext cx="1774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4F2CEA3-6D50-03B5-8411-BC789FCDDCCF}"/>
                  </a:ext>
                </a:extLst>
              </p14:cNvPr>
              <p14:cNvContentPartPr/>
              <p14:nvPr/>
            </p14:nvContentPartPr>
            <p14:xfrm>
              <a:off x="1104244" y="6077785"/>
              <a:ext cx="777600" cy="55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4F2CEA3-6D50-03B5-8411-BC789FCDDC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5244" y="6068785"/>
                <a:ext cx="7952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9B2CE0-E259-E22A-F271-863188EFAB4B}"/>
                  </a:ext>
                </a:extLst>
              </p14:cNvPr>
              <p14:cNvContentPartPr/>
              <p14:nvPr/>
            </p14:nvContentPartPr>
            <p14:xfrm>
              <a:off x="1110004" y="5736865"/>
              <a:ext cx="154800" cy="267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9B2CE0-E259-E22A-F271-863188EFAB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1004" y="5728225"/>
                <a:ext cx="1724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D38C2F4-BCA4-DC50-9F65-C24173EA7894}"/>
                  </a:ext>
                </a:extLst>
              </p14:cNvPr>
              <p14:cNvContentPartPr/>
              <p14:nvPr/>
            </p14:nvContentPartPr>
            <p14:xfrm>
              <a:off x="1116844" y="5577385"/>
              <a:ext cx="87120" cy="4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D38C2F4-BCA4-DC50-9F65-C24173EA78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7844" y="5568385"/>
                <a:ext cx="1047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EB3C622-B9EC-5AC6-5095-DD8F202687E2}"/>
                  </a:ext>
                </a:extLst>
              </p14:cNvPr>
              <p14:cNvContentPartPr/>
              <p14:nvPr/>
            </p14:nvContentPartPr>
            <p14:xfrm>
              <a:off x="1308724" y="5692945"/>
              <a:ext cx="231480" cy="194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EB3C622-B9EC-5AC6-5095-DD8F202687E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00084" y="5684305"/>
                <a:ext cx="2491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A7C93C7-0658-C105-A8F7-A57B030EC7CB}"/>
                  </a:ext>
                </a:extLst>
              </p14:cNvPr>
              <p14:cNvContentPartPr/>
              <p14:nvPr/>
            </p14:nvContentPartPr>
            <p14:xfrm>
              <a:off x="1619044" y="5667745"/>
              <a:ext cx="195480" cy="258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A7C93C7-0658-C105-A8F7-A57B030EC7C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10044" y="5659105"/>
                <a:ext cx="2131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F9B312B-AE2D-DF48-8DAC-B137E04AD4F2}"/>
                  </a:ext>
                </a:extLst>
              </p14:cNvPr>
              <p14:cNvContentPartPr/>
              <p14:nvPr/>
            </p14:nvContentPartPr>
            <p14:xfrm>
              <a:off x="1132324" y="6232945"/>
              <a:ext cx="32760" cy="347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F9B312B-AE2D-DF48-8DAC-B137E04AD4F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3324" y="6224305"/>
                <a:ext cx="504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00707C-6A7F-C836-99F4-BAF5EDF387E0}"/>
                  </a:ext>
                </a:extLst>
              </p14:cNvPr>
              <p14:cNvContentPartPr/>
              <p14:nvPr/>
            </p14:nvContentPartPr>
            <p14:xfrm>
              <a:off x="1088044" y="6263185"/>
              <a:ext cx="223560" cy="213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00707C-6A7F-C836-99F4-BAF5EDF387E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79044" y="6254545"/>
                <a:ext cx="2412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F9AC312-20C3-EA24-1C3C-E4ABCC654443}"/>
                  </a:ext>
                </a:extLst>
              </p14:cNvPr>
              <p14:cNvContentPartPr/>
              <p14:nvPr/>
            </p14:nvContentPartPr>
            <p14:xfrm>
              <a:off x="1305484" y="6370105"/>
              <a:ext cx="218880" cy="11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F9AC312-20C3-EA24-1C3C-E4ABCC65444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96484" y="6361465"/>
                <a:ext cx="2365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6841DA2-1CA6-F03F-18C2-7D4E9680359E}"/>
                  </a:ext>
                </a:extLst>
              </p14:cNvPr>
              <p14:cNvContentPartPr/>
              <p14:nvPr/>
            </p14:nvContentPartPr>
            <p14:xfrm>
              <a:off x="1458844" y="6243025"/>
              <a:ext cx="12240" cy="300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6841DA2-1CA6-F03F-18C2-7D4E968035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50204" y="6234385"/>
                <a:ext cx="298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BD3E998-43B2-2159-698E-94ABA1BC0003}"/>
                  </a:ext>
                </a:extLst>
              </p14:cNvPr>
              <p14:cNvContentPartPr/>
              <p14:nvPr/>
            </p14:nvContentPartPr>
            <p14:xfrm>
              <a:off x="1593124" y="6333385"/>
              <a:ext cx="87480" cy="218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BD3E998-43B2-2159-698E-94ABA1BC000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84124" y="6324745"/>
                <a:ext cx="1051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8040804-21D7-7260-E785-047605D1E534}"/>
                  </a:ext>
                </a:extLst>
              </p14:cNvPr>
              <p14:cNvContentPartPr/>
              <p14:nvPr/>
            </p14:nvContentPartPr>
            <p14:xfrm>
              <a:off x="1603204" y="6232585"/>
              <a:ext cx="24480" cy="57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8040804-21D7-7260-E785-047605D1E53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94204" y="6223585"/>
                <a:ext cx="421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BFDB977-9AD2-A4CC-FDAB-E42EE07AC77D}"/>
                  </a:ext>
                </a:extLst>
              </p14:cNvPr>
              <p14:cNvContentPartPr/>
              <p14:nvPr/>
            </p14:nvContentPartPr>
            <p14:xfrm>
              <a:off x="1711924" y="6325105"/>
              <a:ext cx="156240" cy="164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BFDB977-9AD2-A4CC-FDAB-E42EE07AC77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02924" y="6316465"/>
                <a:ext cx="1738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33DA038-2827-9EBD-C227-A08209BD4F2B}"/>
                  </a:ext>
                </a:extLst>
              </p14:cNvPr>
              <p14:cNvContentPartPr/>
              <p14:nvPr/>
            </p14:nvContentPartPr>
            <p14:xfrm>
              <a:off x="1942324" y="6288745"/>
              <a:ext cx="163440" cy="208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33DA038-2827-9EBD-C227-A08209BD4F2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33324" y="6279745"/>
                <a:ext cx="181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7B63BAB-2B24-D855-9591-D43F32007A85}"/>
                  </a:ext>
                </a:extLst>
              </p14:cNvPr>
              <p14:cNvContentPartPr/>
              <p14:nvPr/>
            </p14:nvContentPartPr>
            <p14:xfrm>
              <a:off x="2069404" y="5839465"/>
              <a:ext cx="181440" cy="343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7B63BAB-2B24-D855-9591-D43F32007A8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60404" y="5830825"/>
                <a:ext cx="1990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2FEAAB7-0DA4-7786-7F4E-0875C5E7E743}"/>
                  </a:ext>
                </a:extLst>
              </p14:cNvPr>
              <p14:cNvContentPartPr/>
              <p14:nvPr/>
            </p14:nvContentPartPr>
            <p14:xfrm>
              <a:off x="2295124" y="6063745"/>
              <a:ext cx="139680" cy="181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2FEAAB7-0DA4-7786-7F4E-0875C5E7E74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86124" y="6054745"/>
                <a:ext cx="15732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950F81C-C4EB-9164-FF09-DA3F42069F87}"/>
              </a:ext>
            </a:extLst>
          </p:cNvPr>
          <p:cNvGrpSpPr/>
          <p:nvPr/>
        </p:nvGrpSpPr>
        <p:grpSpPr>
          <a:xfrm>
            <a:off x="2017204" y="5601865"/>
            <a:ext cx="332280" cy="107640"/>
            <a:chOff x="2017204" y="5601865"/>
            <a:chExt cx="33228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DEEF82-C05E-A3EF-6BCE-A0B9D806B0B5}"/>
                    </a:ext>
                  </a:extLst>
                </p14:cNvPr>
                <p14:cNvContentPartPr/>
                <p14:nvPr/>
              </p14:nvContentPartPr>
              <p14:xfrm>
                <a:off x="2017204" y="5679625"/>
                <a:ext cx="332280" cy="29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DEEF82-C05E-A3EF-6BCE-A0B9D806B0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08564" y="5670625"/>
                  <a:ext cx="349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5CCDD1-5DAB-1B4D-CAD6-E336C7ED3853}"/>
                    </a:ext>
                  </a:extLst>
                </p14:cNvPr>
                <p14:cNvContentPartPr/>
                <p14:nvPr/>
              </p14:nvContentPartPr>
              <p14:xfrm>
                <a:off x="2269564" y="5601865"/>
                <a:ext cx="68760" cy="78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5CCDD1-5DAB-1B4D-CAD6-E336C7ED38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0924" y="5593225"/>
                  <a:ext cx="8640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E43DE3E-BBAF-5698-2BDB-F0A7573F294F}"/>
              </a:ext>
            </a:extLst>
          </p:cNvPr>
          <p:cNvGrpSpPr/>
          <p:nvPr/>
        </p:nvGrpSpPr>
        <p:grpSpPr>
          <a:xfrm>
            <a:off x="339244" y="5498545"/>
            <a:ext cx="401760" cy="190080"/>
            <a:chOff x="339244" y="5498545"/>
            <a:chExt cx="40176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937A7D-D24E-BF88-CFD2-74C108946F39}"/>
                    </a:ext>
                  </a:extLst>
                </p14:cNvPr>
                <p14:cNvContentPartPr/>
                <p14:nvPr/>
              </p14:nvContentPartPr>
              <p14:xfrm>
                <a:off x="339244" y="5664145"/>
                <a:ext cx="366120" cy="24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937A7D-D24E-BF88-CFD2-74C108946F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0604" y="5655145"/>
                  <a:ext cx="383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08BDF2-A03C-DFEE-EA2B-E607B526AFF6}"/>
                    </a:ext>
                  </a:extLst>
                </p14:cNvPr>
                <p14:cNvContentPartPr/>
                <p14:nvPr/>
              </p14:nvContentPartPr>
              <p14:xfrm>
                <a:off x="674764" y="5530225"/>
                <a:ext cx="66240" cy="13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08BDF2-A03C-DFEE-EA2B-E607B526AFF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6124" y="5521585"/>
                  <a:ext cx="83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E77CCBF-369E-E43B-A2D9-BC339C8177EF}"/>
                    </a:ext>
                  </a:extLst>
                </p14:cNvPr>
                <p14:cNvContentPartPr/>
                <p14:nvPr/>
              </p14:nvContentPartPr>
              <p14:xfrm>
                <a:off x="638764" y="5506825"/>
                <a:ext cx="97920" cy="13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E77CCBF-369E-E43B-A2D9-BC339C8177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0124" y="5498185"/>
                  <a:ext cx="115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BC3088B-1CA7-B7AA-2795-EECFB43A8AEA}"/>
                    </a:ext>
                  </a:extLst>
                </p14:cNvPr>
                <p14:cNvContentPartPr/>
                <p14:nvPr/>
              </p14:nvContentPartPr>
              <p14:xfrm>
                <a:off x="357604" y="5550025"/>
                <a:ext cx="380880" cy="135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C3088B-1CA7-B7AA-2795-EECFB43A8AE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8964" y="5541025"/>
                  <a:ext cx="39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85B0740-650A-5FA4-8CD6-127B6F595077}"/>
                    </a:ext>
                  </a:extLst>
                </p14:cNvPr>
                <p14:cNvContentPartPr/>
                <p14:nvPr/>
              </p14:nvContentPartPr>
              <p14:xfrm>
                <a:off x="646684" y="5498545"/>
                <a:ext cx="74520" cy="183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85B0740-650A-5FA4-8CD6-127B6F5950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7684" y="5489905"/>
                  <a:ext cx="9216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8D4E0D-3079-1238-2B91-0048F238922C}"/>
              </a:ext>
            </a:extLst>
          </p:cNvPr>
          <p:cNvGrpSpPr/>
          <p:nvPr/>
        </p:nvGrpSpPr>
        <p:grpSpPr>
          <a:xfrm>
            <a:off x="2764564" y="6052945"/>
            <a:ext cx="388800" cy="312840"/>
            <a:chOff x="2764564" y="6052945"/>
            <a:chExt cx="38880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F11DFB-E6C4-2F93-E65F-B2A7A8860B47}"/>
                    </a:ext>
                  </a:extLst>
                </p14:cNvPr>
                <p14:cNvContentPartPr/>
                <p14:nvPr/>
              </p14:nvContentPartPr>
              <p14:xfrm>
                <a:off x="2803084" y="6067705"/>
                <a:ext cx="208800" cy="77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F11DFB-E6C4-2F93-E65F-B2A7A8860B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94084" y="6059065"/>
                  <a:ext cx="226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BF08E5-9CD6-E2B6-2638-DCB8952AA03F}"/>
                    </a:ext>
                  </a:extLst>
                </p14:cNvPr>
                <p14:cNvContentPartPr/>
                <p14:nvPr/>
              </p14:nvContentPartPr>
              <p14:xfrm>
                <a:off x="2764564" y="6189385"/>
                <a:ext cx="286200" cy="104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BF08E5-9CD6-E2B6-2638-DCB8952AA03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55924" y="6180385"/>
                  <a:ext cx="303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69CD5F0-E4A0-3135-713B-B35D64FDB043}"/>
                    </a:ext>
                  </a:extLst>
                </p14:cNvPr>
                <p14:cNvContentPartPr/>
                <p14:nvPr/>
              </p14:nvContentPartPr>
              <p14:xfrm>
                <a:off x="3005764" y="6052945"/>
                <a:ext cx="147600" cy="31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69CD5F0-E4A0-3135-713B-B35D64FDB04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96764" y="6043945"/>
                  <a:ext cx="16524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8F054F4-E1E5-675B-D157-A8B8D5F66A84}"/>
              </a:ext>
            </a:extLst>
          </p:cNvPr>
          <p:cNvGrpSpPr/>
          <p:nvPr/>
        </p:nvGrpSpPr>
        <p:grpSpPr>
          <a:xfrm>
            <a:off x="3408604" y="5648305"/>
            <a:ext cx="2550960" cy="999000"/>
            <a:chOff x="3408604" y="5648305"/>
            <a:chExt cx="2550960" cy="9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C358FE6-7FC3-3FC8-A6B6-95B7E2A9DAC3}"/>
                    </a:ext>
                  </a:extLst>
                </p14:cNvPr>
                <p14:cNvContentPartPr/>
                <p14:nvPr/>
              </p14:nvContentPartPr>
              <p14:xfrm>
                <a:off x="3408604" y="5956465"/>
                <a:ext cx="17640" cy="453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C358FE6-7FC3-3FC8-A6B6-95B7E2A9DA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99964" y="5947825"/>
                  <a:ext cx="352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07274E9-3F35-1100-93F9-400F9C6F042A}"/>
                    </a:ext>
                  </a:extLst>
                </p14:cNvPr>
                <p14:cNvContentPartPr/>
                <p14:nvPr/>
              </p14:nvContentPartPr>
              <p14:xfrm>
                <a:off x="3421204" y="6163465"/>
                <a:ext cx="118440" cy="15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07274E9-3F35-1100-93F9-400F9C6F04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12204" y="6154465"/>
                  <a:ext cx="136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B60B323-F79C-669A-090D-0120996EAD80}"/>
                    </a:ext>
                  </a:extLst>
                </p14:cNvPr>
                <p14:cNvContentPartPr/>
                <p14:nvPr/>
              </p14:nvContentPartPr>
              <p14:xfrm>
                <a:off x="3592564" y="5964385"/>
                <a:ext cx="37440" cy="467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B60B323-F79C-669A-090D-0120996EAD8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83564" y="5955385"/>
                  <a:ext cx="550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10D7961-4CD3-47C2-CC98-9672A2701F31}"/>
                    </a:ext>
                  </a:extLst>
                </p14:cNvPr>
                <p14:cNvContentPartPr/>
                <p14:nvPr/>
              </p14:nvContentPartPr>
              <p14:xfrm>
                <a:off x="3776884" y="5985625"/>
                <a:ext cx="46440" cy="333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10D7961-4CD3-47C2-CC98-9672A2701F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67884" y="5976625"/>
                  <a:ext cx="640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F4A1B1E-D317-1A50-443D-81AC7B51AFA0}"/>
                    </a:ext>
                  </a:extLst>
                </p14:cNvPr>
                <p14:cNvContentPartPr/>
                <p14:nvPr/>
              </p14:nvContentPartPr>
              <p14:xfrm>
                <a:off x="3930604" y="6054745"/>
                <a:ext cx="189720" cy="196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F4A1B1E-D317-1A50-443D-81AC7B51AFA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21964" y="6045745"/>
                  <a:ext cx="207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49DD1EF-6CDC-5022-47A6-F5CABBE9EA29}"/>
                    </a:ext>
                  </a:extLst>
                </p14:cNvPr>
                <p14:cNvContentPartPr/>
                <p14:nvPr/>
              </p14:nvContentPartPr>
              <p14:xfrm>
                <a:off x="4199884" y="6006865"/>
                <a:ext cx="41760" cy="363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49DD1EF-6CDC-5022-47A6-F5CABBE9EA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90884" y="5997865"/>
                  <a:ext cx="594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07A2431-2AFC-E75C-8928-7BC022078D0C}"/>
                    </a:ext>
                  </a:extLst>
                </p14:cNvPr>
                <p14:cNvContentPartPr/>
                <p14:nvPr/>
              </p14:nvContentPartPr>
              <p14:xfrm>
                <a:off x="4332724" y="6078145"/>
                <a:ext cx="202320" cy="60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07A2431-2AFC-E75C-8928-7BC022078D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23724" y="6069505"/>
                  <a:ext cx="219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F06D0DB-9460-18EA-812F-537C2460FBE4}"/>
                    </a:ext>
                  </a:extLst>
                </p14:cNvPr>
                <p14:cNvContentPartPr/>
                <p14:nvPr/>
              </p14:nvContentPartPr>
              <p14:xfrm>
                <a:off x="4328044" y="6163465"/>
                <a:ext cx="212040" cy="24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F06D0DB-9460-18EA-812F-537C2460FB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19044" y="6154465"/>
                  <a:ext cx="229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C027555-C5CE-1203-70B5-95164A1F9503}"/>
                    </a:ext>
                  </a:extLst>
                </p14:cNvPr>
                <p14:cNvContentPartPr/>
                <p14:nvPr/>
              </p14:nvContentPartPr>
              <p14:xfrm>
                <a:off x="4771564" y="6073105"/>
                <a:ext cx="1188000" cy="61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C027555-C5CE-1203-70B5-95164A1F95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2924" y="6064465"/>
                  <a:ext cx="1205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40DA857-8CFC-64EA-BE4C-196A57303683}"/>
                    </a:ext>
                  </a:extLst>
                </p14:cNvPr>
                <p14:cNvContentPartPr/>
                <p14:nvPr/>
              </p14:nvContentPartPr>
              <p14:xfrm>
                <a:off x="5199964" y="5648305"/>
                <a:ext cx="18720" cy="231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40DA857-8CFC-64EA-BE4C-196A573036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91324" y="5639305"/>
                  <a:ext cx="36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0FCC46-2E9A-27EA-B8C5-516CA29E5896}"/>
                    </a:ext>
                  </a:extLst>
                </p14:cNvPr>
                <p14:cNvContentPartPr/>
                <p14:nvPr/>
              </p14:nvContentPartPr>
              <p14:xfrm>
                <a:off x="4873444" y="6285145"/>
                <a:ext cx="18720" cy="248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0FCC46-2E9A-27EA-B8C5-516CA29E58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64444" y="6276145"/>
                  <a:ext cx="363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17EB967-4CD7-07F2-BFED-53852050FAA1}"/>
                    </a:ext>
                  </a:extLst>
                </p14:cNvPr>
                <p14:cNvContentPartPr/>
                <p14:nvPr/>
              </p14:nvContentPartPr>
              <p14:xfrm>
                <a:off x="5016724" y="6354265"/>
                <a:ext cx="198720" cy="35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17EB967-4CD7-07F2-BFED-53852050FA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07724" y="6345625"/>
                  <a:ext cx="216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88E97C0-A7B1-4C95-BF8E-3A95C64CDF80}"/>
                    </a:ext>
                  </a:extLst>
                </p14:cNvPr>
                <p14:cNvContentPartPr/>
                <p14:nvPr/>
              </p14:nvContentPartPr>
              <p14:xfrm>
                <a:off x="5262244" y="6312145"/>
                <a:ext cx="82080" cy="26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88E97C0-A7B1-4C95-BF8E-3A95C64CDF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53244" y="6303505"/>
                  <a:ext cx="99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DAF8FBB-6F73-1659-FFED-7783FF6E69DF}"/>
                    </a:ext>
                  </a:extLst>
                </p14:cNvPr>
                <p14:cNvContentPartPr/>
                <p14:nvPr/>
              </p14:nvContentPartPr>
              <p14:xfrm>
                <a:off x="5271604" y="6252025"/>
                <a:ext cx="77760" cy="47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DAF8FBB-6F73-1659-FFED-7783FF6E69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62604" y="6243025"/>
                  <a:ext cx="95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737D21B-A141-F9B5-F995-3C6A099821E4}"/>
                    </a:ext>
                  </a:extLst>
                </p14:cNvPr>
                <p14:cNvContentPartPr/>
                <p14:nvPr/>
              </p14:nvContentPartPr>
              <p14:xfrm>
                <a:off x="5431804" y="6378745"/>
                <a:ext cx="406800" cy="21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737D21B-A141-F9B5-F995-3C6A099821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22804" y="6369745"/>
                  <a:ext cx="424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0D407A2-1D66-E232-F0D7-430B5C556205}"/>
                    </a:ext>
                  </a:extLst>
                </p14:cNvPr>
                <p14:cNvContentPartPr/>
                <p14:nvPr/>
              </p14:nvContentPartPr>
              <p14:xfrm>
                <a:off x="5524684" y="6179305"/>
                <a:ext cx="21960" cy="167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0D407A2-1D66-E232-F0D7-430B5C5562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15684" y="6170665"/>
                  <a:ext cx="39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AEC854D-C8A3-9758-4D2B-B28EAC2C0AEB}"/>
                    </a:ext>
                  </a:extLst>
                </p14:cNvPr>
                <p14:cNvContentPartPr/>
                <p14:nvPr/>
              </p14:nvContentPartPr>
              <p14:xfrm>
                <a:off x="5535484" y="6165265"/>
                <a:ext cx="142920" cy="145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AEC854D-C8A3-9758-4D2B-B28EAC2C0AE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26844" y="6156265"/>
                  <a:ext cx="160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05BF96-9809-4A91-03DF-AD55FAC8C0E0}"/>
                    </a:ext>
                  </a:extLst>
                </p14:cNvPr>
                <p14:cNvContentPartPr/>
                <p14:nvPr/>
              </p14:nvContentPartPr>
              <p14:xfrm>
                <a:off x="5451244" y="6477745"/>
                <a:ext cx="191880" cy="169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05BF96-9809-4A91-03DF-AD55FAC8C0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42244" y="6468745"/>
                  <a:ext cx="209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60EA01-1D79-C7CE-3601-B9FA51CF5B95}"/>
                    </a:ext>
                  </a:extLst>
                </p14:cNvPr>
                <p14:cNvContentPartPr/>
                <p14:nvPr/>
              </p14:nvContentPartPr>
              <p14:xfrm>
                <a:off x="5709364" y="6458305"/>
                <a:ext cx="159840" cy="164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60EA01-1D79-C7CE-3601-B9FA51CF5B9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00364" y="6449305"/>
                  <a:ext cx="177480" cy="18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072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Decibel Scale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389973" cy="4405312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It is a more systematic way of obtaining the frequency response is to use the Bode Plots on logarithmic scales.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sz="2400" dirty="0"/>
          </a:p>
          <a:p>
            <a:pPr algn="just"/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In communications systems, gain is measured in </a:t>
            </a:r>
            <a:r>
              <a:rPr lang="en-US" altLang="zh-CN" b="1" i="1" u="sng" dirty="0"/>
              <a:t>bels</a:t>
            </a:r>
            <a:r>
              <a:rPr lang="en-US" altLang="zh-CN" dirty="0"/>
              <a:t>, </a:t>
            </a:r>
            <a:r>
              <a:rPr lang="en-US" altLang="en-US" dirty="0"/>
              <a:t>or more commonly </a:t>
            </a:r>
            <a:r>
              <a:rPr lang="en-US" altLang="en-US" b="1" i="1" u="sng" dirty="0"/>
              <a:t>decibels</a:t>
            </a:r>
            <a:r>
              <a:rPr lang="en-US" altLang="en-US" dirty="0"/>
              <a:t> (</a:t>
            </a:r>
            <a:r>
              <a:rPr lang="en-US" altLang="en-US" dirty="0" err="1"/>
              <a:t>db</a:t>
            </a:r>
            <a:r>
              <a:rPr lang="en-US" altLang="en-US" dirty="0"/>
              <a:t>=1/10 of a bel). </a:t>
            </a:r>
            <a:r>
              <a:rPr lang="en-US" altLang="zh-CN" dirty="0"/>
              <a:t>Historically, the </a:t>
            </a:r>
            <a:r>
              <a:rPr lang="en-US" altLang="zh-CN" i="1" dirty="0">
                <a:solidFill>
                  <a:schemeClr val="accent5"/>
                </a:solidFill>
              </a:rPr>
              <a:t>decibel scale</a:t>
            </a:r>
            <a:r>
              <a:rPr lang="en-US" altLang="zh-CN" dirty="0"/>
              <a:t> is used to measure </a:t>
            </a:r>
            <a:r>
              <a:rPr lang="en-US" altLang="zh-CN" b="1" i="1" dirty="0">
                <a:solidFill>
                  <a:srgbClr val="FF0000"/>
                </a:solidFill>
              </a:rPr>
              <a:t>the ratio of two levels of power</a:t>
            </a:r>
            <a:r>
              <a:rPr lang="en-US" altLang="zh-CN" dirty="0"/>
              <a:t> or </a:t>
            </a:r>
            <a:r>
              <a:rPr lang="en-US" altLang="zh-CN" b="1" i="1" dirty="0">
                <a:solidFill>
                  <a:srgbClr val="FF0000"/>
                </a:solidFill>
              </a:rPr>
              <a:t>power gain </a:t>
            </a:r>
            <a:r>
              <a:rPr lang="en-US" altLang="zh-CN" i="1" dirty="0"/>
              <a:t>G</a:t>
            </a:r>
            <a:r>
              <a:rPr lang="en-US" altLang="zh-CN" dirty="0"/>
              <a:t>; that is,</a:t>
            </a: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D01363-3FF1-4C01-A0B5-DC5B65F728C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1894" b="6524"/>
          <a:stretch/>
        </p:blipFill>
        <p:spPr>
          <a:xfrm>
            <a:off x="7153062" y="5842701"/>
            <a:ext cx="2058671" cy="7469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78000" y="2401189"/>
            <a:ext cx="4855320" cy="18152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78802" y="2808449"/>
            <a:ext cx="3849371" cy="8309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en-US" sz="2400" i="1" dirty="0">
                <a:solidFill>
                  <a:schemeClr val="accent5"/>
                </a:solidFill>
              </a:rPr>
              <a:t>The transfer function can be seen as an expression of gain. </a:t>
            </a:r>
            <a:endParaRPr lang="zh-CN" altLang="en-US" sz="2400" i="1" dirty="0">
              <a:solidFill>
                <a:schemeClr val="accent5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7148" y="5682173"/>
            <a:ext cx="4314018" cy="90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4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Decibel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7"/>
                <a:ext cx="10389973" cy="5048779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en-US" sz="2400" dirty="0"/>
                  <a:t>The </a:t>
                </a:r>
                <a:r>
                  <a:rPr lang="en-US" altLang="en-US" sz="2400" i="1" dirty="0"/>
                  <a:t>decibel</a:t>
                </a:r>
                <a:r>
                  <a:rPr lang="en-US" altLang="en-US" sz="2400" dirty="0"/>
                  <a:t> (dB) provides us with a unit of less magnitude, but remember, </a:t>
                </a:r>
                <a:r>
                  <a:rPr lang="en-US" altLang="en-US" sz="2400" dirty="0">
                    <a:highlight>
                      <a:srgbClr val="FFFF00"/>
                    </a:highlight>
                  </a:rPr>
                  <a:t>it is a measure of </a:t>
                </a:r>
                <a:r>
                  <a:rPr lang="en-US" altLang="en-US" sz="2400" b="1" i="1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Power</a:t>
                </a:r>
                <a:r>
                  <a:rPr lang="en-US" altLang="en-US" sz="2400" dirty="0"/>
                  <a:t>. The P’s are power levels, </a:t>
                </a:r>
                <a:r>
                  <a:rPr lang="en-US" altLang="zh-CN" sz="2400" dirty="0"/>
                  <a:t>where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as the reference  level.</a:t>
                </a:r>
              </a:p>
              <a:p>
                <a:pPr algn="just"/>
                <a:r>
                  <a:rPr lang="en-US" altLang="en-US" sz="2400" dirty="0"/>
                  <a:t>When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=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, there is no change in power and the gain is 0dB.</a:t>
                </a:r>
              </a:p>
              <a:p>
                <a:pPr algn="just"/>
                <a:r>
                  <a:rPr lang="en-US" altLang="en-US" sz="2400" dirty="0"/>
                  <a:t>When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=10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G</a:t>
                </a:r>
                <a:r>
                  <a:rPr lang="en-US" altLang="en-US" sz="2400" baseline="-25000" dirty="0" err="1"/>
                  <a:t>dB</a:t>
                </a:r>
                <a:r>
                  <a:rPr lang="en-US" altLang="en-US" sz="2400" dirty="0"/>
                  <a:t>=10 dB;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=10</a:t>
                </a:r>
                <a:r>
                  <a:rPr lang="en-US" altLang="en-US" sz="2400" baseline="30000" dirty="0"/>
                  <a:t>2</a:t>
                </a:r>
                <a:r>
                  <a:rPr lang="en-US" altLang="en-US" sz="2400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G</a:t>
                </a:r>
                <a:r>
                  <a:rPr lang="en-US" altLang="en-US" sz="2400" baseline="-25000" dirty="0" err="1"/>
                  <a:t>dB</a:t>
                </a:r>
                <a:r>
                  <a:rPr lang="en-US" altLang="en-US" sz="2400" dirty="0"/>
                  <a:t>=20 dB;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=10</a:t>
                </a:r>
                <a:r>
                  <a:rPr lang="en-US" altLang="en-US" sz="2400" baseline="30000" dirty="0"/>
                  <a:t>3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G</a:t>
                </a:r>
                <a:r>
                  <a:rPr lang="en-US" altLang="en-US" sz="2400" baseline="-25000" dirty="0" err="1"/>
                  <a:t>dB</a:t>
                </a:r>
                <a:r>
                  <a:rPr lang="en-US" altLang="en-US" sz="2400" dirty="0"/>
                  <a:t>=30 </a:t>
                </a:r>
                <a:r>
                  <a:rPr lang="en-US" altLang="en-US" sz="2400" dirty="0" err="1"/>
                  <a:t>dB.</a:t>
                </a:r>
                <a:endParaRPr lang="en-US" altLang="en-US" sz="2400" dirty="0"/>
              </a:p>
              <a:p>
                <a:pPr algn="just"/>
                <a:r>
                  <a:rPr lang="en-US" altLang="en-US" sz="2400" dirty="0"/>
                  <a:t>When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=2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, the gain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en-US" sz="2400" dirty="0"/>
                  <a:t>dB.</a:t>
                </a:r>
              </a:p>
              <a:p>
                <a:pPr algn="just"/>
                <a:r>
                  <a:rPr lang="en-US" altLang="en-US" sz="2400" dirty="0"/>
                  <a:t>When 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=0.5</a:t>
                </a:r>
                <a:r>
                  <a:rPr lang="en-US" altLang="en-US" sz="2400" i="1" dirty="0"/>
                  <a:t>P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, the gain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func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en-US" sz="2400" dirty="0"/>
                  <a:t>dB.</a:t>
                </a:r>
              </a:p>
              <a:p>
                <a:pPr marL="0" indent="0" algn="just">
                  <a:buNone/>
                </a:pPr>
                <a:r>
                  <a:rPr lang="en-US" altLang="en-US" sz="2400" b="1" i="1" dirty="0"/>
                  <a:t>Example:</a:t>
                </a:r>
                <a:r>
                  <a:rPr lang="en-US" altLang="en-US" sz="2400" dirty="0"/>
                  <a:t> </a:t>
                </a:r>
              </a:p>
              <a:p>
                <a:pPr marL="0" indent="0" algn="just">
                  <a:buNone/>
                </a:pPr>
                <a:r>
                  <a:rPr lang="en-US" altLang="en-US" sz="2400" dirty="0"/>
                  <a:t>Express a power of 50mW in decibels  relative to 1 watt. </a:t>
                </a:r>
              </a:p>
              <a:p>
                <a:pPr marL="0" indent="0" algn="just">
                  <a:buNone/>
                </a:pPr>
                <a:r>
                  <a:rPr lang="en-US" altLang="en-US" sz="2400" dirty="0"/>
                  <a:t>Express a power of 50mW in decibels  relative to 1 </a:t>
                </a:r>
                <a:r>
                  <a:rPr lang="en-US" altLang="en-US" sz="2400" dirty="0" err="1"/>
                  <a:t>mW</a:t>
                </a:r>
                <a:r>
                  <a:rPr lang="en-US" altLang="en-US" sz="2400" dirty="0"/>
                  <a:t>.</a:t>
                </a:r>
              </a:p>
              <a:p>
                <a:pPr algn="just"/>
                <a:r>
                  <a:rPr lang="en-US" altLang="en-US" sz="2400" dirty="0" err="1"/>
                  <a:t>dBm</a:t>
                </a:r>
                <a:r>
                  <a:rPr lang="en-US" altLang="en-US" sz="2400" dirty="0"/>
                  <a:t> is often used to express absolute values of power relative to a </a:t>
                </a:r>
                <a:r>
                  <a:rPr lang="en-US" altLang="en-US" sz="2400" dirty="0" err="1"/>
                  <a:t>milliwatt</a:t>
                </a:r>
                <a:r>
                  <a:rPr lang="en-US" altLang="en-US" sz="2400" dirty="0"/>
                  <a:t>. For example </a:t>
                </a:r>
                <a:r>
                  <a:rPr lang="en-US" altLang="en-US" sz="2400" dirty="0">
                    <a:solidFill>
                      <a:schemeClr val="accent5"/>
                    </a:solidFill>
                  </a:rPr>
                  <a:t>100mW = 10 log</a:t>
                </a:r>
                <a:r>
                  <a:rPr lang="en-US" altLang="en-US" sz="2400" baseline="-25000" dirty="0">
                    <a:solidFill>
                      <a:schemeClr val="accent5"/>
                    </a:solidFill>
                  </a:rPr>
                  <a:t>10</a:t>
                </a:r>
                <a:r>
                  <a:rPr lang="en-US" altLang="en-US" sz="2400" dirty="0">
                    <a:solidFill>
                      <a:schemeClr val="accent5"/>
                    </a:solidFill>
                  </a:rPr>
                  <a:t>(100mW/1mW)=20 </a:t>
                </a:r>
                <a:r>
                  <a:rPr lang="en-US" altLang="en-US" sz="2400" dirty="0" err="1">
                    <a:solidFill>
                      <a:schemeClr val="accent5"/>
                    </a:solidFill>
                  </a:rPr>
                  <a:t>dBm</a:t>
                </a:r>
                <a:r>
                  <a:rPr lang="en-US" altLang="en-US" sz="2400" dirty="0">
                    <a:solidFill>
                      <a:schemeClr val="accent5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1638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7"/>
                <a:ext cx="10389973" cy="5048779"/>
              </a:xfrm>
              <a:blipFill>
                <a:blip r:embed="rId3"/>
                <a:stretch>
                  <a:fillRect l="-855" t="-752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D01363-3FF1-4C01-A0B5-DC5B65F728C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grpSp>
        <p:nvGrpSpPr>
          <p:cNvPr id="3" name="Group 2"/>
          <p:cNvGrpSpPr/>
          <p:nvPr/>
        </p:nvGrpSpPr>
        <p:grpSpPr>
          <a:xfrm>
            <a:off x="5662928" y="660400"/>
            <a:ext cx="2436340" cy="1030288"/>
            <a:chOff x="5662928" y="660400"/>
            <a:chExt cx="2436340" cy="1030288"/>
          </a:xfrm>
        </p:grpSpPr>
        <p:sp>
          <p:nvSpPr>
            <p:cNvPr id="2" name="Rectangle 1"/>
            <p:cNvSpPr/>
            <p:nvPr/>
          </p:nvSpPr>
          <p:spPr>
            <a:xfrm>
              <a:off x="5679861" y="660400"/>
              <a:ext cx="2419407" cy="103028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1894" b="6524"/>
            <a:stretch/>
          </p:blipFill>
          <p:spPr>
            <a:xfrm>
              <a:off x="5662928" y="745068"/>
              <a:ext cx="2419407" cy="87788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0739FB-3467-41F0-A98B-CEBFBA191785}"/>
              </a:ext>
            </a:extLst>
          </p:cNvPr>
          <p:cNvGrpSpPr/>
          <p:nvPr/>
        </p:nvGrpSpPr>
        <p:grpSpPr>
          <a:xfrm>
            <a:off x="279124" y="2122763"/>
            <a:ext cx="924840" cy="465480"/>
            <a:chOff x="279124" y="2122763"/>
            <a:chExt cx="92484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F37C4E-C7DF-3393-65A4-0A83AD7400F3}"/>
                    </a:ext>
                  </a:extLst>
                </p14:cNvPr>
                <p14:cNvContentPartPr/>
                <p14:nvPr/>
              </p14:nvContentPartPr>
              <p14:xfrm>
                <a:off x="1200724" y="2320043"/>
                <a:ext cx="3240" cy="9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F37C4E-C7DF-3393-65A4-0A83AD7400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2084" y="2311403"/>
                  <a:ext cx="20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F17F46E-1F99-5BC3-2F29-A057E395905F}"/>
                    </a:ext>
                  </a:extLst>
                </p14:cNvPr>
                <p14:cNvContentPartPr/>
                <p14:nvPr/>
              </p14:nvContentPartPr>
              <p14:xfrm>
                <a:off x="1081564" y="2312483"/>
                <a:ext cx="50400" cy="27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F17F46E-1F99-5BC3-2F29-A057E395905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2564" y="2303483"/>
                  <a:ext cx="6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403A8F-6ADD-8F90-8DD2-313D53A90172}"/>
                    </a:ext>
                  </a:extLst>
                </p14:cNvPr>
                <p14:cNvContentPartPr/>
                <p14:nvPr/>
              </p14:nvContentPartPr>
              <p14:xfrm>
                <a:off x="814444" y="2448923"/>
                <a:ext cx="77400" cy="139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403A8F-6ADD-8F90-8DD2-313D53A901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5444" y="2439923"/>
                  <a:ext cx="95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45D801D-53C6-E928-34F3-7F07E8852DAB}"/>
                    </a:ext>
                  </a:extLst>
                </p14:cNvPr>
                <p14:cNvContentPartPr/>
                <p14:nvPr/>
              </p14:nvContentPartPr>
              <p14:xfrm>
                <a:off x="865204" y="2466563"/>
                <a:ext cx="104400" cy="102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45D801D-53C6-E928-34F3-7F07E8852DA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6204" y="2457563"/>
                  <a:ext cx="1220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202513-995E-ABB1-1378-DE36BCAC8CAA}"/>
                    </a:ext>
                  </a:extLst>
                </p14:cNvPr>
                <p14:cNvContentPartPr/>
                <p14:nvPr/>
              </p14:nvContentPartPr>
              <p14:xfrm>
                <a:off x="279124" y="2252723"/>
                <a:ext cx="92880" cy="187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202513-995E-ABB1-1378-DE36BCAC8C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0124" y="2244083"/>
                  <a:ext cx="110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63FEBE-CCF9-7702-D5BD-FF1D289DC518}"/>
                    </a:ext>
                  </a:extLst>
                </p14:cNvPr>
                <p14:cNvContentPartPr/>
                <p14:nvPr/>
              </p14:nvContentPartPr>
              <p14:xfrm>
                <a:off x="378484" y="2308163"/>
                <a:ext cx="100440" cy="90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63FEBE-CCF9-7702-D5BD-FF1D289DC51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9484" y="2299523"/>
                  <a:ext cx="118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0FA86C-9CB1-93BE-A5A9-B8D932BE24E9}"/>
                    </a:ext>
                  </a:extLst>
                </p14:cNvPr>
                <p14:cNvContentPartPr/>
                <p14:nvPr/>
              </p14:nvContentPartPr>
              <p14:xfrm>
                <a:off x="494044" y="2122763"/>
                <a:ext cx="48960" cy="28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0FA86C-9CB1-93BE-A5A9-B8D932BE24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5404" y="2114123"/>
                  <a:ext cx="666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0C59E1-EDAC-DD11-3DB6-BA2A3F35D5EE}"/>
                    </a:ext>
                  </a:extLst>
                </p14:cNvPr>
                <p14:cNvContentPartPr/>
                <p14:nvPr/>
              </p14:nvContentPartPr>
              <p14:xfrm>
                <a:off x="566044" y="2281163"/>
                <a:ext cx="131400" cy="77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0C59E1-EDAC-DD11-3DB6-BA2A3F35D5E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7404" y="2272523"/>
                  <a:ext cx="149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85019B-2D1E-ABC2-E09F-E2D4688C8BB3}"/>
                    </a:ext>
                  </a:extLst>
                </p14:cNvPr>
                <p14:cNvContentPartPr/>
                <p14:nvPr/>
              </p14:nvContentPartPr>
              <p14:xfrm>
                <a:off x="737404" y="2131403"/>
                <a:ext cx="12240" cy="223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85019B-2D1E-ABC2-E09F-E2D4688C8BB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8764" y="2122403"/>
                  <a:ext cx="29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0DCB60-2D17-0E90-2DC8-40891C0B7571}"/>
                    </a:ext>
                  </a:extLst>
                </p14:cNvPr>
                <p14:cNvContentPartPr/>
                <p14:nvPr/>
              </p14:nvContentPartPr>
              <p14:xfrm>
                <a:off x="656044" y="2240483"/>
                <a:ext cx="166320" cy="78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0DCB60-2D17-0E90-2DC8-40891C0B75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7044" y="2231483"/>
                  <a:ext cx="183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2BF961-4DEE-D8FD-97EA-9DC70C4BBF74}"/>
                    </a:ext>
                  </a:extLst>
                </p14:cNvPr>
                <p14:cNvContentPartPr/>
                <p14:nvPr/>
              </p14:nvContentPartPr>
              <p14:xfrm>
                <a:off x="849724" y="2130323"/>
                <a:ext cx="6840" cy="2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2BF961-4DEE-D8FD-97EA-9DC70C4BBF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1084" y="2121683"/>
                  <a:ext cx="24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33927E-D565-3979-D233-2A361121D6BC}"/>
                    </a:ext>
                  </a:extLst>
                </p14:cNvPr>
                <p14:cNvContentPartPr/>
                <p14:nvPr/>
              </p14:nvContentPartPr>
              <p14:xfrm>
                <a:off x="887164" y="2181083"/>
                <a:ext cx="80640" cy="142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33927E-D565-3979-D233-2A361121D6B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8164" y="2172443"/>
                  <a:ext cx="98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459689-3CB5-F3C6-1515-9FEDE7D0E6D2}"/>
                    </a:ext>
                  </a:extLst>
                </p14:cNvPr>
                <p14:cNvContentPartPr/>
                <p14:nvPr/>
              </p14:nvContentPartPr>
              <p14:xfrm>
                <a:off x="1024324" y="2182883"/>
                <a:ext cx="114840" cy="12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459689-3CB5-F3C6-1515-9FEDE7D0E6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5684" y="2174243"/>
                  <a:ext cx="132480" cy="14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1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Decibel 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389973" cy="4862512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altLang="en-US" sz="2700" dirty="0"/>
                  <a:t>Alternatively, the gain G can be expressed in terms of </a:t>
                </a:r>
                <a:r>
                  <a:rPr lang="en-US" altLang="en-US" sz="2700" dirty="0">
                    <a:solidFill>
                      <a:schemeClr val="accent5"/>
                    </a:solidFill>
                  </a:rPr>
                  <a:t>voltage</a:t>
                </a:r>
                <a:r>
                  <a:rPr lang="en-US" altLang="en-US" sz="2700" dirty="0"/>
                  <a:t> or </a:t>
                </a:r>
                <a:r>
                  <a:rPr lang="en-US" altLang="en-US" sz="2700" dirty="0">
                    <a:solidFill>
                      <a:schemeClr val="accent5"/>
                    </a:solidFill>
                  </a:rPr>
                  <a:t>current</a:t>
                </a:r>
                <a:r>
                  <a:rPr lang="en-US" altLang="en-US" sz="2700" dirty="0"/>
                  <a:t> ratio.</a:t>
                </a:r>
              </a:p>
              <a:p>
                <a:pPr algn="just"/>
                <a:r>
                  <a:rPr lang="en-US" altLang="en-US" sz="2700" dirty="0"/>
                  <a:t>Since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en-US" sz="2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7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700" dirty="0"/>
                  <a:t>, the decibel measure for voltage and current gain will include the square term; thus it has 20 as the multiplier instead of 10.</a:t>
                </a:r>
              </a:p>
              <a:p>
                <a:pPr algn="just"/>
                <a:endParaRPr lang="en-US" altLang="en-US" sz="2700" dirty="0"/>
              </a:p>
              <a:p>
                <a:pPr algn="just"/>
                <a:endParaRPr lang="en-US" altLang="en-US" sz="2700" dirty="0"/>
              </a:p>
              <a:p>
                <a:pPr algn="just"/>
                <a:r>
                  <a:rPr lang="en-US" altLang="en-US" sz="2700" dirty="0"/>
                  <a:t>Three things you must know about decibel scale.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altLang="en-US" sz="2600" dirty="0"/>
                  <a:t>It is used for </a:t>
                </a:r>
                <a:r>
                  <a:rPr lang="en-US" altLang="en-US" sz="2600" i="1" dirty="0">
                    <a:solidFill>
                      <a:srgbClr val="FF0000"/>
                    </a:solidFill>
                  </a:rPr>
                  <a:t>power ratio</a:t>
                </a:r>
                <a:r>
                  <a:rPr lang="en-US" altLang="en-US" sz="2600" dirty="0"/>
                  <a:t>, for voltage or current gain, the multiplier will be 20.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altLang="en-US" sz="2600" dirty="0"/>
                  <a:t>dB value is a logarithmic measurement of the </a:t>
                </a:r>
                <a:r>
                  <a:rPr lang="en-US" altLang="en-US" sz="2600" dirty="0">
                    <a:solidFill>
                      <a:srgbClr val="FF0000"/>
                    </a:solidFill>
                  </a:rPr>
                  <a:t>gain</a:t>
                </a:r>
                <a:r>
                  <a:rPr lang="en-US" altLang="en-US" sz="2600" dirty="0"/>
                  <a:t>, which means the ratio of one variable to another of the </a:t>
                </a:r>
                <a:r>
                  <a:rPr lang="en-US" altLang="en-US" sz="2600" dirty="0">
                    <a:solidFill>
                      <a:srgbClr val="FF0000"/>
                    </a:solidFill>
                  </a:rPr>
                  <a:t>same type</a:t>
                </a:r>
                <a:r>
                  <a:rPr lang="en-US" altLang="en-US" sz="2600" dirty="0"/>
                  <a:t>.</a:t>
                </a:r>
              </a:p>
              <a:p>
                <a:pPr algn="just"/>
                <a:endParaRPr lang="en-US" altLang="en-US" sz="2400" dirty="0"/>
              </a:p>
            </p:txBody>
          </p:sp>
        </mc:Choice>
        <mc:Fallback>
          <p:sp>
            <p:nvSpPr>
              <p:cNvPr id="1638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389973" cy="4862512"/>
              </a:xfrm>
              <a:blipFill>
                <a:blip r:embed="rId3"/>
                <a:stretch>
                  <a:fillRect l="-977" t="-2604" r="-1099" b="-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D01363-3FF1-4C01-A0B5-DC5B65F728C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graphicFrame>
        <p:nvGraphicFramePr>
          <p:cNvPr id="163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091691"/>
              </p:ext>
            </p:extLst>
          </p:nvPr>
        </p:nvGraphicFramePr>
        <p:xfrm>
          <a:off x="3099219" y="3206588"/>
          <a:ext cx="5867933" cy="91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600" imgH="431800" progId="Equation.DSMT4">
                  <p:embed/>
                </p:oleObj>
              </mc:Choice>
              <mc:Fallback>
                <p:oleObj name="Equation" r:id="rId4" imgW="2768600" imgH="431800" progId="Equation.DSMT4">
                  <p:embed/>
                  <p:pic>
                    <p:nvPicPr>
                      <p:cNvPr id="1638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219" y="3206588"/>
                        <a:ext cx="5867933" cy="9153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3202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68668" y="5934974"/>
            <a:ext cx="3009862" cy="5434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Bode Plots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421562" cy="448627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One problem with the transfer function is that it needs to cover a large range in frequency, where we can use Bode Plots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Bode plots are log-log plots: the magnitude (in dB) and phase (in degrees) of a transfer function versus logarithm of frequency. 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The real part is a function of the magnitude while the imaginary part is the phase,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C99D6D-1B23-41BE-9B77-A3B8F8CC447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37" y="4509032"/>
            <a:ext cx="7172325" cy="542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532" y="1690688"/>
            <a:ext cx="3438525" cy="3952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8668" y="5768710"/>
            <a:ext cx="3009862" cy="81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05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Start </a:t>
            </a:r>
            <a:r>
              <a:rPr lang="en-US" altLang="zh-CN"/>
              <a:t>from an </a:t>
            </a:r>
            <a:r>
              <a:rPr lang="en-US" altLang="zh-CN" dirty="0"/>
              <a:t>Example</a:t>
            </a:r>
            <a:endParaRPr lang="zh-CN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8783"/>
          <a:stretch/>
        </p:blipFill>
        <p:spPr>
          <a:xfrm>
            <a:off x="838200" y="1163109"/>
            <a:ext cx="3576109" cy="28604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71855" y="3076476"/>
                <a:ext cx="3345339" cy="885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li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855" y="3076476"/>
                <a:ext cx="3345339" cy="8858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17194" y="3172496"/>
                <a:ext cx="225388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94" y="3172496"/>
                <a:ext cx="2253887" cy="693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05376" y="4925195"/>
                <a:ext cx="3835024" cy="10826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376" y="4925195"/>
                <a:ext cx="3835024" cy="1082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70292" y="5056412"/>
                <a:ext cx="2480615" cy="8111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292" y="5056412"/>
                <a:ext cx="2480615" cy="811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94191" y="1855498"/>
                <a:ext cx="5912644" cy="908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191" y="1855498"/>
                <a:ext cx="5912644" cy="9085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48346" y="4393801"/>
            <a:ext cx="2774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 Amplitude is:</a:t>
            </a:r>
            <a:endParaRPr lang="zh-CN" alt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6363242" y="4402546"/>
            <a:ext cx="2097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 Phase is: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27172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Magnitude Plot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9240"/>
            <a:ext cx="10515600" cy="2464883"/>
          </a:xfrm>
        </p:spPr>
        <p:txBody>
          <a:bodyPr/>
          <a:lstStyle/>
          <a:p>
            <a:r>
              <a:rPr lang="en-US" altLang="zh-CN" dirty="0"/>
              <a:t>Convert magnitude to decibels,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78309" y="486571"/>
                <a:ext cx="3835024" cy="10826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09" y="486571"/>
                <a:ext cx="3835024" cy="10826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12600" y="2147683"/>
                <a:ext cx="76696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=−10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600" y="2147683"/>
                <a:ext cx="76696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91733" y="2751471"/>
                <a:ext cx="66565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When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., 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low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frequency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≅0</m:t>
                    </m:r>
                  </m:oMath>
                </a14:m>
                <a:r>
                  <a:rPr lang="en-US" altLang="zh-CN" sz="2400" dirty="0"/>
                  <a:t>;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733" y="2751471"/>
                <a:ext cx="6656566" cy="461665"/>
              </a:xfrm>
              <a:prstGeom prst="rect">
                <a:avLst/>
              </a:prstGeom>
              <a:blipFill>
                <a:blip r:embed="rId4"/>
                <a:stretch>
                  <a:fillRect l="-1374" t="-10526" r="-458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91733" y="3267969"/>
                <a:ext cx="5837752" cy="463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When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≅−20</m:t>
                    </m:r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sz="2400" dirty="0"/>
                  <a:t>;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733" y="3267969"/>
                <a:ext cx="5837752" cy="463717"/>
              </a:xfrm>
              <a:prstGeom prst="rect">
                <a:avLst/>
              </a:prstGeom>
              <a:blipFill>
                <a:blip r:embed="rId5"/>
                <a:stretch>
                  <a:fillRect l="-1566" t="-123684" r="-2088" b="-192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954545"/>
              </p:ext>
            </p:extLst>
          </p:nvPr>
        </p:nvGraphicFramePr>
        <p:xfrm>
          <a:off x="838199" y="3891467"/>
          <a:ext cx="338874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372">
                  <a:extLst>
                    <a:ext uri="{9D8B030D-6E8A-4147-A177-3AD203B41FA5}">
                      <a16:colId xmlns:a16="http://schemas.microsoft.com/office/drawing/2014/main" val="3197207489"/>
                    </a:ext>
                  </a:extLst>
                </a:gridCol>
                <a:gridCol w="1694372">
                  <a:extLst>
                    <a:ext uri="{9D8B030D-6E8A-4147-A177-3AD203B41FA5}">
                      <a16:colId xmlns:a16="http://schemas.microsoft.com/office/drawing/2014/main" val="1830011779"/>
                    </a:ext>
                  </a:extLst>
                </a:gridCol>
              </a:tblGrid>
              <a:tr h="486256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2800" b="0" dirty="0"/>
                        <a:t>ω</a:t>
                      </a:r>
                      <a:endParaRPr lang="zh-CN" alt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H(</a:t>
                      </a:r>
                      <a:r>
                        <a:rPr lang="el-GR" altLang="zh-CN" sz="2800" b="0" dirty="0"/>
                        <a:t>ω</a:t>
                      </a:r>
                      <a:r>
                        <a:rPr lang="en-US" altLang="zh-CN" sz="2800" b="0" dirty="0"/>
                        <a:t>)</a:t>
                      </a:r>
                      <a:r>
                        <a:rPr lang="en-US" altLang="zh-CN" sz="2800" b="0" baseline="-25000" dirty="0"/>
                        <a:t>dB</a:t>
                      </a:r>
                      <a:endParaRPr lang="zh-CN" altLang="en-US" sz="2800" b="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328963"/>
                  </a:ext>
                </a:extLst>
              </a:tr>
              <a:tr h="486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2800" b="0" dirty="0"/>
                        <a:t>ω</a:t>
                      </a:r>
                      <a:r>
                        <a:rPr lang="en-US" altLang="zh-CN" sz="2800" b="0" baseline="-25000" dirty="0"/>
                        <a:t>0</a:t>
                      </a:r>
                      <a:endParaRPr lang="zh-CN" altLang="en-US" sz="2800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23847"/>
                  </a:ext>
                </a:extLst>
              </a:tr>
              <a:tr h="486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/>
                        <a:t>2</a:t>
                      </a:r>
                      <a:r>
                        <a:rPr lang="el-GR" altLang="zh-CN" sz="2800" b="0" dirty="0"/>
                        <a:t>ω</a:t>
                      </a:r>
                      <a:r>
                        <a:rPr lang="en-US" altLang="zh-CN" sz="2800" b="0" baseline="-25000" dirty="0"/>
                        <a:t>0</a:t>
                      </a:r>
                      <a:endParaRPr lang="zh-CN" altLang="en-US" sz="2800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389976"/>
                  </a:ext>
                </a:extLst>
              </a:tr>
              <a:tr h="486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baseline="0" dirty="0"/>
                        <a:t>10</a:t>
                      </a:r>
                      <a:r>
                        <a:rPr lang="el-GR" altLang="zh-CN" sz="2800" b="0" dirty="0"/>
                        <a:t>ω</a:t>
                      </a:r>
                      <a:r>
                        <a:rPr lang="en-US" altLang="zh-CN" sz="2800" b="0" baseline="-25000" dirty="0"/>
                        <a:t>0</a:t>
                      </a:r>
                      <a:endParaRPr lang="zh-CN" altLang="en-US" sz="2800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992115"/>
                  </a:ext>
                </a:extLst>
              </a:tr>
              <a:tr h="486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baseline="0" dirty="0"/>
                        <a:t>100</a:t>
                      </a:r>
                      <a:r>
                        <a:rPr lang="el-GR" altLang="zh-CN" sz="2800" b="0" dirty="0"/>
                        <a:t>ω</a:t>
                      </a:r>
                      <a:r>
                        <a:rPr lang="en-US" altLang="zh-CN" sz="2800" b="0" baseline="-25000" dirty="0"/>
                        <a:t>0</a:t>
                      </a:r>
                      <a:endParaRPr lang="zh-CN" altLang="en-US" sz="2800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-40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3398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15903" y="3833536"/>
            <a:ext cx="6937897" cy="28985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1204" y="3522135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5"/>
                </a:solidFill>
              </a:rPr>
              <a:t>or corner frequency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944267" y="6347724"/>
                <a:ext cx="16109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267" y="6347724"/>
                <a:ext cx="1610970" cy="369332"/>
              </a:xfrm>
              <a:prstGeom prst="rect">
                <a:avLst/>
              </a:prstGeom>
              <a:blipFill>
                <a:blip r:embed="rId7"/>
                <a:stretch>
                  <a:fillRect t="-114754" r="-23106" b="-177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43999FC-5DD4-FB14-4C3D-201D9E803365}"/>
              </a:ext>
            </a:extLst>
          </p:cNvPr>
          <p:cNvGrpSpPr/>
          <p:nvPr/>
        </p:nvGrpSpPr>
        <p:grpSpPr>
          <a:xfrm>
            <a:off x="7492804" y="6363625"/>
            <a:ext cx="227520" cy="375480"/>
            <a:chOff x="7492804" y="6363625"/>
            <a:chExt cx="22752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9AC0B14-C351-5293-0722-BE762B2F6B84}"/>
                    </a:ext>
                  </a:extLst>
                </p14:cNvPr>
                <p14:cNvContentPartPr/>
                <p14:nvPr/>
              </p14:nvContentPartPr>
              <p14:xfrm>
                <a:off x="7492804" y="6363625"/>
                <a:ext cx="37080" cy="239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9AC0B14-C351-5293-0722-BE762B2F6B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84164" y="6354985"/>
                  <a:ext cx="54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EE7601-A6C9-1138-2B89-45337740E631}"/>
                    </a:ext>
                  </a:extLst>
                </p14:cNvPr>
                <p14:cNvContentPartPr/>
                <p14:nvPr/>
              </p14:nvContentPartPr>
              <p14:xfrm>
                <a:off x="7585684" y="6431665"/>
                <a:ext cx="59040" cy="127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EE7601-A6C9-1138-2B89-45337740E6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76684" y="6422665"/>
                  <a:ext cx="76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0BE57F1-C348-7C06-54EF-D696AE46798E}"/>
                    </a:ext>
                  </a:extLst>
                </p14:cNvPr>
                <p14:cNvContentPartPr/>
                <p14:nvPr/>
              </p14:nvContentPartPr>
              <p14:xfrm>
                <a:off x="7628164" y="6424465"/>
                <a:ext cx="92160" cy="314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0BE57F1-C348-7C06-54EF-D696AE46798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19164" y="6415825"/>
                  <a:ext cx="109800" cy="33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E45E4BD-7E50-ACD1-260C-76C924C1D3CB}"/>
                  </a:ext>
                </a:extLst>
              </p14:cNvPr>
              <p14:cNvContentPartPr/>
              <p14:nvPr/>
            </p14:nvContentPartPr>
            <p14:xfrm>
              <a:off x="7829044" y="6358945"/>
              <a:ext cx="48960" cy="215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E45E4BD-7E50-ACD1-260C-76C924C1D3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20404" y="6350305"/>
                <a:ext cx="666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A1670F-9212-E164-6363-224A8C32D2B4}"/>
                  </a:ext>
                </a:extLst>
              </p14:cNvPr>
              <p14:cNvContentPartPr/>
              <p14:nvPr/>
            </p14:nvContentPartPr>
            <p14:xfrm>
              <a:off x="8428444" y="6354265"/>
              <a:ext cx="95400" cy="343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A1670F-9212-E164-6363-224A8C32D2B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19444" y="6345265"/>
                <a:ext cx="113040" cy="36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52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 Phase Plot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li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.,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low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frequency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≅0;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dirty="0"/>
                  <a:t>When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&gt;10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0" y="622346"/>
                <a:ext cx="2480615" cy="8111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22346"/>
                <a:ext cx="2480615" cy="8111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1" y="3216817"/>
            <a:ext cx="8644466" cy="31395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77866" y="3520622"/>
            <a:ext cx="25061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The actual phase curve departs from these straight-line approximations by less than 6°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48974" y="5975756"/>
                <a:ext cx="198674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974" y="5975756"/>
                <a:ext cx="1986745" cy="369332"/>
              </a:xfrm>
              <a:prstGeom prst="rect">
                <a:avLst/>
              </a:prstGeom>
              <a:blipFill>
                <a:blip r:embed="rId5"/>
                <a:stretch>
                  <a:fillRect t="-114754" r="-18769" b="-177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>
            <a:off x="5635720" y="4101058"/>
            <a:ext cx="460280" cy="6693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29384" y="3816628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dash line: approximation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CB2705-344B-1D14-58FE-6D7098B7AEE2}"/>
              </a:ext>
            </a:extLst>
          </p:cNvPr>
          <p:cNvGrpSpPr/>
          <p:nvPr/>
        </p:nvGrpSpPr>
        <p:grpSpPr>
          <a:xfrm>
            <a:off x="4562764" y="5954665"/>
            <a:ext cx="414360" cy="383760"/>
            <a:chOff x="4562764" y="5954665"/>
            <a:chExt cx="41436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12527AE-E268-7F7C-FB78-C4879EBCCDAC}"/>
                    </a:ext>
                  </a:extLst>
                </p14:cNvPr>
                <p14:cNvContentPartPr/>
                <p14:nvPr/>
              </p14:nvContentPartPr>
              <p14:xfrm>
                <a:off x="4562764" y="6000025"/>
                <a:ext cx="30240" cy="269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12527AE-E268-7F7C-FB78-C4879EBCCD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54124" y="5991385"/>
                  <a:ext cx="478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C867A8-DC0D-5386-B00E-7A28E4D31287}"/>
                    </a:ext>
                  </a:extLst>
                </p14:cNvPr>
                <p14:cNvContentPartPr/>
                <p14:nvPr/>
              </p14:nvContentPartPr>
              <p14:xfrm>
                <a:off x="4675804" y="6078145"/>
                <a:ext cx="64800" cy="13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C867A8-DC0D-5386-B00E-7A28E4D312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66804" y="6069505"/>
                  <a:ext cx="82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56F703-25E8-FF85-079F-64C45C851BA8}"/>
                    </a:ext>
                  </a:extLst>
                </p14:cNvPr>
                <p14:cNvContentPartPr/>
                <p14:nvPr/>
              </p14:nvContentPartPr>
              <p14:xfrm>
                <a:off x="4765084" y="6055465"/>
                <a:ext cx="141480" cy="28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56F703-25E8-FF85-079F-64C45C851B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56444" y="6046825"/>
                  <a:ext cx="1591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64409E-F3DE-326A-D836-0FC2FAAA5314}"/>
                    </a:ext>
                  </a:extLst>
                </p14:cNvPr>
                <p14:cNvContentPartPr/>
                <p14:nvPr/>
              </p14:nvContentPartPr>
              <p14:xfrm>
                <a:off x="4904044" y="5954665"/>
                <a:ext cx="73080" cy="35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64409E-F3DE-326A-D836-0FC2FAAA53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95404" y="5946025"/>
                  <a:ext cx="90720" cy="37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4F9C579-905A-E924-ED01-9F43FA38A036}"/>
                  </a:ext>
                </a:extLst>
              </p14:cNvPr>
              <p14:cNvContentPartPr/>
              <p14:nvPr/>
            </p14:nvContentPartPr>
            <p14:xfrm>
              <a:off x="5453044" y="5992825"/>
              <a:ext cx="115200" cy="311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4F9C579-905A-E924-ED01-9F43FA38A0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44044" y="5984185"/>
                <a:ext cx="132840" cy="3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561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Part II. Resonance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The most prominent feature of the frequency response of a circuit may be the sharp peak in the amplitude characteristics.</a:t>
            </a:r>
          </a:p>
          <a:p>
            <a:pPr algn="just"/>
            <a:r>
              <a:rPr lang="en-US" altLang="en-US" dirty="0"/>
              <a:t>Electrical resonance requires at least one capacitor and </a:t>
            </a:r>
            <a:r>
              <a:rPr lang="en-US" altLang="zh-CN" dirty="0"/>
              <a:t>one</a:t>
            </a:r>
            <a:r>
              <a:rPr lang="en-US" altLang="en-US" dirty="0"/>
              <a:t> inductor.</a:t>
            </a:r>
          </a:p>
          <a:p>
            <a:r>
              <a:rPr lang="en-US" altLang="en-US" dirty="0"/>
              <a:t>It enables energy storage in the f</a:t>
            </a:r>
            <a:r>
              <a:rPr lang="en-US" altLang="zh-CN" dirty="0"/>
              <a:t>o</a:t>
            </a:r>
            <a:r>
              <a:rPr lang="en-US" altLang="en-US" dirty="0"/>
              <a:t>rm of oscillations</a:t>
            </a:r>
          </a:p>
          <a:p>
            <a:r>
              <a:rPr lang="en-US" altLang="en-US" dirty="0"/>
              <a:t>Resonance circuits are useful for constructing filters as their transfer function can be highly frequency selective. 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CD9620-7004-46F2-BAB5-90387248D72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>
          <a:xfrm>
            <a:off x="838200" y="4980086"/>
            <a:ext cx="10515600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just"/>
            <a:r>
              <a:rPr lang="en-GB" altLang="en-US" sz="2800" i="1" dirty="0">
                <a:solidFill>
                  <a:schemeClr val="accent5"/>
                </a:solidFill>
              </a:rPr>
              <a:t>Resonance </a:t>
            </a:r>
            <a:r>
              <a:rPr lang="en-GB" altLang="en-US" sz="2800" i="1" dirty="0"/>
              <a:t>is a condition in an RLC circuit in which the capacitive and inductive reactances are equal in magnitude, thereby resulting in a </a:t>
            </a:r>
            <a:r>
              <a:rPr lang="en-GB" altLang="en-US" sz="2800" i="1" dirty="0">
                <a:solidFill>
                  <a:srgbClr val="FF0000"/>
                </a:solidFill>
              </a:rPr>
              <a:t>purely resistive impedance</a:t>
            </a:r>
            <a:r>
              <a:rPr lang="en-GB" altLang="en-US" sz="2800" i="1" dirty="0"/>
              <a:t>.</a:t>
            </a:r>
            <a:endParaRPr lang="en-US" altLang="en-US" sz="2800" i="1" dirty="0"/>
          </a:p>
        </p:txBody>
      </p:sp>
      <p:pic>
        <p:nvPicPr>
          <p:cNvPr id="96258" name="Picture 2" descr="Image result for resonanc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045" y="214004"/>
            <a:ext cx="5715000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166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Series Resonance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1017767" y="1621767"/>
            <a:ext cx="10017982" cy="4760202"/>
          </a:xfrm>
        </p:spPr>
        <p:txBody>
          <a:bodyPr>
            <a:normAutofit/>
          </a:bodyPr>
          <a:lstStyle/>
          <a:p>
            <a:r>
              <a:rPr lang="en-US" altLang="en-US" dirty="0"/>
              <a:t>Consider the series resonant circuit consisting of an inductor and capacitor.</a:t>
            </a:r>
          </a:p>
          <a:p>
            <a:r>
              <a:rPr lang="en-US" dirty="0"/>
              <a:t>Define </a:t>
            </a:r>
            <a:r>
              <a:rPr lang="en-US" i="1" dirty="0"/>
              <a:t>I</a:t>
            </a:r>
            <a:r>
              <a:rPr lang="en-US" dirty="0"/>
              <a:t> as output and </a:t>
            </a:r>
            <a:r>
              <a:rPr lang="en-US" i="1" dirty="0"/>
              <a:t>V</a:t>
            </a:r>
            <a:r>
              <a:rPr lang="en-US" baseline="-25000" dirty="0"/>
              <a:t>s</a:t>
            </a:r>
            <a:r>
              <a:rPr lang="en-US" dirty="0"/>
              <a:t> as input, the </a:t>
            </a:r>
            <a:br>
              <a:rPr lang="en-US" dirty="0"/>
            </a:br>
            <a:r>
              <a:rPr lang="en-US" dirty="0"/>
              <a:t>transfer function is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167F2E-94BA-4539-9F5B-6F7D1FA3C6E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775" y="4160136"/>
            <a:ext cx="6257925" cy="1181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991" y="3359115"/>
            <a:ext cx="2471854" cy="9822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251" y="5400894"/>
            <a:ext cx="7038975" cy="98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2634789"/>
            <a:ext cx="42672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14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683231" y="1619313"/>
            <a:ext cx="6320492" cy="508383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b="1" dirty="0"/>
              <a:t>Resonance</a:t>
            </a:r>
            <a:r>
              <a:rPr lang="en-US" altLang="en-US" dirty="0"/>
              <a:t> occurs when </a:t>
            </a:r>
          </a:p>
          <a:p>
            <a:pPr lvl="1" algn="just">
              <a:lnSpc>
                <a:spcPct val="10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5"/>
                </a:solidFill>
              </a:rPr>
              <a:t>transfer function magnitude</a:t>
            </a:r>
            <a:r>
              <a:rPr lang="en-US" altLang="en-US" dirty="0"/>
              <a:t> at its max</a:t>
            </a:r>
          </a:p>
          <a:p>
            <a:pPr lvl="1" algn="just">
              <a:lnSpc>
                <a:spcPct val="100000"/>
              </a:lnSpc>
            </a:pPr>
            <a:r>
              <a:rPr lang="en-US" altLang="en-US" dirty="0"/>
              <a:t>Or equivalently, the </a:t>
            </a:r>
            <a:r>
              <a:rPr lang="en-US" altLang="en-US" dirty="0">
                <a:solidFill>
                  <a:schemeClr val="accent5"/>
                </a:solidFill>
              </a:rPr>
              <a:t>impedance</a:t>
            </a:r>
            <a:r>
              <a:rPr lang="en-US" altLang="en-US" dirty="0"/>
              <a:t> is purely resistive</a:t>
            </a:r>
          </a:p>
          <a:p>
            <a:pPr algn="just">
              <a:lnSpc>
                <a:spcPct val="100000"/>
              </a:lnSpc>
            </a:pPr>
            <a:endParaRPr lang="en-US" altLang="en-US" dirty="0"/>
          </a:p>
          <a:p>
            <a:pPr algn="just">
              <a:lnSpc>
                <a:spcPct val="100000"/>
              </a:lnSpc>
            </a:pPr>
            <a:r>
              <a:rPr lang="en-US" altLang="en-US" dirty="0"/>
              <a:t>The corresponding value of </a:t>
            </a:r>
            <a:r>
              <a:rPr lang="el-GR" altLang="en-US" i="1" dirty="0"/>
              <a:t>ω</a:t>
            </a:r>
            <a:r>
              <a:rPr lang="en-US" altLang="en-US" dirty="0"/>
              <a:t> or </a:t>
            </a:r>
            <a:r>
              <a:rPr lang="en-US" altLang="en-US" i="1" dirty="0"/>
              <a:t>f</a:t>
            </a:r>
            <a:r>
              <a:rPr lang="en-US" altLang="en-US" dirty="0"/>
              <a:t> is called the </a:t>
            </a:r>
            <a:r>
              <a:rPr lang="en-US" altLang="en-US" b="1" i="1" u="sng" dirty="0">
                <a:solidFill>
                  <a:srgbClr val="FF0000"/>
                </a:solidFill>
              </a:rPr>
              <a:t>resonant frequency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167F2E-94BA-4539-9F5B-6F7D1FA3C6E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graphicFrame>
        <p:nvGraphicFramePr>
          <p:cNvPr id="389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170004"/>
              </p:ext>
            </p:extLst>
          </p:nvPr>
        </p:nvGraphicFramePr>
        <p:xfrm>
          <a:off x="7389551" y="4023177"/>
          <a:ext cx="4657476" cy="872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5200" imgH="419100" progId="Equation.DSMT4">
                  <p:embed/>
                </p:oleObj>
              </mc:Choice>
              <mc:Fallback>
                <p:oleObj name="Equation" r:id="rId3" imgW="2235200" imgH="419100" progId="Equation.DSMT4">
                  <p:embed/>
                  <p:pic>
                    <p:nvPicPr>
                      <p:cNvPr id="3891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9551" y="4023177"/>
                        <a:ext cx="4657476" cy="8724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594331"/>
              </p:ext>
            </p:extLst>
          </p:nvPr>
        </p:nvGraphicFramePr>
        <p:xfrm>
          <a:off x="7511804" y="1970809"/>
          <a:ext cx="4171155" cy="87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090" imgH="393529" progId="Equation.DSMT4">
                  <p:embed/>
                </p:oleObj>
              </mc:Choice>
              <mc:Fallback>
                <p:oleObj name="Equation" r:id="rId5" imgW="1866090" imgH="393529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1804" y="1970809"/>
                        <a:ext cx="4171155" cy="8795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259927"/>
              </p:ext>
            </p:extLst>
          </p:nvPr>
        </p:nvGraphicFramePr>
        <p:xfrm>
          <a:off x="7564313" y="3010278"/>
          <a:ext cx="4066136" cy="91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200" imgH="419100" progId="Equation.DSMT4">
                  <p:embed/>
                </p:oleObj>
              </mc:Choice>
              <mc:Fallback>
                <p:oleObj name="Equation" r:id="rId7" imgW="1854200" imgH="4191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313" y="3010278"/>
                        <a:ext cx="4066136" cy="9191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294134"/>
              </p:ext>
            </p:extLst>
          </p:nvPr>
        </p:nvGraphicFramePr>
        <p:xfrm>
          <a:off x="8844752" y="5082282"/>
          <a:ext cx="1747074" cy="592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2808" imgH="228501" progId="Equation.DSMT4">
                  <p:embed/>
                </p:oleObj>
              </mc:Choice>
              <mc:Fallback>
                <p:oleObj name="Equation" r:id="rId9" imgW="672808" imgH="228501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4752" y="5082282"/>
                        <a:ext cx="1747074" cy="5928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19817" y="380036"/>
            <a:ext cx="7552365" cy="105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98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1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Series Resonance: </a:t>
            </a:r>
            <a:br>
              <a:rPr lang="en-US" altLang="en-US" sz="3600" dirty="0"/>
            </a:br>
            <a:r>
              <a:rPr lang="en-US" altLang="en-US" sz="3600" dirty="0"/>
              <a:t>current is maximized; power is maximized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8250"/>
            <a:ext cx="7250428" cy="465871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Current magnitude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dirty="0"/>
              <a:t>Power dissipation 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682776"/>
              </p:ext>
            </p:extLst>
          </p:nvPr>
        </p:nvGraphicFramePr>
        <p:xfrm>
          <a:off x="8908784" y="5262428"/>
          <a:ext cx="1028214" cy="847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8000" imgH="419100" progId="Equation.DSMT4">
                  <p:embed/>
                </p:oleObj>
              </mc:Choice>
              <mc:Fallback>
                <p:oleObj name="Equation" r:id="rId2" imgW="508000" imgH="41910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8784" y="5262428"/>
                        <a:ext cx="1028214" cy="8476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458525" y="3691335"/>
            <a:ext cx="1928733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/>
              <a:t>At resonance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692630" y="4345691"/>
                <a:ext cx="1823063" cy="11539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altLang="zh-CN" sz="2400" b="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630" y="4345691"/>
                <a:ext cx="1823063" cy="1153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801" y="2223647"/>
            <a:ext cx="7630799" cy="1221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216082" y="4392523"/>
                <a:ext cx="6467733" cy="9263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82" y="4392523"/>
                <a:ext cx="6467733" cy="9263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96678" y="901000"/>
            <a:ext cx="4568942" cy="201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43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Half-Power Frequencies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168383"/>
          </a:xfrm>
        </p:spPr>
        <p:txBody>
          <a:bodyPr>
            <a:normAutofit/>
          </a:bodyPr>
          <a:lstStyle/>
          <a:p>
            <a:r>
              <a:rPr lang="en-US" altLang="en-US" dirty="0"/>
              <a:t>There are two frequencies above and below resonance where the dissipated power is half the max:</a:t>
            </a:r>
          </a:p>
          <a:p>
            <a:endParaRPr lang="en-US" alt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8EC131-ED6E-492B-BD1D-57FD3ED312E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258" y="3476625"/>
            <a:ext cx="4400550" cy="30765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72117" y="3201986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b="1" i="1" dirty="0">
                <a:solidFill>
                  <a:schemeClr val="accent5"/>
                </a:solidFill>
              </a:rPr>
              <a:t>Half power points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78667" y="3667125"/>
            <a:ext cx="0" cy="6738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708400" y="3681543"/>
            <a:ext cx="0" cy="6738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7" y="2564470"/>
            <a:ext cx="5248275" cy="76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386" y="3262338"/>
            <a:ext cx="3680085" cy="1908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29227" y="5219854"/>
            <a:ext cx="657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From the above solution, one can easily show that: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10243" y="5932052"/>
                <a:ext cx="1768369" cy="37061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243" y="5932052"/>
                <a:ext cx="1768369" cy="370614"/>
              </a:xfrm>
              <a:prstGeom prst="rect">
                <a:avLst/>
              </a:prstGeom>
              <a:blipFill>
                <a:blip r:embed="rId6"/>
                <a:stretch>
                  <a:fillRect l="-141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792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Bandwidth and </a:t>
            </a:r>
            <a:r>
              <a:rPr lang="en-US" altLang="en-US" dirty="0"/>
              <a:t>Quality Factor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0305" y="1690688"/>
            <a:ext cx="7583495" cy="441737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Although the height of the curve is determined by R, the width depends on other factors.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width of the response curve is commonly measured using </a:t>
            </a:r>
            <a:r>
              <a:rPr lang="en-US" b="1" dirty="0">
                <a:solidFill>
                  <a:srgbClr val="0070C0"/>
                </a:solidFill>
              </a:rPr>
              <a:t>bandwidth</a:t>
            </a:r>
            <a:r>
              <a:rPr lang="en-US" dirty="0"/>
              <a:t>  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1600" dirty="0"/>
          </a:p>
          <a:p>
            <a:pPr algn="just">
              <a:lnSpc>
                <a:spcPct val="100000"/>
              </a:lnSpc>
            </a:pPr>
            <a:r>
              <a:rPr lang="en-US" dirty="0"/>
              <a:t>The “sharpness” of the resonance peak is measured quantitatively by the </a:t>
            </a:r>
            <a:r>
              <a:rPr lang="en-US" b="1" i="1" dirty="0">
                <a:solidFill>
                  <a:schemeClr val="accent5"/>
                </a:solidFill>
              </a:rPr>
              <a:t>quality factor Q.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3999" y="3571670"/>
            <a:ext cx="1746601" cy="8279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03" y="1615632"/>
            <a:ext cx="3429002" cy="449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99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Quality Factor – Q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altLang="zh-CN" dirty="0"/>
              <a:t>Quality factor is defined as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83372" y="2943294"/>
            <a:ext cx="22600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000" i="1" dirty="0">
                <a:solidFill>
                  <a:srgbClr val="FF0000"/>
                </a:solidFill>
                <a:latin typeface="Times-Roman"/>
              </a:rPr>
              <a:t>Notice that the quality factor is dimensionless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09088" y="5554831"/>
                <a:ext cx="4392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088" y="5554831"/>
                <a:ext cx="439223" cy="369332"/>
              </a:xfrm>
              <a:prstGeom prst="rect">
                <a:avLst/>
              </a:prstGeom>
              <a:blipFill>
                <a:blip r:embed="rId2"/>
                <a:stretch>
                  <a:fillRect l="-9722" r="-12500"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5924" y="1295425"/>
            <a:ext cx="3665277" cy="47952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8200" y="4097326"/>
            <a:ext cx="8381445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solidFill>
                  <a:srgbClr val="000000"/>
                </a:solidFill>
              </a:rPr>
              <a:t>The </a:t>
            </a:r>
            <a:r>
              <a:rPr lang="en-US" altLang="zh-CN" sz="2800" dirty="0">
                <a:solidFill>
                  <a:srgbClr val="009E70"/>
                </a:solidFill>
              </a:rPr>
              <a:t>quality factor </a:t>
            </a:r>
            <a:r>
              <a:rPr lang="en-US" altLang="zh-CN" sz="2800" dirty="0">
                <a:solidFill>
                  <a:srgbClr val="000000"/>
                </a:solidFill>
              </a:rPr>
              <a:t>of a resonant circuit is the ratio of its resonant frequency to its bandwidth.</a:t>
            </a:r>
            <a:endParaRPr lang="zh-CN" altLang="en-US" sz="2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065" y="5265582"/>
            <a:ext cx="2464029" cy="9966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278" y="2182602"/>
            <a:ext cx="6071554" cy="80878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306" y="3058051"/>
            <a:ext cx="4446435" cy="8622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5" y="5341452"/>
            <a:ext cx="2772459" cy="81625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7782" y="6098380"/>
            <a:ext cx="1351818" cy="5923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8922" y="6176963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or</a:t>
            </a:r>
            <a:endParaRPr lang="zh-CN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2217" y="3186895"/>
            <a:ext cx="1360134" cy="6204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DC7EC3F-AF78-E311-FB1A-A3BDB6023CD0}"/>
                  </a:ext>
                </a:extLst>
              </p14:cNvPr>
              <p14:cNvContentPartPr/>
              <p14:nvPr/>
            </p14:nvContentPartPr>
            <p14:xfrm>
              <a:off x="3556080" y="2657520"/>
              <a:ext cx="3515400" cy="359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DC7EC3F-AF78-E311-FB1A-A3BDB6023C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46720" y="2648160"/>
                <a:ext cx="3534120" cy="361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975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1200"/>
            <a:ext cx="7519190" cy="546576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The higher the Q the higher and narrower the resonant peak; lower Q results in wider bandwidth.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The higher the Q, the more selective the circuit</a:t>
            </a:r>
          </a:p>
          <a:p>
            <a:pPr lvl="1" algn="just">
              <a:lnSpc>
                <a:spcPct val="100000"/>
              </a:lnSpc>
            </a:pPr>
            <a:r>
              <a:rPr lang="en-GB" dirty="0"/>
              <a:t>The selectivity of an RLC circuit is the ability of the circuit to </a:t>
            </a:r>
            <a:r>
              <a:rPr lang="en-GB" dirty="0">
                <a:solidFill>
                  <a:schemeClr val="accent5"/>
                </a:solidFill>
              </a:rPr>
              <a:t>respond to a certain frequency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discriminate against all other frequencies</a:t>
            </a:r>
            <a:r>
              <a:rPr lang="en-GB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For high-Q circuits (Q&gt;10, </a:t>
            </a:r>
            <a:r>
              <a:rPr lang="en-GB" i="1" dirty="0"/>
              <a:t>R/L ↓</a:t>
            </a:r>
            <a:r>
              <a:rPr lang="en-GB" dirty="0">
                <a:sym typeface="Symbol" panose="05050102010706020507" pitchFamily="18" charset="2"/>
              </a:rPr>
              <a:t>) </a:t>
            </a:r>
            <a:r>
              <a:rPr lang="en-GB" dirty="0"/>
              <a:t>the half-power frequencies are, for all practical purposes, </a:t>
            </a:r>
            <a:r>
              <a:rPr lang="en-GB" dirty="0">
                <a:solidFill>
                  <a:srgbClr val="FF0000"/>
                </a:solidFill>
              </a:rPr>
              <a:t>symmetrical around the resonant frequency </a:t>
            </a:r>
            <a:r>
              <a:rPr lang="en-GB" dirty="0"/>
              <a:t>and can be approximated 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7390" y="1046439"/>
            <a:ext cx="3665277" cy="47952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1789" y="5655248"/>
            <a:ext cx="4607144" cy="10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82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Series Circuit at Resonance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6392333" cy="4486275"/>
          </a:xfrm>
        </p:spPr>
        <p:txBody>
          <a:bodyPr>
            <a:noAutofit/>
          </a:bodyPr>
          <a:lstStyle/>
          <a:p>
            <a:r>
              <a:rPr lang="en-US" altLang="zh-CN" dirty="0"/>
              <a:t>Resonant frequency </a:t>
            </a:r>
          </a:p>
          <a:p>
            <a:endParaRPr lang="en-US" altLang="zh-CN" dirty="0"/>
          </a:p>
          <a:p>
            <a:r>
              <a:rPr lang="en-US" altLang="zh-CN" dirty="0"/>
              <a:t>At resonance: 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The impedance is purely resistive.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V and I are in phase, so unity power factor. 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The inductor voltage and capacitor voltage can be much higher than the source voltage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the reactive energy in the circuit oscillates between the inductor and the capacitor.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533" y="1690688"/>
            <a:ext cx="4267200" cy="1885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11" t="9519" r="7501" b="7089"/>
          <a:stretch/>
        </p:blipFill>
        <p:spPr>
          <a:xfrm>
            <a:off x="4270076" y="1431984"/>
            <a:ext cx="2251495" cy="905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866" y="4312476"/>
            <a:ext cx="2743200" cy="1449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75290" y="3982376"/>
            <a:ext cx="1896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At resonance </a:t>
            </a:r>
            <a:endParaRPr lang="zh-CN" alt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131453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6385" y="1366283"/>
            <a:ext cx="5105400" cy="21526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1593923"/>
            <a:ext cx="47074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 the circuit, find the following </a:t>
            </a:r>
          </a:p>
          <a:p>
            <a:pPr marL="342900" indent="-342900">
              <a:buAutoNum type="alphaLcParenBoth"/>
            </a:pPr>
            <a:r>
              <a:rPr lang="en-US" altLang="zh-CN" sz="2000" dirty="0"/>
              <a:t> Resonant frequency </a:t>
            </a:r>
          </a:p>
          <a:p>
            <a:pPr marL="342900" indent="-342900">
              <a:buAutoNum type="alphaLcParenBoth"/>
            </a:pPr>
            <a:r>
              <a:rPr lang="en-US" altLang="zh-CN" sz="2000" dirty="0"/>
              <a:t> Quality factor </a:t>
            </a:r>
          </a:p>
          <a:p>
            <a:pPr marL="342900" indent="-342900">
              <a:buAutoNum type="alphaLcParenBoth"/>
            </a:pPr>
            <a:r>
              <a:rPr lang="en-US" altLang="zh-CN" sz="2000" dirty="0"/>
              <a:t> Bandwidth</a:t>
            </a:r>
          </a:p>
          <a:p>
            <a:pPr marL="342900" indent="-342900">
              <a:buAutoNum type="alphaLcParenBoth"/>
            </a:pPr>
            <a:r>
              <a:rPr lang="en-US" altLang="zh-CN" sz="2000" dirty="0"/>
              <a:t> Half-power </a:t>
            </a:r>
            <a:r>
              <a:rPr lang="en-US" altLang="zh-CN" sz="2000" dirty="0" err="1"/>
              <a:t>frequnecies</a:t>
            </a:r>
            <a:endParaRPr lang="zh-CN" alt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11" t="9519" r="36071" b="6221"/>
          <a:stretch/>
        </p:blipFill>
        <p:spPr>
          <a:xfrm>
            <a:off x="1240549" y="3833089"/>
            <a:ext cx="1308687" cy="783516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088" y="3828857"/>
            <a:ext cx="1927523" cy="7796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074" y="5082016"/>
            <a:ext cx="2078177" cy="6118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2015" y="5082016"/>
            <a:ext cx="2988348" cy="6768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443" y="3882591"/>
            <a:ext cx="3023942" cy="6654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/>
          <a:srcRect l="9756" t="8161" b="-1"/>
          <a:stretch/>
        </p:blipFill>
        <p:spPr>
          <a:xfrm>
            <a:off x="7140750" y="3935904"/>
            <a:ext cx="1993247" cy="57821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5251" y="5130765"/>
            <a:ext cx="1838325" cy="5143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6007" y="3990927"/>
            <a:ext cx="821141" cy="38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8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Parallel Resonance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968067" cy="4694237"/>
          </a:xfrm>
        </p:spPr>
        <p:txBody>
          <a:bodyPr>
            <a:noAutofit/>
          </a:bodyPr>
          <a:lstStyle/>
          <a:p>
            <a:r>
              <a:rPr lang="en-US" altLang="en-US" dirty="0"/>
              <a:t>The parallel RLC circuit shown here is the </a:t>
            </a:r>
            <a:r>
              <a:rPr lang="en-US" altLang="en-US" b="1" i="1" dirty="0">
                <a:solidFill>
                  <a:schemeClr val="accent5"/>
                </a:solidFill>
              </a:rPr>
              <a:t>dual</a:t>
            </a:r>
            <a:r>
              <a:rPr lang="en-US" altLang="en-US" dirty="0"/>
              <a:t> of the series circuit shown previously.</a:t>
            </a:r>
          </a:p>
          <a:p>
            <a:r>
              <a:rPr lang="en-US" altLang="en-US" dirty="0"/>
              <a:t>Resonance here occurs when the imaginary part of the admittance is zero, with </a:t>
            </a:r>
            <a:r>
              <a:rPr lang="en-US" altLang="en-US" b="1" i="1" dirty="0">
                <a:solidFill>
                  <a:schemeClr val="accent5"/>
                </a:solidFill>
              </a:rPr>
              <a:t>dual</a:t>
            </a:r>
          </a:p>
          <a:p>
            <a:endParaRPr lang="en-US" altLang="en-US" dirty="0"/>
          </a:p>
          <a:p>
            <a:endParaRPr lang="en-US" altLang="en-US" sz="1600" dirty="0"/>
          </a:p>
          <a:p>
            <a:r>
              <a:rPr lang="en-US" altLang="en-US" dirty="0"/>
              <a:t>This results in the same resonant frequency as in the series circuit.</a:t>
            </a:r>
          </a:p>
          <a:p>
            <a:endParaRPr lang="en-US" alt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7DDF3A-3770-4CD2-9372-01A1EBA8DF3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952400"/>
              </p:ext>
            </p:extLst>
          </p:nvPr>
        </p:nvGraphicFramePr>
        <p:xfrm>
          <a:off x="1070978" y="3466049"/>
          <a:ext cx="7331815" cy="840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4100" imgH="419100" progId="Equation.DSMT4">
                  <p:embed/>
                </p:oleObj>
              </mc:Choice>
              <mc:Fallback>
                <p:oleObj name="Equation" r:id="rId3" imgW="3594100" imgH="41910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978" y="3466049"/>
                        <a:ext cx="7331815" cy="840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976911"/>
              </p:ext>
            </p:extLst>
          </p:nvPr>
        </p:nvGraphicFramePr>
        <p:xfrm>
          <a:off x="3052431" y="5364442"/>
          <a:ext cx="2286769" cy="90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419100" progId="Equation.DSMT4">
                  <p:embed/>
                </p:oleObj>
              </mc:Choice>
              <mc:Fallback>
                <p:oleObj name="Equation" r:id="rId5" imgW="1054100" imgH="4191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431" y="5364442"/>
                        <a:ext cx="2286769" cy="90890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668179" y="1793536"/>
            <a:ext cx="4323242" cy="149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45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Parallel Resonance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en-US" dirty="0"/>
              <a:t>The relevant equations for the parallel resonant circuit are: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58CADF-190D-4EEF-B0C4-E3256830767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54" y="2340505"/>
            <a:ext cx="3736602" cy="1607608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119" y="4285475"/>
            <a:ext cx="2666471" cy="930164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728" y="5553001"/>
            <a:ext cx="3129251" cy="1050868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67773" y="2066925"/>
            <a:ext cx="3912005" cy="2868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01409" y="5215639"/>
            <a:ext cx="4437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Again, for high-</a:t>
            </a:r>
            <a:r>
              <a:rPr lang="en-US" altLang="zh-CN" sz="2400" i="1" dirty="0"/>
              <a:t>Q</a:t>
            </a:r>
            <a:r>
              <a:rPr lang="en-US" altLang="zh-CN" sz="2400" dirty="0"/>
              <a:t> circuits (</a:t>
            </a:r>
            <a:r>
              <a:rPr lang="en-US" altLang="zh-CN" sz="2400" i="1" dirty="0"/>
              <a:t>Q</a:t>
            </a:r>
            <a:r>
              <a:rPr lang="en-US" altLang="zh-CN" sz="2400" dirty="0"/>
              <a:t> ≥10)</a:t>
            </a:r>
            <a:endParaRPr lang="zh-CN" alt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64" y="5808059"/>
            <a:ext cx="32956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05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 Circuit at Resonance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6235461" cy="5030787"/>
          </a:xfrm>
        </p:spPr>
        <p:txBody>
          <a:bodyPr>
            <a:noAutofit/>
          </a:bodyPr>
          <a:lstStyle/>
          <a:p>
            <a:r>
              <a:rPr lang="en-US" altLang="zh-CN" dirty="0"/>
              <a:t>Resonant frequency </a:t>
            </a:r>
          </a:p>
          <a:p>
            <a:r>
              <a:rPr lang="en-US" altLang="zh-CN" dirty="0"/>
              <a:t>At resonance: 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The impedance is purely resistive.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V and I are in phase, so unity power factor. 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Notice that at resonance, the parallel </a:t>
            </a:r>
            <a:r>
              <a:rPr lang="en-US" altLang="zh-CN" sz="2000" i="1" dirty="0"/>
              <a:t>LC </a:t>
            </a:r>
            <a:r>
              <a:rPr lang="en-US" altLang="zh-CN" sz="2000" dirty="0"/>
              <a:t>combination acts like an open circuit, so that the entire current flows through </a:t>
            </a:r>
            <a:r>
              <a:rPr lang="en-US" altLang="zh-CN" sz="2000" i="1" dirty="0"/>
              <a:t>R. </a:t>
            </a:r>
            <a:r>
              <a:rPr lang="en-US" altLang="zh-CN" sz="2000" dirty="0"/>
              <a:t>The inductor </a:t>
            </a:r>
            <a:r>
              <a:rPr lang="en-US" altLang="zh-CN" sz="2000" dirty="0">
                <a:solidFill>
                  <a:srgbClr val="C00000"/>
                </a:solidFill>
              </a:rPr>
              <a:t>current </a:t>
            </a:r>
            <a:r>
              <a:rPr lang="en-US" altLang="zh-CN" sz="2000" dirty="0"/>
              <a:t>and capacitor </a:t>
            </a:r>
            <a:r>
              <a:rPr lang="en-US" altLang="zh-CN" sz="2000" dirty="0">
                <a:solidFill>
                  <a:srgbClr val="C00000"/>
                </a:solidFill>
              </a:rPr>
              <a:t>current</a:t>
            </a:r>
            <a:r>
              <a:rPr lang="en-US" altLang="zh-CN" sz="2000" dirty="0"/>
              <a:t> can be much higher than the source voltage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the reactive energy in the circuit oscillates between the inductor and the capacitor.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11" t="9519" r="7501" b="7089"/>
          <a:stretch/>
        </p:blipFill>
        <p:spPr>
          <a:xfrm>
            <a:off x="4270076" y="1431984"/>
            <a:ext cx="2251495" cy="905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5050" y="1690687"/>
            <a:ext cx="4653321" cy="16046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692" y="4345838"/>
            <a:ext cx="2745798" cy="1323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75290" y="3982376"/>
            <a:ext cx="1896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At resonance </a:t>
            </a:r>
            <a:endParaRPr lang="zh-CN" alt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3571222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33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20" y="1761596"/>
            <a:ext cx="8064760" cy="452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2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Part III. Introduction to Filters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357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A filter is a circuit that is designed to pass signals with desired </a:t>
            </a:r>
            <a:br>
              <a:rPr lang="en-US" altLang="en-US" dirty="0"/>
            </a:br>
            <a:r>
              <a:rPr lang="en-US" altLang="en-US" dirty="0"/>
              <a:t>frequencies and reject or attenuate others.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A filter is </a:t>
            </a:r>
            <a:r>
              <a:rPr lang="en-US" altLang="en-US" b="1" i="1" dirty="0">
                <a:solidFill>
                  <a:schemeClr val="accent5"/>
                </a:solidFill>
              </a:rPr>
              <a:t>passive</a:t>
            </a:r>
            <a:r>
              <a:rPr lang="en-US" altLang="en-US" dirty="0"/>
              <a:t> if it </a:t>
            </a:r>
            <a:r>
              <a:rPr lang="en-US" altLang="en-US" i="1" u="sng" dirty="0"/>
              <a:t>consists only of passive elements</a:t>
            </a:r>
            <a:r>
              <a:rPr lang="en-US" altLang="en-US" dirty="0"/>
              <a:t>, R, L, and C.</a:t>
            </a:r>
          </a:p>
          <a:p>
            <a:pPr algn="just"/>
            <a:r>
              <a:rPr lang="en-US" altLang="en-US" dirty="0"/>
              <a:t>They are very important circuits in that many technological advances</a:t>
            </a:r>
            <a:br>
              <a:rPr lang="en-US" altLang="en-US" dirty="0"/>
            </a:br>
            <a:r>
              <a:rPr lang="en-US" altLang="en-US" dirty="0"/>
              <a:t>would not have been possible without the development of filters.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sz="3600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347C78-AA61-4FCB-9D94-89C4C6C80EF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pic>
        <p:nvPicPr>
          <p:cNvPr id="6" name="Picture 2" descr="AAAZJPT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3058087"/>
            <a:ext cx="5875867" cy="118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76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973"/>
            <a:ext cx="10515600" cy="83574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Type of Filters</a:t>
            </a:r>
            <a:endParaRPr lang="zh-CN" alt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412" y="1081087"/>
            <a:ext cx="5926394" cy="371705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altLang="en-US" sz="2400" b="1" u="sng" dirty="0"/>
              <a:t>Lowpass</a:t>
            </a:r>
            <a:r>
              <a:rPr lang="en-GB" altLang="en-US" sz="2400" dirty="0"/>
              <a:t> passes only low frequencies and blocks high frequencies.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altLang="en-US" sz="2400" b="1" u="sng" dirty="0" err="1"/>
              <a:t>Highpass</a:t>
            </a:r>
            <a:r>
              <a:rPr lang="en-GB" altLang="en-US" sz="2400" dirty="0"/>
              <a:t> does the opposite of </a:t>
            </a:r>
            <a:r>
              <a:rPr lang="en-GB" altLang="en-US" sz="2400" dirty="0" err="1"/>
              <a:t>lowpass</a:t>
            </a:r>
            <a:endParaRPr lang="en-GB" altLang="en-US" sz="2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altLang="en-US" sz="2400" b="1" u="sng" dirty="0" err="1"/>
              <a:t>Bandpass</a:t>
            </a:r>
            <a:r>
              <a:rPr lang="en-GB" altLang="en-US" sz="2400" dirty="0"/>
              <a:t> only allows a range of frequencies to pass through.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altLang="en-US" sz="2400" b="1" u="sng" dirty="0" err="1"/>
              <a:t>Bandstop</a:t>
            </a:r>
            <a:r>
              <a:rPr lang="en-GB" altLang="en-US" sz="2400" dirty="0"/>
              <a:t> does the opposite of </a:t>
            </a:r>
            <a:r>
              <a:rPr lang="en-GB" altLang="en-US" sz="2400" dirty="0" err="1"/>
              <a:t>bandpass</a:t>
            </a:r>
            <a:endParaRPr lang="en-GB" altLang="en-US" sz="2400" dirty="0"/>
          </a:p>
          <a:p>
            <a:endParaRPr lang="zh-C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2" descr="AAAZJPV0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718" y="1014244"/>
            <a:ext cx="5401734" cy="570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556500" y="3372759"/>
            <a:ext cx="2257541" cy="40011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accent5"/>
                </a:solidFill>
              </a:rPr>
              <a:t>Cutoff frequency </a:t>
            </a:r>
            <a:r>
              <a:rPr lang="el-GR" altLang="zh-CN" sz="2000" i="1" dirty="0">
                <a:solidFill>
                  <a:schemeClr val="accent5"/>
                </a:solidFill>
              </a:rPr>
              <a:t>ω</a:t>
            </a:r>
            <a:r>
              <a:rPr lang="en-US" altLang="zh-CN" sz="2000" i="1" baseline="-25000" dirty="0">
                <a:solidFill>
                  <a:schemeClr val="accent5"/>
                </a:solidFill>
              </a:rPr>
              <a:t>c</a:t>
            </a:r>
            <a:endParaRPr lang="zh-CN" altLang="en-US" sz="2000" i="1" baseline="-25000" dirty="0">
              <a:solidFill>
                <a:schemeClr val="accent5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778300" y="2475597"/>
            <a:ext cx="897465" cy="89716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8675765" y="2475597"/>
            <a:ext cx="1675243" cy="89716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81832" y="368326"/>
            <a:ext cx="5206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u="sng" dirty="0">
                <a:solidFill>
                  <a:srgbClr val="FF0000"/>
                </a:solidFill>
              </a:rPr>
              <a:t>Ideal frequency response for filters</a:t>
            </a:r>
            <a:endParaRPr lang="zh-CN" altLang="en-US" sz="2800" i="1" u="sng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2CAAA-665A-274D-B27D-081400AC6B98}"/>
              </a:ext>
            </a:extLst>
          </p:cNvPr>
          <p:cNvSpPr txBox="1"/>
          <p:nvPr/>
        </p:nvSpPr>
        <p:spPr>
          <a:xfrm>
            <a:off x="560438" y="3952569"/>
            <a:ext cx="563388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Cutoff frequency: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ideal filters, the frequency that separates the passband and stopband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practical filters, the half-power </a:t>
            </a:r>
            <a:r>
              <a:rPr lang="en-US" sz="2400" dirty="0">
                <a:solidFill>
                  <a:srgbClr val="FF0000"/>
                </a:solidFill>
              </a:rPr>
              <a:t>(relative to passband) </a:t>
            </a:r>
            <a:r>
              <a:rPr lang="en-US" sz="2400" dirty="0"/>
              <a:t>frequencies that separate the pass band and stopband.</a:t>
            </a:r>
          </a:p>
        </p:txBody>
      </p:sp>
    </p:spTree>
    <p:extLst>
      <p:ext uri="{BB962C8B-B14F-4D97-AF65-F5344CB8AC3E}">
        <p14:creationId xmlns:p14="http://schemas.microsoft.com/office/powerpoint/2010/main" val="22891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First-Order </a:t>
            </a:r>
            <a:r>
              <a:rPr lang="en-US" altLang="en-US" dirty="0" err="1"/>
              <a:t>Lowpass</a:t>
            </a:r>
            <a:r>
              <a:rPr lang="en-US" altLang="en-US" dirty="0"/>
              <a:t> Filter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697133" cy="4676245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/>
              <a:t>A typical </a:t>
            </a:r>
            <a:r>
              <a:rPr lang="en-US" altLang="en-US" sz="2400" dirty="0" err="1"/>
              <a:t>lowpass</a:t>
            </a:r>
            <a:r>
              <a:rPr lang="en-US" altLang="en-US" sz="2400" dirty="0"/>
              <a:t> filter is formed when the output of a </a:t>
            </a:r>
            <a:r>
              <a:rPr lang="en-US" altLang="en-US" sz="2400" i="1" dirty="0"/>
              <a:t>RC</a:t>
            </a:r>
            <a:r>
              <a:rPr lang="en-US" altLang="en-US" sz="2400" dirty="0"/>
              <a:t> circuit is taken off the capacitor.</a:t>
            </a:r>
          </a:p>
          <a:p>
            <a:pPr algn="just"/>
            <a:r>
              <a:rPr lang="en-US" altLang="en-US" sz="2400" dirty="0"/>
              <a:t>Transfer function:</a:t>
            </a:r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The half power frequency is:</a:t>
            </a:r>
          </a:p>
          <a:p>
            <a:pPr algn="just"/>
            <a:endParaRPr lang="en-US" altLang="en-US" sz="1100" dirty="0"/>
          </a:p>
          <a:p>
            <a:pPr lvl="1" algn="just"/>
            <a:r>
              <a:rPr lang="en-US" altLang="en-US" sz="2000" dirty="0"/>
              <a:t>The filter is designed to pass </a:t>
            </a:r>
            <a:r>
              <a:rPr lang="en-US" altLang="en-US" sz="2000" dirty="0">
                <a:solidFill>
                  <a:srgbClr val="FF0000"/>
                </a:solidFill>
              </a:rPr>
              <a:t>from DC up to </a:t>
            </a:r>
            <a:r>
              <a:rPr lang="el-GR" altLang="en-US" sz="2000" dirty="0">
                <a:solidFill>
                  <a:srgbClr val="FF0000"/>
                </a:solidFill>
              </a:rPr>
              <a:t>ω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c</a:t>
            </a:r>
          </a:p>
          <a:p>
            <a:pPr algn="just"/>
            <a:r>
              <a:rPr lang="en-GB" altLang="en-US" sz="2400" dirty="0"/>
              <a:t>Of course, there are many other circuits for </a:t>
            </a:r>
            <a:r>
              <a:rPr lang="en-GB" altLang="en-US" sz="2400" dirty="0" err="1"/>
              <a:t>lowpass</a:t>
            </a:r>
            <a:r>
              <a:rPr lang="en-GB" altLang="en-US" sz="2400" dirty="0"/>
              <a:t> filters</a:t>
            </a:r>
          </a:p>
          <a:p>
            <a:pPr lvl="1" algn="just"/>
            <a:r>
              <a:rPr lang="en-GB" altLang="en-US" sz="2000" dirty="0"/>
              <a:t>A </a:t>
            </a:r>
            <a:r>
              <a:rPr lang="en-GB" altLang="en-US" sz="2000" dirty="0" err="1"/>
              <a:t>lowpass</a:t>
            </a:r>
            <a:r>
              <a:rPr lang="en-GB" altLang="en-US" sz="2000" dirty="0"/>
              <a:t> filter can also be formed when the output of an </a:t>
            </a:r>
            <a:r>
              <a:rPr lang="en-GB" altLang="en-US" sz="2000" i="1" dirty="0"/>
              <a:t>RL</a:t>
            </a:r>
            <a:r>
              <a:rPr lang="en-GB" altLang="en-US" sz="2000" dirty="0"/>
              <a:t> circuit is taken off the resistor.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FAE736-5454-43B3-B905-F585058334E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/>
          </a:p>
        </p:txBody>
      </p:sp>
      <p:graphicFrame>
        <p:nvGraphicFramePr>
          <p:cNvPr id="5325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44415"/>
              </p:ext>
            </p:extLst>
          </p:nvPr>
        </p:nvGraphicFramePr>
        <p:xfrm>
          <a:off x="5129578" y="3696502"/>
          <a:ext cx="1036811" cy="698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393529" progId="Equation.DSMT4">
                  <p:embed/>
                </p:oleObj>
              </mc:Choice>
              <mc:Fallback>
                <p:oleObj name="Equation" r:id="rId3" imgW="583947" imgH="393529" progId="Equation.DSMT4">
                  <p:embed/>
                  <p:pic>
                    <p:nvPicPr>
                      <p:cNvPr id="5325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578" y="3696502"/>
                        <a:ext cx="1036811" cy="69848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49938" y="2800708"/>
            <a:ext cx="4552950" cy="9664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934" y="1205837"/>
            <a:ext cx="3385465" cy="18819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5066" y="3506059"/>
            <a:ext cx="2743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230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First-Order </a:t>
            </a:r>
            <a:r>
              <a:rPr lang="en-US" altLang="en-US" dirty="0" err="1"/>
              <a:t>Highpass</a:t>
            </a:r>
            <a:r>
              <a:rPr lang="en-US" altLang="en-US" dirty="0"/>
              <a:t> Filter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629399" cy="4862512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A </a:t>
            </a:r>
            <a:r>
              <a:rPr lang="en-US" altLang="en-US" sz="2400" dirty="0" err="1"/>
              <a:t>highpass</a:t>
            </a:r>
            <a:r>
              <a:rPr lang="en-US" altLang="en-US" sz="2400" dirty="0"/>
              <a:t> filter can also be made of a RC circuit, with the output taken off the resistor.</a:t>
            </a:r>
          </a:p>
          <a:p>
            <a:r>
              <a:rPr lang="en-US" altLang="en-US" sz="2400" dirty="0"/>
              <a:t>Transfer function: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The cutoff frequency will be the same as the </a:t>
            </a:r>
            <a:r>
              <a:rPr lang="en-US" altLang="en-US" sz="2400" dirty="0" err="1"/>
              <a:t>lowpass</a:t>
            </a:r>
            <a:r>
              <a:rPr lang="en-US" altLang="en-US" sz="2400" dirty="0"/>
              <a:t> filter.</a:t>
            </a:r>
          </a:p>
          <a:p>
            <a:pPr lvl="1"/>
            <a:endParaRPr lang="en-US" altLang="en-US" sz="2800" dirty="0"/>
          </a:p>
          <a:p>
            <a:pPr lvl="1"/>
            <a:r>
              <a:rPr lang="en-GB" altLang="en-US" sz="2000" dirty="0"/>
              <a:t>A </a:t>
            </a:r>
            <a:r>
              <a:rPr lang="en-GB" altLang="en-US" sz="2000" dirty="0" err="1"/>
              <a:t>highpass</a:t>
            </a:r>
            <a:r>
              <a:rPr lang="en-GB" altLang="en-US" sz="2000" dirty="0"/>
              <a:t> filter is designed to pass all </a:t>
            </a:r>
            <a:r>
              <a:rPr lang="en-GB" altLang="en-US" sz="2000" dirty="0" err="1"/>
              <a:t>requencies</a:t>
            </a:r>
            <a:r>
              <a:rPr lang="en-GB" altLang="en-US" sz="2000" dirty="0"/>
              <a:t> above its </a:t>
            </a:r>
            <a:r>
              <a:rPr lang="en-GB" altLang="en-US" sz="2000" dirty="0" err="1"/>
              <a:t>cutoff</a:t>
            </a:r>
            <a:r>
              <a:rPr lang="en-GB" altLang="en-US" sz="2000" dirty="0"/>
              <a:t> frequency</a:t>
            </a:r>
          </a:p>
          <a:p>
            <a:r>
              <a:rPr lang="en-GB" altLang="en-US" sz="2400" dirty="0"/>
              <a:t>A </a:t>
            </a:r>
            <a:r>
              <a:rPr lang="en-GB" altLang="en-US" sz="2400" dirty="0" err="1"/>
              <a:t>highpass</a:t>
            </a:r>
            <a:r>
              <a:rPr lang="en-GB" altLang="en-US" sz="2400" dirty="0"/>
              <a:t> filter can also be formed when the output of an </a:t>
            </a:r>
            <a:r>
              <a:rPr lang="en-GB" altLang="en-US" sz="2400" i="1" dirty="0"/>
              <a:t>RL</a:t>
            </a:r>
            <a:r>
              <a:rPr lang="en-GB" altLang="en-US" sz="2400" dirty="0"/>
              <a:t> circuit is taken off the inductor.</a:t>
            </a:r>
            <a:endParaRPr lang="en-US" altLang="en-US" sz="2400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7D4F91-AB61-4D15-85C7-2D78BB74609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442" y="2945866"/>
            <a:ext cx="4743450" cy="8575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108" y="1107541"/>
            <a:ext cx="3257550" cy="1838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00" y="3329605"/>
            <a:ext cx="2628900" cy="3000375"/>
          </a:xfrm>
          <a:prstGeom prst="rect">
            <a:avLst/>
          </a:prstGeom>
        </p:spPr>
      </p:pic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364242"/>
              </p:ext>
            </p:extLst>
          </p:nvPr>
        </p:nvGraphicFramePr>
        <p:xfrm>
          <a:off x="3577167" y="4223539"/>
          <a:ext cx="1164166" cy="78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47" imgH="393529" progId="Equation.DSMT4">
                  <p:embed/>
                </p:oleObj>
              </mc:Choice>
              <mc:Fallback>
                <p:oleObj name="Equation" r:id="rId6" imgW="583947" imgH="393529" progId="Equation.DSMT4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167" y="4223539"/>
                        <a:ext cx="1164166" cy="78428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7882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First-Order Filter Circuits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463534" cy="454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713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Bandpass Filter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7374465" cy="4519281"/>
          </a:xfrm>
        </p:spPr>
        <p:txBody>
          <a:bodyPr>
            <a:noAutofit/>
          </a:bodyPr>
          <a:lstStyle/>
          <a:p>
            <a:pPr algn="just"/>
            <a:r>
              <a:rPr lang="en-GB" altLang="en-US" sz="2400" dirty="0"/>
              <a:t>A bandpass filter is designed to pass all frequencies within a band of frequencies. </a:t>
            </a:r>
            <a:r>
              <a:rPr lang="en-GB" altLang="en-US" sz="2400" dirty="0">
                <a:solidFill>
                  <a:schemeClr val="accent5"/>
                </a:solidFill>
              </a:rPr>
              <a:t>It can be realized by taking the output from the resistor in an RLC series circuit</a:t>
            </a:r>
            <a:r>
              <a:rPr lang="en-GB" altLang="en-US" sz="2400" dirty="0"/>
              <a:t>.</a:t>
            </a:r>
          </a:p>
          <a:p>
            <a:pPr algn="just"/>
            <a:r>
              <a:rPr lang="en-US" altLang="en-US" sz="2400" dirty="0"/>
              <a:t>Transfer function</a:t>
            </a:r>
          </a:p>
          <a:p>
            <a:pPr marL="0" indent="0" algn="just">
              <a:buNone/>
            </a:pPr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The center frequency is:</a:t>
            </a:r>
          </a:p>
          <a:p>
            <a:pPr algn="just"/>
            <a:endParaRPr lang="en-US" altLang="en-US" sz="1400" dirty="0"/>
          </a:p>
          <a:p>
            <a:pPr algn="just"/>
            <a:r>
              <a:rPr lang="en-US" altLang="en-US" sz="2400" dirty="0"/>
              <a:t>The filter will pass frequencies from </a:t>
            </a:r>
            <a:r>
              <a:rPr lang="el-GR" altLang="en-US" sz="2400" dirty="0"/>
              <a:t>ω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to </a:t>
            </a:r>
            <a:r>
              <a:rPr lang="el-GR" altLang="en-US" sz="2400" dirty="0"/>
              <a:t>ω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. The difference is the passband bandwidth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B98075-BBBF-4DEC-AD21-E4C50563455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graphicFrame>
        <p:nvGraphicFramePr>
          <p:cNvPr id="573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55548"/>
              </p:ext>
            </p:extLst>
          </p:nvPr>
        </p:nvGraphicFramePr>
        <p:xfrm>
          <a:off x="4330714" y="4055645"/>
          <a:ext cx="1395598" cy="83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500" imgH="419100" progId="Equation.DSMT4">
                  <p:embed/>
                </p:oleObj>
              </mc:Choice>
              <mc:Fallback>
                <p:oleObj name="Equation" r:id="rId3" imgW="698500" imgH="419100" progId="Equation.DSMT4">
                  <p:embed/>
                  <p:pic>
                    <p:nvPicPr>
                      <p:cNvPr id="5735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14" y="4055645"/>
                        <a:ext cx="1395598" cy="83735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88304"/>
              </p:ext>
            </p:extLst>
          </p:nvPr>
        </p:nvGraphicFramePr>
        <p:xfrm>
          <a:off x="5918734" y="5339020"/>
          <a:ext cx="1176333" cy="372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28600" progId="Equation.DSMT4">
                  <p:embed/>
                </p:oleObj>
              </mc:Choice>
              <mc:Fallback>
                <p:oleObj name="Equation" r:id="rId5" imgW="723600" imgH="2286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734" y="5339020"/>
                        <a:ext cx="1176333" cy="37259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5384" y="3168324"/>
            <a:ext cx="4021263" cy="977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2280" y="1430780"/>
            <a:ext cx="3336230" cy="16796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91475" y="3657133"/>
            <a:ext cx="36766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9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Bandstop</a:t>
            </a:r>
            <a:r>
              <a:rPr lang="en-US" altLang="en-US" dirty="0"/>
              <a:t> Filter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985000" cy="4862512"/>
          </a:xfrm>
        </p:spPr>
        <p:txBody>
          <a:bodyPr>
            <a:noAutofit/>
          </a:bodyPr>
          <a:lstStyle/>
          <a:p>
            <a:pPr algn="just"/>
            <a:r>
              <a:rPr lang="en-GB" altLang="en-US" sz="2400" dirty="0"/>
              <a:t>A </a:t>
            </a:r>
            <a:r>
              <a:rPr lang="en-GB" altLang="en-US" sz="2400" dirty="0" err="1"/>
              <a:t>bandstop</a:t>
            </a:r>
            <a:r>
              <a:rPr lang="en-GB" altLang="en-US" sz="2400" dirty="0"/>
              <a:t> filter is designed to stop or eliminate all </a:t>
            </a:r>
            <a:br>
              <a:rPr lang="en-GB" altLang="en-US" sz="2400" dirty="0"/>
            </a:br>
            <a:r>
              <a:rPr lang="en-GB" altLang="en-US" sz="2400" dirty="0"/>
              <a:t>frequencies within a band of frequencies. </a:t>
            </a:r>
            <a:r>
              <a:rPr lang="en-US" altLang="en-US" sz="2400" dirty="0">
                <a:solidFill>
                  <a:schemeClr val="accent5"/>
                </a:solidFill>
              </a:rPr>
              <a:t>A </a:t>
            </a:r>
            <a:r>
              <a:rPr lang="en-US" altLang="en-US" sz="2400" dirty="0" err="1">
                <a:solidFill>
                  <a:schemeClr val="accent5"/>
                </a:solidFill>
              </a:rPr>
              <a:t>bandstop</a:t>
            </a:r>
            <a:r>
              <a:rPr lang="en-US" altLang="en-US" sz="2400" dirty="0">
                <a:solidFill>
                  <a:schemeClr val="accent5"/>
                </a:solidFill>
              </a:rPr>
              <a:t> filter can be created from a </a:t>
            </a:r>
            <a:r>
              <a:rPr lang="en-US" altLang="en-US" sz="2400" i="1" dirty="0">
                <a:solidFill>
                  <a:schemeClr val="accent5"/>
                </a:solidFill>
              </a:rPr>
              <a:t>RLC</a:t>
            </a:r>
            <a:r>
              <a:rPr lang="en-US" altLang="en-US" sz="2400" dirty="0">
                <a:solidFill>
                  <a:schemeClr val="accent5"/>
                </a:solidFill>
              </a:rPr>
              <a:t> circuit by taking the output from the </a:t>
            </a:r>
            <a:r>
              <a:rPr lang="en-US" altLang="en-US" sz="2400" i="1" dirty="0">
                <a:solidFill>
                  <a:schemeClr val="accent5"/>
                </a:solidFill>
              </a:rPr>
              <a:t>LC</a:t>
            </a:r>
            <a:r>
              <a:rPr lang="en-US" altLang="en-US" sz="2400" dirty="0">
                <a:solidFill>
                  <a:schemeClr val="accent5"/>
                </a:solidFill>
              </a:rPr>
              <a:t> series combination.</a:t>
            </a:r>
          </a:p>
          <a:p>
            <a:pPr algn="just"/>
            <a:r>
              <a:rPr lang="en-US" altLang="en-US" sz="2400" dirty="0"/>
              <a:t>Transfer function:</a:t>
            </a:r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Therefore, the range of blocked frequencies will be the same as the range of passed frequencies for the bandpass filter.</a:t>
            </a:r>
          </a:p>
          <a:p>
            <a:pPr algn="just"/>
            <a:r>
              <a:rPr lang="en-US" altLang="en-US" sz="2400" dirty="0"/>
              <a:t>Here                is called frequency of rejection.</a:t>
            </a:r>
          </a:p>
          <a:p>
            <a:pPr algn="just"/>
            <a:r>
              <a:rPr lang="en-US" altLang="en-US" sz="2400" dirty="0"/>
              <a:t>And                 is the bandwidth of rejection.</a:t>
            </a: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A2C890-D30F-44A6-A9D4-001BFC69602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326833"/>
              </p:ext>
            </p:extLst>
          </p:nvPr>
        </p:nvGraphicFramePr>
        <p:xfrm>
          <a:off x="1832846" y="5092119"/>
          <a:ext cx="977057" cy="586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500" imgH="419100" progId="Equation.DSMT4">
                  <p:embed/>
                </p:oleObj>
              </mc:Choice>
              <mc:Fallback>
                <p:oleObj name="Equation" r:id="rId3" imgW="698500" imgH="419100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846" y="5092119"/>
                        <a:ext cx="977057" cy="58623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602024"/>
              </p:ext>
            </p:extLst>
          </p:nvPr>
        </p:nvGraphicFramePr>
        <p:xfrm>
          <a:off x="1832846" y="5703557"/>
          <a:ext cx="105251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28600" progId="Equation.DSMT4">
                  <p:embed/>
                </p:oleObj>
              </mc:Choice>
              <mc:Fallback>
                <p:oleObj name="Equation" r:id="rId5" imgW="723600" imgH="228600" progId="Equation.DSMT4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846" y="5703557"/>
                        <a:ext cx="1052512" cy="3333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40299" y="3174026"/>
            <a:ext cx="3965468" cy="8954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7086" y="1393031"/>
            <a:ext cx="2924175" cy="1819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24" y="3488994"/>
            <a:ext cx="39433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61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Determine what type of filter.  Calculate the </a:t>
            </a:r>
            <a:r>
              <a:rPr lang="en-GB" dirty="0" err="1"/>
              <a:t>cutoff</a:t>
            </a:r>
            <a:r>
              <a:rPr lang="en-GB" dirty="0"/>
              <a:t> frequency, take </a:t>
            </a:r>
            <a:r>
              <a:rPr lang="en-GB" i="1" dirty="0"/>
              <a:t>R</a:t>
            </a:r>
            <a:r>
              <a:rPr lang="en-GB" dirty="0"/>
              <a:t>=2 k</a:t>
            </a:r>
            <a:r>
              <a:rPr lang="en-GB" dirty="0">
                <a:sym typeface="Symbol" panose="05050102010706020507" pitchFamily="18" charset="2"/>
              </a:rPr>
              <a:t>, </a:t>
            </a:r>
            <a:r>
              <a:rPr lang="en-GB" i="1" dirty="0"/>
              <a:t>L</a:t>
            </a:r>
            <a:r>
              <a:rPr lang="en-GB" dirty="0"/>
              <a:t>=2 H, and </a:t>
            </a:r>
            <a:r>
              <a:rPr lang="en-GB" i="1" dirty="0"/>
              <a:t>C</a:t>
            </a:r>
            <a:r>
              <a:rPr lang="en-GB" dirty="0"/>
              <a:t>=2 </a:t>
            </a:r>
            <a:r>
              <a:rPr lang="en-GB" dirty="0">
                <a:latin typeface="Symbol" panose="05050102010706020507" pitchFamily="18" charset="2"/>
              </a:rPr>
              <a:t>m</a:t>
            </a:r>
            <a:r>
              <a:rPr lang="en-GB" dirty="0"/>
              <a:t>F.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884781"/>
            <a:ext cx="4540816" cy="22330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591" y="2884781"/>
            <a:ext cx="3214137" cy="8620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591" y="3881747"/>
            <a:ext cx="2354829" cy="400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21727" y="3934387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→</a:t>
            </a:r>
            <a:r>
              <a:rPr lang="en-US" altLang="zh-CN" dirty="0"/>
              <a:t>likely second order lowpass filter</a:t>
            </a:r>
            <a:endParaRPr lang="zh-CN" alt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127" y="4335097"/>
            <a:ext cx="3063899" cy="9052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689" y="5055137"/>
            <a:ext cx="3450619" cy="8070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69591" y="463032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Magnitude is</a:t>
            </a:r>
            <a:endParaRPr lang="zh-CN" alt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1249" y="5966932"/>
            <a:ext cx="2325031" cy="51520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1737" y="5985835"/>
            <a:ext cx="2688525" cy="43528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4361" y="5892698"/>
            <a:ext cx="3485340" cy="5074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21249" y="5274018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Half-power frequency: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BBE195-A8DD-3F33-31D7-924EA37A83B0}"/>
                  </a:ext>
                </a:extLst>
              </p14:cNvPr>
              <p14:cNvContentPartPr/>
              <p14:nvPr/>
            </p14:nvContentPartPr>
            <p14:xfrm>
              <a:off x="10272240" y="4254840"/>
              <a:ext cx="1815120" cy="138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BBE195-A8DD-3F33-31D7-924EA37A83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62880" y="4245480"/>
                <a:ext cx="1833840" cy="14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8186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Active Filters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710333" cy="4486275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Passive filters have a few drawbacks.</a:t>
            </a:r>
          </a:p>
          <a:p>
            <a:pPr lvl="1"/>
            <a:r>
              <a:rPr lang="en-US" altLang="en-US" sz="2000" dirty="0"/>
              <a:t>They cannot create gain greater than 1 (first order filters) or cannot control the gain easily.</a:t>
            </a:r>
          </a:p>
          <a:p>
            <a:pPr lvl="1"/>
            <a:r>
              <a:rPr lang="en-US" altLang="en-US" sz="2000" dirty="0"/>
              <a:t>They may require bulky and expensive inductors.</a:t>
            </a:r>
          </a:p>
          <a:p>
            <a:pPr lvl="1"/>
            <a:r>
              <a:rPr lang="en-US" altLang="en-US" sz="2000" dirty="0"/>
              <a:t>They perform poorly at frequencies below the audio range. (300 Hz ~ 3,000Hz)</a:t>
            </a:r>
          </a:p>
          <a:p>
            <a:r>
              <a:rPr lang="en-US" sz="2400" dirty="0"/>
              <a:t>Nevertheless, passive filters are useful at high frequencies.</a:t>
            </a:r>
            <a:endParaRPr lang="en-US" altLang="en-US" sz="2400" dirty="0"/>
          </a:p>
          <a:p>
            <a:r>
              <a:rPr lang="en-US" altLang="en-US" sz="2400" dirty="0"/>
              <a:t>It is possible, </a:t>
            </a:r>
            <a:r>
              <a:rPr lang="en-US" altLang="en-US" sz="2400" dirty="0">
                <a:solidFill>
                  <a:schemeClr val="accent5"/>
                </a:solidFill>
              </a:rPr>
              <a:t>using op-amps</a:t>
            </a:r>
            <a:r>
              <a:rPr lang="en-US" altLang="en-US" sz="2400" dirty="0"/>
              <a:t>, to create all the common filters, AKA </a:t>
            </a:r>
            <a:r>
              <a:rPr lang="en-US" altLang="en-US" sz="2400" dirty="0">
                <a:solidFill>
                  <a:srgbClr val="FF0000"/>
                </a:solidFill>
              </a:rPr>
              <a:t>Active Filters</a:t>
            </a:r>
            <a:r>
              <a:rPr lang="en-US" altLang="en-US" sz="2400" dirty="0"/>
              <a:t>.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A5F08B-479F-4FBE-A719-5888C7DBB9F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>
          <a:xfrm>
            <a:off x="2887132" y="4165394"/>
            <a:ext cx="826346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altLang="zh-CN" sz="2000" dirty="0"/>
              <a:t>They are often smaller and less expensive.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They can provide additional amplifier gain 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altLang="zh-CN" sz="2000" dirty="0"/>
              <a:t>They can be combined with buffer amplifiers (voltage followers) to isolate each stage of the filter from source and load impedance effects</a:t>
            </a:r>
            <a:endParaRPr lang="en-US" alt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2887132" y="5692914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are less reliable and less stable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practical frequency limit of about 100kHz</a:t>
            </a:r>
            <a:endParaRPr lang="en-US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348933" y="430389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Pros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8933" y="5692914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Cons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9871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Order Active 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657142" cy="4486275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One of the components must be reactive.</a:t>
            </a:r>
          </a:p>
          <a:p>
            <a:pPr algn="just"/>
            <a:r>
              <a:rPr lang="en-US" dirty="0"/>
              <a:t>The components selected for </a:t>
            </a:r>
            <a:r>
              <a:rPr lang="en-US" i="1" dirty="0"/>
              <a:t>Z</a:t>
            </a:r>
            <a:r>
              <a:rPr lang="en-US" i="1" baseline="-25000" dirty="0"/>
              <a:t>i</a:t>
            </a:r>
            <a:r>
              <a:rPr lang="en-US" dirty="0"/>
              <a:t> and </a:t>
            </a:r>
            <a:r>
              <a:rPr lang="en-US" i="1" dirty="0" err="1"/>
              <a:t>Z</a:t>
            </a:r>
            <a:r>
              <a:rPr lang="en-US" i="1" baseline="-25000" dirty="0" err="1"/>
              <a:t>f</a:t>
            </a:r>
            <a:r>
              <a:rPr lang="en-US" dirty="0"/>
              <a:t> determine whether the filter is lowpass or </a:t>
            </a:r>
            <a:r>
              <a:rPr lang="en-US" dirty="0" err="1"/>
              <a:t>highpass</a:t>
            </a:r>
            <a:r>
              <a:rPr lang="en-US" dirty="0"/>
              <a:t>.</a:t>
            </a:r>
          </a:p>
          <a:p>
            <a:pPr algn="just"/>
            <a:r>
              <a:rPr lang="en-US" altLang="zh-CN" dirty="0"/>
              <a:t>For the general first order filter, the transfer function is</a:t>
            </a:r>
          </a:p>
          <a:p>
            <a:pPr algn="just"/>
            <a:endParaRPr lang="en-US" altLang="zh-CN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7821" y="3764866"/>
            <a:ext cx="3212089" cy="2412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9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90375"/>
              </p:ext>
            </p:extLst>
          </p:nvPr>
        </p:nvGraphicFramePr>
        <p:xfrm>
          <a:off x="5086691" y="4215859"/>
          <a:ext cx="5521036" cy="1202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520" imgH="520560" progId="Equation.DSMT4">
                  <p:embed/>
                </p:oleObj>
              </mc:Choice>
              <mc:Fallback>
                <p:oleObj name="Equation" r:id="rId3" imgW="2387520" imgH="520560" progId="Equation.DSMT4">
                  <p:embed/>
                  <p:pic>
                    <p:nvPicPr>
                      <p:cNvPr id="79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691" y="4215859"/>
                        <a:ext cx="5521036" cy="1202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Order </a:t>
            </a:r>
            <a:r>
              <a:rPr lang="en-US" altLang="en-US" dirty="0" err="1"/>
              <a:t>Lowpass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22733" cy="2885008"/>
          </a:xfrm>
        </p:spPr>
        <p:txBody>
          <a:bodyPr>
            <a:noAutofit/>
          </a:bodyPr>
          <a:lstStyle/>
          <a:p>
            <a:pPr algn="just"/>
            <a:r>
              <a:rPr lang="en-US" altLang="zh-CN" sz="2400" dirty="0"/>
              <a:t>For </a:t>
            </a:r>
            <a:r>
              <a:rPr lang="en-US" altLang="zh-CN" sz="2400" i="1" dirty="0" err="1"/>
              <a:t>Z</a:t>
            </a:r>
            <a:r>
              <a:rPr lang="en-US" altLang="zh-CN" sz="2400" i="1" baseline="-25000" dirty="0" err="1"/>
              <a:t>i</a:t>
            </a:r>
            <a:r>
              <a:rPr lang="en-US" altLang="zh-CN" sz="2400" i="1" dirty="0"/>
              <a:t>=</a:t>
            </a:r>
            <a:r>
              <a:rPr lang="en-US" altLang="zh-CN" sz="2400" i="1" dirty="0" err="1"/>
              <a:t>R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Z</a:t>
            </a:r>
            <a:r>
              <a:rPr lang="en-US" altLang="zh-CN" sz="2400" i="1" baseline="-25000" dirty="0" err="1"/>
              <a:t>f</a:t>
            </a:r>
            <a:r>
              <a:rPr lang="en-US" altLang="zh-CN" sz="2400" i="1" dirty="0"/>
              <a:t>=</a:t>
            </a:r>
            <a:r>
              <a:rPr lang="en-US" altLang="zh-CN" sz="2400" i="1" dirty="0" err="1"/>
              <a:t>R</a:t>
            </a:r>
            <a:r>
              <a:rPr lang="en-US" altLang="zh-CN" sz="2400" i="1" baseline="-25000" dirty="0" err="1"/>
              <a:t>f</a:t>
            </a:r>
            <a:r>
              <a:rPr lang="en-US" altLang="zh-CN" sz="2400" i="1" dirty="0"/>
              <a:t> //</a:t>
            </a:r>
            <a:r>
              <a:rPr lang="en-US" altLang="zh-CN" sz="2400" i="1" dirty="0" err="1"/>
              <a:t>C</a:t>
            </a:r>
            <a:r>
              <a:rPr lang="en-US" altLang="zh-CN" sz="2400" i="1" baseline="-25000" dirty="0" err="1"/>
              <a:t>f</a:t>
            </a:r>
            <a:r>
              <a:rPr lang="en-US" altLang="zh-CN" sz="2400" dirty="0"/>
              <a:t>, the circuit acts as a </a:t>
            </a:r>
            <a:r>
              <a:rPr lang="en-US" altLang="zh-CN" sz="2400" dirty="0" err="1"/>
              <a:t>lowpass</a:t>
            </a:r>
            <a:r>
              <a:rPr lang="en-US" altLang="zh-CN" sz="2400" dirty="0"/>
              <a:t> filter</a:t>
            </a:r>
          </a:p>
          <a:p>
            <a:pPr algn="just"/>
            <a:endParaRPr lang="en-US" altLang="zh-CN" sz="2400" dirty="0"/>
          </a:p>
          <a:p>
            <a:pPr algn="just"/>
            <a:endParaRPr lang="en-US" altLang="zh-CN" sz="2400" dirty="0"/>
          </a:p>
          <a:p>
            <a:pPr algn="just"/>
            <a:endParaRPr lang="en-US" altLang="zh-CN" sz="2400" dirty="0"/>
          </a:p>
          <a:p>
            <a:pPr algn="just"/>
            <a:endParaRPr lang="en-US" altLang="zh-CN" sz="2400" dirty="0"/>
          </a:p>
          <a:p>
            <a:pPr algn="just"/>
            <a:r>
              <a:rPr lang="en-US" altLang="zh-CN" sz="2400" dirty="0"/>
              <a:t>Similar to a passive </a:t>
            </a:r>
            <a:r>
              <a:rPr lang="en-US" altLang="zh-CN" sz="2400" i="1" dirty="0"/>
              <a:t>RC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lowpass</a:t>
            </a:r>
            <a:r>
              <a:rPr lang="en-US" altLang="zh-CN" sz="2400" dirty="0"/>
              <a:t>, except for the gain </a:t>
            </a:r>
            <a:r>
              <a:rPr lang="en-US" altLang="zh-CN" sz="2400" i="1" dirty="0" err="1"/>
              <a:t>R</a:t>
            </a:r>
            <a:r>
              <a:rPr lang="en-US" altLang="zh-CN" sz="2400" i="1" baseline="-25000" dirty="0" err="1"/>
              <a:t>f</a:t>
            </a:r>
            <a:r>
              <a:rPr lang="en-US" altLang="zh-CN" sz="2400" i="1" baseline="-25000" dirty="0"/>
              <a:t> </a:t>
            </a:r>
            <a:r>
              <a:rPr lang="en-US" altLang="zh-CN" sz="2400" i="1" dirty="0"/>
              <a:t>/</a:t>
            </a:r>
            <a:r>
              <a:rPr lang="en-US" altLang="zh-CN" sz="2400" i="1" dirty="0" err="1"/>
              <a:t>R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.</a:t>
            </a:r>
            <a:endParaRPr lang="en-US" altLang="en-US" sz="2400" i="1" dirty="0"/>
          </a:p>
          <a:p>
            <a:endParaRPr lang="zh-C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44</a:t>
            </a:fld>
            <a:endParaRPr lang="en-US" dirty="0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890571"/>
              </p:ext>
            </p:extLst>
          </p:nvPr>
        </p:nvGraphicFramePr>
        <p:xfrm>
          <a:off x="2727909" y="2205575"/>
          <a:ext cx="4370194" cy="183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1168200" progId="Equation.DSMT4">
                  <p:embed/>
                </p:oleObj>
              </mc:Choice>
              <mc:Fallback>
                <p:oleObj name="Equation" r:id="rId2" imgW="2781000" imgH="116820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909" y="2205575"/>
                        <a:ext cx="4370194" cy="1834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5175" y="1690688"/>
            <a:ext cx="2968625" cy="274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838200" y="4794827"/>
            <a:ext cx="1051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i="1" dirty="0"/>
              <a:t>At high </a:t>
            </a:r>
            <a:r>
              <a:rPr lang="el-GR" altLang="en-US" sz="2400" i="1" dirty="0"/>
              <a:t>ω</a:t>
            </a:r>
            <a:r>
              <a:rPr lang="en-US" altLang="en-US" sz="2400" i="1" dirty="0"/>
              <a:t>, </a:t>
            </a:r>
            <a:r>
              <a:rPr lang="en-US" altLang="en-US" sz="2400" i="1" dirty="0" err="1">
                <a:solidFill>
                  <a:schemeClr val="accent5"/>
                </a:solidFill>
              </a:rPr>
              <a:t>C</a:t>
            </a:r>
            <a:r>
              <a:rPr lang="en-US" altLang="en-US" sz="2400" i="1" baseline="-25000" dirty="0" err="1">
                <a:solidFill>
                  <a:schemeClr val="accent5"/>
                </a:solidFill>
              </a:rPr>
              <a:t>f</a:t>
            </a:r>
            <a:r>
              <a:rPr lang="en-US" altLang="en-US" sz="2400" i="1" dirty="0">
                <a:solidFill>
                  <a:schemeClr val="accent5"/>
                </a:solidFill>
              </a:rPr>
              <a:t> is short</a:t>
            </a:r>
            <a:r>
              <a:rPr lang="en-US" altLang="en-US" sz="2400" i="1" dirty="0"/>
              <a:t>, </a:t>
            </a:r>
            <a:r>
              <a:rPr lang="en-US" altLang="en-US" sz="2400" i="1" dirty="0">
                <a:solidFill>
                  <a:srgbClr val="FF0000"/>
                </a:solidFill>
              </a:rPr>
              <a:t>the gain is 0</a:t>
            </a:r>
            <a:r>
              <a:rPr lang="en-US" altLang="en-US" sz="2400" i="1" dirty="0"/>
              <a:t>, input signal does not pass through; at low </a:t>
            </a:r>
            <a:r>
              <a:rPr lang="el-GR" altLang="en-US" sz="2400" i="1" dirty="0"/>
              <a:t>ω</a:t>
            </a:r>
            <a:r>
              <a:rPr lang="en-US" altLang="en-US" sz="2400" i="1" dirty="0"/>
              <a:t>, </a:t>
            </a:r>
            <a:r>
              <a:rPr lang="en-US" altLang="en-US" sz="2400" i="1" dirty="0">
                <a:solidFill>
                  <a:schemeClr val="accent5"/>
                </a:solidFill>
              </a:rPr>
              <a:t>C</a:t>
            </a:r>
            <a:r>
              <a:rPr lang="en-US" altLang="en-US" sz="2400" i="1" baseline="-25000" dirty="0">
                <a:solidFill>
                  <a:schemeClr val="accent5"/>
                </a:solidFill>
              </a:rPr>
              <a:t>i</a:t>
            </a:r>
            <a:r>
              <a:rPr lang="en-US" altLang="en-US" sz="2400" i="1" dirty="0">
                <a:solidFill>
                  <a:schemeClr val="accent5"/>
                </a:solidFill>
              </a:rPr>
              <a:t> is open</a:t>
            </a:r>
            <a:r>
              <a:rPr lang="en-US" altLang="en-US" sz="2400" i="1" dirty="0"/>
              <a:t>, </a:t>
            </a:r>
            <a:r>
              <a:rPr lang="en-US" altLang="en-US" sz="2400" i="1" dirty="0">
                <a:solidFill>
                  <a:srgbClr val="FF0000"/>
                </a:solidFill>
              </a:rPr>
              <a:t>the circuit is an inverting amp</a:t>
            </a:r>
            <a:r>
              <a:rPr lang="en-US" altLang="en-US" sz="2400" i="1" dirty="0"/>
              <a:t>, signal passes through.</a:t>
            </a:r>
            <a:r>
              <a:rPr lang="en-US" altLang="zh-CN" sz="2400" dirty="0"/>
              <a:t> </a:t>
            </a:r>
            <a:endParaRPr lang="en-US" altLang="en-US" sz="2400" i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i="1" dirty="0"/>
              <a:t>Several inputs with different R</a:t>
            </a:r>
            <a:r>
              <a:rPr lang="en-US" altLang="zh-CN" sz="2400" i="1" baseline="-25000" dirty="0"/>
              <a:t>i</a:t>
            </a:r>
            <a:r>
              <a:rPr lang="en-US" altLang="zh-CN" sz="2400" i="1" dirty="0"/>
              <a:t>’s could be summed if required, and the cutoff frequency would remain the same for each input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793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Order </a:t>
            </a:r>
            <a:r>
              <a:rPr lang="en-US" altLang="en-US" dirty="0" err="1"/>
              <a:t>Highpass</a:t>
            </a:r>
            <a:endParaRPr lang="en-US" altLang="en-US" dirty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10317480" cy="4525963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Placing a series RC combination in place of the input resistor yields a </a:t>
            </a:r>
            <a:r>
              <a:rPr lang="en-US" altLang="en-US" sz="2400" dirty="0" err="1"/>
              <a:t>highpass</a:t>
            </a:r>
            <a:r>
              <a:rPr lang="en-US" altLang="en-US" sz="2400" dirty="0"/>
              <a:t> filter.</a:t>
            </a:r>
          </a:p>
          <a:p>
            <a:r>
              <a:rPr lang="en-US" altLang="en-US" sz="2400" dirty="0"/>
              <a:t>Transfer function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The corner frequency of the filter will be:</a:t>
            </a:r>
          </a:p>
          <a:p>
            <a:endParaRPr lang="en-US" altLang="en-US" sz="1000" dirty="0"/>
          </a:p>
          <a:p>
            <a:r>
              <a:rPr lang="en-US" altLang="en-US" sz="2400" dirty="0"/>
              <a:t>Again this is similar to the passive </a:t>
            </a:r>
            <a:r>
              <a:rPr lang="en-US" altLang="en-US" sz="2400" dirty="0" err="1"/>
              <a:t>highpass</a:t>
            </a:r>
            <a:r>
              <a:rPr lang="en-US" altLang="en-US" sz="2400" dirty="0"/>
              <a:t>, except with a gain.</a:t>
            </a:r>
          </a:p>
          <a:p>
            <a:r>
              <a:rPr lang="en-US" altLang="en-US" sz="2400" i="1" dirty="0"/>
              <a:t>At high </a:t>
            </a:r>
            <a:r>
              <a:rPr lang="el-GR" altLang="en-US" sz="2400" i="1" dirty="0"/>
              <a:t>ω</a:t>
            </a:r>
            <a:r>
              <a:rPr lang="en-US" altLang="en-US" sz="2400" i="1" dirty="0"/>
              <a:t>, C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 is short, the circuit is an inverting amp of gain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f</a:t>
            </a:r>
            <a:r>
              <a:rPr lang="en-US" altLang="en-US" sz="2400" i="1" dirty="0"/>
              <a:t>/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i</a:t>
            </a:r>
            <a:r>
              <a:rPr lang="en-US" altLang="en-US" sz="2400" i="1" dirty="0"/>
              <a:t>, input signal passes through; at low </a:t>
            </a:r>
            <a:r>
              <a:rPr lang="el-GR" altLang="en-US" sz="2400" i="1" dirty="0"/>
              <a:t>ω</a:t>
            </a:r>
            <a:r>
              <a:rPr lang="en-US" altLang="en-US" sz="2400" i="1" dirty="0"/>
              <a:t>, C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 is open, V</a:t>
            </a:r>
            <a:r>
              <a:rPr lang="en-US" altLang="en-US" sz="2400" i="1" baseline="-25000" dirty="0"/>
              <a:t>o</a:t>
            </a:r>
            <a:r>
              <a:rPr lang="en-US" altLang="en-US" sz="2400" i="1" dirty="0"/>
              <a:t>=0, no signal passes through.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38D04D-DBF3-47C2-8953-7BD9A6A86D1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/>
          </a:p>
        </p:txBody>
      </p:sp>
      <p:graphicFrame>
        <p:nvGraphicFramePr>
          <p:cNvPr id="6554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35"/>
              </p:ext>
            </p:extLst>
          </p:nvPr>
        </p:nvGraphicFramePr>
        <p:xfrm>
          <a:off x="6614032" y="4548160"/>
          <a:ext cx="110966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700" imgH="431800" progId="Equation.DSMT4">
                  <p:embed/>
                </p:oleObj>
              </mc:Choice>
              <mc:Fallback>
                <p:oleObj name="Equation" r:id="rId3" imgW="647700" imgH="431800" progId="Equation.DSMT4">
                  <p:embed/>
                  <p:pic>
                    <p:nvPicPr>
                      <p:cNvPr id="6554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032" y="4548160"/>
                        <a:ext cx="1109662" cy="739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64" name="Picture 8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70984" y="2022476"/>
            <a:ext cx="265747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465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198991"/>
              </p:ext>
            </p:extLst>
          </p:nvPr>
        </p:nvGraphicFramePr>
        <p:xfrm>
          <a:off x="3609731" y="2386667"/>
          <a:ext cx="3739336" cy="2311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98600" imgH="1422360" progId="Equation.DSMT4">
                  <p:embed/>
                </p:oleObj>
              </mc:Choice>
              <mc:Fallback>
                <p:oleObj name="Equation" r:id="rId6" imgW="2298600" imgH="1422360" progId="Equation.DSMT4">
                  <p:embed/>
                  <p:pic>
                    <p:nvPicPr>
                      <p:cNvPr id="16465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731" y="2386667"/>
                        <a:ext cx="3739336" cy="2311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3915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Active </a:t>
            </a:r>
            <a:r>
              <a:rPr lang="en-US" altLang="en-US" dirty="0" err="1"/>
              <a:t>Bandpass</a:t>
            </a:r>
            <a:endParaRPr lang="en-US" altLang="en-US" dirty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To avoid the use of an inductor, it is possible to use a cascaded series of </a:t>
            </a:r>
            <a:r>
              <a:rPr lang="en-US" altLang="en-US" sz="2400" dirty="0" err="1"/>
              <a:t>lowpass</a:t>
            </a:r>
            <a:r>
              <a:rPr lang="en-US" altLang="en-US" sz="2400" dirty="0"/>
              <a:t> active filter into a </a:t>
            </a:r>
            <a:r>
              <a:rPr lang="en-US" altLang="en-US" sz="2400" dirty="0" err="1"/>
              <a:t>highpass</a:t>
            </a:r>
            <a:r>
              <a:rPr lang="en-US" altLang="en-US" sz="2400" dirty="0"/>
              <a:t> active filter.</a:t>
            </a:r>
          </a:p>
          <a:p>
            <a:r>
              <a:rPr lang="en-US" altLang="en-US" sz="2400" dirty="0"/>
              <a:t>To prevent unwanted signals passing, their gains are set to unity, with a final stage for amplification.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7DD8AA-F1DD-45B8-BE95-31CFF33742F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45" y="3147999"/>
            <a:ext cx="5549051" cy="9821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5251" y="3456252"/>
            <a:ext cx="4678368" cy="29088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3670" y="3991316"/>
            <a:ext cx="4851400" cy="27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30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Active </a:t>
            </a:r>
            <a:r>
              <a:rPr lang="en-US" altLang="en-US" dirty="0" err="1"/>
              <a:t>Bandpass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The analysis of the bandpass filter is relatively simple</a:t>
            </a:r>
          </a:p>
          <a:p>
            <a:pPr algn="just"/>
            <a:r>
              <a:rPr lang="en-US" sz="2400" dirty="0"/>
              <a:t>Transfer function: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Note: the </a:t>
            </a:r>
            <a:r>
              <a:rPr lang="en-US" sz="2400" dirty="0" err="1"/>
              <a:t>highpass</a:t>
            </a:r>
            <a:r>
              <a:rPr lang="en-US" sz="2400" dirty="0"/>
              <a:t> section sets the low corner frequency, while the </a:t>
            </a:r>
            <a:r>
              <a:rPr lang="en-US" sz="2400" dirty="0" err="1"/>
              <a:t>lowpass</a:t>
            </a:r>
            <a:r>
              <a:rPr lang="en-US" sz="2400" dirty="0"/>
              <a:t> section sets the high corner frequency</a:t>
            </a:r>
          </a:p>
          <a:p>
            <a:pPr algn="just"/>
            <a:r>
              <a:rPr lang="en-US" sz="2400" dirty="0"/>
              <a:t>The overall gain is simply a product of the gains of the individual section because of the small output impedance of op-amps (ideally 0).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63687" y="1825623"/>
            <a:ext cx="4587216" cy="249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6924" y="2682761"/>
            <a:ext cx="3691567" cy="193084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 Active Bandpass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algn="just"/>
            <a:r>
              <a:rPr lang="en-GB" sz="2400" dirty="0"/>
              <a:t>The </a:t>
            </a:r>
            <a:r>
              <a:rPr lang="en-GB" sz="2400" dirty="0" err="1"/>
              <a:t>center</a:t>
            </a:r>
            <a:r>
              <a:rPr lang="en-GB" sz="2400" dirty="0"/>
              <a:t> frequency, bandwidth, and quality factor are found as follows,</a:t>
            </a:r>
          </a:p>
          <a:p>
            <a:pPr algn="just"/>
            <a:endParaRPr lang="en-GB" sz="3600" dirty="0"/>
          </a:p>
          <a:p>
            <a:pPr algn="just"/>
            <a:r>
              <a:rPr lang="en-GB" sz="2400" dirty="0"/>
              <a:t>The passband gain is</a:t>
            </a:r>
            <a:r>
              <a:rPr lang="en-US" sz="2400" dirty="0"/>
              <a:t> (at mid-band)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1800" dirty="0"/>
          </a:p>
          <a:p>
            <a:pPr algn="just"/>
            <a:r>
              <a:rPr lang="en-US" sz="2400" dirty="0"/>
              <a:t>Note: the results are simple because the same </a:t>
            </a:r>
            <a:r>
              <a:rPr lang="en-US" sz="2400" i="1" dirty="0"/>
              <a:t>R</a:t>
            </a:r>
            <a:r>
              <a:rPr lang="en-US" sz="2400" dirty="0"/>
              <a:t> is used for both the low and </a:t>
            </a:r>
            <a:r>
              <a:rPr lang="en-US" sz="2400" dirty="0" err="1"/>
              <a:t>highpass</a:t>
            </a:r>
            <a:r>
              <a:rPr lang="en-US" sz="2400" dirty="0"/>
              <a:t> sections.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978520"/>
              </p:ext>
            </p:extLst>
          </p:nvPr>
        </p:nvGraphicFramePr>
        <p:xfrm>
          <a:off x="2188900" y="2148715"/>
          <a:ext cx="6102817" cy="763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3680" imgH="507960" progId="Equation.DSMT4">
                  <p:embed/>
                </p:oleObj>
              </mc:Choice>
              <mc:Fallback>
                <p:oleObj name="Equation" r:id="rId2" imgW="4063680" imgH="50796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900" y="2148715"/>
                        <a:ext cx="6102817" cy="763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368579"/>
              </p:ext>
            </p:extLst>
          </p:nvPr>
        </p:nvGraphicFramePr>
        <p:xfrm>
          <a:off x="2188900" y="3235623"/>
          <a:ext cx="6828594" cy="274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63960" imgH="1955520" progId="Equation.DSMT4">
                  <p:embed/>
                </p:oleObj>
              </mc:Choice>
              <mc:Fallback>
                <p:oleObj name="Equation" r:id="rId4" imgW="4863960" imgH="195552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900" y="3235623"/>
                        <a:ext cx="6828594" cy="27480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99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 Active </a:t>
            </a:r>
            <a:r>
              <a:rPr lang="en-US" altLang="en-US" dirty="0" err="1"/>
              <a:t>Bandstop</a:t>
            </a:r>
            <a:endParaRPr lang="en-US" altLang="en-US" dirty="0"/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965200" y="1690688"/>
            <a:ext cx="10388600" cy="448627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dirty="0"/>
              <a:t>In the same way, creating a </a:t>
            </a:r>
            <a:r>
              <a:rPr lang="en-US" altLang="en-US" dirty="0" err="1"/>
              <a:t>bandstop</a:t>
            </a:r>
            <a:r>
              <a:rPr lang="en-US" altLang="en-US" dirty="0"/>
              <a:t> filter requires using a </a:t>
            </a:r>
            <a:r>
              <a:rPr lang="en-US" altLang="en-US" dirty="0" err="1"/>
              <a:t>lowpass</a:t>
            </a:r>
            <a:r>
              <a:rPr lang="en-US" altLang="en-US" dirty="0"/>
              <a:t> and </a:t>
            </a:r>
            <a:r>
              <a:rPr lang="en-US" altLang="en-US" dirty="0" err="1"/>
              <a:t>highpass</a:t>
            </a:r>
            <a:r>
              <a:rPr lang="en-US" altLang="en-US" dirty="0"/>
              <a:t> filter in parallel, and both output are fed into a summing amplifier, as shown below:</a:t>
            </a:r>
          </a:p>
          <a:p>
            <a:pPr algn="just">
              <a:lnSpc>
                <a:spcPct val="100000"/>
              </a:lnSpc>
            </a:pPr>
            <a:r>
              <a:rPr lang="en-US" altLang="en-US" dirty="0"/>
              <a:t>It will function by amplifying the desired signals compared to the signal to be rejected.</a:t>
            </a: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9800" y="6553200"/>
            <a:ext cx="762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E9159C-EE22-401D-AC86-2E4549AD2B0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9062" y="3933825"/>
            <a:ext cx="4333875" cy="2019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287" y="3524250"/>
            <a:ext cx="36004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17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 Active </a:t>
            </a:r>
            <a:r>
              <a:rPr lang="en-US" altLang="en-US" dirty="0" err="1"/>
              <a:t>Bandstop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function</a:t>
            </a:r>
          </a:p>
          <a:p>
            <a:endParaRPr lang="en-US" dirty="0"/>
          </a:p>
          <a:p>
            <a:endParaRPr lang="en-US" sz="3600" dirty="0"/>
          </a:p>
          <a:p>
            <a:r>
              <a:rPr lang="en-US" dirty="0"/>
              <a:t>The gain at center frequency is</a:t>
            </a:r>
          </a:p>
          <a:p>
            <a:endParaRPr lang="en-US" sz="4000" dirty="0"/>
          </a:p>
          <a:p>
            <a:r>
              <a:rPr lang="en-US" dirty="0"/>
              <a:t>This filter only attenuates the </a:t>
            </a:r>
            <a:r>
              <a:rPr lang="en-US" dirty="0" err="1"/>
              <a:t>midband</a:t>
            </a:r>
            <a:r>
              <a:rPr lang="en-US" dirty="0"/>
              <a:t> frequencies</a:t>
            </a:r>
          </a:p>
          <a:p>
            <a:r>
              <a:rPr lang="en-US" dirty="0"/>
              <a:t>Better and more complex other kinds of active filters can be designed.</a:t>
            </a: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225" y="1825625"/>
            <a:ext cx="3817672" cy="271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026167"/>
              </p:ext>
            </p:extLst>
          </p:nvPr>
        </p:nvGraphicFramePr>
        <p:xfrm>
          <a:off x="3016049" y="3932184"/>
          <a:ext cx="2092775" cy="732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444240" progId="Equation.DSMT4">
                  <p:embed/>
                </p:oleObj>
              </mc:Choice>
              <mc:Fallback>
                <p:oleObj name="Equation" r:id="rId3" imgW="1269720" imgH="44424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049" y="3932184"/>
                        <a:ext cx="2092775" cy="7328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7761" y="2214332"/>
            <a:ext cx="3768324" cy="13430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477E50B-FA2C-15D7-B3A2-0A09D5713DBB}"/>
                  </a:ext>
                </a:extLst>
              </p14:cNvPr>
              <p14:cNvContentPartPr/>
              <p14:nvPr/>
            </p14:nvContentPartPr>
            <p14:xfrm>
              <a:off x="5045884" y="1578505"/>
              <a:ext cx="38880" cy="165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477E50B-FA2C-15D7-B3A2-0A09D5713D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36884" y="1569865"/>
                <a:ext cx="5652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A8F058D-E62C-56EE-E330-5FCDCD0416DF}"/>
              </a:ext>
            </a:extLst>
          </p:cNvPr>
          <p:cNvGrpSpPr/>
          <p:nvPr/>
        </p:nvGrpSpPr>
        <p:grpSpPr>
          <a:xfrm>
            <a:off x="4330564" y="1845265"/>
            <a:ext cx="842400" cy="342720"/>
            <a:chOff x="4330564" y="1845265"/>
            <a:chExt cx="84240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426795-CD79-685B-E8C3-ADB79D98BD12}"/>
                    </a:ext>
                  </a:extLst>
                </p14:cNvPr>
                <p14:cNvContentPartPr/>
                <p14:nvPr/>
              </p14:nvContentPartPr>
              <p14:xfrm>
                <a:off x="4330564" y="1845265"/>
                <a:ext cx="175320" cy="215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0426795-CD79-685B-E8C3-ADB79D98BD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1924" y="1836265"/>
                  <a:ext cx="192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F6F7F4-A1FB-86FF-3746-3455FAEF9F1C}"/>
                    </a:ext>
                  </a:extLst>
                </p14:cNvPr>
                <p14:cNvContentPartPr/>
                <p14:nvPr/>
              </p14:nvContentPartPr>
              <p14:xfrm>
                <a:off x="4598044" y="1979905"/>
                <a:ext cx="12240" cy="73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F6F7F4-A1FB-86FF-3746-3455FAEF9F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89404" y="1970905"/>
                  <a:ext cx="29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72D63B-E0C5-9A0F-51E6-BEC555F1185B}"/>
                    </a:ext>
                  </a:extLst>
                </p14:cNvPr>
                <p14:cNvContentPartPr/>
                <p14:nvPr/>
              </p14:nvContentPartPr>
              <p14:xfrm>
                <a:off x="4688404" y="1880545"/>
                <a:ext cx="89640" cy="99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72D63B-E0C5-9A0F-51E6-BEC555F118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79404" y="1871905"/>
                  <a:ext cx="107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75A2DF-DFA0-AC74-55F4-950B8D87F5D6}"/>
                    </a:ext>
                  </a:extLst>
                </p14:cNvPr>
                <p14:cNvContentPartPr/>
                <p14:nvPr/>
              </p14:nvContentPartPr>
              <p14:xfrm>
                <a:off x="4878124" y="1900705"/>
                <a:ext cx="282240" cy="22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75A2DF-DFA0-AC74-55F4-950B8D87F5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69124" y="1891705"/>
                  <a:ext cx="299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D35F88-5AFC-30F4-63B8-88D8C1B7DF34}"/>
                    </a:ext>
                  </a:extLst>
                </p14:cNvPr>
                <p14:cNvContentPartPr/>
                <p14:nvPr/>
              </p14:nvContentPartPr>
              <p14:xfrm>
                <a:off x="4872004" y="1968025"/>
                <a:ext cx="20520" cy="21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D35F88-5AFC-30F4-63B8-88D8C1B7DF3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63364" y="1959025"/>
                  <a:ext cx="38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4A7E1D5-97A0-DBFE-1A87-FD9C56E32BBF}"/>
                    </a:ext>
                  </a:extLst>
                </p14:cNvPr>
                <p14:cNvContentPartPr/>
                <p14:nvPr/>
              </p14:nvContentPartPr>
              <p14:xfrm>
                <a:off x="4892884" y="1992505"/>
                <a:ext cx="77760" cy="135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4A7E1D5-97A0-DBFE-1A87-FD9C56E32B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3884" y="1983505"/>
                  <a:ext cx="95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FEB7AE-F943-92B7-902F-0B7CFCC07901}"/>
                    </a:ext>
                  </a:extLst>
                </p14:cNvPr>
                <p14:cNvContentPartPr/>
                <p14:nvPr/>
              </p14:nvContentPartPr>
              <p14:xfrm>
                <a:off x="5008804" y="2004385"/>
                <a:ext cx="95760" cy="137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FEB7AE-F943-92B7-902F-0B7CFCC079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99804" y="1995385"/>
                  <a:ext cx="113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4A3E23-25E4-F508-7842-4113F3352C57}"/>
                    </a:ext>
                  </a:extLst>
                </p14:cNvPr>
                <p14:cNvContentPartPr/>
                <p14:nvPr/>
              </p14:nvContentPartPr>
              <p14:xfrm>
                <a:off x="5150284" y="2070625"/>
                <a:ext cx="22680" cy="9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4A3E23-25E4-F508-7842-4113F3352C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41644" y="2061985"/>
                  <a:ext cx="4032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1202797-7EA3-70F1-B529-539CF5DB5A68}"/>
                  </a:ext>
                </a:extLst>
              </p14:cNvPr>
              <p14:cNvContentPartPr/>
              <p14:nvPr/>
            </p14:nvContentPartPr>
            <p14:xfrm>
              <a:off x="6681724" y="1448905"/>
              <a:ext cx="65520" cy="259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1202797-7EA3-70F1-B529-539CF5DB5A6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73084" y="1440265"/>
                <a:ext cx="8316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964D371-C83B-B0E6-CBD1-A52B59B89B12}"/>
              </a:ext>
            </a:extLst>
          </p:cNvPr>
          <p:cNvGrpSpPr/>
          <p:nvPr/>
        </p:nvGrpSpPr>
        <p:grpSpPr>
          <a:xfrm>
            <a:off x="5550244" y="1832665"/>
            <a:ext cx="1479960" cy="435240"/>
            <a:chOff x="5550244" y="1832665"/>
            <a:chExt cx="147996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B42EC1-CE71-B7BD-BB0C-82BC8F1899B5}"/>
                    </a:ext>
                  </a:extLst>
                </p14:cNvPr>
                <p14:cNvContentPartPr/>
                <p14:nvPr/>
              </p14:nvContentPartPr>
              <p14:xfrm>
                <a:off x="5550244" y="1979905"/>
                <a:ext cx="42840" cy="64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B42EC1-CE71-B7BD-BB0C-82BC8F189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41604" y="1970905"/>
                  <a:ext cx="60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E32750-8257-4A84-4BA8-3D2580FCBD4C}"/>
                    </a:ext>
                  </a:extLst>
                </p14:cNvPr>
                <p14:cNvContentPartPr/>
                <p14:nvPr/>
              </p14:nvContentPartPr>
              <p14:xfrm>
                <a:off x="5725564" y="1837345"/>
                <a:ext cx="227160" cy="209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E32750-8257-4A84-4BA8-3D2580FCBD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16924" y="1828705"/>
                  <a:ext cx="244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0618C9-3C4B-E4BF-D2C2-7B13812E9843}"/>
                    </a:ext>
                  </a:extLst>
                </p14:cNvPr>
                <p14:cNvContentPartPr/>
                <p14:nvPr/>
              </p14:nvContentPartPr>
              <p14:xfrm>
                <a:off x="6006724" y="2009785"/>
                <a:ext cx="84240" cy="72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0618C9-3C4B-E4BF-D2C2-7B13812E98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97724" y="2001145"/>
                  <a:ext cx="101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02A8B0-B305-0705-618F-F51870FBDDE9}"/>
                    </a:ext>
                  </a:extLst>
                </p14:cNvPr>
                <p14:cNvContentPartPr/>
                <p14:nvPr/>
              </p14:nvContentPartPr>
              <p14:xfrm>
                <a:off x="6198604" y="1832665"/>
                <a:ext cx="175320" cy="161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02A8B0-B305-0705-618F-F51870FBDD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89604" y="1824025"/>
                  <a:ext cx="192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7B3F9D-B089-D0A3-DA9D-B371050DEE38}"/>
                    </a:ext>
                  </a:extLst>
                </p14:cNvPr>
                <p14:cNvContentPartPr/>
                <p14:nvPr/>
              </p14:nvContentPartPr>
              <p14:xfrm>
                <a:off x="6186364" y="1941745"/>
                <a:ext cx="170640" cy="2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7B3F9D-B089-D0A3-DA9D-B371050DEE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77364" y="1932745"/>
                  <a:ext cx="188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B68907-43F3-76B0-A481-CC37D2A14041}"/>
                    </a:ext>
                  </a:extLst>
                </p14:cNvPr>
                <p14:cNvContentPartPr/>
                <p14:nvPr/>
              </p14:nvContentPartPr>
              <p14:xfrm>
                <a:off x="6473284" y="1842025"/>
                <a:ext cx="378360" cy="51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B68907-43F3-76B0-A481-CC37D2A140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64284" y="1833385"/>
                  <a:ext cx="396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FAFA24-1674-C60C-0F82-8E067AEF444D}"/>
                    </a:ext>
                  </a:extLst>
                </p14:cNvPr>
                <p14:cNvContentPartPr/>
                <p14:nvPr/>
              </p14:nvContentPartPr>
              <p14:xfrm>
                <a:off x="6498844" y="2038225"/>
                <a:ext cx="41040" cy="22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FAFA24-1674-C60C-0F82-8E067AEF44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89844" y="2029585"/>
                  <a:ext cx="586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DCC6F2-2843-264A-2A32-A8052D6394F9}"/>
                    </a:ext>
                  </a:extLst>
                </p14:cNvPr>
                <p14:cNvContentPartPr/>
                <p14:nvPr/>
              </p14:nvContentPartPr>
              <p14:xfrm>
                <a:off x="6506764" y="2009425"/>
                <a:ext cx="131400" cy="194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DCC6F2-2843-264A-2A32-A8052D6394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98124" y="2000425"/>
                  <a:ext cx="149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0E62FA-08C0-B0ED-464F-1F6547DEC42A}"/>
                    </a:ext>
                  </a:extLst>
                </p14:cNvPr>
                <p14:cNvContentPartPr/>
                <p14:nvPr/>
              </p14:nvContentPartPr>
              <p14:xfrm>
                <a:off x="6735364" y="2059825"/>
                <a:ext cx="116280" cy="181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0E62FA-08C0-B0ED-464F-1F6547DEC42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26724" y="2050825"/>
                  <a:ext cx="133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5C7BE5-32CB-06D2-73C8-A64A99EC1770}"/>
                    </a:ext>
                  </a:extLst>
                </p14:cNvPr>
                <p14:cNvContentPartPr/>
                <p14:nvPr/>
              </p14:nvContentPartPr>
              <p14:xfrm>
                <a:off x="6912844" y="2149825"/>
                <a:ext cx="117360" cy="9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5C7BE5-32CB-06D2-73C8-A64A99EC17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03844" y="2141185"/>
                  <a:ext cx="135000" cy="107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4FC8-018A-6242-AE6F-EA9E3850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F066F-C2C4-024D-84CE-0D7F6C593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able to explain/express the following concepts:</a:t>
            </a:r>
          </a:p>
          <a:p>
            <a:pPr lvl="1"/>
            <a:r>
              <a:rPr lang="en-US" dirty="0"/>
              <a:t>Frequency response</a:t>
            </a:r>
          </a:p>
          <a:p>
            <a:pPr lvl="1"/>
            <a:r>
              <a:rPr lang="en-US" dirty="0"/>
              <a:t>Transfer function</a:t>
            </a:r>
          </a:p>
          <a:p>
            <a:pPr lvl="1"/>
            <a:r>
              <a:rPr lang="en-US" dirty="0"/>
              <a:t>Resonant frequency, bandwidth, and quality factor (Q) of a resonant circuit</a:t>
            </a:r>
          </a:p>
          <a:p>
            <a:pPr lvl="1"/>
            <a:r>
              <a:rPr lang="en-US" dirty="0"/>
              <a:t>Bandwidth and/or center frequency of lowpass, </a:t>
            </a:r>
            <a:r>
              <a:rPr lang="en-US" dirty="0" err="1"/>
              <a:t>highpass</a:t>
            </a:r>
            <a:r>
              <a:rPr lang="en-US" dirty="0"/>
              <a:t>, bandpass, </a:t>
            </a:r>
            <a:r>
              <a:rPr lang="en-US" dirty="0" err="1"/>
              <a:t>bandstop</a:t>
            </a:r>
            <a:r>
              <a:rPr lang="en-US" dirty="0"/>
              <a:t> filters</a:t>
            </a:r>
          </a:p>
          <a:p>
            <a:r>
              <a:rPr lang="en-US" dirty="0"/>
              <a:t>Be able to find the transfer function and, based on the transfer function, discuss the characteristics (such as lowpass, </a:t>
            </a:r>
            <a:r>
              <a:rPr lang="en-US" dirty="0" err="1"/>
              <a:t>highpass</a:t>
            </a:r>
            <a:r>
              <a:rPr lang="en-US" dirty="0"/>
              <a:t>) of a circuit.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FF8A9-D209-9F45-BD8B-53067C21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73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42855</TotalTime>
  <Words>2968</Words>
  <Application>Microsoft Macintosh PowerPoint</Application>
  <PresentationFormat>宽屏</PresentationFormat>
  <Paragraphs>405</Paragraphs>
  <Slides>52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1" baseType="lpstr">
      <vt:lpstr>黑体</vt:lpstr>
      <vt:lpstr>Times-Roman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ECE 2001 Basic Circuit Theory</vt:lpstr>
      <vt:lpstr>Overview</vt:lpstr>
      <vt:lpstr>Part I. Frequency Response</vt:lpstr>
      <vt:lpstr>Frequency Response</vt:lpstr>
      <vt:lpstr>Wireless Communication System </vt:lpstr>
      <vt:lpstr>Understanding Signals at Different Frequencies</vt:lpstr>
      <vt:lpstr>Frequency Range of Selected Signals</vt:lpstr>
      <vt:lpstr>Transfer Function</vt:lpstr>
      <vt:lpstr>Example 1</vt:lpstr>
      <vt:lpstr>PowerPoint 演示文稿</vt:lpstr>
      <vt:lpstr>Example 2</vt:lpstr>
      <vt:lpstr>PowerPoint 演示文稿</vt:lpstr>
      <vt:lpstr>Practice</vt:lpstr>
      <vt:lpstr>Decibel Scale</vt:lpstr>
      <vt:lpstr>Decibel Scale</vt:lpstr>
      <vt:lpstr>Decibel Scale</vt:lpstr>
      <vt:lpstr>Bode Plots</vt:lpstr>
      <vt:lpstr>Start from an Example</vt:lpstr>
      <vt:lpstr>Magnitude Plot</vt:lpstr>
      <vt:lpstr>* Phase Plot</vt:lpstr>
      <vt:lpstr>Part II. Resonance</vt:lpstr>
      <vt:lpstr>Series Resonance</vt:lpstr>
      <vt:lpstr>PowerPoint 演示文稿</vt:lpstr>
      <vt:lpstr>Series Resonance:  current is maximized; power is maximized</vt:lpstr>
      <vt:lpstr>Half-Power Frequencies</vt:lpstr>
      <vt:lpstr>Bandwidth and Quality Factor </vt:lpstr>
      <vt:lpstr>Quality Factor – Q </vt:lpstr>
      <vt:lpstr>PowerPoint 演示文稿</vt:lpstr>
      <vt:lpstr>Series Circuit at Resonance </vt:lpstr>
      <vt:lpstr>Example</vt:lpstr>
      <vt:lpstr>Parallel Resonance</vt:lpstr>
      <vt:lpstr>Parallel Resonance</vt:lpstr>
      <vt:lpstr>Parallel Circuit at Resonance </vt:lpstr>
      <vt:lpstr>Comparison</vt:lpstr>
      <vt:lpstr>Part III. Introduction to Filters</vt:lpstr>
      <vt:lpstr>Type of Filters</vt:lpstr>
      <vt:lpstr>First-Order Lowpass Filter</vt:lpstr>
      <vt:lpstr>First-Order Highpass Filter</vt:lpstr>
      <vt:lpstr>First-Order Filter Circuits</vt:lpstr>
      <vt:lpstr>Bandpass Filter</vt:lpstr>
      <vt:lpstr>Bandstop Filter</vt:lpstr>
      <vt:lpstr>Example</vt:lpstr>
      <vt:lpstr>Active Filters</vt:lpstr>
      <vt:lpstr>First Order Active Filter</vt:lpstr>
      <vt:lpstr>First Order Lowpass</vt:lpstr>
      <vt:lpstr>First Order Highpass</vt:lpstr>
      <vt:lpstr>Active Bandpass</vt:lpstr>
      <vt:lpstr>Active Bandpass</vt:lpstr>
      <vt:lpstr>* Active Bandpass</vt:lpstr>
      <vt:lpstr>* Active Bandstop</vt:lpstr>
      <vt:lpstr>* Active Bandstop</vt:lpstr>
      <vt:lpstr>Expected learning outcome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1376</cp:revision>
  <cp:lastPrinted>2017-11-06T11:37:49Z</cp:lastPrinted>
  <dcterms:created xsi:type="dcterms:W3CDTF">2015-01-13T03:48:29Z</dcterms:created>
  <dcterms:modified xsi:type="dcterms:W3CDTF">2024-11-19T08:40:00Z</dcterms:modified>
</cp:coreProperties>
</file>