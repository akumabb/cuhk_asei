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97" r:id="rId1"/>
  </p:sldMasterIdLst>
  <p:notesMasterIdLst>
    <p:notesMasterId r:id="rId70"/>
  </p:notesMasterIdLst>
  <p:sldIdLst>
    <p:sldId id="707" r:id="rId2"/>
    <p:sldId id="779" r:id="rId3"/>
    <p:sldId id="780" r:id="rId4"/>
    <p:sldId id="778" r:id="rId5"/>
    <p:sldId id="658" r:id="rId6"/>
    <p:sldId id="659" r:id="rId7"/>
    <p:sldId id="660" r:id="rId8"/>
    <p:sldId id="783" r:id="rId9"/>
    <p:sldId id="661" r:id="rId10"/>
    <p:sldId id="765" r:id="rId11"/>
    <p:sldId id="766" r:id="rId12"/>
    <p:sldId id="764" r:id="rId13"/>
    <p:sldId id="664" r:id="rId14"/>
    <p:sldId id="712" r:id="rId15"/>
    <p:sldId id="772" r:id="rId16"/>
    <p:sldId id="665" r:id="rId17"/>
    <p:sldId id="666" r:id="rId18"/>
    <p:sldId id="767" r:id="rId19"/>
    <p:sldId id="667" r:id="rId20"/>
    <p:sldId id="763" r:id="rId21"/>
    <p:sldId id="768" r:id="rId22"/>
    <p:sldId id="781" r:id="rId23"/>
    <p:sldId id="668" r:id="rId24"/>
    <p:sldId id="669" r:id="rId25"/>
    <p:sldId id="713" r:id="rId26"/>
    <p:sldId id="670" r:id="rId27"/>
    <p:sldId id="671" r:id="rId28"/>
    <p:sldId id="769" r:id="rId29"/>
    <p:sldId id="770" r:id="rId30"/>
    <p:sldId id="771" r:id="rId31"/>
    <p:sldId id="715" r:id="rId32"/>
    <p:sldId id="714" r:id="rId33"/>
    <p:sldId id="672" r:id="rId34"/>
    <p:sldId id="673" r:id="rId35"/>
    <p:sldId id="674" r:id="rId36"/>
    <p:sldId id="675" r:id="rId37"/>
    <p:sldId id="676" r:id="rId38"/>
    <p:sldId id="773" r:id="rId39"/>
    <p:sldId id="774" r:id="rId40"/>
    <p:sldId id="678" r:id="rId41"/>
    <p:sldId id="775" r:id="rId42"/>
    <p:sldId id="681" r:id="rId43"/>
    <p:sldId id="683" r:id="rId44"/>
    <p:sldId id="686" r:id="rId45"/>
    <p:sldId id="716" r:id="rId46"/>
    <p:sldId id="720" r:id="rId47"/>
    <p:sldId id="721" r:id="rId48"/>
    <p:sldId id="718" r:id="rId49"/>
    <p:sldId id="722" r:id="rId50"/>
    <p:sldId id="723" r:id="rId51"/>
    <p:sldId id="689" r:id="rId52"/>
    <p:sldId id="690" r:id="rId53"/>
    <p:sldId id="725" r:id="rId54"/>
    <p:sldId id="726" r:id="rId55"/>
    <p:sldId id="692" r:id="rId56"/>
    <p:sldId id="693" r:id="rId57"/>
    <p:sldId id="694" r:id="rId58"/>
    <p:sldId id="776" r:id="rId59"/>
    <p:sldId id="777" r:id="rId60"/>
    <p:sldId id="727" r:id="rId61"/>
    <p:sldId id="728" r:id="rId62"/>
    <p:sldId id="696" r:id="rId63"/>
    <p:sldId id="697" r:id="rId64"/>
    <p:sldId id="729" r:id="rId65"/>
    <p:sldId id="698" r:id="rId66"/>
    <p:sldId id="699" r:id="rId67"/>
    <p:sldId id="701" r:id="rId68"/>
    <p:sldId id="782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6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6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Shuguang Cui (SSE)" userId="85de1bb4-a53e-4ccf-9dc2-65b85f685fb4" providerId="ADAL" clId="{A94A9475-20A3-6344-9B35-8411DFF7AB89}"/>
    <pc:docChg chg="custSel modSld">
      <pc:chgData name="Prof. Shuguang Cui (SSE)" userId="85de1bb4-a53e-4ccf-9dc2-65b85f685fb4" providerId="ADAL" clId="{A94A9475-20A3-6344-9B35-8411DFF7AB89}" dt="2024-11-06T04:11:54.744" v="92" actId="693"/>
      <pc:docMkLst>
        <pc:docMk/>
      </pc:docMkLst>
      <pc:sldChg chg="modSp mod">
        <pc:chgData name="Prof. Shuguang Cui (SSE)" userId="85de1bb4-a53e-4ccf-9dc2-65b85f685fb4" providerId="ADAL" clId="{A94A9475-20A3-6344-9B35-8411DFF7AB89}" dt="2024-11-06T03:56:02.280" v="35" actId="20577"/>
        <pc:sldMkLst>
          <pc:docMk/>
          <pc:sldMk cId="1278165073" sldId="690"/>
        </pc:sldMkLst>
        <pc:spChg chg="mod">
          <ac:chgData name="Prof. Shuguang Cui (SSE)" userId="85de1bb4-a53e-4ccf-9dc2-65b85f685fb4" providerId="ADAL" clId="{A94A9475-20A3-6344-9B35-8411DFF7AB89}" dt="2024-11-06T03:56:02.280" v="35" actId="20577"/>
          <ac:spMkLst>
            <pc:docMk/>
            <pc:sldMk cId="1278165073" sldId="690"/>
            <ac:spMk id="5123" creationId="{00000000-0000-0000-0000-000000000000}"/>
          </ac:spMkLst>
        </pc:spChg>
      </pc:sldChg>
      <pc:sldChg chg="modSp mod">
        <pc:chgData name="Prof. Shuguang Cui (SSE)" userId="85de1bb4-a53e-4ccf-9dc2-65b85f685fb4" providerId="ADAL" clId="{A94A9475-20A3-6344-9B35-8411DFF7AB89}" dt="2024-11-06T03:57:29.480" v="41" actId="20577"/>
        <pc:sldMkLst>
          <pc:docMk/>
          <pc:sldMk cId="0" sldId="725"/>
        </pc:sldMkLst>
        <pc:spChg chg="mod">
          <ac:chgData name="Prof. Shuguang Cui (SSE)" userId="85de1bb4-a53e-4ccf-9dc2-65b85f685fb4" providerId="ADAL" clId="{A94A9475-20A3-6344-9B35-8411DFF7AB89}" dt="2024-11-06T03:57:29.480" v="41" actId="20577"/>
          <ac:spMkLst>
            <pc:docMk/>
            <pc:sldMk cId="0" sldId="725"/>
            <ac:spMk id="3" creationId="{00000000-0000-0000-0000-000000000000}"/>
          </ac:spMkLst>
        </pc:spChg>
      </pc:sldChg>
      <pc:sldChg chg="addSp delSp modSp mod">
        <pc:chgData name="Prof. Shuguang Cui (SSE)" userId="85de1bb4-a53e-4ccf-9dc2-65b85f685fb4" providerId="ADAL" clId="{A94A9475-20A3-6344-9B35-8411DFF7AB89}" dt="2024-11-06T04:11:54.744" v="92" actId="693"/>
        <pc:sldMkLst>
          <pc:docMk/>
          <pc:sldMk cId="0" sldId="726"/>
        </pc:sldMkLst>
        <pc:spChg chg="add mod">
          <ac:chgData name="Prof. Shuguang Cui (SSE)" userId="85de1bb4-a53e-4ccf-9dc2-65b85f685fb4" providerId="ADAL" clId="{A94A9475-20A3-6344-9B35-8411DFF7AB89}" dt="2024-11-06T04:08:46.752" v="82" actId="20577"/>
          <ac:spMkLst>
            <pc:docMk/>
            <pc:sldMk cId="0" sldId="726"/>
            <ac:spMk id="6" creationId="{3923E797-E887-1094-DBA9-B713096119B1}"/>
          </ac:spMkLst>
        </pc:spChg>
        <pc:spChg chg="add del mod">
          <ac:chgData name="Prof. Shuguang Cui (SSE)" userId="85de1bb4-a53e-4ccf-9dc2-65b85f685fb4" providerId="ADAL" clId="{A94A9475-20A3-6344-9B35-8411DFF7AB89}" dt="2024-11-06T04:10:48.372" v="86" actId="478"/>
          <ac:spMkLst>
            <pc:docMk/>
            <pc:sldMk cId="0" sldId="726"/>
            <ac:spMk id="7" creationId="{30926257-242D-F831-F250-3DD519A3C575}"/>
          </ac:spMkLst>
        </pc:spChg>
        <pc:spChg chg="add del mod">
          <ac:chgData name="Prof. Shuguang Cui (SSE)" userId="85de1bb4-a53e-4ccf-9dc2-65b85f685fb4" providerId="ADAL" clId="{A94A9475-20A3-6344-9B35-8411DFF7AB89}" dt="2024-11-06T04:11:13.055" v="89"/>
          <ac:spMkLst>
            <pc:docMk/>
            <pc:sldMk cId="0" sldId="726"/>
            <ac:spMk id="8" creationId="{CCBE0A82-C000-D964-08D4-50995983612E}"/>
          </ac:spMkLst>
        </pc:spChg>
        <pc:spChg chg="add mod">
          <ac:chgData name="Prof. Shuguang Cui (SSE)" userId="85de1bb4-a53e-4ccf-9dc2-65b85f685fb4" providerId="ADAL" clId="{A94A9475-20A3-6344-9B35-8411DFF7AB89}" dt="2024-11-06T04:11:54.744" v="92" actId="693"/>
          <ac:spMkLst>
            <pc:docMk/>
            <pc:sldMk cId="0" sldId="726"/>
            <ac:spMk id="9" creationId="{9C98BDAC-161D-0607-06E9-7535B1981570}"/>
          </ac:spMkLst>
        </pc:spChg>
        <pc:graphicFrameChg chg="mod">
          <ac:chgData name="Prof. Shuguang Cui (SSE)" userId="85de1bb4-a53e-4ccf-9dc2-65b85f685fb4" providerId="ADAL" clId="{A94A9475-20A3-6344-9B35-8411DFF7AB89}" dt="2024-11-06T04:10:42.693" v="85" actId="207"/>
          <ac:graphicFrameMkLst>
            <pc:docMk/>
            <pc:sldMk cId="0" sldId="726"/>
            <ac:graphicFrameMk id="176130" creationId="{00000000-0000-0000-0000-000000000000}"/>
          </ac:graphicFrameMkLst>
        </pc:graphicFrameChg>
      </pc:sldChg>
    </pc:docChg>
  </pc:docChgLst>
  <pc:docChgLst>
    <pc:chgData name="Prof. Shuguang Cui (SSE)" userId="85de1bb4-a53e-4ccf-9dc2-65b85f685fb4" providerId="ADAL" clId="{9738D1D8-2499-439C-B9ED-9B2949375DC7}"/>
    <pc:docChg chg="custSel modSld">
      <pc:chgData name="Prof. Shuguang Cui (SSE)" userId="85de1bb4-a53e-4ccf-9dc2-65b85f685fb4" providerId="ADAL" clId="{9738D1D8-2499-439C-B9ED-9B2949375DC7}" dt="2024-11-06T07:39:20.865" v="7" actId="20577"/>
      <pc:docMkLst>
        <pc:docMk/>
      </pc:docMkLst>
      <pc:sldChg chg="addSp delSp modSp mod">
        <pc:chgData name="Prof. Shuguang Cui (SSE)" userId="85de1bb4-a53e-4ccf-9dc2-65b85f685fb4" providerId="ADAL" clId="{9738D1D8-2499-439C-B9ED-9B2949375DC7}" dt="2024-11-06T07:39:20.865" v="7" actId="20577"/>
        <pc:sldMkLst>
          <pc:docMk/>
          <pc:sldMk cId="431551056" sldId="729"/>
        </pc:sldMkLst>
        <pc:spChg chg="add mod">
          <ac:chgData name="Prof. Shuguang Cui (SSE)" userId="85de1bb4-a53e-4ccf-9dc2-65b85f685fb4" providerId="ADAL" clId="{9738D1D8-2499-439C-B9ED-9B2949375DC7}" dt="2024-11-06T07:39:20.865" v="7" actId="20577"/>
          <ac:spMkLst>
            <pc:docMk/>
            <pc:sldMk cId="431551056" sldId="729"/>
            <ac:spMk id="10" creationId="{00000000-0000-0000-0000-000000000000}"/>
          </ac:spMkLst>
        </pc:spChg>
        <pc:graphicFrameChg chg="del mod replId">
          <ac:chgData name="Prof. Shuguang Cui (SSE)" userId="85de1bb4-a53e-4ccf-9dc2-65b85f685fb4" providerId="ADAL" clId="{9738D1D8-2499-439C-B9ED-9B2949375DC7}" dt="2024-11-06T07:38:53.915" v="1"/>
          <ac:graphicFrameMkLst>
            <pc:docMk/>
            <pc:sldMk cId="431551056" sldId="729"/>
            <ac:graphicFrameMk id="4" creationId="{00000000-0000-0000-0000-000000000000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6:23:5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5 216 6071 0 0,'0'0'731'0'0,"0"0"-707"0"0,0 0 1 0 0,0 0-1 0 0,0 0 0 0 0,0 0 1 0 0,-1 0-1 0 0,1 0 0 0 0,0 0 1 0 0,0 0-1 0 0,0 0 0 0 0,0 0 1 0 0,-1 0-1 0 0,1 0 0 0 0,0 0 1 0 0,0 0-1 0 0,0 0 1 0 0,0 0-1 0 0,0 0 0 0 0,-1 0 1 0 0,1 0-1 0 0,0 0 0 0 0,0 0 1 0 0,0 0-1 0 0,0-1 0 0 0,0 1 1 0 0,0 0-1 0 0,0 0 0 0 0,-1 0 1 0 0,1 0-1 0 0,0 0 0 0 0,0 0 1 0 0,0 0-1 0 0,0-1 0 0 0,0 1 1 0 0,0 0-1 0 0,0 0 0 0 0,0 0 1 0 0,0 0-1 0 0,0 0 0 0 0,0-1 1 0 0,0 1-1 0 0,0 0 0 0 0,0 0 1 0 0,7-15 823 0 0,-5 12-511 0 0,0 1-1 0 0,0-1 1 0 0,-1 0 0 0 0,1 0 0 0 0,-1 0-1 0 0,1-4 1 0 0,-1 6-80 0 0,0 0-1 0 0,-1 0 1 0 0,1 0-1 0 0,0 0 1 0 0,-1 0-1 0 0,1 0 1 0 0,0 0 0 0 0,0 0-1 0 0,0 0 1 0 0,0 0-1 0 0,0 1 1 0 0,0-1-1 0 0,0 0 1 0 0,0 1 0 0 0,0-1-1 0 0,0 1 1 0 0,1-1-1 0 0,-1 1 1 0 0,0 0 0 0 0,2-1-1 0 0,30-5-127 0 0,-28 5 195 0 0,100-12 666 0 0,54-9-428 0 0,173-45 556 0 0,-264 51-929 0 0,70-5 0 0 0,-65 15 151 0 0,126 8-1 0 0,-3 0-178 0 0,-135-6-164 0 0,41-1 302 0 0,-75 4-170 0 0,6 1 7 0 0,46 6-1 0 0,25-1 52 0 0,-29-2 107 0 0,-15 1 62 0 0,21 8-190 0 0,50 9 547 0 0,-111-18-632 0 0,-12-1-68 0 0,24 0 62 0 0,36-6 28 0 0,-27 0-75 0 0,66-6 239 0 0,-102 10-253 0 0,11 1 24 0 0,8 3 16 0 0,-3 1-12 0 0,-4-2-11 0 0,-1-1 1 0 0,21 1-1 0 0,63 7 300 0 0,-27-7 1 0 0,-61-2-262 0 0,1 0 0 0 0,14 3-1 0 0,-18-2-45 0 0,4 2 30 0 0,9 2-78 0 0,-18-4 3 0 0,11 8-9 0 0,-3-2 30 0 0,1 1 0 0 0,-1 0 0 0 0,1 2 0 0 0,-5-2 11 0 0,-5-5 31 0 0,5 6-31 0 0,1 2-11 0 0,-1-2 11 0 0,-5-7 43 0 0,5 2 21 0 0,-7-4 25 0 0,10 0 159 0 0,-9-11-8478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6:43:0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 1839 0 0,'0'0'6506'0'0,"7"-5"-1253"0"0,-5 6-5083 0 0,0 0-1 0 0,0 1 1 0 0,0-1 0 0 0,-1 0-1 0 0,1 1 1 0 0,0 0-1 0 0,-1-1 1 0 0,0 1 0 0 0,1 0-1 0 0,-1 0 1 0 0,0 0 0 0 0,0 0-1 0 0,0 0 1 0 0,0 0 0 0 0,0 0-1 0 0,-1 0 1 0 0,1 1-1 0 0,-1-1 1 0 0,1 0 0 0 0,-1 0-1 0 0,0 1 1 0 0,0-1 0 0 0,0 0-1 0 0,0 5 1 0 0,-1 7 178 0 0,-1 0 0 0 0,-1 0 0 0 0,-3 13 0 0 0,0-4 324 0 0,4-15-544 0 0,1 0 0 0 0,0-1-1 0 0,0 1 1 0 0,1 0 0 0 0,0 0 0 0 0,0 0-1 0 0,1 0 1 0 0,-1 0 0 0 0,4 11 0 0 0,-2-10-118 0 0,2 4 212 0 0,-3-12-147 0 0,-1 0 0 0 0,1 0 0 0 0,-1 0 0 0 0,0 0 0 0 0,1 0 1 0 0,-1 0-1 0 0,0 0 0 0 0,0 0 0 0 0,0 0 0 0 0,0 0 0 0 0,0 0 0 0 0,0 0 0 0 0,0 0 0 0 0,0 0 1 0 0,0 0-1 0 0,-1 0 0 0 0,1 0 0 0 0,0 0 0 0 0,0 0 0 0 0,-1 0 0 0 0,1 0 0 0 0,-1 1 0 0 0,0-1 136 0 0,-17 17 333 0 0,17-16-504 0 0,3-3-76 0 0,-25 16 476 0 0,21-14-380 0 0,-2 3 16 0 0,-2 0 20 0 0,-19 17 912 0 0,24-20-915 0 0,1 0-32 0 0,-1 0 0 0 0,0-1-1 0 0,0 1 1 0 0,0 0 0 0 0,1-1-1 0 0,-1 1 1 0 0,0-1 0 0 0,0 1-1 0 0,0-1 1 0 0,0 1 0 0 0,0-1-1 0 0,0 0 1 0 0,0 1 0 0 0,0-1-1 0 0,0 0 1 0 0,0 0 0 0 0,0 0-1 0 0,0 0 1 0 0,0 0 0 0 0,0 0-1 0 0,0 0 1 0 0,0 0 0 0 0,0 0-1 0 0,0 0 1 0 0,0-1 0 0 0,0 1-1 0 0,0 0 1 0 0,0-1 0 0 0,-2 0-1 0 0,-3-3 7 0 0,4 2-14 0 0,-4-3-42 0 0,1-1-108 0 0,4 5-409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6:43:11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42 1839 0 0,'0'0'8512'0'0,"2"-1"-8136"0"0,6-3 2 0 0,-7 2 388 0 0,5-13 892 0 0,-4 1 1300 0 0,-2 8 104 0 0,-2 9-2957 0 0,0-1 1 0 0,0 1-1 0 0,0 0 1 0 0,0-1 0 0 0,1 1-1 0 0,-1 0 1 0 0,1 0 0 0 0,0 0-1 0 0,0 0 1 0 0,0 0-1 0 0,0 6 1 0 0,-3 39 198 0 0,2-22-166 0 0,0 5 2 0 0,2-20-83 0 0,-1 0 1 0 0,0 0-1 0 0,-1 0 0 0 0,0 0 1 0 0,0 0-1 0 0,-1-1 0 0 0,-1 1 1 0 0,0-1-1 0 0,-8 16 0 0 0,10-24-28 0 0,1 0-1 0 0,-1 0 1 0 0,1 0 0 0 0,-1 0-1 0 0,0 0 1 0 0,0-1-1 0 0,0 1 1 0 0,0 0 0 0 0,0-1-1 0 0,0 0 1 0 0,0 0-1 0 0,0 1 1 0 0,-1-1 0 0 0,1 0-1 0 0,-1-1 1 0 0,1 1 0 0 0,0 0-1 0 0,-1-1 1 0 0,1 1-1 0 0,-1-1 1 0 0,1 0 0 0 0,-1 0-1 0 0,-3 0 1 0 0,-24 1 81 0 0,18 0-74 0 0,1 0-1 0 0,-14-2 1 0 0,20 0 32 0 0,0 0 1 0 0,0 1-1 0 0,0 0 0 0 0,-1 0 1 0 0,1 0-1 0 0,0 1 0 0 0,0 0 0 0 0,0 0 1 0 0,0 0-1 0 0,0 0 0 0 0,0 1 1 0 0,1 0-1 0 0,-6 2 0 0 0,9-3 296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6:5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0 146 919 0 0,'0'0'19864'0'0,"7"3"-19456"0"0,11 1 50 0 0,0-1 0 0 0,33 1-1 0 0,-7-1 111 0 0,-21 0-460 0 0,1-1-1 0 0,-1-1 0 0 0,1-1 0 0 0,0-1 0 0 0,45-8 0 0 0,-16-4-74 0 0,48-10 74 0 0,-91 21-59 0 0,-1-1-25 0 0,-6 1 35 0 0,3 1 33 0 0,-4 1 450 0 0,-5 1-498 0 0,0 1-25 0 0,-8-2-12 0 0,9-1-3 0 0,-1 1 1 0 0,0-1-1 0 0,0 0 0 0 0,1 0 1 0 0,-1 0-1 0 0,0 0 0 0 0,1 0 1 0 0,-1-1-1 0 0,1 1 0 0 0,0-1 1 0 0,-1 1-1 0 0,1-1 0 0 0,0 0 1 0 0,-3-3-1 0 0,-3-4 19 0 0,1 0-1 0 0,-8-13 1 0 0,-7-8-41 0 0,7 11-1737 0 0,9 12 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1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9215 0 0,'0'0'2262'0'0,"3"0"-836"0"0,39 2 790 0 0,74 11 0 0 0,42 19-559 0 0,77 11-32 0 0,301-16 1181 0 0,-534-27-1579 0 0,-12-10-758 0 0,-103-78 303 0 0,56 46-8870 0 0,40 29 440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0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10967 0 0,'0'0'499'0'0,"0"-3"-4"0"0,1-11-317 0 0,5 5-46 0 0,-5 8-24 0 0,-1 1-1 0 0,1-1 0 0 0,0 1 1 0 0,0-1-1 0 0,0 1 0 0 0,0-1 1 0 0,-1 1-1 0 0,1 0 0 0 0,0 0 1 0 0,0-1-1 0 0,0 1 0 0 0,0 0 1 0 0,0 0-1 0 0,0 0 0 0 0,0 0 1 0 0,0 0-1 0 0,0 0 0 0 0,0 0 1 0 0,0 0-1 0 0,-1 0 0 0 0,1 1 1 0 0,1-1-1 0 0,18 10 894 0 0,-16-6-878 0 0,0 0 0 0 0,0 0 0 0 0,0 1 0 0 0,0-1 0 0 0,-1 1 0 0 0,1 0 0 0 0,-1 0 0 0 0,-1 0 0 0 0,4 7 0 0 0,16 53 428 0 0,-20-59-507 0 0,25 86 450 0 0,31 93-126 0 0,-44-146-311 0 0,2-2 1 0 0,35 62 0 0 0,-44-88-13 0 0,0 0 0 0 0,15 15 0 0 0,-20-23-16 0 0,1 0-1 0 0,0 0 1 0 0,-1-1-1 0 0,1 0 1 0 0,0 1 0 0 0,0-1-1 0 0,1 0 1 0 0,-1-1 0 0 0,0 1-1 0 0,1 0 1 0 0,-1-1-1 0 0,1 0 1 0 0,3 1 0 0 0,-4-2 19 0 0,-1 1 1 0 0,0-1 0 0 0,1-1 0 0 0,-1 1 0 0 0,0 0 0 0 0,1 0 0 0 0,-1-1 0 0 0,0 0 0 0 0,0 1 0 0 0,0-1 0 0 0,1 0 0 0 0,-1 0 0 0 0,0 0 0 0 0,0 0 0 0 0,0 0-1 0 0,0-1 1 0 0,-1 1 0 0 0,1-1 0 0 0,0 1 0 0 0,-1-1 0 0 0,1 0 0 0 0,2-3 0 0 0,2-3 171 0 0,0-1 1 0 0,-1 0-1 0 0,7-16 1 0 0,-7 13-52 0 0,13-29 549 0 0,16-57 0 0 0,-17 43-324 0 0,-2 5-65 0 0,-3 0 1 0 0,-1 0-1 0 0,-3-1 0 0 0,-3 0 1 0 0,0-72-1 0 0,-5 108-583 0 0,0 14 110 0 0,0 1-1 0 0,0-1 1 0 0,0 1-1 0 0,-1-1 0 0 0,1 1 1 0 0,0-1-1 0 0,0 1 1 0 0,0-1-1 0 0,0 1 0 0 0,0-1 1 0 0,0 1-1 0 0,0-1 1 0 0,1 1-1 0 0,-1-1 0 0 0,0 1 1 0 0,0-1-1 0 0,0 1 1 0 0,0-1-1 0 0,1 1 0 0 0,-1-1 1 0 0,1 0-1 0 0,1-1-1604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15775 0 0,'0'0'1432'0'0,"3"-1"-1180"0"0,8-3-113 0 0,0 0 0 0 0,0 1-1 0 0,1 0 1 0 0,-1 1 0 0 0,1 0 0 0 0,0 1-1 0 0,22 0 1 0 0,86 13 1176 0 0,-74-6-1213 0 0,34 5-1234 0 0,106 29 0 0 0,-160-34-5295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1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15199 0 0,'0'0'1379'0'0,"2"2"-1136"0"0,8 4 93 0 0,-1 0 1 0 0,1-1 0 0 0,-1 0 0 0 0,2 0 0 0 0,-1-1 0 0 0,0-1 0 0 0,18 4 0 0 0,81 11 1442 0 0,-105-18-1763 0 0,229 21 2226 0 0,-155-14-3996 0 0,0 0-4054 0 0,-46-4-1080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81 5527 0 0,'0'0'423'0'0,"-1"-2"-278"0"0,0-2 421 0 0,0 0-1 0 0,-1 0 0 0 0,1 0 0 0 0,1 0 0 0 0,-1 0 1 0 0,1 0-1 0 0,-1 0 0 0 0,1 0 0 0 0,0 0 0 0 0,1-5 1 0 0,0 7 51 0 0,-1 0 308 0 0,3-6 3410 0 0,3 12-4216 0 0,-2 0 0 0 0,1 0 0 0 0,0 1 0 0 0,-1 0 0 0 0,0 0 0 0 0,0 0 0 0 0,0 0-1 0 0,0 1 1 0 0,-1-1 0 0 0,4 9 0 0 0,1 5 162 0 0,-1 0 1 0 0,6 23-1 0 0,24 152 576 0 0,-7-24-507 0 0,-23-141-322 0 0,2-1 1 0 0,0 0 0 0 0,25 49-1 0 0,-22-57-9 0 0,2 1 1 0 0,20 23-1 0 0,-27-36 31 0 0,-5-5-19 0 0,0-1-1 0 0,0 0 1 0 0,1 0 0 0 0,-1 0-1 0 0,1-1 1 0 0,-1 1 0 0 0,1 0-1 0 0,0-1 1 0 0,0 0 0 0 0,5 2-1 0 0,-3-1 97 0 0,-5-2-99 0 0,1 0 0 0 0,0 0 0 0 0,0 0-1 0 0,-1 0 1 0 0,1 0 0 0 0,0 0 0 0 0,0 0 0 0 0,-1 0-1 0 0,1 0 1 0 0,0 0 0 0 0,0-1 0 0 0,-1 1 0 0 0,1 0-1 0 0,0 0 1 0 0,-1-1 0 0 0,1 1 0 0 0,0-1 0 0 0,-1 1-1 0 0,1 0 1 0 0,-1-1 0 0 0,2 0 0 0 0,10-12 389 0 0,-2-3-68 0 0,-1 0 0 0 0,-1-1 0 0 0,13-31 0 0 0,11-58 177 0 0,-20 65-364 0 0,118-444 473 0 0,-126 471-647 0 0,10-22 0 0 0,-13 34-105 0 0,12-1-3427 0 0,1 10-9243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3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11687 0 0,'0'0'1060'0'0,"3"1"-768"0"0,0 1-120 0 0,0 0 0 0 0,0 0 0 0 0,0 0 0 0 0,0 1 0 0 0,0-1-1 0 0,-1 1 1 0 0,1 0 0 0 0,-1 0 0 0 0,0 0 0 0 0,0 0 0 0 0,0 1 0 0 0,0-1-1 0 0,0 0 1 0 0,-1 1 0 0 0,3 5 0 0 0,1 7 334 0 0,-1 1 0 0 0,3 20 0 0 0,-3-14-34 0 0,6 52 825 0 0,-6-43-507 0 0,9 37 1 0 0,-9-43-201 0 0,-4-24 233 0 0,1 1-510 0 0,-1-3-298 0 0,0 0 1 0 0,0 0-1 0 0,0 1 1 0 0,0-1 0 0 0,0 0-1 0 0,0 0 1 0 0,0 0 0 0 0,1 1-1 0 0,-1-1 1 0 0,0 0 0 0 0,0 0-1 0 0,0 0 1 0 0,0 1-1 0 0,0-1 1 0 0,0 0 0 0 0,0 0-1 0 0,0 0 1 0 0,0 0 0 0 0,1 1-1 0 0,-1-1 1 0 0,0 0 0 0 0,0 0-1 0 0,0 0 1 0 0,0 0-1 0 0,1 0 1 0 0,-1 0 0 0 0,0 1-1 0 0,0-1 1 0 0,0 0 0 0 0,0 0-1 0 0,1 0 1 0 0,-1 0-1 0 0,0 0 1 0 0,0 0 0 0 0,0 0-1 0 0,1 0 1 0 0,-1 0 0 0 0,0 0-1 0 0,0 0 1 0 0,1 0 0 0 0,-1 0-1 0 0,6-6-11 0 0,-1 1-1 0 0,0-1 1 0 0,0 0-1 0 0,0-1 1 0 0,-1 1 0 0 0,0-1-1 0 0,0 0 1 0 0,4-12-1 0 0,18-67-455 0 0,-6 19 96 0 0,-19 64 377 0 0,0 6 122 0 0,3 10-34 0 0,0 1-1 0 0,-1-1 1 0 0,2 20-1 0 0,5 25 45 0 0,-9-52-83 0 0,1 0 0 0 0,0 1 0 0 0,1-1 0 0 0,-1-1-1 0 0,1 1 1 0 0,7 10 0 0 0,-9-14-19 0 0,1 0 0 0 0,0 0 0 0 0,0 0 0 0 0,0 0 0 0 0,0 0 0 0 0,0 0 0 0 0,0 0 0 0 0,1 0 0 0 0,-1-1 0 0 0,1 0 0 0 0,-1 1 0 0 0,1-1 0 0 0,-1 0 0 0 0,1 0 0 0 0,0 0 0 0 0,4 0 0 0 0,-3 0 6 0 0,0-1 0 0 0,0 0 0 0 0,1 0 1 0 0,-1 0-1 0 0,0-1 0 0 0,0 0 0 0 0,0 1 1 0 0,0-2-1 0 0,0 1 0 0 0,5-2 0 0 0,1-2-79 0 0,0 0 0 0 0,0-1 0 0 0,0 0 0 0 0,-1 0 0 0 0,0-1 0 0 0,0 0 0 0 0,10-12 0 0 0,-9 8-215 0 0,-1-1 0 0 0,10-15 0 0 0,10-14-375 0 0,-29 40 607 0 0,0 1-1 0 0,1-1 1 0 0,-1 1-1 0 0,1-1 1 0 0,-1 1-1 0 0,1-1 0 0 0,-1 1 1 0 0,1 0-1 0 0,-1-1 1 0 0,1 1-1 0 0,-1 0 0 0 0,1-1 1 0 0,0 1-1 0 0,-1 0 1 0 0,1 0-1 0 0,-1 0 1 0 0,1-1-1 0 0,0 1 0 0 0,-1 0 1 0 0,1 0-1 0 0,0 0 1 0 0,-1 0-1 0 0,1 0 0 0 0,1 0 1 0 0,-1 1 12 0 0,0-1 0 0 0,0 1 0 0 0,0-1 0 0 0,0 1 0 0 0,0 0 0 0 0,0-1 0 0 0,0 1 0 0 0,0 0 0 0 0,0 0 0 0 0,0-1 0 0 0,0 1 0 0 0,1 2 0 0 0,1 1 75 0 0,-1 0 0 0 0,1 0 0 0 0,-1 0 0 0 0,1 1 0 0 0,2 7 0 0 0,13 59 732 0 0,-15-55-674 0 0,1 0 0 0 0,0 0 0 0 0,1 0 1 0 0,1-1-1 0 0,0 0 0 0 0,11 18 0 0 0,-17-32-204 0 0,1 0-1 0 0,-1-1 1 0 0,1 1 0 0 0,0 0 0 0 0,-1-1-1 0 0,1 1 1 0 0,0 0 0 0 0,-1-1-1 0 0,1 1 1 0 0,0-1 0 0 0,-1 1-1 0 0,1-1 1 0 0,0 0 0 0 0,0 1-1 0 0,0-1 1 0 0,0 0 0 0 0,-1 1-1 0 0,1-1 1 0 0,0 0 0 0 0,0 0-1 0 0,0 0 1 0 0,0 0 0 0 0,0 0-1 0 0,0 0 1 0 0,-1 0 0 0 0,1 0-1 0 0,0 0 1 0 0,2-1 0 0 0,8-3-1051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5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0 222 1839 0 0,'0'0'83'0'0,"2"2"-6"0"0,3 4 29 0 0,0 0-1 0 0,0 0 0 0 0,1 0 1 0 0,0 0-1 0 0,0-1 0 0 0,10 7 1 0 0,-10-9 615 0 0,1 1 0 0 0,-1-1-1 0 0,1-1 1 0 0,-1 1 0 0 0,1-1 0 0 0,0 0 0 0 0,0-1 0 0 0,8 2 0 0 0,4-1 633 0 0,0-1 1 0 0,20-2 0 0 0,-17-1-862 0 0,0 0 0 0 0,0-2 1 0 0,0-1-1 0 0,-1-1 0 0 0,1 0 1 0 0,22-11-1 0 0,-35 12-324 0 0,1 0 1 0 0,-1 0-1 0 0,0-1 1 0 0,0 0-1 0 0,13-12 1 0 0,-19 16-139 0 0,0-1 1 0 0,0 0-1 0 0,-1 0 1 0 0,1 0-1 0 0,-1 0 1 0 0,1 0 0 0 0,-1-1-1 0 0,0 1 1 0 0,0-1-1 0 0,-1 0 1 0 0,1 0 0 0 0,-1 1-1 0 0,1-1 1 0 0,-1 0-1 0 0,-1 0 1 0 0,1 0 0 0 0,0-7-1 0 0,-1 8-25 0 0,-1 0 0 0 0,0 0 0 0 0,0 0-1 0 0,0 0 1 0 0,0 0 0 0 0,0 0 0 0 0,-1 1-1 0 0,1-1 1 0 0,-1 0 0 0 0,0 1 0 0 0,0-1-1 0 0,1 1 1 0 0,-2 0 0 0 0,-2-3 0 0 0,-3-2-8 0 0,0 0-1 0 0,-17-10 1 0 0,9 7-28 0 0,0 1 0 0 0,-1 0 0 0 0,0 1-1 0 0,0 1 1 0 0,0 1 0 0 0,-33-7 0 0 0,43 11 47 0 0,0 1 0 0 0,0 1-1 0 0,0-1 1 0 0,0 1 0 0 0,0 0 0 0 0,0 1 0 0 0,0 0 0 0 0,0 0 0 0 0,0 0 0 0 0,1 1-1 0 0,-1 0 1 0 0,0 0 0 0 0,1 1 0 0 0,-1-1 0 0 0,1 2 0 0 0,0-1 0 0 0,0 1 0 0 0,0 0 0 0 0,1 0-1 0 0,-1 0 1 0 0,-5 6 0 0 0,3-1 15 0 0,1 1 0 0 0,0-1 0 0 0,1 1 0 0 0,0 0 0 0 0,0 1 0 0 0,1 0 0 0 0,1-1 0 0 0,-1 1 0 0 0,2 1 0 0 0,-5 20 0 0 0,4-8-4 0 0,1 1 0 0 0,1-1 0 0 0,1 1 0 0 0,3 28 0 0 0,-1-36 24 0 0,1 0 1 0 0,1 0-1 0 0,1 0 0 0 0,0 0 0 0 0,1-1 1 0 0,13 29-1 0 0,-13-35-16 0 0,0-1 1 0 0,1 0-1 0 0,0 0 0 0 0,0 0 1 0 0,1 0-1 0 0,1-1 1 0 0,-1 0-1 0 0,1-1 1 0 0,0 0-1 0 0,1 0 0 0 0,16 10 1 0 0,-4-7-121 0 0,-1-1 0 0 0,2-1-1 0 0,-1-1 1 0 0,1-1 0 0 0,0-1 0 0 0,0-1 0 0 0,0-1 0 0 0,1 0 0 0 0,42-2 0 0 0,-56-2-581 0 0,-1 1 1 0 0,0-1 0 0 0,13-4-1 0 0,-1-1-5347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5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13991 0 0,'2'-2'639'0'0,"1"-1"-586"0"0,0 1 0 0 0,1 0 1 0 0,-1 0-1 0 0,0 0 0 0 0,1 0 0 0 0,-1 0 0 0 0,1 1 1 0 0,-1 0-1 0 0,1-1 0 0 0,0 1 0 0 0,0 1 1 0 0,-1-1-1 0 0,1 0 0 0 0,0 1 0 0 0,5 0 0 0 0,-3 1 20 0 0,1-1 0 0 0,0 1 1 0 0,-1 1-1 0 0,0-1 0 0 0,1 1 0 0 0,-1 1 0 0 0,0-1 0 0 0,9 5 0 0 0,-3 0 78 0 0,-1 0 0 0 0,0 1 0 0 0,0 1 0 0 0,0-1 1 0 0,-1 2-1 0 0,-1-1 0 0 0,0 2 0 0 0,12 15 0 0 0,-13-13 119 0 0,1 1 0 0 0,-2 0 0 0 0,0 0-1 0 0,-1 0 1 0 0,0 1 0 0 0,-1 0 0 0 0,-1 1-1 0 0,-1-1 1 0 0,0 1 0 0 0,0-1 0 0 0,-1 24-1 0 0,-2-22-43 0 0,-1 1-1 0 0,-1 0 0 0 0,0-1 1 0 0,-2 0-1 0 0,0 1 0 0 0,-1-1 1 0 0,0-1-1 0 0,-2 1 0 0 0,0-1 1 0 0,-9 16-1 0 0,10-20-86 0 0,-1-1-1 0 0,0 0 1 0 0,0 0 0 0 0,-1-1-1 0 0,-1 0 1 0 0,-13 13 0 0 0,18-21-97 0 0,-11 5-99 0 0,11-8 1 0 0,2 1 8 0 0,0 0-18 0 0,1 0 0 0 0,-1-1 0 0 0,1 1 1 0 0,-1 0-1 0 0,1-1 0 0 0,0 1 0 0 0,-1 0 0 0 0,1-1 0 0 0,0 0 0 0 0,-1 1 0 0 0,1-1 0 0 0,0 0 0 0 0,0 0 0 0 0,0 1 1 0 0,0-1-1 0 0,-1 0 0 0 0,1 0 0 0 0,0 0 0 0 0,1 0 0 0 0,-1-1 0 0 0,0 1 0 0 0,0 0 0 0 0,-1-2 0 0 0,0-1-626 0 0,1 0 0 0 0,-1 0-1 0 0,0-1 1 0 0,1 1 0 0 0,-1-8-1 0 0,-2-9-6127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11975 0 0,'0'0'1280'0'0,"10"13"-512"0"0,0 2 120 0 0,0 2 16 0 0,-1 1 8 0 0,1 0-648 0 0,0-2-128 0 0,2-1-24 0 0,-1 1-8 0 0,1 1-552 0 0,2-2-120 0 0,1-2-16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7:06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45 500 3223 0 0,'0'0'143'0'0,"-2"1"-3"0"0,-12 7-108 0 0,11-3-37 0 0,2-2 7 0 0,-4 8 1296 0 0,1 0-1 0 0,1 0 0 0 0,-1 0 0 0 0,2 0 0 0 0,-1 0 0 0 0,2 1 0 0 0,-1-1 1 0 0,2 1-1 0 0,0 13 0 0 0,0-12-897 0 0,2-1 0 0 0,2 17 0 0 0,-1-20-318 0 0,0-1-1 0 0,0 1 0 0 0,1 0 0 0 0,0-1 1 0 0,0 0-1 0 0,1 0 0 0 0,0 0 1 0 0,0 0-1 0 0,1-1 0 0 0,0 0 1 0 0,0 0-1 0 0,1 0 0 0 0,0-1 0 0 0,0 0 1 0 0,0 0-1 0 0,1-1 0 0 0,0 0 1 0 0,0-1-1 0 0,1 1 0 0 0,16 5 1 0 0,-13-6 17 0 0,0 0 1 0 0,1-1-1 0 0,-1 0 1 0 0,1-1 0 0 0,-1 0-1 0 0,1-1 1 0 0,0-1-1 0 0,-1 0 1 0 0,1-1 0 0 0,0 0-1 0 0,-1-1 1 0 0,1 0-1 0 0,-1-1 1 0 0,24-8 0 0 0,-23 5-10 0 0,0 0 0 0 0,-1 0 1 0 0,0-2-1 0 0,0 1 1 0 0,0-2-1 0 0,-1 1 1 0 0,0-2-1 0 0,10-10 1 0 0,-17 15-56 0 0,0 0 0 0 0,0 0 0 0 0,0 0 0 0 0,-1 0 0 0 0,0-1 0 0 0,0 0 0 0 0,0 0 0 0 0,0 1 0 0 0,-1-2 0 0 0,0 1 0 0 0,-1 0 0 0 0,1 0 0 0 0,-1 0 0 0 0,0-1 0 0 0,-1 1 0 0 0,1-1 0 0 0,-1 1 0 0 0,-1 0 0 0 0,-1-13 0 0 0,-3 2 5 0 0,0 1-1 0 0,-1 0 0 0 0,0 1 1 0 0,-2-1-1 0 0,0 1 1 0 0,0 1-1 0 0,-2-1 1 0 0,0 2-1 0 0,0-1 0 0 0,-1 1 1 0 0,-1 1-1 0 0,0 0 1 0 0,-24-18-1 0 0,27 25-93 0 0,0-1 0 0 0,0 1 0 0 0,0 1 0 0 0,-1 0-1 0 0,0 0 1 0 0,0 0 0 0 0,0 2 0 0 0,0-1 0 0 0,0 1 0 0 0,-1 1 0 0 0,-14-1-1 0 0,-9 2-286 0 0,0 1 0 0 0,-39 7 0 0 0,42-1-2028 0 0</inkml:trace>
  <inkml:trace contextRef="#ctx0" brushRef="#br0" timeOffset="1">443 1 18311 0 0,'0'0'838'0'0,"0"3"-16"0"0,-10 74 176 0 0,-25 91 0 0 0,28-137-667 0 0,-66 237 1853 0 0,11-44-1147 0 0,0-4-1674 0 0,41-154 50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04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11519 0 0,'2'0'7378'0'0,"16"2"-5981"0"0,0 0 1 0 0,0-1 0 0 0,26-3 0 0 0,55-10-1042 0 0,-6 0-354 0 0,-65 9-280 0 0,72-2-1572 0 0,-85 6 494 0 0,0 0 0 0 0,22 5 0 0 0,-22-2-415 0 0</inkml:trace>
  <inkml:trace contextRef="#ctx0" brushRef="#br0" timeOffset="1">119 350 10135 0 0,'0'0'778'0'0,"2"1"-506"0"0,1 0 23 0 0,1 1 0 0 0,0-1 1 0 0,-1 0-1 0 0,1 0 0 0 0,0-1 1 0 0,0 1-1 0 0,-1-1 0 0 0,1 0 1 0 0,0 0-1 0 0,0 0 0 0 0,-1 0 0 0 0,6-2 1 0 0,8-1 2793 0 0,21-6 0 0 0,8-3-895 0 0,87-10 0 0 0,-58 11-1574 0 0,-10 1-2115 0 0,-22 6-5034 0 0,-15 2-1290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05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123 156 5063 0 0,'13'-12'77'0'0,"0"0"0"0"0,-1-1 0 0 0,14-19 0 0 0,-12 15 1425 0 0,23-23 1 0 0,-31 35 127 0 0,0 0 0 0 0,0 0 1 0 0,1 0-1 0 0,9-4 0 0 0,-13 21 624 0 0,-5-1-1992 0 0,1 0 0 0 0,-1-1 0 0 0,-1 1 0 0 0,0 0 0 0 0,-1-1 0 0 0,0 0 0 0 0,-8 15 0 0 0,5-11-93 0 0,-74 150 314 0 0,-3 4-443 0 0,63-120-32 0 0,-23 77-1 0 0,40-112 28 0 0,1 0 0 0 0,1 0 0 0 0,0 1 0 0 0,0-1 0 0 0,2 1 0 0 0,-1-1 0 0 0,4 26 0 0 0,-2-34-1 0 0,0-1 1 0 0,0 0-1 0 0,0 1 0 0 0,0-1 0 0 0,1 0 0 0 0,-1 1 0 0 0,1-1 1 0 0,0 0-1 0 0,1 0 0 0 0,-1 0 0 0 0,1-1 0 0 0,-1 1 1 0 0,1-1-1 0 0,0 1 0 0 0,0-1 0 0 0,1 0 0 0 0,-1 0 0 0 0,1 0 1 0 0,-1 0-1 0 0,1-1 0 0 0,0 0 0 0 0,0 0 0 0 0,0 0 1 0 0,0 0-1 0 0,1 0 0 0 0,6 1 0 0 0,0-1 72 0 0,0-1 0 0 0,0 0 0 0 0,0 0 0 0 0,0-1 0 0 0,0 0 0 0 0,0-1 0 0 0,0-1 0 0 0,21-5 0 0 0,4-4 242 0 0,44-19 0 0 0,-58 21-226 0 0,237-104 581 0 0,-227 97-1127 0 0,-2-1 0 0 0,0-1 0 0 0,31-24 0 0 0,-59 40 337 0 0,3-1-632 0 0,-1-1 1 0 0,0 0-1 0 0,1 0 0 0 0,-1 0 1 0 0,4-7-1 0 0,-4 2-1281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0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14279 0 0,'0'0'655'0'0,"0"2"-12"0"0,-28 181 5493 0 0,-15 114-2904 0 0,7-60-2398 0 0,29-178-1480 0 0,3 1 0 0 0,2 0 0 0 0,9 80 0 0 0,0-85-1414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06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 14599 0 0,'0'0'1320'0'0,"0"2"-940"0"0,-2 4 144 0 0,0 1 0 0 0,0 0 1 0 0,0-1-1 0 0,-1 1 0 0 0,-6 10 0 0 0,-24 33 857 0 0,17-26-1027 0 0,-91 130 819 0 0,1 0-1118 0 0,20-10-55 0 0,69-111 0 0 0,2 1 0 0 0,-17 54 0 0 0,29-78 1 0 0,0-1 1 0 0,1 1-1 0 0,0 0 0 0 0,1 0 1 0 0,0 1-1 0 0,2 15 0 0 0,-1-22 6 0 0,0-1-1 0 0,1 1 0 0 0,-1-1 1 0 0,1 1-1 0 0,0-1 0 0 0,0 0 1 0 0,1 1-1 0 0,-1-1 0 0 0,1 0 1 0 0,-1 0-1 0 0,1 0 0 0 0,0 0 1 0 0,0 0-1 0 0,1 0 0 0 0,-1-1 1 0 0,0 1-1 0 0,1-1 0 0 0,0 0 1 0 0,-1 1-1 0 0,1-1 0 0 0,0 0 0 0 0,4 2 1 0 0,10 3 111 0 0,-1 0 1 0 0,1-1-1 0 0,0-1 1 0 0,1-1 0 0 0,27 4-1 0 0,91 1 477 0 0,-96-8-415 0 0,6 0 198 0 0,76-10 0 0 0,44-16 724 0 0,-116 16-625 0 0,-34 6-145 0 0,20-8 0 0 0,-34 10 348 0 0,-13 1-3303 0 0,-4-2-3576 0 0,1-1-1939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0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17303 0 0,'0'0'3614'0'0,"9"-5"-1168"0"0,-7 4-2401 0 0,0-1-1 0 0,1 1 1 0 0,-1 0-1 0 0,0 0 1 0 0,1 0-1 0 0,-1 0 1 0 0,1 0-1 0 0,-1 0 1 0 0,1 1-1 0 0,-1-1 1 0 0,1 1-1 0 0,-1 0 1 0 0,1-1-1 0 0,-1 1 1 0 0,1 1-1 0 0,0-1 1 0 0,-1 0-1 0 0,1 1 1 0 0,-1-1-1 0 0,1 1 1 0 0,-1 0 0 0 0,1-1-1 0 0,-1 1 1 0 0,0 1-1 0 0,1-1 1 0 0,-1 0-1 0 0,0 0 1 0 0,0 1-1 0 0,0-1 1 0 0,4 5-1 0 0,-3-4-85 0 0,-1 1 1 0 0,1 0-1 0 0,-1 0 1 0 0,0 0-1 0 0,0 0 0 0 0,0 1 1 0 0,0-1-1 0 0,-1 0 0 0 0,1 1 1 0 0,-1-1-1 0 0,0 1 0 0 0,0 0 1 0 0,0-1-1 0 0,0 8 1 0 0,0 5-160 0 0,0-1 1 0 0,-3 22 0 0 0,0 5 15 0 0,3-32 175 0 0,-1 0-1 0 0,2 0 0 0 0,-1 0 0 0 0,1-1 0 0 0,1 1 0 0 0,0-1 0 0 0,7 18 0 0 0,-7-22 6 0 0,0 1 0 0 0,1-1-1 0 0,0 0 1 0 0,-1 0 0 0 0,2 0 0 0 0,-1-1 0 0 0,0 0 0 0 0,1 1 0 0 0,0-1 0 0 0,0-1 0 0 0,0 1-1 0 0,0-1 1 0 0,9 4 0 0 0,-1-2 4 0 0,-8-3 0 0 0,0 0 0 0 0,0 0 0 0 0,0 0 0 0 0,-1 1 0 0 0,7 4 0 0 0,-10-6 4 0 0,1 0-1 0 0,-1 0 1 0 0,0 0-1 0 0,1 0 0 0 0,-1 1 1 0 0,0-1-1 0 0,0 0 1 0 0,0 1-1 0 0,0-1 1 0 0,0 1-1 0 0,0-1 1 0 0,0 1-1 0 0,0-1 0 0 0,-1 1 1 0 0,1 0-1 0 0,-1-1 1 0 0,1 1-1 0 0,-1 0 1 0 0,0-1-1 0 0,1 1 1 0 0,-1 0-1 0 0,0 0 1 0 0,0-1-1 0 0,0 1 0 0 0,-1 0 1 0 0,1 0-1 0 0,0-1 1 0 0,-1 1-1 0 0,1 0 1 0 0,-1 0-1 0 0,-1 2 1 0 0,-2 5 27 0 0,0 1 1 0 0,-1-1-1 0 0,0 0 1 0 0,-7 9-1 0 0,8-12-19 0 0,-67 87 214 0 0,0 0 35 0 0,64-82-329 0 0,6-9-48 0 0,2-4-11 0 0,40-52-2828 0 0,22-28-4202 0 0,-21 38 1277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0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26 4607 0 0,'12'-8'382'0'0,"17"-10"4023"0"0,-29 35-1703 0 0,-2 0 1 0 0,-3 21-1 0 0,-23 68-540 0 0,26-96-1716 0 0,-3 6-79 0 0,-2 8 302 0 0,0 0 0 0 0,-4 41-1 0 0,10-59-522 0 0,1 0 1 0 0,-1 1-1 0 0,1-1 0 0 0,1 0 1 0 0,-1 0-1 0 0,1 1 0 0 0,0-1 1 0 0,1 0-1 0 0,-1 0 0 0 0,1 0 1 0 0,1 0-1 0 0,-1 0 0 0 0,1-1 1 0 0,0 1-1 0 0,7 9 0 0 0,-9-13-75 0 0,1 0 1 0 0,-1-1-1 0 0,1 1 0 0 0,0 0 0 0 0,0-1 0 0 0,0 1 1 0 0,0-1-1 0 0,0 0 0 0 0,0 0 0 0 0,1 0 0 0 0,-1 0 1 0 0,0 0-1 0 0,0 0 0 0 0,1 0 0 0 0,3 0 0 0 0,-2-1 4 0 0,1 0 0 0 0,-1 0 0 0 0,0 0 0 0 0,0 0 0 0 0,0-1 0 0 0,0 1 0 0 0,0-1 0 0 0,7-3 0 0 0,-2 1 32 0 0,1-2-1 0 0,-1 1 1 0 0,0-1-1 0 0,0-1 1 0 0,-1 0 0 0 0,15-12-1 0 0,-13 8 0 0 0,-1-1 0 0 0,0-1 0 0 0,0 0 0 0 0,-1 0 0 0 0,-1 0 0 0 0,0-1 0 0 0,8-21 0 0 0,-13 28-79 0 0,0 1 1 0 0,0-1-1 0 0,-1 0 0 0 0,0 1 0 0 0,0-1 1 0 0,0 0-1 0 0,-1 0 0 0 0,0 0 1 0 0,0 0-1 0 0,0 0 0 0 0,-1 1 0 0 0,0-1 1 0 0,0 0-1 0 0,-1 0 0 0 0,1 1 1 0 0,-1-1-1 0 0,0 0 0 0 0,-1 1 0 0 0,1 0 1 0 0,-1 0-1 0 0,0 0 0 0 0,0 0 1 0 0,-6-7-1 0 0,3 5-69 0 0,-1 0 0 0 0,1 1-1 0 0,-1 0 1 0 0,0 0 0 0 0,-1 1 0 0 0,1-1 0 0 0,-1 2 0 0 0,0-1 0 0 0,0 1-1 0 0,-1 0 1 0 0,1 1 0 0 0,-1 0 0 0 0,0 0 0 0 0,-13-2 0 0 0,0 3-1709 0 0,0 0 0 0 0,-32 2-1 0 0,31 2-6713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1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7687 0 0,'0'0'1360'0'0,"0"0"-1328"0"0,0 0 0 0 0,1 0 0 0 0,-1 0 0 0 0,0 0-1 0 0,0 0 1 0 0,1 0 0 0 0,-1 0 0 0 0,0 0 0 0 0,0 0 0 0 0,0 0-1 0 0,1 0 1 0 0,-1 0 0 0 0,0 0 0 0 0,0 1 0 0 0,1-1 0 0 0,-1 0-1 0 0,0 0 1 0 0,0 0 0 0 0,0 0 0 0 0,1 0 0 0 0,-1 0-1 0 0,0 0 1 0 0,0 1 0 0 0,0-1 0 0 0,1 0 0 0 0,-1 0 0 0 0,0 0-1 0 0,0 0 1 0 0,0 1 0 0 0,0-1 0 0 0,0 0 0 0 0,1 0 0 0 0,-1 1-1 0 0,0-1 1 0 0,0 0 0 0 0,0 0 0 0 0,0 1 0 0 0,0 2 99 0 0,0 1 0 0 0,0-1 0 0 0,0 1 1 0 0,-1-1-1 0 0,1 0 0 0 0,-1 1 0 0 0,-1 4 1 0 0,-3 12 304 0 0,2 7 386 0 0,0 46 0 0 0,3-63-604 0 0,0-1-1 0 0,1 1 1 0 0,1 0 0 0 0,-1-1-1 0 0,2 0 1 0 0,-1 1 0 0 0,1-1-1 0 0,6 13 1 0 0,-8-20-102 0 0,1 0-1 0 0,-1 0 1 0 0,1 0 0 0 0,-1 0-1 0 0,1 0 1 0 0,-1 0-1 0 0,1-1 1 0 0,0 1 0 0 0,0 0-1 0 0,0-1 1 0 0,0 1 0 0 0,0-1-1 0 0,0 0 1 0 0,1 0 0 0 0,-1 0-1 0 0,0 0 1 0 0,0 0 0 0 0,4 0-1 0 0,-5-1-56 0 0,0 0 0 0 0,1 0 0 0 0,-1 0 0 0 0,0 0 0 0 0,0-1 0 0 0,0 1 1 0 0,0 0-1 0 0,0-1 0 0 0,0 1 0 0 0,0-1 0 0 0,0 1 0 0 0,0-1 0 0 0,0 1 0 0 0,-1-1 0 0 0,1 0 0 0 0,0 1 0 0 0,0-1 0 0 0,0 0 0 0 0,0-1 0 0 0,12-15 696 0 0,-12 14-689 0 0,1 0 1 0 0,-1 0-1 0 0,0 0 0 0 0,0 0 0 0 0,0 0 0 0 0,-1 0 0 0 0,1 0 0 0 0,-1 0 1 0 0,0 0-1 0 0,0 0 0 0 0,0-1 0 0 0,0 1 0 0 0,0 0 0 0 0,-1 0 0 0 0,1 0 1 0 0,-1 0-1 0 0,0 0 0 0 0,0 0 0 0 0,0 0 0 0 0,0 0 0 0 0,-1 0 1 0 0,1 1-1 0 0,-1-1 0 0 0,0 0 0 0 0,1 1 0 0 0,-1-1 0 0 0,-1 1 0 0 0,-3-4 1 0 0,2 2-66 0 0,0 1 0 0 0,0 0 1 0 0,0 0-1 0 0,0 0 1 0 0,-1 1-1 0 0,1-1 1 0 0,-1 1-1 0 0,0 0 0 0 0,0 0 1 0 0,0 1-1 0 0,0 0 1 0 0,0-1-1 0 0,0 2 1 0 0,0-1-1 0 0,0 0 0 0 0,-9 1 1 0 0,4 3-1312 0 0,1 2-3411 0 0,0 0-1895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11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28 116 2303 0 0,'0'0'12815'0'0,"0"2"-12207"0"0,0 6-417 0 0,0 0 1 0 0,1 0 0 0 0,-1 0-1 0 0,1 0 1 0 0,1-1-1 0 0,-1 1 1 0 0,2 0-1 0 0,-1-1 1 0 0,1 1-1 0 0,0-1 1 0 0,0 0 0 0 0,1 0-1 0 0,0 0 1 0 0,8 12-1 0 0,3 0 103 0 0,-12-14-220 0 0,0-1-1 0 0,0 1 1 0 0,1-1-1 0 0,-1 0 1 0 0,1 0-1 0 0,0 0 1 0 0,1 0-1 0 0,-1-1 1 0 0,0 0-1 0 0,1 1 1 0 0,8 3-1 0 0,-12-7-33 0 0,1 0 0 0 0,0 0 0 0 0,0 0-1 0 0,0 0 1 0 0,0 0 0 0 0,0-1 0 0 0,0 1-1 0 0,-1 0 1 0 0,1-1 0 0 0,0 1 0 0 0,0-1 0 0 0,0 0-1 0 0,-1 0 1 0 0,4-1 0 0 0,-4 1-27 0 0,2-1 40 0 0,1 0 0 0 0,-1-1 0 0 0,1 1 1 0 0,-1-1-1 0 0,0 0 0 0 0,0 0 1 0 0,0 0-1 0 0,-1 0 0 0 0,1-1 1 0 0,-1 1-1 0 0,1-1 0 0 0,-1 0 0 0 0,0 1 1 0 0,-1-1-1 0 0,1 0 0 0 0,1-4 1 0 0,1-9 150 0 0,0 0-1 0 0,3-27 1 0 0,-5 27-65 0 0,0 4 25 0 0,-1 0 1 0 0,0 1 0 0 0,-2-19 0 0 0,0 27-110 0 0,1-1 0 0 0,-1 0 0 0 0,0 0 0 0 0,0 1 0 0 0,0-1 0 0 0,-1 0 0 0 0,0 1 0 0 0,0-1 0 0 0,0 1 0 0 0,0 0 0 0 0,-1 0 0 0 0,-3-5 0 0 0,4 7-24 0 0,-1 0-1 0 0,1 0 1 0 0,-1 0-1 0 0,1 1 1 0 0,-1-1 0 0 0,0 1-1 0 0,1 0 1 0 0,-1 0-1 0 0,0-1 1 0 0,0 2-1 0 0,0-1 1 0 0,0 0-1 0 0,0 1 1 0 0,0-1 0 0 0,0 1-1 0 0,0 0 1 0 0,-6 0-1 0 0,-5 2 6 0 0,-1-1 0 0 0,-19 6 0 0 0,27-5-34 0 0,-1 0-267 0 0,0 1-1 0 0,0-1 1 0 0,0 2 0 0 0,1-1-1 0 0,-1 1 1 0 0,1 0 0 0 0,-11 8-1 0 0,7-2-1519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16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1 201 2759 0 0,'4'-1'207'0'0,"8"-2"1892"0"0,0-1 0 0 0,1 0 1 0 0,-1-1-1 0 0,11-7 0 0 0,28-11 660 0 0,23-1-1639 0 0,1 3 0 0 0,122-18 1 0 0,113-15-1499 0 0,-270 46-380 0 0,-22 6-3750 0 0,-3 1-1487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16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0 240 11975 0 0,'0'0'923'0'0,"3"-1"-602"0"0,22-4 767 0 0,1-2 0 0 0,-1-1 1 0 0,0-1-1 0 0,45-23 0 0 0,26-10 130 0 0,17 3-422 0 0,124-24 1 0 0,-84 33-7575 0 0,-132 26 452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17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32 9671 0 0,'36'-31'6450'0'0,"-37"32"-5604"0"0,-1 8-551 0 0,-2 0 0 0 0,1-1-1 0 0,-1 1 1 0 0,-1-1 0 0 0,1 0 0 0 0,-9 11-1 0 0,-2 3-127 0 0,-41 65 170 0 0,24-40-315 0 0,3 1-1 0 0,-26 56 1 0 0,49-90-9 0 0,0 2-1 0 0,1-1 1 0 0,0 1-1 0 0,1-1 0 0 0,-3 29 1 0 0,7-42 17 0 0,0 1 1 0 0,0 0-1 0 0,1 0 0 0 0,-1-1 1 0 0,1 1-1 0 0,-1 0 1 0 0,1 0-1 0 0,0-1 1 0 0,0 1-1 0 0,0-1 0 0 0,0 1 1 0 0,1-1-1 0 0,-1 1 1 0 0,1-1-1 0 0,-1 0 0 0 0,1 0 1 0 0,0 1-1 0 0,0-1 1 0 0,0-1-1 0 0,0 1 0 0 0,0 0 1 0 0,0 0-1 0 0,0-1 1 0 0,1 1-1 0 0,-1-1 0 0 0,1 0 1 0 0,-1 0-1 0 0,1 1 1 0 0,2-1-1 0 0,8 3 120 0 0,1 0 0 0 0,-1-1-1 0 0,1-1 1 0 0,19 1 0 0 0,-26-2-110 0 0,22 0 127 0 0,0-2-1 0 0,0-1 1 0 0,0-1 0 0 0,-1-1-1 0 0,1-1 1 0 0,33-12 0 0 0,24-10-429 0 0,89-38 0 0 0,-167 61-1407 0 0,0 0-1 0 0,15-10 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17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16759 0 0,'0'2'763'0'0,"-42"226"3490"0"0,-33 244-2480 0 0,72-431-1763 0 0,2 80 0 0 0,2-108-352 0 0,0-1 1 0 0,1 1-1 0 0,0-1 0 0 0,1 0 0 0 0,1 0 0 0 0,0 0 1 0 0,0 0-1 0 0,1-1 0 0 0,1 1 0 0 0,13 19 1 0 0,-16-28-52 0 0,0 1 0 0 0,0-1 1 0 0,1 1-1 0 0,0-1 0 0 0,-1 0 1 0 0,1-1-1 0 0,0 1 0 0 0,0 0 1 0 0,1-1-1 0 0,-1 0 0 0 0,1 0 1 0 0,-1-1-1 0 0,8 3 0 0 0,11-4-1559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18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203 168 1375 0 0,'0'0'66'0'0,"4"-8"266"0"0,2-7 2753 0 0,23-55 4773 0 0,-26 60-6906 0 0,0 0 1 0 0,-1 0 0 0 0,0 0-1 0 0,-1 0 1 0 0,1-14-1 0 0,-12 24-364 0 0,8 1-548 0 0,-1 0 0 0 0,1 0 0 0 0,-1 0 0 0 0,1 0 1 0 0,0 0-1 0 0,-1 0 0 0 0,1 1 0 0 0,0-1 0 0 0,0 1 0 0 0,0 0 0 0 0,0-1 0 0 0,0 1 0 0 0,-2 3 0 0 0,-20 30 165 0 0,16-23-175 0 0,-13 25 2 0 0,2 1 1 0 0,1 1-1 0 0,-14 44 0 0 0,20-52-11 0 0,-9 27 181 0 0,-16 74 1 0 0,30-100-123 0 0,2-1 0 0 0,1 1 1 0 0,2-1-1 0 0,1 40 0 0 0,1-64-56 0 0,1 0 1 0 0,0 1-1 0 0,0-1 0 0 0,1 0 1 0 0,0 0-1 0 0,0 0 0 0 0,0 0 0 0 0,7 11 1 0 0,-8-15-89 0 0,0-1 0 0 0,1 0 1 0 0,-1 0-1 0 0,1 0 0 0 0,0 0 1 0 0,0 0-1 0 0,-1 0 0 0 0,1-1 1 0 0,1 1-1 0 0,-1 0 1 0 0,0-1-1 0 0,0 0 0 0 0,0 1 1 0 0,1-1-1 0 0,-1 0 0 0 0,1 0 1 0 0,-1 0-1 0 0,1-1 0 0 0,-1 1 1 0 0,1-1-1 0 0,-1 1 0 0 0,1-1 1 0 0,0 0-1 0 0,-1 0 0 0 0,1 0 1 0 0,4-1-1 0 0,16-5-4666 0 0,0-6-1532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1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47 5527 0 0,'-1'3'250'0'0,"-31"62"82"0"0,-19 47 3425 0 0,50-109-3533 0 0,-22 69 3731 0 0,20-63-3503 0 0,1 0 1 0 0,1 0-1 0 0,-1 0 0 0 0,2 1 1 0 0,0 17-1 0 0,-1-26-375 0 0,2 1 0 0 0,-1 0 0 0 0,0-1 0 0 0,0 1-1 0 0,0 0 1 0 0,1-1 0 0 0,-1 1 0 0 0,1-1 0 0 0,-1 1 0 0 0,1-1-1 0 0,0 1 1 0 0,0-1 0 0 0,-1 1 0 0 0,1-1 0 0 0,0 0 0 0 0,0 0-1 0 0,0 1 1 0 0,1-1 0 0 0,-1 0 0 0 0,0 0 0 0 0,0 0 0 0 0,1 0-1 0 0,-1 0 1 0 0,0 0 0 0 0,1 0 0 0 0,-1-1 0 0 0,1 1 0 0 0,-1 0-1 0 0,1-1 1 0 0,-1 1 0 0 0,1-1 0 0 0,-1 0 0 0 0,1 0 0 0 0,0 1-1 0 0,-1-1 1 0 0,1 0 0 0 0,0 0 0 0 0,2-1 0 0 0,3 0 62 0 0,0 0-1 0 0,0-1 1 0 0,-1 0 0 0 0,1 0 0 0 0,-1 0-1 0 0,1-1 1 0 0,-1 0 0 0 0,7-4 0 0 0,2-4 19 0 0,0 1 0 0 0,0-2 1 0 0,-1 0-1 0 0,15-17 1 0 0,46-62 245 0 0,-69 84-326 0 0,0-1 0 0 0,-1-1 0 0 0,0 1 0 0 0,-1-1 1 0 0,1 0-1 0 0,-2 0 0 0 0,1 0 0 0 0,-1 0 0 0 0,-1-1 1 0 0,2-10-1 0 0,-3 16-50 0 0,-1-1 0 0 0,0 1 0 0 0,0 0 0 0 0,0-1 0 0 0,0 1 0 0 0,-1 0 1 0 0,0 0-1 0 0,0-1 0 0 0,0 1 0 0 0,0 0 0 0 0,-1 0 0 0 0,1 0 0 0 0,-1 0 0 0 0,0 0 0 0 0,0 1 0 0 0,0-1 0 0 0,-1 0 0 0 0,0 1 1 0 0,1 0-1 0 0,-1-1 0 0 0,0 1 0 0 0,-1 1 0 0 0,1-1 0 0 0,0 0 0 0 0,-5-2 0 0 0,2 2-53 0 0,1 0 0 0 0,-1 1-1 0 0,0 0 1 0 0,0 0 0 0 0,0 1 0 0 0,0-1 0 0 0,0 1-1 0 0,0 0 1 0 0,-1 1 0 0 0,1 0 0 0 0,0 0 0 0 0,0 0-1 0 0,0 1 1 0 0,-1-1 0 0 0,1 2 0 0 0,-9 2-1 0 0,1 0-562 0 0,0 0 0 0 0,0 2 0 0 0,0 0 0 0 0,1 0 0 0 0,-23 16 0 0 0,23-12-815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1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54 455 0 0,'18'-10'1464'0'0,"-14"6"-43"0"0,0 0 0 0 0,-1 1 0 0 0,1-1 0 0 0,0 0 0 0 0,-1-1 0 0 0,0 1 0 0 0,4-8 3211 0 0,-7 12-4576 0 0,0 0 1 0 0,-1-1-1 0 0,1 1 0 0 0,0 0 0 0 0,-1 0 1 0 0,1 0-1 0 0,0-1 0 0 0,0 1 1 0 0,-1 0-1 0 0,1 0 0 0 0,0 0 1 0 0,-1 0-1 0 0,1-1 0 0 0,0 1 1 0 0,-1 0-1 0 0,1 0 0 0 0,0 0 0 0 0,-1 0 1 0 0,1 0-1 0 0,-1 0 0 0 0,1 0 1 0 0,0 0-1 0 0,-1 0 0 0 0,1 0 1 0 0,0 0-1 0 0,-1 0 0 0 0,0 1 1 0 0,-9 0 373 0 0,3 2-363 0 0,1 0 0 0 0,-1 1 0 0 0,1 0 0 0 0,0 0 0 0 0,1 0 0 0 0,-1 1 0 0 0,1-1 0 0 0,0 1 1 0 0,-5 6-1 0 0,-4 3-2 0 0,-19 18-386 0 0,-38 50 1 0 0,59-66 265 0 0,0 0 0 0 0,2 1 0 0 0,0 0 1 0 0,0 1-1 0 0,-11 33 0 0 0,19-45 132 0 0,0 1-1 0 0,0 0 1 0 0,1 0 0 0 0,-1-1-1 0 0,2 1 1 0 0,-1 0 0 0 0,1 0-1 0 0,0 0 1 0 0,0 0-1 0 0,1 0 1 0 0,0 0 0 0 0,0 0-1 0 0,1 0 1 0 0,0 0 0 0 0,0-1-1 0 0,0 1 1 0 0,1-1-1 0 0,0 0 1 0 0,1 1 0 0 0,-1-1-1 0 0,1 0 1 0 0,0-1-1 0 0,0 1 1 0 0,1-1 0 0 0,0 0-1 0 0,0 0 1 0 0,0 0 0 0 0,0-1-1 0 0,10 7 1 0 0,0-4 111 0 0,-1 1 0 0 0,1-2 0 0 0,0 0 0 0 0,1 0 0 0 0,26 5 0 0 0,13 4 297 0 0,-51-14-448 0 0,-1 1 1 0 0,1-1-1 0 0,-1 1 0 0 0,1-1 1 0 0,-1 1-1 0 0,0 0 0 0 0,0 0 1 0 0,5 4-1 0 0,-8-4-17 0 0,1-1-1 0 0,-1 1 1 0 0,0-1 0 0 0,0 0-1 0 0,1 1 1 0 0,-1-1 0 0 0,0 1-1 0 0,-1-1 1 0 0,1 1-1 0 0,0-1 1 0 0,0 0 0 0 0,0 1-1 0 0,-1-1 1 0 0,1 1 0 0 0,-1-1-1 0 0,1 0 1 0 0,-2 2 0 0 0,2-2-6 0 0,-4 7 44 0 0,0-1 0 0 0,0 1 1 0 0,0-1-1 0 0,-1 0 0 0 0,-11 12 0 0 0,-34 30-78 0 0,40-41-14 0 0,-47 41-1657 0 0,15-22-4791 0 0,17-16 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2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60 1375 0 0,'-2'-9'11510'0'0,"4"-10"-5525"0"0,0 13-6010 0 0,-2 4 522 0 0,13-4 592 0 0,-6 1-854 0 0,4 2-5 0 0,-1 1 0 0 0,1-1 0 0 0,0 2 0 0 0,-1-1 0 0 0,16 1 0 0 0,-16 0-125 0 0,-5 1-64 0 0,0 0 0 0 0,0 1 0 0 0,0-1-1 0 0,0 1 1 0 0,-1 0 0 0 0,1 0 0 0 0,0 0 0 0 0,0 1-1 0 0,5 2 1 0 0,1 3 19 0 0,-10-6-60 0 0,0 1 1 0 0,0 0-1 0 0,0 0 0 0 0,0-1 0 0 0,0 1 0 0 0,0 0 1 0 0,-1 0-1 0 0,1 0 0 0 0,0 0 0 0 0,-1 0 0 0 0,0 0 1 0 0,1 0-1 0 0,-1 0 0 0 0,0 0 0 0 0,0 0 0 0 0,0 4 1 0 0,-7 34-230 0 0,6-35 194 0 0,-3 10-79 0 0,0 0-1 0 0,-2 0 1 0 0,1-1 0 0 0,-9 15-1 0 0,-33 50-234 0 0,43-73 342 0 0,1-2 1 0 0,0 1 0 0 0,1 0 0 0 0,-1 0 0 0 0,1 0 0 0 0,0 0 0 0 0,1 1 0 0 0,-1-1 0 0 0,0 8 0 0 0,1-10 5 0 0,1 0 0 0 0,0-1 0 0 0,0 1 1 0 0,0-1-1 0 0,1 1 0 0 0,-1-1 0 0 0,1 1 0 0 0,-1 0 0 0 0,1-1 0 0 0,0 0 0 0 0,0 1 0 0 0,0-1 0 0 0,0 1 1 0 0,0-1-1 0 0,1 0 0 0 0,-1 0 0 0 0,1 0 0 0 0,-1 0 0 0 0,3 2 0 0 0,-3-2 9 0 0,0-1 0 0 0,1 0-1 0 0,-1 0 1 0 0,0 0 0 0 0,1 0-1 0 0,-1 0 1 0 0,1-1 0 0 0,-1 1 0 0 0,1 0-1 0 0,-1-1 1 0 0,3 2 0 0 0,10 3 16 0 0,-9-4-14 0 0,-4 0-9 0 0,1-1-1 0 0,-1 1 1 0 0,0-1-1 0 0,0 1 1 0 0,1-1 0 0 0,-1 1-1 0 0,0 0 1 0 0,0 0-1 0 0,0-1 1 0 0,0 1 0 0 0,0 0-1 0 0,0 0 1 0 0,0 0-1 0 0,0 0 1 0 0,0 0-1 0 0,-1 0 1 0 0,1 0 0 0 0,0 1-1 0 0,0 0 1 0 0,1 1 3 0 0,-1 0 1 0 0,0 0 0 0 0,0 0-1 0 0,0 0 1 0 0,0 0-1 0 0,0 0 1 0 0,0 0 0 0 0,-1 0-1 0 0,1 0 1 0 0,-1 0-1 0 0,0 0 1 0 0,0 0-1 0 0,0 0 1 0 0,-1 0 0 0 0,1 0-1 0 0,-1 0 1 0 0,1 1-1 0 0,-1-1 1 0 0,-1 3 0 0 0,-3 7 21 0 0,-1-1 0 0 0,-12 23 1 0 0,-97 133 42 0 0,105-154-89 0 0,6-8-449 0 0,6-6-1134 0 0,9-11-252 0 0,7-8 103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20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0 919 0 0,'1'1'50'0'0,"1"0"0"0"0,-1 0-1 0 0,0 0 1 0 0,1 0-1 0 0,-1 0 1 0 0,0 0-1 0 0,0 1 1 0 0,0-1-1 0 0,0 0 1 0 0,0 1 0 0 0,0-1-1 0 0,-1 0 1 0 0,1 1-1 0 0,0-1 1 0 0,-1 1-1 0 0,1-1 1 0 0,-1 1-1 0 0,1 0 1 0 0,-1-1 0 0 0,0 1-1 0 0,0 0 1 0 0,0-1-1 0 0,0 1 1 0 0,0-1-1 0 0,0 1 1 0 0,0 0-1 0 0,0-1 1 0 0,-1 1-1 0 0,1-1 1 0 0,0 1 0 0 0,-1 0-1 0 0,-1 1 1 0 0,1 3 1201 0 0,-5 15 2443 0 0,-1-1 0 0 0,-12 28 1 0 0,9-22-2023 0 0,-14 52 1 0 0,20-64-1244 0 0,3-10-273 0 0,0-1 0 0 0,1 1-1 0 0,-1 0 1 0 0,1-1 0 0 0,0 1-1 0 0,0 0 1 0 0,0-1 0 0 0,0 1-1 0 0,1 0 1 0 0,-1 0 0 0 0,1-1-1 0 0,0 1 1 0 0,0-1 0 0 0,3 6-1 0 0,-3-7-93 0 0,0-1-1 0 0,0 1 0 0 0,0-1 1 0 0,0 0-1 0 0,0 1 1 0 0,0-1-1 0 0,0 0 0 0 0,1 0 1 0 0,-1 0-1 0 0,0 0 1 0 0,1 0-1 0 0,-1 0 0 0 0,1 0 1 0 0,-1 0-1 0 0,1-1 1 0 0,-1 1-1 0 0,1-1 0 0 0,-1 1 1 0 0,1-1-1 0 0,0 1 1 0 0,-1-1-1 0 0,1 0 0 0 0,0 0 1 0 0,0 0-1 0 0,-1 0 1 0 0,1 0-1 0 0,0 0 0 0 0,-1 0 1 0 0,1-1-1 0 0,0 1 1 0 0,-1-1-1 0 0,1 1 0 0 0,2-2 1 0 0,5-2 87 0 0,1 0 0 0 0,-1-1-1 0 0,0 0 1 0 0,-1 0 0 0 0,1-1 0 0 0,-1 0 0 0 0,11-11 0 0 0,-1-2 96 0 0,27-35 0 0 0,-41 49-191 0 0,0-1 1 0 0,0 1-1 0 0,-1-1 0 0 0,0 0 0 0 0,0 0 1 0 0,0 0-1 0 0,-1-1 0 0 0,0 1 0 0 0,0 0 0 0 0,2-12 1 0 0,-4 15-35 0 0,0 0 0 0 0,0 1 1 0 0,0-1-1 0 0,-1 0 1 0 0,1 1-1 0 0,0-1 1 0 0,-1 1-1 0 0,0-1 0 0 0,0 1 1 0 0,0-1-1 0 0,0 1 1 0 0,0-1-1 0 0,0 1 1 0 0,0 0-1 0 0,-1-1 0 0 0,1 1 1 0 0,-1 0-1 0 0,0 0 1 0 0,0 0-1 0 0,1 0 1 0 0,-1 1-1 0 0,0-1 0 0 0,-1 0 1 0 0,1 1-1 0 0,0-1 1 0 0,0 1-1 0 0,-1 0 1 0 0,1 0-1 0 0,-4-1 0 0 0,-1-1-61 0 0,-1 1-1 0 0,0 0 0 0 0,0 1 1 0 0,1-1-1 0 0,-1 2 0 0 0,0-1 1 0 0,0 1-1 0 0,0 0 0 0 0,-13 2 1 0 0,-8 3-1299 0 0,-35 10 0 0 0,46-10 440 0 0,-6 1-681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24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0 257 9671 0 0,'0'0'1248'0'0,"5"-8"1402"0"0,-3 4-2229 0 0,1 1 0 0 0,1-1 0 0 0,-1 1 0 0 0,0 0 0 0 0,1 0 0 0 0,0 0 0 0 0,0 1 0 0 0,0-1 0 0 0,6-2 0 0 0,41-16 703 0 0,-47 20-925 0 0,183-56 1989 0 0,-37 12-1751 0 0,134-37-2381 0 0,-266 79-1044 0 0,35-3-1 0 0,-41 5 1078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24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5063 0 0,'0'0'232'0'0,"-1"3"-13"0"0,-1 3 345 0 0,0 0 0 0 0,0 0 1 0 0,0 0-1 0 0,1 1 0 0 0,0-1 0 0 0,0 10 0 0 0,2 42 7323 0 0,1-8-5551 0 0,-22 163-449 0 0,-18-3-1325 0 0,-8 57-2167 0 0,41-217-436 0 0,-1-5-4737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2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43 803 15199 0 0,'2'-1'696'0'0,"60"-28"2255"0"0,81-26 0 0 0,-137 52-2806 0 0,1 1 0 0 0,0 0 0 0 0,0 1 0 0 0,0 0 0 0 0,0 0 1 0 0,0 0-1 0 0,0 1 0 0 0,0 0 0 0 0,10 2 0 0 0,-13-2-126 0 0,-1 1-1 0 0,1 0 1 0 0,-1 0-1 0 0,0 1 0 0 0,1-1 1 0 0,-1 1-1 0 0,0 0 1 0 0,0 0-1 0 0,0 0 0 0 0,0 0 1 0 0,0 0-1 0 0,0 1 1 0 0,-1-1-1 0 0,1 1 0 0 0,-1-1 1 0 0,1 1-1 0 0,-1 0 1 0 0,0 0-1 0 0,3 6 0 0 0,-1 0 28 0 0,-1 1-1 0 0,1-1 0 0 0,-1 0 1 0 0,-1 1-1 0 0,0 0 0 0 0,1 13 1 0 0,0 61 148 0 0,-8 31 98 0 0,-22 122-1 0 0,24-216-267 0 0,-28 168 179 0 0,21-146-152 0 0,-1-1 1 0 0,-22 54-1 0 0,26-79-24 0 0,-1 0 0 0 0,-1 0 0 0 0,0-1 0 0 0,-16 21 0 0 0,22-33-17 0 0,-1 0 0 0 0,1 0 1 0 0,-1 0-1 0 0,0 0 0 0 0,0-1 0 0 0,0 1 0 0 0,0-1 1 0 0,-1 0-1 0 0,1-1 0 0 0,-1 1 0 0 0,0-1 0 0 0,1 1 1 0 0,-1-1-1 0 0,0-1 0 0 0,0 1 0 0 0,-1-1 0 0 0,1 0 1 0 0,0 0-1 0 0,-11 0 0 0 0,12-2-74 0 0,-1 1 0 0 0,1-1 0 0 0,-1 0 0 0 0,1 0 0 0 0,0-1 0 0 0,0 0 1 0 0,0 1-1 0 0,0-1 0 0 0,0-1 0 0 0,0 1 0 0 0,0 0 0 0 0,1-1 0 0 0,-1 0 0 0 0,1 0 0 0 0,0 0 0 0 0,0 0 0 0 0,0-1 0 0 0,0 1 0 0 0,0-1 0 0 0,1 1 0 0 0,-3-6 0 0 0,-3-5-460 0 0,1-1 0 0 0,1 0 0 0 0,0 0 0 0 0,-6-26 0 0 0,-3-23-1313 0 0</inkml:trace>
  <inkml:trace contextRef="#ctx0" brushRef="#br0" timeOffset="1">186 218 15119 0 0,'14'-22'413'0'0,"1"1"0"0"0,1 0 0 0 0,0 1 0 0 0,27-24-1 0 0,-31 33 188 0 0,1 1 0 0 0,0 0 0 0 0,0 1 0 0 0,1 0 0 0 0,0 1-1 0 0,0 0 1 0 0,1 1 0 0 0,16-5 0 0 0,-26 11-333 0 0,-1 0 0 0 0,1-1 0 0 0,0 2 0 0 0,8-2-1 0 0,-11 2 85 0 0,9 8 85 0 0,-9-7-579 0 0,0 1-1 0 0,0-1 1 0 0,0 1-1 0 0,-1 0 1 0 0,1 0-1 0 0,0 0 0 0 0,-1 0 1 0 0,1 0-1 0 0,-1 0 1 0 0,0 0-1 0 0,0 0 1 0 0,0 1-1 0 0,1 2 1 0 0,2 9-1120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29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83 9215 0 0,'2'-2'422'0'0,"1"-11"-60"0"0,-3 12-345 0 0,1-1 0 0 0,-1 1 1 0 0,0-1-1 0 0,0 1 1 0 0,1 0-1 0 0,-1-1 0 0 0,1 1 1 0 0,-1-1-1 0 0,1 1 1 0 0,0 0-1 0 0,1-2 0 0 0,27-40 4954 0 0,-48 36-2911 0 0,13 8-1964 0 0,1-1 0 0 0,-1 1 0 0 0,1 0 0 0 0,-1 0 1 0 0,1 1-1 0 0,-1 0 0 0 0,1 0 0 0 0,0 0 0 0 0,-9 5 0 0 0,-4 4-104 0 0,-20 17 0 0 0,22-15 3 0 0,-91 72-386 0 0,93-73 366 0 0,1 2-1 0 0,0 0 1 0 0,0 1-1 0 0,2 0 0 0 0,-12 18 1 0 0,22-30 45 0 0,-1 1 0 0 0,1-1 0 0 0,0 0 0 0 0,-1 0 0 0 0,1 1 0 0 0,1-1 1 0 0,-1 1-1 0 0,1-1 0 0 0,-1 1 0 0 0,1-1 0 0 0,0 0 0 0 0,0 1 0 0 0,0-1 0 0 0,1 1 0 0 0,-1-1 0 0 0,1 1 0 0 0,0-1 1 0 0,0 1-1 0 0,0-1 0 0 0,0 0 0 0 0,1 0 0 0 0,-1 0 0 0 0,4 6 0 0 0,-1-4 32 0 0,0 1 1 0 0,1-1-1 0 0,-1 0 0 0 0,1 0 0 0 0,0 0 1 0 0,0-1-1 0 0,1 1 0 0 0,-1-1 0 0 0,1-1 1 0 0,0 1-1 0 0,7 2 0 0 0,3 1 63 0 0,1-1-1 0 0,21 4 1 0 0,9 3 17 0 0,-35-9-108 0 0,-2 4 24 0 0,-9-7-42 0 0,0 1 0 0 0,0-1 0 0 0,0 1 0 0 0,0-1 0 0 0,-1 1 0 0 0,1 0 0 0 0,0 0 0 0 0,-1-1 0 0 0,1 1 0 0 0,-1 0 0 0 0,0 0 0 0 0,1-1 0 0 0,-1 1 0 0 0,0 0 0 0 0,0 0 0 0 0,0 0 0 0 0,0-1 0 0 0,-1 1 1 0 0,1 0-1 0 0,0 0 0 0 0,-1 0 0 0 0,1-1 0 0 0,-1 1 0 0 0,-1 2 0 0 0,-2 6 32 0 0,-1-1 0 0 0,0 0 0 0 0,-8 10 0 0 0,1-2 13 0 0,-15 25-410 0 0,-55 61 1 0 0,45-59-2104 0 0,29-34 1163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2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15375 0 0,'0'0'704'0'0,"2"1"-14"0"0,8 7-684 0 0,36 34 794 0 0,-41-37-575 0 0,-1 1-1 0 0,1-1 1 0 0,-1 1 0 0 0,0 0-1 0 0,-1 0 1 0 0,6 13-1 0 0,-4-4 32 0 0,-2 0 0 0 0,0 0 0 0 0,0 1 0 0 0,-1-1-1 0 0,-1 1 1 0 0,-2 24 0 0 0,1 0-2337 0 0,3-1-3531 0 0,-1-27-106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29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16207 0 0,'0'0'1760'0'0,"13"17"-1488"0"0,-2 0 16 0 0,-2-3 8 0 0,2 3 0 0 0,2-2-296 0 0,0 4-128 0 0,-3-3 0 0 0,1 1-4920 0 0,0-2-984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30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14975 0 0,'0'0'687'0'0,"3"2"-16"0"0,2 1-532 0 0,0 1 1 0 0,-1 0 0 0 0,1 0 0 0 0,-1 0 0 0 0,0 1-1 0 0,0-1 1 0 0,0 1 0 0 0,0 0 0 0 0,-1 0-1 0 0,0 1 1 0 0,0-1 0 0 0,-1 1 0 0 0,1-1 0 0 0,-1 1-1 0 0,0 0 1 0 0,-1 0 0 0 0,0 0 0 0 0,2 11 0 0 0,-3-4 333 0 0,-2 25 0 0 0,-1 24-38 0 0,3-62-433 0 0,0 0 1 0 0,0 1 0 0 0,0-1-1 0 0,0 1 1 0 0,1-1-1 0 0,-1 0 1 0 0,0 1-1 0 0,0-1 1 0 0,1 1-1 0 0,-1-1 1 0 0,0 0 0 0 0,1 1-1 0 0,-1-1 1 0 0,0 0-1 0 0,1 0 1 0 0,-1 1-1 0 0,0-1 1 0 0,1 0 0 0 0,-1 0-1 0 0,1 0 1 0 0,-1 1-1 0 0,1-1 1 0 0,-1 0-1 0 0,0 0 1 0 0,1 0-1 0 0,-1 0 1 0 0,1 0 0 0 0,0 0-1 0 0,11 1 20 0 0,-7-1 16 0 0,-1-1 0 0 0,0 0 0 0 0,1 0 0 0 0,-1-1 0 0 0,0 1 0 0 0,0-1 0 0 0,0 0 1 0 0,0 0-1 0 0,5-4 0 0 0,34-27 234 0 0,-28 20-108 0 0,-1 2-5 0 0,41-29 467 0 0,-49 36-524 0 0,0 0 1 0 0,1 0-1 0 0,-1 1 0 0 0,1 0 0 0 0,0 1 0 0 0,14-4 0 0 0,-19 6-67 0 0,0 0-1 0 0,0 0 0 0 0,0 0 1 0 0,0 0-1 0 0,0 0 1 0 0,1 0-1 0 0,-1 1 0 0 0,0-1 1 0 0,0 1-1 0 0,0-1 1 0 0,0 1-1 0 0,0 0 0 0 0,0 0 1 0 0,0 0-1 0 0,-1 0 0 0 0,1 0 1 0 0,0 0-1 0 0,0 1 1 0 0,-1-1-1 0 0,1 1 0 0 0,-1-1 1 0 0,1 1-1 0 0,-1-1 1 0 0,0 1-1 0 0,1 0 0 0 0,-1 0 1 0 0,1 2-1 0 0,3 5 119 0 0,-1 0 0 0 0,0 1-1 0 0,0 0 1 0 0,3 11 0 0 0,35 106 600 0 0,-20-85-813 0 0,-22-41-664 0 0,16-14-4193 0 0,-9 6 2866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31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11231 0 0,'0'0'3712'0'0,"1"-2"-2854"0"0,1-1-706 0 0,0 0 0 0 0,1 0 0 0 0,-1 0 0 0 0,0 1 0 0 0,1-1 0 0 0,0 1 1 0 0,0 0-1 0 0,-1-1 0 0 0,1 1 0 0 0,0 1 0 0 0,1-1 0 0 0,-1 0 0 0 0,0 1 1 0 0,0-1-1 0 0,1 1 0 0 0,6-1 0 0 0,0-1-4 0 0,0 1 1 0 0,0 0-1 0 0,1 1 1 0 0,-1 0-1 0 0,11 1 1 0 0,-4 2-70 0 0,-2 4-58 0 0,-13-4-32 0 0,0-1 1 0 0,-1 1-1 0 0,1-1 0 0 0,0 1 1 0 0,-1 0-1 0 0,1 0 1 0 0,-1 0-1 0 0,0 0 0 0 0,1 0 1 0 0,-1 0-1 0 0,0 0 0 0 0,0 0 1 0 0,-1 0-1 0 0,1 0 1 0 0,0 1-1 0 0,-1-1 0 0 0,1 0 1 0 0,-1 1-1 0 0,0-1 0 0 0,1 0 1 0 0,-1 1-1 0 0,0-1 1 0 0,-1 1-1 0 0,1-1 0 0 0,-1 4 1 0 0,-2 5-110 0 0,0 1 0 0 0,0-1 1 0 0,-10 20-1 0 0,12-27 96 0 0,-10 20-166 0 0,-14 38-31 0 0,23-56 199 0 0,0 1 0 0 0,0-1-1 0 0,1 0 1 0 0,0 1 0 0 0,1-1 0 0 0,0 1-1 0 0,0 12 1 0 0,1-15 24 0 0,0-1 1 0 0,0 1-1 0 0,0-1 1 0 0,1 1-1 0 0,-1-1 0 0 0,1 0 1 0 0,0 0-1 0 0,0 0 1 0 0,0 0-1 0 0,0 0 1 0 0,0 0-1 0 0,1 0 0 0 0,-1-1 1 0 0,1 1-1 0 0,0-1 1 0 0,0 0-1 0 0,0 0 0 0 0,0 0 1 0 0,3 2-1 0 0,8 3 129 0 0,1 0-1 0 0,29 9 1 0 0,-36-13-68 0 0,19 5 59 0 0,-9-3-22 0 0,24 11-1 0 0,-37-14-85 0 0,-1 1 0 0 0,1-1 0 0 0,0 1 0 0 0,-1 1-1 0 0,1-1 1 0 0,-1 0 0 0 0,0 1 0 0 0,0 0 0 0 0,4 5 0 0 0,-6-6-11 0 0,-1-1 1 0 0,0 0-1 0 0,0 0 1 0 0,0 1-1 0 0,0-1 1 0 0,0 0 0 0 0,-1 1-1 0 0,1-1 1 0 0,-1 1-1 0 0,1-1 1 0 0,-1 1-1 0 0,0-1 1 0 0,0 1-1 0 0,0-1 1 0 0,0 1 0 0 0,-1-1-1 0 0,1 0 1 0 0,-1 1-1 0 0,1-1 1 0 0,-2 4-1 0 0,-2 5 16 0 0,-1 0-1 0 0,0-1 0 0 0,-7 12 0 0 0,5-10-5 0 0,-6 7 29 0 0,0 1 0 0 0,-2-2 0 0 0,-21 23 0 0 0,-13 16 16 0 0,42-47-288 0 0,7-10 201 0 0,0 0 0 0 0,0 0 0 0 0,0 0 1 0 0,0 0-1 0 0,1 0 0 0 0,-1 0 0 0 0,0 0 0 0 0,0 0 1 0 0,0 0-1 0 0,0 0 0 0 0,0 0 0 0 0,0 0 1 0 0,0 0-1 0 0,0 0 0 0 0,0 0 0 0 0,0 0 1 0 0,0 0-1 0 0,0 0 0 0 0,0 0 0 0 0,0 0 1 0 0,0 0-1 0 0,0 0 0 0 0,0 0 0 0 0,0 0 1 0 0,0 0-1 0 0,0 0 0 0 0,0 0 0 0 0,0 0 0 0 0,0 0 1 0 0,0 0-1 0 0,0 0 0 0 0,0 0 0 0 0,0 0 1 0 0,0 1-1 0 0,0-1 0 0 0,0 0 0 0 0,0 0 1 0 0,0 0-1 0 0,0 0 0 0 0,0 0 0 0 0,0 0 1 0 0,13-3-1630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3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5063 0 0,'2'-1'232'0'0,"11"-2"-13"0"0,3 3-174 0 0,-14 1-55 0 0,-1-1 0 0 0,1 1-1 0 0,0 0 1 0 0,-1-1 0 0 0,1 1-1 0 0,-1 0 1 0 0,0 0 0 0 0,1 0-1 0 0,-1 0 1 0 0,0 0-1 0 0,1 0 1 0 0,0 2 0 0 0,0-1 354 0 0,-1 0 0 0 0,0 1 0 0 0,0-1 0 0 0,0 0 1 0 0,0 1-1 0 0,0-1 0 0 0,0 0 0 0 0,0 1 0 0 0,-1-1 0 0 0,1 1 0 0 0,-1-1 1 0 0,0 4-1 0 0,0 5 1646 0 0,-1 1 1 0 0,0-1 0 0 0,-4 21-1 0 0,2-18-2144 0 0,1-1 815 0 0,-2 23 0 0 0,4-32-484 0 0,0 0-1 0 0,0-1 0 0 0,1 1 0 0 0,-1 0 1 0 0,1 0-1 0 0,0-1 0 0 0,0 1 1 0 0,0 0-1 0 0,0-1 0 0 0,4 6 1 0 0,-5-8-84 0 0,1 0 0 0 0,0-1 0 0 0,0 1 0 0 0,0 0 0 0 0,0 0 0 0 0,0-1 0 0 0,0 1 0 0 0,0 0 0 0 0,0-1 0 0 0,0 1 0 0 0,0-1 0 0 0,0 0 0 0 0,0 1 0 0 0,0-1 0 0 0,1 0 0 0 0,-1 0 0 0 0,0 1 0 0 0,0-1 0 0 0,0 0 0 0 0,0 0 0 0 0,3-1 0 0 0,22-3 779 0 0,-19 1-777 0 0,1-1 0 0 0,-1 1 0 0 0,0-1 0 0 0,0-1 0 0 0,0 0 0 0 0,0 0 0 0 0,-1 0-1 0 0,0 0 1 0 0,0-1 0 0 0,0 0 0 0 0,-1 0 0 0 0,0-1 0 0 0,0 0 0 0 0,0 0 0 0 0,4-10 0 0 0,-8 16-83 0 0,-1-1 1 0 0,1 0-1 0 0,-1 1 1 0 0,1-1-1 0 0,-1 0 0 0 0,0 1 1 0 0,1-1-1 0 0,-1 0 1 0 0,0 0-1 0 0,0 1 1 0 0,-1-1-1 0 0,1 0 1 0 0,0 1-1 0 0,0-1 1 0 0,-1 0-1 0 0,1 1 0 0 0,-1-1 1 0 0,0-1-1 0 0,-1 0 9 0 0,1 1 0 0 0,-1 0 1 0 0,0-1-1 0 0,1 1 0 0 0,-1 0 0 0 0,0 0 0 0 0,0 1 0 0 0,0-1 0 0 0,-1 0 0 0 0,-2-1 0 0 0,-7-3 26 0 0,1 0 0 0 0,-1 1 0 0 0,0 1 0 0 0,-12-3 0 0 0,12 3-66 0 0,-27-10 74 0 0,25 9-898 0 0,1 0-1 0 0,-29-6 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39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64 4143 0 0,'2'-2'319'0'0,"1"-2"-219"0"0,-1 0-1 0 0,1 0 1 0 0,-1 0 0 0 0,0 0-1 0 0,0 0 1 0 0,2-6-1 0 0,-3 6 587 0 0,1 1 0 0 0,-1-1 0 0 0,-1 1-1 0 0,1-1 1 0 0,0-5 6055 0 0,-2 11-5920 0 0,-70 315 2467 0 0,62-279-3241 0 0,-18 76 495 0 0,-17 146 0 0 0,43-248-434 0 0,0 0 0 0 0,1 0 1 0 0,1-1-1 0 0,-1 1 1 0 0,2 0-1 0 0,0 0 1 0 0,6 21-1 0 0,-6-28-72 0 0,0 0 1 0 0,0 0-1 0 0,1 0 0 0 0,0 0 1 0 0,0-1-1 0 0,0 1 1 0 0,0-1-1 0 0,1 1 0 0 0,-1-1 1 0 0,1 0-1 0 0,0 0 1 0 0,1-1-1 0 0,-1 0 0 0 0,0 1 1 0 0,1-1-1 0 0,0-1 0 0 0,0 1 1 0 0,9 3-1 0 0,-1-1 9 0 0,1-2 1 0 0,0 1-1 0 0,0-2 0 0 0,23 2 0 0 0,58-3 169 0 0,-2-1-54 0 0,-78 1-149 0 0,-4-1 11 0 0,1 1 1 0 0,21 4 0 0 0,-31-4-19 0 0,1-1-1 0 0,-1 1 1 0 0,0 0 0 0 0,0-1-1 0 0,0 1 1 0 0,1 0-1 0 0,-1 0 1 0 0,0 1 0 0 0,-1-1-1 0 0,1 0 1 0 0,0 1-1 0 0,0-1 1 0 0,0 1 0 0 0,-1-1-1 0 0,1 1 1 0 0,-1 0-1 0 0,1 0 1 0 0,-1-1 0 0 0,0 1-1 0 0,2 4 1 0 0,-3-4-1 0 0,1 0 1 0 0,-1 0-1 0 0,0 0 1 0 0,0 0-1 0 0,0 0 1 0 0,0 0-1 0 0,0 0 1 0 0,0 0-1 0 0,-1 0 1 0 0,1 0-1 0 0,-1 0 1 0 0,1 0-1 0 0,-1 0 1 0 0,0 0-1 0 0,0 0 1 0 0,-1 1-1 0 0,-20 32-19 0 0,17-27 11 0 0,-20 24-388 0 0,-52 51 0 0 0,36-41-214 0 0,24-23 10 0 0,-47 46-1181 0 0,53-56-331 0 0,1 0 1 0 0,-16 9-1 0 0,6-8-3438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39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12895 0 0,'3'-6'266'0'0,"0"1"0"0"0,0 0 1 0 0,0-1-1 0 0,1 1 0 0 0,0 0 0 0 0,0 1 0 0 0,7-7 0 0 0,36-29 2750 0 0,-36 32-2014 0 0,5-4-346 0 0,0 1 0 0 0,24-13 0 0 0,-31 20-686 0 0,0 0 1 0 0,1 0-1 0 0,-1 1 0 0 0,1 0 0 0 0,-1 0 1 0 0,17-1-1 0 0,67-4-3590 0 0,-65 6 1997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40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622 49 455 0 0,'5'-5'-9'0'0,"-1"-1"-1"0"0,0 1 0 0 0,5-9 1 0 0,3-5 12699 0 0,-13 22-11127 0 0,-11 28-585 0 0,-2-2 1 0 0,-20 34-1 0 0,0 0-616 0 0,-128 214 208 0 0,-27-17-261 0 0,147-206-114 0 0,0-1 416 0 0,-61 100 0 0 0,102-151-584 0 0,-3 5 101 0 0,0 1 0 0 0,1-1 0 0 0,-6 15 0 0 0,9-20-102 0 0,-1-1 0 0 0,1 1-1 0 0,0-1 1 0 0,-1 1-1 0 0,1 0 1 0 0,0-1 0 0 0,0 1-1 0 0,0-1 1 0 0,0 1-1 0 0,0-1 1 0 0,1 1 0 0 0,-1 0-1 0 0,0-1 1 0 0,1 1-1 0 0,-1-1 1 0 0,1 1 0 0 0,-1-1-1 0 0,1 0 1 0 0,0 1-1 0 0,0-1 1 0 0,0 0 0 0 0,0 1-1 0 0,0-1 1 0 0,0 0-1 0 0,0 0 1 0 0,0 0 0 0 0,1 2-1 0 0,6 1 52 0 0,0 1-1 0 0,0-1 0 0 0,0-1 1 0 0,1 1-1 0 0,-1-1 1 0 0,1-1-1 0 0,0 0 0 0 0,0 0 1 0 0,9 1-1 0 0,10-1 174 0 0,44-1 0 0 0,-14-4 33 0 0,0-3 1 0 0,-1-2-1 0 0,0-3 0 0 0,62-20 0 0 0,-113 30-259 0 0,34-11 259 0 0,57-25-1 0 0,-76 28-268 0 0,-19 9-377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46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8287 0 0,'0'0'5088'0'0,"3"0"-3689"0"0,33-3 254 0 0,0 0 1 0 0,45-12-1 0 0,-53 9-1269 0 0,-3 2-72 0 0,0-2 0 0 0,0-1 0 0 0,39-17 0 0 0,-63 23-493 0 0,1 1 1 0 0,-1-1-1 0 0,0 0 0 0 0,0 1 1 0 0,0-1-1 0 0,0 0 1 0 0,0 0-1 0 0,0 0 0 0 0,0 0 1 0 0,2-1-1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4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8751 0 0,'1'-1'674'0'0,"4"-16"5906"0"0,-5 19-5939 0 0,9 174 1986 0 0,-11 35-1914 0 0,1 117-500 0 0,3-275-618 0 0,10 62 0 0 0,-11-109-191 0 0,0-1 0 0 0,0 0 1 0 0,1 0-1 0 0,0 1 0 0 0,0-1 1 0 0,3 7-1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47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13359 0 0,'0'0'1027'0'0,"-1"2"-670"0"0,-26 170 4829 0 0,3-17-3546 0 0,-3 57-483 0 0,22-166-1084 0 0,-4 46-352 0 0,2 109-1 0 0,7-189-23 0 0,0 0-347 0 0,0 1 0 0 0,1-1-1 0 0,1 0 1 0 0,4 18 0 0 0,-1-18-1357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47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13559 0 0,'0'0'622'0'0,"0"2"-13"0"0,0 19-364 0 0,1 0 1 0 0,5 23-1 0 0,-5-37-73 0 0,0 0 1 0 0,1 0-1 0 0,0 0 1 0 0,0-1-1 0 0,1 1 1 0 0,0-1-1 0 0,0 0 1 0 0,0 0-1 0 0,1 0 1 0 0,6 9-1 0 0,-7-13-102 0 0,-1 0 1 0 0,1 0-1 0 0,-1-1 0 0 0,1 1 0 0 0,-1 0 0 0 0,1-1 1 0 0,0 0-1 0 0,0 0 0 0 0,0 0 0 0 0,0 0 0 0 0,0 0 1 0 0,0-1-1 0 0,0 1 0 0 0,0-1 0 0 0,0 0 0 0 0,0 0 1 0 0,0 0-1 0 0,0 0 0 0 0,0 0 0 0 0,0-1 0 0 0,0 1 1 0 0,6-3-1 0 0,-1 1 71 0 0,0-1 0 0 0,-1 0 0 0 0,1 0 0 0 0,-1-1 1 0 0,1 1-1 0 0,-1-2 0 0 0,9-6 0 0 0,-5 2 130 0 0,0-1 0 0 0,-1-1 0 0 0,0 1 0 0 0,9-15 0 0 0,-14 18-113 0 0,0-1 1 0 0,0 0-1 0 0,-1 0 1 0 0,0 0-1 0 0,0-1 1 0 0,-1 1-1 0 0,4-16 1 0 0,-7 20-117 0 0,1-1 0 0 0,-1 1 0 0 0,1 0 1 0 0,-1-1-1 0 0,-1 1 0 0 0,1 0 0 0 0,0-1 0 0 0,-1 1 0 0 0,0 0 1 0 0,0 0-1 0 0,0-1 0 0 0,-1 1 0 0 0,0 0 0 0 0,-1-4 0 0 0,-1 3-3 0 0,1 0 0 0 0,-1-1-1 0 0,0 2 1 0 0,0-1 0 0 0,0 0-1 0 0,-1 1 1 0 0,0 0 0 0 0,-9-7-1 0 0,2 4-126 0 0,0 0 0 0 0,0 1-1 0 0,0 0 1 0 0,-1 1 0 0 0,1 1-1 0 0,-1 0 1 0 0,0 1 0 0 0,-19-3-1 0 0,19 5-777 0 0,0 0 1 0 0,-16 1-1 0 0,15 2-393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48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68 105 14367 0 0,'0'0'662'0'0,"0"2"-18"0"0,-6 25-98 0 0,-1-1 0 0 0,-12 32 1 0 0,8-26 4299 0 0,13-33-4793 0 0,0 0 0 0 0,0 0 0 0 0,0 0 0 0 0,0 0 0 0 0,-1 0 0 0 0,1 0 0 0 0,0 0-1 0 0,-1 0 1 0 0,1-1 0 0 0,-1 1 0 0 0,1-1 0 0 0,-1 1 0 0 0,0-1 0 0 0,0 1 0 0 0,2-4 0 0 0,0 1 18 0 0,6-9 19 0 0,0 0-1 0 0,8-18 1 0 0,-6 11-4 0 0,-9 16-64 0 0,0 1 0 0 0,-1-1 0 0 0,0 1 0 0 0,1-1 0 0 0,-1 1 0 0 0,0-1 0 0 0,-1 0 0 0 0,1 0 0 0 0,-1 1 0 0 0,0-1-1 0 0,0 0 1 0 0,0 0 0 0 0,0 1 0 0 0,0-1 0 0 0,-1 0 0 0 0,0 0 0 0 0,0 1 0 0 0,0-1 0 0 0,0 1 0 0 0,0-1 0 0 0,-1 1 0 0 0,0-1 0 0 0,1 1 0 0 0,-1 0 0 0 0,-5-6 0 0 0,4 5-139 0 0,-1 0 0 0 0,1 0 0 0 0,-1 1 0 0 0,0-1 0 0 0,0 1 0 0 0,0 0 0 0 0,-1 0 0 0 0,1 0 0 0 0,-1 1 0 0 0,1 0 0 0 0,-1-1 0 0 0,0 2 0 0 0,0-1 0 0 0,0 1 0 0 0,0-1 0 0 0,0 1 0 0 0,0 1 0 0 0,-7-1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48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6911 0 0,'0'0'623'0'0,"1"2"-514"0"0,0-1 179 0 0,0 1 0 0 0,0-1 0 0 0,1 0-1 0 0,-1 1 1 0 0,0-1 0 0 0,1 0-1 0 0,-1 0 1 0 0,1 0 0 0 0,-1 0 0 0 0,1 0-1 0 0,0 0 1 0 0,-1-1 0 0 0,1 1 0 0 0,0 0-1 0 0,0-1 1 0 0,-1 0 0 0 0,1 1-1 0 0,0-1 1 0 0,0 0 0 0 0,0 0 0 0 0,0 0-1 0 0,2 0 1 0 0,7-1 1459 0 0,0 0 0 0 0,18-5-1 0 0,-10 2-1778 0 0,146-35 2080 0 0,-6 1-2984 0 0,-135 35-399 0 0,-3 2-376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4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15983 0 0,'0'0'1728'0'0,"13"8"-1728"0"0,4-3 0 0 0,3-1 0 0 0,3-4 544 0 0,3-2 80 0 0,2-2 16 0 0,3-1 0 0 0,3-3-192 0 0,1 1-40 0 0,0 1-8 0 0,4-3 0 0 0,2-2-1136 0 0,0-2-224 0 0,-2 0-40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49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15807 0 0,'0'0'1432'0'0,"0"0"-1421"0"0,-1 0 0 0 0,1 0-1 0 0,0 0 1 0 0,0 0 0 0 0,-1 0 0 0 0,1 0 0 0 0,0 0-1 0 0,-1 0 1 0 0,1 0 0 0 0,0 0 0 0 0,0 0-1 0 0,-1 0 1 0 0,1 0 0 0 0,0 0 0 0 0,0 0-1 0 0,-1 1 1 0 0,1-1 0 0 0,0 0 0 0 0,0 0-1 0 0,0 0 1 0 0,-1 0 0 0 0,1 1 0 0 0,0-1-1 0 0,0 0 1 0 0,0 0 0 0 0,-1 0 0 0 0,1 1-1 0 0,0-1 1 0 0,0 0 0 0 0,0 1 0 0 0,-4 5 146 0 0,0 1 1 0 0,1-1-1 0 0,0 1 1 0 0,-4 13-1 0 0,1-5 34 0 0,-18 49 204 0 0,-26 110 0 0 0,46-153-395 0 0,0 0-1 0 0,2 0 0 0 0,0 1 1 0 0,1-1-1 0 0,2 0 1 0 0,0 1-1 0 0,1-1 0 0 0,1 0 1 0 0,9 34-1 0 0,-9-46 8 0 0,1 1-1 0 0,0-1 1 0 0,0 0 0 0 0,1-1-1 0 0,0 1 1 0 0,0-1-1 0 0,1 0 1 0 0,0 0 0 0 0,0-1-1 0 0,12 11 1 0 0,-8-10 40 0 0,1 0 0 0 0,0 0 0 0 0,0-1-1 0 0,1-1 1 0 0,0 1 0 0 0,0-2 0 0 0,15 5 0 0 0,-15-6 8 0 0,-1 0 0 0 0,0 1 0 0 0,0 0 0 0 0,0 0-1 0 0,0 2 1 0 0,9 6 0 0 0,-11-3 15 0 0,-8-8-62 0 0,-1 0 0 0 0,1 0 1 0 0,-1 0-1 0 0,0 1 1 0 0,1-1-1 0 0,-1 0 1 0 0,0 0-1 0 0,0 0 1 0 0,-1 1-1 0 0,1-1 1 0 0,0 0-1 0 0,-1 0 0 0 0,1 0 1 0 0,-1 0-1 0 0,0 1 1 0 0,0-1-1 0 0,1 0 1 0 0,-1 0-1 0 0,-1-1 1 0 0,1 1-1 0 0,-3 4 1 0 0,-2 2 9 0 0,-1 1 1 0 0,0-1 0 0 0,-9 7 0 0 0,8-7-479 0 0,0-1 1 0 0,-1 1 0 0 0,0-2-1 0 0,-1 0 1 0 0,1 0-1 0 0,-19 8 1 0 0,6-7-5872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0 307 12439 0 0,'13'-15'1104'0'0,"-4"6"-880"0"0,4-8-224 0 0,6 1 0 0 0,7-3 1072 0 0,2-1 176 0 0,1-4 32 0 0,1-1 0 0 0,6 1-472 0 0,-1 0-96 0 0,-2 6-16 0 0,1-3-8 0 0,-3 3-688 0 0,3-1-248 0 0,-3 0 8 0 0,-1 1-8208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0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71 6447 0 0,'58'-70'8046'0'0,"-58"72"-6980"0"0,-8 37 288 0 0,-2-1-1 0 0,-15 41 0 0 0,5-16-829 0 0,11-35-328 0 0,-49 172 754 0 0,16 4-256 0 0,39-184-619 0 0,1 0-1 0 0,1 29 0 0 0,2-41-146 0 0,-1 0-1 0 0,1-1 0 0 0,1 1 0 0 0,-1-1 1 0 0,1 0-1 0 0,1 1 0 0 0,-1-1 1 0 0,1 0-1 0 0,6 11 0 0 0,-7-16-61 0 0,-1 0-1 0 0,1 0 0 0 0,-1 0 1 0 0,1 0-1 0 0,0 0 1 0 0,0 0-1 0 0,0-1 1 0 0,0 1-1 0 0,0-1 0 0 0,0 1 1 0 0,0-1-1 0 0,0 0 1 0 0,0 0-1 0 0,1 0 0 0 0,2 1 1 0 0,15 1-1897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12 130 11023 0 0,'-4'16'810'0'0,"-2"19"-488"0"0,4-12 4280 0 0,12-29-2880 0 0,-5 1-1380 0 0,0 0 1 0 0,0 0-1 0 0,0-1 0 0 0,-1 1 0 0 0,0-1 0 0 0,5-9 1 0 0,18-40 616 0 0,-25 50-916 0 0,2-5 104 0 0,0 1 0 0 0,4-15 0 0 0,-8 22-113 0 0,1 0 0 0 0,-1 0-1 0 0,1 0 1 0 0,-1 1 0 0 0,0-1 0 0 0,0 0 0 0 0,0 0 0 0 0,0 0 0 0 0,0 0 0 0 0,0 0 0 0 0,0 0 0 0 0,-1 0 0 0 0,1 0-1 0 0,-1 0 1 0 0,1 1 0 0 0,-1-1 0 0 0,0 0 0 0 0,0 0 0 0 0,0 1 0 0 0,-1-4 0 0 0,1 5-25 0 0,0-1 0 0 0,1 1 1 0 0,-1-1-1 0 0,0 1 0 0 0,1-1 1 0 0,-1 1-1 0 0,0-1 0 0 0,0 1 1 0 0,1 0-1 0 0,-1 0 0 0 0,0-1 1 0 0,0 1-1 0 0,0 0 0 0 0,1 0 1 0 0,-1 0-1 0 0,0 0 0 0 0,0 0 1 0 0,0 0-1 0 0,0 0 0 0 0,-1 0 1 0 0,0 1-19 0 0,0-1 1 0 0,0 1-1 0 0,-1 0 1 0 0,1 0-1 0 0,0 0 1 0 0,0 0-1 0 0,-3 2 1 0 0,-1 2-192 0 0,-1 1 1 0 0,1-1 0 0 0,-6 8-1 0 0,8-9-447 0 0,-9 9-3517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1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0 3679 0 0,'2'1'284'0'0,"1"1"-64"0"0,0 0-1 0 0,-1 0 0 0 0,1 0 0 0 0,-1 0 0 0 0,0 0 1 0 0,0 0-1 0 0,0 1 0 0 0,0-1 0 0 0,0 1 1 0 0,0 0-1 0 0,0-1 0 0 0,-1 1 0 0 0,0 0 0 0 0,1 0 1 0 0,-1 0-1 0 0,0 0 0 0 0,1 6 0 0 0,0 4 1493 0 0,-1 0 0 0 0,0 0 0 0 0,-1 16 0 0 0,0 11-1064 0 0,2-26-171 0 0,0 0 1 0 0,1 0-1 0 0,0 0 1 0 0,1 0-1 0 0,1 0 1 0 0,0-1-1 0 0,1 0 1 0 0,0 0-1 0 0,1 0 1 0 0,0-1-1 0 0,1 0 1 0 0,1 0-1 0 0,15 16 1 0 0,-19-23-353 0 0,-1 0 0 0 0,0 0 0 0 0,-1 0 0 0 0,1 0-1 0 0,-1 1 1 0 0,0-1 0 0 0,0 1 0 0 0,-1 0 0 0 0,0 0 0 0 0,2 7 0 0 0,-3-9-76 0 0,0 1 1 0 0,-1-1-1 0 0,1 0 1 0 0,-1 0-1 0 0,0 0 0 0 0,-1 0 1 0 0,1 1-1 0 0,-1-1 0 0 0,0 0 1 0 0,0 0-1 0 0,0 0 0 0 0,0 0 1 0 0,-1 0-1 0 0,1 0 0 0 0,-1-1 1 0 0,-4 7-1 0 0,-6 7 90 0 0,-1 1 0 0 0,-1-2 1 0 0,-1 0-1 0 0,-18 16 0 0 0,-72 51-742 0 0,44-37-1226 0 0,20-13-3755 0 0,0-3-1728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1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8263 0 0,'0'0'1730'0'0,"-2"1"-792"0"0,-8 3-124 0 0,-1 1-1 0 0,1 0 1 0 0,0 1-1 0 0,0 0 1 0 0,0 0-1 0 0,1 1 1 0 0,-14 14-1 0 0,-12 15 300 0 0,-41 38 909 0 0,71-69-1913 0 0,0 0 0 0 0,0 0 1 0 0,-7 10-1 0 0,12-14-113 0 0,-1 0-72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2759 0 0,'0'0'126'0'0,"1"2"-5"0"0,3 4 571 0 0,0-1 0 0 0,-1 1 0 0 0,0 1 0 0 0,0-1-1 0 0,0 0 1 0 0,-1 1 0 0 0,0-1 0 0 0,-1 1 0 0 0,1 0 0 0 0,-1-1 0 0 0,0 12-1 0 0,1 12 1055 0 0,-5 38-1 0 0,3-63-1811 0 0,-32 243 2342 0 0,-21-3-1142 0 0,37-179-906 0 0,5-28-99 0 0,2 1 0 0 0,2 0 0 0 0,-4 65 0 0 0,11-102-563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5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13823 0 0,'0'0'1519'0'0,"0"2"-1028"0"0,3 28 651 0 0,-1 1 1 0 0,-1 0-1 0 0,-8 60 1 0 0,-25 93 192 0 0,2-12-1265 0 0,27-151-440 0 0,1 31 0 0 0,2-45-56 0 0,1 0-1 0 0,0 0 1 0 0,0 0-1 0 0,0 0 1 0 0,1 0-1 0 0,0 0 1 0 0,0-1-1 0 0,4 9 1 0 0,3-1-1453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5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6911 0 0,'1'2'528'0'0,"4"54"1740"0"0,-1-10 1890 0 0,-3-34-3146 0 0,2 7 125 0 0,0-1 0 0 0,8 28 0 0 0,-10-42-1000 0 0,1-1 0 0 0,-1 1 0 0 0,1 0-1 0 0,-1 0 1 0 0,1-1 0 0 0,0 1 0 0 0,1-1 0 0 0,-1 1 0 0 0,1-1-1 0 0,-1 0 1 0 0,1 0 0 0 0,0 0 0 0 0,0 0 0 0 0,0-1 0 0 0,0 1-1 0 0,1-1 1 0 0,5 3 0 0 0,-5-3-38 0 0,0-1 0 0 0,0-1-1 0 0,0 1 1 0 0,0 0 0 0 0,0-1-1 0 0,0 0 1 0 0,0 0 0 0 0,0 0 0 0 0,0 0-1 0 0,0-1 1 0 0,0 0 0 0 0,0 0 0 0 0,0 0-1 0 0,0 0 1 0 0,6-3 0 0 0,3-2 84 0 0,0-1 1 0 0,0 0-1 0 0,11-9 0 0 0,-6 3-54 0 0,-1-1-1 0 0,0 0 0 0 0,20-23 0 0 0,-28 26-49 0 0,0 0 0 0 0,0-1 0 0 0,-1 0 0 0 0,0-1 0 0 0,-1 1 0 0 0,6-17 0 0 0,-12 26-44 0 0,0 0-1 0 0,1-1 1 0 0,-2 0 0 0 0,1 1 0 0 0,0-1-1 0 0,-1 1 1 0 0,0-1 0 0 0,1 0 0 0 0,-1 1 0 0 0,-1-1-1 0 0,1 0 1 0 0,-1 1 0 0 0,1-1 0 0 0,-1 1-1 0 0,0-1 1 0 0,0 1 0 0 0,-2-4 0 0 0,1 2 5 0 0,-1 1 0 0 0,1 0 0 0 0,-1 0 0 0 0,0 0 0 0 0,-1 1-1 0 0,1-1 1 0 0,-1 1 0 0 0,1-1 0 0 0,-1 1 0 0 0,0 0 0 0 0,-7-3 0 0 0,4 1-97 0 0,-1 1 0 0 0,0 1 0 0 0,0 0 0 0 0,0 0-1 0 0,0 0 1 0 0,-1 1 0 0 0,1 1 0 0 0,-1-1 0 0 0,1 1 0 0 0,-1 1-1 0 0,1-1 1 0 0,-1 1 0 0 0,0 1 0 0 0,-10 1 0 0 0,11 1-782 0 0,-1-1 0 0 0,1 1 1 0 0,-15 8-1 0 0,1 1-6881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0 475 13823 0 0,'0'0'1247'0'0,"2"-2"-1023"0"0,7-7 172 0 0,0 1 0 0 0,0 1 0 0 0,1-1 0 0 0,-1 2 0 0 0,20-11 0 0 0,21-5 1813 0 0,77-24 1 0 0,56-3-1209 0 0,-160 43-876 0 0,36-8-326 0 0,115-13-1 0 0,-74 25-8056 0 0,-79 4 1975 0 0</inkml:trace>
  <inkml:trace contextRef="#ctx0" brushRef="#br0" timeOffset="1">621 1 16871 0 0,'-1'3'771'0'0,"-6"21"-379"0"0,2 2 0 0 0,-3 43-1 0 0,4-30 241 0 0,-95 529 4046 0 0,61-382-4423 0 0,36-173-370 0 0,-21 125-260 0 0,20-116-236 0 0,2 0-1 0 0,1 0 1 0 0,0 1 0 0 0,5 26-1 0 0,2-12-1856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6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10591 0 0,'2'-2'28'0'0,"7"-7"133"0"0,1 0-1 0 0,0 1 1 0 0,1 1 0 0 0,0 0-1 0 0,0 0 1 0 0,13-5-1 0 0,14-2 1907 0 0,1 2-1 0 0,0 2 0 0 0,69-8 1 0 0,-98 17-1850 0 0,-1 0 0 0 0,1 1 0 0 0,0 1 0 0 0,-1 0 0 0 0,1 0 0 0 0,-1 1 0 0 0,1 0 0 0 0,-1 0 0 0 0,0 1 0 0 0,0 1 0 0 0,0-1 0 0 0,0 1 0 0 0,-1 1 0 0 0,11 6 0 0 0,-9-3-126 0 0,0 0-1 0 0,-1 0 0 0 0,0 1 1 0 0,0 0-1 0 0,-1 1 0 0 0,0 0 1 0 0,-1 0-1 0 0,0 1 0 0 0,0-1 0 0 0,6 18 1 0 0,-3-4-63 0 0,-1 1-1 0 0,-1 1 1 0 0,-2-1 0 0 0,0 1 0 0 0,-2 0 0 0 0,0 1 0 0 0,-2-1-1 0 0,-1 0 1 0 0,-3 32 0 0 0,-3-9-9 0 0,-2 1 0 0 0,-2-2 0 0 0,-30 94 0 0 0,32-121 10 0 0,-19 38-1 0 0,22-52-92 0 0,0 0-1 0 0,0-1 1 0 0,-1 1-1 0 0,1-1 1 0 0,-1 0-1 0 0,-1 0 1 0 0,1-1-1 0 0,-12 9 0 0 0,15-13-49 0 0,0 0-1 0 0,1 0 0 0 0,-1 0 1 0 0,0 0-1 0 0,0 0 0 0 0,0 0 0 0 0,0-1 1 0 0,0 1-1 0 0,0-1 0 0 0,0 1 0 0 0,0-1 1 0 0,-1 0-1 0 0,-2 0 0 0 0,2 0-633 0 0,1-1 1 0 0,0 1-1 0 0,-1-1 0 0 0,1 1 1 0 0,0-1-1 0 0,0 0 0 0 0,-3-1 1 0 0,-10-9-6363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7831 0 0,'20'-15'344'0'0,"-12"7"72"0"0,-1 1-328 0 0,10-2-88 0 0,1 1 0 0 0,-5 6 0 0 0,2 0 3000 0 0,-2 2 584 0 0,0 2 112 0 0,-2 2 24 0 0,-1 3-2728 0 0,-1 3-544 0 0,-2 1-104 0 0,3 2-6824 0 0,-5 4-1360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235 140 6911 0 0,'7'-18'269'0'0,"11"-21"-1"0"0,-10 22 930 0 0,9-22-1 0 0,-17 39-972 0 0,0-1-1 0 0,1 0 0 0 0,-1 0 1 0 0,0 0-1 0 0,1 0 0 0 0,-1 0 0 0 0,0 0 1 0 0,0 0-1 0 0,0 0 0 0 0,0 0 1 0 0,0 0-1 0 0,0 0 0 0 0,0 1 1 0 0,0-1-1 0 0,0 0 0 0 0,0 0 1 0 0,-1 0-1 0 0,1 0 0 0 0,0 0 0 0 0,-1 0 1 0 0,1 0-1 0 0,-1-1 0 0 0,0 2-54 0 0,1-1 0 0 0,-1 1 0 0 0,0-1 0 0 0,0 1 0 0 0,0 0 0 0 0,1-1 0 0 0,-1 1 0 0 0,0 0 0 0 0,0 0 0 0 0,0-1 0 0 0,0 1 1 0 0,1 0-1 0 0,-1 0 0 0 0,0 0 0 0 0,0 0 0 0 0,0 0 0 0 0,0 0 0 0 0,0 0 0 0 0,0 1 0 0 0,-5 0 115 0 0,0 0 0 0 0,1 1 0 0 0,-1 0 0 0 0,1 0 0 0 0,0 0 0 0 0,-6 4 0 0 0,-1 2-186 0 0,0 1 0 0 0,1-1 0 0 0,0 2 0 0 0,1-1 0 0 0,0 2 1 0 0,1-1-1 0 0,0 1 0 0 0,0 1 0 0 0,1-1 0 0 0,1 2 0 0 0,0-1 0 0 0,0 1 0 0 0,-6 18 1 0 0,9-19-8 0 0,0 1 0 0 0,1-1 0 0 0,0 1 0 0 0,1 0 0 0 0,1-1 0 0 0,0 1 0 0 0,0 0 0 0 0,1 0 0 0 0,1 0 1 0 0,0 0-1 0 0,1 0 0 0 0,0 0 0 0 0,1-1 0 0 0,9 24 0 0 0,-4-19 99 0 0,0-1-1 0 0,2-1 0 0 0,14 20 1 0 0,-11-16 117 0 0,13 22 1 0 0,-24-36-294 0 0,0 0 1 0 0,0 0-1 0 0,0 0 1 0 0,-1 0-1 0 0,0 0 1 0 0,0 0 0 0 0,0 0-1 0 0,0 1 1 0 0,-1-1-1 0 0,0 0 1 0 0,0 0-1 0 0,-1 1 1 0 0,1-1-1 0 0,-1 0 1 0 0,0 0-1 0 0,0 0 1 0 0,-1 1-1 0 0,0-1 1 0 0,-2 6 0 0 0,-6 7 57 0 0,0 0 1 0 0,0-1-1 0 0,-23 27 1 0 0,23-31-66 0 0,-5 7-52 0 0,0 1-1171 0 0,-1-1 0 0 0,-29 28 0 0 0,30-36-6624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7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0 673 7831 0 0,'1'2'603'0'0,"20"54"1495"0"0,6 17 7011 0 0,-24-62-8458 0 0,0 0 0 0 0,1 20 0 0 0,-3 32 738 0 0,-1-40-1377 0 0,0 1 1 0 0,5 26-1 0 0,3-28-1478 0 0,-2-10-4625 0 0</inkml:trace>
  <inkml:trace contextRef="#ctx0" brushRef="#br0" timeOffset="1">2 1 17967 0 0,'0'0'1760'0'0,"0"13"-1568"0"0,0 3-192 0 0,0 7 0 0 0,0 3 0 0 0,0 4 64 0 0,2 1-64 0 0,0 1 64 0 0,-1 1-5408 0 0,1 4-1072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7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16583 0 0,'3'14'612'0'0,"2"0"0"0"0,11 25 0 0 0,-5-13 3883 0 0,-9-26-3681 0 0,0 0-677 0 0,1-1-1 0 0,-1 1 1 0 0,1-1-1 0 0,-1 0 0 0 0,1 0 1 0 0,-1 0-1 0 0,0 0 1 0 0,1 0-1 0 0,-1 0 1 0 0,0-1-1 0 0,0 1 0 0 0,0-1 1 0 0,0 0-1 0 0,0 1 1 0 0,3-5-1 0 0,5-6 66 0 0,13-18 1 0 0,-13 16 15 0 0,17-26 122 0 0,16-21 42 0 0,-38 55-308 0 0,0 0 0 0 0,1 0 0 0 0,0 1 1 0 0,0-1-1 0 0,0 1 0 0 0,14-7 0 0 0,-18 11-65 0 0,0 0-1 0 0,0 0 0 0 0,0 0 1 0 0,0 0-1 0 0,0 1 1 0 0,0-1-1 0 0,0 1 1 0 0,0-1-1 0 0,0 1 1 0 0,0 0-1 0 0,0 0 1 0 0,1 0-1 0 0,-1 0 0 0 0,0 0 1 0 0,0 0-1 0 0,0 1 1 0 0,0-1-1 0 0,0 1 1 0 0,0-1-1 0 0,0 1 1 0 0,0 0-1 0 0,0 0 1 0 0,0 0-1 0 0,0 0 0 0 0,0 0 1 0 0,0 1-1 0 0,-1-1 1 0 0,1 0-1 0 0,-1 1 1 0 0,1-1-1 0 0,-1 1 1 0 0,2 2-1 0 0,4 5 46 0 0,0 1 0 0 0,-1 0 0 0 0,0 0 0 0 0,7 20 0 0 0,-5-14-35 0 0,0 3-286 0 0,1-1 0 0 0,1 0 0 0 0,1-1 0 0 0,0 0 0 0 0,1 0 0 0 0,22 22 0 0 0,-21-29-1562 0 0,1 0-4462 0 0,-3-4-1624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16183 0 0,'5'1'110'0'0,"-1"1"1"0"0,1 0-1 0 0,-1 0 0 0 0,1 0 0 0 0,-1 1 0 0 0,0-1 0 0 0,0 1 1 0 0,0 0-1 0 0,0 0 0 0 0,0 0 0 0 0,-1 1 0 0 0,1-1 0 0 0,-1 1 0 0 0,0 0 1 0 0,0 0-1 0 0,0 0 0 0 0,-1 1 0 0 0,0-1 0 0 0,1 0 0 0 0,-2 1 1 0 0,1-1-1 0 0,0 1 0 0 0,-1 0 0 0 0,1 5 0 0 0,2 12 347 0 0,-2-1 0 0 0,0 1 0 0 0,-2 0 1 0 0,-1 25-1 0 0,0-39-295 0 0,0 13 6 0 0,-2 209 1980 0 0,5-195-2925 0 0,1-1-1 0 0,2 1 1 0 0,2-1-1 0 0,16 53 1 0 0,-16-68-1286 0 0</inkml:trace>
  <inkml:trace contextRef="#ctx0" brushRef="#br0" timeOffset="1">477 0 9215 0 0,'0'0'831'0'0,"0"3"-686"0"0,10 39-345 0 0,-8-23 2594 0 0,-1 0 0 0 0,0 0 0 0 0,-2 0-1 0 0,-3 28 1 0 0,-5 7-532 0 0,2-22-1293 0 0,-11 48 419 0 0,-9 105 0 0 0,27-164-1059 0 0,1-1 0 0 0,0 1 1 0 0,2 0-1 0 0,0 0 0 0 0,2-1 0 0 0,6 20 0 0 0,15 38-5597 0 0,-19-60-1880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5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13359 0 0,'9'61'1139'0'0,"-8"-42"-413"0"0,2 0 1 0 0,0-1-1 0 0,8 26 1 0 0,-9-40-562 0 0,-1 1 0 0 0,1-1 1 0 0,0 0-1 0 0,1 1 0 0 0,-1-1 0 0 0,1 0 0 0 0,-1 0 1 0 0,1-1-1 0 0,0 1 0 0 0,1-1 0 0 0,-1 1 1 0 0,0-1-1 0 0,1 0 0 0 0,0 0 0 0 0,0 0 1 0 0,0-1-1 0 0,0 0 0 0 0,5 3 0 0 0,-4-4-79 0 0,-1 0 0 0 0,0 0 0 0 0,0 0-1 0 0,1-1 1 0 0,-1 0 0 0 0,0 1 0 0 0,0-2-1 0 0,1 1 1 0 0,-1 0 0 0 0,0-1 0 0 0,1 0 0 0 0,-1 0-1 0 0,0 0 1 0 0,0 0 0 0 0,0-1 0 0 0,0 0-1 0 0,0 0 1 0 0,4-2 0 0 0,2-3 193 0 0,0 1 1 0 0,0-1-1 0 0,0-1 0 0 0,-1 0 0 0 0,11-12 0 0 0,-13 12-106 0 0,0-1-1 0 0,0 0 0 0 0,0 0 1 0 0,-1 0-1 0 0,-1-1 0 0 0,0 0 1 0 0,0 0-1 0 0,-1-1 0 0 0,0 1 1 0 0,-1-1-1 0 0,3-14 0 0 0,-5 17-116 0 0,0 0 1 0 0,-1-1-1 0 0,0 1 0 0 0,0 0 0 0 0,-1-1 0 0 0,0 1 0 0 0,0 0 1 0 0,-1 0-1 0 0,0 0 0 0 0,-1 0 0 0 0,1 0 0 0 0,-1 0 1 0 0,-1 1-1 0 0,0-1 0 0 0,-8-12 0 0 0,8 14-32 0 0,0 1 0 0 0,-1 0 0 0 0,1 0 0 0 0,-1 0 0 0 0,0 0 0 0 0,0 1 0 0 0,-9-7 0 0 0,11 10-28 0 0,0-1-1 0 0,0 1 0 0 0,0-1 1 0 0,0 1-1 0 0,0 0 0 0 0,0 0 0 0 0,0 1 1 0 0,0-1-1 0 0,0 1 0 0 0,0-1 1 0 0,0 1-1 0 0,0 0 0 0 0,0 0 1 0 0,-1 0-1 0 0,1 1 0 0 0,0-1 1 0 0,0 1-1 0 0,0-1 0 0 0,-3 2 1 0 0,-3 2-235 0 0,0 0 1 0 0,1 1 0 0 0,-1 0-1 0 0,-8 6 1 0 0,-10 11-509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6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0 185 6911 0 0,'0'0'1047'0'0,"3"-1"600"0"0,24-9 2359 0 0,71-29 1430 0 0,-28 7-4869 0 0,2 3 0 0 0,1 3-1 0 0,89-20 1 0 0,-161 46-788 0 0,1-1 1 0 0,0 1-1 0 0,0 0 1 0 0,0-1-1 0 0,0 1 1 0 0,0 0-1 0 0,0 1 1 0 0,0-1-1 0 0,0 0 1 0 0,0 0-1 0 0,0 1 1 0 0,3 1-1 0 0,5 3-1483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5983 0 0,'0'0'648'0'0,"15"0"-648"0"0,5-2 0 0 0,2-4 2304 0 0,4 1 440 0 0,0-3 88 0 0,2-1 16 0 0,2 0-1968 0 0,-2-1-400 0 0,1 3-72 0 0,3 0-24 0 0,0-1-832 0 0,1 1-160 0 0,2-1-40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7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16471 0 0,'29'-19'868'0'0,"50"-31"48"0"0,-19 17-309 0 0,142-71 2161 0 0,-19 21-4547 0 0,-182 82 1343 0 0,-5 4-1406 0 0,3-2 1748 0 0,-1 1 1 0 0,1-1 0 0 0,-1 1-1 0 0,1 0 1 0 0,-1-1 0 0 0,-1 4 0 0 0,0-1 3 0 0,-8 11 172 0 0,-1 0 0 0 0,2 1 1 0 0,0 1-1 0 0,1 0 0 0 0,-11 27 0 0 0,-8 29 757 0 0,4 1 0 0 0,2 0 0 0 0,-17 118 0 0 0,36-167-927 0 0,2 0-1 0 0,2 33 1 0 0,9 50-3839 0 0,-6-78 1878 0 0,-4-29 2020 0 0,0 2-157 0 0,1 1-1 0 0,-1 0 1 0 0,0-1-1 0 0,0 1 0 0 0,0 0 1 0 0,0-1-1 0 0,-1 1 1 0 0,0 0-1 0 0,-1 4 0 0 0,-4 10 981 0 0,4-15-288 0 0,1 0 1 0 0,0-1-1 0 0,1 1 0 0 0,-1-1 1 0 0,0 1-1 0 0,0 4 0 0 0,2-6-414 0 0,-1 0 0 0 0,0 1 0 0 0,0-1 0 0 0,1 0 0 0 0,-1 0 0 0 0,1 0 0 0 0,-1 0-1 0 0,1 0 1 0 0,-1 0 0 0 0,1 0 0 0 0,0 0 0 0 0,-1 0 0 0 0,1-1 0 0 0,0 1-1 0 0,0 0 1 0 0,1 1 0 0 0,4 3 104 0 0,0 0 0 0 0,0 0-1 0 0,1 0 1 0 0,-1-1 0 0 0,1 0-1 0 0,0-1 1 0 0,0 1 0 0 0,1-1-1 0 0,14 4 1 0 0,-12-5-7 0 0,1-1-1 0 0,-1 0 1 0 0,1 0-1 0 0,-1-1 1 0 0,1 0-1 0 0,-1-1 1 0 0,11-2 0 0 0,7-2 121 0 0,0-2 0 0 0,-1 0 1 0 0,0-2-1 0 0,-1-1 1 0 0,0-1-1 0 0,31-19 0 0 0,-28 13-1534 0 0,-1-2 0 0 0,-1-1 0 0 0,0-1 0 0 0,45-47 0 0 0,-51 44-610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9215 0 0,'0'2'422'0'0,"-3"65"1338"0"0,-7 36 5400 0 0,-2 17-513 0 0,11-41-8236 0 0,3-49-4071 0 0,1 0-2048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7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0 704 14279 0 0,'0'0'655'0'0,"1"-1"-12"0"0,6-7-343 0 0,-1 1 0 0 0,1 1 1 0 0,0-1-1 0 0,1 1 1 0 0,0 0-1 0 0,0 1 1 0 0,0 0-1 0 0,0 0 0 0 0,11-4 1 0 0,16-5 2185 0 0,36-10 0 0 0,-51 18-2365 0 0,247-61 1472 0 0,-123 35-1109 0 0,-57 14-1222 0 0,-55 13-346 0 0,0-1 0 0 0,-1-2 1 0 0,56-22-1 0 0,-71 21-4167 0 0,-3 0-1409 0 0</inkml:trace>
  <inkml:trace contextRef="#ctx0" brushRef="#br0" timeOffset="1">584 4 3679 0 0,'-8'-2'284'0'0,"8"2"-118"0"0,-1-1 0 0 0,0 1-1 0 0,1 0 1 0 0,-1 0 0 0 0,0 0-1 0 0,1 0 1 0 0,-1 0 0 0 0,0 0-1 0 0,1 0 1 0 0,-1 0 0 0 0,0 0-1 0 0,0 0 1 0 0,1 0 0 0 0,-1 0-1 0 0,0 1 1 0 0,1-1 0 0 0,-1 0-1 0 0,1 0 1 0 0,-1 1 0 0 0,0-1-1 0 0,1 1 1 0 0,-1-1 0 0 0,1 0-1 0 0,-1 1 1 0 0,1-1 0 0 0,-1 1-1 0 0,1-1 1 0 0,-1 1 0 0 0,1-1-1 0 0,-1 1 1 0 0,1 0 0 0 0,0-1-1 0 0,-1 1 1 0 0,1-1 0 0 0,0 1-1 0 0,0 0 1 0 0,-1-1 0 0 0,1 2-1 0 0,-1-1 672 0 0,0 4 506 0 0,-1-1-1 0 0,1 1 1 0 0,0 0 0 0 0,0-1 0 0 0,0 6 0 0 0,2 44 1279 0 0,0-33-1847 0 0,9 160 1822 0 0,2 48-1534 0 0,-13-135-1081 0 0,2 103 220 0 0,1-158-1637 0 0,2 0-1 0 0,19 75 0 0 0,-9-74-4217 0 0,2-7-1515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8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8 128 11975 0 0,'-8'0'11657'0'0,"10"1"-10789"0"0,15 0-481 0 0,0-1 0 0 0,0 0-1 0 0,0-2 1 0 0,0 1 0 0 0,-1-2-1 0 0,22-6 1 0 0,105-32-110 0 0,-14 3-442 0 0,-106 32-8 0 0,2 0-1082 0 0,41-15 0 0 0,-63 20-101 0 0,-26 0-9330 0 0,16 0 10318 0 0,0 1 1 0 0,1 0 0 0 0,-1 0 0 0 0,-12 3 0 0 0,13-2 554 0 0,0 1 0 0 0,0 0-1 0 0,1 0 1 0 0,-1 0 0 0 0,1 1 0 0 0,-1 0 0 0 0,1 0-1 0 0,0 0 1 0 0,0 1 0 0 0,0-1 0 0 0,1 1 0 0 0,-5 5-1 0 0,3-2 259 0 0,0 0 0 0 0,1 1-1 0 0,0-1 1 0 0,1 1 0 0 0,0 0-1 0 0,0 0 1 0 0,-4 12 0 0 0,1 5 542 0 0,1 1 0 0 0,1 0 0 0 0,1 0 0 0 0,0 41 0 0 0,-5 84 235 0 0,-2 160 1580 0 0,21-164-6849 0 0,-6-93 2413 0 0,0-22-761 0 0,0-5-321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8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14975 0 0,'0'0'1358'0'0,"1"-2"-1118"0"0,10-16 1150 0 0,-6 9 156 0 0,1 1 0 0 0,-1 0-1 0 0,13-13 1 0 0,-15 18-1431 0 0,0 0-1 0 0,1 0 0 0 0,-1 1 0 0 0,1 0 0 0 0,0-1 0 0 0,-1 1 0 0 0,7-2 0 0 0,17-7-48 0 0,-11 4-898 0 0,1 1 0 0 0,26-7-1 0 0,-24 10-618 0 0,-2-1-279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8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14999 0 0,'0'0'1358'0'0,"2"0"-1118"0"0,8-1 940 0 0,0 0 1 0 0,0-1 0 0 0,18-5-1 0 0,-17 4-102 0 0,0 0 0 0 0,-1 1 0 0 0,23-2 0 0 0,-29 4-941 0 0,0 0 0 0 0,0 1 0 0 0,0-1 0 0 0,-1 1 0 0 0,1-1 0 0 0,0 1 0 0 0,6 3 0 0 0,-9-3-113 0 0,0 0 0 0 0,1 1 0 0 0,-1-1 0 0 0,0 0 0 0 0,-1 1 1 0 0,1-1-1 0 0,0 1 0 0 0,0-1 0 0 0,-1 1 0 0 0,1-1 0 0 0,0 1 0 0 0,-1 0 0 0 0,0-1 0 0 0,1 4 0 0 0,-1-3-17 0 0,1 3-7 0 0,0 1 0 0 0,-1-1 0 0 0,1 1 0 0 0,-1-1 0 0 0,-1 0 0 0 0,1 1 0 0 0,-1-1 0 0 0,-1 7 0 0 0,-16 44 0 0 0,10-33 0 0 0,8-22 0 0 0,-25 86 51 0 0,23-76-39 0 0,0-1 0 0 0,1 1 0 0 0,0 0 0 0 0,1 0 1 0 0,0 0-1 0 0,2 14 0 0 0,-2-22 19 0 0,1 0 1 0 0,0 0-1 0 0,0 0 0 0 0,0 0 0 0 0,0 0 1 0 0,0 0-1 0 0,0 0 0 0 0,1 0 0 0 0,0 0 0 0 0,-1 0 1 0 0,1-1-1 0 0,0 1 0 0 0,1-1 0 0 0,-1 1 1 0 0,0-1-1 0 0,4 3 0 0 0,-2-2 13 0 0,1-1 1 0 0,-1 1-1 0 0,1-1 0 0 0,0 0 1 0 0,0 0-1 0 0,0 0 0 0 0,0-1 1 0 0,0 0-1 0 0,7 1 0 0 0,6 0-11 0 0,1-2-1 0 0,0 0 0 0 0,0-1 1 0 0,28-5-1 0 0,1-4-1701 0 0,-22 1-166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1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8375 0 0,'0'0'1014'0'0,"1"0"-392"0"0,1-1-461 0 0,0 0-1 0 0,0 0 0 0 0,-1 0 0 0 0,1-1 0 0 0,-1 1 0 0 0,1 0 1 0 0,-1-1-1 0 0,1 1 0 0 0,-1-1 0 0 0,0 1 0 0 0,2-3 0 0 0,-1 1 62 0 0,0 1-1 0 0,0-1 0 0 0,1 0 0 0 0,-1 1 0 0 0,6-4 1 0 0,-2 3 38 0 0,0 0 0 0 0,0 1 1 0 0,0-1-1 0 0,0 1 0 0 0,0 1 1 0 0,0-1-1 0 0,9 0 0 0 0,48-2 867 0 0,-35 3-734 0 0,218-2 972 0 0,-21 2-819 0 0,524 1 178 0 0,-444 22-665 0 0,324 66-1 0 0,290 114-51 0 0,-740-159 105 0 0,266 29 0 0 0,118-38 2046 0 0,-496-33-1680 0 0,1-3-1 0 0,117-19 0 0 0,-174 18-422 0 0,1 1 0 0 0,-1-2 0 0 0,0 1 0 0 0,0-2 0 0 0,0 0 0 0 0,0 0 0 0 0,9-7 0 0 0,-16 10-153 0 0,-1 0 0 0 0,1-1-1 0 0,-1 1 1 0 0,0-1 0 0 0,0 0 0 0 0,0 0 0 0 0,-1 0-1 0 0,1 0 1 0 0,-1-1 0 0 0,1 1 0 0 0,-1-1 0 0 0,0 1-1 0 0,0-1 1 0 0,-1 0 0 0 0,1 0 0 0 0,-1 0 0 0 0,0 0-1 0 0,0 0 1 0 0,0 0 0 0 0,0 0 0 0 0,-1 0 0 0 0,0 0-1 0 0,0-6 1 0 0,-3-13-1198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1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16959 0 0,'2'2'778'0'0,"33"23"-218"0"0,2-2 1 0 0,74 35 0 0 0,88 21 1944 0 0,-17-7-313 0 0,-139-52-1735 0 0,-1 2 0 0 0,43 28 0 0 0,-76-44-374 0 0,0 1 0 0 0,0 0 0 0 0,0 1 0 0 0,0 0 0 0 0,-1 0 0 0 0,8 12 0 0 0,-13-16-66 0 0,0 0 0 0 0,-1 0 0 0 0,0 0-1 0 0,0 0 1 0 0,0 1 0 0 0,0-1 0 0 0,-1 0 0 0 0,1 1 0 0 0,-1 0-1 0 0,0-1 1 0 0,-1 1 0 0 0,1 0 0 0 0,-1-1 0 0 0,0 1 0 0 0,0 0-1 0 0,0-1 1 0 0,-3 10 0 0 0,0-4 14 0 0,0-1 1 0 0,-1 0-1 0 0,0 0 0 0 0,0 0 0 0 0,-1 0 0 0 0,0-1 1 0 0,-1 1-1 0 0,0-1 0 0 0,-11 10 0 0 0,-1 2 35 0 0,-2-2 0 0 0,-30 22-1 0 0,-187 112-249 0 0,81-71-1282 0 0,63-39-77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1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86 5063 0 0,'0'0'232'0'0,"-3"-2"32"0"0,-11-20-158 0 0,-3-21 5966 0 0,10 25 1614 0 0,7 20-7062 0 0,45 228 1865 0 0,1 8-2266 0 0,-32-139-227 0 0,29 186 246 0 0,-28-213-597 0 0,44 132 0 0 0,-53-193 182 0 0,-5-9-166 0 0,0 0 0 0 0,0 0-1 0 0,0 0 1 0 0,0 1 0 0 0,0-1 0 0 0,-1 0 0 0 0,2 4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17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11975 0 0,'0'0'923'0'0,"2"0"-432"0"0,41 6 2700 0 0,66 19 1 0 0,-96-21-2999 0 0,1 0-1 0 0,-1 1 1 0 0,0 1 0 0 0,-1 0 0 0 0,1 1 0 0 0,-1 1 0 0 0,-1-1 0 0 0,1 2 0 0 0,10 10 0 0 0,-17-14-170 0 0,-1-1 1 0 0,0 1 0 0 0,0 1 0 0 0,0-1 0 0 0,-1 0-1 0 0,0 1 1 0 0,0 0 0 0 0,0-1 0 0 0,-1 1 0 0 0,0 0 0 0 0,0 1-1 0 0,2 10 1 0 0,-3-8-15 0 0,0 0-1 0 0,-1 1 0 0 0,0 0 0 0 0,-1-1 1 0 0,0 0-1 0 0,0 1 0 0 0,-6 16 1 0 0,0-5-14 0 0,-1 0 0 0 0,-1 0 0 0 0,-1-1 1 0 0,-1-1-1 0 0,0 0 0 0 0,-23 28 0 0 0,24-35-111 0 0,-1 0 0 0 0,0 0-1 0 0,0-1 1 0 0,-24 17 0 0 0,33-26-444 0 0,2-3-158 0 0,0 0 576 0 0,0 0-1 0 0,0 0 0 0 0,0 0 0 0 0,0 0 0 0 0,0 0 1 0 0,1 0-1 0 0,-1 0 0 0 0,0 0 0 0 0,1 0 0 0 0,0-1 1 0 0,0-3-371 0 0,6-16-1277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18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 1375 0 0,'-2'0'107'0'0,"-11"-3"-319"0"0,1 1 1394 0 0,3 3 4408 0 0,2 3 663 0 0,2 5-4022 0 0,1 8-918 0 0,3-5-838 0 0,1 0-1 0 0,1-1 1 0 0,-1 1 0 0 0,4 14-1 0 0,1 9-75 0 0,15 279 847 0 0,1 10-1122 0 0,4-145-106 0 0,-18-147 14 0 0,1-1 0 0 0,1 0-1 0 0,22 47 1 0 0,-30-76-12 0 0,0 1 1 0 0,1-1-1 0 0,-1 1 0 0 0,1-1 1 0 0,-1 0-1 0 0,1 1 1 0 0,0-1-1 0 0,0 0 0 0 0,0 0 1 0 0,3 2-1 0 0,-4-3-9 0 0,0-1-1 0 0,0 0 1 0 0,0 1-1 0 0,0-1 0 0 0,0 0 1 0 0,0 1-1 0 0,0-1 1 0 0,0 0-1 0 0,0 0 0 0 0,0 0 1 0 0,0 0-1 0 0,0 0 1 0 0,0 0-1 0 0,0 0 1 0 0,0 0-1 0 0,0 0 0 0 0,-1 0 1 0 0,1-1-1 0 0,0 1 1 0 0,0 0-1 0 0,0-1 0 0 0,0 1 1 0 0,0-1-1 0 0,0 1 1 0 0,0-1-1 0 0,-1 1 1 0 0,1-1-1 0 0,0 1 0 0 0,0-1 1 0 0,-1 0-1 0 0,1 1 1 0 0,0-1-1 0 0,0-1 0 0 0,3-3 39 0 0,0 0-1 0 0,-1 0 1 0 0,0 0-1 0 0,0-1 0 0 0,0 1 1 0 0,0-1-1 0 0,1-6 0 0 0,12-46 94 0 0,-11 39-140 0 0,13-59 32 0 0,-10 40-12 0 0,1 1 1 0 0,1 0 0 0 0,25-55-1 0 0,-33 88-19 0 0,0 1-1 0 0,0 0 1 0 0,0-1-1 0 0,0 1 1 0 0,1 0-1 0 0,4-5 0 0 0,-6 8 5 0 0,-1 0-1 0 0,1-1 0 0 0,-1 1 1 0 0,1 0-1 0 0,-1 0 0 0 0,1 0 0 0 0,-1 0 1 0 0,1-1-1 0 0,-1 1 0 0 0,1 0 1 0 0,-1 0-1 0 0,1 0 0 0 0,-1 0 0 0 0,1 0 1 0 0,-1 0-1 0 0,1 0 0 0 0,-1 0 1 0 0,1 1-1 0 0,-1-1 0 0 0,1 0 0 0 0,-1 0 1 0 0,1 0-1 0 0,-1 0 0 0 0,1 1 1 0 0,-1-1-1 0 0,1 1 0 0 0,10 7 63 0 0,-9-4-45 0 0,1 0 0 0 0,-1 0 0 0 0,0 0 0 0 0,0 0 0 0 0,0 0 0 0 0,0 0 0 0 0,1 8 0 0 0,6 36 133 0 0,-5-25-85 0 0,2 14-14 0 0,-2-12 38 0 0,8 28 1 0 0,-10-46-85 0 0,1 0 1 0 0,-1 0-1 0 0,1 0 1 0 0,1-1-1 0 0,-1 1 1 0 0,1-1-1 0 0,0 1 1 0 0,7 7-1 0 0,-9-13-81 0 0,-1 1-1 0 0,1 0 0 0 0,0 0 1 0 0,-1-1-1 0 0,1 1 1 0 0,0-1-1 0 0,0 0 0 0 0,0 0 1 0 0,0 0-1 0 0,1 0 1 0 0,-1 0-1 0 0,0 0 0 0 0,0 0 1 0 0,1 0-1 0 0,2 0 0 0 0,-2-1-63 0 0,0 0-1 0 0,1-1 0 0 0,-1 1 0 0 0,0-1 0 0 0,0 1 0 0 0,0-1 0 0 0,0 0 0 0 0,0 0 0 0 0,-1 0 0 0 0,1 0 0 0 0,3-3 0 0 0,28-18-3214 0 0,-16 7 809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18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1 455 0 0,'-2'0'423'0'0,"0"0"-1"0"0,0 0 0 0 0,0 0 1 0 0,0 0-1 0 0,0 1 0 0 0,1-1 0 0 0,-1 0 1 0 0,0 1-1 0 0,0 0 0 0 0,1-1 0 0 0,-1 1 1 0 0,0 0-1 0 0,1 0 0 0 0,-1 0 1 0 0,0 0-1 0 0,1 0 0 0 0,-1 0 0 0 0,1 0 1 0 0,0 1-1 0 0,-1-1 0 0 0,0 2 0 0 0,-4 5 931 0 0,0 0 0 0 0,-9 15 0 0 0,9-13-898 0 0,-19 31 712 0 0,3 1 0 0 0,1 1-1 0 0,2 1 1 0 0,-25 85 0 0 0,42-123-1043 0 0,1 0 0 0 0,0 0 0 0 0,0 0 0 0 0,1 1 0 0 0,-1-1 1 0 0,2 7-1 0 0,-1-12-102 0 0,0 0 1 0 0,0 0 0 0 0,0 0-1 0 0,0 0 1 0 0,0 0-1 0 0,1 0 1 0 0,-1 0-1 0 0,0 0 1 0 0,1 0 0 0 0,-1 0-1 0 0,1 0 1 0 0,-1 0-1 0 0,1 0 1 0 0,-1 0-1 0 0,1 0 1 0 0,0 0 0 0 0,0 0-1 0 0,-1-1 1 0 0,1 1-1 0 0,0 0 1 0 0,0-1-1 0 0,0 1 1 0 0,0 0 0 0 0,0-1-1 0 0,0 1 1 0 0,0-1-1 0 0,0 1 1 0 0,0-1-1 0 0,0 0 1 0 0,0 1 0 0 0,0-1-1 0 0,0 0 1 0 0,0 0-1 0 0,0 0 1 0 0,0 1-1 0 0,0-1 1 0 0,0 0 0 0 0,0-1-1 0 0,0 1 1 0 0,1 0-1 0 0,1-1 1 0 0,3 0 0 0 0,0-1 0 0 0,-1 0 0 0 0,1 0-1 0 0,0-1 1 0 0,-1 0 0 0 0,1 0 0 0 0,-1 0 0 0 0,0-1 0 0 0,0 1 0 0 0,5-6 0 0 0,7-8-10 0 0,19-23 0 0 0,-23 26 19 0 0,36-43 32 0 0,77-116 0 0 0,-120 164-40 0 0,-2 20 96 0 0,-3 3-105 0 0,-1 1-1 0 0,0-1 0 0 0,-6 28 0 0 0,1 11 4 0 0,4-45-39 0 0,1 0 0 0 0,0 0 0 0 0,1-1 0 0 0,0 1 0 0 0,0 0 1 0 0,1 0-1 0 0,0-1 0 0 0,0 1 0 0 0,5 12 0 0 0,-6-20-9 0 0,-1 1 0 0 0,1 0 0 0 0,0-1 0 0 0,-1 1 0 0 0,1-1 0 0 0,0 1 0 0 0,-1 0 0 0 0,1-1 0 0 0,0 1 0 0 0,0-1 0 0 0,-1 0 0 0 0,1 1 0 0 0,0-1 0 0 0,0 0-1 0 0,0 1 1 0 0,0-1 0 0 0,0 0 0 0 0,-1 0 0 0 0,1 0 0 0 0,0 0 0 0 0,0 0 0 0 0,0 0 0 0 0,0 0 0 0 0,0 0 0 0 0,0 0 0 0 0,0 0 0 0 0,-1 0 0 0 0,1-1 0 0 0,1 1 0 0 0,2-1-138 0 0,-1 0-1 0 0,0 0 1 0 0,1-1-1 0 0,-1 1 0 0 0,5-3 1 0 0,8-8-1399 0 0,-1-1 0 0 0,0-1 0 0 0,-1 0 0 0 0,-1-1 0 0 0,19-26 0 0 0,-9 11-1143 0 0,-3 6 431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1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47 1375 0 0,'30'-31'-281'0'0,"-22"23"2745"0"0,0 1 3352 0 0,-11 18-3646 0 0,2-5-1784 0 0,-45 116 3642 0 0,-19 114 812 0 0,61-223-4758 0 0,0-1-1 0 0,-1 0 1 0 0,0 1 0 0 0,-1-1-1 0 0,0-1 1 0 0,-1 1 0 0 0,-1-1-1 0 0,-15 18 1 0 0,13-18-2734 0 0,1-1 1 0 0,-16 11-1 0 0,16-15-3207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1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99 2759 0 0,'2'1'207'0'0,"37"9"2640"0"0,-29-8-952 0 0,1 0 0 0 0,-1-1-1 0 0,1 0 1 0 0,16-1 0 0 0,-23 0-1331 0 0,0-1 0 0 0,0 1 0 0 0,0-1 0 0 0,0 0 0 0 0,0 0 0 0 0,-1-1 0 0 0,1 1 0 0 0,0-1 0 0 0,-1 1 0 0 0,1-1 0 0 0,4-4 0 0 0,-6 5-562 0 0,0-1-1 0 0,0-1 0 0 0,0 1 1 0 0,0 0-1 0 0,-1 0 0 0 0,1-1 1 0 0,0 1-1 0 0,-1-1 0 0 0,0 0 1 0 0,0 1-1 0 0,1-1 0 0 0,-2 0 1 0 0,1 0-1 0 0,0 0 0 0 0,0 1 1 0 0,-1-1-1 0 0,1-4 0 0 0,-1 5 34 0 0,0 0 0 0 0,0 0 0 0 0,0 1 0 0 0,0-1 0 0 0,0 0-1 0 0,0 0 1 0 0,0 0 0 0 0,-1 0 0 0 0,1 0 0 0 0,-1 1 0 0 0,1-1 0 0 0,-1 0 0 0 0,0 0 0 0 0,1 1-1 0 0,-1-1 1 0 0,0 1 0 0 0,0-1 0 0 0,0 0 0 0 0,0 1 0 0 0,-2-2 0 0 0,1 1 24 0 0,-1 1 0 0 0,1 0 0 0 0,0 0 0 0 0,0 0 0 0 0,0 0 0 0 0,-1 0 1 0 0,1 0-1 0 0,0 1 0 0 0,-1-1 0 0 0,1 1 0 0 0,0 0 0 0 0,-1-1 0 0 0,1 1 1 0 0,-1 0-1 0 0,-3 1 0 0 0,-10 1-2 0 0,0 1 0 0 0,1 0 0 0 0,-1 1-1 0 0,0 1 1 0 0,1 1 0 0 0,0 0 0 0 0,0 1 0 0 0,1 0 0 0 0,0 1 0 0 0,0 1 0 0 0,1 0 0 0 0,-22 20 0 0 0,17-10-1337 0 0,17-17 517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19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82 3223 0 0,'0'0'13862'0'0,"1"2"-12829"0"0,3 4-742 0 0,0 0 1 0 0,-1 0-1 0 0,0 0 1 0 0,0 1-1 0 0,-1-1 1 0 0,0 1 0 0 0,0 0-1 0 0,0-1 1 0 0,-1 1-1 0 0,0 0 1 0 0,0 0-1 0 0,-1 9 1 0 0,0 14-13 0 0,-6 44 0 0 0,5-66-195 0 0,-2 11 13 0 0,0 0 0 0 0,-1 0 1 0 0,-1 0-1 0 0,-1 0 0 0 0,-1-1 1 0 0,-8 18-1 0 0,14-34 792 0 0,1-10-659 0 0,1 0 0 0 0,0 0 0 0 0,1 0 0 0 0,0 0-1 0 0,5-13 1 0 0,18-38 292 0 0,-20 49-455 0 0,26-52 6 0 0,54-81 0 0 0,-27 60-4125 0 0,-41 60-4067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20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9671 0 0,'0'0'748'0'0,"2"1"-492"0"0,10 1 153 0 0,0 0-1 0 0,-1-1 0 0 0,1 0 1 0 0,14-1-1 0 0,51-6 3743 0 0,-36 2-3225 0 0,51-8 1893 0 0,159-41 0 0 0,-79 14-3001 0 0,-155 35-335 0 0,-4 2-1292 0 0,1-1 1 0 0,12-5-1 0 0,-18 3-2872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20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2759 0 0,'2'0'126'0'0,"5"0"-53"0"0,0 1 0 0 0,1 0-1 0 0,-1 0 1 0 0,0 1 0 0 0,0 0 0 0 0,0 0 0 0 0,0 1 0 0 0,7 3 0 0 0,53 34 6488 0 0,-47-28-3092 0 0,-4-2-2023 0 0,0 1 0 0 0,-1 0-1 0 0,0 1 1 0 0,-1 1 0 0 0,24 27-1 0 0,-33-35-1310 0 0,-1 1 0 0 0,0 0-1 0 0,0 0 1 0 0,0 0 0 0 0,-1 1 0 0 0,0-1-1 0 0,0 1 1 0 0,-1 0 0 0 0,0 0-1 0 0,0 0 1 0 0,-1 0 0 0 0,1 0-1 0 0,-2 0 1 0 0,1 0 0 0 0,-1 0-1 0 0,0 1 1 0 0,0-1 0 0 0,-3 12-1 0 0,0-6-83 0 0,-2 0-1 0 0,1 0 0 0 0,-2 0 0 0 0,1-1 0 0 0,-2 0 0 0 0,0 0 0 0 0,0-1 1 0 0,-17 20-1 0 0,2-6-162 0 0,-2 0 1 0 0,-37 29 0 0 0,-25 11-1849 0 0,42-37 789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21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47 1839 0 0,'0'0'83'0'0,"1"-1"-6"0"0,15-18-143 0 0,6-7 12636 0 0,-23 26-12424 0 0,-1-1-1 0 0,1 1 0 0 0,0 0 1 0 0,-1 1-1 0 0,1-1 0 0 0,-1 0 1 0 0,1 0-1 0 0,0 1 0 0 0,-1-1 1 0 0,1 0-1 0 0,0 1 0 0 0,0 0 1 0 0,-1-1-1 0 0,1 1 0 0 0,-1 1 1 0 0,-9 5 199 0 0,0 1 1 0 0,1 1-1 0 0,0 0 1 0 0,0 0-1 0 0,1 1 1 0 0,-8 11-1 0 0,11-14-193 0 0,-11 15 205 0 0,1 1-1 0 0,0 0 1 0 0,-20 45 0 0 0,-26 81 600 0 0,53-128-738 0 0,-6 32 0 0 0,13-48-226 0 0,1 0-1 0 0,0 0 0 0 0,1 1 0 0 0,-1-1 0 0 0,1 0 0 0 0,0 1 0 0 0,0-1 1 0 0,1 1-1 0 0,-1-1 0 0 0,1 0 0 0 0,3 10 0 0 0,-3-15-30 0 0,-1 1 0 0 0,0-1 0 0 0,1 0 0 0 0,-1 1 1 0 0,1-1-1 0 0,-1 1 0 0 0,0-1 0 0 0,1 0 0 0 0,-1 1 0 0 0,1-1 0 0 0,-1 0 0 0 0,1 0 0 0 0,0 1 0 0 0,-1-1 0 0 0,1 0 0 0 0,-1 0 1 0 0,1 0-1 0 0,-1 0 0 0 0,1 1 0 0 0,-1-1 0 0 0,1 0 0 0 0,0 0 0 0 0,-1 0 0 0 0,1 0 0 0 0,0-1 0 0 0,14-1-434 0 0,-14 2 390 0 0,7-2-509 0 0,-1-1 0 0 0,0 0 0 0 0,1 0 0 0 0,10-7 1 0 0,9-7-1100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2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79 919 0 0,'-15'48'84'0'0,"1"-8"3685"0"0,12-33-1438 0 0,1-1 0 0 0,0 1 0 0 0,0 0 0 0 0,0 8 0 0 0,12-18-600 0 0,-3-1-1464 0 0,0 1 1 0 0,-1-2-1 0 0,1 1 0 0 0,-1-1 1 0 0,-1 0-1 0 0,1 0 0 0 0,-1-1 1 0 0,1 0-1 0 0,4-7 0 0 0,-1 2-128 0 0,-1-2 1 0 0,-1 1-1 0 0,0-1 0 0 0,8-17 0 0 0,-15 28-125 0 0,3-4 75 0 0,-2-1 0 0 0,1 1 1 0 0,-1 0-1 0 0,2-10 1 0 0,-3 15-72 0 0,-1 0 1 0 0,0 0-1 0 0,0 0 1 0 0,0 0-1 0 0,0 1 1 0 0,0-1-1 0 0,0 0 1 0 0,0 0-1 0 0,0 0 1 0 0,0 0-1 0 0,0 0 1 0 0,0 0-1 0 0,0 1 1 0 0,-1-1-1 0 0,1 0 1 0 0,0 0-1 0 0,-1 0 1 0 0,1 0-1 0 0,-1 1 1 0 0,1-1-1 0 0,-1 0 1 0 0,1 1-1 0 0,-1-1 1 0 0,1 0-1 0 0,-1 1 1 0 0,1-1-1 0 0,-1 0 1 0 0,0 1-1 0 0,0-1 1 0 0,1 1-1 0 0,-1-1 1 0 0,0 1-1 0 0,0 0 1 0 0,0-1-1 0 0,1 1 1 0 0,-1 0-1 0 0,0-1 1 0 0,0 1-1 0 0,0 0 1 0 0,0 0-1 0 0,0 0 1 0 0,-1 0-1 0 0,-7 0 39 0 0,0 0 1 0 0,0 1-1 0 0,0 0 0 0 0,0 1 0 0 0,0-1 1 0 0,1 2-1 0 0,-1-1 0 0 0,-12 7 0 0 0,-67 36-194 0 0,56-27 0 0 0,12-7-1022 0 0,1 0-1 0 0,-18 15 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2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6447 0 0,'2'0'499'0'0,"0"0"-405"0"0,16 4 312 0 0,-18-3-85 0 0,1-1 0 0 0,0 0-1 0 0,-1 1 1 0 0,1-1 0 0 0,-1 1 0 0 0,1-1 0 0 0,-1 1-1 0 0,1-1 1 0 0,-1 1 0 0 0,1-1 0 0 0,-1 1-1 0 0,1-1 1 0 0,-1 1 0 0 0,0 0 0 0 0,1-1 0 0 0,-1 1-1 0 0,0 0 1 0 0,0-1 0 0 0,1 1 0 0 0,-1 0-1 0 0,0 0 1 0 0,1 16 1990 0 0,-1-9-1813 0 0,-2 0 0 0 0,1 1 0 0 0,-1-1 0 0 0,0 0 0 0 0,-7 15 1 0 0,5-12 10 0 0,0 0 0 0 0,-2 13 0 0 0,4-11 74 0 0,1 0-1 0 0,1 1 1 0 0,0-1-1 0 0,0 0 1 0 0,6 26 0 0 0,-6-36-567 0 0,1 0 1 0 0,-1 1-1 0 0,0-1 0 0 0,0 1 1 0 0,0-1-1 0 0,0 0 1 0 0,-1 1-1 0 0,1-1 1 0 0,-1 0-1 0 0,0 0 0 0 0,0 1 1 0 0,0-1-1 0 0,-1 0 1 0 0,1 0-1 0 0,-1 0 0 0 0,1 0 1 0 0,-1 0-1 0 0,0-1 1 0 0,0 1-1 0 0,-4 3 1 0 0,-3 3 70 0 0,-1 0 1 0 0,0-1 0 0 0,-21 13 0 0 0,16-11-67 0 0,5-3-33 0 0,-122 78-4012 0 0,102-68-3852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5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30 6879 0 0,'0'0'623'0'0,"1"-4"-514"0"0,4-11 23 0 0,-4 11 490 0 0,-12 2 1944 0 0,8 1-2311 0 0,1 0-1 0 0,-1 0 1 0 0,0 1-1 0 0,0-1 0 0 0,0 1 1 0 0,0 0-1 0 0,0 0 1 0 0,0 0-1 0 0,0 0 0 0 0,0 0 1 0 0,0 1-1 0 0,0-1 1 0 0,0 1-1 0 0,0 0 0 0 0,1 0 1 0 0,-5 2-1 0 0,2-1-12 0 0,1 1 0 0 0,0 0 0 0 0,0 0 0 0 0,1 0 0 0 0,-1 0 0 0 0,1 0 0 0 0,0 1 0 0 0,-1-1 0 0 0,-3 7 0 0 0,0 2 26 0 0,0 1 0 0 0,1 0 0 0 0,0 0 0 0 0,1 0-1 0 0,0 1 1 0 0,-2 14 0 0 0,-2 13-53 0 0,2 1 0 0 0,2 0-1 0 0,1 0 1 0 0,3 0 0 0 0,7 84-1 0 0,-3-106-178 0 0,0-1 0 0 0,1 0-1 0 0,1 0 1 0 0,1 0 0 0 0,10 20 0 0 0,-13-32-224 0 0,0-1 1 0 0,0 0 0 0 0,1 0-1 0 0,0 0 1 0 0,0-1 0 0 0,0 1-1 0 0,1-1 1 0 0,-1 0 0 0 0,1 0-1 0 0,1 0 1 0 0,-1-1 0 0 0,1 0-1 0 0,-1 0 1 0 0,1-1 0 0 0,0 1 0 0 0,1-1-1 0 0,12 4 1 0 0,13 0-6288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5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13823 0 0,'15'19'1039'0'0,"-11"-15"-721"0"0,0 1-1 0 0,-1-1 0 0 0,1 1 1 0 0,-1-1-1 0 0,0 1 0 0 0,0 0 0 0 0,-1 0 1 0 0,0 0-1 0 0,1 1 0 0 0,-2-1 1 0 0,1 0-1 0 0,0 1 0 0 0,-1-1 1 0 0,0 8-1 0 0,-1-3-91 0 0,0 0 1 0 0,-1 0 0 0 0,0 0-1 0 0,-1 0 1 0 0,0 0-1 0 0,-1-1 1 0 0,0 1-1 0 0,0-1 1 0 0,-1 1-1 0 0,0-1 1 0 0,-6 10 0 0 0,-8 9-391 0 0,-43 51 0 0 0,45-60-179 0 0,-14 16-717 0 0,-5-1-55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68 118 1839 0 0,'0'0'83'0'0,"-11"-7"-6"0"0,-35-24-61 0 0,45 30 121 0 0,1 1-1 0 0,-1 0 1 0 0,0-1-1 0 0,1 0 1 0 0,-1 1-1 0 0,0-1 1 0 0,1 1-1 0 0,-1-1 0 0 0,1 0 1 0 0,-1 1-1 0 0,1-1 1 0 0,-1 0-1 0 0,1 1 1 0 0,0-1-1 0 0,-1 0 1 0 0,1 0-1 0 0,0 0 0 0 0,-1 1 1 0 0,1-1-1 0 0,0 0 1 0 0,0 0-1 0 0,0 0 1 0 0,0 1-1 0 0,0-1 1 0 0,0 0-1 0 0,0 0 0 0 0,0 0 1 0 0,0 0-1 0 0,0 0 1 0 0,1 1-1 0 0,-1-1 1 0 0,0 0-1 0 0,0 0 1 0 0,1 1-1 0 0,-1-1 0 0 0,0 0 1 0 0,1 0-1 0 0,-1 1 1 0 0,1-1-1 0 0,-1 0 1 0 0,2 0-1 0 0,0-2 745 0 0,1-2 176 0 0,0 0-1 0 0,0 1 1 0 0,1-1 0 0 0,-1 1-1 0 0,7-5 1 0 0,-9 7-858 0 0,0 1 1 0 0,1 0 0 0 0,-1 0-1 0 0,0 0 1 0 0,0 0-1 0 0,1 0 1 0 0,-1 0 0 0 0,1 0-1 0 0,-1 1 1 0 0,1-1-1 0 0,-1 1 1 0 0,1-1 0 0 0,-1 1-1 0 0,1-1 1 0 0,0 1 0 0 0,-1 0-1 0 0,1-1 1 0 0,0 1-1 0 0,-1 0 1 0 0,1 0 0 0 0,-1 1-1 0 0,4-1 1 0 0,-4 1-107 0 0,0 0 1 0 0,0 0-1 0 0,1 0 1 0 0,-1 0 0 0 0,0 0-1 0 0,0 0 1 0 0,0 0-1 0 0,0 0 1 0 0,0 0-1 0 0,0 1 1 0 0,0-1-1 0 0,0 0 1 0 0,0 1-1 0 0,-1-1 1 0 0,2 3-1 0 0,6 24 333 0 0,-7-25-363 0 0,8 42 405 0 0,-2 0 0 0 0,3 64 0 0 0,-10 93 262 0 0,0-162-604 0 0,-26 464 698 0 0,25-498-816 0 0,-13 114-29 0 0,14-119-366 0 0,0-3-1018 0 0,1 0 1125 0 0,-1 1 0 0 0,1-1 0 0 0,0 0 0 0 0,0 0 0 0 0,0 1 0 0 0,-1-1 0 0 0,3-2 0 0 0,2-5-587 0 0,2-8-625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13735 0 0,'0'2'630'0'0,"-2"21"925"0"0,2-1 1 0 0,0 0 0 0 0,1 1-1 0 0,6 32 1 0 0,-7-54-1520 0 0,0 0 0 0 0,0 0 1 0 0,0 0-1 0 0,1 0 0 0 0,-1 1 0 0 0,0-1 0 0 0,1 0 0 0 0,-1 0 0 0 0,1-1 1 0 0,-1 1-1 0 0,1 0 0 0 0,-1 0 0 0 0,1 0 0 0 0,0 0 0 0 0,-1 0 0 0 0,1-1 1 0 0,0 1-1 0 0,0 0 0 0 0,0 0 0 0 0,0-1 0 0 0,-1 1 0 0 0,1-1 0 0 0,0 1 1 0 0,0-1-1 0 0,0 1 0 0 0,2 0 0 0 0,-1-1-307 0 0,-1 0 1 0 0,1 0-1 0 0,0 0 1 0 0,0 0-1 0 0,-1 0 1 0 0,1 0-1 0 0,0 0 1 0 0,0-1-1 0 0,-1 1 0 0 0,1 0 1 0 0,0-1-1 0 0,-1 0 1 0 0,4-1-1 0 0,8-5-6861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1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8751 0 0,'2'-1'2751'0'0,"68"-39"5400"0"0,-25 15-6770 0 0,82-31 0 0 0,-123 55-1331 0 0,-1-1-1 0 0,1 1 0 0 0,-1 0 1 0 0,1 1-1 0 0,-1-1 1 0 0,1 1-1 0 0,-1-1 0 0 0,1 1 1 0 0,0 0-1 0 0,-1 0 1 0 0,1 1-1 0 0,5 0 0 0 0,-7 0-29 0 0,0 0-1 0 0,0 0 0 0 0,0 0 0 0 0,0 0 1 0 0,-1 0-1 0 0,1 0 0 0 0,-1 1 0 0 0,1-1 1 0 0,-1 0-1 0 0,1 1 0 0 0,-1 0 0 0 0,0-1 0 0 0,1 1 1 0 0,-1 0-1 0 0,0-1 0 0 0,0 1 0 0 0,0 0 1 0 0,-1 0-1 0 0,1 0 0 0 0,0 0 0 0 0,-1 0 1 0 0,1 0-1 0 0,0 4 0 0 0,0 9 44 0 0,-1 1 0 0 0,0-1 0 0 0,0 0 1 0 0,-2 1-1 0 0,0-1 0 0 0,-5 20 0 0 0,2-12-1 0 0,-61 334-526 0 0,54-240-2397 0 0,10-42-4271 0 0,2-71 5029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11055 0 0,'0'0'852'0'0,"0"2"-560"0"0,-6 41 563 0 0,-7 34 2369 0 0,6-46-2924 0 0,1 0 0 0 0,2 0 0 0 0,1 1 0 0 0,1 38-1 0 0,3-53-279 0 0,1 0-1 0 0,0 0 0 0 0,1 0 0 0 0,1 0 0 0 0,0-1 0 0 0,2 0 0 0 0,0 0 0 0 0,0 0 0 0 0,15 23 1 0 0,15 13 293 0 0,-8-14-61 0 0,-26-34-253 0 0,1 0-1 0 0,-1 0 1 0 0,0 0 0 0 0,0 0 0 0 0,-1 0 0 0 0,1 0-1 0 0,-1 0 1 0 0,0 1 0 0 0,0-1 0 0 0,0 0-1 0 0,0 1 1 0 0,-1-1 0 0 0,0 1 0 0 0,0-1-1 0 0,0 1 1 0 0,0-1 0 0 0,-1 1 0 0 0,0-1 0 0 0,0 0-1 0 0,0 1 1 0 0,0-1 0 0 0,-1 0 0 0 0,0 0-1 0 0,-2 5 1 0 0,1-5-620 0 0,1 0 0 0 0,-1 0 0 0 0,0-1-1 0 0,0 1 1 0 0,-1-1 0 0 0,1 1 0 0 0,-1-1 0 0 0,-7 5 0 0 0,-5 0-4933 0 0</inkml:trace>
  <inkml:trace contextRef="#ctx0" brushRef="#br0" timeOffset="1">1 214 13679 0 0,'30'-15'1363'0'0,"0"2"0"0"0,2 0 0 0 0,0 3 0 0 0,0 0 0 0 0,48-7 0 0 0,-54 14-2109 0 0,-8 4-4947 0 0,-5 1-942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2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9 8287 0 0,'0'0'639'0'0,"-1"2"-415"0"0,-11 14 1818 0 0,0 0-1 0 0,1 0 1 0 0,1 1-1 0 0,-14 31 1 0 0,18-33-1730 0 0,-6 25 0 0 0,11-36-302 0 0,0 1 0 0 0,0 0 1 0 0,0 0-1 0 0,1 0 0 0 0,0 0 0 0 0,0 0 1 0 0,0 0-1 0 0,1 0 0 0 0,0 0 0 0 0,-1 0 0 0 0,2 0 1 0 0,-1 0-1 0 0,1 0 0 0 0,0 0 0 0 0,0-1 1 0 0,0 1-1 0 0,0-1 0 0 0,1 0 0 0 0,0 1 1 0 0,4 5-1 0 0,-1-4-16 0 0,1 0-1 0 0,-1 0 1 0 0,1-1 0 0 0,0 1 0 0 0,0-1-1 0 0,1-1 1 0 0,-1 0 0 0 0,1 0 0 0 0,0 0-1 0 0,0-1 1 0 0,10 3 0 0 0,6 0-21 0 0,0-1 1 0 0,1-1-1 0 0,-1-1 1 0 0,41 0 0 0 0,-29-4-1358 0 0,0-2 1 0 0,55-11-1 0 0,-70 9-304 0 0</inkml:trace>
  <inkml:trace contextRef="#ctx0" brushRef="#br0" timeOffset="1">307 0 9671 0 0,'0'0'748'0'0,"1"3"-230"0"0,2 12 1281 0 0,-1 1 1 0 0,0 0 0 0 0,0 27-1 0 0,-7 52 867 0 0,2-50-1854 0 0,-13 145 512 0 0,2-16-1853 0 0,9-58-5345 0 0,5-54-1237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6911 0 0,'0'0'11704'0'0,"2"0"-11080"0"0,9 1-55 0 0,-1-1 0 0 0,1 0 0 0 0,20-3 0 0 0,1 1-30 0 0,246-24 1767 0 0,-168 11-1635 0 0,-108 15-607 0 0,-1 0-189 0 0,-4 0 145 0 0,-10 0-136 0 0,-17-3-4893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3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12439 0 0,'0'0'5544'0'0,"2"0"-4157"0"0,41 5-707 0 0,-15-2 321 0 0,32 8-1 0 0,-50-9-859 0 0,-1 1-1 0 0,0 0 1 0 0,0 1-1 0 0,0 0 1 0 0,0 0-1 0 0,0 1 1 0 0,9 7-1 0 0,-9-5-128 0 0,0 0-1 0 0,-1 1 1 0 0,0 0 0 0 0,-1 0-1 0 0,0 1 1 0 0,0-1 0 0 0,-1 2-1 0 0,0-1 1 0 0,0 1 0 0 0,6 15-1 0 0,-7-11 9 0 0,0 0 0 0 0,-2 1 0 0 0,1-1 0 0 0,-2 1 0 0 0,0-1 0 0 0,-1 1 0 0 0,0 22 0 0 0,-4 5 48 0 0,-1 1-1 0 0,-2-2 1 0 0,-2 1-1 0 0,-1-1 0 0 0,-3 0 1 0 0,-1-1-1 0 0,-2 0 1 0 0,-2-1-1 0 0,-24 42 1 0 0,30-62-27 0 0,-22 28 0 0 0,30-43-74 0 0,-1 1 1 0 0,1-1-1 0 0,-1 0 1 0 0,0 0-1 0 0,-1-1 1 0 0,1 1-1 0 0,-1-1 1 0 0,1 0-1 0 0,-1 0 1 0 0,0 0-1 0 0,-9 3 1 0 0,11-6-234 0 0,0 1 1 0 0,0-1-1 0 0,0 1 0 0 0,0-1 1 0 0,0 0-1 0 0,0 0 0 0 0,0-1 1 0 0,-5 0-1 0 0,-6-2-1166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3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14743 0 0,'0'0'1335'0'0,"2"0"-1096"0"0,0 1 31 0 0,0-1 0 0 0,-1 1 1 0 0,1-1-1 0 0,0 1 1 0 0,-1 0-1 0 0,1 0 1 0 0,-1-1-1 0 0,1 1 1 0 0,-1 0-1 0 0,0 1 1 0 0,1-1-1 0 0,-1 0 0 0 0,0 0 1 0 0,1 1-1 0 0,-1-1 1 0 0,0 0-1 0 0,0 1 1 0 0,0-1-1 0 0,-1 1 1 0 0,1-1-1 0 0,0 1 1 0 0,0 0-1 0 0,-1-1 0 0 0,1 1 1 0 0,-1 0-1 0 0,1-1 1 0 0,-1 3-1 0 0,0 1-78 0 0,0 1-1 0 0,-1-1 0 0 0,0 0 1 0 0,0 0-1 0 0,0 0 1 0 0,-3 10-1 0 0,-1 0-58 0 0,1 12-2883 0 0,2-16-2396 0 0,0 2-2377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15 208 4607 0 0,'0'0'1964'0'0,"-5"-6"1448"0"0,4 5-3190 0 0,0-1-1 0 0,0 1 0 0 0,0-1 0 0 0,0 1 1 0 0,0-1-1 0 0,1 1 0 0 0,-1-1 0 0 0,1 0 0 0 0,-1 1 1 0 0,1-1-1 0 0,-1 0 0 0 0,1 1 0 0 0,0-1 1 0 0,0 0-1 0 0,0 0 0 0 0,0-2 0 0 0,1 0 72 0 0,-1 0-1 0 0,1 1 0 0 0,0-1 1 0 0,0 0-1 0 0,1 0 0 0 0,3-7 1 0 0,-2 5-18 0 0,1-1 0 0 0,0 0 0 0 0,1 1 0 0 0,0 0 0 0 0,0 0 0 0 0,0 1 0 0 0,7-7 0 0 0,3 1 181 0 0,1 1-1 0 0,-1 1 0 0 0,2 0 1 0 0,-1 1-1 0 0,26-9 1 0 0,-30 13-261 0 0,0 0 0 0 0,0 1 1 0 0,1 0-1 0 0,0 1 0 0 0,-1 1 1 0 0,1 0-1 0 0,0 0 0 0 0,21 3 1 0 0,-30-1-174 0 0,0-1 0 0 0,0 1 0 0 0,0 0 0 0 0,-1 1 0 0 0,1-1 0 0 0,-1 1 0 0 0,1-1 0 0 0,-1 1 0 0 0,1 0 0 0 0,-1 0 0 0 0,0 0 0 0 0,0 1 0 0 0,0-1 0 0 0,0 1 0 0 0,-1 0 0 0 0,4 4 0 0 0,-3-3-2 0 0,-1 0-1 0 0,1 0 0 0 0,-1 0 1 0 0,0 0-1 0 0,-1 0 0 0 0,1 1 1 0 0,-1-1-1 0 0,0 1 0 0 0,0-1 1 0 0,0 1-1 0 0,-1 0 0 0 0,1-1 1 0 0,-1 7-1 0 0,-2 12-24 0 0,0-1-1 0 0,-2 0 1 0 0,0 0 0 0 0,-10 28-1 0 0,-38 82-67 0 0,2-16-41 0 0,-44 152 0 0 0,90-252 126 0 0,-4 30-1 0 0,7-42 21 0 0,1 1 0 0 0,0 0 0 0 0,0-1 0 0 0,0 1 0 0 0,0 0 1 0 0,1-1-1 0 0,0 1 0 0 0,0 0 0 0 0,0-1 0 0 0,1 1 0 0 0,2 5 0 0 0,-3-9-14 0 0,0 1-1 0 0,0-1 1 0 0,0 1-1 0 0,0-1 0 0 0,0 0 1 0 0,0 0-1 0 0,1 1 1 0 0,-1-1-1 0 0,0 0 1 0 0,1 0-1 0 0,-1 0 1 0 0,1 0-1 0 0,-1-1 1 0 0,1 1-1 0 0,0 0 0 0 0,-1-1 1 0 0,1 1-1 0 0,0-1 1 0 0,-1 1-1 0 0,1-1 1 0 0,0 0-1 0 0,0 0 1 0 0,2 0-1 0 0,5 0 23 0 0,-1-1 0 0 0,0 0 0 0 0,15-4 0 0 0,-11 1-30 0 0,-4 2-265 0 0,0 0 0 0 0,0-1 0 0 0,-1 0 0 0 0,1 0 0 0 0,12-9 0 0 0,3-4-6053 0 0,-10 4-563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4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10135 0 0,'0'0'1080'0'0,"4"13"-1080"0"0,-4-2 3984 0 0,2-2 480 0 0,-2 2-3792 0 0,0-1 264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11055 0 0,'-1'3'506'0'0,"-4"7"-272"0"0,-1 0 0 0 0,-12 15 1 0 0,0 2-244 0 0,-23 39 1858 0 0,4 1 0 0 0,-38 95 0 0 0,62-127-1626 0 0,1 1 1 0 0,-7 42 0 0 0,15-60-129 0 0,2 1 0 0 0,0-1 0 0 0,1 1 0 0 0,0 0 0 0 0,2-1 0 0 0,3 24 0 0 0,-3-35-55 0 0,1-1 0 0 0,-1 1 0 0 0,1-1-1 0 0,1 1 1 0 0,-1-1 0 0 0,1 0 0 0 0,0 0 0 0 0,0 0 0 0 0,1 0 0 0 0,0 0 0 0 0,0-1-1 0 0,6 7 1 0 0,-6-8-26 0 0,0-1 0 0 0,0 0 0 0 0,0-1 0 0 0,0 1 0 0 0,0-1 0 0 0,1 0 0 0 0,-1 0 0 0 0,1 0 0 0 0,-1 0 0 0 0,1-1 0 0 0,0 0 0 0 0,0 0 0 0 0,-1 0 0 0 0,1 0 0 0 0,0-1 0 0 0,0 0 0 0 0,0 0 0 0 0,5-1 0 0 0,0 0 9 0 0,1-1 0 0 0,-1 0 0 0 0,1 0 0 0 0,-1-1 0 0 0,0-1 0 0 0,14-6 0 0 0,-17 7 15 0 0,-1 0 1 0 0,-1-1-1 0 0,1 0 1 0 0,-1 0-1 0 0,1 0 1 0 0,-1 0-1 0 0,0-1 1 0 0,0 0-1 0 0,-1 0 1 0 0,0 0-1 0 0,6-10 1 0 0,-6 9 17 0 0,-1-1 1 0 0,0 0-1 0 0,0 0 1 0 0,0 0-1 0 0,-1 0 1 0 0,0-1-1 0 0,-1 1 1 0 0,1-1-1 0 0,-1 1 1 0 0,-1-13-1 0 0,0 15-31 0 0,0 1-1 0 0,-1 0 1 0 0,0-1-1 0 0,0 1 1 0 0,0 0-1 0 0,0 0 0 0 0,-1 0 1 0 0,1 0-1 0 0,-1 0 1 0 0,0 0-1 0 0,0 0 0 0 0,-1 1 1 0 0,1-1-1 0 0,-1 1 1 0 0,0-1-1 0 0,0 1 1 0 0,0 0-1 0 0,0 0 0 0 0,0 0 1 0 0,-4-2-1 0 0,1 2-39 0 0,1 0 0 0 0,0 0 0 0 0,-1 0 0 0 0,0 1 0 0 0,0-1 0 0 0,0 1 0 0 0,0 1 0 0 0,0-1 0 0 0,0 1 0 0 0,0 0 0 0 0,0 1 0 0 0,-12-1 0 0 0,10 2-686 0 0,0 0 0 0 0,0 0-1 0 0,1 1 1 0 0,-1 0 0 0 0,-13 5 0 0 0,7-2-5689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5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26 8287 0 0,'-3'-7'863'0'0,"2"6"-682"0"0,1-1 0 0 0,-1 1 0 0 0,0 0 1 0 0,0 0-1 0 0,0-1 0 0 0,-1 1 0 0 0,1 0 0 0 0,0 0 0 0 0,0 0 0 0 0,-1 0 0 0 0,1 1 1 0 0,0-1-1 0 0,-1 0 0 0 0,1 1 0 0 0,-1-1 0 0 0,1 0 0 0 0,-1 1 0 0 0,1 0 1 0 0,-1-1-1 0 0,1 1 0 0 0,-1 0 0 0 0,0 0 0 0 0,1 0 0 0 0,-1 0 0 0 0,1 0 0 0 0,-1 0 1 0 0,1 0-1 0 0,-1 1 0 0 0,1-1 0 0 0,-1 0 0 0 0,-1 2 0 0 0,-3-1 385 0 0,0 1-1 0 0,1 1 1 0 0,-1-1 0 0 0,1 1-1 0 0,0 0 1 0 0,0 0 0 0 0,-6 5-1 0 0,-129 128 3218 0 0,130-125-3526 0 0,10-10-249 0 0,-1-1 0 0 0,1 1 0 0 0,0-1 0 0 0,-1 1 0 0 0,1-1 0 0 0,0 1 0 0 0,-1-1 0 0 0,1 1 0 0 0,0-1 0 0 0,0 1 0 0 0,-1-1 0 0 0,1 1 0 0 0,0 0 0 0 0,0-1 0 0 0,0 1 0 0 0,0-1 0 0 0,0 1 0 0 0,0-1 0 0 0,0 1 0 0 0,0 0 0 0 0,0-1 0 0 0,0 1 0 0 0,0 1 0 0 0,4 0 56 0 0,16 15-110 0 0,-15-14 25 0 0,-1 1-1 0 0,1 0 1 0 0,-1 0-1 0 0,7 8 1 0 0,-5-3-26 0 0,-1 0 1 0 0,1 0 0 0 0,-1 1-1 0 0,-1 0 1 0 0,0 0 0 0 0,-1 0-1 0 0,1 1 1 0 0,-2-1-1 0 0,3 20 1 0 0,-2 6-626 0 0,-2 58-1 0 0,-2-48-277 0 0,1-11-152 0 0,-1 20-1765 0 0,4-21-2778 0 0,1-18 763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282 104 7831 0 0,'1'-15'608'0'0,"-1"12"-460"0"0,1 1 0 0 0,-1-1 0 0 0,0 1 0 0 0,0-1 1 0 0,0 0-1 0 0,-1 1 0 0 0,1-1 0 0 0,0 1 0 0 0,-1-1 0 0 0,0 1 1 0 0,0-1-1 0 0,0 1 0 0 0,0-1 0 0 0,0 1 0 0 0,0 0 0 0 0,0 0 1 0 0,-1-1-1 0 0,-2-2 0 0 0,1 1 46 0 0,-1 1 0 0 0,1 0 0 0 0,-1-1 0 0 0,0 1 0 0 0,0 1 0 0 0,0-1 0 0 0,-1 1 0 0 0,1-1 0 0 0,-1 1 0 0 0,1 0 0 0 0,-1 1 0 0 0,0-1 0 0 0,1 1 0 0 0,-1 0 0 0 0,0 0 0 0 0,0 0 0 0 0,0 1 0 0 0,0 0 0 0 0,0 0 0 0 0,0 0 0 0 0,1 1 0 0 0,-1-1 0 0 0,0 1 0 0 0,0 0 0 0 0,0 1 0 0 0,-4 1-1 0 0,0 0-105 0 0,1 0-1 0 0,0 0 0 0 0,0 1 0 0 0,1 1 0 0 0,-1-1 1 0 0,1 1-1 0 0,0 0 0 0 0,0 1 0 0 0,1-1 0 0 0,0 2 0 0 0,0-1 1 0 0,0 0-1 0 0,0 1 0 0 0,-4 9 0 0 0,4-6 87 0 0,1 1 0 0 0,1-1-1 0 0,0 1 1 0 0,0 0 0 0 0,1 0 0 0 0,1 1-1 0 0,0-1 1 0 0,0 1 0 0 0,1-1 0 0 0,1 1-1 0 0,0-1 1 0 0,0 1 0 0 0,1 0 0 0 0,4 16-1 0 0,1-1 75 0 0,2 0-1 0 0,0 0 0 0 0,2-1 1 0 0,25 47-1 0 0,-13-33-465 0 0,1-1-1 0 0,32 40 1 0 0,-48-71 56 0 0,5 7-290 0 0,16 27 1 0 0,-26-37 398 0 0,1-1 1 0 0,-1 1 0 0 0,0-1-1 0 0,-1 1 1 0 0,1 0 0 0 0,-1 0-1 0 0,0 0 1 0 0,0 0 0 0 0,0 0 0 0 0,-1 0-1 0 0,0 7 1 0 0,0-11 64 0 0,0 0 0 0 0,0 1 0 0 0,0-1 0 0 0,-1 0 0 0 0,1 0 0 0 0,0 1 0 0 0,-1-1 0 0 0,1 0 0 0 0,-1 0 0 0 0,1 0 0 0 0,-1 1 0 0 0,0-1 0 0 0,0 0 0 0 0,1 0 0 0 0,-1 0 0 0 0,0 0 0 0 0,0 0 0 0 0,0-1 1 0 0,-1 2-1 0 0,-1-1 17 0 0,1 1 0 0 0,0-1 1 0 0,0 0-1 0 0,0 0 1 0 0,-1-1-1 0 0,1 1 1 0 0,-1 0-1 0 0,1-1 0 0 0,-5 1 1 0 0,0-1 71 0 0,-1 0 0 0 0,0 0-1 0 0,0-1 1 0 0,1 0 0 0 0,-13-4 0 0 0,13 3 8 0 0,-1 0 0 0 0,1-1 1 0 0,0 0-1 0 0,0-1 0 0 0,0 1 1 0 0,0-2-1 0 0,1 1 0 0 0,-8-6 1 0 0,11 7-55 0 0,0 1 1 0 0,1-1 0 0 0,-1 0-1 0 0,1 0 1 0 0,-1 0 0 0 0,1 0-1 0 0,0 0 1 0 0,0 0 0 0 0,0-1-1 0 0,1 1 1 0 0,-1-1 0 0 0,1 1-1 0 0,0-1 1 0 0,0 0-1 0 0,0 1 1 0 0,0-1 0 0 0,1 0-1 0 0,-1-7 1 0 0,2 3-6 0 0,0-1-1 0 0,1 1 0 0 0,0-1 1 0 0,0 1-1 0 0,1 0 0 0 0,0 0 1 0 0,6-11-1 0 0,2-2-4 0 0,19-26-1 0 0,70-74-236 0 0,-40 52-725 0 0,-23 22-1062 0 0,0 1-5253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6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250 161 4607 0 0,'0'0'354'0'0,"1"-2"-233"0"0,21-33 2607 0 0,-15 20 1943 0 0,11-31-1 0 0,-18 43-4475 0 0,1 1-1 0 0,-1 0 0 0 0,1-1 0 0 0,-1 1 1 0 0,0 0-1 0 0,0-1 0 0 0,0 1 1 0 0,-1 0-1 0 0,1-1 0 0 0,0 1 0 0 0,-1 0 1 0 0,1-1-1 0 0,-1 1 0 0 0,0 0 0 0 0,0 0 1 0 0,0 0-1 0 0,-2-4 0 0 0,2 4-152 0 0,0 1-1 0 0,0 0 0 0 0,0 0 1 0 0,0 0-1 0 0,0-1 1 0 0,-1 1-1 0 0,1 0 0 0 0,0 1 1 0 0,-1-1-1 0 0,1 0 1 0 0,0 0-1 0 0,-1 0 0 0 0,1 1 1 0 0,-1-1-1 0 0,1 1 1 0 0,-1-1-1 0 0,1 1 0 0 0,-1 0 1 0 0,1-1-1 0 0,-1 1 0 0 0,1 0 1 0 0,-1 0-1 0 0,0 0 1 0 0,1 0-1 0 0,-1 0 0 0 0,1 1 1 0 0,-3-1-1 0 0,-5 3 25 0 0,0 1 1 0 0,1-1-1 0 0,-1 1 0 0 0,1 1 1 0 0,0-1-1 0 0,0 2 0 0 0,-7 5 1 0 0,0 2-55 0 0,1 0 1 0 0,-18 21-1 0 0,14-13-12 0 0,2 0 0 0 0,0 2 0 0 0,-13 24 0 0 0,23-36 0 0 0,1 1 0 0 0,0-1 0 0 0,1 0 0 0 0,0 1 0 0 0,1 0 0 0 0,0 0 0 0 0,1 0 0 0 0,0 1 0 0 0,0 11 0 0 0,2-19 3 0 0,0 1-1 0 0,1-1 1 0 0,-1 0-1 0 0,1 0 1 0 0,0 0-1 0 0,0 0 1 0 0,1 0-1 0 0,-1 0 1 0 0,1 0-1 0 0,0 0 1 0 0,1-1-1 0 0,-1 1 1 0 0,1-1-1 0 0,0 1 1 0 0,0-1-1 0 0,0 0 1 0 0,1 0-1 0 0,-1 0 1 0 0,1-1-1 0 0,0 1 1 0 0,0-1-1 0 0,0 0 1 0 0,0 0-1 0 0,1-1 1 0 0,-1 1-1 0 0,1-1 1 0 0,0 0-1 0 0,0 0 1 0 0,0 0-1 0 0,0-1 1 0 0,9 2-1 0 0,-7-2 39 0 0,1-1 0 0 0,-1 0-1 0 0,0 0 1 0 0,1-1 0 0 0,-1 0-1 0 0,0 0 1 0 0,1-1 0 0 0,-1 0-1 0 0,0 0 1 0 0,0-1 0 0 0,0 0-1 0 0,-1 0 1 0 0,1 0 0 0 0,-1-1-1 0 0,1 0 1 0 0,-1 0 0 0 0,-1-1-1 0 0,1 0 1 0 0,9-10 0 0 0,-4 2 106 0 0,0 1 1 0 0,-1-2 0 0 0,-1 1-1 0 0,0-1 1 0 0,-1-1 0 0 0,-1 0-1 0 0,11-30 1 0 0,-12 28-80 0 0,-2 0 1 0 0,1 0 0 0 0,-2 0-1 0 0,0 0 1 0 0,-2-1 0 0 0,0 1-1 0 0,-1-21 1 0 0,0 38-56 0 0,0 0-1 0 0,0 0 1 0 0,0 0-1 0 0,0 0 1 0 0,0 0-1 0 0,0 0 1 0 0,0-1-1 0 0,0 1 1 0 0,1 0-1 0 0,-2 0 1 0 0,1 0-1 0 0,0 0 1 0 0,0 0-1 0 0,0-1 1 0 0,0 1-1 0 0,0 0 1 0 0,0 0-1 0 0,0 0 1 0 0,0 0-1 0 0,0 0 1 0 0,0 0-1 0 0,0-1 1 0 0,0 1-1 0 0,0 0 1 0 0,0 0-1 0 0,0 0 1 0 0,0 0-1 0 0,-1 0 1 0 0,1 0-1 0 0,0 0 1 0 0,0-1-1 0 0,0 1 1 0 0,0 0-1 0 0,0 0 1 0 0,0 0-1 0 0,-1 0 1 0 0,1 0-1 0 0,0 0 1 0 0,0 0-1 0 0,0 0 1 0 0,0 0-1 0 0,0 0 1 0 0,0 0-1 0 0,-1 0 1 0 0,1 0-1 0 0,0 0 1 0 0,0 0-1 0 0,0 0 1 0 0,0 0-1 0 0,0 0 1 0 0,-1 0-1 0 0,1 0 1 0 0,0 0-1 0 0,0 0 1 0 0,0 0-1 0 0,0 0 1 0 0,-1 1-1 0 0,-7 9 240 0 0,-7 18-29 0 0,1 3 54 0 0,-17 67 0 0 0,1 39-16 0 0,16-72-172 0 0,-34 277 115 0 0,29 3-2068 0 0,19-182-3876 0 0,2-147 743 0 0,2-3-1350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9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21 145 10135 0 0,'-7'-2'919'0'0,"-2"-4"-759"0"0,5-1-143 0 0,4 5 210 0 0,0-1-1 0 0,0 1 1 0 0,0-1-1 0 0,1 1 1 0 0,-1-1-1 0 0,1 1 1 0 0,0 0 0 0 0,-1-1-1 0 0,1 1 1 0 0,0 0-1 0 0,1 0 1 0 0,-1 0-1 0 0,0-1 1 0 0,1 1-1 0 0,-1 0 1 0 0,1 1-1 0 0,-1-1 1 0 0,1 0-1 0 0,0 0 1 0 0,0 1-1 0 0,0-1 1 0 0,0 1-1 0 0,3-2 1 0 0,5-3 1231 0 0,0 0 0 0 0,1 1 0 0 0,18-7 0 0 0,5 1-990 0 0,2 1 0 0 0,-1 2-1 0 0,1 2 1 0 0,43-3-1 0 0,149 3-1146 0 0,-195 6 347 0 0,-24 0-193 0 0,-1 0 0 0 0,1 1 0 0 0,-1 0 0 0 0,11 2 0 0 0,-17-2-1092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1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5063 0 0,'3'1'9131'0'0,"3"0"-8451"0"0,-1 0 0 0 0,1 0 0 0 0,-1-1 0 0 0,1 1 0 0 0,-1-1 0 0 0,11-2 0 0 0,38-7 498 0 0,-26 4-397 0 0,224-30 1884 0 0,-168 29-4802 0 0,2 4-4054 0 0,-49 2-388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1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73 148 10967 0 0,'0'0'499'0'0,"1"-1"-4"0"0,4-5-358 0 0,0 0 0 0 0,0-1 0 0 0,5-8-1 0 0,-7 9 347 0 0,0 0 0 0 0,1 1 0 0 0,0-1 0 0 0,0 1 0 0 0,1 0 0 0 0,5-5 0 0 0,-6 7 29 0 0,12-10 985 0 0,-1 2 1 0 0,32-18-1 0 0,-43 27-1417 0 0,0 0 1 0 0,-1 0-1 0 0,1 1 1 0 0,0-1-1 0 0,0 1 1 0 0,0 0-1 0 0,1 0 0 0 0,-1 0 1 0 0,0 1-1 0 0,0-1 1 0 0,0 1-1 0 0,1 0 1 0 0,-1 0-1 0 0,0 1 1 0 0,0-1-1 0 0,0 1 0 0 0,1 0 1 0 0,-1 0-1 0 0,5 2 1 0 0,-7-2-78 0 0,-1 0 0 0 0,1 1-1 0 0,-1-1 1 0 0,1 0 0 0 0,-1 1 0 0 0,1-1 0 0 0,-1 1 0 0 0,0-1 0 0 0,0 1 0 0 0,0 0 0 0 0,0-1 0 0 0,0 1-1 0 0,0 0 1 0 0,0 0 0 0 0,0-1 0 0 0,-1 1 0 0 0,1 0 0 0 0,-1 0 0 0 0,1 0 0 0 0,-1 0 0 0 0,0 0-1 0 0,0 0 1 0 0,0 0 0 0 0,0 0 0 0 0,-1 3 0 0 0,0 5-42 0 0,0-1 0 0 0,-1 0 1 0 0,0 0-1 0 0,-4 9 0 0 0,-10 27-636 0 0,-40 75 0 0 0,-33 35-117 0 0,34-62 702 0 0,49-82 119 0 0,0 0 0 0 0,1 0 0 0 0,0 0 0 0 0,-3 13 0 0 0,7-21 16 0 0,0 1 1 0 0,1 0-1 0 0,-1-1 0 0 0,1 1 0 0 0,-1-1 0 0 0,1 1 1 0 0,0 0-1 0 0,1-1 0 0 0,-1 1 0 0 0,1-1 0 0 0,-1 1 1 0 0,1-1-1 0 0,0 1 0 0 0,1-1 0 0 0,-1 1 0 0 0,0-1 1 0 0,4 6-1 0 0,0-3 28 0 0,0 1 1 0 0,1-1 0 0 0,10 10-1 0 0,-2-3-30 0 0,-11-10-37 0 0,-1 0 0 0 0,0 0-1 0 0,0 0 1 0 0,0 0 0 0 0,0 1 0 0 0,-1-1-1 0 0,0 0 1 0 0,1 1 0 0 0,-1-1 0 0 0,0 1-1 0 0,0 0 1 0 0,-1-1 0 0 0,1 1 0 0 0,-1 0 0 0 0,0-1-1 0 0,0 1 1 0 0,0 0 0 0 0,0-1 0 0 0,-1 1-1 0 0,1 0 1 0 0,-1-1 0 0 0,0 1 0 0 0,-2 4-1 0 0,-1 4-17 0 0,-1 0 0 0 0,0-1 0 0 0,0 0 0 0 0,-1 0 0 0 0,-14 17-1 0 0,9-15-433 0 0,-1 0-1 0 0,-1-1 0 0 0,-21 16 0 0 0,16-14-967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8287 0 0,'0'0'736'0'0,"5"11"-584"0"0,-1-1-152 0 0,0 3 0 0 0,1-2 1912 0 0,-1 0 352 0 0,-2 2 72 0 0,2 0 8 0 0,-1 4-1336 0 0,-1-4-272 0 0,0 0-48 0 0,-2-2-16 0 0,2 2-824 0 0,2-4-168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7831 0 0,'0'0'706'0'0,"1"1"-578"0"0,22 9-558 0 0,-20-8 1015 0 0,0 1 1 0 0,0-1-1 0 0,-1 0 0 0 0,1 1 1 0 0,-1-1-1 0 0,1 1 1 0 0,-1 0-1 0 0,0 0 0 0 0,0 0 1 0 0,0 0-1 0 0,0 0 1 0 0,-1 0-1 0 0,1 0 1 0 0,-1 1-1 0 0,0-1 0 0 0,1 5 1 0 0,-1-3-450 0 0,0 0-1 0 0,-1 0 1 0 0,1 0 0 0 0,-2 6 0 0 0,-4 136-31 0 0,4-136-128 0 0,0 7 2 0 0,1 36 1 0 0,0-49 21 0 0,1 0-1 0 0,0-1 0 0 0,0 1 1 0 0,0 0-1 0 0,0-1 0 0 0,0 1 0 0 0,1-1 1 0 0,0 0-1 0 0,0 1 0 0 0,0-1 1 0 0,1 0-1 0 0,5 7 0 0 0,-6-9 0 0 0,0-1-1 0 0,1 1 1 0 0,-1-1-1 0 0,0 1 1 0 0,1-1-1 0 0,0 1 1 0 0,-1-1-1 0 0,1 0 1 0 0,0 0-1 0 0,-1-1 1 0 0,1 1 0 0 0,0-1-1 0 0,0 1 1 0 0,0-1-1 0 0,-1 0 1 0 0,1 0-1 0 0,0 0 1 0 0,0 0-1 0 0,0 0 1 0 0,0-1-1 0 0,3 0 1 0 0,6-2-49 0 0,0 0 0 0 0,0-1 0 0 0,16-8 0 0 0,36-21-683 0 0,-48 24-118 0 0,12-6-746 0 0</inkml:trace>
  <inkml:trace contextRef="#ctx0" brushRef="#br0" timeOffset="1">519 1 16759 0 0,'0'2'763'0'0,"0"13"-554"0"0,0 0-1 0 0,-2-1 1 0 0,0 1 0 0 0,0 0-1 0 0,-1-1 1 0 0,-6 15 0 0 0,1 2 625 0 0,-2 10-155 0 0,-29 140 828 0 0,36-156-1778 0 0,0 1 0 0 0,2 1-1 0 0,1-1 1 0 0,0 0 0 0 0,6 26-1 0 0,-1-19-1392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94 5063 0 0,'2'-4'223'0'0,"0"-1"-1"0"0,0 1 0 0 0,-1-1 0 0 0,1 1 0 0 0,-1-1 0 0 0,0 0 0 0 0,0 0 1 0 0,-1-8-1 0 0,0 12-7 0 0,0-1 1 0 0,0 0-1 0 0,-1 0 1 0 0,1 1-1 0 0,0-1 1 0 0,-1 0 0 0 0,0 1-1 0 0,1-1 1 0 0,-1 1-1 0 0,0-1 1 0 0,0 1-1 0 0,0-1 1 0 0,0 1-1 0 0,0-1 1 0 0,0 1-1 0 0,-1 0 1 0 0,1 0 0 0 0,0-1-1 0 0,-1 1 1 0 0,1 0-1 0 0,0 0 1 0 0,-1 0-1 0 0,1 1 1 0 0,-1-1-1 0 0,0 0 1 0 0,1 1-1 0 0,-4-2 1 0 0,0 1-73 0 0,0-1 1 0 0,0 1-1 0 0,0 0 0 0 0,0 0 1 0 0,0 1-1 0 0,0-1 0 0 0,0 1 1 0 0,0 0-1 0 0,-1 1 0 0 0,1-1 1 0 0,0 1-1 0 0,0 0 0 0 0,0 0 1 0 0,0 1-1 0 0,0-1 0 0 0,0 1 1 0 0,1 0-1 0 0,-1 0 0 0 0,-7 6 0 0 0,6-4-50 0 0,0 1 0 0 0,1 0 0 0 0,0 0 0 0 0,0 0-1 0 0,0 1 1 0 0,1 0 0 0 0,-1 0 0 0 0,1 0-1 0 0,1 0 1 0 0,-1 0 0 0 0,1 1 0 0 0,0 0-1 0 0,-2 9 1 0 0,-1 5 259 0 0,2 0 0 0 0,0-1 0 0 0,1 1 0 0 0,2 1-1 0 0,0-1 1 0 0,1 0 0 0 0,3 26 0 0 0,2-10-236 0 0,2 0-1 0 0,2-1 1 0 0,15 44 0 0 0,-20-70-116 0 0,-1-1 1 0 0,-1 1-1 0 0,0-1 1 0 0,0 1 0 0 0,0 0-1 0 0,-2 0 1 0 0,1 13 0 0 0,-2-19 3 0 0,1 1-1 0 0,-1-1 1 0 0,0 0 0 0 0,0 0 0 0 0,0 0 0 0 0,0 0-1 0 0,-1 0 1 0 0,0-1 0 0 0,0 1 0 0 0,0 0 0 0 0,0-1 0 0 0,0 1-1 0 0,-1-1 1 0 0,1 0 0 0 0,-1 0 0 0 0,0 0 0 0 0,0 0-1 0 0,0 0 1 0 0,-1 0 0 0 0,-3 1 0 0 0,1 0 66 0 0,0-1 1 0 0,0 1 0 0 0,0-1-1 0 0,-1-1 1 0 0,1 0-1 0 0,-1 0 1 0 0,0 0 0 0 0,1 0-1 0 0,-1-1 1 0 0,0 0-1 0 0,0-1 1 0 0,0 0 0 0 0,0 0-1 0 0,0 0 1 0 0,0-1-1 0 0,1 0 1 0 0,-14-3 0 0 0,19 3-29 0 0,1 1 1 0 0,-1-1 0 0 0,0 1 0 0 0,0-1 0 0 0,1 0 0 0 0,-1 1 0 0 0,0-1 0 0 0,1 0 0 0 0,-1 0 0 0 0,0 0-1 0 0,1 0 1 0 0,-1 1 0 0 0,1-1 0 0 0,0 0 0 0 0,-1 0 0 0 0,1 0 0 0 0,0 0 0 0 0,-1 0 0 0 0,1 0 0 0 0,0-2 0 0 0,-1-18 486 0 0,3 13-397 0 0,-1-1-1 0 0,1 1 1 0 0,1 1-1 0 0,0-1 0 0 0,0 0 1 0 0,0 1-1 0 0,6-9 1 0 0,34-48 412 0 0,-38 57-487 0 0,92-116-635 0 0,-70 85-577 0 0,1 1-69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1199 17 8751 0 0,'0'0'674'0'0,"2"-1"-438"0"0,18-14 7244 0 0,-23 17-6475 0 0,-101 96 1978 0 0,37-32-2421 0 0,-174 143-39 0 0,-77 73-466 0 0,-46 67-57 0 0,346-332 0 0 0,0 2 0 0 0,1 0 0 0 0,0 1 0 0 0,2 1 0 0 0,-14 24 0 0 0,27-42 17 0 0,1-1 1 0 0,0 1-1 0 0,0-1 0 0 0,0 1 1 0 0,0-1-1 0 0,0 1 0 0 0,1 0 0 0 0,-1-1 1 0 0,1 1-1 0 0,-1 0 0 0 0,1 0 1 0 0,0-1-1 0 0,0 1 0 0 0,1 0 1 0 0,-1-1-1 0 0,0 1 0 0 0,1 0 0 0 0,0-1 1 0 0,-1 1-1 0 0,3 4 0 0 0,-1-4 26 0 0,1 1 1 0 0,-1-1-1 0 0,0 0 0 0 0,1 0 0 0 0,0 0 1 0 0,0-1-1 0 0,0 1 0 0 0,0-1 0 0 0,0 1 0 0 0,0-1 1 0 0,1 0-1 0 0,-1 0 0 0 0,8 2 0 0 0,5 2 105 0 0,1-1 0 0 0,0 0-1 0 0,1-1 1 0 0,-1-1 0 0 0,1 0 0 0 0,20-1-1 0 0,110-7 576 0 0,-105 3-544 0 0,231-5 858 0 0,-199 10-649 0 0,124 20-1 0 0,-171-17-451 0 0,11 2-647 0 0,0-2 0 0 0,47 1 0 0 0,-84-7-1047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4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1839 0 0,'1'0'8056'0'0,"52"-7"2156"0"0,29 2-6412 0 0,22-3-3292 0 0,-97 7-842 0 0,-2 1 1115 0 0,3 0-1867 0 0,8 0-2503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5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10 9439 0 0,'0'0'859'0'0,"2"-2"-710"0"0,7-6 5026 0 0,-8 11-4607 0 0,-1 12 198 0 0,-1 30 0 0 0,0 2-74 0 0,3-18-166 0 0,1 0 1 0 0,11 43-1 0 0,21 55 1082 0 0,-30-113-1435 0 0,-1 0-32 0 0,0 0-1 0 0,-1 1 1 0 0,-1-1 0 0 0,0 1-1 0 0,0 18 1 0 0,-2-25-124 0 0,-1 0 0 0 0,0 0 1 0 0,0 0-1 0 0,-1 0 0 0 0,0 0 0 0 0,0 0 0 0 0,-1-1 1 0 0,0 1-1 0 0,0-1 0 0 0,-1 1 0 0 0,-4 6 0 0 0,3-7-1 0 0,1-1 0 0 0,-1 0 0 0 0,0 0 0 0 0,0 0 0 0 0,-1 0-1 0 0,-8 6 1 0 0,-10 2-149 0 0,13-14-377 0 0,7 0 101 0 0,3 0 254 0 0,0 0 0 0 0,0 0-1 0 0,0 0 1 0 0,0 0 0 0 0,1-1 0 0 0,-1 1-1 0 0,0 0 1 0 0,0 0 0 0 0,0 0 0 0 0,0-1-1 0 0,1 1 1 0 0,-1-1 0 0 0,0 1 0 0 0,-1-1-1 0 0,-1-1-901 0 0,-10-5-5777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5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13503 0 0,'0'0'1224'0'0,"3"0"-1008"0"0,1-1-196 0 0,23 2 128 0 0,2 3 2620 0 0,48 14-1 0 0,-74-17-2310 0 0,1 0-305 0 0,79 18-2438 0 0,-80-19 1012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5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 8287 0 0,'-3'3'639'0'0,"-161"240"5256"0"0,25 10-3982 0 0,108-185-1471 0 0,-41 133 0 0 0,65-175-398 0 0,-6 42 0 0 0,12-59 2 0 0,0 0 0 0 0,0 0 1 0 0,1 0-1 0 0,1 0 1 0 0,0 0-1 0 0,0 0 0 0 0,1 0 1 0 0,4 14-1 0 0,-6-21 0 0 0,1 0-1 0 0,0 0 0 0 0,0 0 1 0 0,0 0-1 0 0,0-1 0 0 0,0 1 1 0 0,1 0-1 0 0,-1-1 0 0 0,0 1 1 0 0,1-1-1 0 0,-1 0 0 0 0,1 1 1 0 0,0-1-1 0 0,-1 0 0 0 0,1 0 1 0 0,3 2-1 0 0,-1-2 24 0 0,-1 0 1 0 0,1 0-1 0 0,-1 0 1 0 0,1 0-1 0 0,0-1 1 0 0,-1 1-1 0 0,1-1 0 0 0,7 0 1 0 0,-3-1 51 0 0,1-1 0 0 0,0 1 0 0 0,0-1 0 0 0,-1-1 0 0 0,1 0 0 0 0,-1 0 0 0 0,9-5 0 0 0,6-7 192 0 0,0-1 0 0 0,0-1 0 0 0,-2-1-1 0 0,20-20 1 0 0,-33 29-197 0 0,0 1 0 0 0,-1-1 0 0 0,1 0 0 0 0,-2 0 0 0 0,0-1 0 0 0,0 0 0 0 0,0 0 0 0 0,5-16 0 0 0,-10 22-67 0 0,0 0 0 0 0,0 0 0 0 0,0 0-1 0 0,0 0 1 0 0,-1-1 0 0 0,1 1 0 0 0,-1 0 0 0 0,0 0-1 0 0,0-1 1 0 0,-1 1 0 0 0,-1-5 0 0 0,1 5-26 0 0,0 1 0 0 0,0 0 1 0 0,0 0-1 0 0,-1 0 0 0 0,0 0 0 0 0,1 1 1 0 0,-1-1-1 0 0,0 0 0 0 0,-1 1 1 0 0,1-1-1 0 0,0 1 0 0 0,-1 0 0 0 0,1 0 1 0 0,-1 0-1 0 0,1 0 0 0 0,-5-2 0 0 0,2 1-30 0 0,1 1 0 0 0,-1 0 0 0 0,0 0-1 0 0,0 1 1 0 0,0-1 0 0 0,0 1-1 0 0,0 0 1 0 0,0 0 0 0 0,0 1-1 0 0,0-1 1 0 0,0 1 0 0 0,-10 1 0 0 0,0 2-775 0 0,1 0 0 0 0,0 0 0 0 0,-19 8 0 0 0,20-7-1089 0 0</inkml:trace>
  <inkml:trace contextRef="#ctx0" brushRef="#br0" timeOffset="1">459 785 9671 0 0,'0'0'424'0'0,"6"16"96"0"0,-2-1-416 0 0,-4 2-104 0 0,0-2 1560 0 0,-2 2 288 0 0,0-1 1976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6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26 12351 0 0,'0'0'564'0'0,"-1"-1"-9"0"0,-4-8-359 0 0,4 7-153 0 0,-1 1 0 0 0,1-1-1 0 0,-1 1 1 0 0,1 0 0 0 0,-1 0 0 0 0,0 0-1 0 0,0 0 1 0 0,1 0 0 0 0,-1 0 0 0 0,0 0 0 0 0,0 1-1 0 0,0-1 1 0 0,0 1 0 0 0,0-1 0 0 0,0 1 0 0 0,0 0-1 0 0,0 0 1 0 0,0 0 0 0 0,0 0 0 0 0,0 0 0 0 0,0 0-1 0 0,0 0 1 0 0,0 1 0 0 0,0-1 0 0 0,0 1-1 0 0,0-1 1 0 0,0 1 0 0 0,0 0 0 0 0,0 0 0 0 0,-2 2-1 0 0,-4 1 246 0 0,1 1-1 0 0,1 0 0 0 0,-1 0 0 0 0,1 1 1 0 0,0-1-1 0 0,-7 9 0 0 0,2 0 27 0 0,0 0 0 0 0,-14 25 0 0 0,20-31-211 0 0,1 1-1 0 0,0-1 0 0 0,1 1 1 0 0,0-1-1 0 0,0 1 1 0 0,-2 15-1 0 0,5-24-92 0 0,0 1 0 0 0,0 0-1 0 0,0 0 1 0 0,0-1 0 0 0,0 1 0 0 0,0 0 0 0 0,0-1 0 0 0,1 1 0 0 0,-1-1-1 0 0,0 1 1 0 0,0 0 0 0 0,1-1 0 0 0,-1 1 0 0 0,0 0 0 0 0,1-1 0 0 0,-1 1-1 0 0,0-1 1 0 0,1 1 0 0 0,-1-1 0 0 0,1 1 0 0 0,-1-1 0 0 0,1 1 0 0 0,-1-1-1 0 0,1 0 1 0 0,0 1 0 0 0,-1-1 0 0 0,1 0 0 0 0,-1 1 0 0 0,1-1-1 0 0,0 0 1 0 0,-1 0 0 0 0,1 0 0 0 0,1 1 0 0 0,1-1-2 0 0,0 1 1 0 0,0-1-1 0 0,0 1 0 0 0,0-1 1 0 0,5-1-1 0 0,10-2-45 0 0,-1 0-1 0 0,32-12 1 0 0,-29 8-10 0 0,40-8-1 0 0,-54 14 64 0 0,0 1-1 0 0,0-1 0 0 0,0 1 0 0 0,0 0 1 0 0,0 1-1 0 0,0-1 0 0 0,-1 1 0 0 0,1 0 1 0 0,0 1-1 0 0,0-1 0 0 0,7 4 0 0 0,-10-3 14 0 0,0-1 0 0 0,0 1 0 0 0,-1 0 0 0 0,1 0 1 0 0,0-1-1 0 0,-1 2 0 0 0,0-1 0 0 0,1 0 0 0 0,-1 1 0 0 0,0-1 0 0 0,0 1 0 0 0,0-1 0 0 0,0 1 0 0 0,2 5 0 0 0,-2-3 45 0 0,0 1-1 0 0,-1-1 1 0 0,1 1-1 0 0,-1-1 1 0 0,0 1-1 0 0,0-1 1 0 0,-1 11-1 0 0,-1 1 78 0 0,0 0-1 0 0,-2 0 1 0 0,0 0 0 0 0,-8 25 0 0 0,-59 160-92 0 0,25-76-898 0 0,30-88-453 0 0,-1-1 0 0 0,-26 43 1 0 0,40-78 144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6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22 1839 0 0,'18'-6'352'0'0,"1"1"0"0"0,0 1-1 0 0,25-2 1 0 0,-36 6 763 0 0,-1 0-1 0 0,1 0 1 0 0,0 0 0 0 0,13 4 0 0 0,-17-3-3 0 0,1 0 1 0 0,-1 1 0 0 0,0-1-1 0 0,1 1 1 0 0,-1 0 0 0 0,0 1-1 0 0,0-1 1 0 0,6 6 0 0 0,-7-5-920 0 0,0-1 0 0 0,-1 1 0 0 0,1 1 0 0 0,-1-1 0 0 0,0 0 0 0 0,0 1 0 0 0,0-1 0 0 0,0 1 0 0 0,-1-1 0 0 0,0 1 0 0 0,1 0 0 0 0,-1-1 1 0 0,-1 1-1 0 0,1 0 0 0 0,0 6 0 0 0,0 7 256 0 0,-1-1 0 0 0,-2 23 0 0 0,1-29-288 0 0,-4 39 149 0 0,-2-1 0 0 0,-2-1-1 0 0,-23 68 1 0 0,-62 134-322 0 0,84-224 10 0 0,-4 7-1240 0 0,-1 0-1 0 0,-26 39 1 0 0,40-70 98 0 0,-10-2-8362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4:27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55 5983 0 0,'-2'0'464'0'0,"-16"4"741"0"0,1 0-1 0 0,-1 1 0 0 0,1 0 0 0 0,-29 15 1 0 0,21-8 712 0 0,1 2 0 0 0,-33 24 1 0 0,49-32-1642 0 0,1 1 0 0 0,-1 0 1 0 0,1 0-1 0 0,1 1 1 0 0,-11 15-1 0 0,15-21 299 0 0,3-2-563 0 0,-1 0 0 0 0,0 0 0 0 0,0 0-1 0 0,1 0 1 0 0,-1 0 0 0 0,0 0 0 0 0,0 0 0 0 0,0 0 0 0 0,1 0 0 0 0,-1 0 0 0 0,0 0-1 0 0,0 0 1 0 0,0 1 0 0 0,1-1 0 0 0,-1 0 0 0 0,0 0 0 0 0,0 0 0 0 0,0 0 0 0 0,0 0 0 0 0,0 1-1 0 0,1-1 1 0 0,-1 0 0 0 0,0 0 0 0 0,0 0 0 0 0,0 1 0 0 0,0-1 0 0 0,0 0 0 0 0,0 0 0 0 0,0 0-1 0 0,0 1 1 0 0,0-1 0 0 0,0 0 0 0 0,0 1 0 0 0,1-1 3 0 0,-1 0 0 0 0,0 1-1 0 0,0-1 1 0 0,0 1 0 0 0,0-1 0 0 0,0 1 0 0 0,1-1-1 0 0,-1 0 1 0 0,0 1 0 0 0,0-1 0 0 0,1 0 0 0 0,-1 1-1 0 0,0-1 1 0 0,1 0 0 0 0,-1 1 0 0 0,0-1 0 0 0,1 0-1 0 0,-1 1 1 0 0,1-1 0 0 0,-1 0 0 0 0,0 0 0 0 0,1 0-1 0 0,-1 1 1 0 0,1-1 0 0 0,-1 0 0 0 0,1 0 0 0 0,0 0 0 0 0,5 1 78 0 0,0-1 1 0 0,0 1 0 0 0,0-1 0 0 0,0-1-1 0 0,0 1 1 0 0,0-1 0 0 0,0 0 0 0 0,0-1-1 0 0,0 1 1 0 0,-1-1 0 0 0,1 0 0 0 0,0 0-1 0 0,-1-1 1 0 0,9-5 0 0 0,3-3 199 0 0,-1 0-1 0 0,0-2 1 0 0,17-17 0 0 0,-27 24-234 0 0,0 1 1 0 0,-1-2 0 0 0,0 1-1 0 0,0-1 1 0 0,0 1-1 0 0,4-12 1 0 0,-7 15-32 0 0,0-1 0 0 0,-1 1-1 0 0,0-1 1 0 0,0 1 0 0 0,0-1 0 0 0,0 0-1 0 0,-1 1 1 0 0,1-1 0 0 0,-1 0 0 0 0,0 0-1 0 0,0 1 1 0 0,0-1 0 0 0,-1 0 0 0 0,1 0-1 0 0,-2-5 1 0 0,1 8-19 0 0,1 1 0 0 0,-1-1 0 0 0,1 0 1 0 0,-1 0-1 0 0,1 1 0 0 0,-1-1 0 0 0,1 0 0 0 0,-1 1 0 0 0,0-1 0 0 0,1 1 0 0 0,-1-1 0 0 0,0 1 0 0 0,1-1 1 0 0,-1 1-1 0 0,0-1 0 0 0,0 1 0 0 0,-1-1 0 0 0,-1 0 19 0 0,0-1 15 0 0,0 0 0 0 0,0 1 0 0 0,-1-1-1 0 0,1 1 1 0 0,-1 0 0 0 0,1 0 0 0 0,-1 0 0 0 0,0 1-1 0 0,1-1 1 0 0,-1 1 0 0 0,0 0 0 0 0,1 0 0 0 0,-1 0 0 0 0,0 0-1 0 0,1 1 1 0 0,-1-1 0 0 0,1 1 0 0 0,-1 0 0 0 0,-3 1-1 0 0,0 1-340 0 0,0 0 0 0 0,0 0 0 0 0,-7 5 0 0 0,-18 15-6411 0 0,17-10-974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03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33 300 3679 0 0,'-4'-1'92'0'0,"2"1"-42"0"0,-1-1-1 0 0,1 0 1 0 0,0 1 0 0 0,0-1-1 0 0,0 0 1 0 0,0 0 0 0 0,0 0-1 0 0,0 0 1 0 0,0-1 0 0 0,0 1-1 0 0,0 0 1 0 0,-1-3 0 0 0,3 4 126 0 0,-1-1 0 0 0,1 1-1 0 0,0 0 1 0 0,0-1 0 0 0,0 1 0 0 0,0-1 0 0 0,0 1 0 0 0,0 0 0 0 0,0-1 0 0 0,0 1 0 0 0,0 0 0 0 0,0-1-1 0 0,0 1 1 0 0,1-1 0 0 0,-1 1 0 0 0,0 0 0 0 0,0-1 0 0 0,0 1 0 0 0,0 0 0 0 0,0-1 0 0 0,1 1 0 0 0,-1 0-1 0 0,0-1 1 0 0,0 1 0 0 0,1 0 0 0 0,-1-1 0 0 0,1 1 0 0 0,7-9 2213 0 0,-1 3-1048 0 0,0 2-1 0 0,14-9 0 0 0,40-14 236 0 0,-39 19-929 0 0,274-106 2419 0 0,-204 84-2734 0 0,120-23 1 0 0,-182 49-556 0 0,1 1 0 0 0,43 1 0 0 0,-74 10-2833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03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12319 0 0,'0'0'1119'0'0,"-1"1"-923"0"0,-2 2 55 0 0,0-1 1 0 0,0 1-1 0 0,0 0 1 0 0,1 0-1 0 0,0 0 1 0 0,-1 0-1 0 0,1 1 0 0 0,0-1 1 0 0,1 1-1 0 0,-1-1 1 0 0,1 1-1 0 0,-1 0 1 0 0,1-1-1 0 0,0 1 0 0 0,0 0 1 0 0,1 0-1 0 0,-1 0 1 0 0,1 0-1 0 0,0 4 1 0 0,-2 8 420 0 0,-1 8-102 0 0,-26 197 1971 0 0,24-168-3108 0 0,3 0 1 0 0,6 63-1 0 0,7-44-5884 0 0,-3-39 275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0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15463 0 0,'0'0'1400'0'0,"15"5"-629"0"0,-10-3-550 0 0,0 0 0 0 0,0-1 0 0 0,0 1 0 0 0,0-1 0 0 0,0 0 0 0 0,0-1 0 0 0,1 1 1 0 0,-1-1-1 0 0,0 0 0 0 0,8-1 0 0 0,3-2 354 0 0,31-9 0 0 0,7-1-33 0 0,-17 7-261 0 0,48-8-9 0 0,-29 3-557 0 0,74-4 0 0 0,-72 10-3433 0 0,-42 3-2938 0 0</inkml:trace>
  <inkml:trace contextRef="#ctx0" brushRef="#br0" timeOffset="1">871 1 12895 0 0,'0'0'998'0'0,"0"1"-657"0"0,-27 147 8220 0 0,14-85-7612 0 0,3 1 0 0 0,-3 81 0 0 0,13-135-1238 0 0,1 0 0 0 0,-1 0 0 0 0,1 0 0 0 0,1 0 0 0 0,0 0 0 0 0,0 0 0 0 0,1-1 0 0 0,1 1 0 0 0,-1-1 0 0 0,1 0 0 0 0,6 10 0 0 0,-9-17 58 0 0,0-1 1 0 0,1 1 0 0 0,-1 0-1 0 0,0-1 1 0 0,1 1 0 0 0,-1-1-1 0 0,1 0 1 0 0,-1 1-1 0 0,1-1 1 0 0,-1 0 0 0 0,1 0-1 0 0,0 0 1 0 0,3 1 0 0 0,10 1-1896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6:12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3679 0 0,'0'0'8895'0'0,"4"-7"-7714"0"0,11-19-401 0 0,-12 21-425 0 0,0 5-8 0 0,2 3-56 0 0,1-1-1 0 0,0 0 1 0 0,0 0 0 0 0,-1-1 0 0 0,1 1 0 0 0,1-1 0 0 0,-1-1 0 0 0,12 1 0 0 0,52-5 1197 0 0,-6-5-401 0 0,68-17 0 0 0,60-27 68 0 0,46-11-275 0 0,-188 54-753 0 0,64-6-1 0 0,-95 14-79 0 0,-1 2 0 0 0,1 0 0 0 0,-1 1 1 0 0,0 1-1 0 0,0 1 0 0 0,36 9 0 0 0,-19 4 101 0 0,-34-15-213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6:12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5983 0 0,'1'1'464'0'0,"12"10"1043"0"0,1 0-1 0 0,0-1 0 0 0,0-1 1 0 0,31 15-1 0 0,-21-12 1073 0 0,27 19-1 0 0,-45-26-2453 0 0,1 0 0 0 0,-1 0 1 0 0,0 1-1 0 0,0 0 0 0 0,0 0 0 0 0,-1 0 1 0 0,0 1-1 0 0,5 9 0 0 0,-8-12-56 0 0,1 1 1 0 0,-2 0-1 0 0,1 0 0 0 0,0 0 0 0 0,-1 0 0 0 0,0 0 0 0 0,0 0 1 0 0,-1 0-1 0 0,1 0 0 0 0,-1 0 0 0 0,0 0 0 0 0,-1 1 1 0 0,1-1-1 0 0,-1 0 0 0 0,0 0 0 0 0,0 0 0 0 0,-1 0 0 0 0,1 0 1 0 0,-1 0-1 0 0,-4 7 0 0 0,1-1-365 0 0,-1 0 0 0 0,-14 18 0 0 0,-18 16-5167 0 0,10-18-1135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34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0 390 11975 0 0,'0'0'576'0'0,"4"1"-250"0"0,6 0-271 0 0,0 0 1 0 0,0-1 0 0 0,1 0 0 0 0,-1 0 0 0 0,0-1-1 0 0,0-1 1 0 0,0 0 0 0 0,20-6 0 0 0,80-35 959 0 0,-104 40-871 0 0,164-74 1806 0 0,212-90 641 0 0,-330 145-2622 0 0,62-24 541 0 0,-90 38-2213 0 0,29-6-1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34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13991 0 0,'-5'12'242'0'0,"0"1"1"0"0,1-1-1 0 0,0 1 0 0 0,1 0 0 0 0,1 1 0 0 0,0-1 0 0 0,-1 22 0 0 0,-1 6 776 0 0,-17 103 1026 0 0,-4 42-1183 0 0,16-61-6102 0 0,9-83-1034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3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0 355 8287 0 0,'0'0'756'0'0,"1"-2"-622"0"0,11-10 917 0 0,-1-1 1 0 0,2 1-1 0 0,0 1 1 0 0,0 0-1 0 0,1 1 1 0 0,0 0-1 0 0,18-8 1 0 0,115-47 1484 0 0,-50 25-2655 0 0,-78 31-944 0 0,0-1 0 0 0,31-22 0 0 0,-33 18-571 0 0</inkml:trace>
  <inkml:trace contextRef="#ctx0" brushRef="#br0" timeOffset="1">622 0 11519 0 0,'0'0'528'0'0,"2"0"-16"0"0,10 3-117 0 0,-1 1-1 0 0,1-1 1 0 0,11 7 0 0 0,-18-8 25 0 0,-1 0-1 0 0,1 0 1 0 0,-1 1 0 0 0,0-1 0 0 0,1 1 0 0 0,-1 0 0 0 0,-1 1 0 0 0,1-1 0 0 0,0 1 0 0 0,3 4 0 0 0,-6-5-311 0 0,0-1 1 0 0,0 0 0 0 0,0 1-1 0 0,0-1 1 0 0,0 1 0 0 0,-1 0-1 0 0,0-1 1 0 0,1 1 0 0 0,-1-1 0 0 0,0 1-1 0 0,0 0 1 0 0,0-1 0 0 0,-1 1-1 0 0,0 4 1 0 0,-2 5 68 0 0,-7 21 0 0 0,6-23-50 0 0,-7 19-3 0 0,6-18-67 0 0,1 0 1 0 0,0 0-1 0 0,1 1 1 0 0,-3 20-1 0 0,6-30-36 0 0,0-1 0 0 0,0 0 1 0 0,0 0-1 0 0,0 1 0 0 0,0-1 0 0 0,1 0 0 0 0,-1 1 0 0 0,0-1 0 0 0,1 0 0 0 0,-1 0 1 0 0,1 0-1 0 0,-1 1 0 0 0,1-1 0 0 0,0 0 0 0 0,0 0 0 0 0,-1 0 0 0 0,1 0 0 0 0,0 0 1 0 0,0 0-1 0 0,0 0 0 0 0,0 0 0 0 0,0-1 0 0 0,0 1 0 0 0,0 0 0 0 0,0 0 0 0 0,0-1 1 0 0,1 1-1 0 0,-1-1 0 0 0,0 1 0 0 0,0-1 0 0 0,1 0 0 0 0,-1 1 0 0 0,0-1 0 0 0,0 0 1 0 0,3 0-1 0 0,2 1 41 0 0,1-1 0 0 0,-1 0 1 0 0,0 0-1 0 0,0 0 0 0 0,0-1 1 0 0,9-1-1 0 0,23-8-569 0 0,0-1 0 0 0,47-22 0 0 0,-57 20-1240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2:35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11975 0 0,'0'0'923'0'0,"1"0"-602"0"0,126-57 9162 0 0,-36 22-7515 0 0,-77 31-2192 0 0,0 1-1 0 0,0 0 1 0 0,1 1 0 0 0,24-1-1 0 0,-36 3-88 0 0,0 1 0 0 0,0-1-1 0 0,0 1 1 0 0,0-1 0 0 0,0 1 0 0 0,0 0-1 0 0,0 0 1 0 0,0 0 0 0 0,-1 0-1 0 0,1 1 1 0 0,0-1 0 0 0,-1 1-1 0 0,1 0 1 0 0,-1 0 0 0 0,0 0-1 0 0,4 4 1 0 0,2 3-1958 0 0</inkml:trace>
  <inkml:trace contextRef="#ctx0" brushRef="#br0" timeOffset="1">68 414 16903 0 0,'0'0'1528'0'0,"2"-1"-1254"0"0,37-9 1195 0 0,43-19 1 0 0,-8 2 816 0 0,65-25 124 0 0,-94 35-1923 0 0,88-22 0 0 0,-107 34-772 0 0,11-3-764 0 0,-13 4-6312 0 0,-12 3-651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6:14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81 3679 0 0,'-1'1'284'0'0,"-7"5"-172"0"0,7-5-19 0 0,0 0 1 0 0,0 0-1 0 0,0 0 0 0 0,-1 0 0 0 0,1 0 0 0 0,0 0 0 0 0,-1 0 1 0 0,1-1-1 0 0,0 1 0 0 0,-1-1 0 0 0,1 1 0 0 0,-1-1 1 0 0,1 1-1 0 0,-1-1 0 0 0,-2 1 0 0 0,-1-1 464 0 0,0 2 0 0 0,1-1 1 0 0,-1 0-1 0 0,1 1 0 0 0,0 0 0 0 0,-1 0 0 0 0,1 1 0 0 0,0-1 1 0 0,0 1-1 0 0,1-1 0 0 0,-1 1 0 0 0,0 1 0 0 0,1-1 0 0 0,0 0 1 0 0,0 1-1 0 0,-3 3 0 0 0,6-6-494 0 0,-1-1-1 0 0,1 0 1 0 0,0 0 0 0 0,0 1 0 0 0,0-1 0 0 0,-1 0-1 0 0,1 1 1 0 0,0-1 0 0 0,0 0 0 0 0,0 1 0 0 0,0-1-1 0 0,0 0 1 0 0,-1 1 0 0 0,1-1 0 0 0,0 0-1 0 0,0 1 1 0 0,0-1 0 0 0,0 0 0 0 0,0 1 0 0 0,0-1-1 0 0,0 0 1 0 0,0 1 0 0 0,1-1 0 0 0,-1 0-1 0 0,0 1 1 0 0,0-1 0 0 0,0 0 0 0 0,0 1 0 0 0,0-1-1 0 0,0 0 1 0 0,1 0 0 0 0,-1 1 0 0 0,0-1-1 0 0,0 0 1 0 0,0 1 0 0 0,1-1 0 0 0,-1 0 0 0 0,0 0-1 0 0,0 0 1 0 0,1 1 0 0 0,-1-1 0 0 0,1 0-1 0 0,15 6 1218 0 0,-12-4-1282 0 0,5 0 255 0 0,1 0-1 0 0,-1 0 0 0 0,1-1 1 0 0,-1-1-1 0 0,1 1 0 0 0,0-1 1 0 0,-1-1-1 0 0,19-3 0 0 0,6-3 419 0 0,38-15 0 0 0,-26 8-200 0 0,36-9-266 0 0,0 3 0 0 0,1 4 0 0 0,1 4 0 0 0,165-3 0 0 0,-178 19 89 0 0,93 15-1 0 0,-162-19 435 0 0,-6 0-804 0 0,0 0 0 0 0,0 0 0 0 0,0-1 0 0 0,0 1 0 0 0,0-1 0 0 0,1 0 0 0 0,-1 0 0 0 0,0-1 0 0 0,-6-2 0 0 0,9 3-367 0 0,-1 0-18 0 0,0-2-154 0 0,-1 0-1 0 0,1 0 1 0 0,0 0 0 0 0,0-1 0 0 0,0 1-1 0 0,0-1 1 0 0,1 1 0 0 0,-1-1-1 0 0,0-4 1 0 0,-1-3-6008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6:14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15119 0 0,'0'0'4618'0'0,"0"2"-3985"0"0,4 13-94 0 0,0-1 0 0 0,2 1 0 0 0,-1-1 0 0 0,1 0 0 0 0,9 13 0 0 0,-5-8-63 0 0,14 39-1 0 0,-22-54-550 0 0,1 5 214 0 0,-1-1 1 0 0,0 0-1 0 0,0 1 1 0 0,1 15-1 0 0,-3-21-296 0 0,0-1 0 0 0,0 1 0 0 0,0-1 0 0 0,-1 0 0 0 0,1 1 0 0 0,-1-1 0 0 0,1 1 0 0 0,-1-1 0 0 0,0 0 0 0 0,0 1 0 0 0,0-1 0 0 0,0 0 0 0 0,-1 0 0 0 0,1 0 0 0 0,-1 0 0 0 0,1 0 0 0 0,-1 0 0 0 0,0 0 0 0 0,1-1 0 0 0,-1 1 0 0 0,-4 2 0 0 0,-8 5-7735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65 7343 0 0,'-41'12'768'0'0,"29"-10"-286"0"0,1 1-1 0 0,0 1 0 0 0,0 0 1 0 0,0 0-1 0 0,0 1 0 0 0,-15 10 3350 0 0,38-8-2463 0 0,-4-4-1142 0 0,0 0 1 0 0,0 0-1 0 0,1-1 0 0 0,-1 0 1 0 0,1 0-1 0 0,-1-1 0 0 0,1 0 1 0 0,8-1-1 0 0,74-6 716 0 0,-65 4-674 0 0,85-8 757 0 0,189-41 0 0 0,-298 50-1077 0 0,224-51-409 0 0,-128 38-7662 0 0,-82 12 2559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7831 0 0,'-1'1'603'0'0,"-2"15"322"0"0,0 0 0 0 0,1 1 0 0 0,1-1 0 0 0,0 0 0 0 0,3 27-1 0 0,-1-18 364 0 0,-13 294 1480 0 0,4-207-2360 0 0,6-27-5524 0 0,2-45-624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3:05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1 242 13127 0 0,'0'0'1187'0'0,"2"1"-974"0"0,6 1-50 0 0,0-1 0 0 0,0 1 0 0 0,0-1 0 0 0,-1 0 0 0 0,1-1 0 0 0,0 0 0 0 0,0 0-1 0 0,0-1 1 0 0,11-2 0 0 0,72-18 1868 0 0,-90 20-2023 0 0,43-14 1080 0 0,76-37-1 0 0,-29 10-546 0 0,-11 9-1323 0 0,154-43-1 0 0,-204 71-1329 0 0,-3 4-4251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6:1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89 2303 0 0,'-1'3'4884'0'0,"-10"8"4667"0"0,10-21-8186 0 0,1 9-1254 0 0,0 0-1 0 0,0 0 1 0 0,1 0-1 0 0,-1 0 1 0 0,0 0-1 0 0,1 0 0 0 0,-1 0 1 0 0,1 1-1 0 0,-1-1 1 0 0,1 0-1 0 0,-1 0 1 0 0,1 0-1 0 0,-1 1 1 0 0,1-1-1 0 0,0 0 1 0 0,-1 1-1 0 0,1-1 0 0 0,0 0 1 0 0,0 1-1 0 0,-1-1 1 0 0,1 1-1 0 0,0 0 1 0 0,1-1-1 0 0,19-7 1014 0 0,-21 8-1119 0 0,22-4 444 0 0,0 1 0 0 0,0 1 0 0 0,0 1 0 0 0,0 1 0 0 0,28 3 0 0 0,20 0 42 0 0,419-25 728 0 0,-355 10-1051 0 0,211-13-283 0 0,-235 29 420 0 0,-92-2-247 0 0,-1 1 0 0 0,1 1 0 0 0,-1 0 0 0 0,19 8 0 0 0,-34-11 127 0 0,-6-2-419 0 0,-1 1 0 0 0,1-1 0 0 0,0 1-1 0 0,0-1 1 0 0,0 0 0 0 0,0-1-1 0 0,0 1 1 0 0,0-1 0 0 0,0 0-1 0 0,1 1 1 0 0,-1-2 0 0 0,0 1 0 0 0,-4-4-1 0 0,6 4-53 0 0,-12-7-1337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16:16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13039 0 0,'0'2'598'0'0,"-9"13"198"0"0,9-13-547 0 0,-1-1 0 0 0,0 1-1 0 0,1 0 1 0 0,-1-1 0 0 0,1 1 0 0 0,-1 0 0 0 0,1-1 0 0 0,0 1 0 0 0,-1 0 0 0 0,1-1 0 0 0,0 1 0 0 0,0 0 0 0 0,0-1 0 0 0,1 1 0 0 0,-1 0 0 0 0,0-1 0 0 0,1 1 0 0 0,0 2 0 0 0,1-1 68 0 0,0 1 1 0 0,-1-1-1 0 0,1-1 1 0 0,1 1-1 0 0,-1 0 1 0 0,0 0 0 0 0,5 3-1 0 0,4 3 260 0 0,0-1 0 0 0,0 0-1 0 0,22 11 1 0 0,12 8 229 0 0,-30-17-540 0 0,0 2-1 0 0,20 19 0 0 0,-31-27-205 0 0,0 1 0 0 0,0-1 1 0 0,0 1-1 0 0,0 1 1 0 0,-1-1-1 0 0,0 0 0 0 0,0 1 1 0 0,0 0-1 0 0,-1-1 1 0 0,0 1-1 0 0,2 8 0 0 0,-4-10-25 0 0,1 0-1 0 0,-1 0 0 0 0,0 0 0 0 0,-1 0 1 0 0,1 0-1 0 0,-1 0 0 0 0,0 0 0 0 0,0 0 1 0 0,0 0-1 0 0,0 0 0 0 0,-1 0 0 0 0,1-1 1 0 0,-1 1-1 0 0,0-1 0 0 0,0 1 0 0 0,0-1 1 0 0,-1 1-1 0 0,1-1 0 0 0,-4 3 0 0 0,-4 3-133 0 0,1 1 0 0 0,-1-2 0 0 0,-1 0 0 0 0,-17 11 0 0 0,-7 2-1515 0 0,-2-1-4376 0 0,-5-1-2149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6:06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38 4607 0 0,'0'0'354'0'0,"6"-10"2212"0"0,11-18 6194 0 0,-17 30-8366 0 0,-48 106 39 0 0,-20 51 559 0 0,61-137-900 0 0,1-1-1 0 0,0 1 1 0 0,2 0-1 0 0,0 0 1 0 0,0 37-1 0 0,4-51-91 0 0,0 0 0 0 0,1 1 0 0 0,0-1 0 0 0,1 0 0 0 0,-1 1 0 0 0,2-1 0 0 0,-1 0 0 0 0,6 11 0 0 0,-6-15 0 0 0,0 1 0 0 0,1-1 0 0 0,0 0 0 0 0,0 0 0 0 0,0 0 0 0 0,1 0 0 0 0,-1 0 0 0 0,1-1 0 0 0,0 0 0 0 0,0 0 0 0 0,0 0 0 0 0,0 0 0 0 0,0 0 0 0 0,1-1 0 0 0,5 3 0 0 0,-4-4-77 0 0,0 1-1 0 0,0-1 0 0 0,1 0 1 0 0,-1 0-1 0 0,0 0 0 0 0,1-1 1 0 0,-1 0-1 0 0,1 0 0 0 0,-1-1 1 0 0,1 0-1 0 0,-1 0 1 0 0,0-1-1 0 0,0 1 0 0 0,1-1 1 0 0,8-5-1 0 0,9-4-550 0 0,0-1-1 0 0,30-22 1 0 0,-45 28 510 0 0,17-12-2927 0 0,-14 10-1609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6:0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10135 0 0,'-8'3'919'0'0,"6"-1"-893"0"0,-1 0 0 0 0,1 0 0 0 0,0 1 0 0 0,0-1-1 0 0,0 0 1 0 0,0 1 0 0 0,0-1 0 0 0,0 1 0 0 0,1-1 0 0 0,0 1 0 0 0,-1 0 0 0 0,1 0-1 0 0,0 0 1 0 0,-1 4 0 0 0,-2 7 858 0 0,-2 24 0 0 0,5-31-464 0 0,-40 221 3917 0 0,2-12-4001 0 0,-7 64-1784 0 0,35-212-4600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6:07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13 13759 0 0,'0'0'1247'0'0,"-3"-6"-998"0"0,2 5-212 0 0,-1 0 0 0 0,1 1-1 0 0,-1-1 1 0 0,1 0 0 0 0,-1 1-1 0 0,1-1 1 0 0,-1 1 0 0 0,0 0-1 0 0,1-1 1 0 0,-1 1 0 0 0,1 0-1 0 0,-1 0 1 0 0,0 0 0 0 0,1 0 0 0 0,-1 0-1 0 0,1 0 1 0 0,-1 0 0 0 0,0 1-1 0 0,1-1 1 0 0,-1 1 0 0 0,1-1-1 0 0,-1 1 1 0 0,1-1 0 0 0,-1 1-1 0 0,-1 2 1 0 0,-2-1 170 0 0,0 1-1 0 0,0 1 1 0 0,0-1-1 0 0,1 1 1 0 0,0 0 0 0 0,-5 4-1 0 0,4-1-22 0 0,0 0 0 0 0,1 0-1 0 0,0 0 1 0 0,0 1-1 0 0,0-1 1 0 0,1 1 0 0 0,-4 16-1 0 0,2-2 205 0 0,-5 39 1 0 0,9-37-249 0 0,0 0 1 0 0,1 0 0 0 0,2 0 0 0 0,0-1 0 0 0,1 1 0 0 0,2 0-1 0 0,12 39 1 0 0,-5-31-22 0 0,1 0 1 0 0,2-1-1 0 0,1-1 0 0 0,35 51 0 0 0,-32-55-83 0 0,-8-13-25 0 0,-2 1 0 0 0,1 0 0 0 0,10 23 0 0 0,-18-33-11 0 0,-1 1-1 0 0,1-1 0 0 0,-1 1 1 0 0,0 0-1 0 0,0-1 1 0 0,-1 1-1 0 0,0 0 0 0 0,1-1 1 0 0,-1 1-1 0 0,-1 0 1 0 0,1 0-1 0 0,-1-1 1 0 0,-1 6-1 0 0,0-3-2 0 0,-1 1-1 0 0,1-1 1 0 0,-2 0 0 0 0,1-1 0 0 0,-1 1 0 0 0,0 0-1 0 0,-7 8 1 0 0,-1-1-15 0 0,-1 0 0 0 0,0-1-1 0 0,-1-1 1 0 0,-1 0 0 0 0,-29 18-1 0 0,29-21-167 0 0,0-1 0 0 0,0-1-1 0 0,-28 10 1 0 0,36-15-188 0 0,0 0 0 0 0,-1 0 1 0 0,1-1-1 0 0,0 0 0 0 0,-1 0 0 0 0,1-1 0 0 0,0 0 0 0 0,-1 0 1 0 0,1-1-1 0 0,-15-2 0 0 0,5-5-5793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6:0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17423 0 0,'0'0'1696'0'0,"8"-4"-1504"0"0,2-2-192 0 0,5-2 0 0 0,1 1 0 0 0,0 0 176 0 0,2 3 0 0 0,0-1 0 0 0,2 0 0 0 0,-2 0-464 0 0,2 0-96 0 0,0 0-24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6:1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328 223 9671 0 0,'-6'-21'429'0'0,"-10"-33"1906"0"0,14 48-1618 0 0,-1 0 0 0 0,1 0 1 0 0,-1 1-1 0 0,-1-1 0 0 0,1 1 0 0 0,-6-7 0 0 0,9 11-657 0 0,-1 1 0 0 0,1 0 0 0 0,0-1 0 0 0,-1 1 0 0 0,1-1 0 0 0,-1 1 0 0 0,1 0 0 0 0,-1-1 0 0 0,1 1 0 0 0,-1 0-1 0 0,1-1 1 0 0,-1 1 0 0 0,1 0 0 0 0,-1 0 0 0 0,1 0 0 0 0,-1-1 0 0 0,0 1 0 0 0,1 0 0 0 0,-1 0 0 0 0,1 0 0 0 0,-1 0 0 0 0,0 0 0 0 0,1 0 0 0 0,-1 0-1 0 0,1 0 1 0 0,-1 0 0 0 0,-1 1 0 0 0,1 0 1 0 0,0-1-1 0 0,-1 1 0 0 0,1 0 1 0 0,0 0-1 0 0,-1 0 0 0 0,1 0 1 0 0,0 0-1 0 0,0 0 1 0 0,0 1-1 0 0,-1 1 0 0 0,-4 5 70 0 0,1 1 0 0 0,-6 15 0 0 0,9-21-27 0 0,-2 7-30 0 0,0 0-1 0 0,1 0 1 0 0,0 1 0 0 0,1-1-1 0 0,0 0 1 0 0,-1 13 0 0 0,3-18-51 0 0,0 0 0 0 0,0 0 0 0 0,0 1 0 0 0,1-1 0 0 0,-1 0 0 0 0,1 0 0 0 0,1 0 0 0 0,-1 0 0 0 0,1-1 0 0 0,-1 1 0 0 0,2 0 0 0 0,-1-1 0 0 0,0 1 0 0 0,6 7 0 0 0,-5-9-2 0 0,0 0 1 0 0,0 0 0 0 0,0-1-1 0 0,0 0 1 0 0,1 1 0 0 0,-1-1-1 0 0,0 0 1 0 0,1-1 0 0 0,0 1 0 0 0,-1-1-1 0 0,1 1 1 0 0,0-1 0 0 0,0 0-1 0 0,-1-1 1 0 0,1 1 0 0 0,0 0 0 0 0,0-1-1 0 0,0 0 1 0 0,0 0 0 0 0,0 0-1 0 0,0-1 1 0 0,0 0 0 0 0,4 0 0 0 0,2-2 33 0 0,0 1 1 0 0,0-1 0 0 0,0-1-1 0 0,-1 0 1 0 0,1 0 0 0 0,-1-1-1 0 0,15-10 1 0 0,-18 11-20 0 0,0-1 0 0 0,-1 0 0 0 0,1 0 0 0 0,-1-1 1 0 0,0 0-1 0 0,0 0 0 0 0,0 0 0 0 0,-1 0 0 0 0,0-1 0 0 0,-1 1 0 0 0,1-1 0 0 0,-1 0 0 0 0,2-8 0 0 0,-3 10-17 0 0,-1 0 1 0 0,0-1-1 0 0,0 1 0 0 0,-1 0 0 0 0,0-1 0 0 0,0 1 1 0 0,0 0-1 0 0,0 0 0 0 0,-1-1 0 0 0,0 1 0 0 0,0 0 0 0 0,0 0 1 0 0,-1 0-1 0 0,1 0 0 0 0,-1 0 0 0 0,-1 0 0 0 0,1 0 0 0 0,-1 0 1 0 0,-4-5-1 0 0,0 0 4 0 0,-1 2-1 0 0,0-1 1 0 0,0 1 0 0 0,-1 0 0 0 0,0 1-1 0 0,0 0 1 0 0,-1 0 0 0 0,0 1 0 0 0,0 0 0 0 0,0 1-1 0 0,-1 0 1 0 0,0 1 0 0 0,-19-6 0 0 0,23 8-12 0 0,-1 1 0 0 0,1-1 0 0 0,-1 1 1 0 0,1 1-1 0 0,-1 0 0 0 0,0 0 0 0 0,1 0 0 0 0,-1 1 1 0 0,1 0-1 0 0,-1 0 0 0 0,1 1 0 0 0,-1 0 1 0 0,1 0-1 0 0,0 1 0 0 0,0 0 0 0 0,0 0 0 0 0,0 1 1 0 0,1 0-1 0 0,-1 0 0 0 0,1 1 0 0 0,0-1 1 0 0,-5 7-1 0 0,-2 2 7 0 0,1 2-1 0 0,1-1 1 0 0,0 2 0 0 0,1-1 0 0 0,1 1-1 0 0,0 1 1 0 0,1 0 0 0 0,-9 28-1 0 0,7-9 12 0 0,1-1 0 0 0,2 1-1 0 0,-4 53 1 0 0,10-73-24 0 0,0 0 0 0 0,2 0 0 0 0,0 0 0 0 0,1 0 0 0 0,0 0 0 0 0,1 0 0 0 0,1 0 0 0 0,0 0 0 0 0,13 28 0 0 0,-14-37 0 0 0,1-1-1 0 0,-1 1 1 0 0,1-1-1 0 0,0 0 1 0 0,1 0-1 0 0,-1-1 1 0 0,1 1-1 0 0,0-1 1 0 0,0 0-1 0 0,1 0 1 0 0,0-1-1 0 0,0 1 1 0 0,0-1-1 0 0,0-1 1 0 0,0 1-1 0 0,1-1 1 0 0,0 0-1 0 0,0-1 1 0 0,0 1 0 0 0,0-1-1 0 0,0-1 1 0 0,0 1-1 0 0,0-1 1 0 0,8 0-1 0 0,-6-1 13 0 0,-1 0-1 0 0,1-1 0 0 0,-1 0 1 0 0,0 0-1 0 0,1 0 1 0 0,-1-1-1 0 0,0-1 1 0 0,0 1-1 0 0,0-1 0 0 0,0-1 1 0 0,-1 0-1 0 0,13-7 1 0 0,-15 7-14 0 0,-1 1 1 0 0,1-1 0 0 0,-1 0 0 0 0,0 0 0 0 0,0-1 0 0 0,0 1 0 0 0,-1-1-1 0 0,0 0 1 0 0,0 0 0 0 0,0 0 0 0 0,0-1 0 0 0,-1 1 0 0 0,0 0-1 0 0,0-1 1 0 0,0 0 0 0 0,-1 1 0 0 0,0-1 0 0 0,0 0 0 0 0,0-6-1 0 0,-1 1 28 0 0,0-1 0 0 0,-1 1 0 0 0,-1 0 0 0 0,0-1 0 0 0,0 1 0 0 0,-1 0 0 0 0,0 0 0 0 0,-1 0 0 0 0,-1 1 0 0 0,0-1-1 0 0,-11-18 1 0 0,-6-3 75 0 0,-1 1-1 0 0,-31-32 0 0 0,47 54-62 0 0,-3-3 31 0 0,0 1 0 0 0,-20-16 0 0 0,28 25-46 0 0,0 0 0 0 0,-1 0-1 0 0,1 1 1 0 0,-1-1 0 0 0,1 1 0 0 0,-1-1-1 0 0,1 1 1 0 0,-1 0 0 0 0,0 0 0 0 0,1 0-1 0 0,-1 1 1 0 0,0-1 0 0 0,0 0 0 0 0,0 1 0 0 0,0 0-1 0 0,0 0 1 0 0,1 0 0 0 0,-1 0 0 0 0,0 0-1 0 0,-4 1 1 0 0,4 0-4 0 0,1 1-1 0 0,0-1 1 0 0,0 0 0 0 0,0 0 0 0 0,1 1-1 0 0,-1-1 1 0 0,0 1 0 0 0,0 0-1 0 0,1-1 1 0 0,-1 1 0 0 0,1 0-1 0 0,0 0 1 0 0,-1 0 0 0 0,1 0-1 0 0,-2 4 1 0 0,-11 35 182 0 0,9-18-195 0 0,1 0 0 0 0,0 0 0 0 0,2 0-1 0 0,1 1 1 0 0,1 0 0 0 0,1-1 0 0 0,1 0 0 0 0,1 1 0 0 0,1-1 0 0 0,1 0-1 0 0,1 0 1 0 0,14 33 0 0 0,-16-45-48 0 0,1-1 0 0 0,1 0 0 0 0,0 0 0 0 0,0 0 1 0 0,1 0-1 0 0,11 11 0 0 0,-14-16-10 0 0,2 0 1 0 0,-1 0-1 0 0,0-1 1 0 0,1 0 0 0 0,0 0-1 0 0,0-1 1 0 0,0 1-1 0 0,0-1 1 0 0,1-1-1 0 0,-1 1 1 0 0,14 2-1 0 0,-18-4-184 0 0,0-1-1 0 0,0 0 0 0 0,0 1 0 0 0,0-1 0 0 0,0 0 0 0 0,0-1 0 0 0,0 1 1 0 0,1 0-1 0 0,-1-1 0 0 0,0 1 0 0 0,0-1 0 0 0,0 1 0 0 0,0-1 0 0 0,-1 0 1 0 0,1 0-1 0 0,0 0 0 0 0,0 0 0 0 0,0 0 0 0 0,1-2 0 0 0,9-7-7443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8:56:1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92 119 3223 0 0,'-40'-24'1050'0'0,"31"17"1590"0"0,0 0-1 0 0,0-1 0 0 0,-14-16 0 0 0,23 23-2554 0 0,0 1-1 0 0,-1 0 1 0 0,1 0-1 0 0,0 0 1 0 0,0 0-1 0 0,0 0 1 0 0,0-1 0 0 0,0 1-1 0 0,0 0 1 0 0,0 0-1 0 0,-1 0 1 0 0,1 0 0 0 0,0-1-1 0 0,0 1 1 0 0,0 0-1 0 0,0 0 1 0 0,0 0-1 0 0,0-1 1 0 0,0 1 0 0 0,0 0-1 0 0,0 0 1 0 0,0 0-1 0 0,0-1 1 0 0,0 1-1 0 0,0 0 1 0 0,0 0 0 0 0,0 0-1 0 0,0 0 1 0 0,0-1-1 0 0,0 1 1 0 0,1 0 0 0 0,-1 0-1 0 0,0 0 1 0 0,0 0-1 0 0,0-1 1 0 0,0 1-1 0 0,8-3 1036 0 0,13 1-328 0 0,8 5 135 0 0,43 11 0 0 0,-6-2-285 0 0,-14-6-73 0 0,-1-3-1 0 0,79-4 1 0 0,103-22 506 0 0,-125 11-632 0 0,-44 3-192 0 0,19-2 26 0 0,-81 11 247 0 0,-11 0-292 0 0,-37 0-36 0 0,-117-8-36 0 0,127 5-164 0 0,-78-4-37 0 0,98 7 33 0 0,1 0-1 0 0,0 1 1 0 0,0 1-1 0 0,1 1 1 0 0,-20 5-1 0 0,32-7-71 0 0,14 5-4592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33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37 196 10767 0 0,'1'-1'39'0'0,"-1"0"0"0"0,0 0 0 0 0,1 0 0 0 0,-1 0 0 0 0,0 0 0 0 0,1 0 0 0 0,-1 0 0 0 0,1 1 0 0 0,-1-1 0 0 0,1 0 0 0 0,-1 0 0 0 0,1 0 0 0 0,0 1 0 0 0,-1-1 0 0 0,1 0 0 0 0,0 1 0 0 0,0-1 0 0 0,0 1 0 0 0,1-2 0 0 0,-1 2-20 0 0,0-1-1 0 0,0 1 1 0 0,0-1-1 0 0,0 0 1 0 0,0 1-1 0 0,-1-1 1 0 0,1 0-1 0 0,0 0 0 0 0,0 0 1 0 0,-1 1-1 0 0,1-1 1 0 0,0 0-1 0 0,-1 0 1 0 0,1 0-1 0 0,-1 0 1 0 0,0 0-1 0 0,1 0 1 0 0,-1 0-1 0 0,1-2 1 0 0,1-5 310 0 0,2-1 0 0 0,-1 1 0 0 0,1-1 0 0 0,0 1 0 0 0,0 0 0 0 0,1 1 0 0 0,0-1 0 0 0,1 1 0 0 0,0 0 1 0 0,8-9-1 0 0,-8 11-146 0 0,0 0 0 0 0,0 0-1 0 0,0 1 1 0 0,0 0 0 0 0,1 0 0 0 0,0 0 0 0 0,0 1 0 0 0,0 0 0 0 0,0 0 0 0 0,0 1 0 0 0,0 0 0 0 0,15-2 0 0 0,290-12 806 0 0,-287 15-908 0 0,-1 0 108 0 0,0 2 1 0 0,1 0 0 0 0,43 9-1 0 0,-38 2 146 0 0,-28-11-174 0 0,-2 0-129 0 0,1 1-1 0 0,-1-1 1 0 0,0 1-1 0 0,1-1 0 0 0,-1 1 1 0 0,1-1-1 0 0,0 0 1 0 0,-1 1-1 0 0,2 1 1 0 0,5 12 128 0 0,-7-11-134 0 0,0-1-1 0 0,0 0 1 0 0,0 0 0 0 0,-1 0 0 0 0,1 0 0 0 0,-1 0-1 0 0,1 0 1 0 0,-1 0 0 0 0,0 0 0 0 0,-3 5 0 0 0,-17 28 126 0 0,18-30-125 0 0,-26 37 97 0 0,-51 58 1 0 0,-44 31-104 0 0,-113 128-21 0 0,40-26 0 0 0,190-227 0 0 0,2 0 0 0 0,-1 1 0 0 0,1 0 0 0 0,0 0 0 0 0,1 0 0 0 0,0 0 0 0 0,-5 14 0 0 0,8-8 0 0 0,2-12 3 0 0,0 0 0 0 0,0 0 0 0 0,0 0 0 0 0,0 0-1 0 0,0 0 1 0 0,0 0 0 0 0,1 0 0 0 0,-1-1 0 0 0,0 1 0 0 0,1 0 0 0 0,0-1 0 0 0,-1 1-1 0 0,1-1 1 0 0,0 0 0 0 0,0 0 0 0 0,-1 1 0 0 0,1-1 0 0 0,0 0 0 0 0,0 0-1 0 0,1-1 1 0 0,-1 1 0 0 0,0 0 0 0 0,0-1 0 0 0,4 1 0 0 0,6 1 16 0 0,0-1 1 0 0,0 0 0 0 0,17-2-1 0 0,-23 1-11 0 0,44-4 234 0 0,71-15 1 0 0,-39 5-13 0 0,-36 7-79 0 0,246-25 470 0 0,-175 24-462 0 0,-107 7-100 0 0,-9 1 47 0 0,-19-11-1915 0 0,4 9 275 0 0,-2 2-68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3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12895 0 0,'0'0'998'0'0,"8"-3"-620"0"0,9-2 514 0 0,0 1 0 0 0,0 0 0 0 0,1 2 0 0 0,0 0 0 0 0,33 1 0 0 0,-24 0-376 0 0,146-8 1144 0 0,-83 5-1282 0 0,68 0-838 0 0,-105 4-465 0 0,16 1-5204 0 0,-29 2-199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3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13359 0 0,'0'0'1210'0'0,"2"0"-996"0"0,18 1 1079 0 0,26 4 1 0 0,-32-2-1131 0 0,0-1-1 0 0,0-1 1 0 0,0 0 0 0 0,0-1 0 0 0,22-2 0 0 0,112-26-8008 0 0,-120 22 6174 0 0</inkml:trace>
  <inkml:trace contextRef="#ctx0" brushRef="#br0" timeOffset="1">19 335 9215 0 0,'0'0'831'0'0,"2"0"-686"0"0,21 7 2377 0 0,1-2 0 0 0,1-1-1 0 0,42 2 1 0 0,-19-6-1447 0 0,-2-1-1732 0 0,-16 5-4664 0 0,-9 0-1295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34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12439 0 0,'0'0'5674'0'0,"1"0"-4220"0"0,5 0-1139 0 0,-1 0 1 0 0,0 1-1 0 0,1 0 0 0 0,-1-1 0 0 0,0 2 0 0 0,0-1 0 0 0,1 1 1 0 0,-1-1-1 0 0,0 1 0 0 0,-1 1 0 0 0,1-1 0 0 0,0 1 0 0 0,6 4 1 0 0,-6-2-200 0 0,1 0 0 0 0,-1 0 0 0 0,-1 0 1 0 0,1 1-1 0 0,-1-1 0 0 0,0 1 0 0 0,0 0 1 0 0,-1 0-1 0 0,4 8 0 0 0,0 6-113 0 0,-1 0-1 0 0,0 0 0 0 0,-1 1 1 0 0,-2-1-1 0 0,3 43 0 0 0,-3 2-8 0 0,-4 1 0 0 0,-2-1-1 0 0,-18 103 1 0 0,17-150-7 0 0,0-1 1 0 0,-10 27-1 0 0,13-40-8 0 0,-1 0 0 0 0,0 0 0 0 0,0 0 0 0 0,0 0 0 0 0,0 0 0 0 0,-1 0 0 0 0,0-1 0 0 0,0 1 0 0 0,0-1 0 0 0,0 0 1 0 0,0 0-1 0 0,-1 0 0 0 0,1 0 0 0 0,-1 0 0 0 0,-6 3 0 0 0,8-6-43 0 0,0 1 1 0 0,1-1-1 0 0,-1 1 1 0 0,0-1-1 0 0,0 0 1 0 0,1 0-1 0 0,-1 0 0 0 0,0 0 1 0 0,0 0-1 0 0,1 0 1 0 0,-1 0-1 0 0,0 0 1 0 0,1-1-1 0 0,-1 1 1 0 0,0-1-1 0 0,1 1 0 0 0,-1-1 1 0 0,0 0-1 0 0,1 0 1 0 0,-1 0-1 0 0,1 0 1 0 0,-1 0-1 0 0,1 0 1 0 0,0 0-1 0 0,-3-2 1 0 0,-1-2-742 0 0,0-1 1 0 0,1 0 0 0 0,-1 0 0 0 0,-5-11 0 0 0,-6-11-6306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34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7831 0 0,'0'0'832'0'0,"8"-6"-832"0"0,1 4 0 0 0,2 2 1800 0 0,0 2 336 0 0,1 2 64 0 0,1 5 8 0 0,0 2-1680 0 0,-2 4-336 0 0,-2 2-72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34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13359 0 0,'0'0'1027'0'0,"1"2"-670"0"0,0 6 28 0 0,1-1-1 0 0,-1 0 1 0 0,0 1-1 0 0,0-1 1 0 0,-1 0-1 0 0,0 9 0 0 0,-7 49 1795 0 0,5-52-2057 0 0,-10 59 520 0 0,4-32-355 0 0,-2 43-1 0 0,10-71-259 0 0,0 0 0 0 0,0 0 0 0 0,1 0 0 0 0,0 0 0 0 0,1-1 0 0 0,1 1 0 0 0,0 0 0 0 0,4 11 0 0 0,-5-18-19 0 0,0 0 0 0 0,0-1 1 0 0,1 0-1 0 0,-1 0 0 0 0,1 0 1 0 0,0 0-1 0 0,0 0 1 0 0,1 0-1 0 0,-1-1 0 0 0,1 1 1 0 0,3 2-1 0 0,-5-4-1 0 0,1-1 0 0 0,-1 0 0 0 0,0 0 0 0 0,1 1-1 0 0,-1-1 1 0 0,1-1 0 0 0,-1 1 0 0 0,1 0 0 0 0,0-1 0 0 0,-1 1 0 0 0,1-1 0 0 0,0 0 0 0 0,-1 0-1 0 0,1 0 1 0 0,0 0 0 0 0,-1 0 0 0 0,1 0 0 0 0,0-1 0 0 0,-1 0 0 0 0,1 1 0 0 0,3-3 0 0 0,3 0 14 0 0,-1-2 0 0 0,0 1 1 0 0,0-1-1 0 0,-1-1 1 0 0,1 1-1 0 0,9-11 1 0 0,35-40 59 0 0,-46 49-86 0 0,8-10 43 0 0,21-35 0 0 0,-19 27-42 0 0,-10 14 4 0 0,9-21-1 0 0,-1 1 14 0 0,-9 24 51 0 0,-2 24 44 0 0,-4 47 21 0 0,0-36-73 0 0,3 38 0 0 0,-1-58-7 0 0,0 0 0 0 0,1 0-1 0 0,-1 0 1 0 0,2 0 0 0 0,-1 0-1 0 0,1 0 1 0 0,0-1 0 0 0,1 1-1 0 0,4 7 1 0 0,-6-13 10 0 0,0 1-1 0 0,0-1 1 0 0,0 1 0 0 0,0-1-1 0 0,0 0 1 0 0,0 0 0 0 0,0 0-1 0 0,1 0 1 0 0,-1 0 0 0 0,1-1-1 0 0,-1 1 1 0 0,1-1-1 0 0,0 1 1 0 0,0-1 0 0 0,-1 0-1 0 0,1 0 1 0 0,0 0 0 0 0,0-1-1 0 0,0 1 1 0 0,0-1 0 0 0,0 1-1 0 0,0-1 1 0 0,0 0 0 0 0,0 0-1 0 0,0 0 1 0 0,0-1-1 0 0,0 1 1 0 0,0-1 0 0 0,0 0-1 0 0,5-1 1 0 0,1-2 100 0 0,0 0 0 0 0,-1 0 0 0 0,1-1 0 0 0,-1 0 0 0 0,0-1-1 0 0,0 1 1 0 0,0-2 0 0 0,9-9 0 0 0,2-3 78 0 0,-1-1 0 0 0,0-1 0 0 0,-2-1-1 0 0,25-43 1 0 0,-35 54-207 0 0,0-1 0 0 0,-1 0-1 0 0,-1 1 1 0 0,0-2 0 0 0,0 1 0 0 0,-1 0-1 0 0,-1-1 1 0 0,0 1 0 0 0,-1-1 0 0 0,0 0-1 0 0,-1 1 1 0 0,-2-21 0 0 0,1 25-9 0 0,0 0-70 0 0,0 0 0 0 0,0 0 0 0 0,-1 0 0 0 0,0 0 0 0 0,-1 0 0 0 0,1 1 0 0 0,-7-12 0 0 0,9 18-31 0 0,-1 0 0 0 0,1 1 0 0 0,-1-1 0 0 0,1 0 0 0 0,-1 0 0 0 0,1 1 0 0 0,-1-1 0 0 0,0 1 0 0 0,1-1 0 0 0,-1 1 0 0 0,0-1 0 0 0,1 1 0 0 0,-1-1 0 0 0,0 1 0 0 0,0-1 0 0 0,1 1 0 0 0,-1 0 0 0 0,0 0 0 0 0,0-1 0 0 0,0 1 0 0 0,0 0 0 0 0,1 0 0 0 0,-1 0 0 0 0,0 0 0 0 0,0 0 0 0 0,0 0 0 0 0,0 0 0 0 0,0 0 0 0 0,1 0 0 0 0,-1 0 0 0 0,0 1 0 0 0,0-1 0 0 0,0 0 0 0 0,0 0 0 0 0,1 1 0 0 0,-2 0 0 0 0,-7 5-1472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3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10591 0 0,'0'0'964'0'0,"0"3"-794"0"0,2 20 1282 0 0,-1 0 1 0 0,-1 1 0 0 0,-1-1 0 0 0,-1 0 0 0 0,-6 25-1 0 0,-34 114 1367 0 0,33-132-2787 0 0,2 1 0 0 0,0-1 0 0 0,2 1 0 0 0,2 1 0 0 0,1-1 0 0 0,1 0 0 0 0,4 41 0 0 0,-3-65 40 0 0,2 0 0 0 0,-1 1 0 0 0,1-1 0 0 0,0 0-1 0 0,0 0 1 0 0,0 0 0 0 0,1 0 0 0 0,0-1 0 0 0,1 1-1 0 0,0-1 1 0 0,0 0 0 0 0,0 0 0 0 0,1 0 0 0 0,-1 0-1 0 0,1-1 1 0 0,1 0 0 0 0,-1 0 0 0 0,1 0 0 0 0,0 0-1 0 0,0-1 1 0 0,0 0 0 0 0,1-1 0 0 0,-1 1 0 0 0,1-1-1 0 0,13 4 1 0 0,-5-3 97 0 0,0-1-1 0 0,0-1 1 0 0,0 0 0 0 0,0-1-1 0 0,1-1 1 0 0,-1 0-1 0 0,24-4 1 0 0,104-26 612 0 0,-136 28-759 0 0,190-55 653 0 0,-195 57-705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3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2303 0 0,'3'-1'167'0'0,"13"-3"1475"0"0,-8 2 2235 0 0,0 1-1 0 0,1 0 1 0 0,14 1-1 0 0,0 2-1221 0 0,146 30 1201 0 0,16 2-4571 0 0,-97-20-1417 0 0,-33 0-2503 0 0,-53-14 2939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3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17999 0 0,'0'0'1632'0'0,"2"2"-1344"0"0,3 1-163 0 0,1 0 0 0 0,-1 0 0 0 0,1 0 0 0 0,-1-1 0 0 0,1 0 0 0 0,0 0 0 0 0,11 2 0 0 0,48 4 1757 0 0,-40-5-1539 0 0,230 31 1323 0 0,-159-17-4509 0 0,-69-10 1755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42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4143 0 0,'0'0'319'0'0,"4"-4"9"0"0,16-13 5456 0 0,-16-3-3304 0 0,-3 18-2319 0 0,0-1-1 0 0,0 1 1 0 0,1 0 0 0 0,-1 0-1 0 0,1-1 1 0 0,-1 1 0 0 0,1 0 0 0 0,0 0-1 0 0,0 1 1 0 0,0-1 0 0 0,0 0-1 0 0,0 1 1 0 0,0-1 0 0 0,0 1 0 0 0,5-3-1 0 0,5-2 381 0 0,23-7 0 0 0,-24 9-427 0 0,12-4 250 0 0,0 0 1 0 0,0 2 0 0 0,46-7-1 0 0,-60 12-242 0 0,0 1 0 0 0,0 0-1 0 0,1 0 1 0 0,-1 0 0 0 0,0 2 0 0 0,0-1-1 0 0,1 1 1 0 0,-1 0 0 0 0,0 1-1 0 0,-1 0 1 0 0,1 0 0 0 0,-1 1-1 0 0,11 5 1 0 0,-15-5-46 0 0,1-1-1 0 0,-1 1 1 0 0,0 0 0 0 0,0 0-1 0 0,0 1 1 0 0,0-1 0 0 0,-1 1-1 0 0,0 0 1 0 0,0 0-1 0 0,0 0 1 0 0,0 0 0 0 0,-1 0-1 0 0,0 1 1 0 0,0-1 0 0 0,0 1-1 0 0,1 8 1 0 0,0 3 81 0 0,-1 1 1 0 0,-1 0 0 0 0,-1 34-1 0 0,-4-17-30 0 0,-2-1 0 0 0,0-1 0 0 0,-3 1 1 0 0,-13 35-1 0 0,15-47-119 0 0,-4 15 43 0 0,-42 115 78 0 0,44-132-109 0 0,0 0 0 0 0,-2 0 0 0 0,0-1 0 0 0,-1-1 0 0 0,-17 21 0 0 0,24-33-4 0 0,0-1 0 0 0,0 0 0 0 0,-1 0 0 0 0,1-1 0 0 0,-1 0 0 0 0,0 1 0 0 0,0-2 0 0 0,-1 1 0 0 0,1-1 0 0 0,-1 0 0 0 0,0 0 0 0 0,-12 2 0 0 0,14-4-84 0 0,1 0 0 0 0,0-1 0 0 0,-1 1-1 0 0,1-1 1 0 0,-1 0 0 0 0,1-1 0 0 0,0 1-1 0 0,-1-1 1 0 0,1 0 0 0 0,0 0 0 0 0,-1 0-1 0 0,1-1 1 0 0,0 1 0 0 0,0-1 0 0 0,0 0 0 0 0,0 0-1 0 0,0 0 1 0 0,1-1 0 0 0,-1 1 0 0 0,1-1-1 0 0,-1 0 1 0 0,-3-4 0 0 0,-2-4-2107 0 0,0 0 0 0 0,-11-19 0 0 0,-3-7-4271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42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10591 0 0,'0'0'944'0'0,"8"-13"-752"0"0,1 2-192 0 0,6 3 0 0 0,1 5 1576 0 0,3 1 280 0 0,1 2 64 0 0,1 2 0 0 0,1 1-1352 0 0,-1-1-280 0 0,-1 4-48 0 0,2-1-16 0 0,-1 1-128 0 0,-3 1-24 0 0,-1 1-8 0 0,-2-1-8280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4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84 9903 0 0,'1'-1'455'0'0,"8"-7"18"0"0,-1-1 0 0 0,0 0 0 0 0,-1-1 0 0 0,11-18 0 0 0,-17 26 493 0 0,-1 2-705 0 0,1-1 0 0 0,-1 1 0 0 0,0-1 1 0 0,0 1-1 0 0,1-1 0 0 0,-1 1 0 0 0,0-1 1 0 0,0 1-1 0 0,0-1 0 0 0,0 0 0 0 0,0 1 1 0 0,0-1-1 0 0,0 1 0 0 0,0-1 0 0 0,0-1 1 0 0,-1 1-170 0 0,-1 0 1 0 0,0 0 0 0 0,0 1-1 0 0,0-1 1 0 0,0 0 0 0 0,0 1 0 0 0,0-1-1 0 0,0 1 1 0 0,0 0 0 0 0,-1-1-1 0 0,1 1 1 0 0,0 0 0 0 0,0 0 0 0 0,0 1-1 0 0,0-1 1 0 0,0 0 0 0 0,0 1-1 0 0,0-1 1 0 0,0 1 0 0 0,0 0 0 0 0,0-1-1 0 0,0 1 1 0 0,0 0 0 0 0,0 0 0 0 0,0 0-1 0 0,-1 2 1 0 0,-7 4 47 0 0,0 0 1 0 0,1 1-1 0 0,-12 11 1 0 0,6-2-28 0 0,0 1 1 0 0,1 0 0 0 0,1 1-1 0 0,-19 34 1 0 0,-33 88 136 0 0,58-125-220 0 0,-24 62 227 0 0,-38 151-1 0 0,63-204-144 0 0,1 1 0 0 0,0-1 0 0 0,2 1 0 0 0,0 49 0 0 0,4-69-76 0 0,0 1 0 0 0,0-1-1 0 0,0 0 1 0 0,1 1 0 0 0,0-1-1 0 0,0 0 1 0 0,1 0 0 0 0,-1 0-1 0 0,1 0 1 0 0,6 7 0 0 0,-7-10-13 0 0,0 0 0 0 0,0-1 0 0 0,0 1 1 0 0,0-1-1 0 0,1 0 0 0 0,-1 0 1 0 0,1 0-1 0 0,0 0 0 0 0,0 0 0 0 0,-1-1 1 0 0,1 1-1 0 0,0-1 0 0 0,0 0 1 0 0,1 0-1 0 0,-1 0 0 0 0,0 0 0 0 0,0 0 1 0 0,0-1-1 0 0,1 0 0 0 0,-1 1 1 0 0,0-1-1 0 0,5-1 0 0 0,2-1 34 0 0,0 0 1 0 0,0-1-1 0 0,0 0 0 0 0,-1 0 1 0 0,0-1-1 0 0,1-1 0 0 0,-1 0 1 0 0,-1 0-1 0 0,1 0 0 0 0,-1-1 1 0 0,0 0-1 0 0,0-1 0 0 0,-1 0 1 0 0,0 0-1 0 0,0-1 0 0 0,-1 0 1 0 0,8-11-1 0 0,-12 15-22 0 0,1 0 0 0 0,-1 0 0 0 0,-1 0 0 0 0,1-1 0 0 0,-1 1 0 0 0,0 0 0 0 0,0-1-1 0 0,0 1 1 0 0,0-1 0 0 0,-1 1 0 0 0,1-1 0 0 0,-1 1 0 0 0,-1-6 0 0 0,1 7-12 0 0,-1 1 0 0 0,0-1 1 0 0,1 0-1 0 0,-1 1 0 0 0,0-1 1 0 0,0 1-1 0 0,-1-1 0 0 0,1 1 0 0 0,0-1 1 0 0,-1 1-1 0 0,0 0 0 0 0,1 0 0 0 0,-1 0 1 0 0,0 0-1 0 0,0 0 0 0 0,0 0 0 0 0,0 0 1 0 0,0 1-1 0 0,-1-1 0 0 0,1 1 1 0 0,0-1-1 0 0,-6-1 0 0 0,-3-1 16 0 0,0 1-1 0 0,-1 0 1 0 0,0 0-1 0 0,0 1 1 0 0,0 1-1 0 0,0 0 1 0 0,0 0-1 0 0,0 1 1 0 0,0 1-1 0 0,-21 3 1 0 0,3 3-417 0 0,0 0 0 0 0,-57 24-1 0 0,58-17-2509 0 0,19-8 1191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01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14 114 10135 0 0,'-7'-4'1050'0'0,"1"-3"1170"0"0,30-2 836 0 0,2 5-2063 0 0,29 0 1 0 0,10-1-139 0 0,201-24 295 0 0,-125 7-1227 0 0,-97 13-588 0 0,-1-1-285 0 0,-1 0-60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5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5527 0 0,'0'0'423'0'0,"2"-8"49"0"0,0 5 31 0 0,-1 0-1 0 0,1 0 1 0 0,0 1 0 0 0,1-1-1 0 0,-1 1 1 0 0,0-1 0 0 0,1 1 0 0 0,-1 0-1 0 0,1 0 1 0 0,0 0 0 0 0,-1 0-1 0 0,7-2 1 0 0,3-2 757 0 0,22-7 0 0 0,23-2-642 0 0,0 2 0 0 0,70-7 0 0 0,-40 7-242 0 0,337-73 178 0 0,-320 62-493 0 0,-85 20-37 0 0,-5 0 8 0 0,0 1 0 0 0,0 1 0 0 0,0 0-1 0 0,1 0 1 0 0,-1 1 0 0 0,19 2 0 0 0,-31-1 125 0 0,-2 2-150 0 0,-1 0 1 0 0,1-1 0 0 0,0 1-1 0 0,-1-1 1 0 0,1 1-1 0 0,-1-1 1 0 0,1 1-1 0 0,-1-1 1 0 0,0 0-1 0 0,0 1 1 0 0,1-1 0 0 0,-1 0-1 0 0,0 1 1 0 0,-2 0-1 0 0,-18 18-150 0 0,14-14 104 0 0,-6 4-331 0 0,0-1 1 0 0,0-1 0 0 0,0 0 0 0 0,-1 0 0 0 0,0-1 0 0 0,-1-1-1 0 0,-28 8 1 0 0,16-6-1351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5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10735 0 0,'-7'10'393'0'0,"0"1"0"0"0,1 1 0 0 0,1-1 0 0 0,0 1 0 0 0,1 0 0 0 0,0 0 0 0 0,0 1 0 0 0,2-1 0 0 0,-3 21 0 0 0,-8 143 3764 0 0,-16 22-2541 0 0,3-26-3804 0 0,22-134-3775 0 0,6-21 643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55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9671 0 0,'0'0'875'0'0,"2"-1"-719"0"0,25-8 1882 0 0,1 0-1 0 0,0 2 1 0 0,46-5-1 0 0,-13 2-1627 0 0,114-20 584 0 0,107-22-717 0 0,-203 35-321 0 0,-17 3-1486 0 0,-21 4-3595 0 0,-22 5-830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57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7367 0 0,'0'0'568'0'0,"0"-2"-373"0"0,1-2 171 0 0,1 0 0 0 0,-1 0-1 0 0,1 0 1 0 0,0 0 0 0 0,1 0 0 0 0,-1 0 0 0 0,1 1-1 0 0,-1-1 1 0 0,1 1 0 0 0,0-1 0 0 0,0 1 0 0 0,7-5 0 0 0,-1 1 109 0 0,-1 1 0 0 0,1 0 0 0 0,0 1 0 0 0,16-7 0 0 0,11-2-19 0 0,0 3 1 0 0,1 0 0 0 0,40-5 0 0 0,117-6-92 0 0,123 23-240 0 0,-223 3-100 0 0,-77-3-99 0 0,33-1 337 0 0,-46 0-425 0 0,1-1 1 0 0,0 0-1 0 0,0 0 0 0 0,0 0 1 0 0,-1 0-1 0 0,1-1 1 0 0,8-3-1 0 0,-6-1-538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57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12551 0 0,'1'3'572'0'0,"7"8"-419"0"0,0-1 0 0 0,0 0 1 0 0,1 0-1 0 0,0 0 0 0 0,0-1 0 0 0,1-1 0 0 0,1 0 0 0 0,-1 0 0 0 0,1-1 0 0 0,14 7 0 0 0,22 10 719 0 0,27 14 702 0 0,-63-31-1304 0 0,-1 0 1 0 0,1 0 0 0 0,-1 1-1 0 0,12 13 1 0 0,-20-19-228 0 0,0 1 0 0 0,0-1 0 0 0,0 1-1 0 0,0 0 1 0 0,0 0 0 0 0,0-1 0 0 0,-1 1 0 0 0,0 1 0 0 0,1-1 0 0 0,-1 0 0 0 0,0 0-1 0 0,0 0 1 0 0,-1 1 0 0 0,1-1 0 0 0,-1 0 0 0 0,0 6 0 0 0,0-3-14 0 0,-1-1 0 0 0,0 0 1 0 0,0 0-1 0 0,0 0 0 0 0,-1 0 0 0 0,0 0 0 0 0,0 0 1 0 0,0-1-1 0 0,-5 9 0 0 0,-6 4 0 0 0,1-1-1 0 0,-2-1 1 0 0,0 0-1 0 0,-20 17 1 0 0,30-29-13 0 0,-19 17-333 0 0,-31 22 0 0 0,18-21-4805 0 0,7-8-917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57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1 159 15375 0 0,'0'0'746'0'0,"1"-1"-328"0"0,179-55 2416 0 0,-49 18-953 0 0,-70 18-1932 0 0,111-22-1 0 0,-148 41-1678 0 0,-25 12-3548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5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13823 0 0,'0'0'1062'0'0,"3"1"-693"0"0,4 1-196 0 0,0 0 1 0 0,0-1-1 0 0,0 0 0 0 0,1 0 1 0 0,13 0-1 0 0,42-4 2187 0 0,-30 0-1387 0 0,113-1 1379 0 0,59-5-2444 0 0,-136 1-2390 0 0,-36 5 1188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6:5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112 154 6911 0 0,'-18'3'1367'0'0,"-21"2"-1"0"0,-16 4 7680 0 0,136 0-6973 0 0,19-8-671 0 0,155-17 0 0 0,-76-7-554 0 0,412-56 631 0 0,28 17-822 0 0,-598 61-612 0 0,1 1 0 0 0,-1 1-1 0 0,0 1 1 0 0,39 8 0 0 0,-56-10-25 0 0,9 6 109 0 0,-12-5-43 0 0,-9 6-506 0 0,6-6 222 0 0,0 0 1 0 0,0 0 0 0 0,0 0 0 0 0,0 0-1 0 0,0-1 1 0 0,0 1 0 0 0,-1-1 0 0 0,1 1-1 0 0,0-1 1 0 0,-4 0 0 0 0,-14-2-5865 0 0,-3-3-1841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00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8463 0 0,'0'0'388'0'0,"0"-2"-10"0"0,2-4-150 0 0,-1-1 1 0 0,1 1 0 0 0,0 0-1 0 0,1 0 1 0 0,-1 0 0 0 0,1 0 0 0 0,0 0-1 0 0,1 1 1 0 0,0-1 0 0 0,-1 1-1 0 0,2 0 1 0 0,6-7 0 0 0,-8 10-40 0 0,-1 0 0 0 0,1 0 0 0 0,0 0 0 0 0,0 0 0 0 0,0 0 0 0 0,0 1-1 0 0,1-1 1 0 0,-1 1 0 0 0,0 0 0 0 0,1 0 0 0 0,-1 0 0 0 0,1 0 0 0 0,-1 1 0 0 0,1-1 0 0 0,-1 1 0 0 0,1 0 0 0 0,-1 0 0 0 0,1 0 0 0 0,-1 0 0 0 0,1 1 0 0 0,-1 0 0 0 0,1-1 0 0 0,-1 1 0 0 0,7 3 0 0 0,-3-1-51 0 0,-1 1 0 0 0,1 0 0 0 0,-1 0 0 0 0,0 1-1 0 0,0 0 1 0 0,0 0 0 0 0,0 0 0 0 0,-1 1 0 0 0,0-1 0 0 0,0 1 0 0 0,0 1 0 0 0,-1-1 0 0 0,6 12 0 0 0,-1 1 9 0 0,0 1 0 0 0,-1 0 1 0 0,8 34-1 0 0,11 74 230 0 0,-16-67-190 0 0,22 63 1 0 0,-32-119-140 0 0,1 0 1 0 0,0 0-1 0 0,1 0 0 0 0,-1-1 1 0 0,1 1-1 0 0,0-1 0 0 0,0 1 1 0 0,7 6-1 0 0,-8-9-7 0 0,-1-1-1 0 0,0 0 1 0 0,1 0 0 0 0,-1 0 0 0 0,1 0 0 0 0,-1 0-1 0 0,1 0 1 0 0,-1 0 0 0 0,1-1 0 0 0,0 1-1 0 0,-1 0 1 0 0,1-1 0 0 0,0 0 0 0 0,-1 1-1 0 0,1-1 1 0 0,0 0 0 0 0,0 0 0 0 0,0 0-1 0 0,-1 0 1 0 0,1 0 0 0 0,0 0 0 0 0,0 0-1 0 0,-1-1 1 0 0,1 1 0 0 0,0-1 0 0 0,-1 1-1 0 0,1-1 1 0 0,0 0 0 0 0,-1 1 0 0 0,3-2-1 0 0,7-6 151 0 0,-1 0 0 0 0,0 0 0 0 0,0-1 0 0 0,0 0 0 0 0,-1-1-1 0 0,0 0 1 0 0,13-21 0 0 0,43-85 169 0 0,-59 104-339 0 0,21-41-22 0 0,-2-1-1 0 0,33-111 0 0 0,-56 157-519 0 0,0 0-1 0 0,-1 0 1 0 0,0 0-1 0 0,0 0 1 0 0,-1 0-1 0 0,0 0 1 0 0,0 0-1 0 0,-3-14 1 0 0,-1 5-6546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0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8751 0 0,'0'0'3711'0'0,"2"-1"-2179"0"0,134-45 1940 0 0,181-19-2311 0 0,-314 64-1145 0 0,30-5 259 0 0,0 2-1 0 0,0 1 1 0 0,44 1 0 0 0,-73 2-224 0 0,0 0-1 0 0,0 1 1 0 0,-1 0 0 0 0,1-1 0 0 0,-1 1 0 0 0,1 0 0 0 0,0 1-1 0 0,-1-1 1 0 0,0 1 0 0 0,1 0 0 0 0,-1-1 0 0 0,0 1-1 0 0,0 1 1 0 0,4 2 0 0 0,-6-3-11 0 0,1 0 1 0 0,-1 0-1 0 0,1 0 0 0 0,-1 0 1 0 0,0 0-1 0 0,1 1 0 0 0,-1-1 1 0 0,0 0-1 0 0,-1 1 0 0 0,1-1 1 0 0,0 1-1 0 0,-1-1 0 0 0,1 1 1 0 0,-1-1-1 0 0,0 1 0 0 0,0-1 1 0 0,0 1-1 0 0,0 0 0 0 0,0-1 1 0 0,-1 1-1 0 0,0 3 0 0 0,-5 15 20 0 0,0 0 0 0 0,-1 0 0 0 0,-1-1 0 0 0,-1 0 0 0 0,-22 35 0 0 0,-70 85 196 0 0,32-55-256 0 0,25-33 0 0 0,-50 78 0 0 0,80-101 0 0 0,14-29 0 0 0,-1 1 0 0 0,1-1 0 0 0,0 1 0 0 0,-1 0 0 0 0,1-1 0 0 0,0 1 0 0 0,0 0 0 0 0,0 0 0 0 0,0-1 0 0 0,0 1 0 0 0,0 0 0 0 0,0-1 0 0 0,0 1 0 0 0,0 0 0 0 0,0 0 0 0 0,0-1 0 0 0,0 1 0 0 0,0 0 0 0 0,1 0 0 0 0,4 1 0 0 0,-5-2 0 0 0,4 2 13 0 0,-1-1-1 0 0,1 0 1 0 0,0 0-1 0 0,-1 0 1 0 0,1 0 0 0 0,0-1-1 0 0,0 0 1 0 0,0 0-1 0 0,0 0 1 0 0,-1 0-1 0 0,7-1 1 0 0,6-2 118 0 0,23-7 0 0 0,-9 3-40 0 0,186-31 125 0 0,-173 31-455 0 0,-41 7 33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0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13 140 3223 0 0,'-12'-11'13959'0'0,"18"8"-13426"0"0,-4 2-6 0 0,24-7 534 0 0,0 2 0 0 0,1 0 0 0 0,0 2 1 0 0,30-1-1 0 0,-33 3-610 0 0,344-54 0 0 0,-265 32-3286 0 0,-51 11 1147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03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19 20703 0 0,'0'0'1584'0'0,"3"1"-1085"0"0,4 2-440 0 0,1-1 0 0 0,-1 0 0 0 0,1-1 0 0 0,0 0-1 0 0,0 0 1 0 0,0 0 0 0 0,8-1 0 0 0,60-6 1054 0 0,-66 5-941 0 0,64-9 129 0 0,-40 5-890 0 0,-1 1-1 0 0,51 0 0 0 0,-80 4 131 0 0,-1 0 1 0 0,1 1-1 0 0,-1-1 0 0 0,1 1 1 0 0,-1 0-1 0 0,1 0 0 0 0,5 2 1 0 0,3 4-1676 0 0</inkml:trace>
  <inkml:trace contextRef="#ctx0" brushRef="#br0" timeOffset="1">0 491 10591 0 0,'0'0'1136'0'0,"7"13"-1136"0"0,5-4 2112 0 0,2-1 384 0 0,5-5 72 0 0,7-1 24 0 0,4-2-1536 0 0,5 0-312 0 0,4-2-56 0 0,2 1-16 0 0,2-3-384 0 0,3 0-72 0 0,-1-1-24 0 0,-1 1 0 0 0,3-2-1320 0 0,-3 1-272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0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54 120 919 0 0,'6'-29'14'0'0,"-6"28"-11"0"0,0 0-1 0 0,0 0 1 0 0,-1 0 0 0 0,1 0-1 0 0,0 0 1 0 0,-1 1 0 0 0,1-1-1 0 0,0 0 1 0 0,-1 0 0 0 0,1 0 0 0 0,-1 1-1 0 0,1-1 1 0 0,-1 0 0 0 0,0 1-1 0 0,1-1 1 0 0,-1 0 0 0 0,0 1-1 0 0,1-1 1 0 0,-1 1 0 0 0,0-1 0 0 0,0 1-1 0 0,0-1 1 0 0,1 1 0 0 0,-3-1-1 0 0,-3-3-3 0 0,-1-2-946 0 0,3 3 2913 0 0,1 0-1 0 0,-1 0 1 0 0,1 0-1 0 0,0 0 1 0 0,0-1 0 0 0,-5-7-1 0 0,8 10-1267 0 0,-1 1-645 0 0,1 0 0 0 0,0 0 0 0 0,0 0 0 0 0,0 0 1 0 0,0 0-1 0 0,-1 0 0 0 0,1 0 0 0 0,0 0 0 0 0,0 0 0 0 0,0 0 1 0 0,0 0-1 0 0,0-1 0 0 0,0 1 0 0 0,-1 0 0 0 0,1 0 1 0 0,0 0-1 0 0,0 0 0 0 0,0 0 0 0 0,0 0 0 0 0,0 0 0 0 0,0-1 1 0 0,0 1-1 0 0,0 0 0 0 0,-1 0 0 0 0,1 0 0 0 0,0 0 1 0 0,0 0-1 0 0,0-1 0 0 0,0 1 0 0 0,0 0 0 0 0,0 0 0 0 0,0 0 1 0 0,0 0-1 0 0,0-1 0 0 0,0 1 0 0 0,0 0 0 0 0,0 0 1 0 0,0 0-1 0 0,0 0 0 0 0,0 0 0 0 0,0-1 0 0 0,0 1 0 0 0,1 0 1 0 0,-1 0-1 0 0,0 0 0 0 0,0 0 0 0 0,0 0 0 0 0,0-1 1 0 0,0 1-1 0 0,0 0 0 0 0,0 0 0 0 0,0 0 0 0 0,0 0 0 0 0,1 0 1 0 0,-1 0-1 0 0,0-1 0 0 0,6-6 958 0 0,-4 6-908 0 0,1 0 0 0 0,-1 0-1 0 0,1 0 1 0 0,0 0 0 0 0,-1 0-1 0 0,1 1 1 0 0,0-1 0 0 0,0 1-1 0 0,-1 0 1 0 0,5 0 0 0 0,30 4 417 0 0,-30-3-427 0 0,143 28 916 0 0,32 4-353 0 0,-16-20-123 0 0,0-7 1 0 0,243-22-1 0 0,-55-8-265 0 0,-63 5-101 0 0,766-18 94 0 0,-540 59 691 0 0,-441-18 136 0 0,-94-11-1749 0 0,8 2 278 0 0,-10-2-1812 0 0,-2 0-6174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1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12 9935 0 0,'0'0'898'0'0,"3"-2"-741"0"0,11-7 4600 0 0,-15 11-4083 0 0,-2 7-302 0 0,0 0 0 0 0,0 1 0 0 0,1-1 1 0 0,-1 17-1 0 0,-1 43 291 0 0,3-42-370 0 0,-37 319 637 0 0,20-209-915 0 0,11-59-930 0 0,7-46-4616 0 0,1-17-391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1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 0 0,'2'1'655'0'0,"70"19"293"0"0,8 2-270 0 0,-67-18-453 0 0,-1 1-1 0 0,1 0 0 0 0,-1 1 1 0 0,11 8-1 0 0,-20-12-189 0 0,0 0-1 0 0,0 0 1 0 0,0 1 0 0 0,0-1-1 0 0,-1 1 1 0 0,1-1 0 0 0,-1 1 0 0 0,0 0-1 0 0,0 0 1 0 0,0 0 0 0 0,0 0-1 0 0,0 1 1 0 0,-1-1 0 0 0,1 0 0 0 0,1 8-1 0 0,-2-6-64 0 0,-1 0-1 0 0,1 1 0 0 0,-1-1 1 0 0,0 1-1 0 0,0-1 0 0 0,-1 0 0 0 0,0 1 1 0 0,1-1-1 0 0,-4 9 0 0 0,-4 6-289 0 0,0-1 0 0 0,-2 0 0 0 0,0 0 0 0 0,-16 22 0 0 0,25-40 308 0 0,-21 30-455 0 0,-31 32 0 0 0,-8 12 850 0 0,55-67-175 0 0,5-6 824 0 0,3-1-684 0 0,3 0-258 0 0,-1 1-1 0 0,1-1 1 0 0,0 1 0 0 0,-1-2-1 0 0,1 1 1 0 0,0 0 0 0 0,0-1-1 0 0,7 0 1 0 0,45-4 77 0 0,-26 0-153 0 0,64 4 61 0 0,3-1-2378 0 0,-72-1 1147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1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2 8783 0 0,'7'-1'9567'0'0,"-109"117"-6280"0"0,-39 47-2502 0 0,72-81-632 0 0,58-69-148 0 0,-96 120 79 0 0,89-109-70 0 0,2 1-1 0 0,1 0 1 0 0,-20 47 0 0 0,33-68-7 0 0,1 0-1 0 0,-1 0 1 0 0,1 0-1 0 0,0 0 0 0 0,0 1 1 0 0,0-1-1 0 0,1 0 1 0 0,0 1-1 0 0,-1-1 1 0 0,1 0-1 0 0,1 1 1 0 0,0 6-1 0 0,0-8 0 0 0,0 0 0 0 0,0-1 0 0 0,1 1 1 0 0,-1 0-1 0 0,1-1 0 0 0,0 1 0 0 0,-1-1 0 0 0,1 1 0 0 0,0-1 0 0 0,0 0 0 0 0,1 0 0 0 0,-1 0 1 0 0,0 0-1 0 0,1 0 0 0 0,-1 0 0 0 0,1-1 0 0 0,-1 1 0 0 0,6 1 0 0 0,4 2 43 0 0,0 0 0 0 0,0-1-1 0 0,0 0 1 0 0,18 2 0 0 0,53 3 169 0 0,-71-9-180 0 0,196 7 353 0 0,-158-9-332 0 0,1-3-1 0 0,55-11 1 0 0,-54 2-359 0 0,-50 13-35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15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1 919 0 0,'0'0'13722'0'0,"-2"0"-12665"0"0,-2 0-821 0 0,0 1-1 0 0,0 0 1 0 0,1 0 0 0 0,-1 0 0 0 0,0 0-1 0 0,0 1 1 0 0,1-1 0 0 0,-1 1-1 0 0,1 0 1 0 0,-1 0 0 0 0,-5 4 0 0 0,-5 6-86 0 0,-16 15 1 0 0,27-24-73 0 0,-32 32-27 0 0,2 2 1 0 0,1 2-1 0 0,-36 57 0 0 0,64-90-51 0 0,0 0 1 0 0,1 1-1 0 0,-1-1 0 0 0,1 1 0 0 0,1 0 0 0 0,-1 0 0 0 0,1 0 1 0 0,1 0-1 0 0,-2 11 0 0 0,3-15 14 0 0,0 1 0 0 0,0-1-1 0 0,0 1 1 0 0,0-1 0 0 0,1 0 0 0 0,0 1 0 0 0,0-1 0 0 0,0 0-1 0 0,0 1 1 0 0,0-1 0 0 0,1 0 0 0 0,-1 0 0 0 0,1 0 0 0 0,0 0 0 0 0,0 0-1 0 0,0-1 1 0 0,0 1 0 0 0,0 0 0 0 0,0-1 0 0 0,1 0 0 0 0,0 1-1 0 0,3 1 1 0 0,1 1 29 0 0,1-1 0 0 0,0 0 0 0 0,0-1 1 0 0,0 1-1 0 0,0-2 0 0 0,0 1 0 0 0,1-1 0 0 0,-1 0 0 0 0,1-1 0 0 0,0 0 0 0 0,-1 0 0 0 0,1-1 0 0 0,13-1 0 0 0,13-3-9 0 0,0-1-1 0 0,34-10 0 0 0,-45 10-10 0 0,3-1-145 0 0,118-29-2122 0 0,-130 29-2156 0 0,-3 1-1368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1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5063 0 0,'0'2'390'0'0,"1"10"268"0"0,0 0 0 0 0,-1 0 1 0 0,-1 19-1 0 0,-1-6 1894 0 0,-10 101 4198 0 0,-25 60-4128 0 0,-2 18-2539 0 0,36-187-566 0 0,2 0 1 0 0,-1 0 0 0 0,2 0 0 0 0,0 0-1 0 0,4 19 1 0 0,-1-16-942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1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7367 0 0,'0'0'568'0'0,"-1"2"-373"0"0,-4 8 369 0 0,0 0 1 0 0,1 1-1 0 0,1-1 0 0 0,0 1 1 0 0,-2 12-1 0 0,-6 58 2795 0 0,9-50-2896 0 0,1 0 0 0 0,2 0 0 0 0,1 0 0 0 0,1 0 0 0 0,2 0 0 0 0,1 0 0 0 0,13 39 0 0 0,10 11 278 0 0,18 59-278 0 0,-46-136-458 0 0,0 0-1 0 0,0 0 0 0 0,-1 0 1 0 0,1 0-1 0 0,-1 0 1 0 0,0 1-1 0 0,0-1 0 0 0,0 0 1 0 0,-1 0-1 0 0,1 0 0 0 0,-1 0 1 0 0,0 0-1 0 0,0 0 1 0 0,-1 0-1 0 0,1 0 0 0 0,-1 0 1 0 0,0 0-1 0 0,0 0 1 0 0,0-1-1 0 0,0 1 0 0 0,-1-1 1 0 0,1 0-1 0 0,-1 0 0 0 0,0 0 1 0 0,0 0-1 0 0,0 0 1 0 0,0 0-1 0 0,-1-1 0 0 0,1 0 1 0 0,-7 4-1 0 0,2-2-269 0 0,0 0 0 0 0,0-1 0 0 0,0 0 0 0 0,0 0 0 0 0,0 0 0 0 0,-1-1 0 0 0,-10 1 0 0 0,-7-1-927 0 0</inkml:trace>
  <inkml:trace contextRef="#ctx0" brushRef="#br0" timeOffset="1">119 77 11055 0 0,'9'-6'984'0'0,"4"-1"-792"0"0,4 0-192 0 0,0-3 0 0 0,5 3 1504 0 0,0-1 264 0 0,1 1 56 0 0,-5 1 0 0 0,-1 1-1072 0 0,-2-1-216 0 0,0 3-48 0 0,-4 1-8 0 0,2 2-888 0 0,-2 2-176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16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38 9215 0 0,'0'0'1814'0'0,"-3"2"-888"0"0,-7 9-294 0 0,1 0 0 0 0,0 1 0 0 0,0 0 0 0 0,1 1 0 0 0,0 0 0 0 0,-7 18 0 0 0,6-3 484 0 0,9-25-444 0 0,2-2-336 0 0,0 0-263 0 0,1 1 0 0 0,0-1-1 0 0,-1-1 1 0 0,1 1 0 0 0,0 0 0 0 0,-1-1-1 0 0,1 1 1 0 0,0-1 0 0 0,0 0 0 0 0,-1 0-1 0 0,1 0 1 0 0,0 0 0 0 0,0 0 0 0 0,-1-1-1 0 0,1 1 1 0 0,0-1 0 0 0,0 1-1 0 0,-1-1 1 0 0,1 0 0 0 0,3-2 0 0 0,1 0 42 0 0,-1-1 0 0 0,1 1 0 0 0,-1-1 0 0 0,0 0 0 0 0,0 0 0 0 0,0-1 0 0 0,7-7 0 0 0,-6 4 32 0 0,0 0 0 0 0,8-12 0 0 0,-13 17-135 0 0,-1 1-1 0 0,1-1 1 0 0,-1 0 0 0 0,0 1-1 0 0,0-1 1 0 0,0 0 0 0 0,0 0-1 0 0,0 0 1 0 0,0 0 0 0 0,-1 0-1 0 0,1 0 1 0 0,-1 0 0 0 0,0-5-1 0 0,-4-11 49 0 0,2 14-61 0 0,-1 2 2 0 0,3 1-19 0 0,-1 0 0 0 0,0 1 0 0 0,1-1 0 0 0,-1 1 0 0 0,0 0-1 0 0,0-1 1 0 0,0 1 0 0 0,0-1 0 0 0,0 1 0 0 0,0 0 0 0 0,0 0 0 0 0,0 0 0 0 0,0 0-1 0 0,0 0 1 0 0,-1 0 0 0 0,1 0 0 0 0,-1 0 0 0 0,1 0 0 0 0,0 0 0 0 0,-1 1 0 0 0,1-1-1 0 0,-1 1 1 0 0,0-1 0 0 0,1 1 0 0 0,-1 0 0 0 0,1-1 0 0 0,-1 1 0 0 0,0 0 0 0 0,1 0-1 0 0,-1 0 1 0 0,0 0 0 0 0,1 0 0 0 0,-1 1 0 0 0,1-1 0 0 0,-1 0 0 0 0,1 1 0 0 0,-1-1-1 0 0,0 1 1 0 0,1 0 0 0 0,0-1 0 0 0,-3 3 0 0 0,-10 4-1514 0 0,1 2-479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 7111 0 0,'0'0'8219'0'0,"-2"2"-7608"0"0,-14 13-139 0 0,1 0 0 0 0,1 2 1 0 0,1-1-1 0 0,0 2 0 0 0,-11 21 1 0 0,-48 103 383 0 0,-28 89-23 0 0,72-157-482 0 0,-20 86 1 0 0,45-149-270 0 0,1-1-1 0 0,0 1 1 0 0,1 0-1 0 0,0 0 1 0 0,1 0-1 0 0,0 0 1 0 0,1 0 0 0 0,3 15-1 0 0,-4-22-63 0 0,1-1 0 0 0,0 0-1 0 0,0 0 1 0 0,0 0 0 0 0,1 0-1 0 0,-1 0 1 0 0,1 0 0 0 0,-1 0 0 0 0,1 0-1 0 0,0 0 1 0 0,0-1 0 0 0,0 1-1 0 0,1-1 1 0 0,-1 1 0 0 0,0-1 0 0 0,1 0-1 0 0,0 0 1 0 0,-1 0 0 0 0,1-1-1 0 0,0 1 1 0 0,0-1 0 0 0,0 1-1 0 0,0-1 1 0 0,0 0 0 0 0,1 0 0 0 0,-1 0-1 0 0,0 0 1 0 0,0-1 0 0 0,7 1-1 0 0,-4-1 13 0 0,0-1-1 0 0,0 1 1 0 0,0-1-1 0 0,0 0 1 0 0,0 0-1 0 0,0-1 0 0 0,0 0 1 0 0,-1 0-1 0 0,1 0 1 0 0,-1-1-1 0 0,1 0 0 0 0,4-3 1 0 0,7-6 93 0 0,-2 1-1 0 0,22-22 1 0 0,-28 24-70 0 0,0-1 0 0 0,-1 1 0 0 0,0-2 0 0 0,0 1 0 0 0,9-19 0 0 0,-14 23-38 0 0,0 0 0 0 0,0 0 0 0 0,-1 0 0 0 0,0-1 1 0 0,0 1-1 0 0,0-1 0 0 0,-1 1 0 0 0,0-1 0 0 0,-1 1 0 0 0,1-1 0 0 0,-1 0 1 0 0,-1-10-1 0 0,0 14-9 0 0,0 0 0 0 0,0 0 0 0 0,0 0-1 0 0,0 0 1 0 0,-1 1 0 0 0,1-1 0 0 0,-1 0 0 0 0,0 1 0 0 0,0-1 0 0 0,0 1 0 0 0,0-1 0 0 0,0 1 0 0 0,0 0-1 0 0,-1 0 1 0 0,1 0 0 0 0,-1 0 0 0 0,0 1 0 0 0,1-1 0 0 0,-1 1 0 0 0,0-1 0 0 0,-4-1 0 0 0,-3 0-20 0 0,1 0-1 0 0,0 0 1 0 0,-1 1 0 0 0,1 1 0 0 0,-17-2 0 0 0,7 3-181 0 0,-1 0-1 0 0,1 2 0 0 0,-22 3 1 0 0,0 4-3855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9 9215 0 0,'0'0'422'0'0,"0"-2"-13"0"0,0-4 47 0 0,-1 6-202 0 0,0 0 1 0 0,0-1-1 0 0,1 1 0 0 0,-1 0 1 0 0,0 0-1 0 0,0 0 1 0 0,1 0-1 0 0,-1 0 0 0 0,0 0 1 0 0,1 1-1 0 0,-1-1 0 0 0,0 0 1 0 0,-1 1 235 0 0,-3 0 175 0 0,0 1-1 0 0,0 0 1 0 0,0 0-1 0 0,1 0 0 0 0,-1 1 1 0 0,0 0-1 0 0,-6 5 1 0 0,-29 28-164 0 0,30-26-156 0 0,-248 244 353 0 0,133-115-693 0 0,99-106 57 0 0,1 2 1 0 0,-26 49-1 0 0,48-80-27 0 0,0 1-1 0 0,1 0 0 0 0,0 0 1 0 0,0 0-1 0 0,1 0 0 0 0,-1 0 1 0 0,1 0-1 0 0,0 1 0 0 0,1-1 1 0 0,-1 0-1 0 0,1 1 1 0 0,0-1-1 0 0,0 0 0 0 0,1 1 1 0 0,1 5-1 0 0,-1-6-1 0 0,1 0 0 0 0,0 0 0 0 0,0-1 0 0 0,0 0 0 0 0,1 1 0 0 0,0-1 0 0 0,0 0 0 0 0,0 0 0 0 0,0 0 1 0 0,0-1-1 0 0,1 1 0 0 0,-1-1 0 0 0,1 1 0 0 0,0-1 0 0 0,8 4 0 0 0,4 2 32 0 0,2 0 0 0 0,-1-1-1 0 0,1-1 1 0 0,0-1 0 0 0,1 0 0 0 0,0-1 0 0 0,-1-2 0 0 0,2 1 0 0 0,28 0-1 0 0,-6-4 70 0 0,-1-1 0 0 0,1-2 0 0 0,53-10 0 0 0,23-5-92 0 0,-116 18-775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2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63 455 0 0,'0'-2'64'0'0,"1"0"0"0"0,-1 0 0 0 0,0 0 0 0 0,0-1 0 0 0,0 1 0 0 0,0 0 0 0 0,-1 0-1 0 0,1 0 1 0 0,-1 0 0 0 0,1 0 0 0 0,-1 0 0 0 0,0 0 0 0 0,1 0 0 0 0,-1 0 0 0 0,0 1-1 0 0,0-1 1 0 0,-1 0 0 0 0,1 0 0 0 0,0 1 0 0 0,0-1 0 0 0,-1 1 0 0 0,-2-3-1 0 0,2 2 479 0 0,1 1 0 0 0,-1-1-1 0 0,-1 1 1 0 0,1-1-1 0 0,0 1 1 0 0,0 0-1 0 0,0 0 1 0 0,-1 0-1 0 0,1 0 1 0 0,-1 0 0 0 0,1 0-1 0 0,0 1 1 0 0,-1-1-1 0 0,1 1 1 0 0,-1-1-1 0 0,0 1 1 0 0,1 0-1 0 0,-4 1 1 0 0,-2 1-209 0 0,-1 0-1 0 0,1 1 1 0 0,0 0-1 0 0,0 1 1 0 0,0 0 0 0 0,0 0-1 0 0,1 1 1 0 0,-1-1-1 0 0,-8 9 1 0 0,-10 9 226 0 0,-22 26 1 0 0,44-44-468 0 0,-16 18 400 0 0,1 2 0 0 0,1-1-1 0 0,1 2 1 0 0,-15 29 0 0 0,30-50-353 0 0,-1 1 0 0 0,1 0 0 0 0,-1 1-1 0 0,1-1 1 0 0,1 0 0 0 0,-1 1 0 0 0,1-1 0 0 0,0 1 0 0 0,0-1 0 0 0,0 1 0 0 0,1 6 0 0 0,0-11-124 0 0,1-1 1 0 0,-1 1 0 0 0,1-1 0 0 0,-1 1 0 0 0,1-1 0 0 0,-1 0-1 0 0,1 1 1 0 0,-1-1 0 0 0,1 0 0 0 0,-1 1 0 0 0,1-1 0 0 0,-1 0 0 0 0,1 0-1 0 0,-1 0 1 0 0,1 0 0 0 0,0 1 0 0 0,-1-1 0 0 0,1 0 0 0 0,-1 0 0 0 0,1 0-1 0 0,0 0 1 0 0,0 0 0 0 0,0 0 22 0 0,3 0 2 0 0,1 0-1 0 0,0 0 0 0 0,0-1 1 0 0,0 1-1 0 0,0-1 1 0 0,-1 0-1 0 0,1 0 0 0 0,8-4 1 0 0,36-18 23 0 0,-38 18-25 0 0,120-70 56 0 0,-126 72-79 0 0,0 1 0 0 0,1-1 0 0 0,-1 1 0 0 0,9-2 0 0 0,-13 4-11 0 0,0 0 0 0 0,0 0 1 0 0,0-1-1 0 0,0 1 0 0 0,0 0 0 0 0,0 0 1 0 0,1 0-1 0 0,-1 0 0 0 0,0 0 1 0 0,0 0-1 0 0,0 0 0 0 0,0 1 1 0 0,0-1-1 0 0,0 0 0 0 0,0 1 0 0 0,0-1 1 0 0,0 0-1 0 0,-1 1 0 0 0,1-1 1 0 0,0 1-1 0 0,0 0 0 0 0,0-1 1 0 0,0 1-1 0 0,-1-1 0 0 0,1 1 0 0 0,0 0 1 0 0,0 0-1 0 0,-1 0 0 0 0,1-1 1 0 0,-1 1-1 0 0,1 0 0 0 0,-1 0 1 0 0,1 1-1 0 0,1 3 17 0 0,-1 1 1 0 0,0-1-1 0 0,0 0 0 0 0,-1 0 1 0 0,1 0-1 0 0,-1 1 0 0 0,0-1 1 0 0,-2 11-1 0 0,-12 43 129 0 0,10-43-103 0 0,-32 106 49 0 0,-75 171 0 0 0,82-214-427 0 0,28-77-328 0 0,11-7-3785 0 0,3-3 2590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3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9671 0 0,'0'2'748'0'0,"-6"39"-356"0"0,2-15 1254 0 0,1 1-1 0 0,1-1 1 0 0,1 0 0 0 0,3 39-1 0 0,-2-63-1522 0 0,0 1-1 0 0,1-1 1 0 0,-1 0-1 0 0,1 1 1 0 0,0-1 0 0 0,0 0-1 0 0,-1 0 1 0 0,1 1-1 0 0,1-1 1 0 0,-1 0-1 0 0,0 0 1 0 0,0 0 0 0 0,1 0-1 0 0,-1 0 1 0 0,1-1-1 0 0,0 1 1 0 0,0 0-1 0 0,-1-1 1 0 0,1 1-1 0 0,0-1 1 0 0,0 0 0 0 0,0 0-1 0 0,0 1 1 0 0,1-1-1 0 0,1 0 1 0 0,-2-1-49 0 0,0 0 1 0 0,0 0 0 0 0,0-1-1 0 0,0 1 1 0 0,0-1 0 0 0,0 0-1 0 0,0 1 1 0 0,0-1 0 0 0,-1 0-1 0 0,1 0 1 0 0,0 0 0 0 0,2-2-1 0 0,0 0 89 0 0,4-2-65 0 0,-1 0 1 0 0,0 0-1 0 0,0-1 0 0 0,0 0 1 0 0,-1 0-1 0 0,0-1 0 0 0,0 0 0 0 0,-1 0 1 0 0,0 0-1 0 0,0-1 0 0 0,-1 1 1 0 0,1-1-1 0 0,4-15 0 0 0,-8 21-95 0 0,-1 0 0 0 0,1-1 0 0 0,-1 1-1 0 0,1-1 1 0 0,-1 1 0 0 0,0 0 0 0 0,0-1 0 0 0,0 1 0 0 0,0-1-1 0 0,0 1 1 0 0,-1 0 0 0 0,1-1 0 0 0,-1 1 0 0 0,0 0 0 0 0,1-1-1 0 0,-1 1 1 0 0,0 0 0 0 0,0 0 0 0 0,-1 0 0 0 0,1 0 0 0 0,0 0-1 0 0,-1 0 1 0 0,1 0 0 0 0,-1 0 0 0 0,0 0 0 0 0,1 1 0 0 0,-1-1-1 0 0,-2-1 1 0 0,-6-3-432 0 0,0 0 0 0 0,0 0-1 0 0,0 1 1 0 0,-20-6 0 0 0,6 1-1913 0 0,8 3-2822 0 0,-1-1-1394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3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25 11687 0 0,'0'2'532'0'0,"-8"29"214"0"0,-15 44 659 0 0,14-53 3368 0 0,11-22-4679 0 0,0-1-1 0 0,0 0 1 0 0,0 0-1 0 0,1 0 0 0 0,-1 0 1 0 0,0 0-1 0 0,0 0 1 0 0,0 0-1 0 0,2-3 1 0 0,0 1 41 0 0,4-2-21 0 0,-2 0 0 0 0,1 0 1 0 0,-1-1-1 0 0,1 0 1 0 0,-2 0-1 0 0,1-1 1 0 0,-1 0-1 0 0,0 0 1 0 0,0 0-1 0 0,-1 0 1 0 0,0-1-1 0 0,0 0 1 0 0,4-12-1 0 0,-8 19-110 0 0,1 0 0 0 0,-1 0 0 0 0,1 0 0 0 0,-1 0 0 0 0,0 0 0 0 0,0 0 0 0 0,0 0 1 0 0,0 0-1 0 0,1 0 0 0 0,-1 0 0 0 0,-1 0 0 0 0,1 0 0 0 0,0 0 0 0 0,0 0 0 0 0,0 0 0 0 0,0 0 0 0 0,-1 0 0 0 0,1 0 0 0 0,-1 0 0 0 0,1 0 0 0 0,-1 0 0 0 0,1 0 0 0 0,-1 0 0 0 0,1 0 0 0 0,-1 0 0 0 0,0 0 0 0 0,1 1 0 0 0,-1-1 0 0 0,0 0 0 0 0,0 0 0 0 0,0 1 1 0 0,1-1-1 0 0,-1 1 0 0 0,0-1 0 0 0,0 0 0 0 0,0 1 0 0 0,0 0 0 0 0,0-1 0 0 0,-2 1 0 0 0,0-1-34 0 0,0 1 1 0 0,0 0-1 0 0,0 0 0 0 0,0 0 1 0 0,0 0-1 0 0,0 0 0 0 0,0 1 1 0 0,0-1-1 0 0,0 1 0 0 0,0 0 0 0 0,0 0 1 0 0,-5 2-1 0 0,-10 5-567 0 0,1-1-5224 0 0,6-1-705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4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10135 0 0,'0'0'919'0'0,"2"0"-498"0"0,27-11 3812 0 0,38-9-1 0 0,32 2-1278 0 0,108 4-2156 0 0,-170 14-932 0 0,70 8 0 0 0,-104-8-98 0 0,0 1-1 0 0,1-1 0 0 0,-1 1 0 0 0,0 0 1 0 0,0 0-1 0 0,1 1 0 0 0,-1-1 0 0 0,4 3 0 0 0,3 7-5939 0 0,-6-2-370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15775 0 0,'2'0'727'0'0,"16"1"-483"0"0,0-1-1 0 0,-1-1 1 0 0,1-1 0 0 0,0 0 0 0 0,17-5-1 0 0,8-1 790 0 0,5 1-25 0 0,-1 3 1 0 0,54 0 0 0 0,-64 4-849 0 0,-5 0-595 0 0,0 1 0 0 0,0 2-1 0 0,38 7 1 0 0,-53-5-640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5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3 1839 0 0,'3'0'710'0'0,"6"-1"3379"0"0,1 0 0 0 0,0 0 0 0 0,20 3 0 0 0,-24-1-3580 0 0,0 0 1 0 0,0 0-1 0 0,0 1 1 0 0,10 4 0 0 0,-6-1-395 0 0,-1 0 0 0 0,1 0 0 0 0,-2 1 0 0 0,1 0 0 0 0,0 0 0 0 0,-1 1 0 0 0,0 0 0 0 0,-1 1 0 0 0,0 0 1 0 0,0 0-1 0 0,0 0 0 0 0,-1 1 0 0 0,-1 0 0 0 0,1 0 0 0 0,-1 1 0 0 0,-1-1 0 0 0,0 1 0 0 0,0 0 1 0 0,-1 0-1 0 0,0 0 0 0 0,-1 1 0 0 0,0-1 0 0 0,-1 1 0 0 0,0-1 0 0 0,0 1 0 0 0,-1 0 0 0 0,-1-1 1 0 0,0 1-1 0 0,-3 14 0 0 0,-4 8-112 0 0,-2-1 0 0 0,-1 0 0 0 0,-2 0 0 0 0,-1-1 0 0 0,-23 38 0 0 0,-104 137-14 0 0,122-179 41 0 0,-42 50-31 0 0,17-24 13 0 0,43-51 42 0 0,2-1-36 0 0,1 0-1 0 0,-1 0 0 0 0,0 0 0 0 0,1 0 0 0 0,-1-1 0 0 0,1 1 0 0 0,-1 0 0 0 0,1-1 1 0 0,-1 1-1 0 0,1-1 0 0 0,0 1 0 0 0,1-1 0 0 0,9 2 64 0 0,-1-2-1 0 0,0 1 1 0 0,1-1-1 0 0,14-2 1 0 0,49-10 184 0 0,-24 3-125 0 0,238-57-616 0 0,-278 63 368 0 0,68-23-3163 0 0,-58 17 1614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6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27 13103 0 0,'2'-3'598'0'0,"15"-18"283"0"0,-15 19 768 0 0,-10 14-555 0 0,-36 67 376 0 0,-22 35-664 0 0,-72 83-609 0 0,-14-9-18 0 0,128-159-133 0 0,17-20 1 0 0,1-1 0 0 0,0 1 0 0 0,0-1 0 0 0,1 2 0 0 0,0-1 0 0 0,1 0 0 0 0,0 1 0 0 0,1 0-1 0 0,-5 17 1 0 0,8-23 3 0 0,-1 0 0 0 0,1 1 0 0 0,-1-1 0 0 0,1 0 0 0 0,1 1 0 0 0,-1-1 0 0 0,0 0 0 0 0,1 1 0 0 0,0-1 0 0 0,0 0 0 0 0,1 0 0 0 0,-1 1 0 0 0,1-1 0 0 0,-1 0 0 0 0,1-1 0 0 0,1 1 0 0 0,-1 0 0 0 0,0 0-1 0 0,1-1 1 0 0,0 0 0 0 0,0 1 0 0 0,0-1 0 0 0,0 0 0 0 0,0-1 0 0 0,6 5 0 0 0,9 4 160 0 0,0-1-1 0 0,1 0 1 0 0,0-1-1 0 0,0-1 1 0 0,1-1-1 0 0,0-1 1 0 0,0-1-1 0 0,29 4 0 0 0,1-3 353 0 0,0-2 0 0 0,68-4 0 0 0,-115 0-611 0 0,20-1 189 0 0,0 0 0 0 0,25-6 0 0 0,-43 6-370 0 0,0 0 0 0 0,0-1 0 0 0,0 1 0 0 0,0-1 0 0 0,0 0 0 0 0,0 0 0 0 0,-1 0 0 0 0,1-1 0 0 0,0 0 0 0 0,-1 0 0 0 0,0 0 0 0 0,0 0 0 0 0,0-1 0 0 0,0 1 0 0 0,4-7-1 0 0,-3 1-1259 0 0,-2-4-49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6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1375 0 0,'2'0'107'0'0,"129"-18"16459"0"0,-2 1-10037 0 0,-87 10-6610 0 0,42-14-1 0 0,19-15-1241 0 0,-37 7-7078 0 0,-47 20 2054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6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0 11519 0 0,'0'0'2582'0'0,"-2"3"-1068"0"0,-16 23-14 0 0,-2 0 0 0 0,-36 36 0 0 0,9-10-1248 0 0,-40 60-259 0 0,72-91-27 0 0,2 1 0 0 0,1 0-1 0 0,-15 36 1 0 0,25-51 40 0 0,0-1-1 0 0,0 0 0 0 0,0 1 1 0 0,1-1-1 0 0,0 1 1 0 0,0-1-1 0 0,1 1 1 0 0,0-1-1 0 0,0 1 0 0 0,1 8 1 0 0,0-12 30 0 0,-1 0 0 0 0,1 0 0 0 0,0 0 0 0 0,1 1 0 0 0,-1-1 0 0 0,0-1 0 0 0,1 1 0 0 0,0 0 0 0 0,0 0 0 0 0,0 0 0 0 0,0-1 0 0 0,0 1 0 0 0,0-1 0 0 0,0 0 0 0 0,1 0 0 0 0,-1 1 0 0 0,1-2 0 0 0,0 1 0 0 0,0 0 0 0 0,0 0 0 0 0,0-1 0 0 0,3 2 0 0 0,7 1 135 0 0,-1 0-1 0 0,0-1 1 0 0,1 0-1 0 0,24 1 1 0 0,54-3 430 0 0,-56-1-450 0 0,24-2 15 0 0,-1-3-1 0 0,77-16 0 0 0,-111 16-545 0 0,0-1 0 0 0,0-1 0 0 0,-1-1 1 0 0,25-12-1 0 0,-45 19-31 0 0,-1-1 1 0 0,1 1 0 0 0,-1-1 0 0 0,0 1 0 0 0,0-1 0 0 0,1 0 0 0 0,-1 0 0 0 0,1-2 0 0 0,4-5-6157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63 144 5983 0 0,'-9'23'617'0'0,"6"-15"53"0"0,-1 1 1 0 0,2-1-1 0 0,-4 16 1 0 0,-8 72 9043 0 0,-7 57-6741 0 0,18-116-2736 0 0,3 45 1 0 0,0-69-467 0 0,2 0-1 0 0,-1-1 1 0 0,2 1-1 0 0,0-1 1 0 0,0 1-1 0 0,1-1 1 0 0,7 14 0 0 0,0-8-1453 0 0,4-5-78 0 0</inkml:trace>
  <inkml:trace contextRef="#ctx0" brushRef="#br0" timeOffset="1">377 0 2303 0 0,'-8'25'1243'0'0,"2"0"-1"0"0,0 0 0 0 0,2 0 0 0 0,0 1 1 0 0,2 0-1 0 0,1-1 0 0 0,1 1 0 0 0,5 37 1 0 0,1-18 1861 0 0,20 71 1 0 0,6-15-2807 0 0,47 78 1238 0 0,-44-108-1432 0 0,-32-64-105 0 0,18 45 4 0 0,-19-47-5 0 0,0 0-1 0 0,-1 1 1 0 0,0-1 0 0 0,0 1 0 0 0,-1 0 0 0 0,1-1-1 0 0,-2 10 1 0 0,0-11-2 0 0,1 0 1 0 0,-1-1-1 0 0,-1 1 0 0 0,1-1 0 0 0,0 1 0 0 0,-1-1 0 0 0,0 0 1 0 0,0 1-1 0 0,0-1 0 0 0,0 0 0 0 0,0 0 0 0 0,-1 0 0 0 0,1-1 1 0 0,-1 1-1 0 0,0-1 0 0 0,0 1 0 0 0,0-1 0 0 0,-6 4 0 0 0,-5 1-45 0 0,0 0 0 0 0,0 0-1 0 0,-17 4 1 0 0,30-10 37 0 0,-16 4-715 0 0,-30 6 0 0 0,6-6-4030 0 0,-1-5-1750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12895 0 0,'17'-8'1152'0'0,"7"3"-928"0"0,0-3-224 0 0,2 4 0 0 0,-3 1 1416 0 0,-3 1 240 0 0,-1 2 40 0 0,-5 2 664 0 0,1 3-1528 0 0,0 3-448 0 0,-4 1-864 0 0,-1 4-5704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2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40 130 14311 0 0,'-2'4'655'0'0,"-9"27"165"0"0,3-12-735 0 0,-7 29 1 0 0,12-32 1684 0 0,3-16-1732 0 0,0 0-1 0 0,0 1 0 0 0,0-1 1 0 0,0 0-1 0 0,0 1 1 0 0,0-1-1 0 0,0 0 0 0 0,0 0 1 0 0,0 1-1 0 0,0-1 1 0 0,0 0-1 0 0,1 1 0 0 0,-1-1 1 0 0,0 0-1 0 0,0 1 1 0 0,0-1-1 0 0,1 0 0 0 0,-1 0 1 0 0,0 0-1 0 0,0 1 1 0 0,1-1-1 0 0,-1 0 1 0 0,0 0-1 0 0,0 0 0 0 0,1 1 1 0 0,-1-1-1 0 0,0 0 1 0 0,1 0-1 0 0,-1 0 0 0 0,0 0 1 0 0,1 0-1 0 0,14 0 735 0 0,12-8-51 0 0,-16 2-527 0 0,0-1 0 0 0,-1 0 1 0 0,1-1-1 0 0,12-12 1 0 0,34-40 390 0 0,-56 59-576 0 0,9-10 85 0 0,24-29 253 0 0,-31 36-287 0 0,0 0 1 0 0,0 0-1 0 0,-1 0 0 0 0,0-1 0 0 0,0 1 0 0 0,0-1 0 0 0,-1 1 1 0 0,2-8-1 0 0,-3 11-32 0 0,-1 0 0 0 0,1-1 0 0 0,-1 1 0 0 0,1 0 0 0 0,-1 0 0 0 0,0-1 0 0 0,0 1 0 0 0,1 0 0 0 0,-1 0-1 0 0,0 0 1 0 0,0 0 0 0 0,0 0 0 0 0,0 0 0 0 0,0 0 0 0 0,0 1 0 0 0,-1-1 0 0 0,1 0 0 0 0,0 0 0 0 0,-2 0 0 0 0,2 0 22 0 0,-3-1 16 0 0,-1-1-1 0 0,1 1 0 0 0,-1 0 1 0 0,0 0-1 0 0,1 0 0 0 0,-1 1 1 0 0,0 0-1 0 0,0 0 0 0 0,0 0 1 0 0,0 0-1 0 0,0 1 1 0 0,0 0-1 0 0,0 0 0 0 0,0 0 1 0 0,0 0-1 0 0,-8 3 0 0 0,-3 1 104 0 0,1 1 0 0 0,0 1 0 0 0,-26 13 0 0 0,5-2-157 0 0,33-16-486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17879 0 0,'0'0'792'0'0,"0"20"168"0"0,0 6-768 0 0,2-6-192 0 0,-2 6 0 0 0,2 6 0 0 0,0 1 184 0 0,1 1 0 0 0,1-1 0 0 0,2-3-5592 0 0,1-2-1120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25 350 6447 0 0,'0'0'27'0'0,"-1"0"-1"0"0,0 0 1 0 0,1 1-1 0 0,-1-1 1 0 0,0 0-1 0 0,1 0 1 0 0,-1 0-1 0 0,1-1 1 0 0,-1 1-1 0 0,0 0 0 0 0,1 0 1 0 0,-1 0-1 0 0,1 0 1 0 0,-1-1-1 0 0,0 1 1 0 0,1 0-1 0 0,-1 0 1 0 0,1-1-1 0 0,-1 1 1 0 0,1 0-1 0 0,-1-1 1 0 0,1 1-1 0 0,-1-1 0 0 0,1 1 1 0 0,-1-1-1 0 0,-1-5-105 0 0,-5-7 5512 0 0,21 8-3815 0 0,12-4-979 0 0,0 1 0 0 0,29-4-1 0 0,6-2-238 0 0,358-108 1152 0 0,-62 17-1130 0 0,-249 70-270 0 0,-108 34-152 0 0,14-6 84 0 0,-12 3-19 0 0,-9 1-14 0 0,4 3-51 0 0,-1-1 1 0 0,1 1 0 0 0,0 0-1 0 0,-1 0 1 0 0,1 1 0 0 0,0-1 0 0 0,-1 1-1 0 0,1 0 1 0 0,0-1 0 0 0,0 1-1 0 0,-1 1 1 0 0,1-1 0 0 0,0 0 0 0 0,-4 4-1 0 0,-4 1 4 0 0,1 1-1 0 0,-16 13 1 0 0,15-10 37 0 0,1 1 1 0 0,0 0 0 0 0,1 1-1 0 0,0 0 1 0 0,0 0-1 0 0,2 1 1 0 0,-1 0-1 0 0,2 1 1 0 0,-10 26-1 0 0,0 9 85 0 0,-12 76 0 0 0,26-117-124 0 0,-11 58 7 0 0,-6 19-71 0 0,-12 159 1 0 0,31-161-1390 0 0,0-50-2340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3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2 290 8143 0 0,'0'0'742'0'0,"0"3"-610"0"0,-2 9 3265 0 0,12-9-1944 0 0,-9-3-1395 0 0,0 1 0 0 0,-1-1 0 0 0,1 0 1 0 0,0 1-1 0 0,0-1 0 0 0,0 0 0 0 0,0 0 0 0 0,0 0 1 0 0,0 0-1 0 0,0 0 0 0 0,0 0 0 0 0,1 0 0 0 0,4-1 160 0 0,-1 0 0 0 0,1-1 1 0 0,-1 0-1 0 0,0 0 0 0 0,1-1 0 0 0,-1 1 0 0 0,6-5 0 0 0,34-26 536 0 0,-24 16-483 0 0,31-25 52 0 0,61-63 0 0 0,-98 88-881 0 0,20-26-1 0 0,-12 11-740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4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9215 0 0,'0'0'3487'0'0,"3"-8"-799"0"0,-2 7-2530 0 0,0-1-1 0 0,1 0 1 0 0,-1 0-1 0 0,0 1 1 0 0,1-1 0 0 0,-1 1-1 0 0,1 0 1 0 0,0-1-1 0 0,0 1 1 0 0,-1 0-1 0 0,4-2 1 0 0,24-9 692 0 0,-23 10-652 0 0,32-13 439 0 0,2 3 1 0 0,0 1 0 0 0,56-8-1 0 0,-61 13-651 0 0,-20 3-258 0 0,1 1-1 0 0,-1 0 1 0 0,0 1 0 0 0,0 0 0 0 0,1 2-1 0 0,20 2 1 0 0,-20 2-1504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16095 0 0,'2'1'738'0'0,"10"1"-603"0"0,0 0 1 0 0,0-1 0 0 0,0-1 0 0 0,0 0 0 0 0,-1 0-1 0 0,13-3 1 0 0,-3 2 18 0 0,23-3 1157 0 0,72-17 1 0 0,41-20-91 0 0,27-6-4121 0 0,-149 39 1074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6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15 130 2759 0 0,'0'0'126'0'0,"-1"-2"-5"0"0,-6-6-96 0 0,1-2 423 0 0,6 8-26 0 0,0 0-1 0 0,0 0 1 0 0,0 0-1 0 0,-1 0 1 0 0,2-1 0 0 0,-1 1-1 0 0,0 0 1 0 0,0 0-1 0 0,1 0 1 0 0,-1 0-1 0 0,1 1 1 0 0,-1-1-1 0 0,1 0 1 0 0,0 0-1 0 0,2-3 1 0 0,-1 2 106 0 0,0 0 1 0 0,1 0 0 0 0,0 0 0 0 0,-1 0 0 0 0,1 1 0 0 0,0-1-1 0 0,0 1 1 0 0,4-2 0 0 0,2-2-13 0 0,0 2-1 0 0,1-1 1 0 0,0 1-1 0 0,0 1 1 0 0,16-4 0 0 0,12 0-87 0 0,2 1-1 0 0,-1 2 1 0 0,1 2 0 0 0,-1 2 0 0 0,1 1 0 0 0,63 10 0 0 0,-96-10-395 0 0,0 1-1 0 0,0 0 0 0 0,0 0 1 0 0,0 0-1 0 0,0 0 0 0 0,-1 1 1 0 0,1 1-1 0 0,-1-1 0 0 0,7 6 1 0 0,-10-7-31 0 0,0 1 0 0 0,0-1 0 0 0,0 1 0 0 0,-1 0 0 0 0,1 0 0 0 0,-1 0 0 0 0,0 0 0 0 0,0 0 0 0 0,0 1 0 0 0,0-1 1 0 0,0 1-1 0 0,-1-1 0 0 0,0 1 0 0 0,1 0 0 0 0,-2-1 0 0 0,1 1 0 0 0,0 0 0 0 0,0 7 0 0 0,-2 4-46 0 0,0-1 1 0 0,0 0-1 0 0,-2 1 0 0 0,1-1 1 0 0,-2 0-1 0 0,0 0 0 0 0,-1-1 1 0 0,0 1-1 0 0,-13 21 0 0 0,-8 11-358 0 0,-41 53-1 0 0,60-90 370 0 0,-19 28-113 0 0,-2-1 1 0 0,-1-2 0 0 0,-53 49-1 0 0,74-76 182 0 0,0 1-1 0 0,-11 13 1 0 0,18-20 61 0 0,11 3 152 0 0,0-3-167 0 0,-1 0-1 0 0,1-1 1 0 0,-1 0 0 0 0,0-1 0 0 0,13-1 0 0 0,0-1-6 0 0,149-25 231 0 0,-113 16-366 0 0,80-6 0 0 0,-43 19-2420 0 0,-67-1 1140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6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0 11023 0 0,'0'0'1002'0'0,"-2"0"-824"0"0,-3 1-64 0 0,0-1 0 0 0,1 1 0 0 0,-1 1 0 0 0,1-1 0 0 0,-1 1 1 0 0,1-1-1 0 0,0 1 0 0 0,-1 1 0 0 0,1-1 0 0 0,0 0 0 0 0,1 1 0 0 0,-6 4 0 0 0,-6 6 535 0 0,-22 24-1 0 0,15-13-218 0 0,2 1 0 0 0,1 1 0 0 0,1 1 0 0 0,1 1 0 0 0,1 0 0 0 0,2 1 0 0 0,1 0 0 0 0,1 1 0 0 0,1 1 0 0 0,2 0 0 0 0,1 0 0 0 0,2 1 0 0 0,1 0 0 0 0,1 0 0 0 0,1 45 0 0 0,4-60-261 0 0,0 1 1 0 0,1-1-1 0 0,6 24 0 0 0,-6-34-282 0 0,0-1-1 0 0,0 1 1 0 0,0-1-1 0 0,1 0 1 0 0,0 0-1 0 0,0 0 0 0 0,1 0 1 0 0,0 0-1 0 0,0-1 1 0 0,0 1-1 0 0,9 7 1 0 0,5-2-1435 0 0,2-6-83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11 197 13759 0 0,'-2'5'108'0'0,"0"-1"0"0"0,0 1-1 0 0,1 0 1 0 0,0-1 0 0 0,0 1 0 0 0,0 0-1 0 0,1 0 1 0 0,-1 0 0 0 0,1 0 0 0 0,0-1-1 0 0,1 1 1 0 0,-1 0 0 0 0,1 0 0 0 0,1 5-1 0 0,-1-9 35 0 0,1 1-1 0 0,-1-1 0 0 0,0 0 0 0 0,1 1 1 0 0,-1-1-1 0 0,1 0 0 0 0,-1 0 0 0 0,1 0 1 0 0,-1 0-1 0 0,1 0 0 0 0,0 0 1 0 0,-1-1-1 0 0,1 1 0 0 0,0 0 0 0 0,0-1 1 0 0,-1 1-1 0 0,1-1 0 0 0,0 0 0 0 0,0 0 1 0 0,0 0-1 0 0,2 0 0 0 0,1 0 14 0 0,0-1 1 0 0,0 1-1 0 0,0-1 0 0 0,0-1 1 0 0,0 1-1 0 0,0-1 0 0 0,-1 1 0 0 0,1-1 1 0 0,0-1-1 0 0,7-4 0 0 0,4-4 159 0 0,21-20 0 0 0,-30 25-288 0 0,10-10 25 0 0,-1 0 0 0 0,-1-2 0 0 0,-1 0 0 0 0,0 0 0 0 0,-1-1 0 0 0,15-29 0 0 0,-26 44-37 0 0,-1 0-1 0 0,1 0 1 0 0,-1 0 0 0 0,1 0 0 0 0,-1 0 0 0 0,0-1-1 0 0,-1 1 1 0 0,1-6 0 0 0,-1 9-7 0 0,0 0 1 0 0,0 0-1 0 0,0 0 0 0 0,0 0 0 0 0,0 0 1 0 0,0 0-1 0 0,-1 0 0 0 0,1 0 0 0 0,-1 0 1 0 0,1 0-1 0 0,0 0 0 0 0,-1 0 1 0 0,1 0-1 0 0,-1 0 0 0 0,0 0 0 0 0,1 0 1 0 0,-1 0-1 0 0,0 0 0 0 0,0 0 0 0 0,1 1 1 0 0,-1-1-1 0 0,0 0 0 0 0,0 1 1 0 0,0-1-1 0 0,0 1 0 0 0,0-1 0 0 0,0 1 1 0 0,0-1-1 0 0,0 1 0 0 0,0 0 1 0 0,0-1-1 0 0,0 1 0 0 0,0 0 0 0 0,0 0 1 0 0,0 0-1 0 0,-3 0 0 0 0,0 0-4 0 0,-1 0-1 0 0,1 0 1 0 0,-1 1-1 0 0,0 0 1 0 0,1 0 0 0 0,-1 0-1 0 0,-4 2 1 0 0,-33 16-128 0 0,29-14-21 0 0,0 3-136 0 0,0 0 1 0 0,0 0 0 0 0,-12 11 0 0 0,1-1-1326 0 0,5-5-263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7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14743 0 0,'0'0'1335'0'0,"1"3"-1096"0"0,-1 2-171 0 0,1 0 0 0 0,-1 0 0 0 0,0 0 1 0 0,0 0-1 0 0,-1 0 0 0 0,1-1 0 0 0,-1 1 1 0 0,-3 9-1 0 0,-16 40 1364 0 0,3-13-842 0 0,11-21-300 0 0,1 0 0 0 0,0 0 1 0 0,1 1-1 0 0,-1 31 0 0 0,5-37-6 0 0,0 0-1 0 0,1 0 0 0 0,1-1 1 0 0,0 1-1 0 0,1-1 0 0 0,0 0 1 0 0,7 18-1 0 0,1-7 267 0 0,1-2 1 0 0,1 1-1 0 0,24 31 0 0 0,-2-3-355 0 0,-33-49-189 0 0,-1 0 1 0 0,1 0-1 0 0,0 0 0 0 0,-1 1 0 0 0,1-1 1 0 0,-1 1-1 0 0,0-1 0 0 0,0 1 0 0 0,-1 0 1 0 0,1-1-1 0 0,0 6 0 0 0,-1-7-3 0 0,-1 1 1 0 0,1 0-1 0 0,-1-1 1 0 0,1 1-1 0 0,-1-1 0 0 0,0 1 1 0 0,0-1-1 0 0,0 0 0 0 0,0 1 1 0 0,0-1-1 0 0,-1 0 0 0 0,1 0 1 0 0,-1 0-1 0 0,1 0 0 0 0,-1 0 1 0 0,-3 4-1 0 0,-10 6-597 0 0,1 0 0 0 0,-1-1 0 0 0,-19 9 0 0 0,-52 25-5246 0 0,42-25-1472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275 197 1375 0 0,'0'-2'107'0'0,"-2"-12"1550"0"0,1-1 0 0 0,1 0 0 0 0,0 1 0 0 0,4-25 0 0 0,16-59 6918 0 0,-29 106-7830 0 0,3-2-539 0 0,0 0-1 0 0,1 0 0 0 0,0 0 0 0 0,1 1 1 0 0,-7 12-1 0 0,-17 40 516 0 0,16-31-418 0 0,-21 50 350 0 0,4 2 0 0 0,-21 89 0 0 0,-19 168-31 0 0,42-125-383 0 0,26-179-1030 0 0,1-1 1 0 0,1 0-1 0 0,2 1 0 0 0,11 49 0 0 0,-12-76 267 0 0,-1 0 0 0 0,1 0 1 0 0,0 0-1 0 0,1 0 1 0 0,4 8-1 0 0,4 0-1168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1375 0 0,'-17'25'349'0'0,"-19"43"-1"0"0,9-1 5622 0 0,4 8 954 0 0,16-47-6048 0 0,1 0-1 0 0,-2 33 1 0 0,8-57-804 0 0,-1 0 0 0 0,1-1 1 0 0,0 1-1 0 0,1 0 0 0 0,-1 0 1 0 0,1-1-1 0 0,-1 1 0 0 0,1 0 1 0 0,0-1-1 0 0,3 8 0 0 0,-3-10-44 0 0,0 0 0 0 0,0 0 0 0 0,0 0 0 0 0,-1 0 0 0 0,1 0 0 0 0,0 0 0 0 0,0 0 0 0 0,1 0 0 0 0,-1-1 0 0 0,0 1 0 0 0,0 0 0 0 0,0 0-1 0 0,0-1 1 0 0,1 1 0 0 0,-1-1 0 0 0,0 1 0 0 0,1-1 0 0 0,-1 0 0 0 0,0 1 0 0 0,1-1 0 0 0,-1 0 0 0 0,0 0 0 0 0,1 0 0 0 0,-1 0 0 0 0,0 0-1 0 0,1 0 1 0 0,-1-1 0 0 0,1 1 0 0 0,-1 0 0 0 0,0-1 0 0 0,0 1 0 0 0,3-1 0 0 0,4-3 63 0 0,0 1 1 0 0,0-1-1 0 0,-1 0 1 0 0,1-1-1 0 0,-1 0 0 0 0,0 0 1 0 0,0 0-1 0 0,8-10 1 0 0,49-57 392 0 0,-56 62-414 0 0,11-14 132 0 0,17-26 0 0 0,-31 41-95 0 0,0 1 0 0 0,-1-1 0 0 0,0 0 0 0 0,0 0 0 0 0,-1 0 0 0 0,0-1 0 0 0,3-16 0 0 0,-6 24-91 0 0,1 0-1 0 0,-1-1 1 0 0,0 1 0 0 0,0 0-1 0 0,0 0 1 0 0,0-1 0 0 0,-1 1-1 0 0,1 0 1 0 0,-1-1 0 0 0,1 1-1 0 0,-1 0 1 0 0,0 0 0 0 0,0 0-1 0 0,0 0 1 0 0,0 0 0 0 0,0 0-1 0 0,0 0 1 0 0,0 0 0 0 0,-1 0-1 0 0,1 0 1 0 0,-1 1 0 0 0,1-1-1 0 0,-1 1 1 0 0,0-1 0 0 0,0 1-1 0 0,0-1 1 0 0,0 1 0 0 0,0 0-1 0 0,0 0 1 0 0,0 0 0 0 0,0 0-1 0 0,-3 0 1 0 0,1-1-34 0 0,-1 1 0 0 0,0 0 1 0 0,0 1-1 0 0,0-1 0 0 0,0 1 0 0 0,0 0 0 0 0,1 0 0 0 0,-1 0 1 0 0,0 1-1 0 0,0 0 0 0 0,0 0 0 0 0,0 0 0 0 0,1 1 0 0 0,-6 1 0 0 0,4 0-311 0 0,0 0 0 0 0,0 1 0 0 0,0 0-1 0 0,0 0 1 0 0,0 0 0 0 0,1 1-1 0 0,0-1 1 0 0,-8 10 0 0 0,2 1-1105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8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9215 0 0,'0'0'831'0'0,"-1"1"-686"0"0,-84 149 9351 0 0,54-82-8354 0 0,5-13 36 0 0,17-38-725 0 0,1-1 0 0 0,0 1 0 0 0,2 1-1 0 0,-6 19 1 0 0,12-35 75 0 0,-1-1-475 0 0,-1 5-58 0 0,1-4-72 0 0,-8-4-7664 0 0,0-2 415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39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18 4607 0 0,'0'0'2074'0'0,"1"-9"3391"0"0,-1 8-5307 0 0,-1 1 1 0 0,1-1-1 0 0,0 1 0 0 0,0-1 0 0 0,-1 1 1 0 0,1-1-1 0 0,0 1 0 0 0,-1-1 0 0 0,1 1 1 0 0,-1 0-1 0 0,1-1 0 0 0,0 1 1 0 0,-1 0-1 0 0,1-1 0 0 0,-1 1 0 0 0,1 0 1 0 0,-1 0-1 0 0,1-1 0 0 0,-1 1 1 0 0,1 0-1 0 0,-1 0 0 0 0,1 0 0 0 0,-1 0 1 0 0,1 0-1 0 0,-1 0 0 0 0,1 0 0 0 0,-1 0 1 0 0,1 0-1 0 0,-1 0 0 0 0,0 0 1 0 0,0 0-1 0 0,-2 1 39 0 0,1-1 1 0 0,-1 1 0 0 0,1 0-1 0 0,-1 0 1 0 0,1 1-1 0 0,-1-1 1 0 0,-2 2-1 0 0,-6 6 130 0 0,-19 17-1 0 0,29-25-273 0 0,-59 61-85 0 0,2 3 1 0 0,-71 102 0 0 0,75-81-5941 0 0,31-43 180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0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45 4143 0 0,'0'0'319'0'0,"-1"-19"2168"0"0,-1 9-298 0 0,-2-6 2562 0 0,2 17-4457 0 0,-20 19 1083 0 0,0 1 0 0 0,1 0 0 0 0,-29 41 0 0 0,14-19-701 0 0,5-4-474 0 0,1 2 0 0 0,2 1 0 0 0,2 1 0 0 0,2 1-1 0 0,2 2 1 0 0,2 0 0 0 0,2 1 0 0 0,2 0 0 0 0,2 2 0 0 0,2 0-1 0 0,2 0 1 0 0,-2 52 0 0 0,11-76-202 0 0,2 1 0 0 0,1-1 0 0 0,7 34 0 0 0,-7-48 0 0 0,1 6 8 0 0,0 0 0 0 0,2-1 0 0 0,9 24 0 0 0,-11-33-5 0 0,0 1 1 0 0,1 0-1 0 0,0-1 0 0 0,1 0 0 0 0,0 0 0 0 0,0-1 1 0 0,0 1-1 0 0,1-1 0 0 0,7 6 0 0 0,-11-10 4 0 0,0 0-1 0 0,0 0 1 0 0,1 0-1 0 0,-1-1 1 0 0,1 1-1 0 0,0-1 1 0 0,-1 0-1 0 0,1 0 1 0 0,0 0 0 0 0,0 0-1 0 0,0 0 1 0 0,-1 0-1 0 0,1-1 1 0 0,0 1-1 0 0,0-1 1 0 0,0 0-1 0 0,0 0 1 0 0,0 0-1 0 0,0-1 1 0 0,0 1 0 0 0,4-1-1 0 0,-7 1-6 0 0,6-2 25 0 0,-1 0-1 0 0,0 1 1 0 0,0-2-1 0 0,0 1 1 0 0,-1 0-1 0 0,1-1 1 0 0,0 0-1 0 0,-1 0 1 0 0,0-1-1 0 0,1 1 1 0 0,4-6-1 0 0,4-5 153 0 0,20-28 0 0 0,1-9 252 0 0,-2 0 1 0 0,32-72-1 0 0,-53 100-238 0 0,-1-1 1 0 0,7-29-1 0 0,-14 44-142 0 0,-1 0 0 0 0,0 0 0 0 0,-1 0 0 0 0,0 0 0 0 0,-1 0 0 0 0,0-1 0 0 0,0 1 0 0 0,-1 0 0 0 0,-2-14 0 0 0,2 19-27 0 0,0 1 0 0 0,0 0-1 0 0,0-1 1 0 0,-1 1 0 0 0,1 0 0 0 0,-1 0-1 0 0,0 0 1 0 0,0 0 0 0 0,0 1 0 0 0,0-1-1 0 0,0 0 1 0 0,-1 1 0 0 0,1-1 0 0 0,-1 1-1 0 0,-5-4 1 0 0,4 4 9 0 0,-1-1 0 0 0,0 1 0 0 0,1 1-1 0 0,-1-1 1 0 0,0 1 0 0 0,0 0 0 0 0,0 0 0 0 0,0 0-1 0 0,-9 0 1 0 0,-4 2 19 0 0,1 0 0 0 0,0 1-1 0 0,-1 1 1 0 0,1 1 0 0 0,-19 7 0 0 0,-72 31-199 0 0,64-21-2809 0 0,36-17-3018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120 124 5063 0 0,'1'-3'13948'0'0,"-16"28"-13473"0"0,0 0-1 0 0,2 2 1 0 0,1 0 0 0 0,-13 45-1 0 0,12-28-250 0 0,3 0-1 0 0,-6 61 0 0 0,15-90-150 0 0,0 1 0 0 0,2 18 0 0 0,-1-29-41 0 0,1 1-1 0 0,-1-1 1 0 0,1 0 0 0 0,1 0 0 0 0,-1 1 0 0 0,1-1 0 0 0,0 0-1 0 0,0 0 1 0 0,5 8 0 0 0,-6-11-19 0 0,0-1-1 0 0,0 0 0 0 0,0 0 1 0 0,0 0-1 0 0,0 0 1 0 0,0 0-1 0 0,0 0 0 0 0,1 0 1 0 0,-1 0-1 0 0,0-1 1 0 0,1 1-1 0 0,-1 0 0 0 0,0-1 1 0 0,1 1-1 0 0,-1-1 1 0 0,1 1-1 0 0,-1-1 0 0 0,3 1 1 0 0,-1-1 6 0 0,0 0 0 0 0,0-1 0 0 0,0 1-1 0 0,0 0 1 0 0,0-1 0 0 0,-1 0 0 0 0,1 1 0 0 0,5-3 0 0 0,2-2 32 0 0,0 0 0 0 0,-1-1-1 0 0,0 0 1 0 0,9-7 0 0 0,4-7 164 0 0,-1 0 0 0 0,0-1 0 0 0,-2-1 1 0 0,0 0-1 0 0,23-39 0 0 0,-10 6 253 0 0,37-85 1 0 0,-62 125-350 0 0,0-1-1 0 0,-2 1 1 0 0,0-2-1 0 0,4-26 1 0 0,-8 38-87 0 0,0 0 0 0 0,-1 0 0 0 0,0 0 0 0 0,0 0-1 0 0,0 0 1 0 0,0 0 0 0 0,-1 0 0 0 0,0 0 0 0 0,0 1 0 0 0,0-1 0 0 0,-1 0 0 0 0,1 0 0 0 0,-1 1 0 0 0,0-1 0 0 0,-1 1 0 0 0,1 0 0 0 0,-1-1 0 0 0,0 1 0 0 0,0 0 0 0 0,-4-4 0 0 0,4 6-32 0 0,0 0-1 0 0,0 0 0 0 0,0 0 1 0 0,-1 0-1 0 0,1 0 1 0 0,-1 0-1 0 0,1 1 0 0 0,-1 0 1 0 0,0 0-1 0 0,1 0 1 0 0,-1 0-1 0 0,0 0 0 0 0,0 1 1 0 0,0 0-1 0 0,0 0 1 0 0,1 0-1 0 0,-1 0 1 0 0,0 0-1 0 0,0 1 0 0 0,0 0 1 0 0,0 0-1 0 0,1 0 1 0 0,-7 2-1 0 0,0 1-142 0 0,0 1 0 0 0,0 0 0 0 0,0 0 0 0 0,1 1-1 0 0,-1 0 1 0 0,-15 15 0 0 0,16-14-527 0 0,1 1-1 0 0,1 0 1 0 0,0 0 0 0 0,-10 16-1 0 0,7-5-977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18455 0 0,'0'0'1675'0'0,"-2"2"-1382"0"0,-102 116 4260 0 0,58-56-3839 0 0,-43 75 0 0 0,77-115-684 0 0,0 0 0 0 0,1 1-1 0 0,2 0 1 0 0,-8 26 0 0 0,14-39-24 0 0,1 0 0 0 0,0 1 1 0 0,1-1-1 0 0,0 1 0 0 0,1 12 1 0 0,1-16-6 0 0,0-1 1 0 0,0 0-1 0 0,0 1 1 0 0,0-1 0 0 0,1 0-1 0 0,0 0 1 0 0,1 0 0 0 0,-1 0-1 0 0,6 8 1 0 0,-6-11-18 0 0,0 1-1 0 0,0-1 1 0 0,1 0-1 0 0,0 0 1 0 0,-1 0 0 0 0,1 0-1 0 0,0-1 1 0 0,0 1-1 0 0,1-1 1 0 0,-1 1 0 0 0,0-1-1 0 0,1 0 1 0 0,0-1-1 0 0,-1 1 1 0 0,1-1 0 0 0,0 1-1 0 0,0-1 1 0 0,-1 0-1 0 0,1-1 1 0 0,0 1 0 0 0,0-1-1 0 0,0 1 1 0 0,0-1-1 0 0,0 0 1 0 0,0-1-1 0 0,0 1 1 0 0,0-1 0 0 0,0 1-1 0 0,6-3 1 0 0,1-1-298 0 0,-1 1 0 0 0,0-2 0 0 0,0 1-1 0 0,-1-1 1 0 0,1-1 0 0 0,-1 0 0 0 0,0 0 0 0 0,-1-1 0 0 0,15-14 0 0 0,0-5-1391 0 0,-3 0-309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1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13359 0 0,'0'0'2880'0'0,"2"1"-1257"0"0,28 5 984 0 0,39 2 0 0 0,34-7-779 0 0,-56-4-2417 0 0,-1-2 0 0 0,66-16-1 0 0,-59 6-459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4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18 125 5527 0 0,'-18'-4'13113'0'0,"30"-1"-11867"0"0,7-3-761 0 0,1 2 1 0 0,0 1 0 0 0,0 0-1 0 0,22-2 1 0 0,8-1 64 0 0,166-31 369 0 0,-138 25-1344 0 0,67-7-3348 0 0,-115 19-3445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4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85 5983 0 0,'5'-18'912'0'0,"4"-23"-1382"0"0,-7 28 3726 0 0,-4 0 7300 0 0,-7 16-9847 0 0,3 0-558 0 0,1 1 0 0 0,-1-1-1 0 0,1 1 1 0 0,1 0 0 0 0,-1 0 0 0 0,-7 9 0 0 0,-25 33-38 0 0,30-36-192 0 0,-42 54-412 0 0,-139 203-1855 0 0,178-251 2340 0 0,1 0 0 0 0,1 1 0 0 0,0 0 0 0 0,1 1 0 0 0,-7 29 0 0 0,13-41 49 0 0,0-1 1 0 0,0 1-1 0 0,1 0 0 0 0,0-1 1 0 0,0 1-1 0 0,0 0 1 0 0,1-1-1 0 0,0 1 0 0 0,3 10 1 0 0,-3-12 19 0 0,1 0 1 0 0,0 0 0 0 0,0-1 0 0 0,0 1-1 0 0,0-1 1 0 0,1 1 0 0 0,-1-1 0 0 0,1 0-1 0 0,0 0 1 0 0,0 0 0 0 0,0 0 0 0 0,0-1-1 0 0,1 1 1 0 0,-1-1 0 0 0,5 3 0 0 0,0-2 0 0 0,-1 0 1 0 0,1 0 0 0 0,1 0 0 0 0,-1-1 0 0 0,0 0 0 0 0,0-1 0 0 0,1 0 0 0 0,-1 0 0 0 0,1-1 0 0 0,-1 0-1 0 0,1 0 1 0 0,10-2 0 0 0,13-4 133 0 0,57-16-1 0 0,-82 20-181 0 0,78-22 103 0 0,123-37-41 0 0,-74 11-2940 0 0,-106 37 767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4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12439 0 0,'-2'15'1104'0'0,"0"1"-880"0"0,1 7-224 0 0,-1 3 0 0 0,0 2 1088 0 0,0 3 184 0 0,0 6 32 0 0,0 4 8 0 0,0 4-768 0 0,1 3-160 0 0,-7 4-24 0 0,-1 6-8 0 0,0-1-352 0 0,-1-1-144 0 0,3-2 8 0 0,3-4-5240 0 0,2-4-1056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10135 0 0,'-1'3'464'0'0,"-49"238"3613"0"0,43-189-2565 0 0,3-1 0 0 0,3 94-1 0 0,2-131-1350 0 0,16 212 1529 0 0,-8-96-1467 0 0,-9-120-201 0 0,0-1 1 0 0,0 1 0 0 0,-1 0 0 0 0,0-1 0 0 0,-1 1 0 0 0,0-1-1 0 0,0 1 1 0 0,-1-1 0 0 0,-7 17 0 0 0,8-21-134 0 0,-1-1 0 0 0,0 1 0 0 0,1-1 0 0 0,-1 0-1 0 0,-1 0 1 0 0,1 0 0 0 0,-1 0 0 0 0,1 0 0 0 0,-1-1 0 0 0,0 1 0 0 0,-1-1 0 0 0,1 0 0 0 0,0-1 0 0 0,-1 1 0 0 0,1-1 0 0 0,-1 0-1 0 0,0 0 1 0 0,0 0 0 0 0,-9 2 0 0 0,-7-2-965 0 0</inkml:trace>
  <inkml:trace contextRef="#ctx0" brushRef="#br0" timeOffset="1">1 420 9215 0 0,'16'-28'816'0'0,"-6"19"-656"0"0,1-2-160 0 0,4 0 0 0 0,1-2 1976 0 0,3-2 360 0 0,1-2 64 0 0,3-2 24 0 0,-1 1-1288 0 0,0 1-256 0 0,-3 0-48 0 0,1 3-16 0 0,-1 1-1240 0 0,-1 0-248 0 0,-1 1-56 0 0,0 3-7816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8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89 7367 0 0,'0'0'568'0'0,"0"2"-373"0"0,-7 34 1546 0 0,2-12-652 0 0,2 1 0 0 0,-2 33 0 0 0,9-21 1172 0 0,7-43-1307 0 0,-6 2-768 0 0,0 0 1 0 0,-1 0 0 0 0,1-1 0 0 0,-1 0-1 0 0,0 0 1 0 0,0 0 0 0 0,0 0 0 0 0,-1-1 0 0 0,4-7-1 0 0,22-56 1147 0 0,-27 63-1209 0 0,2-6 86 0 0,0-1 0 0 0,3-16 0 0 0,-7 23-160 0 0,1 1 0 0 0,0 0 0 0 0,-1-1 1 0 0,0 1-1 0 0,-1-1 0 0 0,1 1 0 0 0,-1-1 0 0 0,-1-5 0 0 0,1 10-43 0 0,1-1-1 0 0,0 1 1 0 0,0 0 0 0 0,-1 0-1 0 0,1 0 1 0 0,-1 0 0 0 0,1 0-1 0 0,-1 0 1 0 0,1 0 0 0 0,-1 0 0 0 0,0 0-1 0 0,1 0 1 0 0,-1 0 0 0 0,0 0-1 0 0,0 0 1 0 0,0 0 0 0 0,1 1-1 0 0,-1-1 1 0 0,0 0 0 0 0,0 1 0 0 0,0-1-1 0 0,0 0 1 0 0,-1 1 0 0 0,1-1-1 0 0,0 1 1 0 0,0 0 0 0 0,0-1-1 0 0,0 1 1 0 0,0 0 0 0 0,-1 0 0 0 0,1 0-1 0 0,0 0 1 0 0,0 0 0 0 0,0 0-1 0 0,0 0 1 0 0,-1 0 0 0 0,1 0-1 0 0,-2 1 1 0 0,0 0-55 0 0,-1 0 0 0 0,1 1-1 0 0,0 0 1 0 0,0-1 0 0 0,0 1-1 0 0,0 0 1 0 0,0 0 0 0 0,1 1-1 0 0,-1-1 1 0 0,1 1 0 0 0,-4 3-1 0 0,-20 28-2677 0 0,18-24 1372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13503 0 0,'24'13'393'0'0,"-1"2"-1"0"0,0 0 0 0 0,-1 1 0 0 0,-1 1 0 0 0,26 26 1 0 0,-30-24 1107 0 0,29 41 0 0 0,-39-49-1190 0 0,-1 0-1 0 0,0 0 0 0 0,-1 0 0 0 0,0 1 0 0 0,-1 0 1 0 0,4 13-1 0 0,-4-4-136 0 0,-1 0 1 0 0,-1 0-1 0 0,-1 0 0 0 0,-1 1 1 0 0,0-1-1 0 0,-2 0 1 0 0,0 0-1 0 0,-2 0 0 0 0,-8 29 1 0 0,-2-4-174 0 0,-2-1 1 0 0,-3-1-1 0 0,-25 46 1 0 0,30-63-417 0 0,-2 0 1 0 0,-1-1 0 0 0,-1-1-1 0 0,-1-1 1 0 0,-2-1-1 0 0,-26 25 1 0 0,18-25-780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9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17 14975 0 0,'0'0'687'0'0,"0"-1"-16"0"0,-1-7-431 0 0,-1 2-142 0 0,1 5 272 0 0,0 1-301 0 0,0 1 1 0 0,0-1 0 0 0,0 1-1 0 0,0-1 1 0 0,0 1-1 0 0,1 0 1 0 0,-1-1 0 0 0,0 1-1 0 0,0 0 1 0 0,1 0 0 0 0,-2 1-1 0 0,0 1 78 0 0,-13 14 166 0 0,1 0 0 0 0,1 1 0 0 0,-19 35 0 0 0,-25 66-82 0 0,26-50-218 0 0,-141 260-161 0 0,20-38 24 0 0,70-129-2805 0 0,72-142-3030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49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12439 0 0,'0'0'958'0'0,"2"1"-625"0"0,1 1-39 0 0,-1 1 0 0 0,1 0 1 0 0,-1 0-1 0 0,0 0 0 0 0,1 0 0 0 0,-1 0 0 0 0,-1 0 1 0 0,1 0-1 0 0,0 1 0 0 0,-1-1 0 0 0,0 1 1 0 0,0-1-1 0 0,1 5 0 0 0,1 8 995 0 0,2 29 1 0 0,-2-17-1004 0 0,11 191 1534 0 0,-8-97-1358 0 0,44 478-1195 0 0,-48-580 542 0 0,0-2-588 0 0,0 0 0 0 0,-1 0 0 0 0,-1 0 0 0 0,-1 0 0 0 0,-3 27 0 0 0,-4-20-756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3T07:27:50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17967 0 0,'0'0'1760'0'0,"6"-7"-1568"0"0,1-4-192 0 0,4-1 0 0 0,2 1 0 0 0,2-2 856 0 0,4 0 136 0 0,3 0 24 0 0,4-2 8 0 0,-4 1-440 0 0,2-3-80 0 0,-1-2-24 0 0,1 1 0 0 0,0-1-1096 0 0,0-1-224 0 0,-2-5-48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17T03:57:49.5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24575,'0'3'0,"0"1"0,1-1 0,-1 1 0,1-1 0,-1 0 0,0 1 0,0-1 0,0 0 0,0 1 0,0 1 0,0 0 0,0 1 0,0 0 0,0 0 0,0-1 0,0-1 0,0-2 0,0 0 0,0 1 0,0-1 0,0 0 0,0 0 0,0 1 0,0 1 0,0 0 0,0-1 0,0 1 0,0-1 0,0 1 0,0-2 0,0 2 0,0 0 0,1 1 0,-1-1 0,1 2 0,-1-3 0,0 0 0,0-1 0,0 1 0,0-1 0,0 1 0,0-1 0,0 1 0,0 0 0,0-1 0,0 0 0,0 1 0,0-1 0,0 1 0,0 1 0,0-2 0,0 2 0,0-2 0,0 3 0,0-3 0,0 1 0,0-1 0,0 0 0,0 1 0,0 0 0,-1-1 0,1 1 0,-1-1 0,1 1 0,0-1 0,0 1 0,0 0 0,0 1 0,-1 0 0,0-2 0,0 1 0,1-1 0,0 0 0,0 2 0,0-2 0,0 1 0,0-1 0,-1 0 0,1 1 0,-1-1 0,1 1 0,0-1 0,0 1 0,0 0 0,0-1 0,-1 0 0,1 0 0,-1 0 0,1 0 0,0 1 0,0-1 0,1-1 0,-1 1 0,1-2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3F8F5-CBA8-4926-844A-B4EC1895904A}" type="datetimeFigureOut">
              <a:rPr lang="zh-CN" altLang="en-US" smtClean="0"/>
              <a:pPr/>
              <a:t>2024/11/6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0CB0A-298F-446B-BA93-C8C2997B1A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94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79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A499620-CB01-4AEF-9467-E1A00E5E1CBA}" type="slidenum">
              <a:rPr lang="en-US" altLang="en-US"/>
              <a:pPr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869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5484DB8-0427-4151-B93B-A3C58907D02B}" type="slidenum">
              <a:rPr lang="en-US" altLang="en-US"/>
              <a:pPr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34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16FB781-4484-4706-A8D2-D37DB4C4DA34}" type="slidenum">
              <a:rPr lang="en-US" altLang="en-US"/>
              <a:pPr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0450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The implication:</a:t>
            </a:r>
          </a:p>
          <a:p>
            <a:endParaRPr lang="en-CN"/>
          </a:p>
          <a:p>
            <a:r>
              <a:rPr lang="en-CN"/>
              <a:t>RLC circuits </a:t>
            </a:r>
            <a:r>
              <a:rPr lang="en-CN">
                <a:sym typeface="Wingdings" pitchFamily="2" charset="2"/>
              </a:rPr>
              <a:t> (complex solution as a mathematical tool)  osciallation described by sinusoids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998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FADD4A2-1F7A-43C2-889F-9551CD37C38C}" type="slidenum">
              <a:rPr lang="en-US" altLang="en-US"/>
              <a:pPr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5223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FADD4A2-1F7A-43C2-889F-9551CD37C38C}" type="slidenum">
              <a:rPr lang="en-US" altLang="en-US"/>
              <a:pPr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8666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797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3D5AB7E-ECBD-4017-95D1-31C16039EE81}" type="slidenum">
              <a:rPr lang="en-US" altLang="en-US"/>
              <a:pPr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2709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767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625FC8C-65B3-4B14-9A33-744C1B297480}" type="slidenum">
              <a:rPr lang="en-US" altLang="en-US"/>
              <a:pPr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9736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DFB91DB-DB47-404C-8201-3F6F7025833C}" type="slidenum">
              <a:rPr lang="en-US" altLang="en-US"/>
              <a:pPr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3032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FE57EBA-501F-482B-8CC7-95E744AFC478}" type="slidenum">
              <a:rPr lang="en-US" altLang="en-US"/>
              <a:pPr eaLnBrk="1" hangingPunct="1"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1520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18D2763-DF4C-4122-98E8-28C08131F0D1}" type="slidenum">
              <a:rPr lang="en-US" altLang="en-US"/>
              <a:pPr eaLnBrk="1" hangingPunct="1"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165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EA08208-15BD-4F12-85D8-4555F0A5BAF4}" type="slidenum">
              <a:rPr lang="en-US" altLang="en-US"/>
              <a:pPr eaLnBrk="1" hangingPunct="1"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256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132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F08A12E-2EA2-45B6-9F9D-2C686B9E673E}" type="slidenum">
              <a:rPr lang="en-US" altLang="en-US"/>
              <a:pPr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918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55C96E1-1995-4BB0-87AA-6C003912EB7B}" type="slidenum">
              <a:rPr lang="en-US" altLang="en-US"/>
              <a:pPr eaLnBrk="1" hangingPunct="1"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3366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9825E2A-4FAE-4A87-AFF7-F1E89233AE2B}" type="slidenum">
              <a:rPr lang="en-US" altLang="en-US"/>
              <a:pPr eaLnBrk="1" hangingPunct="1"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4716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C742B0C-22FB-43FB-9C7A-1D4F0BA0D348}" type="slidenum">
              <a:rPr lang="en-US" altLang="en-US"/>
              <a:pPr eaLnBrk="1" hangingPunct="1">
                <a:spcBef>
                  <a:spcPct val="0"/>
                </a:spcBef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7475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51D0A34-8C61-4BCE-B64B-50355C28C30C}" type="slidenum">
              <a:rPr lang="en-US" altLang="en-US"/>
              <a:pPr eaLnBrk="1" hangingPunct="1"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37423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BF977DC-5716-46BB-BDE1-496B51ACF353}" type="slidenum">
              <a:rPr lang="en-US" altLang="en-US"/>
              <a:pPr eaLnBrk="1" hangingPunct="1"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346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6387C8D-BB97-4222-A516-994FB895511E}" type="slidenum">
              <a:rPr lang="en-US" altLang="en-US"/>
              <a:pPr eaLnBrk="1" hangingPunct="1"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579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6387C8D-BB97-4222-A516-994FB895511E}" type="slidenum">
              <a:rPr lang="en-US" altLang="en-US"/>
              <a:pPr eaLnBrk="1" hangingPunct="1"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37294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0C45380-10E3-4327-9BA1-70239B1A360C}" type="slidenum">
              <a:rPr lang="en-US" altLang="en-US"/>
              <a:pPr eaLnBrk="1" hangingPunct="1"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74764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0C45380-10E3-4327-9BA1-70239B1A360C}" type="slidenum">
              <a:rPr lang="en-US" altLang="en-US"/>
              <a:pPr eaLnBrk="1" hangingPunct="1"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6948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33A474B-33FC-4648-9A04-F528EB10B3EA}" type="slidenum">
              <a:rPr lang="en-US" altLang="en-US"/>
              <a:pPr eaLnBrk="1" hangingPunct="1">
                <a:spcBef>
                  <a:spcPct val="0"/>
                </a:spcBef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37982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5FB4E1F-7DE0-4939-9BCD-3A819EE2E8F1}" type="slidenum">
              <a:rPr lang="en-US" altLang="en-US"/>
              <a:pPr eaLnBrk="1" hangingPunct="1">
                <a:spcBef>
                  <a:spcPct val="0"/>
                </a:spcBef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4081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D5FA637-43DC-408F-8F0B-AA5C54C9AF1D}" type="slidenum">
              <a:rPr lang="en-US" altLang="en-US"/>
              <a:pPr eaLnBrk="1" hangingPunct="1">
                <a:spcBef>
                  <a:spcPct val="0"/>
                </a:spcBef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66594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5A4421C-CC41-4987-8FBA-7FD6AC76EB69}" type="slidenum">
              <a:rPr lang="en-US" altLang="en-US"/>
              <a:pPr eaLnBrk="1" hangingPunct="1">
                <a:spcBef>
                  <a:spcPct val="0"/>
                </a:spcBef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7560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F6552F6-38E4-472D-8CA8-54428DA59040}" type="slidenum">
              <a:rPr lang="en-US" altLang="en-US"/>
              <a:pPr eaLnBrk="1" hangingPunct="1">
                <a:spcBef>
                  <a:spcPct val="0"/>
                </a:spcBef>
              </a:pPr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4431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72F89B2-D56A-44B5-A545-75370587BCCC}" type="slidenum">
              <a:rPr lang="en-US" altLang="en-US"/>
              <a:pPr eaLnBrk="1" hangingPunct="1">
                <a:spcBef>
                  <a:spcPct val="0"/>
                </a:spcBef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07827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5D3976D-E799-4DA8-BC8D-1DC411D90009}" type="slidenum">
              <a:rPr lang="en-US" altLang="en-US"/>
              <a:pPr eaLnBrk="1" hangingPunct="1">
                <a:spcBef>
                  <a:spcPct val="0"/>
                </a:spcBef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32913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241D320-1770-4EAE-820E-7F4E76184777}" type="slidenum">
              <a:rPr lang="en-US" altLang="en-US"/>
              <a:pPr eaLnBrk="1" hangingPunct="1">
                <a:spcBef>
                  <a:spcPct val="0"/>
                </a:spcBef>
              </a:pPr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7540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9471040-09C8-447E-9505-E9FDB9FD5959}" type="slidenum">
              <a:rPr lang="en-US" altLang="en-US"/>
              <a:pPr eaLnBrk="1" hangingPunct="1">
                <a:spcBef>
                  <a:spcPct val="0"/>
                </a:spcBef>
              </a:pPr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48755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F997062-BCC9-4636-AAB9-6E5346E11654}" type="slidenum">
              <a:rPr lang="en-US" altLang="en-US"/>
              <a:pPr eaLnBrk="1" hangingPunct="1">
                <a:spcBef>
                  <a:spcPct val="0"/>
                </a:spcBef>
              </a:pPr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3947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6644EA9-3B92-42F0-B85D-B6E44585B7B6}" type="slidenum">
              <a:rPr lang="en-US" altLang="en-US"/>
              <a:pPr eaLnBrk="1" hangingPunct="1">
                <a:spcBef>
                  <a:spcPct val="0"/>
                </a:spcBef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6612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* This page and the following pages are optional.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68E60A5-7E27-4ACA-842E-0F8386C7FAB9}" type="slidenum">
              <a:rPr lang="en-US" altLang="en-US"/>
              <a:pPr eaLnBrk="1" hangingPunct="1">
                <a:spcBef>
                  <a:spcPct val="0"/>
                </a:spcBef>
              </a:pPr>
              <a:t>65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0734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38FA6ED-7383-4B26-B9CB-E73A04444E12}" type="slidenum">
              <a:rPr lang="en-US" altLang="en-US"/>
              <a:pPr eaLnBrk="1" hangingPunct="1">
                <a:spcBef>
                  <a:spcPct val="0"/>
                </a:spcBef>
              </a:pPr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424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53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7" name="Picture 17" descr="Culogo"/>
          <p:cNvPicPr>
            <a:picLocks noChangeAspect="1" noChangeArrowheads="1" noCrop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" y="80953"/>
            <a:ext cx="804672" cy="5408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944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57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46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41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94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742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3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449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49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10/11/2016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76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10/11/2016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957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4.png"/><Relationship Id="rId7" Type="http://schemas.openxmlformats.org/officeDocument/2006/relationships/image" Target="../media/image7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9.png"/><Relationship Id="rId5" Type="http://schemas.openxmlformats.org/officeDocument/2006/relationships/image" Target="../media/image6.emf"/><Relationship Id="rId10" Type="http://schemas.openxmlformats.org/officeDocument/2006/relationships/customXml" Target="../ink/ink1.xml"/><Relationship Id="rId4" Type="http://schemas.openxmlformats.org/officeDocument/2006/relationships/image" Target="../media/image5.png"/><Relationship Id="rId9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6.png"/><Relationship Id="rId4" Type="http://schemas.openxmlformats.org/officeDocument/2006/relationships/image" Target="../media/image11.wmf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2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7.bin"/><Relationship Id="rId7" Type="http://schemas.openxmlformats.org/officeDocument/2006/relationships/image" Target="../media/image2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4.png"/><Relationship Id="rId4" Type="http://schemas.openxmlformats.org/officeDocument/2006/relationships/image" Target="../media/image23.wmf"/><Relationship Id="rId9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4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5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1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3.png"/><Relationship Id="rId5" Type="http://schemas.openxmlformats.org/officeDocument/2006/relationships/image" Target="../media/image49.png"/><Relationship Id="rId10" Type="http://schemas.openxmlformats.org/officeDocument/2006/relationships/customXml" Target="../ink/ink3.xml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customXml" Target="../ink/ink6.xml"/><Relationship Id="rId18" Type="http://schemas.openxmlformats.org/officeDocument/2006/relationships/image" Target="../media/image70.png"/><Relationship Id="rId26" Type="http://schemas.openxmlformats.org/officeDocument/2006/relationships/image" Target="../media/image74.png"/><Relationship Id="rId3" Type="http://schemas.openxmlformats.org/officeDocument/2006/relationships/image" Target="../media/image61.png"/><Relationship Id="rId21" Type="http://schemas.openxmlformats.org/officeDocument/2006/relationships/customXml" Target="../ink/ink10.xml"/><Relationship Id="rId7" Type="http://schemas.openxmlformats.org/officeDocument/2006/relationships/image" Target="../media/image64.png"/><Relationship Id="rId12" Type="http://schemas.openxmlformats.org/officeDocument/2006/relationships/image" Target="../media/image6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69.png"/><Relationship Id="rId20" Type="http://schemas.openxmlformats.org/officeDocument/2006/relationships/image" Target="../media/image71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gif"/><Relationship Id="rId11" Type="http://schemas.openxmlformats.org/officeDocument/2006/relationships/customXml" Target="../ink/ink5.xml"/><Relationship Id="rId24" Type="http://schemas.openxmlformats.org/officeDocument/2006/relationships/image" Target="../media/image73.png"/><Relationship Id="rId5" Type="http://schemas.openxmlformats.org/officeDocument/2006/relationships/image" Target="../media/image62.wmf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75.png"/><Relationship Id="rId10" Type="http://schemas.openxmlformats.org/officeDocument/2006/relationships/image" Target="../media/image66.png"/><Relationship Id="rId19" Type="http://schemas.openxmlformats.org/officeDocument/2006/relationships/customXml" Target="../ink/ink9.xml"/><Relationship Id="rId4" Type="http://schemas.openxmlformats.org/officeDocument/2006/relationships/oleObject" Target="../embeddings/oleObject22.bin"/><Relationship Id="rId9" Type="http://schemas.openxmlformats.org/officeDocument/2006/relationships/customXml" Target="../ink/ink4.xml"/><Relationship Id="rId14" Type="http://schemas.openxmlformats.org/officeDocument/2006/relationships/image" Target="../media/image68.png"/><Relationship Id="rId22" Type="http://schemas.openxmlformats.org/officeDocument/2006/relationships/image" Target="../media/image72.png"/><Relationship Id="rId27" Type="http://schemas.openxmlformats.org/officeDocument/2006/relationships/customXml" Target="../ink/ink13.xml"/><Relationship Id="rId30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79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2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wmf"/><Relationship Id="rId11" Type="http://schemas.openxmlformats.org/officeDocument/2006/relationships/image" Target="../media/image86.wmf"/><Relationship Id="rId5" Type="http://schemas.openxmlformats.org/officeDocument/2006/relationships/oleObject" Target="../embeddings/oleObject26.bin"/><Relationship Id="rId10" Type="http://schemas.openxmlformats.org/officeDocument/2006/relationships/oleObject" Target="../embeddings/oleObject28.bin"/><Relationship Id="rId4" Type="http://schemas.openxmlformats.org/officeDocument/2006/relationships/image" Target="../media/image83.wmf"/><Relationship Id="rId9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2.xml"/><Relationship Id="rId21" Type="http://schemas.openxmlformats.org/officeDocument/2006/relationships/customXml" Target="../ink/ink24.xml"/><Relationship Id="rId42" Type="http://schemas.openxmlformats.org/officeDocument/2006/relationships/image" Target="../media/image109.png"/><Relationship Id="rId63" Type="http://schemas.openxmlformats.org/officeDocument/2006/relationships/customXml" Target="../ink/ink45.xml"/><Relationship Id="rId84" Type="http://schemas.openxmlformats.org/officeDocument/2006/relationships/image" Target="../media/image130.png"/><Relationship Id="rId138" Type="http://schemas.openxmlformats.org/officeDocument/2006/relationships/image" Target="../media/image157.png"/><Relationship Id="rId159" Type="http://schemas.openxmlformats.org/officeDocument/2006/relationships/customXml" Target="../ink/ink93.xml"/><Relationship Id="rId170" Type="http://schemas.openxmlformats.org/officeDocument/2006/relationships/image" Target="../media/image173.png"/><Relationship Id="rId191" Type="http://schemas.openxmlformats.org/officeDocument/2006/relationships/customXml" Target="../ink/ink109.xml"/><Relationship Id="rId205" Type="http://schemas.openxmlformats.org/officeDocument/2006/relationships/customXml" Target="../ink/ink116.xml"/><Relationship Id="rId226" Type="http://schemas.openxmlformats.org/officeDocument/2006/relationships/image" Target="../media/image201.png"/><Relationship Id="rId247" Type="http://schemas.openxmlformats.org/officeDocument/2006/relationships/customXml" Target="../ink/ink137.xml"/><Relationship Id="rId107" Type="http://schemas.openxmlformats.org/officeDocument/2006/relationships/customXml" Target="../ink/ink67.xml"/><Relationship Id="rId11" Type="http://schemas.openxmlformats.org/officeDocument/2006/relationships/customXml" Target="../ink/ink19.xml"/><Relationship Id="rId32" Type="http://schemas.openxmlformats.org/officeDocument/2006/relationships/image" Target="../media/image104.png"/><Relationship Id="rId53" Type="http://schemas.openxmlformats.org/officeDocument/2006/relationships/customXml" Target="../ink/ink40.xml"/><Relationship Id="rId74" Type="http://schemas.openxmlformats.org/officeDocument/2006/relationships/image" Target="../media/image125.png"/><Relationship Id="rId128" Type="http://schemas.openxmlformats.org/officeDocument/2006/relationships/image" Target="../media/image152.png"/><Relationship Id="rId149" Type="http://schemas.openxmlformats.org/officeDocument/2006/relationships/customXml" Target="../ink/ink88.xml"/><Relationship Id="rId5" Type="http://schemas.openxmlformats.org/officeDocument/2006/relationships/customXml" Target="../ink/ink16.xml"/><Relationship Id="rId95" Type="http://schemas.openxmlformats.org/officeDocument/2006/relationships/customXml" Target="../ink/ink61.xml"/><Relationship Id="rId160" Type="http://schemas.openxmlformats.org/officeDocument/2006/relationships/image" Target="../media/image168.png"/><Relationship Id="rId181" Type="http://schemas.openxmlformats.org/officeDocument/2006/relationships/customXml" Target="../ink/ink104.xml"/><Relationship Id="rId216" Type="http://schemas.openxmlformats.org/officeDocument/2006/relationships/image" Target="../media/image196.png"/><Relationship Id="rId237" Type="http://schemas.openxmlformats.org/officeDocument/2006/relationships/customXml" Target="../ink/ink132.xml"/><Relationship Id="rId22" Type="http://schemas.openxmlformats.org/officeDocument/2006/relationships/image" Target="../media/image99.png"/><Relationship Id="rId43" Type="http://schemas.openxmlformats.org/officeDocument/2006/relationships/customXml" Target="../ink/ink35.xml"/><Relationship Id="rId64" Type="http://schemas.openxmlformats.org/officeDocument/2006/relationships/image" Target="../media/image120.png"/><Relationship Id="rId118" Type="http://schemas.openxmlformats.org/officeDocument/2006/relationships/image" Target="../media/image147.png"/><Relationship Id="rId139" Type="http://schemas.openxmlformats.org/officeDocument/2006/relationships/customXml" Target="../ink/ink83.xml"/><Relationship Id="rId85" Type="http://schemas.openxmlformats.org/officeDocument/2006/relationships/customXml" Target="../ink/ink56.xml"/><Relationship Id="rId150" Type="http://schemas.openxmlformats.org/officeDocument/2006/relationships/image" Target="../media/image163.png"/><Relationship Id="rId171" Type="http://schemas.openxmlformats.org/officeDocument/2006/relationships/customXml" Target="../ink/ink99.xml"/><Relationship Id="rId192" Type="http://schemas.openxmlformats.org/officeDocument/2006/relationships/image" Target="../media/image184.png"/><Relationship Id="rId206" Type="http://schemas.openxmlformats.org/officeDocument/2006/relationships/image" Target="../media/image191.png"/><Relationship Id="rId227" Type="http://schemas.openxmlformats.org/officeDocument/2006/relationships/customXml" Target="../ink/ink127.xml"/><Relationship Id="rId248" Type="http://schemas.openxmlformats.org/officeDocument/2006/relationships/image" Target="../media/image212.png"/><Relationship Id="rId12" Type="http://schemas.openxmlformats.org/officeDocument/2006/relationships/image" Target="../media/image94.png"/><Relationship Id="rId33" Type="http://schemas.openxmlformats.org/officeDocument/2006/relationships/customXml" Target="../ink/ink30.xml"/><Relationship Id="rId108" Type="http://schemas.openxmlformats.org/officeDocument/2006/relationships/image" Target="../media/image142.png"/><Relationship Id="rId129" Type="http://schemas.openxmlformats.org/officeDocument/2006/relationships/customXml" Target="../ink/ink78.xml"/><Relationship Id="rId54" Type="http://schemas.openxmlformats.org/officeDocument/2006/relationships/image" Target="../media/image115.png"/><Relationship Id="rId75" Type="http://schemas.openxmlformats.org/officeDocument/2006/relationships/customXml" Target="../ink/ink51.xml"/><Relationship Id="rId96" Type="http://schemas.openxmlformats.org/officeDocument/2006/relationships/image" Target="../media/image136.png"/><Relationship Id="rId140" Type="http://schemas.openxmlformats.org/officeDocument/2006/relationships/image" Target="../media/image158.png"/><Relationship Id="rId161" Type="http://schemas.openxmlformats.org/officeDocument/2006/relationships/customXml" Target="../ink/ink94.xml"/><Relationship Id="rId182" Type="http://schemas.openxmlformats.org/officeDocument/2006/relationships/image" Target="../media/image179.png"/><Relationship Id="rId217" Type="http://schemas.openxmlformats.org/officeDocument/2006/relationships/customXml" Target="../ink/ink122.xml"/><Relationship Id="rId6" Type="http://schemas.openxmlformats.org/officeDocument/2006/relationships/image" Target="../media/image91.png"/><Relationship Id="rId238" Type="http://schemas.openxmlformats.org/officeDocument/2006/relationships/image" Target="../media/image207.png"/><Relationship Id="rId23" Type="http://schemas.openxmlformats.org/officeDocument/2006/relationships/customXml" Target="../ink/ink25.xml"/><Relationship Id="rId119" Type="http://schemas.openxmlformats.org/officeDocument/2006/relationships/customXml" Target="../ink/ink73.xml"/><Relationship Id="rId44" Type="http://schemas.openxmlformats.org/officeDocument/2006/relationships/image" Target="../media/image110.png"/><Relationship Id="rId65" Type="http://schemas.openxmlformats.org/officeDocument/2006/relationships/customXml" Target="../ink/ink46.xml"/><Relationship Id="rId86" Type="http://schemas.openxmlformats.org/officeDocument/2006/relationships/image" Target="../media/image131.png"/><Relationship Id="rId130" Type="http://schemas.openxmlformats.org/officeDocument/2006/relationships/image" Target="../media/image153.png"/><Relationship Id="rId151" Type="http://schemas.openxmlformats.org/officeDocument/2006/relationships/customXml" Target="../ink/ink89.xml"/><Relationship Id="rId172" Type="http://schemas.openxmlformats.org/officeDocument/2006/relationships/image" Target="../media/image174.png"/><Relationship Id="rId193" Type="http://schemas.openxmlformats.org/officeDocument/2006/relationships/customXml" Target="../ink/ink110.xml"/><Relationship Id="rId207" Type="http://schemas.openxmlformats.org/officeDocument/2006/relationships/customXml" Target="../ink/ink117.xml"/><Relationship Id="rId228" Type="http://schemas.openxmlformats.org/officeDocument/2006/relationships/image" Target="../media/image202.png"/><Relationship Id="rId249" Type="http://schemas.openxmlformats.org/officeDocument/2006/relationships/customXml" Target="../ink/ink138.xml"/><Relationship Id="rId13" Type="http://schemas.openxmlformats.org/officeDocument/2006/relationships/customXml" Target="../ink/ink20.xml"/><Relationship Id="rId109" Type="http://schemas.openxmlformats.org/officeDocument/2006/relationships/customXml" Target="../ink/ink68.xml"/><Relationship Id="rId34" Type="http://schemas.openxmlformats.org/officeDocument/2006/relationships/image" Target="../media/image105.png"/><Relationship Id="rId55" Type="http://schemas.openxmlformats.org/officeDocument/2006/relationships/customXml" Target="../ink/ink41.xml"/><Relationship Id="rId76" Type="http://schemas.openxmlformats.org/officeDocument/2006/relationships/image" Target="../media/image126.png"/><Relationship Id="rId97" Type="http://schemas.openxmlformats.org/officeDocument/2006/relationships/customXml" Target="../ink/ink62.xml"/><Relationship Id="rId120" Type="http://schemas.openxmlformats.org/officeDocument/2006/relationships/image" Target="../media/image148.png"/><Relationship Id="rId141" Type="http://schemas.openxmlformats.org/officeDocument/2006/relationships/customXml" Target="../ink/ink84.xml"/><Relationship Id="rId7" Type="http://schemas.openxmlformats.org/officeDocument/2006/relationships/customXml" Target="../ink/ink17.xml"/><Relationship Id="rId162" Type="http://schemas.openxmlformats.org/officeDocument/2006/relationships/image" Target="../media/image169.png"/><Relationship Id="rId183" Type="http://schemas.openxmlformats.org/officeDocument/2006/relationships/customXml" Target="../ink/ink105.xml"/><Relationship Id="rId218" Type="http://schemas.openxmlformats.org/officeDocument/2006/relationships/image" Target="../media/image197.png"/><Relationship Id="rId239" Type="http://schemas.openxmlformats.org/officeDocument/2006/relationships/customXml" Target="../ink/ink133.xml"/><Relationship Id="rId250" Type="http://schemas.openxmlformats.org/officeDocument/2006/relationships/image" Target="../media/image213.png"/><Relationship Id="rId24" Type="http://schemas.openxmlformats.org/officeDocument/2006/relationships/image" Target="../media/image100.png"/><Relationship Id="rId45" Type="http://schemas.openxmlformats.org/officeDocument/2006/relationships/customXml" Target="../ink/ink36.xml"/><Relationship Id="rId66" Type="http://schemas.openxmlformats.org/officeDocument/2006/relationships/image" Target="../media/image121.png"/><Relationship Id="rId87" Type="http://schemas.openxmlformats.org/officeDocument/2006/relationships/customXml" Target="../ink/ink57.xml"/><Relationship Id="rId110" Type="http://schemas.openxmlformats.org/officeDocument/2006/relationships/image" Target="../media/image143.png"/><Relationship Id="rId131" Type="http://schemas.openxmlformats.org/officeDocument/2006/relationships/customXml" Target="../ink/ink79.xml"/><Relationship Id="rId152" Type="http://schemas.openxmlformats.org/officeDocument/2006/relationships/image" Target="../media/image164.png"/><Relationship Id="rId173" Type="http://schemas.openxmlformats.org/officeDocument/2006/relationships/customXml" Target="../ink/ink100.xml"/><Relationship Id="rId194" Type="http://schemas.openxmlformats.org/officeDocument/2006/relationships/image" Target="../media/image185.png"/><Relationship Id="rId208" Type="http://schemas.openxmlformats.org/officeDocument/2006/relationships/image" Target="../media/image192.png"/><Relationship Id="rId229" Type="http://schemas.openxmlformats.org/officeDocument/2006/relationships/customXml" Target="../ink/ink128.xml"/><Relationship Id="rId240" Type="http://schemas.openxmlformats.org/officeDocument/2006/relationships/image" Target="../media/image208.png"/><Relationship Id="rId14" Type="http://schemas.openxmlformats.org/officeDocument/2006/relationships/image" Target="../media/image95.png"/><Relationship Id="rId35" Type="http://schemas.openxmlformats.org/officeDocument/2006/relationships/customXml" Target="../ink/ink31.xml"/><Relationship Id="rId56" Type="http://schemas.openxmlformats.org/officeDocument/2006/relationships/image" Target="../media/image116.png"/><Relationship Id="rId77" Type="http://schemas.openxmlformats.org/officeDocument/2006/relationships/customXml" Target="../ink/ink52.xml"/><Relationship Id="rId100" Type="http://schemas.openxmlformats.org/officeDocument/2006/relationships/image" Target="../media/image138.png"/><Relationship Id="rId8" Type="http://schemas.openxmlformats.org/officeDocument/2006/relationships/image" Target="../media/image92.png"/><Relationship Id="rId98" Type="http://schemas.openxmlformats.org/officeDocument/2006/relationships/image" Target="../media/image137.png"/><Relationship Id="rId121" Type="http://schemas.openxmlformats.org/officeDocument/2006/relationships/customXml" Target="../ink/ink74.xml"/><Relationship Id="rId142" Type="http://schemas.openxmlformats.org/officeDocument/2006/relationships/image" Target="../media/image159.png"/><Relationship Id="rId163" Type="http://schemas.openxmlformats.org/officeDocument/2006/relationships/customXml" Target="../ink/ink95.xml"/><Relationship Id="rId184" Type="http://schemas.openxmlformats.org/officeDocument/2006/relationships/image" Target="../media/image180.png"/><Relationship Id="rId219" Type="http://schemas.openxmlformats.org/officeDocument/2006/relationships/customXml" Target="../ink/ink123.xml"/><Relationship Id="rId230" Type="http://schemas.openxmlformats.org/officeDocument/2006/relationships/image" Target="../media/image203.png"/><Relationship Id="rId251" Type="http://schemas.openxmlformats.org/officeDocument/2006/relationships/customXml" Target="../ink/ink139.xml"/><Relationship Id="rId25" Type="http://schemas.openxmlformats.org/officeDocument/2006/relationships/customXml" Target="../ink/ink26.xml"/><Relationship Id="rId46" Type="http://schemas.openxmlformats.org/officeDocument/2006/relationships/image" Target="../media/image111.png"/><Relationship Id="rId67" Type="http://schemas.openxmlformats.org/officeDocument/2006/relationships/customXml" Target="../ink/ink47.xml"/><Relationship Id="rId88" Type="http://schemas.openxmlformats.org/officeDocument/2006/relationships/image" Target="../media/image132.png"/><Relationship Id="rId111" Type="http://schemas.openxmlformats.org/officeDocument/2006/relationships/customXml" Target="../ink/ink69.xml"/><Relationship Id="rId132" Type="http://schemas.openxmlformats.org/officeDocument/2006/relationships/image" Target="../media/image154.png"/><Relationship Id="rId153" Type="http://schemas.openxmlformats.org/officeDocument/2006/relationships/customXml" Target="../ink/ink90.xml"/><Relationship Id="rId174" Type="http://schemas.openxmlformats.org/officeDocument/2006/relationships/image" Target="../media/image175.png"/><Relationship Id="rId195" Type="http://schemas.openxmlformats.org/officeDocument/2006/relationships/customXml" Target="../ink/ink111.xml"/><Relationship Id="rId209" Type="http://schemas.openxmlformats.org/officeDocument/2006/relationships/customXml" Target="../ink/ink118.xml"/><Relationship Id="rId220" Type="http://schemas.openxmlformats.org/officeDocument/2006/relationships/image" Target="../media/image198.png"/><Relationship Id="rId241" Type="http://schemas.openxmlformats.org/officeDocument/2006/relationships/customXml" Target="../ink/ink134.xml"/><Relationship Id="rId15" Type="http://schemas.openxmlformats.org/officeDocument/2006/relationships/customXml" Target="../ink/ink21.xml"/><Relationship Id="rId36" Type="http://schemas.openxmlformats.org/officeDocument/2006/relationships/image" Target="../media/image106.png"/><Relationship Id="rId57" Type="http://schemas.openxmlformats.org/officeDocument/2006/relationships/customXml" Target="../ink/ink42.xml"/><Relationship Id="rId78" Type="http://schemas.openxmlformats.org/officeDocument/2006/relationships/image" Target="../media/image127.png"/><Relationship Id="rId99" Type="http://schemas.openxmlformats.org/officeDocument/2006/relationships/customXml" Target="../ink/ink63.xml"/><Relationship Id="rId101" Type="http://schemas.openxmlformats.org/officeDocument/2006/relationships/customXml" Target="../ink/ink64.xml"/><Relationship Id="rId122" Type="http://schemas.openxmlformats.org/officeDocument/2006/relationships/image" Target="../media/image149.png"/><Relationship Id="rId143" Type="http://schemas.openxmlformats.org/officeDocument/2006/relationships/customXml" Target="../ink/ink85.xml"/><Relationship Id="rId164" Type="http://schemas.openxmlformats.org/officeDocument/2006/relationships/image" Target="../media/image170.png"/><Relationship Id="rId185" Type="http://schemas.openxmlformats.org/officeDocument/2006/relationships/customXml" Target="../ink/ink106.xml"/><Relationship Id="rId9" Type="http://schemas.openxmlformats.org/officeDocument/2006/relationships/customXml" Target="../ink/ink18.xml"/><Relationship Id="rId210" Type="http://schemas.openxmlformats.org/officeDocument/2006/relationships/image" Target="../media/image193.png"/><Relationship Id="rId26" Type="http://schemas.openxmlformats.org/officeDocument/2006/relationships/image" Target="../media/image101.png"/><Relationship Id="rId231" Type="http://schemas.openxmlformats.org/officeDocument/2006/relationships/customXml" Target="../ink/ink129.xml"/><Relationship Id="rId252" Type="http://schemas.openxmlformats.org/officeDocument/2006/relationships/image" Target="../media/image214.png"/><Relationship Id="rId47" Type="http://schemas.openxmlformats.org/officeDocument/2006/relationships/customXml" Target="../ink/ink37.xml"/><Relationship Id="rId68" Type="http://schemas.openxmlformats.org/officeDocument/2006/relationships/image" Target="../media/image122.png"/><Relationship Id="rId89" Type="http://schemas.openxmlformats.org/officeDocument/2006/relationships/customXml" Target="../ink/ink58.xml"/><Relationship Id="rId112" Type="http://schemas.openxmlformats.org/officeDocument/2006/relationships/image" Target="../media/image144.png"/><Relationship Id="rId133" Type="http://schemas.openxmlformats.org/officeDocument/2006/relationships/customXml" Target="../ink/ink80.xml"/><Relationship Id="rId154" Type="http://schemas.openxmlformats.org/officeDocument/2006/relationships/image" Target="../media/image165.png"/><Relationship Id="rId175" Type="http://schemas.openxmlformats.org/officeDocument/2006/relationships/customXml" Target="../ink/ink101.xml"/><Relationship Id="rId196" Type="http://schemas.openxmlformats.org/officeDocument/2006/relationships/image" Target="../media/image186.png"/><Relationship Id="rId200" Type="http://schemas.openxmlformats.org/officeDocument/2006/relationships/image" Target="../media/image188.png"/><Relationship Id="rId16" Type="http://schemas.openxmlformats.org/officeDocument/2006/relationships/image" Target="../media/image96.png"/><Relationship Id="rId221" Type="http://schemas.openxmlformats.org/officeDocument/2006/relationships/customXml" Target="../ink/ink124.xml"/><Relationship Id="rId242" Type="http://schemas.openxmlformats.org/officeDocument/2006/relationships/image" Target="../media/image209.png"/><Relationship Id="rId37" Type="http://schemas.openxmlformats.org/officeDocument/2006/relationships/customXml" Target="../ink/ink32.xml"/><Relationship Id="rId58" Type="http://schemas.openxmlformats.org/officeDocument/2006/relationships/image" Target="../media/image117.png"/><Relationship Id="rId79" Type="http://schemas.openxmlformats.org/officeDocument/2006/relationships/customXml" Target="../ink/ink53.xml"/><Relationship Id="rId102" Type="http://schemas.openxmlformats.org/officeDocument/2006/relationships/image" Target="../media/image139.png"/><Relationship Id="rId123" Type="http://schemas.openxmlformats.org/officeDocument/2006/relationships/customXml" Target="../ink/ink75.xml"/><Relationship Id="rId144" Type="http://schemas.openxmlformats.org/officeDocument/2006/relationships/image" Target="../media/image160.png"/><Relationship Id="rId90" Type="http://schemas.openxmlformats.org/officeDocument/2006/relationships/image" Target="../media/image133.png"/><Relationship Id="rId165" Type="http://schemas.openxmlformats.org/officeDocument/2006/relationships/customXml" Target="../ink/ink96.xml"/><Relationship Id="rId186" Type="http://schemas.openxmlformats.org/officeDocument/2006/relationships/image" Target="../media/image181.png"/><Relationship Id="rId211" Type="http://schemas.openxmlformats.org/officeDocument/2006/relationships/customXml" Target="../ink/ink119.xml"/><Relationship Id="rId232" Type="http://schemas.openxmlformats.org/officeDocument/2006/relationships/image" Target="../media/image204.png"/><Relationship Id="rId253" Type="http://schemas.openxmlformats.org/officeDocument/2006/relationships/customXml" Target="../ink/ink140.xml"/><Relationship Id="rId27" Type="http://schemas.openxmlformats.org/officeDocument/2006/relationships/customXml" Target="../ink/ink27.xml"/><Relationship Id="rId48" Type="http://schemas.openxmlformats.org/officeDocument/2006/relationships/image" Target="../media/image112.png"/><Relationship Id="rId69" Type="http://schemas.openxmlformats.org/officeDocument/2006/relationships/customXml" Target="../ink/ink48.xml"/><Relationship Id="rId113" Type="http://schemas.openxmlformats.org/officeDocument/2006/relationships/customXml" Target="../ink/ink70.xml"/><Relationship Id="rId134" Type="http://schemas.openxmlformats.org/officeDocument/2006/relationships/image" Target="../media/image155.png"/><Relationship Id="rId80" Type="http://schemas.openxmlformats.org/officeDocument/2006/relationships/image" Target="../media/image128.png"/><Relationship Id="rId155" Type="http://schemas.openxmlformats.org/officeDocument/2006/relationships/customXml" Target="../ink/ink91.xml"/><Relationship Id="rId176" Type="http://schemas.openxmlformats.org/officeDocument/2006/relationships/image" Target="../media/image176.png"/><Relationship Id="rId197" Type="http://schemas.openxmlformats.org/officeDocument/2006/relationships/customXml" Target="../ink/ink112.xml"/><Relationship Id="rId201" Type="http://schemas.openxmlformats.org/officeDocument/2006/relationships/customXml" Target="../ink/ink114.xml"/><Relationship Id="rId222" Type="http://schemas.openxmlformats.org/officeDocument/2006/relationships/image" Target="../media/image199.png"/><Relationship Id="rId243" Type="http://schemas.openxmlformats.org/officeDocument/2006/relationships/customXml" Target="../ink/ink135.xml"/><Relationship Id="rId17" Type="http://schemas.openxmlformats.org/officeDocument/2006/relationships/customXml" Target="../ink/ink22.xml"/><Relationship Id="rId38" Type="http://schemas.openxmlformats.org/officeDocument/2006/relationships/image" Target="../media/image107.png"/><Relationship Id="rId59" Type="http://schemas.openxmlformats.org/officeDocument/2006/relationships/customXml" Target="../ink/ink43.xml"/><Relationship Id="rId103" Type="http://schemas.openxmlformats.org/officeDocument/2006/relationships/customXml" Target="../ink/ink65.xml"/><Relationship Id="rId124" Type="http://schemas.openxmlformats.org/officeDocument/2006/relationships/image" Target="../media/image150.png"/><Relationship Id="rId70" Type="http://schemas.openxmlformats.org/officeDocument/2006/relationships/image" Target="../media/image123.png"/><Relationship Id="rId91" Type="http://schemas.openxmlformats.org/officeDocument/2006/relationships/customXml" Target="../ink/ink59.xml"/><Relationship Id="rId145" Type="http://schemas.openxmlformats.org/officeDocument/2006/relationships/customXml" Target="../ink/ink86.xml"/><Relationship Id="rId166" Type="http://schemas.openxmlformats.org/officeDocument/2006/relationships/image" Target="../media/image171.png"/><Relationship Id="rId187" Type="http://schemas.openxmlformats.org/officeDocument/2006/relationships/customXml" Target="../ink/ink10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94.png"/><Relationship Id="rId233" Type="http://schemas.openxmlformats.org/officeDocument/2006/relationships/customXml" Target="../ink/ink130.xml"/><Relationship Id="rId254" Type="http://schemas.openxmlformats.org/officeDocument/2006/relationships/image" Target="../media/image215.png"/><Relationship Id="rId28" Type="http://schemas.openxmlformats.org/officeDocument/2006/relationships/image" Target="../media/image102.png"/><Relationship Id="rId49" Type="http://schemas.openxmlformats.org/officeDocument/2006/relationships/customXml" Target="../ink/ink38.xml"/><Relationship Id="rId114" Type="http://schemas.openxmlformats.org/officeDocument/2006/relationships/image" Target="../media/image145.png"/><Relationship Id="rId60" Type="http://schemas.openxmlformats.org/officeDocument/2006/relationships/image" Target="../media/image118.png"/><Relationship Id="rId81" Type="http://schemas.openxmlformats.org/officeDocument/2006/relationships/customXml" Target="../ink/ink54.xml"/><Relationship Id="rId135" Type="http://schemas.openxmlformats.org/officeDocument/2006/relationships/customXml" Target="../ink/ink81.xml"/><Relationship Id="rId156" Type="http://schemas.openxmlformats.org/officeDocument/2006/relationships/image" Target="../media/image166.png"/><Relationship Id="rId177" Type="http://schemas.openxmlformats.org/officeDocument/2006/relationships/customXml" Target="../ink/ink102.xml"/><Relationship Id="rId198" Type="http://schemas.openxmlformats.org/officeDocument/2006/relationships/image" Target="../media/image187.png"/><Relationship Id="rId202" Type="http://schemas.openxmlformats.org/officeDocument/2006/relationships/image" Target="../media/image189.png"/><Relationship Id="rId223" Type="http://schemas.openxmlformats.org/officeDocument/2006/relationships/customXml" Target="../ink/ink125.xml"/><Relationship Id="rId244" Type="http://schemas.openxmlformats.org/officeDocument/2006/relationships/image" Target="../media/image210.png"/><Relationship Id="rId18" Type="http://schemas.openxmlformats.org/officeDocument/2006/relationships/image" Target="../media/image97.png"/><Relationship Id="rId39" Type="http://schemas.openxmlformats.org/officeDocument/2006/relationships/customXml" Target="../ink/ink33.xml"/><Relationship Id="rId50" Type="http://schemas.openxmlformats.org/officeDocument/2006/relationships/image" Target="../media/image113.png"/><Relationship Id="rId104" Type="http://schemas.openxmlformats.org/officeDocument/2006/relationships/image" Target="../media/image140.png"/><Relationship Id="rId125" Type="http://schemas.openxmlformats.org/officeDocument/2006/relationships/customXml" Target="../ink/ink76.xml"/><Relationship Id="rId146" Type="http://schemas.openxmlformats.org/officeDocument/2006/relationships/image" Target="../media/image161.png"/><Relationship Id="rId167" Type="http://schemas.openxmlformats.org/officeDocument/2006/relationships/customXml" Target="../ink/ink97.xml"/><Relationship Id="rId188" Type="http://schemas.openxmlformats.org/officeDocument/2006/relationships/image" Target="../media/image182.png"/><Relationship Id="rId71" Type="http://schemas.openxmlformats.org/officeDocument/2006/relationships/customXml" Target="../ink/ink49.xml"/><Relationship Id="rId92" Type="http://schemas.openxmlformats.org/officeDocument/2006/relationships/image" Target="../media/image134.png"/><Relationship Id="rId213" Type="http://schemas.openxmlformats.org/officeDocument/2006/relationships/customXml" Target="../ink/ink120.xml"/><Relationship Id="rId234" Type="http://schemas.openxmlformats.org/officeDocument/2006/relationships/image" Target="../media/image205.png"/><Relationship Id="rId2" Type="http://schemas.openxmlformats.org/officeDocument/2006/relationships/image" Target="../media/image89.png"/><Relationship Id="rId29" Type="http://schemas.openxmlformats.org/officeDocument/2006/relationships/customXml" Target="../ink/ink28.xml"/><Relationship Id="rId255" Type="http://schemas.openxmlformats.org/officeDocument/2006/relationships/customXml" Target="../ink/ink141.xml"/><Relationship Id="rId40" Type="http://schemas.openxmlformats.org/officeDocument/2006/relationships/image" Target="../media/image108.png"/><Relationship Id="rId115" Type="http://schemas.openxmlformats.org/officeDocument/2006/relationships/customXml" Target="../ink/ink71.xml"/><Relationship Id="rId136" Type="http://schemas.openxmlformats.org/officeDocument/2006/relationships/image" Target="../media/image156.png"/><Relationship Id="rId157" Type="http://schemas.openxmlformats.org/officeDocument/2006/relationships/customXml" Target="../ink/ink92.xml"/><Relationship Id="rId178" Type="http://schemas.openxmlformats.org/officeDocument/2006/relationships/image" Target="../media/image177.png"/><Relationship Id="rId61" Type="http://schemas.openxmlformats.org/officeDocument/2006/relationships/customXml" Target="../ink/ink44.xml"/><Relationship Id="rId82" Type="http://schemas.openxmlformats.org/officeDocument/2006/relationships/image" Target="../media/image129.png"/><Relationship Id="rId199" Type="http://schemas.openxmlformats.org/officeDocument/2006/relationships/customXml" Target="../ink/ink113.xml"/><Relationship Id="rId203" Type="http://schemas.openxmlformats.org/officeDocument/2006/relationships/customXml" Target="../ink/ink115.xml"/><Relationship Id="rId19" Type="http://schemas.openxmlformats.org/officeDocument/2006/relationships/customXml" Target="../ink/ink23.xml"/><Relationship Id="rId224" Type="http://schemas.openxmlformats.org/officeDocument/2006/relationships/image" Target="../media/image200.png"/><Relationship Id="rId245" Type="http://schemas.openxmlformats.org/officeDocument/2006/relationships/customXml" Target="../ink/ink136.xml"/><Relationship Id="rId30" Type="http://schemas.openxmlformats.org/officeDocument/2006/relationships/image" Target="../media/image103.png"/><Relationship Id="rId105" Type="http://schemas.openxmlformats.org/officeDocument/2006/relationships/customXml" Target="../ink/ink66.xml"/><Relationship Id="rId126" Type="http://schemas.openxmlformats.org/officeDocument/2006/relationships/image" Target="../media/image151.png"/><Relationship Id="rId147" Type="http://schemas.openxmlformats.org/officeDocument/2006/relationships/customXml" Target="../ink/ink87.xml"/><Relationship Id="rId168" Type="http://schemas.openxmlformats.org/officeDocument/2006/relationships/image" Target="../media/image172.png"/><Relationship Id="rId51" Type="http://schemas.openxmlformats.org/officeDocument/2006/relationships/customXml" Target="../ink/ink39.xml"/><Relationship Id="rId72" Type="http://schemas.openxmlformats.org/officeDocument/2006/relationships/image" Target="../media/image124.png"/><Relationship Id="rId93" Type="http://schemas.openxmlformats.org/officeDocument/2006/relationships/customXml" Target="../ink/ink60.xml"/><Relationship Id="rId189" Type="http://schemas.openxmlformats.org/officeDocument/2006/relationships/customXml" Target="../ink/ink108.xml"/><Relationship Id="rId3" Type="http://schemas.openxmlformats.org/officeDocument/2006/relationships/customXml" Target="../ink/ink15.xml"/><Relationship Id="rId214" Type="http://schemas.openxmlformats.org/officeDocument/2006/relationships/image" Target="../media/image195.png"/><Relationship Id="rId235" Type="http://schemas.openxmlformats.org/officeDocument/2006/relationships/customXml" Target="../ink/ink131.xml"/><Relationship Id="rId256" Type="http://schemas.openxmlformats.org/officeDocument/2006/relationships/image" Target="../media/image216.png"/><Relationship Id="rId116" Type="http://schemas.openxmlformats.org/officeDocument/2006/relationships/image" Target="../media/image146.png"/><Relationship Id="rId137" Type="http://schemas.openxmlformats.org/officeDocument/2006/relationships/customXml" Target="../ink/ink82.xml"/><Relationship Id="rId158" Type="http://schemas.openxmlformats.org/officeDocument/2006/relationships/image" Target="../media/image167.png"/><Relationship Id="rId20" Type="http://schemas.openxmlformats.org/officeDocument/2006/relationships/image" Target="../media/image98.png"/><Relationship Id="rId41" Type="http://schemas.openxmlformats.org/officeDocument/2006/relationships/customXml" Target="../ink/ink34.xml"/><Relationship Id="rId62" Type="http://schemas.openxmlformats.org/officeDocument/2006/relationships/image" Target="../media/image119.png"/><Relationship Id="rId83" Type="http://schemas.openxmlformats.org/officeDocument/2006/relationships/customXml" Target="../ink/ink55.xml"/><Relationship Id="rId179" Type="http://schemas.openxmlformats.org/officeDocument/2006/relationships/customXml" Target="../ink/ink103.xml"/><Relationship Id="rId190" Type="http://schemas.openxmlformats.org/officeDocument/2006/relationships/image" Target="../media/image183.png"/><Relationship Id="rId204" Type="http://schemas.openxmlformats.org/officeDocument/2006/relationships/image" Target="../media/image190.png"/><Relationship Id="rId225" Type="http://schemas.openxmlformats.org/officeDocument/2006/relationships/customXml" Target="../ink/ink126.xml"/><Relationship Id="rId246" Type="http://schemas.openxmlformats.org/officeDocument/2006/relationships/image" Target="../media/image211.png"/><Relationship Id="rId106" Type="http://schemas.openxmlformats.org/officeDocument/2006/relationships/image" Target="../media/image141.png"/><Relationship Id="rId127" Type="http://schemas.openxmlformats.org/officeDocument/2006/relationships/customXml" Target="../ink/ink77.xml"/><Relationship Id="rId10" Type="http://schemas.openxmlformats.org/officeDocument/2006/relationships/image" Target="../media/image93.png"/><Relationship Id="rId31" Type="http://schemas.openxmlformats.org/officeDocument/2006/relationships/customXml" Target="../ink/ink29.xml"/><Relationship Id="rId52" Type="http://schemas.openxmlformats.org/officeDocument/2006/relationships/image" Target="../media/image114.png"/><Relationship Id="rId73" Type="http://schemas.openxmlformats.org/officeDocument/2006/relationships/customXml" Target="../ink/ink50.xml"/><Relationship Id="rId94" Type="http://schemas.openxmlformats.org/officeDocument/2006/relationships/image" Target="../media/image135.png"/><Relationship Id="rId148" Type="http://schemas.openxmlformats.org/officeDocument/2006/relationships/image" Target="../media/image162.png"/><Relationship Id="rId169" Type="http://schemas.openxmlformats.org/officeDocument/2006/relationships/customXml" Target="../ink/ink98.xml"/><Relationship Id="rId4" Type="http://schemas.openxmlformats.org/officeDocument/2006/relationships/image" Target="../media/image90.png"/><Relationship Id="rId180" Type="http://schemas.openxmlformats.org/officeDocument/2006/relationships/image" Target="../media/image178.png"/><Relationship Id="rId215" Type="http://schemas.openxmlformats.org/officeDocument/2006/relationships/customXml" Target="../ink/ink121.xml"/><Relationship Id="rId236" Type="http://schemas.openxmlformats.org/officeDocument/2006/relationships/image" Target="../media/image20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217.wmf"/><Relationship Id="rId7" Type="http://schemas.openxmlformats.org/officeDocument/2006/relationships/image" Target="../media/image219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221.wmf"/><Relationship Id="rId5" Type="http://schemas.openxmlformats.org/officeDocument/2006/relationships/image" Target="../media/image218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22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w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228.png"/><Relationship Id="rId4" Type="http://schemas.openxmlformats.org/officeDocument/2006/relationships/image" Target="../media/image224.wmf"/><Relationship Id="rId9" Type="http://schemas.openxmlformats.org/officeDocument/2006/relationships/image" Target="../media/image22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3" Type="http://schemas.openxmlformats.org/officeDocument/2006/relationships/image" Target="../media/image229.png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234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233.wmf"/><Relationship Id="rId4" Type="http://schemas.openxmlformats.org/officeDocument/2006/relationships/image" Target="../media/image230.png"/><Relationship Id="rId9" Type="http://schemas.openxmlformats.org/officeDocument/2006/relationships/oleObject" Target="../embeddings/oleObject3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5" Type="http://schemas.openxmlformats.org/officeDocument/2006/relationships/image" Target="../media/image230.png"/><Relationship Id="rId4" Type="http://schemas.openxmlformats.org/officeDocument/2006/relationships/image" Target="../media/image2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7" Type="http://schemas.openxmlformats.org/officeDocument/2006/relationships/image" Target="../media/image2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24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245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7" Type="http://schemas.openxmlformats.org/officeDocument/2006/relationships/image" Target="../media/image249.wmf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248.wmf"/><Relationship Id="rId4" Type="http://schemas.openxmlformats.org/officeDocument/2006/relationships/oleObject" Target="../embeddings/oleObject44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253.wmf"/><Relationship Id="rId4" Type="http://schemas.openxmlformats.org/officeDocument/2006/relationships/image" Target="../media/image250.wmf"/><Relationship Id="rId9" Type="http://schemas.openxmlformats.org/officeDocument/2006/relationships/oleObject" Target="../embeddings/oleObject49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5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254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260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259.wmf"/><Relationship Id="rId4" Type="http://schemas.openxmlformats.org/officeDocument/2006/relationships/image" Target="../media/image256.wmf"/><Relationship Id="rId9" Type="http://schemas.openxmlformats.org/officeDocument/2006/relationships/oleObject" Target="../embeddings/oleObject5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13" Type="http://schemas.openxmlformats.org/officeDocument/2006/relationships/image" Target="../media/image266.e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265.wmf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image" Target="../media/image268.png"/><Relationship Id="rId10" Type="http://schemas.openxmlformats.org/officeDocument/2006/relationships/image" Target="../media/image264.wmf"/><Relationship Id="rId4" Type="http://schemas.openxmlformats.org/officeDocument/2006/relationships/image" Target="../media/image261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267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270.wmf"/><Relationship Id="rId9" Type="http://schemas.openxmlformats.org/officeDocument/2006/relationships/image" Target="../media/image273.emf"/></Relationships>
</file>

<file path=ppt/slides/_rels/slide4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31.png"/><Relationship Id="rId21" Type="http://schemas.openxmlformats.org/officeDocument/2006/relationships/image" Target="../media/image283.png"/><Relationship Id="rId42" Type="http://schemas.openxmlformats.org/officeDocument/2006/relationships/customXml" Target="../ink/ink162.xml"/><Relationship Id="rId63" Type="http://schemas.openxmlformats.org/officeDocument/2006/relationships/image" Target="../media/image304.png"/><Relationship Id="rId84" Type="http://schemas.openxmlformats.org/officeDocument/2006/relationships/customXml" Target="../ink/ink183.xml"/><Relationship Id="rId138" Type="http://schemas.openxmlformats.org/officeDocument/2006/relationships/customXml" Target="../ink/ink210.xml"/><Relationship Id="rId107" Type="http://schemas.openxmlformats.org/officeDocument/2006/relationships/image" Target="../media/image326.png"/><Relationship Id="rId11" Type="http://schemas.openxmlformats.org/officeDocument/2006/relationships/image" Target="../media/image278.png"/><Relationship Id="rId32" Type="http://schemas.openxmlformats.org/officeDocument/2006/relationships/customXml" Target="../ink/ink157.xml"/><Relationship Id="rId53" Type="http://schemas.openxmlformats.org/officeDocument/2006/relationships/image" Target="../media/image299.png"/><Relationship Id="rId74" Type="http://schemas.openxmlformats.org/officeDocument/2006/relationships/customXml" Target="../ink/ink178.xml"/><Relationship Id="rId128" Type="http://schemas.openxmlformats.org/officeDocument/2006/relationships/customXml" Target="../ink/ink205.xml"/><Relationship Id="rId5" Type="http://schemas.openxmlformats.org/officeDocument/2006/relationships/image" Target="../media/image275.png"/><Relationship Id="rId90" Type="http://schemas.openxmlformats.org/officeDocument/2006/relationships/customXml" Target="../ink/ink186.xml"/><Relationship Id="rId95" Type="http://schemas.openxmlformats.org/officeDocument/2006/relationships/image" Target="../media/image320.png"/><Relationship Id="rId22" Type="http://schemas.openxmlformats.org/officeDocument/2006/relationships/customXml" Target="../ink/ink152.xml"/><Relationship Id="rId27" Type="http://schemas.openxmlformats.org/officeDocument/2006/relationships/image" Target="../media/image286.png"/><Relationship Id="rId43" Type="http://schemas.openxmlformats.org/officeDocument/2006/relationships/image" Target="../media/image294.png"/><Relationship Id="rId48" Type="http://schemas.openxmlformats.org/officeDocument/2006/relationships/customXml" Target="../ink/ink165.xml"/><Relationship Id="rId64" Type="http://schemas.openxmlformats.org/officeDocument/2006/relationships/customXml" Target="../ink/ink173.xml"/><Relationship Id="rId69" Type="http://schemas.openxmlformats.org/officeDocument/2006/relationships/image" Target="../media/image307.png"/><Relationship Id="rId113" Type="http://schemas.openxmlformats.org/officeDocument/2006/relationships/image" Target="../media/image329.png"/><Relationship Id="rId118" Type="http://schemas.openxmlformats.org/officeDocument/2006/relationships/customXml" Target="../ink/ink200.xml"/><Relationship Id="rId134" Type="http://schemas.openxmlformats.org/officeDocument/2006/relationships/customXml" Target="../ink/ink208.xml"/><Relationship Id="rId139" Type="http://schemas.openxmlformats.org/officeDocument/2006/relationships/image" Target="../media/image342.png"/><Relationship Id="rId80" Type="http://schemas.openxmlformats.org/officeDocument/2006/relationships/customXml" Target="../ink/ink181.xml"/><Relationship Id="rId85" Type="http://schemas.openxmlformats.org/officeDocument/2006/relationships/image" Target="../media/image315.png"/><Relationship Id="rId12" Type="http://schemas.openxmlformats.org/officeDocument/2006/relationships/customXml" Target="../ink/ink147.xml"/><Relationship Id="rId17" Type="http://schemas.openxmlformats.org/officeDocument/2006/relationships/image" Target="../media/image281.png"/><Relationship Id="rId33" Type="http://schemas.openxmlformats.org/officeDocument/2006/relationships/image" Target="../media/image289.png"/><Relationship Id="rId38" Type="http://schemas.openxmlformats.org/officeDocument/2006/relationships/customXml" Target="../ink/ink160.xml"/><Relationship Id="rId59" Type="http://schemas.openxmlformats.org/officeDocument/2006/relationships/image" Target="../media/image302.png"/><Relationship Id="rId103" Type="http://schemas.openxmlformats.org/officeDocument/2006/relationships/image" Target="../media/image324.png"/><Relationship Id="rId108" Type="http://schemas.openxmlformats.org/officeDocument/2006/relationships/customXml" Target="../ink/ink195.xml"/><Relationship Id="rId124" Type="http://schemas.openxmlformats.org/officeDocument/2006/relationships/customXml" Target="../ink/ink203.xml"/><Relationship Id="rId129" Type="http://schemas.openxmlformats.org/officeDocument/2006/relationships/image" Target="../media/image337.png"/><Relationship Id="rId54" Type="http://schemas.openxmlformats.org/officeDocument/2006/relationships/customXml" Target="../ink/ink168.xml"/><Relationship Id="rId70" Type="http://schemas.openxmlformats.org/officeDocument/2006/relationships/customXml" Target="../ink/ink176.xml"/><Relationship Id="rId75" Type="http://schemas.openxmlformats.org/officeDocument/2006/relationships/image" Target="../media/image310.png"/><Relationship Id="rId91" Type="http://schemas.openxmlformats.org/officeDocument/2006/relationships/image" Target="../media/image318.png"/><Relationship Id="rId96" Type="http://schemas.openxmlformats.org/officeDocument/2006/relationships/customXml" Target="../ink/ink189.xml"/><Relationship Id="rId140" Type="http://schemas.openxmlformats.org/officeDocument/2006/relationships/customXml" Target="../ink/ink211.xml"/><Relationship Id="rId145" Type="http://schemas.openxmlformats.org/officeDocument/2006/relationships/image" Target="../media/image34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4.xml"/><Relationship Id="rId23" Type="http://schemas.openxmlformats.org/officeDocument/2006/relationships/image" Target="../media/image284.png"/><Relationship Id="rId28" Type="http://schemas.openxmlformats.org/officeDocument/2006/relationships/customXml" Target="../ink/ink155.xml"/><Relationship Id="rId49" Type="http://schemas.openxmlformats.org/officeDocument/2006/relationships/image" Target="../media/image297.png"/><Relationship Id="rId114" Type="http://schemas.openxmlformats.org/officeDocument/2006/relationships/customXml" Target="../ink/ink198.xml"/><Relationship Id="rId119" Type="http://schemas.openxmlformats.org/officeDocument/2006/relationships/image" Target="../media/image332.png"/><Relationship Id="rId44" Type="http://schemas.openxmlformats.org/officeDocument/2006/relationships/customXml" Target="../ink/ink163.xml"/><Relationship Id="rId60" Type="http://schemas.openxmlformats.org/officeDocument/2006/relationships/customXml" Target="../ink/ink171.xml"/><Relationship Id="rId65" Type="http://schemas.openxmlformats.org/officeDocument/2006/relationships/image" Target="../media/image305.png"/><Relationship Id="rId81" Type="http://schemas.openxmlformats.org/officeDocument/2006/relationships/image" Target="../media/image313.png"/><Relationship Id="rId86" Type="http://schemas.openxmlformats.org/officeDocument/2006/relationships/customXml" Target="../ink/ink184.xml"/><Relationship Id="rId130" Type="http://schemas.openxmlformats.org/officeDocument/2006/relationships/customXml" Target="../ink/ink206.xml"/><Relationship Id="rId135" Type="http://schemas.openxmlformats.org/officeDocument/2006/relationships/image" Target="../media/image340.png"/><Relationship Id="rId13" Type="http://schemas.openxmlformats.org/officeDocument/2006/relationships/image" Target="../media/image279.png"/><Relationship Id="rId18" Type="http://schemas.openxmlformats.org/officeDocument/2006/relationships/customXml" Target="../ink/ink150.xml"/><Relationship Id="rId39" Type="http://schemas.openxmlformats.org/officeDocument/2006/relationships/image" Target="../media/image292.png"/><Relationship Id="rId109" Type="http://schemas.openxmlformats.org/officeDocument/2006/relationships/image" Target="../media/image327.png"/><Relationship Id="rId34" Type="http://schemas.openxmlformats.org/officeDocument/2006/relationships/customXml" Target="../ink/ink158.xml"/><Relationship Id="rId50" Type="http://schemas.openxmlformats.org/officeDocument/2006/relationships/customXml" Target="../ink/ink166.xml"/><Relationship Id="rId55" Type="http://schemas.openxmlformats.org/officeDocument/2006/relationships/image" Target="../media/image300.png"/><Relationship Id="rId76" Type="http://schemas.openxmlformats.org/officeDocument/2006/relationships/customXml" Target="../ink/ink179.xml"/><Relationship Id="rId97" Type="http://schemas.openxmlformats.org/officeDocument/2006/relationships/image" Target="../media/image321.png"/><Relationship Id="rId104" Type="http://schemas.openxmlformats.org/officeDocument/2006/relationships/customXml" Target="../ink/ink193.xml"/><Relationship Id="rId120" Type="http://schemas.openxmlformats.org/officeDocument/2006/relationships/customXml" Target="../ink/ink201.xml"/><Relationship Id="rId125" Type="http://schemas.openxmlformats.org/officeDocument/2006/relationships/image" Target="../media/image335.png"/><Relationship Id="rId141" Type="http://schemas.openxmlformats.org/officeDocument/2006/relationships/image" Target="../media/image343.png"/><Relationship Id="rId146" Type="http://schemas.openxmlformats.org/officeDocument/2006/relationships/customXml" Target="../ink/ink214.xml"/><Relationship Id="rId7" Type="http://schemas.openxmlformats.org/officeDocument/2006/relationships/image" Target="../media/image276.png"/><Relationship Id="rId71" Type="http://schemas.openxmlformats.org/officeDocument/2006/relationships/image" Target="../media/image308.png"/><Relationship Id="rId92" Type="http://schemas.openxmlformats.org/officeDocument/2006/relationships/customXml" Target="../ink/ink187.xml"/><Relationship Id="rId2" Type="http://schemas.openxmlformats.org/officeDocument/2006/relationships/customXml" Target="../ink/ink142.xml"/><Relationship Id="rId29" Type="http://schemas.openxmlformats.org/officeDocument/2006/relationships/image" Target="../media/image287.png"/><Relationship Id="rId24" Type="http://schemas.openxmlformats.org/officeDocument/2006/relationships/customXml" Target="../ink/ink153.xml"/><Relationship Id="rId40" Type="http://schemas.openxmlformats.org/officeDocument/2006/relationships/customXml" Target="../ink/ink161.xml"/><Relationship Id="rId45" Type="http://schemas.openxmlformats.org/officeDocument/2006/relationships/image" Target="../media/image295.png"/><Relationship Id="rId66" Type="http://schemas.openxmlformats.org/officeDocument/2006/relationships/customXml" Target="../ink/ink174.xml"/><Relationship Id="rId87" Type="http://schemas.openxmlformats.org/officeDocument/2006/relationships/image" Target="../media/image316.png"/><Relationship Id="rId110" Type="http://schemas.openxmlformats.org/officeDocument/2006/relationships/customXml" Target="../ink/ink196.xml"/><Relationship Id="rId115" Type="http://schemas.openxmlformats.org/officeDocument/2006/relationships/image" Target="../media/image330.png"/><Relationship Id="rId131" Type="http://schemas.openxmlformats.org/officeDocument/2006/relationships/image" Target="../media/image338.png"/><Relationship Id="rId136" Type="http://schemas.openxmlformats.org/officeDocument/2006/relationships/customXml" Target="../ink/ink209.xml"/><Relationship Id="rId61" Type="http://schemas.openxmlformats.org/officeDocument/2006/relationships/image" Target="../media/image303.png"/><Relationship Id="rId82" Type="http://schemas.openxmlformats.org/officeDocument/2006/relationships/customXml" Target="../ink/ink182.xml"/><Relationship Id="rId19" Type="http://schemas.openxmlformats.org/officeDocument/2006/relationships/image" Target="../media/image282.png"/><Relationship Id="rId14" Type="http://schemas.openxmlformats.org/officeDocument/2006/relationships/customXml" Target="../ink/ink148.xml"/><Relationship Id="rId30" Type="http://schemas.openxmlformats.org/officeDocument/2006/relationships/customXml" Target="../ink/ink156.xml"/><Relationship Id="rId35" Type="http://schemas.openxmlformats.org/officeDocument/2006/relationships/image" Target="../media/image290.png"/><Relationship Id="rId56" Type="http://schemas.openxmlformats.org/officeDocument/2006/relationships/customXml" Target="../ink/ink169.xml"/><Relationship Id="rId77" Type="http://schemas.openxmlformats.org/officeDocument/2006/relationships/image" Target="../media/image311.png"/><Relationship Id="rId100" Type="http://schemas.openxmlformats.org/officeDocument/2006/relationships/customXml" Target="../ink/ink191.xml"/><Relationship Id="rId105" Type="http://schemas.openxmlformats.org/officeDocument/2006/relationships/image" Target="../media/image325.png"/><Relationship Id="rId126" Type="http://schemas.openxmlformats.org/officeDocument/2006/relationships/customXml" Target="../ink/ink204.xml"/><Relationship Id="rId147" Type="http://schemas.openxmlformats.org/officeDocument/2006/relationships/image" Target="../media/image346.png"/><Relationship Id="rId8" Type="http://schemas.openxmlformats.org/officeDocument/2006/relationships/customXml" Target="../ink/ink145.xml"/><Relationship Id="rId51" Type="http://schemas.openxmlformats.org/officeDocument/2006/relationships/image" Target="../media/image298.png"/><Relationship Id="rId72" Type="http://schemas.openxmlformats.org/officeDocument/2006/relationships/customXml" Target="../ink/ink177.xml"/><Relationship Id="rId93" Type="http://schemas.openxmlformats.org/officeDocument/2006/relationships/image" Target="../media/image319.png"/><Relationship Id="rId98" Type="http://schemas.openxmlformats.org/officeDocument/2006/relationships/customXml" Target="../ink/ink190.xml"/><Relationship Id="rId121" Type="http://schemas.openxmlformats.org/officeDocument/2006/relationships/image" Target="../media/image333.png"/><Relationship Id="rId142" Type="http://schemas.openxmlformats.org/officeDocument/2006/relationships/customXml" Target="../ink/ink212.xml"/><Relationship Id="rId3" Type="http://schemas.openxmlformats.org/officeDocument/2006/relationships/image" Target="../media/image274.png"/><Relationship Id="rId25" Type="http://schemas.openxmlformats.org/officeDocument/2006/relationships/image" Target="../media/image285.png"/><Relationship Id="rId46" Type="http://schemas.openxmlformats.org/officeDocument/2006/relationships/customXml" Target="../ink/ink164.xml"/><Relationship Id="rId67" Type="http://schemas.openxmlformats.org/officeDocument/2006/relationships/image" Target="../media/image306.png"/><Relationship Id="rId116" Type="http://schemas.openxmlformats.org/officeDocument/2006/relationships/customXml" Target="../ink/ink199.xml"/><Relationship Id="rId137" Type="http://schemas.openxmlformats.org/officeDocument/2006/relationships/image" Target="../media/image341.png"/><Relationship Id="rId20" Type="http://schemas.openxmlformats.org/officeDocument/2006/relationships/customXml" Target="../ink/ink151.xml"/><Relationship Id="rId41" Type="http://schemas.openxmlformats.org/officeDocument/2006/relationships/image" Target="../media/image293.png"/><Relationship Id="rId62" Type="http://schemas.openxmlformats.org/officeDocument/2006/relationships/customXml" Target="../ink/ink172.xml"/><Relationship Id="rId83" Type="http://schemas.openxmlformats.org/officeDocument/2006/relationships/image" Target="../media/image314.png"/><Relationship Id="rId88" Type="http://schemas.openxmlformats.org/officeDocument/2006/relationships/customXml" Target="../ink/ink185.xml"/><Relationship Id="rId111" Type="http://schemas.openxmlformats.org/officeDocument/2006/relationships/image" Target="../media/image328.png"/><Relationship Id="rId132" Type="http://schemas.openxmlformats.org/officeDocument/2006/relationships/customXml" Target="../ink/ink207.xml"/><Relationship Id="rId15" Type="http://schemas.openxmlformats.org/officeDocument/2006/relationships/image" Target="../media/image280.png"/><Relationship Id="rId36" Type="http://schemas.openxmlformats.org/officeDocument/2006/relationships/customXml" Target="../ink/ink159.xml"/><Relationship Id="rId57" Type="http://schemas.openxmlformats.org/officeDocument/2006/relationships/image" Target="../media/image301.png"/><Relationship Id="rId106" Type="http://schemas.openxmlformats.org/officeDocument/2006/relationships/customXml" Target="../ink/ink194.xml"/><Relationship Id="rId127" Type="http://schemas.openxmlformats.org/officeDocument/2006/relationships/image" Target="../media/image336.png"/><Relationship Id="rId10" Type="http://schemas.openxmlformats.org/officeDocument/2006/relationships/customXml" Target="../ink/ink146.xml"/><Relationship Id="rId31" Type="http://schemas.openxmlformats.org/officeDocument/2006/relationships/image" Target="../media/image288.png"/><Relationship Id="rId52" Type="http://schemas.openxmlformats.org/officeDocument/2006/relationships/customXml" Target="../ink/ink167.xml"/><Relationship Id="rId73" Type="http://schemas.openxmlformats.org/officeDocument/2006/relationships/image" Target="../media/image309.png"/><Relationship Id="rId78" Type="http://schemas.openxmlformats.org/officeDocument/2006/relationships/customXml" Target="../ink/ink180.xml"/><Relationship Id="rId94" Type="http://schemas.openxmlformats.org/officeDocument/2006/relationships/customXml" Target="../ink/ink188.xml"/><Relationship Id="rId99" Type="http://schemas.openxmlformats.org/officeDocument/2006/relationships/image" Target="../media/image322.png"/><Relationship Id="rId101" Type="http://schemas.openxmlformats.org/officeDocument/2006/relationships/image" Target="../media/image323.png"/><Relationship Id="rId122" Type="http://schemas.openxmlformats.org/officeDocument/2006/relationships/customXml" Target="../ink/ink202.xml"/><Relationship Id="rId143" Type="http://schemas.openxmlformats.org/officeDocument/2006/relationships/image" Target="../media/image344.png"/><Relationship Id="rId4" Type="http://schemas.openxmlformats.org/officeDocument/2006/relationships/customXml" Target="../ink/ink143.xml"/><Relationship Id="rId9" Type="http://schemas.openxmlformats.org/officeDocument/2006/relationships/image" Target="../media/image277.png"/><Relationship Id="rId26" Type="http://schemas.openxmlformats.org/officeDocument/2006/relationships/customXml" Target="../ink/ink154.xml"/><Relationship Id="rId47" Type="http://schemas.openxmlformats.org/officeDocument/2006/relationships/image" Target="../media/image296.png"/><Relationship Id="rId68" Type="http://schemas.openxmlformats.org/officeDocument/2006/relationships/customXml" Target="../ink/ink175.xml"/><Relationship Id="rId89" Type="http://schemas.openxmlformats.org/officeDocument/2006/relationships/image" Target="../media/image317.png"/><Relationship Id="rId112" Type="http://schemas.openxmlformats.org/officeDocument/2006/relationships/customXml" Target="../ink/ink197.xml"/><Relationship Id="rId133" Type="http://schemas.openxmlformats.org/officeDocument/2006/relationships/image" Target="../media/image339.png"/><Relationship Id="rId16" Type="http://schemas.openxmlformats.org/officeDocument/2006/relationships/customXml" Target="../ink/ink149.xml"/><Relationship Id="rId37" Type="http://schemas.openxmlformats.org/officeDocument/2006/relationships/image" Target="../media/image291.png"/><Relationship Id="rId58" Type="http://schemas.openxmlformats.org/officeDocument/2006/relationships/customXml" Target="../ink/ink170.xml"/><Relationship Id="rId79" Type="http://schemas.openxmlformats.org/officeDocument/2006/relationships/image" Target="../media/image312.png"/><Relationship Id="rId102" Type="http://schemas.openxmlformats.org/officeDocument/2006/relationships/customXml" Target="../ink/ink192.xml"/><Relationship Id="rId123" Type="http://schemas.openxmlformats.org/officeDocument/2006/relationships/image" Target="../media/image334.png"/><Relationship Id="rId144" Type="http://schemas.openxmlformats.org/officeDocument/2006/relationships/customXml" Target="../ink/ink2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9.png"/><Relationship Id="rId5" Type="http://schemas.openxmlformats.org/officeDocument/2006/relationships/image" Target="../media/image348.wmf"/><Relationship Id="rId4" Type="http://schemas.openxmlformats.org/officeDocument/2006/relationships/oleObject" Target="../embeddings/oleObject66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351.png"/><Relationship Id="rId7" Type="http://schemas.openxmlformats.org/officeDocument/2006/relationships/image" Target="../media/image353.wmf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355.png"/><Relationship Id="rId5" Type="http://schemas.openxmlformats.org/officeDocument/2006/relationships/image" Target="../media/image352.wmf"/><Relationship Id="rId10" Type="http://schemas.openxmlformats.org/officeDocument/2006/relationships/customXml" Target="../ink/ink215.xml"/><Relationship Id="rId4" Type="http://schemas.openxmlformats.org/officeDocument/2006/relationships/oleObject" Target="../embeddings/oleObject67.bin"/><Relationship Id="rId9" Type="http://schemas.openxmlformats.org/officeDocument/2006/relationships/image" Target="../media/image354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361.wmf"/><Relationship Id="rId2" Type="http://schemas.openxmlformats.org/officeDocument/2006/relationships/image" Target="../media/image35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8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360.wmf"/><Relationship Id="rId4" Type="http://schemas.openxmlformats.org/officeDocument/2006/relationships/image" Target="../media/image357.wmf"/><Relationship Id="rId9" Type="http://schemas.openxmlformats.org/officeDocument/2006/relationships/oleObject" Target="../embeddings/oleObject73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wmf"/><Relationship Id="rId13" Type="http://schemas.openxmlformats.org/officeDocument/2006/relationships/image" Target="../media/image368.png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367.wmf"/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4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366.wmf"/><Relationship Id="rId4" Type="http://schemas.openxmlformats.org/officeDocument/2006/relationships/image" Target="../media/image363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36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oleObject" Target="../embeddings/oleObject80.bin"/><Relationship Id="rId7" Type="http://schemas.openxmlformats.org/officeDocument/2006/relationships/image" Target="../media/image373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371.wmf"/><Relationship Id="rId9" Type="http://schemas.openxmlformats.org/officeDocument/2006/relationships/image" Target="../media/image374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image" Target="../media/image376.png"/><Relationship Id="rId7" Type="http://schemas.openxmlformats.org/officeDocument/2006/relationships/image" Target="../media/image378.w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380.wmf"/><Relationship Id="rId5" Type="http://schemas.openxmlformats.org/officeDocument/2006/relationships/image" Target="../media/image377.w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379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3" Type="http://schemas.openxmlformats.org/officeDocument/2006/relationships/image" Target="../media/image381.wmf"/><Relationship Id="rId7" Type="http://schemas.openxmlformats.org/officeDocument/2006/relationships/image" Target="../media/image383.w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9.bin"/><Relationship Id="rId5" Type="http://schemas.openxmlformats.org/officeDocument/2006/relationships/image" Target="../media/image382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384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6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1.png"/><Relationship Id="rId4" Type="http://schemas.openxmlformats.org/officeDocument/2006/relationships/image" Target="../media/image39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3.png"/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wmf"/><Relationship Id="rId3" Type="http://schemas.openxmlformats.org/officeDocument/2006/relationships/image" Target="../media/image395.png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400.wmf"/><Relationship Id="rId2" Type="http://schemas.openxmlformats.org/officeDocument/2006/relationships/image" Target="../media/image3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7.png"/><Relationship Id="rId11" Type="http://schemas.openxmlformats.org/officeDocument/2006/relationships/oleObject" Target="../embeddings/oleObject94.bin"/><Relationship Id="rId5" Type="http://schemas.openxmlformats.org/officeDocument/2006/relationships/image" Target="../media/image396.wmf"/><Relationship Id="rId10" Type="http://schemas.openxmlformats.org/officeDocument/2006/relationships/image" Target="../media/image399.wmf"/><Relationship Id="rId4" Type="http://schemas.openxmlformats.org/officeDocument/2006/relationships/oleObject" Target="../embeddings/oleObject91.bin"/><Relationship Id="rId9" Type="http://schemas.openxmlformats.org/officeDocument/2006/relationships/oleObject" Target="../embeddings/oleObject93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4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3.wmf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405.wmf"/><Relationship Id="rId4" Type="http://schemas.openxmlformats.org/officeDocument/2006/relationships/image" Target="../media/image402.wmf"/><Relationship Id="rId9" Type="http://schemas.openxmlformats.org/officeDocument/2006/relationships/oleObject" Target="../embeddings/oleObject98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7.wmf"/><Relationship Id="rId4" Type="http://schemas.openxmlformats.org/officeDocument/2006/relationships/oleObject" Target="../embeddings/oleObject99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emf"/><Relationship Id="rId5" Type="http://schemas.openxmlformats.org/officeDocument/2006/relationships/image" Target="../media/image409.png"/><Relationship Id="rId4" Type="http://schemas.openxmlformats.org/officeDocument/2006/relationships/image" Target="../media/image408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418.wmf"/><Relationship Id="rId3" Type="http://schemas.openxmlformats.org/officeDocument/2006/relationships/image" Target="../media/image412.emf"/><Relationship Id="rId7" Type="http://schemas.openxmlformats.org/officeDocument/2006/relationships/image" Target="../media/image415.wmf"/><Relationship Id="rId12" Type="http://schemas.openxmlformats.org/officeDocument/2006/relationships/oleObject" Target="../embeddings/oleObject104.bin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417.wmf"/><Relationship Id="rId5" Type="http://schemas.openxmlformats.org/officeDocument/2006/relationships/image" Target="../media/image414.png"/><Relationship Id="rId15" Type="http://schemas.openxmlformats.org/officeDocument/2006/relationships/image" Target="../media/image419.wmf"/><Relationship Id="rId10" Type="http://schemas.openxmlformats.org/officeDocument/2006/relationships/oleObject" Target="../embeddings/oleObject103.bin"/><Relationship Id="rId4" Type="http://schemas.openxmlformats.org/officeDocument/2006/relationships/image" Target="../media/image413.emf"/><Relationship Id="rId9" Type="http://schemas.openxmlformats.org/officeDocument/2006/relationships/image" Target="../media/image416.wmf"/><Relationship Id="rId14" Type="http://schemas.openxmlformats.org/officeDocument/2006/relationships/oleObject" Target="../embeddings/oleObject105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3" Type="http://schemas.openxmlformats.org/officeDocument/2006/relationships/image" Target="../media/image422.emf"/><Relationship Id="rId7" Type="http://schemas.openxmlformats.org/officeDocument/2006/relationships/image" Target="../media/image424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7.bin"/><Relationship Id="rId5" Type="http://schemas.openxmlformats.org/officeDocument/2006/relationships/image" Target="../media/image423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425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7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426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04565-2698-3A41-93C0-EF86E6936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31"/>
            <a:ext cx="4537300" cy="101791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524000" y="1038284"/>
            <a:ext cx="9144000" cy="1306710"/>
          </a:xfrm>
        </p:spPr>
        <p:txBody>
          <a:bodyPr>
            <a:normAutofit/>
          </a:bodyPr>
          <a:lstStyle/>
          <a:p>
            <a:r>
              <a:rPr lang="en-US" altLang="zh-CN" sz="400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ECE 2001 Basic Circuit Theory</a:t>
            </a:r>
            <a:endParaRPr lang="zh-CN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66800" y="2861186"/>
            <a:ext cx="10058400" cy="2480699"/>
          </a:xfrm>
        </p:spPr>
        <p:txBody>
          <a:bodyPr>
            <a:normAutofit/>
          </a:bodyPr>
          <a:lstStyle/>
          <a:p>
            <a:r>
              <a:rPr lang="en-US" altLang="zh-CN" sz="4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7</a:t>
            </a:r>
          </a:p>
          <a:p>
            <a:r>
              <a:rPr lang="en-US" altLang="zh-CN" sz="4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Sinusoidal Steady State Analysis</a:t>
            </a:r>
            <a:endParaRPr lang="zh-CN" altLang="en-US" sz="4800">
              <a:solidFill>
                <a:srgbClr val="7030A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215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9388A084-6A90-D04C-B176-F69FF8E49E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821" t="7845" r="40871" b="5099"/>
          <a:stretch/>
        </p:blipFill>
        <p:spPr>
          <a:xfrm>
            <a:off x="9801920" y="2251838"/>
            <a:ext cx="2118733" cy="44320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C0ADAA-5E71-0041-A50A-59D130ABD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First-order RC/RL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4A217-0A79-0040-A57E-3DE68609F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9495"/>
          </a:xfrm>
        </p:spPr>
        <p:txBody>
          <a:bodyPr/>
          <a:lstStyle/>
          <a:p>
            <a:r>
              <a:rPr lang="en-US"/>
              <a:t>Find the initial value </a:t>
            </a:r>
            <a:r>
              <a:rPr lang="en-US" i="1" err="1"/>
              <a:t>i</a:t>
            </a:r>
            <a:r>
              <a:rPr lang="en-US"/>
              <a:t>(0) or </a:t>
            </a:r>
            <a:r>
              <a:rPr lang="en-US" i="1"/>
              <a:t>v</a:t>
            </a:r>
            <a:r>
              <a:rPr lang="en-US"/>
              <a:t>(0), calculate the steady state, determine the time constant, and get the solution: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7F1EA-9D9F-B74E-B21A-D7BEA743E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C2166-8D86-A044-91AA-9C9E1FDC8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68" y="2701322"/>
            <a:ext cx="2871234" cy="2030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F80391-E20F-814D-99A7-1786545F9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27" y="4775519"/>
            <a:ext cx="3006595" cy="1808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453E8F-482C-0A49-B03E-C2573AF8D9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1" t="12889" r="46549" b="69481"/>
          <a:stretch/>
        </p:blipFill>
        <p:spPr>
          <a:xfrm>
            <a:off x="3968844" y="2631688"/>
            <a:ext cx="4484947" cy="2553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8EA7A7-08A0-4846-810A-FC5D8AC0377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1" t="32741" r="46549" b="61629"/>
          <a:stretch/>
        </p:blipFill>
        <p:spPr>
          <a:xfrm>
            <a:off x="3974544" y="5432874"/>
            <a:ext cx="4344267" cy="789867"/>
          </a:xfrm>
          <a:prstGeom prst="rect">
            <a:avLst/>
          </a:prstGeom>
        </p:spPr>
      </p:pic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967DBECB-C112-024B-AB21-D8AF5D83AA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431984"/>
              </p:ext>
            </p:extLst>
          </p:nvPr>
        </p:nvGraphicFramePr>
        <p:xfrm>
          <a:off x="8457162" y="5565385"/>
          <a:ext cx="952899" cy="692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48" imgH="393359" progId="Equation.DSMT4">
                  <p:embed/>
                </p:oleObj>
              </mc:Choice>
              <mc:Fallback>
                <p:oleObj name="Equation" r:id="rId6" imgW="406048" imgH="393359" progId="Equation.DSMT4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967DBECB-C112-024B-AB21-D8AF5D83AA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7162" y="5565385"/>
                        <a:ext cx="952899" cy="69224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CFF5919-1DAF-194B-898E-BA1CF48406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642852"/>
              </p:ext>
            </p:extLst>
          </p:nvPr>
        </p:nvGraphicFramePr>
        <p:xfrm>
          <a:off x="8264595" y="3715183"/>
          <a:ext cx="137795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181" imgH="177646" progId="Equation.DSMT4">
                  <p:embed/>
                </p:oleObj>
              </mc:Choice>
              <mc:Fallback>
                <p:oleObj name="Equation" r:id="rId8" imgW="482181" imgH="177646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FCFF5919-1DAF-194B-898E-BA1CF48406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4595" y="3715183"/>
                        <a:ext cx="1377951" cy="3810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2B9DEB5-0F1E-6056-D8D5-1C0C3128A4E3}"/>
                  </a:ext>
                </a:extLst>
              </p14:cNvPr>
              <p14:cNvContentPartPr/>
              <p14:nvPr/>
            </p14:nvContentPartPr>
            <p14:xfrm>
              <a:off x="6014730" y="4156850"/>
              <a:ext cx="1049400" cy="78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2B9DEB5-0F1E-6056-D8D5-1C0C3128A4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05727" y="4147850"/>
                <a:ext cx="1067046" cy="9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510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D48F-C6D8-4747-AF7C-AA2B677C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Second-order RLC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525CC-2B3A-CB4D-AF67-64543A138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Find initial values </a:t>
            </a:r>
            <a:r>
              <a:rPr lang="en-US" i="1" err="1"/>
              <a:t>i</a:t>
            </a:r>
            <a:r>
              <a:rPr lang="en-US"/>
              <a:t>(0), </a:t>
            </a:r>
            <a:r>
              <a:rPr lang="en-US" i="1" err="1"/>
              <a:t>i</a:t>
            </a:r>
            <a:r>
              <a:rPr lang="en-US" i="1"/>
              <a:t>’</a:t>
            </a:r>
            <a:r>
              <a:rPr lang="en-US"/>
              <a:t>(0), calculate steady state, determine alpha and omega, identify a damping scenario for a general solution, specify the coefficient using initial conditions.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A3CA7-60F3-1D45-9EAB-F1C2563B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D0838075-2978-784A-AF98-5ED19271C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407" y="2658231"/>
            <a:ext cx="2932964" cy="2192549"/>
          </a:xfrm>
          <a:prstGeom prst="rect">
            <a:avLst/>
          </a:prstGeom>
        </p:spPr>
      </p:pic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A6A02238-2225-5D4D-940F-6AFCBBA08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159481"/>
              </p:ext>
            </p:extLst>
          </p:nvPr>
        </p:nvGraphicFramePr>
        <p:xfrm>
          <a:off x="1776138" y="3285837"/>
          <a:ext cx="5900738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41700" imgH="711200" progId="Equation.DSMT4">
                  <p:embed/>
                </p:oleObj>
              </mc:Choice>
              <mc:Fallback>
                <p:oleObj name="Equation" r:id="rId3" imgW="3441700" imgH="711200" progId="Equation.DSMT4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A6A02238-2225-5D4D-940F-6AFCBBA08B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138" y="3285837"/>
                        <a:ext cx="5900738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6DD25810-48F1-1A41-A4C4-4834A5F0913D}"/>
              </a:ext>
            </a:extLst>
          </p:cNvPr>
          <p:cNvGrpSpPr/>
          <p:nvPr/>
        </p:nvGrpSpPr>
        <p:grpSpPr>
          <a:xfrm>
            <a:off x="936703" y="4973445"/>
            <a:ext cx="5486400" cy="1628078"/>
            <a:chOff x="289932" y="4962293"/>
            <a:chExt cx="5486400" cy="1628078"/>
          </a:xfrm>
        </p:grpSpPr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72710B62-5C8B-A44F-9304-EED197A399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5359611"/>
                </p:ext>
              </p:extLst>
            </p:nvPr>
          </p:nvGraphicFramePr>
          <p:xfrm>
            <a:off x="3177575" y="5141621"/>
            <a:ext cx="2426997" cy="1181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459866" imgH="710891" progId="Equation.DSMT4">
                    <p:embed/>
                  </p:oleObj>
                </mc:Choice>
                <mc:Fallback>
                  <p:oleObj name="Equation" r:id="rId5" imgW="1459866" imgH="710891" progId="Equation.DSMT4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72710B62-5C8B-A44F-9304-EED197A399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7575" y="5141621"/>
                          <a:ext cx="2426997" cy="118112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29749C0-1DD9-674D-B1C6-503BECB47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2511" y="5237047"/>
              <a:ext cx="2615974" cy="118605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E39BA78-8548-A449-9F71-F47B0BDAE56E}"/>
                </a:ext>
              </a:extLst>
            </p:cNvPr>
            <p:cNvSpPr/>
            <p:nvPr/>
          </p:nvSpPr>
          <p:spPr>
            <a:xfrm>
              <a:off x="289932" y="4962293"/>
              <a:ext cx="5486400" cy="1628078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3EA535-BBA9-DF4F-847F-41AC0929E54E}"/>
              </a:ext>
            </a:extLst>
          </p:cNvPr>
          <p:cNvGrpSpPr/>
          <p:nvPr/>
        </p:nvGrpSpPr>
        <p:grpSpPr>
          <a:xfrm>
            <a:off x="6857999" y="4969727"/>
            <a:ext cx="4248615" cy="1628078"/>
            <a:chOff x="6445404" y="4969727"/>
            <a:chExt cx="4248615" cy="162807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DC7F931-9E31-1245-BEF5-A211668D1D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2210" b="1228"/>
            <a:stretch/>
          </p:blipFill>
          <p:spPr>
            <a:xfrm>
              <a:off x="9432449" y="5207619"/>
              <a:ext cx="1055082" cy="124893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4F66563-835B-ED4B-823F-F35F19585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45714" y="5176566"/>
              <a:ext cx="2305650" cy="120193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5BA636-5492-A246-9835-1DCB95499BC1}"/>
                </a:ext>
              </a:extLst>
            </p:cNvPr>
            <p:cNvSpPr/>
            <p:nvPr/>
          </p:nvSpPr>
          <p:spPr>
            <a:xfrm>
              <a:off x="6445404" y="4969727"/>
              <a:ext cx="4248615" cy="1628078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499642CE-2EEB-2CBD-B867-88499848A4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714" y="4469991"/>
            <a:ext cx="1329652" cy="52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7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F77E-32C8-CD4B-9844-672160F2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/>
              <a:t>A motivational problem: </a:t>
            </a:r>
            <a:br>
              <a:rPr lang="en-US" sz="3600"/>
            </a:br>
            <a:r>
              <a:rPr lang="en-US" sz="2400"/>
              <a:t>Assuming the circuit is in steady-state, how do we find </a:t>
            </a:r>
            <a:r>
              <a:rPr lang="en-US" sz="2400" i="1" err="1"/>
              <a:t>v</a:t>
            </a:r>
            <a:r>
              <a:rPr lang="en-US" sz="2400" baseline="-25000" err="1"/>
              <a:t>o</a:t>
            </a:r>
            <a:r>
              <a:rPr lang="en-US" sz="2400"/>
              <a:t>(</a:t>
            </a:r>
            <a:r>
              <a:rPr lang="en-US" sz="2400" i="1"/>
              <a:t>t</a:t>
            </a:r>
            <a:r>
              <a:rPr lang="en-US" sz="2400"/>
              <a:t>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95FA2-C6B4-DA48-AB60-CBFAC4B30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49DCBC5-61F5-704B-9BCD-688A9357B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2251" y="1350325"/>
            <a:ext cx="7406709" cy="20592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27A30C-CD53-CD41-9F40-B20803DD74F7}"/>
              </a:ext>
            </a:extLst>
          </p:cNvPr>
          <p:cNvSpPr txBox="1"/>
          <p:nvPr/>
        </p:nvSpPr>
        <p:spPr>
          <a:xfrm>
            <a:off x="853440" y="3718560"/>
            <a:ext cx="11084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“Standard” technique from last lectures: (1) Apply nodal analysis or mesh analysis to formulate 2</a:t>
            </a:r>
            <a:r>
              <a:rPr lang="en-US" sz="2400" baseline="30000"/>
              <a:t>nd</a:t>
            </a:r>
            <a:r>
              <a:rPr lang="en-US" sz="2400"/>
              <a:t>-order ODEs, and (2) solve the 2</a:t>
            </a:r>
            <a:r>
              <a:rPr lang="en-US" sz="2400" baseline="30000"/>
              <a:t>nd</a:t>
            </a:r>
            <a:r>
              <a:rPr lang="en-US" sz="2400"/>
              <a:t>-order ODE (could be very difficult).</a:t>
            </a:r>
          </a:p>
          <a:p>
            <a:endParaRPr lang="en-US" sz="1200"/>
          </a:p>
          <a:p>
            <a:r>
              <a:rPr lang="en-US" sz="2400"/>
              <a:t>What if we have more than 2 energy-storage elements?</a:t>
            </a:r>
          </a:p>
          <a:p>
            <a:endParaRPr lang="en-US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0825C-5FBE-7740-9692-F368CDABE652}"/>
              </a:ext>
            </a:extLst>
          </p:cNvPr>
          <p:cNvSpPr txBox="1"/>
          <p:nvPr/>
        </p:nvSpPr>
        <p:spPr>
          <a:xfrm>
            <a:off x="883920" y="5303520"/>
            <a:ext cx="1036320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2400" b="1">
                <a:solidFill>
                  <a:srgbClr val="C00000"/>
                </a:solidFill>
              </a:rPr>
              <a:t>Question:</a:t>
            </a:r>
            <a:r>
              <a:rPr lang="en-US" sz="2400">
                <a:solidFill>
                  <a:prstClr val="black"/>
                </a:solidFill>
              </a:rPr>
              <a:t> If we are only interested in the </a:t>
            </a:r>
            <a:r>
              <a:rPr lang="en-US" sz="2400" b="1" u="sng">
                <a:solidFill>
                  <a:prstClr val="black"/>
                </a:solidFill>
              </a:rPr>
              <a:t>steady-state</a:t>
            </a:r>
            <a:r>
              <a:rPr lang="en-US" sz="2400">
                <a:solidFill>
                  <a:prstClr val="black"/>
                </a:solidFill>
              </a:rPr>
              <a:t>, do we have a better tool to find the solution without solving ODEs?</a:t>
            </a:r>
          </a:p>
        </p:txBody>
      </p:sp>
    </p:spTree>
    <p:extLst>
      <p:ext uri="{BB962C8B-B14F-4D97-AF65-F5344CB8AC3E}">
        <p14:creationId xmlns:p14="http://schemas.microsoft.com/office/powerpoint/2010/main" val="30736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</p:txBody>
      </p:sp>
      <p:sp>
        <p:nvSpPr>
          <p:cNvPr id="307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/>
              <a:t>Phasor – simplified representation for sinusoidal signals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/>
              <a:t>Impedance – a generalized concept of resistance to inductors and capacitors 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/>
              <a:t>Circuit analysis and circuit theorems for RLC circuits using concept of impedance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275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Alternating Current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Autofit/>
          </a:bodyPr>
          <a:lstStyle/>
          <a:p>
            <a:r>
              <a:rPr lang="en-US" altLang="en-US"/>
              <a:t>Alternating Current, or AC, is the dominant form of electrical power that is delivered to homes and industry. </a:t>
            </a:r>
          </a:p>
          <a:p>
            <a:r>
              <a:rPr lang="en-US" altLang="en-US"/>
              <a:t>In the late 1800’s there was a battle between proponents of AC &amp; DC.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 sz="4800"/>
          </a:p>
          <a:p>
            <a:endParaRPr lang="en-US" altLang="en-US"/>
          </a:p>
          <a:p>
            <a:r>
              <a:rPr lang="en-US" altLang="en-US"/>
              <a:t>AC won out due to its efficiency for long distance transmission.</a:t>
            </a:r>
          </a:p>
          <a:p>
            <a:r>
              <a:rPr lang="en-US" altLang="en-US"/>
              <a:t>AC is a sinusoidal current, meaning the current reverses at regular times and has alternating positive and negative values.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/>
          <a:srcRect l="30379" r="7303"/>
          <a:stretch/>
        </p:blipFill>
        <p:spPr>
          <a:xfrm>
            <a:off x="8610600" y="3091462"/>
            <a:ext cx="1847134" cy="198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/>
          <a:srcRect l="10146" r="19660"/>
          <a:stretch/>
        </p:blipFill>
        <p:spPr>
          <a:xfrm>
            <a:off x="610628" y="3095619"/>
            <a:ext cx="1805771" cy="198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817573" y="3091462"/>
            <a:ext cx="1958134" cy="198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71413" y="5093233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4"/>
                </a:solidFill>
              </a:rPr>
              <a:t>Thomas Edison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94992" y="5093233"/>
            <a:ext cx="2203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4"/>
                </a:solidFill>
              </a:rPr>
              <a:t>George Westinghouse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8200" y="5097390"/>
            <a:ext cx="1350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4"/>
                </a:solidFill>
              </a:rPr>
              <a:t>Nikola Tesla</a:t>
            </a:r>
            <a:endParaRPr lang="zh-CN" altLang="en-US">
              <a:solidFill>
                <a:schemeClr val="accent4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414527" y="3091462"/>
            <a:ext cx="2681103" cy="201082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70752" y="3669576"/>
            <a:ext cx="25686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AC VS DC</a:t>
            </a:r>
          </a:p>
        </p:txBody>
      </p:sp>
    </p:spTree>
    <p:extLst>
      <p:ext uri="{BB962C8B-B14F-4D97-AF65-F5344CB8AC3E}">
        <p14:creationId xmlns:p14="http://schemas.microsoft.com/office/powerpoint/2010/main" val="52509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GB" altLang="en-US"/>
              <a:t>A sinusoid is a signal that has the form of the </a:t>
            </a:r>
            <a:r>
              <a:rPr lang="en-GB" altLang="en-US" b="1" i="1">
                <a:solidFill>
                  <a:srgbClr val="FF0000"/>
                </a:solidFill>
              </a:rPr>
              <a:t>sine</a:t>
            </a:r>
            <a:r>
              <a:rPr lang="en-GB" altLang="en-US"/>
              <a:t> or </a:t>
            </a:r>
            <a:r>
              <a:rPr lang="en-GB" altLang="en-US" b="1" i="1">
                <a:solidFill>
                  <a:srgbClr val="FF0000"/>
                </a:solidFill>
              </a:rPr>
              <a:t>cosine</a:t>
            </a:r>
            <a:r>
              <a:rPr lang="en-GB" altLang="en-US"/>
              <a:t> function.</a:t>
            </a:r>
            <a:endParaRPr lang="en-US" altLang="en-US"/>
          </a:p>
          <a:p>
            <a:pPr algn="just">
              <a:lnSpc>
                <a:spcPct val="100000"/>
              </a:lnSpc>
            </a:pPr>
            <a:r>
              <a:rPr lang="en-US" altLang="en-US"/>
              <a:t>Sinusoids are interesting to us for a number of reasons:</a:t>
            </a:r>
          </a:p>
          <a:p>
            <a:pPr lvl="1" algn="just">
              <a:lnSpc>
                <a:spcPct val="100000"/>
              </a:lnSpc>
            </a:pPr>
            <a:r>
              <a:rPr lang="en-US" altLang="en-US"/>
              <a:t>Many natural phenomenon are sinusoidal in nature: motion of a pendulum, vibration of a spring, ripples on the ocean surface etc.</a:t>
            </a:r>
          </a:p>
          <a:p>
            <a:pPr lvl="1" algn="just">
              <a:lnSpc>
                <a:spcPct val="100000"/>
              </a:lnSpc>
            </a:pPr>
            <a:r>
              <a:rPr lang="en-US" altLang="en-US"/>
              <a:t>A sinusoidal signal is easy to generate and transmit, dominant form of signal in the communication and power industries.</a:t>
            </a:r>
          </a:p>
          <a:p>
            <a:pPr lvl="1" algn="just">
              <a:lnSpc>
                <a:spcPct val="100000"/>
              </a:lnSpc>
            </a:pPr>
            <a:r>
              <a:rPr lang="en-US" altLang="en-US"/>
              <a:t>Through Fourier analysis, any practical periodic function can be represented by a sum of sinusoids.</a:t>
            </a:r>
          </a:p>
          <a:p>
            <a:pPr lvl="1" algn="just">
              <a:lnSpc>
                <a:spcPct val="100000"/>
              </a:lnSpc>
            </a:pPr>
            <a:r>
              <a:rPr lang="en-US" altLang="en-US"/>
              <a:t>Lastly, a sinusoid is easy to handle mathematically; the derivative and integral of a sinusoid are also sinusoidal.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3140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9D43A-658D-1545-A028-AB55D708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67"/>
            <a:ext cx="10515600" cy="1325563"/>
          </a:xfrm>
        </p:spPr>
        <p:txBody>
          <a:bodyPr>
            <a:normAutofit/>
          </a:bodyPr>
          <a:lstStyle/>
          <a:p>
            <a:r>
              <a:rPr lang="en-CN" sz="4000"/>
              <a:t>Background review: Why we run into sinusoids?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A2ACD1-7EE3-324F-9345-3F59F2977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7913" y="1149698"/>
                <a:ext cx="7729545" cy="5389214"/>
              </a:xfrm>
            </p:spPr>
            <p:txBody>
              <a:bodyPr/>
              <a:lstStyle/>
              <a:p>
                <a:r>
                  <a:rPr lang="en-CN"/>
                  <a:t>Sinusoid appeared when solving RCL circuits</a:t>
                </a:r>
              </a:p>
              <a:p>
                <a:pPr lvl="1"/>
                <a:r>
                  <a:rPr lang="en-CN"/>
                  <a:t>KVL leads to second order ODEs</a:t>
                </a:r>
                <a:r>
                  <a:rPr lang="zh-CN" altLang="en-US"/>
                  <a:t>：</a:t>
                </a:r>
                <a:br>
                  <a:rPr lang="en-CN"/>
                </a:br>
                <a:r>
                  <a:rPr lang="en-CN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N"/>
                  <a:t> </a:t>
                </a:r>
                <a:br>
                  <a:rPr lang="en-CN"/>
                </a:br>
                <a:endParaRPr lang="en-US"/>
              </a:p>
              <a:p>
                <a:pPr lvl="1"/>
                <a:r>
                  <a:rPr lang="en-CN"/>
                  <a:t>Characterisitc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N"/>
                  <a:t> may have complex roots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𝑗</m:t>
                    </m:r>
                    <m:rad>
                      <m:radPr>
                        <m:deg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CN"/>
              </a:p>
              <a:p>
                <a:pPr lvl="1"/>
                <a:r>
                  <a:rPr lang="en-US"/>
                  <a:t>The general solutions could be complex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CN"/>
              </a:p>
              <a:p>
                <a:pPr lvl="1"/>
                <a:r>
                  <a:rPr lang="en-CN"/>
                  <a:t>Euler’s 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CN"/>
                  <a:t> gives the sinusoids</a:t>
                </a:r>
                <a:br>
                  <a:rPr lang="en-CN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/>
                </a:br>
                <a:r>
                  <a:rPr lang="en-US"/>
                  <a:t>where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N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N"/>
                  <a:t> are real (initial conditions are real)</a:t>
                </a:r>
              </a:p>
              <a:p>
                <a:pPr lvl="1"/>
                <a:endParaRPr lang="en-CN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A2ACD1-7EE3-324F-9345-3F59F2977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7913" y="1149698"/>
                <a:ext cx="7729545" cy="5389214"/>
              </a:xfrm>
              <a:blipFill>
                <a:blip r:embed="rId3"/>
                <a:stretch>
                  <a:fillRect l="-1420" t="-2036" r="-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C1773-93D2-7044-86A6-3B79C37E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26C84C34-6BC2-E74D-ACFB-8A1DBCF8D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9315" y="3262894"/>
            <a:ext cx="4065769" cy="303938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21ED264-56CC-A643-AABC-D8DE58F4F3F0}"/>
              </a:ext>
            </a:extLst>
          </p:cNvPr>
          <p:cNvGrpSpPr/>
          <p:nvPr/>
        </p:nvGrpSpPr>
        <p:grpSpPr>
          <a:xfrm>
            <a:off x="7949315" y="1546497"/>
            <a:ext cx="3741817" cy="1279990"/>
            <a:chOff x="6745714" y="5176566"/>
            <a:chExt cx="3741817" cy="127999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8688C41-9A65-4249-8962-7FC6906F38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2210" b="1228"/>
            <a:stretch/>
          </p:blipFill>
          <p:spPr>
            <a:xfrm>
              <a:off x="9432449" y="5207619"/>
              <a:ext cx="1055082" cy="124893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9A3DA1-7F9B-114B-BC73-CEB10E26D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45714" y="5176566"/>
              <a:ext cx="2305650" cy="120193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0EC6F52-D3D9-5445-BAAE-A6E87A20BC61}"/>
              </a:ext>
            </a:extLst>
          </p:cNvPr>
          <p:cNvSpPr txBox="1"/>
          <p:nvPr/>
        </p:nvSpPr>
        <p:spPr>
          <a:xfrm>
            <a:off x="9339943" y="3035955"/>
            <a:ext cx="29826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/>
              <a:t>Oscillations described by antenuatting sinusoids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87C2ED-59D3-044F-8837-50AF0C71E3DD}"/>
              </a:ext>
            </a:extLst>
          </p:cNvPr>
          <p:cNvCxnSpPr/>
          <p:nvPr/>
        </p:nvCxnSpPr>
        <p:spPr>
          <a:xfrm flipH="1">
            <a:off x="9982200" y="3732773"/>
            <a:ext cx="293914" cy="697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205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Sinusoidal Signal: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en-US" altLang="en-US"/>
              <a:t> parameters 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 algn="just"/>
            <a:r>
              <a:rPr lang="en-US" altLang="en-US"/>
              <a:t>A sinusoidal voltage can be represented as:</a:t>
            </a:r>
          </a:p>
          <a:p>
            <a:pPr marL="0" indent="0" algn="just">
              <a:buNone/>
            </a:pPr>
            <a:endParaRPr lang="en-US" altLang="en-US"/>
          </a:p>
          <a:p>
            <a:pPr marL="182563" indent="0" algn="just">
              <a:buNone/>
            </a:pPr>
            <a:br>
              <a:rPr lang="en-US" altLang="en-US"/>
            </a:b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783581"/>
              </p:ext>
            </p:extLst>
          </p:nvPr>
        </p:nvGraphicFramePr>
        <p:xfrm>
          <a:off x="4987198" y="2178181"/>
          <a:ext cx="221760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476" imgH="253890" progId="Equation.DSMT4">
                  <p:embed/>
                </p:oleObj>
              </mc:Choice>
              <mc:Fallback>
                <p:oleObj name="Equation" r:id="rId3" imgW="977476" imgH="253890" progId="Equation.DSMT4">
                  <p:embed/>
                  <p:pic>
                    <p:nvPicPr>
                      <p:cNvPr id="6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198" y="2178181"/>
                        <a:ext cx="2217600" cy="57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565" y="2178181"/>
            <a:ext cx="5494268" cy="44361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72922" y="2866140"/>
            <a:ext cx="6267790" cy="337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/>
              <a:t>where </a:t>
            </a:r>
            <a:r>
              <a:rPr lang="en-US" altLang="en-US" sz="2800" i="1" err="1">
                <a:latin typeface="Symbol" panose="05050102010706020507" pitchFamily="18" charset="2"/>
              </a:rPr>
              <a:t>w</a:t>
            </a:r>
            <a:r>
              <a:rPr lang="en-US" altLang="en-US" sz="2800" i="1" err="1"/>
              <a:t>t</a:t>
            </a:r>
            <a:r>
              <a:rPr lang="en-US" altLang="en-US" sz="2800" i="1"/>
              <a:t> </a:t>
            </a:r>
            <a:r>
              <a:rPr lang="en-US" altLang="en-US" sz="2800"/>
              <a:t>is the </a:t>
            </a:r>
            <a:r>
              <a:rPr lang="en-US" altLang="en-US" sz="2800" b="1"/>
              <a:t>argument</a:t>
            </a:r>
            <a:r>
              <a:rPr lang="en-US" altLang="en-US" sz="2800"/>
              <a:t>;</a:t>
            </a:r>
            <a:r>
              <a:rPr lang="en-US" altLang="en-US" sz="2800" i="1">
                <a:latin typeface="Symbol" panose="05050102010706020507" pitchFamily="18" charset="2"/>
              </a:rPr>
              <a:t> </a:t>
            </a:r>
            <a:r>
              <a:rPr lang="en-US" altLang="en-US" sz="2800" i="1"/>
              <a:t>t</a:t>
            </a:r>
            <a:r>
              <a:rPr lang="en-US" altLang="en-US" sz="2800"/>
              <a:t>, is </a:t>
            </a:r>
            <a:r>
              <a:rPr lang="en-US" altLang="en-US" sz="2800" b="1"/>
              <a:t>time</a:t>
            </a:r>
            <a:r>
              <a:rPr lang="en-US" altLang="en-US" sz="2800"/>
              <a:t>;</a:t>
            </a:r>
            <a:endParaRPr lang="en-US" altLang="en-US" sz="2800" b="1"/>
          </a:p>
          <a:p>
            <a:pPr marL="182563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i="1">
                <a:latin typeface="Symbol" panose="05050102010706020507" pitchFamily="18" charset="2"/>
              </a:rPr>
              <a:t>w</a:t>
            </a:r>
            <a:r>
              <a:rPr lang="en-US" altLang="en-US" sz="2800"/>
              <a:t>, the </a:t>
            </a:r>
            <a:r>
              <a:rPr lang="en-US" altLang="en-US" sz="2800" b="1"/>
              <a:t>angular frequency </a:t>
            </a:r>
            <a:r>
              <a:rPr lang="en-US" altLang="en-US" sz="2800"/>
              <a:t>in radian/s; </a:t>
            </a:r>
          </a:p>
          <a:p>
            <a:pPr marL="182563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i="1" err="1"/>
              <a:t>V</a:t>
            </a:r>
            <a:r>
              <a:rPr lang="en-US" altLang="en-US" sz="2800" baseline="-25000" err="1"/>
              <a:t>m</a:t>
            </a:r>
            <a:r>
              <a:rPr lang="en-US" altLang="en-US" sz="2800"/>
              <a:t> is the </a:t>
            </a:r>
            <a:r>
              <a:rPr lang="en-US" altLang="en-US" sz="2800" b="1"/>
              <a:t>amplitude</a:t>
            </a:r>
            <a:r>
              <a:rPr lang="en-US" altLang="en-US" sz="2800"/>
              <a:t> (</a:t>
            </a:r>
            <a:r>
              <a:rPr lang="en-US" altLang="en-US" sz="2800" b="1"/>
              <a:t>peak value</a:t>
            </a:r>
            <a:r>
              <a:rPr lang="en-US" altLang="en-US" sz="2800"/>
              <a:t>);</a:t>
            </a:r>
          </a:p>
          <a:p>
            <a:pPr marL="182563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i="1"/>
              <a:t>T </a:t>
            </a:r>
            <a:r>
              <a:rPr lang="en-US" altLang="en-US" sz="2800"/>
              <a:t>is the </a:t>
            </a:r>
            <a:r>
              <a:rPr lang="en-US" altLang="en-US" sz="2800" b="1"/>
              <a:t>period</a:t>
            </a:r>
            <a:r>
              <a:rPr lang="en-US" altLang="en-US" sz="2800"/>
              <a:t>;</a:t>
            </a:r>
          </a:p>
          <a:p>
            <a:pPr marL="182563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i="1"/>
              <a:t>From the two plots, we observe that </a:t>
            </a:r>
          </a:p>
          <a:p>
            <a:pPr marL="182563" indent="0" algn="just">
              <a:buNone/>
            </a:pPr>
            <a:endParaRPr lang="en-US" altLang="en-US" sz="2800"/>
          </a:p>
        </p:txBody>
      </p:sp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7148"/>
              </p:ext>
            </p:extLst>
          </p:nvPr>
        </p:nvGraphicFramePr>
        <p:xfrm>
          <a:off x="8030735" y="5782912"/>
          <a:ext cx="952162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85" imgH="393529" progId="Equation.DSMT4">
                  <p:embed/>
                </p:oleObj>
              </mc:Choice>
              <mc:Fallback>
                <p:oleObj name="Equation" r:id="rId6" imgW="495085" imgH="393529" progId="Equation.DSMT4">
                  <p:embed/>
                  <p:pic>
                    <p:nvPicPr>
                      <p:cNvPr id="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0735" y="5782912"/>
                        <a:ext cx="952162" cy="756000"/>
                      </a:xfrm>
                      <a:prstGeom prst="rect">
                        <a:avLst/>
                      </a:prstGeom>
                      <a:solidFill>
                        <a:srgbClr val="D1E6B5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3146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Sinusoidal Signal: the parameters 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 algn="just"/>
            <a:r>
              <a:rPr lang="en-US" altLang="en-US"/>
              <a:t>A sinusoidal voltage can be represented as:</a:t>
            </a:r>
          </a:p>
          <a:p>
            <a:pPr marL="0" indent="0" algn="just">
              <a:buNone/>
            </a:pPr>
            <a:endParaRPr lang="en-US" altLang="en-US"/>
          </a:p>
          <a:p>
            <a:pPr marL="182563" indent="0" algn="just">
              <a:buNone/>
            </a:pPr>
            <a:br>
              <a:rPr lang="en-US" altLang="en-US"/>
            </a:b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783581"/>
              </p:ext>
            </p:extLst>
          </p:nvPr>
        </p:nvGraphicFramePr>
        <p:xfrm>
          <a:off x="4987198" y="2178181"/>
          <a:ext cx="221760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476" imgH="253890" progId="Equation.DSMT4">
                  <p:embed/>
                </p:oleObj>
              </mc:Choice>
              <mc:Fallback>
                <p:oleObj name="Equation" r:id="rId3" imgW="977476" imgH="253890" progId="Equation.DSMT4">
                  <p:embed/>
                  <p:pic>
                    <p:nvPicPr>
                      <p:cNvPr id="6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198" y="2178181"/>
                        <a:ext cx="2217600" cy="57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565" y="2178181"/>
            <a:ext cx="5494268" cy="44361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72922" y="2732917"/>
            <a:ext cx="6267790" cy="4047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/>
              <a:t>The period is inversely related to another important characteristic, the </a:t>
            </a:r>
            <a:r>
              <a:rPr lang="en-US" altLang="en-US" sz="2800" b="1"/>
              <a:t>frequency </a:t>
            </a:r>
            <a:r>
              <a:rPr lang="en-US" altLang="zh-CN" sz="2800" i="1"/>
              <a:t>f</a:t>
            </a:r>
            <a:endParaRPr lang="en-US" altLang="en-US" sz="2800" i="1"/>
          </a:p>
          <a:p>
            <a:pPr marL="182563" indent="0" algn="just">
              <a:buNone/>
            </a:pPr>
            <a:endParaRPr lang="en-US" altLang="en-US" sz="2800"/>
          </a:p>
          <a:p>
            <a:pPr marL="182563" indent="0" algn="just">
              <a:buNone/>
            </a:pPr>
            <a:endParaRPr lang="en-US" altLang="en-US" sz="2000"/>
          </a:p>
          <a:p>
            <a:pPr marL="639763" indent="-457200" algn="just">
              <a:buFont typeface="Arial" panose="020B0604020202020204" pitchFamily="34" charset="0"/>
              <a:buChar char="•"/>
            </a:pPr>
            <a:r>
              <a:rPr lang="en-US" altLang="en-US" sz="2800"/>
              <a:t>The units of frequency is cycles per second or </a:t>
            </a:r>
            <a:r>
              <a:rPr lang="en-US" altLang="en-US" sz="2800" err="1"/>
              <a:t>Herts</a:t>
            </a:r>
            <a:r>
              <a:rPr lang="en-US" altLang="en-US" sz="2800"/>
              <a:t> (Hz).</a:t>
            </a:r>
          </a:p>
          <a:p>
            <a:pPr marL="639763" indent="-457200" algn="just">
              <a:buFont typeface="Arial" panose="020B0604020202020204" pitchFamily="34" charset="0"/>
              <a:buChar char="•"/>
            </a:pPr>
            <a:r>
              <a:rPr lang="en-US" altLang="en-US" sz="2800"/>
              <a:t>It is often referred in angular terms:</a:t>
            </a:r>
          </a:p>
          <a:p>
            <a:pPr marL="182563" indent="0" algn="just">
              <a:buNone/>
            </a:pPr>
            <a:endParaRPr lang="en-US" altLang="en-US" sz="2800"/>
          </a:p>
          <a:p>
            <a:pPr marL="182563" indent="0" algn="just">
              <a:buNone/>
            </a:pPr>
            <a:r>
              <a:rPr lang="en-US" altLang="en-US" sz="2800"/>
              <a:t>     unit in radians per second (</a:t>
            </a:r>
            <a:r>
              <a:rPr lang="en-US" altLang="en-US" sz="2800" i="1"/>
              <a:t>rad/s</a:t>
            </a:r>
            <a:r>
              <a:rPr lang="en-US" altLang="en-US" sz="2800"/>
              <a:t>) </a:t>
            </a: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301009"/>
              </p:ext>
            </p:extLst>
          </p:nvPr>
        </p:nvGraphicFramePr>
        <p:xfrm>
          <a:off x="8092360" y="3718959"/>
          <a:ext cx="828913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13" imgH="393529" progId="Equation.DSMT4">
                  <p:embed/>
                </p:oleObj>
              </mc:Choice>
              <mc:Fallback>
                <p:oleObj name="Equation" r:id="rId6" imgW="431613" imgH="393529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2360" y="3718959"/>
                        <a:ext cx="828913" cy="756000"/>
                      </a:xfrm>
                      <a:prstGeom prst="rect">
                        <a:avLst/>
                      </a:prstGeom>
                      <a:solidFill>
                        <a:srgbClr val="D1E6B5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305095"/>
              </p:ext>
            </p:extLst>
          </p:nvPr>
        </p:nvGraphicFramePr>
        <p:xfrm>
          <a:off x="7900695" y="5800522"/>
          <a:ext cx="124416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47" imgH="203112" progId="Equation.DSMT4">
                  <p:embed/>
                </p:oleObj>
              </mc:Choice>
              <mc:Fallback>
                <p:oleObj name="Equation" r:id="rId8" imgW="583947" imgH="203112" progId="Equation.DSMT4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0695" y="5800522"/>
                        <a:ext cx="1244160" cy="432000"/>
                      </a:xfrm>
                      <a:prstGeom prst="rect">
                        <a:avLst/>
                      </a:prstGeom>
                      <a:solidFill>
                        <a:srgbClr val="D1E6B5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3108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Sinusoidal Signal: the RMS Value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The </a:t>
            </a:r>
            <a:r>
              <a:rPr lang="en-US" altLang="zh-CN" b="1"/>
              <a:t>root-mean-square </a:t>
            </a:r>
            <a:r>
              <a:rPr lang="en-US" altLang="zh-CN"/>
              <a:t>(RMS) value of a periodic function is defined as the square root of the mean value of the squared function. 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3488" y="3559175"/>
            <a:ext cx="5229225" cy="2752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8514" y="3366799"/>
            <a:ext cx="48114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/>
              <a:t>The RMS value of the sinusoidal signal depends only on the maximum amplitude, not a function of either the frequency or the phase angle.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CN" sz="2400"/>
              <a:t>It is important in calculating the power for the sinusoidal signal.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320400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25384" y="1005315"/>
            <a:ext cx="103284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3200"/>
              <a:t>More generally, we need to account for relative timing of one wave versus another. This can be done by including a </a:t>
            </a:r>
            <a:r>
              <a:rPr lang="en-US" altLang="en-US" sz="3200" b="1"/>
              <a:t>phase shift</a:t>
            </a:r>
            <a:r>
              <a:rPr lang="en-US" altLang="en-US" sz="3200"/>
              <a:t>, </a:t>
            </a:r>
            <a:r>
              <a:rPr lang="en-US" altLang="en-US" sz="3200" i="1">
                <a:sym typeface="Symbol" panose="05050102010706020507" pitchFamily="18" charset="2"/>
              </a:rPr>
              <a:t></a:t>
            </a:r>
            <a:r>
              <a:rPr lang="en-US" altLang="en-US" sz="3200">
                <a:sym typeface="Symbol" panose="05050102010706020507" pitchFamily="18" charset="2"/>
              </a:rPr>
              <a:t>. Consider the two sinusoids: </a:t>
            </a:r>
            <a:endParaRPr lang="en-US" altLang="en-US" sz="32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8" descr="C:\Users\Joel\Documents\Teaching\McGraw Hill\Fundamentals of Electric Circuits 5e\figures\Ch09\Color Labeled\ale80571_09_002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6"/>
          <a:stretch/>
        </p:blipFill>
        <p:spPr bwMode="auto">
          <a:xfrm>
            <a:off x="915440" y="2954682"/>
            <a:ext cx="5376293" cy="3766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994523"/>
              </p:ext>
            </p:extLst>
          </p:nvPr>
        </p:nvGraphicFramePr>
        <p:xfrm>
          <a:off x="5384600" y="2576523"/>
          <a:ext cx="645200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44800" imgH="254000" progId="Equation.DSMT4">
                  <p:embed/>
                </p:oleObj>
              </mc:Choice>
              <mc:Fallback>
                <p:oleObj name="Equation" r:id="rId4" imgW="2844800" imgH="2540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600" y="2576523"/>
                        <a:ext cx="6452000" cy="576000"/>
                      </a:xfrm>
                      <a:prstGeom prst="rect">
                        <a:avLst/>
                      </a:prstGeom>
                      <a:solidFill>
                        <a:srgbClr val="D1E6B5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6773847" y="3457114"/>
            <a:ext cx="522486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/>
              <a:t>Positive phase shift </a:t>
            </a:r>
            <a:r>
              <a:rPr lang="en-US" altLang="en-US" sz="2800">
                <a:latin typeface="Symbol" panose="05050102010706020507" pitchFamily="18" charset="2"/>
              </a:rPr>
              <a:t>f: </a:t>
            </a:r>
            <a:r>
              <a:rPr lang="en-US" altLang="en-US" sz="2800"/>
              <a:t>v</a:t>
            </a:r>
            <a:r>
              <a:rPr lang="en-US" altLang="en-US" sz="2800" baseline="-25000"/>
              <a:t>2</a:t>
            </a:r>
            <a:r>
              <a:rPr lang="en-US" altLang="en-US" sz="2800"/>
              <a:t> </a:t>
            </a:r>
            <a:r>
              <a:rPr lang="en-US" altLang="en-US" sz="2800" b="1" i="1" u="sng"/>
              <a:t>leads</a:t>
            </a:r>
            <a:r>
              <a:rPr lang="en-US" altLang="en-US" sz="2800"/>
              <a:t> the v</a:t>
            </a:r>
            <a:r>
              <a:rPr lang="en-US" altLang="en-US" sz="2800" baseline="-25000"/>
              <a:t>1</a:t>
            </a:r>
            <a:r>
              <a:rPr lang="en-US" altLang="en-US" sz="2800"/>
              <a:t> by </a:t>
            </a:r>
            <a:r>
              <a:rPr lang="en-US" altLang="en-US" sz="2800">
                <a:latin typeface="Symbol" panose="05050102010706020507" pitchFamily="18" charset="2"/>
              </a:rPr>
              <a:t>f</a:t>
            </a:r>
            <a:r>
              <a:rPr lang="en-US" altLang="en-US" sz="2800"/>
              <a:t>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/>
              <a:t>Negative phase shift </a:t>
            </a:r>
            <a:r>
              <a:rPr lang="en-US" altLang="en-US" sz="2800">
                <a:latin typeface="Symbol" panose="05050102010706020507" pitchFamily="18" charset="2"/>
              </a:rPr>
              <a:t>f</a:t>
            </a:r>
            <a:r>
              <a:rPr lang="en-US" altLang="en-US" sz="2800"/>
              <a:t>: v</a:t>
            </a:r>
            <a:r>
              <a:rPr lang="en-US" altLang="en-US" sz="2800" baseline="-25000"/>
              <a:t>2</a:t>
            </a:r>
            <a:r>
              <a:rPr lang="en-US" altLang="en-US" sz="2800"/>
              <a:t> </a:t>
            </a:r>
            <a:r>
              <a:rPr lang="en-US" altLang="en-US" sz="2800" b="1" i="1" u="sng"/>
              <a:t>lags</a:t>
            </a:r>
            <a:r>
              <a:rPr lang="en-US" altLang="en-US" sz="2800"/>
              <a:t> the v</a:t>
            </a:r>
            <a:r>
              <a:rPr lang="en-US" altLang="en-US" sz="2800" baseline="-25000"/>
              <a:t>1</a:t>
            </a:r>
            <a:r>
              <a:rPr lang="en-US" altLang="en-US" sz="2800"/>
              <a:t> by |</a:t>
            </a:r>
            <a:r>
              <a:rPr lang="en-US" altLang="en-US" sz="2800">
                <a:latin typeface="Symbol" panose="05050102010706020507" pitchFamily="18" charset="2"/>
              </a:rPr>
              <a:t>f|</a:t>
            </a:r>
            <a:r>
              <a:rPr lang="en-US" altLang="en-US" sz="2800"/>
              <a:t>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b="1" i="1" u="sng"/>
              <a:t>Out of phase</a:t>
            </a:r>
            <a:r>
              <a:rPr lang="en-US" altLang="en-US" sz="2800"/>
              <a:t>: </a:t>
            </a:r>
            <a:r>
              <a:rPr lang="en-US" altLang="en-US" sz="2800">
                <a:latin typeface="Symbol" panose="05050102010706020507" pitchFamily="18" charset="2"/>
              </a:rPr>
              <a:t>f &lt;&gt; 0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b="1" i="1" u="sng"/>
              <a:t>In phase</a:t>
            </a:r>
            <a:r>
              <a:rPr lang="en-US" altLang="en-US" sz="2800"/>
              <a:t>: </a:t>
            </a:r>
            <a:r>
              <a:rPr lang="en-US" altLang="en-US" sz="2800">
                <a:latin typeface="Symbol" panose="05050102010706020507" pitchFamily="18" charset="2"/>
              </a:rPr>
              <a:t>f = 0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4EB682-5B24-6A43-A248-6F3B44053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/>
              <a:t>Leading or lagging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346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Mathematical preparation I: sine to cosine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altLang="en-US"/>
              <a:t>If two sinusoids are in phase, then this means that they reach their maximum and minimum at the same time.</a:t>
            </a:r>
          </a:p>
          <a:p>
            <a:r>
              <a:rPr lang="en-US" altLang="en-US"/>
              <a:t>Sinusoids may be expressed as sine or cosine. The conversion between them is: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92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431985"/>
              </p:ext>
            </p:extLst>
          </p:nvPr>
        </p:nvGraphicFramePr>
        <p:xfrm>
          <a:off x="1681235" y="3620908"/>
          <a:ext cx="3579906" cy="2735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100" imgH="1193800" progId="Equation.DSMT4">
                  <p:embed/>
                </p:oleObj>
              </mc:Choice>
              <mc:Fallback>
                <p:oleObj name="Equation" r:id="rId3" imgW="1562100" imgH="1193800" progId="Equation.DSMT4">
                  <p:embed/>
                  <p:pic>
                    <p:nvPicPr>
                      <p:cNvPr id="922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235" y="3620908"/>
                        <a:ext cx="3579906" cy="27354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680158"/>
              </p:ext>
            </p:extLst>
          </p:nvPr>
        </p:nvGraphicFramePr>
        <p:xfrm>
          <a:off x="6104176" y="4254700"/>
          <a:ext cx="5012847" cy="1048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25700" imgH="508000" progId="Equation.DSMT4">
                  <p:embed/>
                </p:oleObj>
              </mc:Choice>
              <mc:Fallback>
                <p:oleObj name="Equation" r:id="rId5" imgW="2425700" imgH="508000" progId="Equation.DSMT4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4176" y="4254700"/>
                        <a:ext cx="5012847" cy="10488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089862" y="3620908"/>
            <a:ext cx="1171279" cy="13677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3953190" y="5060155"/>
            <a:ext cx="1171279" cy="13677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7941834" y="4095248"/>
            <a:ext cx="3158564" cy="13677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6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6653" cy="1325563"/>
          </a:xfrm>
        </p:spPr>
        <p:txBody>
          <a:bodyPr>
            <a:normAutofit/>
          </a:bodyPr>
          <a:lstStyle/>
          <a:p>
            <a:r>
              <a:rPr lang="en-US" altLang="en-US" sz="4000"/>
              <a:t>Mathematical preparation II: </a:t>
            </a:r>
            <a:r>
              <a:rPr lang="en-US" sz="4000"/>
              <a:t>Adding two sinusoids</a:t>
            </a:r>
            <a:endParaRPr lang="en-GB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031010" cy="4868069"/>
          </a:xfrm>
        </p:spPr>
        <p:txBody>
          <a:bodyPr>
            <a:normAutofit/>
          </a:bodyPr>
          <a:lstStyle/>
          <a:p>
            <a:pPr algn="just"/>
            <a:r>
              <a:rPr lang="en-US"/>
              <a:t>Algebraic method</a:t>
            </a:r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marL="0" indent="0" algn="just">
              <a:buNone/>
            </a:pPr>
            <a:r>
              <a:rPr lang="en-US"/>
              <a:t>Remark: the sum can also be expressed as</a:t>
            </a:r>
          </a:p>
          <a:p>
            <a:pPr algn="just"/>
            <a:endParaRPr lang="en-US" sz="1400"/>
          </a:p>
          <a:p>
            <a:pPr marL="0" indent="0" algn="just">
              <a:buNone/>
            </a:pPr>
            <a:r>
              <a:rPr lang="en-US"/>
              <a:t>e.g.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790981"/>
              </p:ext>
            </p:extLst>
          </p:nvPr>
        </p:nvGraphicFramePr>
        <p:xfrm>
          <a:off x="2060623" y="4714945"/>
          <a:ext cx="3995965" cy="750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500" imgH="393700" progId="Equation.DSMT4">
                  <p:embed/>
                </p:oleObj>
              </mc:Choice>
              <mc:Fallback>
                <p:oleObj name="Equation" r:id="rId2" imgW="2095500" imgH="3937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623" y="4714945"/>
                        <a:ext cx="3995965" cy="75075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261142"/>
              </p:ext>
            </p:extLst>
          </p:nvPr>
        </p:nvGraphicFramePr>
        <p:xfrm>
          <a:off x="962585" y="2126052"/>
          <a:ext cx="5621211" cy="2182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67100" imgH="1346200" progId="Equation.DSMT4">
                  <p:embed/>
                </p:oleObj>
              </mc:Choice>
              <mc:Fallback>
                <p:oleObj name="Equation" r:id="rId4" imgW="3467100" imgH="13462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585" y="2126052"/>
                        <a:ext cx="5621211" cy="21825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451135"/>
              </p:ext>
            </p:extLst>
          </p:nvPr>
        </p:nvGraphicFramePr>
        <p:xfrm>
          <a:off x="2060623" y="5544427"/>
          <a:ext cx="4523173" cy="115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89200" imgH="635000" progId="Equation.DSMT4">
                  <p:embed/>
                </p:oleObj>
              </mc:Choice>
              <mc:Fallback>
                <p:oleObj name="Equation" r:id="rId6" imgW="2489200" imgH="6350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623" y="5544427"/>
                        <a:ext cx="4523173" cy="1154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62585" y="2244243"/>
            <a:ext cx="20574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5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Practice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0"/>
                  <a:t>(a)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=12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altLang="zh-CN" b="0"/>
              </a:p>
              <a:p>
                <a:pPr marL="531813" indent="0">
                  <a:buNone/>
                </a:pPr>
                <a:endParaRPr lang="en-US" altLang="zh-CN" sz="2400"/>
              </a:p>
              <a:p>
                <a:pPr marL="531813" indent="0">
                  <a:buNone/>
                </a:pPr>
                <a:endParaRPr lang="en-US" altLang="zh-CN" sz="2400"/>
              </a:p>
              <a:p>
                <a:pPr marL="531813" indent="0">
                  <a:buNone/>
                </a:pPr>
                <a:endParaRPr lang="en-US" altLang="zh-CN" sz="2400"/>
              </a:p>
              <a:p>
                <a:pPr marL="531813" indent="0">
                  <a:buNone/>
                </a:pPr>
                <a:endParaRPr lang="en-US" altLang="zh-CN" sz="2400"/>
              </a:p>
              <a:p>
                <a:pPr marL="0" indent="0">
                  <a:buNone/>
                </a:pPr>
                <a:r>
                  <a:rPr lang="en-US" altLang="zh-CN"/>
                  <a:t>(b)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−10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zh-CN" altLang="en-US"/>
                  <a:t> </a:t>
                </a:r>
                <a:r>
                  <a:rPr lang="en-US" altLang="zh-CN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/>
                  <a:t> Express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 in sine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/>
                  <a:t> in cosine. Which one is leading? </a:t>
                </a:r>
                <a:endParaRPr lang="zh-CN" altLang="en-US"/>
              </a:p>
              <a:p>
                <a:pPr marL="0" indent="0">
                  <a:buNone/>
                </a:pPr>
                <a:endParaRPr lang="zh-CN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7017" y="1074607"/>
            <a:ext cx="410648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1813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/>
              <a:t>The amplitude is  </a:t>
            </a:r>
          </a:p>
          <a:p>
            <a:pPr marL="531813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/>
              <a:t>The phase is </a:t>
            </a:r>
          </a:p>
          <a:p>
            <a:pPr marL="531813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/>
              <a:t>The angular frequency is </a:t>
            </a:r>
          </a:p>
          <a:p>
            <a:pPr marL="531813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/>
              <a:t>The period is </a:t>
            </a:r>
          </a:p>
          <a:p>
            <a:pPr marL="531813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/>
              <a:t>The frequency is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859457" y="5233611"/>
                <a:ext cx="4307718" cy="9260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>
                  <a:ea typeface="Cambria Math" panose="02040503050406030204" pitchFamily="18" charset="0"/>
                </a:endParaRPr>
              </a:p>
              <a:p>
                <a:r>
                  <a:rPr lang="en-US" altLang="zh-CN" sz="2400"/>
                  <a:t>       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10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zh-CN" altLang="en-US" sz="240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57" y="5233611"/>
                <a:ext cx="4307718" cy="926023"/>
              </a:xfrm>
              <a:prstGeom prst="rect">
                <a:avLst/>
              </a:prstGeom>
              <a:blipFill>
                <a:blip r:embed="rId4"/>
                <a:stretch>
                  <a:fillRect b="-12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75AF4D-FE61-E747-8820-5ACB353E8EB3}"/>
                  </a:ext>
                </a:extLst>
              </p:cNvPr>
              <p:cNvSpPr/>
              <p:nvPr/>
            </p:nvSpPr>
            <p:spPr>
              <a:xfrm>
                <a:off x="5864514" y="5233610"/>
                <a:ext cx="4667881" cy="13428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0"/>
                  <a:t>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−12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altLang="zh-CN" sz="2400">
                  <a:ea typeface="Cambria Math" panose="02040503050406030204" pitchFamily="18" charset="0"/>
                </a:endParaRPr>
              </a:p>
              <a:p>
                <a:r>
                  <a:rPr lang="en-US" altLang="zh-CN" sz="2400"/>
                  <a:t>       =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12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altLang="zh-CN" sz="2400"/>
              </a:p>
              <a:p>
                <a:r>
                  <a:rPr lang="en-US" altLang="zh-CN" sz="2400"/>
                  <a:t>	 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−12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zh-CN" altLang="en-US" sz="240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75AF4D-FE61-E747-8820-5ACB353E8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514" y="5233610"/>
                <a:ext cx="4667881" cy="1342868"/>
              </a:xfrm>
              <a:prstGeom prst="rect">
                <a:avLst/>
              </a:prstGeom>
              <a:blipFill>
                <a:blip r:embed="rId5"/>
                <a:stretch>
                  <a:fillRect l="-1958" t="-1818" b="-7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72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/>
              <a:t>Mathematical preparation III: Review of Complex Numbers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5030787"/>
          </a:xfrm>
        </p:spPr>
        <p:txBody>
          <a:bodyPr>
            <a:noAutofit/>
          </a:bodyPr>
          <a:lstStyle/>
          <a:p>
            <a:pPr algn="just"/>
            <a:r>
              <a:rPr lang="en-US" altLang="en-US"/>
              <a:t>A powerful method for representing sinusoids is the phasor. But in order to understand how they work, we need to cover some complex numbers first.</a:t>
            </a:r>
          </a:p>
          <a:p>
            <a:pPr algn="just"/>
            <a:r>
              <a:rPr lang="en-US" altLang="en-US"/>
              <a:t>A complex number </a:t>
            </a:r>
            <a:r>
              <a:rPr lang="en-US" altLang="en-US" i="1"/>
              <a:t>z</a:t>
            </a:r>
            <a:r>
              <a:rPr lang="en-US" altLang="en-US"/>
              <a:t> can be represented in rectangular form as:</a:t>
            </a:r>
          </a:p>
          <a:p>
            <a:pPr algn="just"/>
            <a:endParaRPr lang="en-US" altLang="en-US" sz="4000"/>
          </a:p>
          <a:p>
            <a:pPr marL="261938" indent="0" algn="just">
              <a:buNone/>
            </a:pPr>
            <a:r>
              <a:rPr lang="en-US" altLang="en-US"/>
              <a:t>where                 and </a:t>
            </a:r>
            <a:r>
              <a:rPr lang="en-US" altLang="en-US" i="1"/>
              <a:t>x</a:t>
            </a:r>
            <a:r>
              <a:rPr lang="en-US" altLang="en-US"/>
              <a:t>, </a:t>
            </a:r>
            <a:r>
              <a:rPr lang="en-US" altLang="en-US" i="1"/>
              <a:t>y</a:t>
            </a:r>
            <a:r>
              <a:rPr lang="en-US" altLang="en-US"/>
              <a:t> are real numbers. </a:t>
            </a:r>
          </a:p>
          <a:p>
            <a:pPr algn="just"/>
            <a:r>
              <a:rPr lang="en-US" altLang="en-US"/>
              <a:t>It can also be written in polar or exponential form as: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pPr marL="174625" indent="0" algn="just">
              <a:buNone/>
            </a:pPr>
            <a:r>
              <a:rPr lang="en-US" altLang="en-US"/>
              <a:t>where </a:t>
            </a:r>
            <a:r>
              <a:rPr lang="en-US" altLang="en-US" i="1"/>
              <a:t>r≥0</a:t>
            </a:r>
            <a:r>
              <a:rPr lang="en-US" altLang="en-US"/>
              <a:t> and </a:t>
            </a:r>
            <a:r>
              <a:rPr lang="en-US" altLang="en-US" i="1">
                <a:latin typeface="Symbol" panose="05050102010706020507" pitchFamily="18" charset="2"/>
              </a:rPr>
              <a:t>f</a:t>
            </a:r>
            <a:r>
              <a:rPr lang="en-US" altLang="en-US"/>
              <a:t> are again real numbers.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974352"/>
              </p:ext>
            </p:extLst>
          </p:nvPr>
        </p:nvGraphicFramePr>
        <p:xfrm>
          <a:off x="5135996" y="3555436"/>
          <a:ext cx="1919999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725" imgH="190417" progId="Equation.DSMT4">
                  <p:embed/>
                </p:oleObj>
              </mc:Choice>
              <mc:Fallback>
                <p:oleObj name="Equation" r:id="rId3" imgW="634725" imgH="190417" progId="Equation.DSMT4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996" y="3555436"/>
                        <a:ext cx="1919999" cy="57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047689"/>
              </p:ext>
            </p:extLst>
          </p:nvPr>
        </p:nvGraphicFramePr>
        <p:xfrm>
          <a:off x="4709672" y="5228003"/>
          <a:ext cx="2772645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100" imgH="228600" progId="Equation.DSMT4">
                  <p:embed/>
                </p:oleObj>
              </mc:Choice>
              <mc:Fallback>
                <p:oleObj name="Equation" r:id="rId5" imgW="927100" imgH="228600" progId="Equation.DSMT4">
                  <p:embed/>
                  <p:pic>
                    <p:nvPicPr>
                      <p:cNvPr id="102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9672" y="5228003"/>
                        <a:ext cx="2772645" cy="68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767488"/>
              </p:ext>
            </p:extLst>
          </p:nvPr>
        </p:nvGraphicFramePr>
        <p:xfrm>
          <a:off x="2232024" y="4206080"/>
          <a:ext cx="1126524" cy="497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5863" imgH="241195" progId="Equation.DSMT4">
                  <p:embed/>
                </p:oleObj>
              </mc:Choice>
              <mc:Fallback>
                <p:oleObj name="Equation" r:id="rId7" imgW="545863" imgH="241195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4" y="4206080"/>
                        <a:ext cx="1126524" cy="4971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3283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Complex Numbers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7343166" cy="4435476"/>
          </a:xfrm>
        </p:spPr>
        <p:txBody>
          <a:bodyPr/>
          <a:lstStyle/>
          <a:p>
            <a:pPr algn="just"/>
            <a:r>
              <a:rPr lang="en-US" altLang="en-US"/>
              <a:t>The different forms can be interconverted.</a:t>
            </a:r>
          </a:p>
          <a:p>
            <a:pPr algn="just"/>
            <a:r>
              <a:rPr lang="en-US" altLang="en-US"/>
              <a:t>Starting with rectangular form, one can go to polar:</a:t>
            </a:r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Likewise, from polar to rectangular form goes as follows: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1269" name="Picture 6" descr="C:\Users\Joel\Documents\Teaching\McGraw Hill\Fundamentals of Electric Circuits 5e\figures\Ch09\Color Labeled\ale80571_09_00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366" y="1965368"/>
            <a:ext cx="3601667" cy="374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7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90220"/>
              </p:ext>
            </p:extLst>
          </p:nvPr>
        </p:nvGraphicFramePr>
        <p:xfrm>
          <a:off x="2369098" y="3016251"/>
          <a:ext cx="4271188" cy="1003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5673" imgH="393529" progId="Equation.DSMT4">
                  <p:embed/>
                </p:oleObj>
              </mc:Choice>
              <mc:Fallback>
                <p:oleObj name="Equation" r:id="rId4" imgW="1675673" imgH="393529" progId="Equation.DSMT4">
                  <p:embed/>
                  <p:pic>
                    <p:nvPicPr>
                      <p:cNvPr id="1127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098" y="3016251"/>
                        <a:ext cx="4271188" cy="10035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291247"/>
              </p:ext>
            </p:extLst>
          </p:nvPr>
        </p:nvGraphicFramePr>
        <p:xfrm>
          <a:off x="2648400" y="5157515"/>
          <a:ext cx="3722766" cy="565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400" imgH="215900" progId="Equation.DSMT4">
                  <p:embed/>
                </p:oleObj>
              </mc:Choice>
              <mc:Fallback>
                <p:oleObj name="Equation" r:id="rId6" imgW="1422400" imgH="215900" progId="Equation.DSMT4">
                  <p:embed/>
                  <p:pic>
                    <p:nvPicPr>
                      <p:cNvPr id="1127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8400" y="5157515"/>
                        <a:ext cx="3722766" cy="565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5985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1417"/>
            <a:ext cx="6069703" cy="1325563"/>
          </a:xfrm>
        </p:spPr>
        <p:txBody>
          <a:bodyPr>
            <a:normAutofit/>
          </a:bodyPr>
          <a:lstStyle/>
          <a:p>
            <a:r>
              <a:rPr lang="en-US" altLang="zh-CN" sz="4000"/>
              <a:t>Euler’s Identity for complex numbers</a:t>
            </a:r>
            <a:endParaRPr lang="zh-CN" altLang="en-US" sz="4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206850" name="Picture 2" descr="Euler's formula.sv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409" y="406330"/>
            <a:ext cx="4081450" cy="437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38200" y="1690688"/>
                <a:ext cx="4445897" cy="63549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4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40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zh-CN" altLang="en-US" sz="4000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m:rPr>
                          <m:nor/>
                        </m:rPr>
                        <a:rPr lang="en-US" altLang="zh-CN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40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CN" altLang="en-US" sz="400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445897" cy="635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838200" y="2910125"/>
            <a:ext cx="5248099" cy="3476048"/>
            <a:chOff x="475861" y="2930841"/>
            <a:chExt cx="5248099" cy="347604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838199" y="3927700"/>
                  <a:ext cx="3315203" cy="1002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zh-CN" altLang="en-US" sz="32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sup>
                            </m:sSup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zh-CN" altLang="en-US" sz="3200"/>
                </a:p>
              </p:txBody>
            </p:sp>
          </mc:Choice>
          <mc:Fallback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99" y="3927700"/>
                  <a:ext cx="3315203" cy="100239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38199" y="5314987"/>
                  <a:ext cx="3259097" cy="10919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zh-CN" altLang="en-US" sz="32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oMath>
                    </m:oMathPara>
                  </a14:m>
                  <a:endParaRPr lang="zh-CN" altLang="en-US" sz="3200"/>
                </a:p>
              </p:txBody>
            </p:sp>
          </mc:Choice>
          <mc:Fallback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99" y="5314987"/>
                  <a:ext cx="3259097" cy="109190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838199" y="2930841"/>
                  <a:ext cx="4885761" cy="6119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p>
                          </m:sSup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zh-CN" sz="3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rad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sz="3200"/>
                    <a:t>1</a:t>
                  </a:r>
                  <a:endParaRPr lang="zh-CN" altLang="en-US" sz="3200"/>
                </a:p>
              </p:txBody>
            </p:sp>
          </mc:Choice>
          <mc:Fallback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99" y="2930841"/>
                  <a:ext cx="4885761" cy="611962"/>
                </a:xfrm>
                <a:prstGeom prst="rect">
                  <a:avLst/>
                </a:prstGeom>
                <a:blipFill>
                  <a:blip r:embed="rId6"/>
                  <a:stretch>
                    <a:fillRect t="-6931" r="-4120" b="-326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/>
            <p:cNvSpPr/>
            <p:nvPr/>
          </p:nvSpPr>
          <p:spPr>
            <a:xfrm>
              <a:off x="475861" y="3236822"/>
              <a:ext cx="150190" cy="150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75861" y="4499564"/>
              <a:ext cx="150190" cy="150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5861" y="5860938"/>
              <a:ext cx="150190" cy="150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284097" y="4680209"/>
            <a:ext cx="6069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/>
              <a:t>Therefore, complex number can also be written in exponential form rather than polar form:</a:t>
            </a:r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5672043" y="5614914"/>
                <a:ext cx="4855816" cy="600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zh-CN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CN" altLang="en-US" sz="3200" b="1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043" y="5614914"/>
                <a:ext cx="4855816" cy="6008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9824692" y="3255001"/>
            <a:ext cx="914033" cy="1307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FF0000"/>
                </a:solidFill>
              </a:rPr>
              <a:t>1 = ?</a:t>
            </a:r>
          </a:p>
          <a:p>
            <a:pPr>
              <a:lnSpc>
                <a:spcPct val="150000"/>
              </a:lnSpc>
            </a:pPr>
            <a:r>
              <a:rPr lang="en-US" altLang="zh-CN" sz="2800" i="1">
                <a:solidFill>
                  <a:srgbClr val="FF0000"/>
                </a:solidFill>
              </a:rPr>
              <a:t>j</a:t>
            </a:r>
            <a:r>
              <a:rPr lang="en-US" altLang="zh-CN" sz="2800">
                <a:solidFill>
                  <a:srgbClr val="FF0000"/>
                </a:solidFill>
              </a:rPr>
              <a:t>  = ?</a:t>
            </a:r>
            <a:endParaRPr lang="zh-CN" altLang="en-US" sz="2800" i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EEE3350-61F3-364E-83F1-FE71656077C7}"/>
                  </a:ext>
                </a:extLst>
              </p14:cNvPr>
              <p14:cNvContentPartPr/>
              <p14:nvPr/>
            </p14:nvContentPartPr>
            <p14:xfrm>
              <a:off x="9855553" y="999946"/>
              <a:ext cx="51120" cy="128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EEE3350-61F3-364E-83F1-FE71656077C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46553" y="990921"/>
                <a:ext cx="68760" cy="1458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D917013-3BF2-5695-99B2-9940EAE26FE6}"/>
                  </a:ext>
                </a:extLst>
              </p14:cNvPr>
              <p14:cNvContentPartPr/>
              <p14:nvPr/>
            </p14:nvContentPartPr>
            <p14:xfrm>
              <a:off x="7958713" y="908146"/>
              <a:ext cx="96480" cy="111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D917013-3BF2-5695-99B2-9940EAE26F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49679" y="899146"/>
                <a:ext cx="114186" cy="12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294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Complex Numbers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1066800"/>
          </a:xfrm>
        </p:spPr>
        <p:txBody>
          <a:bodyPr/>
          <a:lstStyle/>
          <a:p>
            <a:r>
              <a:rPr lang="en-US" altLang="en-US"/>
              <a:t>The following mathematical operations are important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229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305571"/>
              </p:ext>
            </p:extLst>
          </p:nvPr>
        </p:nvGraphicFramePr>
        <p:xfrm>
          <a:off x="1231641" y="2667000"/>
          <a:ext cx="10047514" cy="2751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105400" imgH="1397000" progId="Equation.DSMT4">
                  <p:embed/>
                </p:oleObj>
              </mc:Choice>
              <mc:Fallback>
                <p:oleObj name="Equation" r:id="rId3" imgW="5105400" imgH="1397000" progId="Equation.DSMT4">
                  <p:embed/>
                  <p:pic>
                    <p:nvPicPr>
                      <p:cNvPr id="1229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641" y="2667000"/>
                        <a:ext cx="10047514" cy="27511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132530" y="2172851"/>
            <a:ext cx="14606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accent4"/>
                </a:solidFill>
                <a:latin typeface="+mn-lt"/>
              </a:rPr>
              <a:t>Addition</a:t>
            </a:r>
          </a:p>
        </p:txBody>
      </p:sp>
      <p:sp>
        <p:nvSpPr>
          <p:cNvPr id="12295" name="TextBox 9"/>
          <p:cNvSpPr txBox="1">
            <a:spLocks noChangeArrowheads="1"/>
          </p:cNvSpPr>
          <p:nvPr/>
        </p:nvSpPr>
        <p:spPr bwMode="auto">
          <a:xfrm>
            <a:off x="5443368" y="2180798"/>
            <a:ext cx="18582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accent4"/>
                </a:solidFill>
                <a:latin typeface="+mn-lt"/>
              </a:rPr>
              <a:t>Subtraction</a:t>
            </a:r>
          </a:p>
        </p:txBody>
      </p:sp>
      <p:sp>
        <p:nvSpPr>
          <p:cNvPr id="12296" name="TextBox 10"/>
          <p:cNvSpPr txBox="1">
            <a:spLocks noChangeArrowheads="1"/>
          </p:cNvSpPr>
          <p:nvPr/>
        </p:nvSpPr>
        <p:spPr bwMode="auto">
          <a:xfrm>
            <a:off x="8744564" y="2172851"/>
            <a:ext cx="22349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accent4"/>
                </a:solidFill>
                <a:latin typeface="+mn-lt"/>
              </a:rPr>
              <a:t>Multiplication</a:t>
            </a:r>
          </a:p>
        </p:txBody>
      </p:sp>
      <p:sp>
        <p:nvSpPr>
          <p:cNvPr id="12297" name="TextBox 11"/>
          <p:cNvSpPr txBox="1">
            <a:spLocks noChangeArrowheads="1"/>
          </p:cNvSpPr>
          <p:nvPr/>
        </p:nvSpPr>
        <p:spPr bwMode="auto">
          <a:xfrm>
            <a:off x="2152567" y="3185282"/>
            <a:ext cx="14205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accent4"/>
                </a:solidFill>
                <a:latin typeface="+mn-lt"/>
              </a:rPr>
              <a:t>Division</a:t>
            </a:r>
          </a:p>
        </p:txBody>
      </p:sp>
      <p:sp>
        <p:nvSpPr>
          <p:cNvPr id="12298" name="TextBox 12"/>
          <p:cNvSpPr txBox="1">
            <a:spLocks noChangeArrowheads="1"/>
          </p:cNvSpPr>
          <p:nvPr/>
        </p:nvSpPr>
        <p:spPr bwMode="auto">
          <a:xfrm>
            <a:off x="5504282" y="3185282"/>
            <a:ext cx="17363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accent4"/>
                </a:solidFill>
                <a:latin typeface="+mn-lt"/>
              </a:rPr>
              <a:t>Reciprocal</a:t>
            </a:r>
          </a:p>
        </p:txBody>
      </p:sp>
      <p:sp>
        <p:nvSpPr>
          <p:cNvPr id="12299" name="TextBox 13"/>
          <p:cNvSpPr txBox="1">
            <a:spLocks noChangeArrowheads="1"/>
          </p:cNvSpPr>
          <p:nvPr/>
        </p:nvSpPr>
        <p:spPr bwMode="auto">
          <a:xfrm>
            <a:off x="9151750" y="3185282"/>
            <a:ext cx="19688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accent4"/>
                </a:solidFill>
                <a:latin typeface="+mn-lt"/>
              </a:rPr>
              <a:t>Square Root</a:t>
            </a:r>
          </a:p>
        </p:txBody>
      </p:sp>
      <p:sp>
        <p:nvSpPr>
          <p:cNvPr id="12300" name="TextBox 14"/>
          <p:cNvSpPr txBox="1">
            <a:spLocks noChangeArrowheads="1"/>
          </p:cNvSpPr>
          <p:nvPr/>
        </p:nvSpPr>
        <p:spPr bwMode="auto">
          <a:xfrm>
            <a:off x="1400033" y="4423204"/>
            <a:ext cx="3062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accent4"/>
                </a:solidFill>
                <a:latin typeface="+mn-lt"/>
              </a:rPr>
              <a:t>Complex Conjugate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4642" y="5520981"/>
            <a:ext cx="10215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/>
              <a:t>Note: other than +/-, arithmetic operations of complex numbers are more conveniently expressed in polar form</a:t>
            </a:r>
            <a:endParaRPr lang="en-GB" sz="2400" i="1"/>
          </a:p>
        </p:txBody>
      </p:sp>
    </p:spTree>
    <p:extLst>
      <p:ext uri="{BB962C8B-B14F-4D97-AF65-F5344CB8AC3E}">
        <p14:creationId xmlns:p14="http://schemas.microsoft.com/office/powerpoint/2010/main" val="499780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3669312" y="1690688"/>
            <a:ext cx="3368040" cy="594819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Find </a:t>
            </a:r>
            <a:r>
              <a:rPr lang="en-US" altLang="zh-CN" i="1" err="1"/>
              <a:t>i</a:t>
            </a:r>
            <a:r>
              <a:rPr lang="en-US" altLang="zh-CN"/>
              <a:t>(</a:t>
            </a:r>
            <a:r>
              <a:rPr lang="en-US" altLang="zh-CN" i="1"/>
              <a:t>t</a:t>
            </a:r>
            <a:r>
              <a:rPr lang="en-US" altLang="zh-CN"/>
              <a:t>), for t ≥ 0.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* The Sinusoidal Response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2" descr="AAAZIZJ0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134" y="1194201"/>
            <a:ext cx="5493327" cy="2829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5845" y="1690688"/>
            <a:ext cx="2775822" cy="5948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56159" y="3121325"/>
            <a:ext cx="4188185" cy="10044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5845" y="2305021"/>
            <a:ext cx="35777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/>
              <a:t>First order RL circuit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/>
              <a:t>Time constant </a:t>
            </a:r>
            <a:r>
              <a:rPr lang="el-GR" altLang="zh-CN" sz="2800"/>
              <a:t>τ</a:t>
            </a:r>
            <a:r>
              <a:rPr lang="en-US" altLang="zh-CN" sz="2800"/>
              <a:t> = ? </a:t>
            </a:r>
            <a:endParaRPr lang="zh-CN" altLang="en-US" sz="28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 cstate="print"/>
          <a:srcRect t="21154" r="381" b="4624"/>
          <a:stretch/>
        </p:blipFill>
        <p:spPr>
          <a:xfrm>
            <a:off x="1783277" y="4014440"/>
            <a:ext cx="8948065" cy="8084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40315" y="4943506"/>
            <a:ext cx="6992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/>
              <a:t>where </a:t>
            </a:r>
            <a:r>
              <a:rPr lang="el-GR" altLang="zh-CN" sz="2400" i="1"/>
              <a:t>θ</a:t>
            </a:r>
            <a:r>
              <a:rPr lang="en-US" altLang="zh-CN" sz="2400" i="1"/>
              <a:t> </a:t>
            </a:r>
            <a:r>
              <a:rPr lang="en-US" altLang="zh-CN" sz="2400"/>
              <a:t>is defined as the angle whose tangent is </a:t>
            </a:r>
            <a:r>
              <a:rPr lang="el-GR" altLang="zh-CN" sz="2400" i="1"/>
              <a:t>ω</a:t>
            </a:r>
            <a:r>
              <a:rPr lang="en-US" altLang="zh-CN" sz="2400" i="1"/>
              <a:t>L/R.</a:t>
            </a:r>
            <a:r>
              <a:rPr lang="en-US" altLang="zh-CN" sz="2400"/>
              <a:t> </a:t>
            </a:r>
            <a:endParaRPr lang="zh-CN" altLang="en-US" sz="2400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3C5E4-FBFB-C24E-8355-DA7F8D9BB155}"/>
              </a:ext>
            </a:extLst>
          </p:cNvPr>
          <p:cNvSpPr txBox="1"/>
          <p:nvPr/>
        </p:nvSpPr>
        <p:spPr>
          <a:xfrm>
            <a:off x="1081670" y="5553307"/>
            <a:ext cx="9924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Remark: Deriving the solution requires solving an inhomogeneous ODE (where the righthand-side is a general function), which is not required by this course. So just take this solution for granted.   </a:t>
            </a:r>
          </a:p>
        </p:txBody>
      </p:sp>
    </p:spTree>
    <p:extLst>
      <p:ext uri="{BB962C8B-B14F-4D97-AF65-F5344CB8AC3E}">
        <p14:creationId xmlns:p14="http://schemas.microsoft.com/office/powerpoint/2010/main" val="803479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Sinusoidal Response: A more general concept of steady state response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92205"/>
            <a:ext cx="10515600" cy="3829270"/>
          </a:xfrm>
        </p:spPr>
        <p:txBody>
          <a:bodyPr>
            <a:noAutofit/>
          </a:bodyPr>
          <a:lstStyle/>
          <a:p>
            <a:pPr algn="just"/>
            <a:r>
              <a:rPr lang="en-US" altLang="en-US"/>
              <a:t>The response contains </a:t>
            </a:r>
          </a:p>
          <a:p>
            <a:pPr lvl="1" algn="just"/>
            <a:r>
              <a:rPr lang="en-US" altLang="en-US"/>
              <a:t>a </a:t>
            </a:r>
            <a:r>
              <a:rPr lang="en-US" altLang="en-US" b="1" u="sng"/>
              <a:t>transient response</a:t>
            </a:r>
            <a:r>
              <a:rPr lang="en-US" altLang="en-US"/>
              <a:t> </a:t>
            </a:r>
          </a:p>
          <a:p>
            <a:pPr lvl="1" algn="just"/>
            <a:r>
              <a:rPr lang="en-US" altLang="en-US"/>
              <a:t>a </a:t>
            </a:r>
            <a:r>
              <a:rPr lang="en-US" altLang="en-US" b="1" u="sng"/>
              <a:t>steady state response</a:t>
            </a:r>
            <a:endParaRPr lang="en-US" altLang="en-US" b="1"/>
          </a:p>
          <a:p>
            <a:pPr algn="just"/>
            <a:r>
              <a:rPr lang="en-US" altLang="en-US"/>
              <a:t>When the transient has died out, we say the circuit is in sinusoidal steady state.</a:t>
            </a:r>
          </a:p>
          <a:p>
            <a:pPr lvl="1"/>
            <a:r>
              <a:rPr lang="en-US" altLang="zh-CN"/>
              <a:t>The steady-state solution is </a:t>
            </a:r>
            <a:r>
              <a:rPr lang="en-US" altLang="zh-CN" b="1"/>
              <a:t>sinusoidal</a:t>
            </a:r>
          </a:p>
          <a:p>
            <a:pPr lvl="1"/>
            <a:r>
              <a:rPr lang="en-US" altLang="zh-CN"/>
              <a:t>The </a:t>
            </a:r>
            <a:r>
              <a:rPr lang="en-US" altLang="zh-CN" b="1"/>
              <a:t>frequency</a:t>
            </a:r>
            <a:r>
              <a:rPr lang="en-US" altLang="zh-CN"/>
              <a:t> of the response signal is identical to that of the source signal (otherwise there is nonlinear element in the circuit)</a:t>
            </a:r>
          </a:p>
          <a:p>
            <a:pPr lvl="1"/>
            <a:r>
              <a:rPr lang="en-US" altLang="zh-CN" b="1"/>
              <a:t>Magnitude</a:t>
            </a:r>
            <a:r>
              <a:rPr lang="en-US" altLang="zh-CN"/>
              <a:t> and </a:t>
            </a:r>
            <a:r>
              <a:rPr lang="en-US" altLang="zh-CN" b="1"/>
              <a:t>phase</a:t>
            </a:r>
            <a:r>
              <a:rPr lang="en-US" altLang="zh-CN"/>
              <a:t> of the response differs from those of source signal.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/>
          <a:srcRect t="17896" b="5390"/>
          <a:stretch/>
        </p:blipFill>
        <p:spPr>
          <a:xfrm>
            <a:off x="1162965" y="1688407"/>
            <a:ext cx="9328097" cy="867747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1887894" y="2630798"/>
            <a:ext cx="4176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315062" y="2630798"/>
            <a:ext cx="4176000" cy="0"/>
          </a:xfrm>
          <a:prstGeom prst="line">
            <a:avLst/>
          </a:prstGeom>
          <a:ln w="76200" cmpd="dbl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1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mph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C36F-66A8-504C-B90C-584C0244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654" y="398578"/>
            <a:ext cx="10515600" cy="1151441"/>
          </a:xfrm>
        </p:spPr>
        <p:txBody>
          <a:bodyPr>
            <a:normAutofit fontScale="90000"/>
          </a:bodyPr>
          <a:lstStyle/>
          <a:p>
            <a:r>
              <a:rPr lang="en-US"/>
              <a:t>It is sufficient to use amplitude and phase to describe a circuit in steady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CD6D2-F71C-8746-B7AA-2250AABCF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6859"/>
            <a:ext cx="6610815" cy="4270103"/>
          </a:xfrm>
        </p:spPr>
        <p:txBody>
          <a:bodyPr>
            <a:normAutofit/>
          </a:bodyPr>
          <a:lstStyle/>
          <a:p>
            <a:r>
              <a:rPr lang="en-US" sz="2400"/>
              <a:t>Consider sinusoidal sources</a:t>
            </a:r>
          </a:p>
          <a:p>
            <a:r>
              <a:rPr lang="en-US" sz="2400"/>
              <a:t>Linear elements change amplitude and phase, but not the frequency</a:t>
            </a:r>
          </a:p>
          <a:p>
            <a:r>
              <a:rPr lang="en-US" sz="2400"/>
              <a:t>Cosine and sine can all be converted to cosine (with appropriate phase shifts) with the same frequency</a:t>
            </a:r>
          </a:p>
          <a:p>
            <a:r>
              <a:rPr lang="en-US" sz="2400"/>
              <a:t>As a result, every current and voltage can be written in cosine form: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65962-F245-EA40-817D-8658CD12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91B19E-40BC-9A49-B0EF-EF1CA3565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67750" y="2817802"/>
            <a:ext cx="5231323" cy="2135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EEBF87-6C59-B543-8F9C-2BFE4B464B71}"/>
                  </a:ext>
                </a:extLst>
              </p:cNvPr>
              <p:cNvSpPr/>
              <p:nvPr/>
            </p:nvSpPr>
            <p:spPr>
              <a:xfrm>
                <a:off x="1460813" y="5458260"/>
                <a:ext cx="3523785" cy="4759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GB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EEBF87-6C59-B543-8F9C-2BFE4B464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813" y="5458260"/>
                <a:ext cx="3523785" cy="47590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2B374D8-A52E-CE4F-AC42-6022A29CFB23}"/>
              </a:ext>
            </a:extLst>
          </p:cNvPr>
          <p:cNvGrpSpPr/>
          <p:nvPr/>
        </p:nvGrpSpPr>
        <p:grpSpPr>
          <a:xfrm>
            <a:off x="2504951" y="4958575"/>
            <a:ext cx="6538685" cy="1569353"/>
            <a:chOff x="2504951" y="4958575"/>
            <a:chExt cx="6538685" cy="156935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CC8768-C85E-1942-A989-03426F8C00D1}"/>
                </a:ext>
              </a:extLst>
            </p:cNvPr>
            <p:cNvSpPr txBox="1"/>
            <p:nvPr/>
          </p:nvSpPr>
          <p:spPr>
            <a:xfrm>
              <a:off x="3211553" y="6066263"/>
              <a:ext cx="4081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C00000"/>
                  </a:solidFill>
                </a:rPr>
                <a:t>Common factor in the circuit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8C7751-C57E-3949-B741-B78132F6F6C2}"/>
                </a:ext>
              </a:extLst>
            </p:cNvPr>
            <p:cNvSpPr txBox="1"/>
            <p:nvPr/>
          </p:nvSpPr>
          <p:spPr>
            <a:xfrm>
              <a:off x="4177991" y="4958575"/>
              <a:ext cx="48656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C00000"/>
                  </a:solidFill>
                </a:rPr>
                <a:t>Vary at different nodes or branches</a:t>
              </a: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AD041BE-3032-B044-BF93-4E85A621D677}"/>
                </a:ext>
              </a:extLst>
            </p:cNvPr>
            <p:cNvSpPr/>
            <p:nvPr/>
          </p:nvSpPr>
          <p:spPr>
            <a:xfrm>
              <a:off x="3121635" y="5865542"/>
              <a:ext cx="201428" cy="234175"/>
            </a:xfrm>
            <a:custGeom>
              <a:avLst/>
              <a:gdLst>
                <a:gd name="connsiteX0" fmla="*/ 201428 w 201428"/>
                <a:gd name="connsiteY0" fmla="*/ 234175 h 234175"/>
                <a:gd name="connsiteX1" fmla="*/ 123370 w 201428"/>
                <a:gd name="connsiteY1" fmla="*/ 156117 h 234175"/>
                <a:gd name="connsiteX2" fmla="*/ 112218 w 201428"/>
                <a:gd name="connsiteY2" fmla="*/ 122663 h 234175"/>
                <a:gd name="connsiteX3" fmla="*/ 89916 w 201428"/>
                <a:gd name="connsiteY3" fmla="*/ 89210 h 234175"/>
                <a:gd name="connsiteX4" fmla="*/ 45311 w 201428"/>
                <a:gd name="connsiteY4" fmla="*/ 0 h 234175"/>
                <a:gd name="connsiteX5" fmla="*/ 706 w 201428"/>
                <a:gd name="connsiteY5" fmla="*/ 100361 h 234175"/>
                <a:gd name="connsiteX6" fmla="*/ 11857 w 201428"/>
                <a:gd name="connsiteY6" fmla="*/ 66907 h 234175"/>
                <a:gd name="connsiteX7" fmla="*/ 23009 w 201428"/>
                <a:gd name="connsiteY7" fmla="*/ 22302 h 234175"/>
                <a:gd name="connsiteX8" fmla="*/ 112218 w 201428"/>
                <a:gd name="connsiteY8" fmla="*/ 44605 h 23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428" h="234175">
                  <a:moveTo>
                    <a:pt x="201428" y="234175"/>
                  </a:moveTo>
                  <a:cubicBezTo>
                    <a:pt x="175409" y="208156"/>
                    <a:pt x="146357" y="184850"/>
                    <a:pt x="123370" y="156117"/>
                  </a:cubicBezTo>
                  <a:cubicBezTo>
                    <a:pt x="116027" y="146938"/>
                    <a:pt x="117475" y="133177"/>
                    <a:pt x="112218" y="122663"/>
                  </a:cubicBezTo>
                  <a:cubicBezTo>
                    <a:pt x="106224" y="110676"/>
                    <a:pt x="97350" y="100361"/>
                    <a:pt x="89916" y="89210"/>
                  </a:cubicBezTo>
                  <a:cubicBezTo>
                    <a:pt x="64289" y="12328"/>
                    <a:pt x="84238" y="38925"/>
                    <a:pt x="45311" y="0"/>
                  </a:cubicBezTo>
                  <a:cubicBezTo>
                    <a:pt x="9967" y="53017"/>
                    <a:pt x="27250" y="20735"/>
                    <a:pt x="706" y="100361"/>
                  </a:cubicBezTo>
                  <a:cubicBezTo>
                    <a:pt x="-3011" y="111512"/>
                    <a:pt x="9006" y="78310"/>
                    <a:pt x="11857" y="66907"/>
                  </a:cubicBezTo>
                  <a:lnTo>
                    <a:pt x="23009" y="22302"/>
                  </a:lnTo>
                  <a:lnTo>
                    <a:pt x="112218" y="44605"/>
                  </a:ln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DF31744-D84B-C345-A6BF-CD6D05C16B62}"/>
                </a:ext>
              </a:extLst>
            </p:cNvPr>
            <p:cNvSpPr/>
            <p:nvPr/>
          </p:nvSpPr>
          <p:spPr>
            <a:xfrm>
              <a:off x="3903670" y="5211337"/>
              <a:ext cx="335280" cy="255858"/>
            </a:xfrm>
            <a:custGeom>
              <a:avLst/>
              <a:gdLst>
                <a:gd name="connsiteX0" fmla="*/ 335280 w 335280"/>
                <a:gd name="connsiteY0" fmla="*/ 0 h 255858"/>
                <a:gd name="connsiteX1" fmla="*/ 267547 w 335280"/>
                <a:gd name="connsiteY1" fmla="*/ 6773 h 255858"/>
                <a:gd name="connsiteX2" fmla="*/ 237067 w 335280"/>
                <a:gd name="connsiteY2" fmla="*/ 20320 h 255858"/>
                <a:gd name="connsiteX3" fmla="*/ 216747 w 335280"/>
                <a:gd name="connsiteY3" fmla="*/ 27093 h 255858"/>
                <a:gd name="connsiteX4" fmla="*/ 203200 w 335280"/>
                <a:gd name="connsiteY4" fmla="*/ 33867 h 255858"/>
                <a:gd name="connsiteX5" fmla="*/ 179493 w 335280"/>
                <a:gd name="connsiteY5" fmla="*/ 47413 h 255858"/>
                <a:gd name="connsiteX6" fmla="*/ 169333 w 335280"/>
                <a:gd name="connsiteY6" fmla="*/ 50800 h 255858"/>
                <a:gd name="connsiteX7" fmla="*/ 155787 w 335280"/>
                <a:gd name="connsiteY7" fmla="*/ 60960 h 255858"/>
                <a:gd name="connsiteX8" fmla="*/ 149013 w 335280"/>
                <a:gd name="connsiteY8" fmla="*/ 71120 h 255858"/>
                <a:gd name="connsiteX9" fmla="*/ 138853 w 335280"/>
                <a:gd name="connsiteY9" fmla="*/ 77893 h 255858"/>
                <a:gd name="connsiteX10" fmla="*/ 121920 w 335280"/>
                <a:gd name="connsiteY10" fmla="*/ 98213 h 255858"/>
                <a:gd name="connsiteX11" fmla="*/ 108373 w 335280"/>
                <a:gd name="connsiteY11" fmla="*/ 115147 h 255858"/>
                <a:gd name="connsiteX12" fmla="*/ 98213 w 335280"/>
                <a:gd name="connsiteY12" fmla="*/ 132080 h 255858"/>
                <a:gd name="connsiteX13" fmla="*/ 94827 w 335280"/>
                <a:gd name="connsiteY13" fmla="*/ 142240 h 255858"/>
                <a:gd name="connsiteX14" fmla="*/ 81280 w 335280"/>
                <a:gd name="connsiteY14" fmla="*/ 155787 h 255858"/>
                <a:gd name="connsiteX15" fmla="*/ 71120 w 335280"/>
                <a:gd name="connsiteY15" fmla="*/ 169333 h 255858"/>
                <a:gd name="connsiteX16" fmla="*/ 64347 w 335280"/>
                <a:gd name="connsiteY16" fmla="*/ 179493 h 255858"/>
                <a:gd name="connsiteX17" fmla="*/ 57573 w 335280"/>
                <a:gd name="connsiteY17" fmla="*/ 186267 h 255858"/>
                <a:gd name="connsiteX18" fmla="*/ 50800 w 335280"/>
                <a:gd name="connsiteY18" fmla="*/ 196427 h 255858"/>
                <a:gd name="connsiteX19" fmla="*/ 40640 w 335280"/>
                <a:gd name="connsiteY19" fmla="*/ 209973 h 255858"/>
                <a:gd name="connsiteX20" fmla="*/ 27093 w 335280"/>
                <a:gd name="connsiteY20" fmla="*/ 226907 h 255858"/>
                <a:gd name="connsiteX21" fmla="*/ 23707 w 335280"/>
                <a:gd name="connsiteY21" fmla="*/ 237067 h 255858"/>
                <a:gd name="connsiteX22" fmla="*/ 10160 w 335280"/>
                <a:gd name="connsiteY22" fmla="*/ 216747 h 255858"/>
                <a:gd name="connsiteX23" fmla="*/ 6773 w 335280"/>
                <a:gd name="connsiteY23" fmla="*/ 203200 h 255858"/>
                <a:gd name="connsiteX24" fmla="*/ 3387 w 335280"/>
                <a:gd name="connsiteY24" fmla="*/ 193040 h 255858"/>
                <a:gd name="connsiteX25" fmla="*/ 0 w 335280"/>
                <a:gd name="connsiteY25" fmla="*/ 159173 h 255858"/>
                <a:gd name="connsiteX26" fmla="*/ 3387 w 335280"/>
                <a:gd name="connsiteY26" fmla="*/ 169333 h 255858"/>
                <a:gd name="connsiteX27" fmla="*/ 13547 w 335280"/>
                <a:gd name="connsiteY27" fmla="*/ 203200 h 255858"/>
                <a:gd name="connsiteX28" fmla="*/ 16933 w 335280"/>
                <a:gd name="connsiteY28" fmla="*/ 213360 h 255858"/>
                <a:gd name="connsiteX29" fmla="*/ 13547 w 335280"/>
                <a:gd name="connsiteY29" fmla="*/ 254000 h 255858"/>
                <a:gd name="connsiteX30" fmla="*/ 40640 w 335280"/>
                <a:gd name="connsiteY30" fmla="*/ 240453 h 255858"/>
                <a:gd name="connsiteX31" fmla="*/ 64347 w 335280"/>
                <a:gd name="connsiteY31" fmla="*/ 233680 h 255858"/>
                <a:gd name="connsiteX32" fmla="*/ 74507 w 335280"/>
                <a:gd name="connsiteY32" fmla="*/ 230293 h 255858"/>
                <a:gd name="connsiteX33" fmla="*/ 111760 w 335280"/>
                <a:gd name="connsiteY33" fmla="*/ 226907 h 255858"/>
                <a:gd name="connsiteX34" fmla="*/ 128693 w 335280"/>
                <a:gd name="connsiteY34" fmla="*/ 223520 h 255858"/>
                <a:gd name="connsiteX35" fmla="*/ 142240 w 335280"/>
                <a:gd name="connsiteY35" fmla="*/ 220133 h 255858"/>
                <a:gd name="connsiteX36" fmla="*/ 155787 w 335280"/>
                <a:gd name="connsiteY36" fmla="*/ 220133 h 25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35280" h="255858">
                  <a:moveTo>
                    <a:pt x="335280" y="0"/>
                  </a:moveTo>
                  <a:cubicBezTo>
                    <a:pt x="323641" y="895"/>
                    <a:pt x="283944" y="2989"/>
                    <a:pt x="267547" y="6773"/>
                  </a:cubicBezTo>
                  <a:cubicBezTo>
                    <a:pt x="225602" y="16453"/>
                    <a:pt x="263294" y="8664"/>
                    <a:pt x="237067" y="20320"/>
                  </a:cubicBezTo>
                  <a:cubicBezTo>
                    <a:pt x="230543" y="23220"/>
                    <a:pt x="223133" y="23900"/>
                    <a:pt x="216747" y="27093"/>
                  </a:cubicBezTo>
                  <a:cubicBezTo>
                    <a:pt x="212231" y="29351"/>
                    <a:pt x="207584" y="31362"/>
                    <a:pt x="203200" y="33867"/>
                  </a:cubicBezTo>
                  <a:cubicBezTo>
                    <a:pt x="186195" y="43584"/>
                    <a:pt x="199961" y="38641"/>
                    <a:pt x="179493" y="47413"/>
                  </a:cubicBezTo>
                  <a:cubicBezTo>
                    <a:pt x="176212" y="48819"/>
                    <a:pt x="172720" y="49671"/>
                    <a:pt x="169333" y="50800"/>
                  </a:cubicBezTo>
                  <a:cubicBezTo>
                    <a:pt x="164818" y="54187"/>
                    <a:pt x="159778" y="56969"/>
                    <a:pt x="155787" y="60960"/>
                  </a:cubicBezTo>
                  <a:cubicBezTo>
                    <a:pt x="152909" y="63838"/>
                    <a:pt x="151891" y="68242"/>
                    <a:pt x="149013" y="71120"/>
                  </a:cubicBezTo>
                  <a:cubicBezTo>
                    <a:pt x="146135" y="73998"/>
                    <a:pt x="142031" y="75350"/>
                    <a:pt x="138853" y="77893"/>
                  </a:cubicBezTo>
                  <a:cubicBezTo>
                    <a:pt x="131199" y="84017"/>
                    <a:pt x="128500" y="90317"/>
                    <a:pt x="121920" y="98213"/>
                  </a:cubicBezTo>
                  <a:cubicBezTo>
                    <a:pt x="105835" y="117515"/>
                    <a:pt x="125120" y="90029"/>
                    <a:pt x="108373" y="115147"/>
                  </a:cubicBezTo>
                  <a:cubicBezTo>
                    <a:pt x="98781" y="143928"/>
                    <a:pt x="112159" y="108837"/>
                    <a:pt x="98213" y="132080"/>
                  </a:cubicBezTo>
                  <a:cubicBezTo>
                    <a:pt x="96376" y="135141"/>
                    <a:pt x="96902" y="139335"/>
                    <a:pt x="94827" y="142240"/>
                  </a:cubicBezTo>
                  <a:cubicBezTo>
                    <a:pt x="91115" y="147437"/>
                    <a:pt x="85112" y="150678"/>
                    <a:pt x="81280" y="155787"/>
                  </a:cubicBezTo>
                  <a:cubicBezTo>
                    <a:pt x="77893" y="160302"/>
                    <a:pt x="74401" y="164740"/>
                    <a:pt x="71120" y="169333"/>
                  </a:cubicBezTo>
                  <a:cubicBezTo>
                    <a:pt x="68754" y="172645"/>
                    <a:pt x="66890" y="176315"/>
                    <a:pt x="64347" y="179493"/>
                  </a:cubicBezTo>
                  <a:cubicBezTo>
                    <a:pt x="62352" y="181987"/>
                    <a:pt x="59568" y="183773"/>
                    <a:pt x="57573" y="186267"/>
                  </a:cubicBezTo>
                  <a:cubicBezTo>
                    <a:pt x="55030" y="189445"/>
                    <a:pt x="53166" y="193115"/>
                    <a:pt x="50800" y="196427"/>
                  </a:cubicBezTo>
                  <a:cubicBezTo>
                    <a:pt x="47519" y="201020"/>
                    <a:pt x="44253" y="205637"/>
                    <a:pt x="40640" y="209973"/>
                  </a:cubicBezTo>
                  <a:cubicBezTo>
                    <a:pt x="24555" y="229275"/>
                    <a:pt x="43840" y="201789"/>
                    <a:pt x="27093" y="226907"/>
                  </a:cubicBezTo>
                  <a:cubicBezTo>
                    <a:pt x="25964" y="230294"/>
                    <a:pt x="26768" y="238904"/>
                    <a:pt x="23707" y="237067"/>
                  </a:cubicBezTo>
                  <a:cubicBezTo>
                    <a:pt x="16727" y="232879"/>
                    <a:pt x="10160" y="216747"/>
                    <a:pt x="10160" y="216747"/>
                  </a:cubicBezTo>
                  <a:cubicBezTo>
                    <a:pt x="9031" y="212231"/>
                    <a:pt x="8052" y="207676"/>
                    <a:pt x="6773" y="203200"/>
                  </a:cubicBezTo>
                  <a:cubicBezTo>
                    <a:pt x="5792" y="199768"/>
                    <a:pt x="3930" y="196568"/>
                    <a:pt x="3387" y="193040"/>
                  </a:cubicBezTo>
                  <a:cubicBezTo>
                    <a:pt x="1662" y="181827"/>
                    <a:pt x="0" y="170518"/>
                    <a:pt x="0" y="159173"/>
                  </a:cubicBezTo>
                  <a:cubicBezTo>
                    <a:pt x="0" y="155603"/>
                    <a:pt x="2406" y="165900"/>
                    <a:pt x="3387" y="169333"/>
                  </a:cubicBezTo>
                  <a:cubicBezTo>
                    <a:pt x="13629" y="205183"/>
                    <a:pt x="-2560" y="154878"/>
                    <a:pt x="13547" y="203200"/>
                  </a:cubicBezTo>
                  <a:lnTo>
                    <a:pt x="16933" y="213360"/>
                  </a:lnTo>
                  <a:cubicBezTo>
                    <a:pt x="15804" y="226907"/>
                    <a:pt x="4595" y="243770"/>
                    <a:pt x="13547" y="254000"/>
                  </a:cubicBezTo>
                  <a:cubicBezTo>
                    <a:pt x="20196" y="261599"/>
                    <a:pt x="31061" y="243645"/>
                    <a:pt x="40640" y="240453"/>
                  </a:cubicBezTo>
                  <a:cubicBezTo>
                    <a:pt x="65020" y="232328"/>
                    <a:pt x="34553" y="242193"/>
                    <a:pt x="64347" y="233680"/>
                  </a:cubicBezTo>
                  <a:cubicBezTo>
                    <a:pt x="67780" y="232699"/>
                    <a:pt x="70973" y="230798"/>
                    <a:pt x="74507" y="230293"/>
                  </a:cubicBezTo>
                  <a:cubicBezTo>
                    <a:pt x="86851" y="228530"/>
                    <a:pt x="99342" y="228036"/>
                    <a:pt x="111760" y="226907"/>
                  </a:cubicBezTo>
                  <a:cubicBezTo>
                    <a:pt x="117404" y="225778"/>
                    <a:pt x="123074" y="224769"/>
                    <a:pt x="128693" y="223520"/>
                  </a:cubicBezTo>
                  <a:cubicBezTo>
                    <a:pt x="133237" y="222510"/>
                    <a:pt x="137621" y="220710"/>
                    <a:pt x="142240" y="220133"/>
                  </a:cubicBezTo>
                  <a:cubicBezTo>
                    <a:pt x="146721" y="219573"/>
                    <a:pt x="151271" y="220133"/>
                    <a:pt x="155787" y="220133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1CD80EF-B98B-3146-93C1-A5AED8723950}"/>
                </a:ext>
              </a:extLst>
            </p:cNvPr>
            <p:cNvSpPr/>
            <p:nvPr/>
          </p:nvSpPr>
          <p:spPr>
            <a:xfrm>
              <a:off x="2504951" y="5211337"/>
              <a:ext cx="1703519" cy="277727"/>
            </a:xfrm>
            <a:custGeom>
              <a:avLst/>
              <a:gdLst>
                <a:gd name="connsiteX0" fmla="*/ 1703519 w 1703519"/>
                <a:gd name="connsiteY0" fmla="*/ 0 h 277727"/>
                <a:gd name="connsiteX1" fmla="*/ 1544346 w 1703519"/>
                <a:gd name="connsiteY1" fmla="*/ 10160 h 277727"/>
                <a:gd name="connsiteX2" fmla="*/ 1378399 w 1703519"/>
                <a:gd name="connsiteY2" fmla="*/ 13547 h 277727"/>
                <a:gd name="connsiteX3" fmla="*/ 1307279 w 1703519"/>
                <a:gd name="connsiteY3" fmla="*/ 20320 h 277727"/>
                <a:gd name="connsiteX4" fmla="*/ 1090532 w 1703519"/>
                <a:gd name="connsiteY4" fmla="*/ 27093 h 277727"/>
                <a:gd name="connsiteX5" fmla="*/ 1026186 w 1703519"/>
                <a:gd name="connsiteY5" fmla="*/ 30480 h 277727"/>
                <a:gd name="connsiteX6" fmla="*/ 955066 w 1703519"/>
                <a:gd name="connsiteY6" fmla="*/ 37253 h 277727"/>
                <a:gd name="connsiteX7" fmla="*/ 911039 w 1703519"/>
                <a:gd name="connsiteY7" fmla="*/ 40640 h 277727"/>
                <a:gd name="connsiteX8" fmla="*/ 829759 w 1703519"/>
                <a:gd name="connsiteY8" fmla="*/ 50800 h 277727"/>
                <a:gd name="connsiteX9" fmla="*/ 721386 w 1703519"/>
                <a:gd name="connsiteY9" fmla="*/ 57573 h 277727"/>
                <a:gd name="connsiteX10" fmla="*/ 690906 w 1703519"/>
                <a:gd name="connsiteY10" fmla="*/ 60960 h 277727"/>
                <a:gd name="connsiteX11" fmla="*/ 653652 w 1703519"/>
                <a:gd name="connsiteY11" fmla="*/ 64347 h 277727"/>
                <a:gd name="connsiteX12" fmla="*/ 619786 w 1703519"/>
                <a:gd name="connsiteY12" fmla="*/ 71120 h 277727"/>
                <a:gd name="connsiteX13" fmla="*/ 565599 w 1703519"/>
                <a:gd name="connsiteY13" fmla="*/ 77893 h 277727"/>
                <a:gd name="connsiteX14" fmla="*/ 508026 w 1703519"/>
                <a:gd name="connsiteY14" fmla="*/ 84667 h 277727"/>
                <a:gd name="connsiteX15" fmla="*/ 487706 w 1703519"/>
                <a:gd name="connsiteY15" fmla="*/ 88053 h 277727"/>
                <a:gd name="connsiteX16" fmla="*/ 423359 w 1703519"/>
                <a:gd name="connsiteY16" fmla="*/ 94827 h 277727"/>
                <a:gd name="connsiteX17" fmla="*/ 389492 w 1703519"/>
                <a:gd name="connsiteY17" fmla="*/ 101600 h 277727"/>
                <a:gd name="connsiteX18" fmla="*/ 348852 w 1703519"/>
                <a:gd name="connsiteY18" fmla="*/ 108373 h 277727"/>
                <a:gd name="connsiteX19" fmla="*/ 314986 w 1703519"/>
                <a:gd name="connsiteY19" fmla="*/ 115147 h 277727"/>
                <a:gd name="connsiteX20" fmla="*/ 298052 w 1703519"/>
                <a:gd name="connsiteY20" fmla="*/ 118533 h 277727"/>
                <a:gd name="connsiteX21" fmla="*/ 287892 w 1703519"/>
                <a:gd name="connsiteY21" fmla="*/ 121920 h 277727"/>
                <a:gd name="connsiteX22" fmla="*/ 260799 w 1703519"/>
                <a:gd name="connsiteY22" fmla="*/ 125307 h 277727"/>
                <a:gd name="connsiteX23" fmla="*/ 206612 w 1703519"/>
                <a:gd name="connsiteY23" fmla="*/ 135467 h 277727"/>
                <a:gd name="connsiteX24" fmla="*/ 196452 w 1703519"/>
                <a:gd name="connsiteY24" fmla="*/ 138853 h 277727"/>
                <a:gd name="connsiteX25" fmla="*/ 172746 w 1703519"/>
                <a:gd name="connsiteY25" fmla="*/ 152400 h 277727"/>
                <a:gd name="connsiteX26" fmla="*/ 149039 w 1703519"/>
                <a:gd name="connsiteY26" fmla="*/ 162560 h 277727"/>
                <a:gd name="connsiteX27" fmla="*/ 138879 w 1703519"/>
                <a:gd name="connsiteY27" fmla="*/ 169333 h 277727"/>
                <a:gd name="connsiteX28" fmla="*/ 132106 w 1703519"/>
                <a:gd name="connsiteY28" fmla="*/ 176107 h 277727"/>
                <a:gd name="connsiteX29" fmla="*/ 121946 w 1703519"/>
                <a:gd name="connsiteY29" fmla="*/ 179493 h 277727"/>
                <a:gd name="connsiteX30" fmla="*/ 101626 w 1703519"/>
                <a:gd name="connsiteY30" fmla="*/ 193040 h 277727"/>
                <a:gd name="connsiteX31" fmla="*/ 84692 w 1703519"/>
                <a:gd name="connsiteY31" fmla="*/ 203200 h 277727"/>
                <a:gd name="connsiteX32" fmla="*/ 71146 w 1703519"/>
                <a:gd name="connsiteY32" fmla="*/ 213360 h 277727"/>
                <a:gd name="connsiteX33" fmla="*/ 64372 w 1703519"/>
                <a:gd name="connsiteY33" fmla="*/ 220133 h 277727"/>
                <a:gd name="connsiteX34" fmla="*/ 44052 w 1703519"/>
                <a:gd name="connsiteY34" fmla="*/ 233680 h 277727"/>
                <a:gd name="connsiteX35" fmla="*/ 33892 w 1703519"/>
                <a:gd name="connsiteY35" fmla="*/ 240453 h 277727"/>
                <a:gd name="connsiteX36" fmla="*/ 10186 w 1703519"/>
                <a:gd name="connsiteY36" fmla="*/ 267547 h 277727"/>
                <a:gd name="connsiteX37" fmla="*/ 16959 w 1703519"/>
                <a:gd name="connsiteY37" fmla="*/ 243840 h 277727"/>
                <a:gd name="connsiteX38" fmla="*/ 23732 w 1703519"/>
                <a:gd name="connsiteY38" fmla="*/ 223520 h 277727"/>
                <a:gd name="connsiteX39" fmla="*/ 30506 w 1703519"/>
                <a:gd name="connsiteY39" fmla="*/ 213360 h 277727"/>
                <a:gd name="connsiteX40" fmla="*/ 37279 w 1703519"/>
                <a:gd name="connsiteY40" fmla="*/ 193040 h 277727"/>
                <a:gd name="connsiteX41" fmla="*/ 40666 w 1703519"/>
                <a:gd name="connsiteY41" fmla="*/ 182880 h 277727"/>
                <a:gd name="connsiteX42" fmla="*/ 44052 w 1703519"/>
                <a:gd name="connsiteY42" fmla="*/ 172720 h 277727"/>
                <a:gd name="connsiteX43" fmla="*/ 27119 w 1703519"/>
                <a:gd name="connsiteY43" fmla="*/ 199813 h 277727"/>
                <a:gd name="connsiteX44" fmla="*/ 20346 w 1703519"/>
                <a:gd name="connsiteY44" fmla="*/ 220133 h 277727"/>
                <a:gd name="connsiteX45" fmla="*/ 13572 w 1703519"/>
                <a:gd name="connsiteY45" fmla="*/ 240453 h 277727"/>
                <a:gd name="connsiteX46" fmla="*/ 10186 w 1703519"/>
                <a:gd name="connsiteY46" fmla="*/ 250613 h 277727"/>
                <a:gd name="connsiteX47" fmla="*/ 3412 w 1703519"/>
                <a:gd name="connsiteY47" fmla="*/ 260773 h 277727"/>
                <a:gd name="connsiteX48" fmla="*/ 10186 w 1703519"/>
                <a:gd name="connsiteY48" fmla="*/ 274320 h 277727"/>
                <a:gd name="connsiteX49" fmla="*/ 132106 w 1703519"/>
                <a:gd name="connsiteY49" fmla="*/ 277707 h 27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703519" h="277727">
                  <a:moveTo>
                    <a:pt x="1703519" y="0"/>
                  </a:moveTo>
                  <a:cubicBezTo>
                    <a:pt x="1650508" y="4820"/>
                    <a:pt x="1597593" y="8660"/>
                    <a:pt x="1544346" y="10160"/>
                  </a:cubicBezTo>
                  <a:lnTo>
                    <a:pt x="1378399" y="13547"/>
                  </a:lnTo>
                  <a:cubicBezTo>
                    <a:pt x="1354692" y="15805"/>
                    <a:pt x="1331063" y="19131"/>
                    <a:pt x="1307279" y="20320"/>
                  </a:cubicBezTo>
                  <a:cubicBezTo>
                    <a:pt x="1189924" y="26188"/>
                    <a:pt x="1262146" y="23193"/>
                    <a:pt x="1090532" y="27093"/>
                  </a:cubicBezTo>
                  <a:lnTo>
                    <a:pt x="1026186" y="30480"/>
                  </a:lnTo>
                  <a:cubicBezTo>
                    <a:pt x="966858" y="34308"/>
                    <a:pt x="1005450" y="32673"/>
                    <a:pt x="955066" y="37253"/>
                  </a:cubicBezTo>
                  <a:cubicBezTo>
                    <a:pt x="940407" y="38586"/>
                    <a:pt x="925668" y="39015"/>
                    <a:pt x="911039" y="40640"/>
                  </a:cubicBezTo>
                  <a:cubicBezTo>
                    <a:pt x="813130" y="51519"/>
                    <a:pt x="907415" y="44047"/>
                    <a:pt x="829759" y="50800"/>
                  </a:cubicBezTo>
                  <a:cubicBezTo>
                    <a:pt x="783438" y="54828"/>
                    <a:pt x="772529" y="54882"/>
                    <a:pt x="721386" y="57573"/>
                  </a:cubicBezTo>
                  <a:lnTo>
                    <a:pt x="690906" y="60960"/>
                  </a:lnTo>
                  <a:cubicBezTo>
                    <a:pt x="678499" y="62201"/>
                    <a:pt x="665996" y="62584"/>
                    <a:pt x="653652" y="64347"/>
                  </a:cubicBezTo>
                  <a:cubicBezTo>
                    <a:pt x="642255" y="65975"/>
                    <a:pt x="631228" y="69849"/>
                    <a:pt x="619786" y="71120"/>
                  </a:cubicBezTo>
                  <a:cubicBezTo>
                    <a:pt x="525677" y="81578"/>
                    <a:pt x="642917" y="68229"/>
                    <a:pt x="565599" y="77893"/>
                  </a:cubicBezTo>
                  <a:cubicBezTo>
                    <a:pt x="537148" y="81449"/>
                    <a:pt x="535403" y="80756"/>
                    <a:pt x="508026" y="84667"/>
                  </a:cubicBezTo>
                  <a:cubicBezTo>
                    <a:pt x="501228" y="85638"/>
                    <a:pt x="494512" y="87146"/>
                    <a:pt x="487706" y="88053"/>
                  </a:cubicBezTo>
                  <a:cubicBezTo>
                    <a:pt x="438245" y="94647"/>
                    <a:pt x="475949" y="88254"/>
                    <a:pt x="423359" y="94827"/>
                  </a:cubicBezTo>
                  <a:cubicBezTo>
                    <a:pt x="400600" y="97672"/>
                    <a:pt x="408242" y="97433"/>
                    <a:pt x="389492" y="101600"/>
                  </a:cubicBezTo>
                  <a:cubicBezTo>
                    <a:pt x="371659" y="105563"/>
                    <a:pt x="368650" y="105545"/>
                    <a:pt x="348852" y="108373"/>
                  </a:cubicBezTo>
                  <a:cubicBezTo>
                    <a:pt x="329381" y="114864"/>
                    <a:pt x="346112" y="109960"/>
                    <a:pt x="314986" y="115147"/>
                  </a:cubicBezTo>
                  <a:cubicBezTo>
                    <a:pt x="309308" y="116093"/>
                    <a:pt x="303637" y="117137"/>
                    <a:pt x="298052" y="118533"/>
                  </a:cubicBezTo>
                  <a:cubicBezTo>
                    <a:pt x="294589" y="119399"/>
                    <a:pt x="291404" y="121281"/>
                    <a:pt x="287892" y="121920"/>
                  </a:cubicBezTo>
                  <a:cubicBezTo>
                    <a:pt x="278938" y="123548"/>
                    <a:pt x="269800" y="123957"/>
                    <a:pt x="260799" y="125307"/>
                  </a:cubicBezTo>
                  <a:cubicBezTo>
                    <a:pt x="241965" y="128132"/>
                    <a:pt x="224536" y="130346"/>
                    <a:pt x="206612" y="135467"/>
                  </a:cubicBezTo>
                  <a:cubicBezTo>
                    <a:pt x="203180" y="136448"/>
                    <a:pt x="199839" y="137724"/>
                    <a:pt x="196452" y="138853"/>
                  </a:cubicBezTo>
                  <a:cubicBezTo>
                    <a:pt x="186247" y="145657"/>
                    <a:pt x="184779" y="147243"/>
                    <a:pt x="172746" y="152400"/>
                  </a:cubicBezTo>
                  <a:cubicBezTo>
                    <a:pt x="153750" y="160542"/>
                    <a:pt x="171502" y="149725"/>
                    <a:pt x="149039" y="162560"/>
                  </a:cubicBezTo>
                  <a:cubicBezTo>
                    <a:pt x="145505" y="164579"/>
                    <a:pt x="142057" y="166790"/>
                    <a:pt x="138879" y="169333"/>
                  </a:cubicBezTo>
                  <a:cubicBezTo>
                    <a:pt x="136386" y="171328"/>
                    <a:pt x="134844" y="174464"/>
                    <a:pt x="132106" y="176107"/>
                  </a:cubicBezTo>
                  <a:cubicBezTo>
                    <a:pt x="129045" y="177944"/>
                    <a:pt x="125333" y="178364"/>
                    <a:pt x="121946" y="179493"/>
                  </a:cubicBezTo>
                  <a:cubicBezTo>
                    <a:pt x="106416" y="195023"/>
                    <a:pt x="126227" y="176640"/>
                    <a:pt x="101626" y="193040"/>
                  </a:cubicBezTo>
                  <a:cubicBezTo>
                    <a:pt x="83030" y="205436"/>
                    <a:pt x="108276" y="195338"/>
                    <a:pt x="84692" y="203200"/>
                  </a:cubicBezTo>
                  <a:cubicBezTo>
                    <a:pt x="80177" y="206587"/>
                    <a:pt x="75482" y="209747"/>
                    <a:pt x="71146" y="213360"/>
                  </a:cubicBezTo>
                  <a:cubicBezTo>
                    <a:pt x="68693" y="215404"/>
                    <a:pt x="66926" y="218217"/>
                    <a:pt x="64372" y="220133"/>
                  </a:cubicBezTo>
                  <a:cubicBezTo>
                    <a:pt x="57859" y="225017"/>
                    <a:pt x="50825" y="229164"/>
                    <a:pt x="44052" y="233680"/>
                  </a:cubicBezTo>
                  <a:cubicBezTo>
                    <a:pt x="40665" y="235938"/>
                    <a:pt x="36770" y="237575"/>
                    <a:pt x="33892" y="240453"/>
                  </a:cubicBezTo>
                  <a:cubicBezTo>
                    <a:pt x="14081" y="260265"/>
                    <a:pt x="21387" y="250745"/>
                    <a:pt x="10186" y="267547"/>
                  </a:cubicBezTo>
                  <a:cubicBezTo>
                    <a:pt x="21575" y="233374"/>
                    <a:pt x="4190" y="286403"/>
                    <a:pt x="16959" y="243840"/>
                  </a:cubicBezTo>
                  <a:cubicBezTo>
                    <a:pt x="19011" y="237001"/>
                    <a:pt x="19771" y="229460"/>
                    <a:pt x="23732" y="223520"/>
                  </a:cubicBezTo>
                  <a:lnTo>
                    <a:pt x="30506" y="213360"/>
                  </a:lnTo>
                  <a:lnTo>
                    <a:pt x="37279" y="193040"/>
                  </a:lnTo>
                  <a:lnTo>
                    <a:pt x="40666" y="182880"/>
                  </a:lnTo>
                  <a:cubicBezTo>
                    <a:pt x="41795" y="179493"/>
                    <a:pt x="46194" y="169864"/>
                    <a:pt x="44052" y="172720"/>
                  </a:cubicBezTo>
                  <a:cubicBezTo>
                    <a:pt x="35319" y="184365"/>
                    <a:pt x="32431" y="186532"/>
                    <a:pt x="27119" y="199813"/>
                  </a:cubicBezTo>
                  <a:cubicBezTo>
                    <a:pt x="24467" y="206442"/>
                    <a:pt x="22604" y="213360"/>
                    <a:pt x="20346" y="220133"/>
                  </a:cubicBezTo>
                  <a:lnTo>
                    <a:pt x="13572" y="240453"/>
                  </a:lnTo>
                  <a:cubicBezTo>
                    <a:pt x="12443" y="243840"/>
                    <a:pt x="12166" y="247643"/>
                    <a:pt x="10186" y="250613"/>
                  </a:cubicBezTo>
                  <a:lnTo>
                    <a:pt x="3412" y="260773"/>
                  </a:lnTo>
                  <a:cubicBezTo>
                    <a:pt x="52" y="270854"/>
                    <a:pt x="-4516" y="273270"/>
                    <a:pt x="10186" y="274320"/>
                  </a:cubicBezTo>
                  <a:cubicBezTo>
                    <a:pt x="64548" y="278203"/>
                    <a:pt x="85386" y="277707"/>
                    <a:pt x="132106" y="277707"/>
                  </a:cubicBezTo>
                </a:path>
              </a:pathLst>
            </a:cu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709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8200" y="17237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Phasors Representation: Use a vector in the complex plane to represent a sinusoid (for a given frequency)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2229"/>
                <a:ext cx="10515600" cy="4854121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altLang="en-US" sz="2400"/>
                  <a:t>The idea of a phasor representation is based on Euler’s identity:</a:t>
                </a:r>
              </a:p>
              <a:p>
                <a:pPr algn="just">
                  <a:lnSpc>
                    <a:spcPct val="100000"/>
                  </a:lnSpc>
                </a:pPr>
                <a:endParaRPr lang="en-US" altLang="en-US" sz="3200" i="1"/>
              </a:p>
              <a:p>
                <a:pPr algn="just">
                  <a:lnSpc>
                    <a:spcPct val="100000"/>
                  </a:lnSpc>
                </a:pPr>
                <a:r>
                  <a:rPr lang="en-US" altLang="en-US" sz="2400" i="1"/>
                  <a:t>Re</a:t>
                </a:r>
                <a:r>
                  <a:rPr lang="en-US" altLang="en-US" sz="2400"/>
                  <a:t>() and </a:t>
                </a:r>
                <a:r>
                  <a:rPr lang="en-US" altLang="en-US" sz="2400" i="1" err="1"/>
                  <a:t>Im</a:t>
                </a:r>
                <a:r>
                  <a:rPr lang="en-US" altLang="en-US" sz="2400"/>
                  <a:t>() stand for the real part of and the imaginary part of.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altLang="en-US" sz="2400"/>
                  <a:t>We may regard the function v(t) as the project</a:t>
                </a:r>
                <a:r>
                  <a:rPr lang="en-US" altLang="zh-CN" sz="2400"/>
                  <a:t>ion</a:t>
                </a:r>
                <a:r>
                  <a:rPr lang="en-US" altLang="en-US" sz="2400"/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𝑉𝑒</m:t>
                        </m:r>
                      </m:e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en-US" sz="2400"/>
                  <a:t> on the real axis. </a:t>
                </a:r>
              </a:p>
            </p:txBody>
          </p:sp>
        </mc:Choice>
        <mc:Fallback>
          <p:sp>
            <p:nvSpPr>
              <p:cNvPr id="1331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2229"/>
                <a:ext cx="10515600" cy="4854121"/>
              </a:xfrm>
              <a:blipFill>
                <a:blip r:embed="rId3"/>
                <a:stretch>
                  <a:fillRect l="-812" t="-10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288433"/>
              </p:ext>
            </p:extLst>
          </p:nvPr>
        </p:nvGraphicFramePr>
        <p:xfrm>
          <a:off x="1729352" y="2011960"/>
          <a:ext cx="900000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10000" imgH="228600" progId="Equation.DSMT4">
                  <p:embed/>
                </p:oleObj>
              </mc:Choice>
              <mc:Fallback>
                <p:oleObj name="Equation" r:id="rId4" imgW="3810000" imgH="228600" progId="Equation.DSMT4">
                  <p:embed/>
                  <p:pic>
                    <p:nvPicPr>
                      <p:cNvPr id="13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352" y="2011960"/>
                        <a:ext cx="9000000" cy="540000"/>
                      </a:xfrm>
                      <a:prstGeom prst="rect">
                        <a:avLst/>
                      </a:prstGeom>
                      <a:solidFill>
                        <a:srgbClr val="D1E6B5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806" y="4417413"/>
            <a:ext cx="4182035" cy="21200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215"/>
          <a:stretch/>
        </p:blipFill>
        <p:spPr>
          <a:xfrm>
            <a:off x="838200" y="4383219"/>
            <a:ext cx="5715036" cy="24153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2836122" y="3618309"/>
                <a:ext cx="6519755" cy="4759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122" y="3618309"/>
                <a:ext cx="6519755" cy="475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E111C9-3165-2F15-F5A8-6B32FAB62CDF}"/>
                  </a:ext>
                </a:extLst>
              </p14:cNvPr>
              <p14:cNvContentPartPr/>
              <p14:nvPr/>
            </p14:nvContentPartPr>
            <p14:xfrm>
              <a:off x="7540953" y="3119669"/>
              <a:ext cx="183600" cy="6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E111C9-3165-2F15-F5A8-6B32FAB62CD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31953" y="3110669"/>
                <a:ext cx="201240" cy="7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D5905701-A00B-2C96-B228-DD8EE3E5CE92}"/>
              </a:ext>
            </a:extLst>
          </p:cNvPr>
          <p:cNvGrpSpPr/>
          <p:nvPr/>
        </p:nvGrpSpPr>
        <p:grpSpPr>
          <a:xfrm>
            <a:off x="10140513" y="3465629"/>
            <a:ext cx="1730880" cy="675360"/>
            <a:chOff x="10140513" y="3465629"/>
            <a:chExt cx="1730880" cy="67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4BD9E6-0E3A-DC6A-D039-D8A13D4FF772}"/>
                    </a:ext>
                  </a:extLst>
                </p14:cNvPr>
                <p14:cNvContentPartPr/>
                <p14:nvPr/>
              </p14:nvContentPartPr>
              <p14:xfrm>
                <a:off x="10140513" y="3690989"/>
                <a:ext cx="393120" cy="55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4BD9E6-0E3A-DC6A-D039-D8A13D4FF77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131521" y="3681989"/>
                  <a:ext cx="410744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6E85EE0-2380-6391-EE9C-3C38003F7E4A}"/>
                    </a:ext>
                  </a:extLst>
                </p14:cNvPr>
                <p14:cNvContentPartPr/>
                <p14:nvPr/>
              </p14:nvContentPartPr>
              <p14:xfrm>
                <a:off x="10198473" y="3822389"/>
                <a:ext cx="206280" cy="246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6E85EE0-2380-6391-EE9C-3C38003F7E4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89473" y="3813389"/>
                  <a:ext cx="223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2F79429-9790-1639-75ED-249440C0813C}"/>
                    </a:ext>
                  </a:extLst>
                </p14:cNvPr>
                <p14:cNvContentPartPr/>
                <p14:nvPr/>
              </p14:nvContentPartPr>
              <p14:xfrm>
                <a:off x="10570713" y="3869189"/>
                <a:ext cx="207000" cy="27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2F79429-9790-1639-75ED-249440C0813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61729" y="3860189"/>
                  <a:ext cx="224609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9BA0CB-7C06-30D5-8566-9C8905086690}"/>
                    </a:ext>
                  </a:extLst>
                </p14:cNvPr>
                <p14:cNvContentPartPr/>
                <p14:nvPr/>
              </p14:nvContentPartPr>
              <p14:xfrm>
                <a:off x="10554513" y="3995189"/>
                <a:ext cx="228240" cy="3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69BA0CB-7C06-30D5-8566-9C890508669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545513" y="3986279"/>
                  <a:ext cx="245880" cy="53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E4C348E-77EC-8F05-0432-071CF9DDC239}"/>
                    </a:ext>
                  </a:extLst>
                </p14:cNvPr>
                <p14:cNvContentPartPr/>
                <p14:nvPr/>
              </p14:nvContentPartPr>
              <p14:xfrm>
                <a:off x="10904073" y="3778469"/>
                <a:ext cx="219960" cy="289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E4C348E-77EC-8F05-0432-071CF9DDC23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95073" y="3769469"/>
                  <a:ext cx="2376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775094-7D27-75A7-0A63-7B1F9D6E8BFF}"/>
                    </a:ext>
                  </a:extLst>
                </p14:cNvPr>
                <p14:cNvContentPartPr/>
                <p14:nvPr/>
              </p14:nvContentPartPr>
              <p14:xfrm>
                <a:off x="11102433" y="3985109"/>
                <a:ext cx="228960" cy="155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775094-7D27-75A7-0A63-7B1F9D6E8BF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93433" y="3976088"/>
                  <a:ext cx="246600" cy="1735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766E002-A5A6-3E6D-CD46-E6A6A5A30700}"/>
                    </a:ext>
                  </a:extLst>
                </p14:cNvPr>
                <p14:cNvContentPartPr/>
                <p14:nvPr/>
              </p14:nvContentPartPr>
              <p14:xfrm>
                <a:off x="11321673" y="3857669"/>
                <a:ext cx="180000" cy="232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766E002-A5A6-3E6D-CD46-E6A6A5A3070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312673" y="3848669"/>
                  <a:ext cx="197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503402-30F2-CAE2-54E8-BB8335C28EA2}"/>
                    </a:ext>
                  </a:extLst>
                </p14:cNvPr>
                <p14:cNvContentPartPr/>
                <p14:nvPr/>
              </p14:nvContentPartPr>
              <p14:xfrm>
                <a:off x="11479353" y="3652469"/>
                <a:ext cx="107640" cy="221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503402-30F2-CAE2-54E8-BB8335C28EA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470353" y="3643469"/>
                  <a:ext cx="1252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00F5BC-0864-A577-2327-ED7AF787BAA4}"/>
                    </a:ext>
                  </a:extLst>
                </p14:cNvPr>
                <p14:cNvContentPartPr/>
                <p14:nvPr/>
              </p14:nvContentPartPr>
              <p14:xfrm>
                <a:off x="11540913" y="3540869"/>
                <a:ext cx="44640" cy="62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00F5BC-0864-A577-2327-ED7AF787BAA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531913" y="3531921"/>
                  <a:ext cx="62280" cy="79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98A348-C66A-158A-ADF4-50CD3C9DC06A}"/>
                    </a:ext>
                  </a:extLst>
                </p14:cNvPr>
                <p14:cNvContentPartPr/>
                <p14:nvPr/>
              </p14:nvContentPartPr>
              <p14:xfrm>
                <a:off x="11685633" y="3465629"/>
                <a:ext cx="185760" cy="380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98A348-C66A-158A-ADF4-50CD3C9DC06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676633" y="3456629"/>
                  <a:ext cx="203400" cy="39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5894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Phasors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3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45671" y="1341360"/>
                <a:ext cx="10700657" cy="4665662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GB" altLang="en-US" sz="2400"/>
                  <a:t>A phasor is a complex number to represent the </a:t>
                </a:r>
                <a:r>
                  <a:rPr lang="en-GB" altLang="en-US" sz="2400" b="1"/>
                  <a:t>amplitude</a:t>
                </a:r>
                <a:r>
                  <a:rPr lang="en-GB" altLang="en-US" sz="2400"/>
                  <a:t> and </a:t>
                </a:r>
                <a:r>
                  <a:rPr lang="en-GB" altLang="en-US" sz="2400" b="1"/>
                  <a:t>phase</a:t>
                </a:r>
                <a:r>
                  <a:rPr lang="en-GB" altLang="en-US" sz="2400"/>
                  <a:t> of a sinusoid.</a:t>
                </a:r>
                <a:endParaRPr lang="en-US" altLang="en-US" sz="2400"/>
              </a:p>
              <a:p>
                <a:pPr algn="just">
                  <a:lnSpc>
                    <a:spcPct val="100000"/>
                  </a:lnSpc>
                </a:pPr>
                <a:r>
                  <a:rPr lang="en-US" altLang="en-US" sz="2400"/>
                  <a:t>We can represent </a:t>
                </a:r>
                <a:r>
                  <a:rPr lang="en-US" altLang="en-US" sz="2400" i="1"/>
                  <a:t>v</a:t>
                </a:r>
                <a:r>
                  <a:rPr lang="en-US" altLang="en-US" sz="2400"/>
                  <a:t>(</a:t>
                </a:r>
                <a:r>
                  <a:rPr lang="en-US" altLang="en-US" sz="2400" i="1"/>
                  <a:t>t</a:t>
                </a:r>
                <a:r>
                  <a:rPr lang="en-US" altLang="en-US" sz="2400"/>
                  <a:t>) as the real component of a vector </a:t>
                </a:r>
                <a:r>
                  <a:rPr lang="en-US" altLang="en-US" sz="2400" u="sng"/>
                  <a:t>in the complex plane</a:t>
                </a:r>
                <a:r>
                  <a:rPr lang="en-US" altLang="en-US" sz="2400"/>
                  <a:t>.</a:t>
                </a:r>
              </a:p>
              <a:p>
                <a:pPr algn="just">
                  <a:lnSpc>
                    <a:spcPct val="100000"/>
                  </a:lnSpc>
                </a:pPr>
                <a:endParaRPr lang="en-US" altLang="en-US" sz="3200"/>
              </a:p>
              <a:p>
                <a:pPr algn="just">
                  <a:lnSpc>
                    <a:spcPct val="100000"/>
                  </a:lnSpc>
                </a:pPr>
                <a:r>
                  <a:rPr lang="en-US" altLang="en-US" sz="2400"/>
                  <a:t>The length of the vector is the amplitude of the sinusoid.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altLang="en-US" sz="2400"/>
                  <a:t>The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altLang="en-US" sz="2400"/>
                  <a:t>, is thus the </a:t>
                </a:r>
                <a:r>
                  <a:rPr lang="en-US" altLang="en-US" sz="2400" b="1" u="sng"/>
                  <a:t>phasor representation</a:t>
                </a:r>
                <a:r>
                  <a:rPr lang="en-US" altLang="en-US" sz="2400"/>
                  <a:t> of the sinusoid </a:t>
                </a:r>
                <a:r>
                  <a:rPr lang="en-US" altLang="en-US" sz="2400" i="1"/>
                  <a:t>v</a:t>
                </a:r>
                <a:r>
                  <a:rPr lang="en-US" altLang="en-US" sz="2400"/>
                  <a:t>(</a:t>
                </a:r>
                <a:r>
                  <a:rPr lang="en-US" altLang="en-US" sz="2400" i="1"/>
                  <a:t>t</a:t>
                </a:r>
                <a:r>
                  <a:rPr lang="en-US" altLang="en-US" sz="2400"/>
                  <a:t>)</a:t>
                </a:r>
                <a:r>
                  <a:rPr lang="en-US" altLang="en-US" sz="2400">
                    <a:sym typeface="Symbol" panose="05050102010706020507" pitchFamily="18" charset="2"/>
                  </a:rPr>
                  <a:t>. </a:t>
                </a:r>
                <a:endParaRPr lang="en-US" altLang="en-US" sz="2400"/>
              </a:p>
              <a:p>
                <a:pPr algn="just">
                  <a:lnSpc>
                    <a:spcPct val="100000"/>
                  </a:lnSpc>
                </a:pPr>
                <a:r>
                  <a:rPr lang="en-US" altLang="en-US" sz="2400"/>
                  <a:t>The transformation between time domain to phasor is:</a:t>
                </a:r>
              </a:p>
              <a:p>
                <a:pPr algn="just"/>
                <a:endParaRPr lang="en-US" sz="2400"/>
              </a:p>
              <a:p>
                <a:pPr algn="just"/>
                <a:endParaRPr lang="en-US" sz="2400"/>
              </a:p>
            </p:txBody>
          </p:sp>
        </mc:Choice>
        <mc:Fallback>
          <p:sp>
            <p:nvSpPr>
              <p:cNvPr id="1433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5671" y="1341360"/>
                <a:ext cx="10700657" cy="4665662"/>
              </a:xfrm>
              <a:blipFill>
                <a:blip r:embed="rId3"/>
                <a:stretch>
                  <a:fillRect l="-740" t="-1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434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910382"/>
              </p:ext>
            </p:extLst>
          </p:nvPr>
        </p:nvGraphicFramePr>
        <p:xfrm>
          <a:off x="3029317" y="4864947"/>
          <a:ext cx="6133366" cy="114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600" imgH="444500" progId="Equation.DSMT4">
                  <p:embed/>
                </p:oleObj>
              </mc:Choice>
              <mc:Fallback>
                <p:oleObj name="Equation" r:id="rId4" imgW="2387600" imgH="444500" progId="Equation.DSMT4">
                  <p:embed/>
                  <p:pic>
                    <p:nvPicPr>
                      <p:cNvPr id="1434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9317" y="4864947"/>
                        <a:ext cx="6133366" cy="1142075"/>
                      </a:xfrm>
                      <a:prstGeom prst="rect">
                        <a:avLst/>
                      </a:prstGeom>
                      <a:solidFill>
                        <a:srgbClr val="D1E6B5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265610"/>
              </p:ext>
            </p:extLst>
          </p:nvPr>
        </p:nvGraphicFramePr>
        <p:xfrm>
          <a:off x="3029317" y="2378923"/>
          <a:ext cx="6245053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16200" imgH="241300" progId="Equation.DSMT4">
                  <p:embed/>
                </p:oleObj>
              </mc:Choice>
              <mc:Fallback>
                <p:oleObj name="Equation" r:id="rId6" imgW="2616200" imgH="241300" progId="Equation.DSMT4">
                  <p:embed/>
                  <p:pic>
                    <p:nvPicPr>
                      <p:cNvPr id="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9317" y="2378923"/>
                        <a:ext cx="6245053" cy="57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D4884AD-0387-004A-8495-D537773DC7D3}"/>
              </a:ext>
            </a:extLst>
          </p:cNvPr>
          <p:cNvSpPr txBox="1"/>
          <p:nvPr/>
        </p:nvSpPr>
        <p:spPr>
          <a:xfrm>
            <a:off x="461222" y="6007022"/>
            <a:ext cx="1126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400" b="1">
                <a:solidFill>
                  <a:srgbClr val="FF0000"/>
                </a:solidFill>
              </a:rPr>
              <a:t>Attention</a:t>
            </a:r>
            <a:r>
              <a:rPr lang="en-CN" sz="2400">
                <a:solidFill>
                  <a:srgbClr val="FF0000"/>
                </a:solidFill>
              </a:rPr>
              <a:t>: You need to change the sinusoidals to the standard form:</a:t>
            </a:r>
            <a:br>
              <a:rPr lang="en-CN" sz="2400">
                <a:solidFill>
                  <a:srgbClr val="FF0000"/>
                </a:solidFill>
              </a:rPr>
            </a:br>
            <a:r>
              <a:rPr lang="en-CN" sz="2400">
                <a:solidFill>
                  <a:srgbClr val="FF0000"/>
                </a:solidFill>
              </a:rPr>
              <a:t> i) cosine, ii) Vm is positive.</a:t>
            </a:r>
          </a:p>
        </p:txBody>
      </p:sp>
    </p:spTree>
    <p:extLst>
      <p:ext uri="{BB962C8B-B14F-4D97-AF65-F5344CB8AC3E}">
        <p14:creationId xmlns:p14="http://schemas.microsoft.com/office/powerpoint/2010/main" val="3941205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Phasor diagram</a:t>
            </a:r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1" y="1690687"/>
                <a:ext cx="6294120" cy="5030787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GB" sz="2400"/>
                  <a:t>To obtain the sinusoid corresponding to a given phasor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altLang="zh-CN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GB" sz="2400"/>
                  <a:t>, multiply the phasor by the frequency (or time) factor </a:t>
                </a:r>
                <a:r>
                  <a:rPr lang="en-GB" i="1" err="1"/>
                  <a:t>e</a:t>
                </a:r>
                <a:r>
                  <a:rPr lang="en-GB" i="1" baseline="30000" err="1"/>
                  <a:t>jωt</a:t>
                </a:r>
                <a:r>
                  <a:rPr lang="en-GB" sz="2400"/>
                  <a:t> and take the real part.</a:t>
                </a:r>
              </a:p>
              <a:p>
                <a:pPr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GB" sz="2400"/>
                  <a:t>Phasors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GB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GB" sz="240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240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GB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GB" sz="240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/>
                  <a:t> are graphically represented in the phasor diagram</a:t>
                </a:r>
                <a:r>
                  <a:rPr lang="en-GB"/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GB" sz="2400"/>
                  <a:t>In the phasor domain, the frequency factor </a:t>
                </a:r>
                <a:r>
                  <a:rPr lang="en-GB" i="1" err="1"/>
                  <a:t>e</a:t>
                </a:r>
                <a:r>
                  <a:rPr lang="en-GB" i="1" baseline="30000" err="1"/>
                  <a:t>jωt</a:t>
                </a:r>
                <a:r>
                  <a:rPr lang="en-GB" sz="2400" i="1"/>
                  <a:t> </a:t>
                </a:r>
                <a:r>
                  <a:rPr lang="en-GB" sz="2400"/>
                  <a:t>is suppressed, and the frequency is not explicitly shown in the diagram because </a:t>
                </a:r>
                <a:r>
                  <a:rPr lang="el-GR" sz="2400"/>
                  <a:t>ω</a:t>
                </a:r>
                <a:r>
                  <a:rPr lang="en-US" sz="2400"/>
                  <a:t> </a:t>
                </a:r>
                <a:r>
                  <a:rPr lang="en-GB" sz="2400"/>
                  <a:t>is a constant.</a:t>
                </a:r>
              </a:p>
              <a:p>
                <a:pPr algn="just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2400"/>
                  <a:t>The phasor </a:t>
                </a:r>
                <a:r>
                  <a:rPr lang="en-GB" sz="2400"/>
                  <a:t> domain is also known as the frequency domain.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690687"/>
                <a:ext cx="6294120" cy="5030787"/>
              </a:xfrm>
              <a:blipFill>
                <a:blip r:embed="rId3"/>
                <a:stretch>
                  <a:fillRect l="-1357" t="-969" r="-1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30604" y="1516515"/>
            <a:ext cx="4992201" cy="447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25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Sinusoid-Phasor Transformation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1447800"/>
          </a:xfrm>
        </p:spPr>
        <p:txBody>
          <a:bodyPr/>
          <a:lstStyle/>
          <a:p>
            <a:r>
              <a:rPr lang="en-US" altLang="en-US"/>
              <a:t>Here is a handy table for transforming various time domain sinusoids into </a:t>
            </a:r>
            <a:r>
              <a:rPr lang="en-US" altLang="en-US" err="1"/>
              <a:t>phasor</a:t>
            </a:r>
            <a:r>
              <a:rPr lang="en-US" altLang="en-US"/>
              <a:t> domain: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5365" name="Picture 6" descr="C:\Users\Joel\Documents\Teaching\McGraw Hill\Fundamentals of Electric Circuits 5e\figures\Ch09\Tables\ale80571_t09_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335" y="2614188"/>
            <a:ext cx="9149463" cy="410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718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5C6BA2-5163-004D-AB76-A5855EEF4D2F}"/>
              </a:ext>
            </a:extLst>
          </p:cNvPr>
          <p:cNvSpPr/>
          <p:nvPr/>
        </p:nvSpPr>
        <p:spPr>
          <a:xfrm>
            <a:off x="8724451" y="5225480"/>
            <a:ext cx="3257038" cy="1039795"/>
          </a:xfrm>
          <a:prstGeom prst="rect">
            <a:avLst/>
          </a:prstGeom>
          <a:solidFill>
            <a:srgbClr val="D1E6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1DBACB-8681-C64E-89DE-E67DD27FF4CE}"/>
              </a:ext>
            </a:extLst>
          </p:cNvPr>
          <p:cNvSpPr/>
          <p:nvPr/>
        </p:nvSpPr>
        <p:spPr>
          <a:xfrm>
            <a:off x="7973122" y="4083218"/>
            <a:ext cx="3380678" cy="1039795"/>
          </a:xfrm>
          <a:prstGeom prst="rect">
            <a:avLst/>
          </a:prstGeom>
          <a:solidFill>
            <a:srgbClr val="D1E6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/>
              <a:t>Sinusoid (time domain) – Phasor (frequency domain) Transformation for derivative and integral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Given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1100"/>
          </a:p>
          <a:p>
            <a:endParaRPr lang="en-US" altLang="en-US" sz="2400"/>
          </a:p>
          <a:p>
            <a:r>
              <a:rPr lang="en-US" altLang="en-US" sz="2400"/>
              <a:t>The derivative is transformed to the phasor domain as:</a:t>
            </a:r>
          </a:p>
          <a:p>
            <a:endParaRPr lang="en-US" altLang="en-US" sz="2400"/>
          </a:p>
          <a:p>
            <a:r>
              <a:rPr lang="en-US" altLang="en-US" sz="2400"/>
              <a:t>Similarly, the integral is transformed to the phasor domain as</a:t>
            </a:r>
            <a:r>
              <a:rPr lang="en-US" altLang="en-US"/>
              <a:t>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423446"/>
              </p:ext>
            </p:extLst>
          </p:nvPr>
        </p:nvGraphicFramePr>
        <p:xfrm>
          <a:off x="8198909" y="4150687"/>
          <a:ext cx="3061501" cy="963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508000" progId="Equation.DSMT4">
                  <p:embed/>
                </p:oleObj>
              </mc:Choice>
              <mc:Fallback>
                <p:oleObj name="Equation" r:id="rId3" imgW="1612900" imgH="508000" progId="Equation.DSMT4">
                  <p:embed/>
                  <p:pic>
                    <p:nvPicPr>
                      <p:cNvPr id="163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8909" y="4150687"/>
                        <a:ext cx="3061501" cy="9639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294967"/>
              </p:ext>
            </p:extLst>
          </p:nvPr>
        </p:nvGraphicFramePr>
        <p:xfrm>
          <a:off x="8801597" y="5190482"/>
          <a:ext cx="3133398" cy="1084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12900" imgH="558800" progId="Equation.DSMT4">
                  <p:embed/>
                </p:oleObj>
              </mc:Choice>
              <mc:Fallback>
                <p:oleObj name="Equation" r:id="rId5" imgW="1612900" imgH="558800" progId="Equation.DSMT4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1597" y="5190482"/>
                        <a:ext cx="3133398" cy="10848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012762"/>
              </p:ext>
            </p:extLst>
          </p:nvPr>
        </p:nvGraphicFramePr>
        <p:xfrm>
          <a:off x="1935442" y="1857224"/>
          <a:ext cx="4607402" cy="424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16200" imgH="241300" progId="Equation.DSMT4">
                  <p:embed/>
                </p:oleObj>
              </mc:Choice>
              <mc:Fallback>
                <p:oleObj name="Equation" r:id="rId7" imgW="2616200" imgH="24130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442" y="1857224"/>
                        <a:ext cx="4607402" cy="4249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1122945" y="2537333"/>
                <a:ext cx="24390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GB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945" y="2537333"/>
                <a:ext cx="2439066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810710"/>
              </p:ext>
            </p:extLst>
          </p:nvPr>
        </p:nvGraphicFramePr>
        <p:xfrm>
          <a:off x="4613118" y="2358003"/>
          <a:ext cx="6009191" cy="1931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44800" imgH="914400" progId="Equation.DSMT4">
                  <p:embed/>
                </p:oleObj>
              </mc:Choice>
              <mc:Fallback>
                <p:oleObj name="Equation" r:id="rId10" imgW="2844800" imgH="91440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118" y="2358003"/>
                        <a:ext cx="6009191" cy="19315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/>
          <p:cNvSpPr/>
          <p:nvPr/>
        </p:nvSpPr>
        <p:spPr>
          <a:xfrm>
            <a:off x="3728262" y="2619148"/>
            <a:ext cx="544476" cy="205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836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 1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/>
                  <a:t>Transform these sinusoids to phasors:</a:t>
                </a:r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=6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⁡(50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 </a:t>
                </a:r>
                <a:r>
                  <a:rPr lang="en-US" altLang="zh-CN"/>
                  <a:t>A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en-US" altLang="zh-CN" b="0" i="1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 </a:t>
                </a:r>
                <a:r>
                  <a:rPr lang="en-US" altLang="zh-CN"/>
                  <a:t>V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en-US" altLang="zh-CN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=−4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 </a:t>
                </a:r>
                <a:r>
                  <a:rPr lang="en-US" altLang="zh-CN"/>
                  <a:t>A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en-US" altLang="zh-CN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 </a:t>
                </a:r>
                <a:r>
                  <a:rPr lang="en-US" altLang="zh-CN"/>
                  <a:t>V</a:t>
                </a:r>
                <a:endParaRPr lang="zh-CN" altLang="en-US"/>
              </a:p>
              <a:p>
                <a:pPr marL="514350" indent="-514350">
                  <a:buFont typeface="+mj-lt"/>
                  <a:buAutoNum type="alphaLcParenR"/>
                </a:pPr>
                <a:endParaRPr lang="zh-CN" altLang="en-US"/>
              </a:p>
              <a:p>
                <a:pPr marL="514350" indent="-514350">
                  <a:buFont typeface="+mj-lt"/>
                  <a:buAutoNum type="alphaLcParenR"/>
                </a:pPr>
                <a:endParaRPr lang="zh-CN" altLang="en-US"/>
              </a:p>
              <a:p>
                <a:pPr marL="514350" indent="-514350">
                  <a:buFont typeface="+mj-lt"/>
                  <a:buAutoNum type="alphaLcParenR"/>
                </a:pPr>
                <a:endParaRPr lang="zh-CN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5259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 2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/>
                  <a:t>Find the sinusoids represented by these phasors:</a:t>
                </a:r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b="0"/>
                  <a:t> A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en-US" altLang="zh-CN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8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altLang="zh-CN"/>
                  <a:t> V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en-US" altLang="zh-CN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US" altLang="zh-CN"/>
              </a:p>
              <a:p>
                <a:pPr marL="514350" indent="-514350">
                  <a:buFont typeface="+mj-lt"/>
                  <a:buAutoNum type="alphaLcParenR"/>
                </a:pPr>
                <a:endParaRPr lang="zh-CN" altLang="en-US"/>
              </a:p>
              <a:p>
                <a:pPr marL="514350" indent="-514350">
                  <a:buFont typeface="+mj-lt"/>
                  <a:buAutoNum type="alphaLcParenR"/>
                </a:pPr>
                <a:endParaRPr lang="zh-CN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>
              <a:ea typeface="黑体" panose="02010609060101010101" pitchFamily="49" charset="-122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842952" y="5020887"/>
            <a:ext cx="548640" cy="166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278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 3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 </a:t>
                </a:r>
                <a:r>
                  <a:rPr lang="en-US" altLang="zh-CN"/>
                  <a:t>A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 A, find their sum.</a:t>
                </a:r>
              </a:p>
              <a:p>
                <a:pPr marL="0" indent="0">
                  <a:buNone/>
                </a:pPr>
                <a:r>
                  <a:rPr lang="en-US" altLang="zh-CN"/>
                  <a:t> </a:t>
                </a:r>
                <a:endParaRPr lang="zh-CN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1217" t="-2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6F6B23-C787-98B0-94DA-C1B2BD24861A}"/>
                  </a:ext>
                </a:extLst>
              </p14:cNvPr>
              <p14:cNvContentPartPr/>
              <p14:nvPr/>
            </p14:nvContentPartPr>
            <p14:xfrm>
              <a:off x="2156250" y="2896130"/>
              <a:ext cx="223200" cy="129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6F6B23-C787-98B0-94DA-C1B2BD2486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7250" y="2887130"/>
                <a:ext cx="24084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BD0614C-D7C1-D6AA-8DC8-2F574D281472}"/>
              </a:ext>
            </a:extLst>
          </p:cNvPr>
          <p:cNvGrpSpPr/>
          <p:nvPr/>
        </p:nvGrpSpPr>
        <p:grpSpPr>
          <a:xfrm>
            <a:off x="2605170" y="2650610"/>
            <a:ext cx="1073520" cy="500040"/>
            <a:chOff x="2605170" y="2650610"/>
            <a:chExt cx="1073520" cy="5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C1A7CA-D9BE-C342-0C88-2C0A84BAD216}"/>
                    </a:ext>
                  </a:extLst>
                </p14:cNvPr>
                <p14:cNvContentPartPr/>
                <p14:nvPr/>
              </p14:nvContentPartPr>
              <p14:xfrm>
                <a:off x="2605170" y="2715050"/>
                <a:ext cx="284400" cy="309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C1A7CA-D9BE-C342-0C88-2C0A84BAD2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96181" y="2706050"/>
                  <a:ext cx="302018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5E533D-E9AA-ED5A-88D5-E21DC96263B3}"/>
                    </a:ext>
                  </a:extLst>
                </p14:cNvPr>
                <p14:cNvContentPartPr/>
                <p14:nvPr/>
              </p14:nvContentPartPr>
              <p14:xfrm>
                <a:off x="2731170" y="2757170"/>
                <a:ext cx="43560" cy="393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5E533D-E9AA-ED5A-88D5-E21DC96263B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22170" y="2748178"/>
                  <a:ext cx="61200" cy="411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3D333D-1BB3-DBDE-8E2A-063D0D1541CA}"/>
                    </a:ext>
                  </a:extLst>
                </p14:cNvPr>
                <p14:cNvContentPartPr/>
                <p14:nvPr/>
              </p14:nvContentPartPr>
              <p14:xfrm>
                <a:off x="3033210" y="2760410"/>
                <a:ext cx="284400" cy="337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3D333D-1BB3-DBDE-8E2A-063D0D1541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24210" y="2751410"/>
                  <a:ext cx="3020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C2BDB9-55F8-E853-4F86-169D66F92A31}"/>
                    </a:ext>
                  </a:extLst>
                </p14:cNvPr>
                <p14:cNvContentPartPr/>
                <p14:nvPr/>
              </p14:nvContentPartPr>
              <p14:xfrm>
                <a:off x="3281970" y="2787410"/>
                <a:ext cx="97200" cy="244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C2BDB9-55F8-E853-4F86-169D66F92A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72970" y="2778423"/>
                  <a:ext cx="114840" cy="2624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40CF45-B935-4A55-A013-6F755A10BB03}"/>
                    </a:ext>
                  </a:extLst>
                </p14:cNvPr>
                <p14:cNvContentPartPr/>
                <p14:nvPr/>
              </p14:nvContentPartPr>
              <p14:xfrm>
                <a:off x="3496530" y="2815490"/>
                <a:ext cx="102240" cy="160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40CF45-B935-4A55-A013-6F755A10BB0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87530" y="2806490"/>
                  <a:ext cx="119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6DE5806-ECF0-6030-E0FC-68C61CF5EE20}"/>
                    </a:ext>
                  </a:extLst>
                </p14:cNvPr>
                <p14:cNvContentPartPr/>
                <p14:nvPr/>
              </p14:nvContentPartPr>
              <p14:xfrm>
                <a:off x="3608130" y="2676890"/>
                <a:ext cx="51480" cy="102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6DE5806-ECF0-6030-E0FC-68C61CF5EE2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99067" y="2667890"/>
                  <a:ext cx="69244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493E46-BF91-7F16-08CE-03359E95FCBB}"/>
                    </a:ext>
                  </a:extLst>
                </p14:cNvPr>
                <p14:cNvContentPartPr/>
                <p14:nvPr/>
              </p14:nvContentPartPr>
              <p14:xfrm>
                <a:off x="3594090" y="2650610"/>
                <a:ext cx="84600" cy="112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493E46-BF91-7F16-08CE-03359E95FCB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85090" y="2641610"/>
                  <a:ext cx="10224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3B1E9C-2D58-D8DE-4FAC-C9700BF45887}"/>
              </a:ext>
            </a:extLst>
          </p:cNvPr>
          <p:cNvGrpSpPr/>
          <p:nvPr/>
        </p:nvGrpSpPr>
        <p:grpSpPr>
          <a:xfrm>
            <a:off x="4039410" y="2827370"/>
            <a:ext cx="308520" cy="234000"/>
            <a:chOff x="4039410" y="2827370"/>
            <a:chExt cx="308520" cy="23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F4BDC10-1FEC-6D67-1876-4C826D764CCA}"/>
                    </a:ext>
                  </a:extLst>
                </p14:cNvPr>
                <p14:cNvContentPartPr/>
                <p14:nvPr/>
              </p14:nvContentPartPr>
              <p14:xfrm>
                <a:off x="4039410" y="2827370"/>
                <a:ext cx="308520" cy="72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F4BDC10-1FEC-6D67-1876-4C826D764CC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30410" y="2818370"/>
                  <a:ext cx="326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6DF383-0E32-42CB-4CCC-BEF45D5A13FA}"/>
                    </a:ext>
                  </a:extLst>
                </p14:cNvPr>
                <p14:cNvContentPartPr/>
                <p14:nvPr/>
              </p14:nvContentPartPr>
              <p14:xfrm>
                <a:off x="4055610" y="2974610"/>
                <a:ext cx="285840" cy="86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6DF383-0E32-42CB-4CCC-BEF45D5A13F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46621" y="2965610"/>
                  <a:ext cx="303458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5B24A2E-C79B-850B-185E-CD0D4498B441}"/>
              </a:ext>
            </a:extLst>
          </p:cNvPr>
          <p:cNvGrpSpPr/>
          <p:nvPr/>
        </p:nvGrpSpPr>
        <p:grpSpPr>
          <a:xfrm>
            <a:off x="4700010" y="2742410"/>
            <a:ext cx="1278720" cy="438480"/>
            <a:chOff x="4700010" y="2742410"/>
            <a:chExt cx="127872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9A2A053-9C75-E8DE-1901-85A3B36368F3}"/>
                    </a:ext>
                  </a:extLst>
                </p14:cNvPr>
                <p14:cNvContentPartPr/>
                <p14:nvPr/>
              </p14:nvContentPartPr>
              <p14:xfrm>
                <a:off x="4700010" y="2742410"/>
                <a:ext cx="243720" cy="209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9A2A053-9C75-E8DE-1901-85A3B36368F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91010" y="2733410"/>
                  <a:ext cx="261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817FEEC-EAC6-DD3F-2F64-5279A9095A81}"/>
                    </a:ext>
                  </a:extLst>
                </p14:cNvPr>
                <p14:cNvContentPartPr/>
                <p14:nvPr/>
              </p14:nvContentPartPr>
              <p14:xfrm>
                <a:off x="4837170" y="2800730"/>
                <a:ext cx="49320" cy="380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817FEEC-EAC6-DD3F-2F64-5279A9095A8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28170" y="2791730"/>
                  <a:ext cx="669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8166CD0-96B2-659B-38BD-0F1097212691}"/>
                    </a:ext>
                  </a:extLst>
                </p14:cNvPr>
                <p14:cNvContentPartPr/>
                <p14:nvPr/>
              </p14:nvContentPartPr>
              <p14:xfrm>
                <a:off x="5123010" y="2760410"/>
                <a:ext cx="91800" cy="285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8166CD0-96B2-659B-38BD-0F109721269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14010" y="2751410"/>
                  <a:ext cx="1094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E958965-0A94-01C6-1AD2-B9FDEFEFE034}"/>
                    </a:ext>
                  </a:extLst>
                </p14:cNvPr>
                <p14:cNvContentPartPr/>
                <p14:nvPr/>
              </p14:nvContentPartPr>
              <p14:xfrm>
                <a:off x="5252250" y="2883530"/>
                <a:ext cx="115920" cy="149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E958965-0A94-01C6-1AD2-B9FDEFEFE03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243250" y="2874530"/>
                  <a:ext cx="133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413A4B1-5A82-7F9F-C12E-125CCCA05407}"/>
                    </a:ext>
                  </a:extLst>
                </p14:cNvPr>
                <p14:cNvContentPartPr/>
                <p14:nvPr/>
              </p14:nvContentPartPr>
              <p14:xfrm>
                <a:off x="5411730" y="2761130"/>
                <a:ext cx="103320" cy="292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413A4B1-5A82-7F9F-C12E-125CCCA0540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02730" y="2752130"/>
                  <a:ext cx="1209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877B77-7FA1-BEEE-555C-D6C695644B85}"/>
                    </a:ext>
                  </a:extLst>
                </p14:cNvPr>
                <p14:cNvContentPartPr/>
                <p14:nvPr/>
              </p14:nvContentPartPr>
              <p14:xfrm>
                <a:off x="5682810" y="2810090"/>
                <a:ext cx="68400" cy="260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877B77-7FA1-BEEE-555C-D6C695644B8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673810" y="2801090"/>
                  <a:ext cx="86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41BAB10-E49B-5AFE-BBDB-7CC72495F2AC}"/>
                    </a:ext>
                  </a:extLst>
                </p14:cNvPr>
                <p14:cNvContentPartPr/>
                <p14:nvPr/>
              </p14:nvContentPartPr>
              <p14:xfrm>
                <a:off x="5881530" y="2848250"/>
                <a:ext cx="97200" cy="123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41BAB10-E49B-5AFE-BBDB-7CC72495F2A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872530" y="2839250"/>
                  <a:ext cx="1148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1D54CD-BF0A-D616-D7F8-84664C4AA212}"/>
              </a:ext>
            </a:extLst>
          </p:cNvPr>
          <p:cNvGrpSpPr/>
          <p:nvPr/>
        </p:nvGrpSpPr>
        <p:grpSpPr>
          <a:xfrm>
            <a:off x="6312810" y="2537210"/>
            <a:ext cx="597600" cy="654840"/>
            <a:chOff x="6312810" y="2537210"/>
            <a:chExt cx="59760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C64B965-3A12-EF41-EC69-3B20C3E8EB93}"/>
                    </a:ext>
                  </a:extLst>
                </p14:cNvPr>
                <p14:cNvContentPartPr/>
                <p14:nvPr/>
              </p14:nvContentPartPr>
              <p14:xfrm>
                <a:off x="6312810" y="2832770"/>
                <a:ext cx="289800" cy="92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C64B965-3A12-EF41-EC69-3B20C3E8EB9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03821" y="2823805"/>
                  <a:ext cx="307418" cy="1100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3B22657-C942-F98E-6FDF-E2134317770B}"/>
                    </a:ext>
                  </a:extLst>
                </p14:cNvPr>
                <p14:cNvContentPartPr/>
                <p14:nvPr/>
              </p14:nvContentPartPr>
              <p14:xfrm>
                <a:off x="6497130" y="2708210"/>
                <a:ext cx="45000" cy="342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3B22657-C942-F98E-6FDF-E2134317770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88130" y="2699210"/>
                  <a:ext cx="626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49EDB78-5CC3-8BDA-238A-EFECDF068868}"/>
                    </a:ext>
                  </a:extLst>
                </p14:cNvPr>
                <p14:cNvContentPartPr/>
                <p14:nvPr/>
              </p14:nvContentPartPr>
              <p14:xfrm>
                <a:off x="6730050" y="2537210"/>
                <a:ext cx="180360" cy="654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49EDB78-5CC3-8BDA-238A-EFECDF06886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21050" y="2528210"/>
                  <a:ext cx="198000" cy="67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A8A5689-29F4-BC89-57F3-AFC965155F21}"/>
              </a:ext>
            </a:extLst>
          </p:cNvPr>
          <p:cNvGrpSpPr/>
          <p:nvPr/>
        </p:nvGrpSpPr>
        <p:grpSpPr>
          <a:xfrm>
            <a:off x="7071690" y="2716490"/>
            <a:ext cx="1022040" cy="378720"/>
            <a:chOff x="7071690" y="2716490"/>
            <a:chExt cx="102204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5A53AF-BE1A-C887-DF22-501991D492D8}"/>
                    </a:ext>
                  </a:extLst>
                </p14:cNvPr>
                <p14:cNvContentPartPr/>
                <p14:nvPr/>
              </p14:nvContentPartPr>
              <p14:xfrm>
                <a:off x="7071690" y="2822330"/>
                <a:ext cx="129240" cy="272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5A53AF-BE1A-C887-DF22-501991D492D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2690" y="2813342"/>
                  <a:ext cx="146880" cy="2904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6CC3793-9667-064A-1706-B82446EAC1E7}"/>
                    </a:ext>
                  </a:extLst>
                </p14:cNvPr>
                <p14:cNvContentPartPr/>
                <p14:nvPr/>
              </p14:nvContentPartPr>
              <p14:xfrm>
                <a:off x="7272930" y="2919530"/>
                <a:ext cx="41040" cy="118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6CC3793-9667-064A-1706-B82446EAC1E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63930" y="2910530"/>
                  <a:ext cx="58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1F5CA1F-3346-7E2D-3D48-05832C1DA2AC}"/>
                    </a:ext>
                  </a:extLst>
                </p14:cNvPr>
                <p14:cNvContentPartPr/>
                <p14:nvPr/>
              </p14:nvContentPartPr>
              <p14:xfrm>
                <a:off x="7334490" y="2716490"/>
                <a:ext cx="37080" cy="53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1F5CA1F-3346-7E2D-3D48-05832C1DA2A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25490" y="2707490"/>
                  <a:ext cx="547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94DD13C-02A4-1458-33E3-CB0EAD1CABCE}"/>
                    </a:ext>
                  </a:extLst>
                </p14:cNvPr>
                <p14:cNvContentPartPr/>
                <p14:nvPr/>
              </p14:nvContentPartPr>
              <p14:xfrm>
                <a:off x="7441770" y="2896130"/>
                <a:ext cx="172080" cy="124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94DD13C-02A4-1458-33E3-CB0EAD1CABC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32789" y="2887104"/>
                  <a:ext cx="189683" cy="1426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C6D7359-C83D-619A-1380-7A50B80F0436}"/>
                    </a:ext>
                  </a:extLst>
                </p14:cNvPr>
                <p14:cNvContentPartPr/>
                <p14:nvPr/>
              </p14:nvContentPartPr>
              <p14:xfrm>
                <a:off x="7736610" y="2832050"/>
                <a:ext cx="138960" cy="262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C6D7359-C83D-619A-1380-7A50B80F043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727610" y="2823050"/>
                  <a:ext cx="156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A522EB0-B174-878E-840A-B433882017E9}"/>
                    </a:ext>
                  </a:extLst>
                </p14:cNvPr>
                <p14:cNvContentPartPr/>
                <p14:nvPr/>
              </p14:nvContentPartPr>
              <p14:xfrm>
                <a:off x="8014890" y="2915930"/>
                <a:ext cx="78840" cy="83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A522EB0-B174-878E-840A-B433882017E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05931" y="2906930"/>
                  <a:ext cx="9640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097C5D7-C68C-D3A2-4367-B4A274C32B6F}"/>
              </a:ext>
            </a:extLst>
          </p:cNvPr>
          <p:cNvGrpSpPr/>
          <p:nvPr/>
        </p:nvGrpSpPr>
        <p:grpSpPr>
          <a:xfrm>
            <a:off x="2654130" y="3657890"/>
            <a:ext cx="662400" cy="486000"/>
            <a:chOff x="2654130" y="3657890"/>
            <a:chExt cx="662400" cy="48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C2072D-377C-C3B3-77F9-D53B3B66A0B8}"/>
                    </a:ext>
                  </a:extLst>
                </p14:cNvPr>
                <p14:cNvContentPartPr/>
                <p14:nvPr/>
              </p14:nvContentPartPr>
              <p14:xfrm>
                <a:off x="2654130" y="3657890"/>
                <a:ext cx="174240" cy="48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C2072D-377C-C3B3-77F9-D53B3B66A0B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645130" y="3648883"/>
                  <a:ext cx="191880" cy="5036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2A7B7DF-28C4-B668-A782-1F81F8B66280}"/>
                    </a:ext>
                  </a:extLst>
                </p14:cNvPr>
                <p14:cNvContentPartPr/>
                <p14:nvPr/>
              </p14:nvContentPartPr>
              <p14:xfrm>
                <a:off x="2737290" y="3738890"/>
                <a:ext cx="132840" cy="63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2A7B7DF-28C4-B668-A782-1F81F8B6628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728290" y="3729941"/>
                  <a:ext cx="150480" cy="812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9BED5D4-FF5E-A3D1-D289-8321F8A195D3}"/>
                    </a:ext>
                  </a:extLst>
                </p14:cNvPr>
                <p14:cNvContentPartPr/>
                <p14:nvPr/>
              </p14:nvContentPartPr>
              <p14:xfrm>
                <a:off x="3055890" y="3673370"/>
                <a:ext cx="260640" cy="399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9BED5D4-FF5E-A3D1-D289-8321F8A195D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046890" y="3664370"/>
                  <a:ext cx="278280" cy="41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3D0215-7B24-1F7F-1CA1-A05BFE0B43AC}"/>
              </a:ext>
            </a:extLst>
          </p:cNvPr>
          <p:cNvGrpSpPr/>
          <p:nvPr/>
        </p:nvGrpSpPr>
        <p:grpSpPr>
          <a:xfrm>
            <a:off x="3380250" y="3597050"/>
            <a:ext cx="651600" cy="432720"/>
            <a:chOff x="3380250" y="3597050"/>
            <a:chExt cx="65160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57BE2E-B5F0-114A-835C-1D2A9311F712}"/>
                    </a:ext>
                  </a:extLst>
                </p14:cNvPr>
                <p14:cNvContentPartPr/>
                <p14:nvPr/>
              </p14:nvContentPartPr>
              <p14:xfrm>
                <a:off x="3380250" y="3874610"/>
                <a:ext cx="121680" cy="28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57BE2E-B5F0-114A-835C-1D2A9311F71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371250" y="3865610"/>
                  <a:ext cx="139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8644877-5C90-4CE0-194E-649BB5A1C586}"/>
                    </a:ext>
                  </a:extLst>
                </p14:cNvPr>
                <p14:cNvContentPartPr/>
                <p14:nvPr/>
              </p14:nvContentPartPr>
              <p14:xfrm>
                <a:off x="3599490" y="3685250"/>
                <a:ext cx="14760" cy="334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8644877-5C90-4CE0-194E-649BB5A1C58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90490" y="3676250"/>
                  <a:ext cx="324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65F56A-3659-B99D-7017-1FD00FE424A1}"/>
                    </a:ext>
                  </a:extLst>
                </p14:cNvPr>
                <p14:cNvContentPartPr/>
                <p14:nvPr/>
              </p14:nvContentPartPr>
              <p14:xfrm>
                <a:off x="3731250" y="3675530"/>
                <a:ext cx="36360" cy="354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65F56A-3659-B99D-7017-1FD00FE424A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22250" y="3666530"/>
                  <a:ext cx="540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8CD255B-07DE-2EDB-C5C7-DFD0640C7C39}"/>
                    </a:ext>
                  </a:extLst>
                </p14:cNvPr>
                <p14:cNvContentPartPr/>
                <p14:nvPr/>
              </p14:nvContentPartPr>
              <p14:xfrm>
                <a:off x="3830970" y="3834650"/>
                <a:ext cx="101520" cy="126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8CD255B-07DE-2EDB-C5C7-DFD0640C7C3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822002" y="3825650"/>
                  <a:ext cx="119098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274F846-437C-F591-1959-A899B8371001}"/>
                    </a:ext>
                  </a:extLst>
                </p14:cNvPr>
                <p14:cNvContentPartPr/>
                <p14:nvPr/>
              </p14:nvContentPartPr>
              <p14:xfrm>
                <a:off x="3991170" y="3597050"/>
                <a:ext cx="40680" cy="90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274F846-437C-F591-1959-A899B837100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982090" y="3588050"/>
                  <a:ext cx="58478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89DA4D5-239B-762D-C3FF-0E6F5A863450}"/>
                  </a:ext>
                </a:extLst>
              </p14:cNvPr>
              <p14:cNvContentPartPr/>
              <p14:nvPr/>
            </p14:nvContentPartPr>
            <p14:xfrm>
              <a:off x="4349730" y="3774170"/>
              <a:ext cx="172800" cy="33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89DA4D5-239B-762D-C3FF-0E6F5A86345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340730" y="3765170"/>
                <a:ext cx="1904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BEBD46D-C92A-3956-A99E-FFD78E9CD8EE}"/>
                  </a:ext>
                </a:extLst>
              </p14:cNvPr>
              <p14:cNvContentPartPr/>
              <p14:nvPr/>
            </p14:nvContentPartPr>
            <p14:xfrm>
              <a:off x="4371330" y="3924650"/>
              <a:ext cx="152280" cy="28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BEBD46D-C92A-3956-A99E-FFD78E9CD8EE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362330" y="3915650"/>
                <a:ext cx="1699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240D10C5-6C4F-7849-03B8-68BA5400F066}"/>
              </a:ext>
            </a:extLst>
          </p:cNvPr>
          <p:cNvGrpSpPr/>
          <p:nvPr/>
        </p:nvGrpSpPr>
        <p:grpSpPr>
          <a:xfrm>
            <a:off x="4884330" y="3732770"/>
            <a:ext cx="170280" cy="330120"/>
            <a:chOff x="4884330" y="3732770"/>
            <a:chExt cx="17028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8EAC0B8-B19E-DC8F-EF5E-86ACB9915EB6}"/>
                    </a:ext>
                  </a:extLst>
                </p14:cNvPr>
                <p14:cNvContentPartPr/>
                <p14:nvPr/>
              </p14:nvContentPartPr>
              <p14:xfrm>
                <a:off x="4884330" y="3732770"/>
                <a:ext cx="104400" cy="330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EAC0B8-B19E-DC8F-EF5E-86ACB9915EB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875361" y="3723770"/>
                  <a:ext cx="121979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DA6786C-07C7-B7F9-6031-F4DBFD1530C3}"/>
                    </a:ext>
                  </a:extLst>
                </p14:cNvPr>
                <p14:cNvContentPartPr/>
                <p14:nvPr/>
              </p14:nvContentPartPr>
              <p14:xfrm>
                <a:off x="4899090" y="3746810"/>
                <a:ext cx="155520" cy="110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DA6786C-07C7-B7F9-6031-F4DBFD1530C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90090" y="3737781"/>
                  <a:ext cx="173160" cy="12857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925F6A3-97A5-EE9C-1ABA-FE7E41E919F7}"/>
              </a:ext>
            </a:extLst>
          </p:cNvPr>
          <p:cNvGrpSpPr/>
          <p:nvPr/>
        </p:nvGrpSpPr>
        <p:grpSpPr>
          <a:xfrm>
            <a:off x="5281770" y="3710810"/>
            <a:ext cx="994680" cy="371520"/>
            <a:chOff x="5281770" y="3710810"/>
            <a:chExt cx="99468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7154C45-144D-344F-37BD-03999DDF6715}"/>
                    </a:ext>
                  </a:extLst>
                </p14:cNvPr>
                <p14:cNvContentPartPr/>
                <p14:nvPr/>
              </p14:nvContentPartPr>
              <p14:xfrm>
                <a:off x="5281770" y="3719450"/>
                <a:ext cx="64440" cy="308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7154C45-144D-344F-37BD-03999DDF671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272770" y="3710450"/>
                  <a:ext cx="820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2E9A51-6C9C-5EB5-AA5E-5E00B8F362C9}"/>
                    </a:ext>
                  </a:extLst>
                </p14:cNvPr>
                <p14:cNvContentPartPr/>
                <p14:nvPr/>
              </p14:nvContentPartPr>
              <p14:xfrm>
                <a:off x="5451330" y="3873530"/>
                <a:ext cx="34200" cy="73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2E9A51-6C9C-5EB5-AA5E-5E00B8F362C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442330" y="3864486"/>
                  <a:ext cx="51840" cy="915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81BBBF8-E49F-82C6-A961-FD22C8E86DEE}"/>
                    </a:ext>
                  </a:extLst>
                </p14:cNvPr>
                <p14:cNvContentPartPr/>
                <p14:nvPr/>
              </p14:nvContentPartPr>
              <p14:xfrm>
                <a:off x="5599290" y="3741050"/>
                <a:ext cx="127080" cy="285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81BBBF8-E49F-82C6-A961-FD22C8E86DE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590290" y="3732050"/>
                  <a:ext cx="1447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35A4083-A7AA-9B91-1EEB-4B6C8CBF1550}"/>
                    </a:ext>
                  </a:extLst>
                </p14:cNvPr>
                <p14:cNvContentPartPr/>
                <p14:nvPr/>
              </p14:nvContentPartPr>
              <p14:xfrm>
                <a:off x="5657250" y="3710810"/>
                <a:ext cx="84600" cy="73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35A4083-A7AA-9B91-1EEB-4B6C8CBF155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648250" y="3701854"/>
                  <a:ext cx="102240" cy="906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9F8B13C-2440-2A68-AE71-AF7ADAC33693}"/>
                    </a:ext>
                  </a:extLst>
                </p14:cNvPr>
                <p14:cNvContentPartPr/>
                <p14:nvPr/>
              </p14:nvContentPartPr>
              <p14:xfrm>
                <a:off x="5866770" y="3731690"/>
                <a:ext cx="51480" cy="350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9F8B13C-2440-2A68-AE71-AF7ADAC3369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857770" y="3722690"/>
                  <a:ext cx="691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3341715-C7B1-147E-0A48-8429A8D03E66}"/>
                    </a:ext>
                  </a:extLst>
                </p14:cNvPr>
                <p14:cNvContentPartPr/>
                <p14:nvPr/>
              </p14:nvContentPartPr>
              <p14:xfrm>
                <a:off x="5990250" y="3813770"/>
                <a:ext cx="26640" cy="251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3341715-C7B1-147E-0A48-8429A8D03E6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81370" y="3804770"/>
                  <a:ext cx="44045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641685D-C500-969D-E5A0-8294798F2570}"/>
                    </a:ext>
                  </a:extLst>
                </p14:cNvPr>
                <p14:cNvContentPartPr/>
                <p14:nvPr/>
              </p14:nvContentPartPr>
              <p14:xfrm>
                <a:off x="6143610" y="3868490"/>
                <a:ext cx="132840" cy="131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641685D-C500-969D-E5A0-8294798F257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34634" y="3859490"/>
                  <a:ext cx="150432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8072C46-9BCB-58D4-923B-47F3DAAC7AC6}"/>
              </a:ext>
            </a:extLst>
          </p:cNvPr>
          <p:cNvGrpSpPr/>
          <p:nvPr/>
        </p:nvGrpSpPr>
        <p:grpSpPr>
          <a:xfrm>
            <a:off x="6558330" y="3694610"/>
            <a:ext cx="667080" cy="447120"/>
            <a:chOff x="6558330" y="3694610"/>
            <a:chExt cx="66708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78DFB14-3D18-E601-13AA-1E2A8A039F8D}"/>
                    </a:ext>
                  </a:extLst>
                </p14:cNvPr>
                <p14:cNvContentPartPr/>
                <p14:nvPr/>
              </p14:nvContentPartPr>
              <p14:xfrm>
                <a:off x="6558330" y="3694610"/>
                <a:ext cx="293400" cy="447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78DFB14-3D18-E601-13AA-1E2A8A039F8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49330" y="3685610"/>
                  <a:ext cx="31104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8666076-FCEF-F8FF-0F94-3C3763A9D9A3}"/>
                    </a:ext>
                  </a:extLst>
                </p14:cNvPr>
                <p14:cNvContentPartPr/>
                <p14:nvPr/>
              </p14:nvContentPartPr>
              <p14:xfrm>
                <a:off x="7006170" y="3725210"/>
                <a:ext cx="219240" cy="321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8666076-FCEF-F8FF-0F94-3C3763A9D9A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997170" y="3716210"/>
                  <a:ext cx="236880" cy="33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8CB6FA9-0921-D808-7D81-DD2912BF43A0}"/>
                  </a:ext>
                </a:extLst>
              </p14:cNvPr>
              <p14:cNvContentPartPr/>
              <p14:nvPr/>
            </p14:nvContentPartPr>
            <p14:xfrm>
              <a:off x="7169970" y="3490130"/>
              <a:ext cx="63720" cy="230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8CB6FA9-0921-D808-7D81-DD2912BF43A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160970" y="3481268"/>
                <a:ext cx="81360" cy="40409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AE283089-AAC1-0DEC-DE87-2A8ABDB8C6E3}"/>
              </a:ext>
            </a:extLst>
          </p:cNvPr>
          <p:cNvGrpSpPr/>
          <p:nvPr/>
        </p:nvGrpSpPr>
        <p:grpSpPr>
          <a:xfrm>
            <a:off x="7457610" y="3549530"/>
            <a:ext cx="838080" cy="466920"/>
            <a:chOff x="7457610" y="3549530"/>
            <a:chExt cx="83808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926CEA-C346-CC39-8CE1-B39A29179A50}"/>
                    </a:ext>
                  </a:extLst>
                </p14:cNvPr>
                <p14:cNvContentPartPr/>
                <p14:nvPr/>
              </p14:nvContentPartPr>
              <p14:xfrm>
                <a:off x="7457610" y="3698570"/>
                <a:ext cx="103680" cy="317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926CEA-C346-CC39-8CE1-B39A29179A5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448579" y="3689570"/>
                  <a:ext cx="121381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EE7EE47-1906-B84F-AA9B-DB7AB2A477B9}"/>
                    </a:ext>
                  </a:extLst>
                </p14:cNvPr>
                <p14:cNvContentPartPr/>
                <p14:nvPr/>
              </p14:nvContentPartPr>
              <p14:xfrm>
                <a:off x="7677210" y="3549530"/>
                <a:ext cx="28800" cy="378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EE7EE47-1906-B84F-AA9B-DB7AB2A477B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668210" y="3540530"/>
                  <a:ext cx="4644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4990449-8C70-501D-262A-F933CF63DF4B}"/>
                    </a:ext>
                  </a:extLst>
                </p14:cNvPr>
                <p14:cNvContentPartPr/>
                <p14:nvPr/>
              </p14:nvContentPartPr>
              <p14:xfrm>
                <a:off x="7828770" y="3820250"/>
                <a:ext cx="176400" cy="100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4990449-8C70-501D-262A-F933CF63DF4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819752" y="3811250"/>
                  <a:ext cx="194076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A70B5CE-5179-54D0-C7BE-93A3F7DDE293}"/>
                    </a:ext>
                  </a:extLst>
                </p14:cNvPr>
                <p14:cNvContentPartPr/>
                <p14:nvPr/>
              </p14:nvContentPartPr>
              <p14:xfrm>
                <a:off x="8118930" y="3684170"/>
                <a:ext cx="176760" cy="280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A70B5CE-5179-54D0-C7BE-93A3F7DDE29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109930" y="3675182"/>
                  <a:ext cx="194400" cy="29805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AA30614-863F-85B9-56D6-1ABD465FFEC1}"/>
                  </a:ext>
                </a:extLst>
              </p14:cNvPr>
              <p14:cNvContentPartPr/>
              <p14:nvPr/>
            </p14:nvContentPartPr>
            <p14:xfrm>
              <a:off x="8521770" y="3797210"/>
              <a:ext cx="111960" cy="1447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AA30614-863F-85B9-56D6-1ABD465FFEC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512770" y="3788210"/>
                <a:ext cx="1296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CC18834-193B-C3AC-0A8F-2931E4D4228E}"/>
                  </a:ext>
                </a:extLst>
              </p14:cNvPr>
              <p14:cNvContentPartPr/>
              <p14:nvPr/>
            </p14:nvContentPartPr>
            <p14:xfrm>
              <a:off x="2340930" y="4979810"/>
              <a:ext cx="195480" cy="669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CC18834-193B-C3AC-0A8F-2931E4D4228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331947" y="4970810"/>
                <a:ext cx="213088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87D69EE-B1E0-E521-7F47-D34179A53E53}"/>
                  </a:ext>
                </a:extLst>
              </p14:cNvPr>
              <p14:cNvContentPartPr/>
              <p14:nvPr/>
            </p14:nvContentPartPr>
            <p14:xfrm>
              <a:off x="2371530" y="5159450"/>
              <a:ext cx="128880" cy="309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87D69EE-B1E0-E521-7F47-D34179A53E5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362505" y="5150553"/>
                <a:ext cx="146569" cy="48397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2327578B-3975-C327-CB5F-7B191AEA47B6}"/>
              </a:ext>
            </a:extLst>
          </p:cNvPr>
          <p:cNvGrpSpPr/>
          <p:nvPr/>
        </p:nvGrpSpPr>
        <p:grpSpPr>
          <a:xfrm>
            <a:off x="2734770" y="4802330"/>
            <a:ext cx="1515960" cy="437040"/>
            <a:chOff x="2734770" y="4802330"/>
            <a:chExt cx="151596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20A3AD3-0881-474C-4F51-460CCEDD194F}"/>
                    </a:ext>
                  </a:extLst>
                </p14:cNvPr>
                <p14:cNvContentPartPr/>
                <p14:nvPr/>
              </p14:nvContentPartPr>
              <p14:xfrm>
                <a:off x="2734770" y="4834370"/>
                <a:ext cx="344160" cy="344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20A3AD3-0881-474C-4F51-460CCEDD194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25770" y="4825370"/>
                  <a:ext cx="3618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A1C11FE-48EF-9C2E-ED31-B70F064B6D81}"/>
                    </a:ext>
                  </a:extLst>
                </p14:cNvPr>
                <p14:cNvContentPartPr/>
                <p14:nvPr/>
              </p14:nvContentPartPr>
              <p14:xfrm>
                <a:off x="3123930" y="5034890"/>
                <a:ext cx="9720" cy="155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A1C11FE-48EF-9C2E-ED31-B70F064B6D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114930" y="5025890"/>
                  <a:ext cx="27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4532385-A312-5D8A-1F68-59AE63384ACA}"/>
                    </a:ext>
                  </a:extLst>
                </p14:cNvPr>
                <p14:cNvContentPartPr/>
                <p14:nvPr/>
              </p14:nvContentPartPr>
              <p14:xfrm>
                <a:off x="3275130" y="4827170"/>
                <a:ext cx="331920" cy="392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4532385-A312-5D8A-1F68-59AE63384AC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266140" y="4818170"/>
                  <a:ext cx="349541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D18E360-72C8-3B47-B38D-D0E7589D79EA}"/>
                    </a:ext>
                  </a:extLst>
                </p14:cNvPr>
                <p14:cNvContentPartPr/>
                <p14:nvPr/>
              </p14:nvContentPartPr>
              <p14:xfrm>
                <a:off x="3756090" y="4802330"/>
                <a:ext cx="190800" cy="363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D18E360-72C8-3B47-B38D-D0E7589D79E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747107" y="4793330"/>
                  <a:ext cx="208407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5308DFA-10C3-CBE4-9D88-E00ACD250B4A}"/>
                    </a:ext>
                  </a:extLst>
                </p14:cNvPr>
                <p14:cNvContentPartPr/>
                <p14:nvPr/>
              </p14:nvContentPartPr>
              <p14:xfrm>
                <a:off x="3857610" y="5132450"/>
                <a:ext cx="79200" cy="47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5308DFA-10C3-CBE4-9D88-E00ACD250B4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848610" y="5123450"/>
                  <a:ext cx="96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16A6A92-3378-0B2F-0009-11280116B95C}"/>
                    </a:ext>
                  </a:extLst>
                </p14:cNvPr>
                <p14:cNvContentPartPr/>
                <p14:nvPr/>
              </p14:nvContentPartPr>
              <p14:xfrm>
                <a:off x="4107090" y="5088530"/>
                <a:ext cx="143640" cy="150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16A6A92-3378-0B2F-0009-11280116B95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098090" y="5079530"/>
                  <a:ext cx="1612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82B55F6-087D-C665-2110-98DF2195E2A6}"/>
              </a:ext>
            </a:extLst>
          </p:cNvPr>
          <p:cNvGrpSpPr/>
          <p:nvPr/>
        </p:nvGrpSpPr>
        <p:grpSpPr>
          <a:xfrm>
            <a:off x="4565370" y="4962170"/>
            <a:ext cx="1920240" cy="344160"/>
            <a:chOff x="4565370" y="4962170"/>
            <a:chExt cx="192024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9049AF7-3AF6-982A-4272-10B93153C006}"/>
                    </a:ext>
                  </a:extLst>
                </p14:cNvPr>
                <p14:cNvContentPartPr/>
                <p14:nvPr/>
              </p14:nvContentPartPr>
              <p14:xfrm>
                <a:off x="4565370" y="5015810"/>
                <a:ext cx="1769040" cy="166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9049AF7-3AF6-982A-4272-10B93153C00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556370" y="5006810"/>
                  <a:ext cx="1786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F354A57-BBC5-CA4D-52B9-9FD238000D51}"/>
                    </a:ext>
                  </a:extLst>
                </p14:cNvPr>
                <p14:cNvContentPartPr/>
                <p14:nvPr/>
              </p14:nvContentPartPr>
              <p14:xfrm>
                <a:off x="6187530" y="4962170"/>
                <a:ext cx="298080" cy="344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F354A57-BBC5-CA4D-52B9-9FD238000D5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178530" y="4953170"/>
                  <a:ext cx="31572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DB76E2E-BAC1-4116-3C47-096C5356E79B}"/>
              </a:ext>
            </a:extLst>
          </p:cNvPr>
          <p:cNvGrpSpPr/>
          <p:nvPr/>
        </p:nvGrpSpPr>
        <p:grpSpPr>
          <a:xfrm>
            <a:off x="4646010" y="4337930"/>
            <a:ext cx="996840" cy="595080"/>
            <a:chOff x="4646010" y="4337930"/>
            <a:chExt cx="99684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0433AB2-5DD4-221F-2D3D-E808AC915DC7}"/>
                    </a:ext>
                  </a:extLst>
                </p14:cNvPr>
                <p14:cNvContentPartPr/>
                <p14:nvPr/>
              </p14:nvContentPartPr>
              <p14:xfrm>
                <a:off x="4646010" y="4513970"/>
                <a:ext cx="85320" cy="419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0433AB2-5DD4-221F-2D3D-E808AC915DC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637010" y="4504962"/>
                  <a:ext cx="102960" cy="436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47E0128-34F3-41E3-95FC-95698E297102}"/>
                    </a:ext>
                  </a:extLst>
                </p14:cNvPr>
                <p14:cNvContentPartPr/>
                <p14:nvPr/>
              </p14:nvContentPartPr>
              <p14:xfrm>
                <a:off x="4659330" y="4521890"/>
                <a:ext cx="120600" cy="189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47E0128-34F3-41E3-95FC-95698E29710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50330" y="4512890"/>
                  <a:ext cx="138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6065EB6-99BA-2ED9-873A-366081F4820A}"/>
                    </a:ext>
                  </a:extLst>
                </p14:cNvPr>
                <p14:cNvContentPartPr/>
                <p14:nvPr/>
              </p14:nvContentPartPr>
              <p14:xfrm>
                <a:off x="4833930" y="4337930"/>
                <a:ext cx="205920" cy="417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6065EB6-99BA-2ED9-873A-366081F4820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824930" y="4328930"/>
                  <a:ext cx="2235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91F87FB-7478-7F77-9A33-F5271AC76480}"/>
                    </a:ext>
                  </a:extLst>
                </p14:cNvPr>
                <p14:cNvContentPartPr/>
                <p14:nvPr/>
              </p14:nvContentPartPr>
              <p14:xfrm>
                <a:off x="5056410" y="4544570"/>
                <a:ext cx="199440" cy="159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91F87FB-7478-7F77-9A33-F5271AC7648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47410" y="4535570"/>
                  <a:ext cx="217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8BE4FEB-2484-42CA-D5AC-DB5D5E1D9D43}"/>
                    </a:ext>
                  </a:extLst>
                </p14:cNvPr>
                <p14:cNvContentPartPr/>
                <p14:nvPr/>
              </p14:nvContentPartPr>
              <p14:xfrm>
                <a:off x="5237490" y="4526570"/>
                <a:ext cx="85320" cy="197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8BE4FEB-2484-42CA-D5AC-DB5D5E1D9D4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228490" y="4517570"/>
                  <a:ext cx="102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1EC7241-0AD1-B617-7B85-11F8DAD16824}"/>
                    </a:ext>
                  </a:extLst>
                </p14:cNvPr>
                <p14:cNvContentPartPr/>
                <p14:nvPr/>
              </p14:nvContentPartPr>
              <p14:xfrm>
                <a:off x="5379690" y="4593530"/>
                <a:ext cx="103680" cy="43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1EC7241-0AD1-B617-7B85-11F8DAD1682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370659" y="4584604"/>
                  <a:ext cx="121381" cy="606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2AAD9B8-D477-C4CA-CFDC-5A4C1E4FE82F}"/>
                    </a:ext>
                  </a:extLst>
                </p14:cNvPr>
                <p14:cNvContentPartPr/>
                <p14:nvPr/>
              </p14:nvContentPartPr>
              <p14:xfrm>
                <a:off x="5558250" y="4491290"/>
                <a:ext cx="84600" cy="158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2AAD9B8-D477-C4CA-CFDC-5A4C1E4FE82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549250" y="4482310"/>
                  <a:ext cx="102240" cy="17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99F5563-B8A7-25D5-2E03-6E0A1D1E0B87}"/>
              </a:ext>
            </a:extLst>
          </p:cNvPr>
          <p:cNvGrpSpPr/>
          <p:nvPr/>
        </p:nvGrpSpPr>
        <p:grpSpPr>
          <a:xfrm>
            <a:off x="5840490" y="4471850"/>
            <a:ext cx="384840" cy="228240"/>
            <a:chOff x="5840490" y="4471850"/>
            <a:chExt cx="38484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146D411-972B-A928-6003-90EA619D176E}"/>
                    </a:ext>
                  </a:extLst>
                </p14:cNvPr>
                <p14:cNvContentPartPr/>
                <p14:nvPr/>
              </p14:nvContentPartPr>
              <p14:xfrm>
                <a:off x="5840490" y="4553210"/>
                <a:ext cx="283320" cy="49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146D411-972B-A928-6003-90EA619D176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831490" y="4544210"/>
                  <a:ext cx="300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99C8B79-91F9-1248-E39A-1FC100A1C03F}"/>
                    </a:ext>
                  </a:extLst>
                </p14:cNvPr>
                <p14:cNvContentPartPr/>
                <p14:nvPr/>
              </p14:nvContentPartPr>
              <p14:xfrm>
                <a:off x="6111930" y="4471850"/>
                <a:ext cx="113400" cy="228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99C8B79-91F9-1248-E39A-1FC100A1C03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102930" y="4462850"/>
                  <a:ext cx="13104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7A25EDE-9A5B-3F92-439B-32438AD4EDE0}"/>
              </a:ext>
            </a:extLst>
          </p:cNvPr>
          <p:cNvGrpSpPr/>
          <p:nvPr/>
        </p:nvGrpSpPr>
        <p:grpSpPr>
          <a:xfrm>
            <a:off x="6432330" y="4461770"/>
            <a:ext cx="370800" cy="203760"/>
            <a:chOff x="6432330" y="4461770"/>
            <a:chExt cx="37080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AA6487B-7CE2-DF86-F389-768045EF6182}"/>
                    </a:ext>
                  </a:extLst>
                </p14:cNvPr>
                <p14:cNvContentPartPr/>
                <p14:nvPr/>
              </p14:nvContentPartPr>
              <p14:xfrm>
                <a:off x="6432330" y="4461770"/>
                <a:ext cx="101880" cy="189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AA6487B-7CE2-DF86-F389-768045EF618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423330" y="4452787"/>
                  <a:ext cx="119520" cy="206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21D4DE7-807A-84F9-5BB5-0FA87D715DAC}"/>
                    </a:ext>
                  </a:extLst>
                </p14:cNvPr>
                <p14:cNvContentPartPr/>
                <p14:nvPr/>
              </p14:nvContentPartPr>
              <p14:xfrm>
                <a:off x="6526650" y="4532690"/>
                <a:ext cx="111600" cy="75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21D4DE7-807A-84F9-5BB5-0FA87D715DA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517650" y="4523690"/>
                  <a:ext cx="1292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CCDC8F4-295B-9DCB-C666-DFDBB3152854}"/>
                    </a:ext>
                  </a:extLst>
                </p14:cNvPr>
                <p14:cNvContentPartPr/>
                <p14:nvPr/>
              </p14:nvContentPartPr>
              <p14:xfrm>
                <a:off x="6695850" y="4490570"/>
                <a:ext cx="107280" cy="174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CCDC8F4-295B-9DCB-C666-DFDBB315285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686820" y="4481551"/>
                  <a:ext cx="124979" cy="19263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5EBC330-89CE-94EC-9FB8-F000D5481B20}"/>
                  </a:ext>
                </a:extLst>
              </p14:cNvPr>
              <p14:cNvContentPartPr/>
              <p14:nvPr/>
            </p14:nvContentPartPr>
            <p14:xfrm>
              <a:off x="6935250" y="4389770"/>
              <a:ext cx="63360" cy="2588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5EBC330-89CE-94EC-9FB8-F000D5481B20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926199" y="4380770"/>
                <a:ext cx="81101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072C004-0221-FF65-B024-42ECE721E28C}"/>
                  </a:ext>
                </a:extLst>
              </p14:cNvPr>
              <p14:cNvContentPartPr/>
              <p14:nvPr/>
            </p14:nvContentPartPr>
            <p14:xfrm>
              <a:off x="7557330" y="4440530"/>
              <a:ext cx="69840" cy="1522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072C004-0221-FF65-B024-42ECE721E28C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7548330" y="4431530"/>
                <a:ext cx="8748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5768EE1-E826-2465-6A57-F3D407716307}"/>
              </a:ext>
            </a:extLst>
          </p:cNvPr>
          <p:cNvGrpSpPr/>
          <p:nvPr/>
        </p:nvGrpSpPr>
        <p:grpSpPr>
          <a:xfrm>
            <a:off x="6636810" y="4781450"/>
            <a:ext cx="2096640" cy="581040"/>
            <a:chOff x="6636810" y="4781450"/>
            <a:chExt cx="2096640" cy="58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516D42E-241D-5CDE-7389-948F2AF6EC33}"/>
                    </a:ext>
                  </a:extLst>
                </p14:cNvPr>
                <p14:cNvContentPartPr/>
                <p14:nvPr/>
              </p14:nvContentPartPr>
              <p14:xfrm>
                <a:off x="6636810" y="4957130"/>
                <a:ext cx="44640" cy="405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516D42E-241D-5CDE-7389-948F2AF6EC3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627810" y="4948130"/>
                  <a:ext cx="622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40A60FF-756B-0FDC-F2B2-0905DB6D911A}"/>
                    </a:ext>
                  </a:extLst>
                </p14:cNvPr>
                <p14:cNvContentPartPr/>
                <p14:nvPr/>
              </p14:nvContentPartPr>
              <p14:xfrm>
                <a:off x="6761730" y="5238290"/>
                <a:ext cx="24120" cy="61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40A60FF-756B-0FDC-F2B2-0905DB6D911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752730" y="5229290"/>
                  <a:ext cx="41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4CAE0D4-6F41-79EF-8096-E81BFFD3D4F8}"/>
                    </a:ext>
                  </a:extLst>
                </p14:cNvPr>
                <p14:cNvContentPartPr/>
                <p14:nvPr/>
              </p14:nvContentPartPr>
              <p14:xfrm>
                <a:off x="6815730" y="4987370"/>
                <a:ext cx="118440" cy="268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4CAE0D4-6F41-79EF-8096-E81BFFD3D4F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806730" y="4978370"/>
                  <a:ext cx="136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CA5ADC0-E555-57EA-0402-2CAE7CCA0E47}"/>
                    </a:ext>
                  </a:extLst>
                </p14:cNvPr>
                <p14:cNvContentPartPr/>
                <p14:nvPr/>
              </p14:nvContentPartPr>
              <p14:xfrm>
                <a:off x="7030290" y="4984850"/>
                <a:ext cx="106200" cy="270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CA5ADC0-E555-57EA-0402-2CAE7CCA0E4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021259" y="4975850"/>
                  <a:ext cx="1239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AEA4216-71F7-8781-4B86-05808B8392CE}"/>
                    </a:ext>
                  </a:extLst>
                </p14:cNvPr>
                <p14:cNvContentPartPr/>
                <p14:nvPr/>
              </p14:nvContentPartPr>
              <p14:xfrm>
                <a:off x="7200210" y="4962170"/>
                <a:ext cx="170280" cy="279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AEA4216-71F7-8781-4B86-05808B8392C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191191" y="4953170"/>
                  <a:ext cx="187957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3C75233-75CF-2B0A-0D70-135965A224E9}"/>
                    </a:ext>
                  </a:extLst>
                </p14:cNvPr>
                <p14:cNvContentPartPr/>
                <p14:nvPr/>
              </p14:nvContentPartPr>
              <p14:xfrm>
                <a:off x="7451130" y="5078810"/>
                <a:ext cx="176040" cy="18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3C75233-75CF-2B0A-0D70-135965A224E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442130" y="5069810"/>
                  <a:ext cx="193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D0D0EAE-29B6-279F-12E4-D7225048B58E}"/>
                    </a:ext>
                  </a:extLst>
                </p14:cNvPr>
                <p14:cNvContentPartPr/>
                <p14:nvPr/>
              </p14:nvContentPartPr>
              <p14:xfrm>
                <a:off x="7738410" y="4916450"/>
                <a:ext cx="116640" cy="312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D0D0EAE-29B6-279F-12E4-D7225048B58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729410" y="4907450"/>
                  <a:ext cx="1342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873A8DA-337B-65FE-351D-89F2F7645777}"/>
                    </a:ext>
                  </a:extLst>
                </p14:cNvPr>
                <p14:cNvContentPartPr/>
                <p14:nvPr/>
              </p14:nvContentPartPr>
              <p14:xfrm>
                <a:off x="7887090" y="4781450"/>
                <a:ext cx="12600" cy="54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873A8DA-337B-65FE-351D-89F2F764577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878090" y="4772390"/>
                  <a:ext cx="30240" cy="717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47A0846-FC66-D3E7-59AF-964FB4AE9FA5}"/>
                    </a:ext>
                  </a:extLst>
                </p14:cNvPr>
                <p14:cNvContentPartPr/>
                <p14:nvPr/>
              </p14:nvContentPartPr>
              <p14:xfrm>
                <a:off x="7956570" y="4912850"/>
                <a:ext cx="140400" cy="325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47A0846-FC66-D3E7-59AF-964FB4AE9FA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947570" y="4903850"/>
                  <a:ext cx="1580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7651E42-FDF7-2935-B967-92195BFC6666}"/>
                    </a:ext>
                  </a:extLst>
                </p14:cNvPr>
                <p14:cNvContentPartPr/>
                <p14:nvPr/>
              </p14:nvContentPartPr>
              <p14:xfrm>
                <a:off x="8194170" y="5143250"/>
                <a:ext cx="2520" cy="19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7651E42-FDF7-2935-B967-92195BFC666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185170" y="5134250"/>
                  <a:ext cx="20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C8591DE-B84A-209B-295A-F8BD7A057AD6}"/>
                    </a:ext>
                  </a:extLst>
                </p14:cNvPr>
                <p14:cNvContentPartPr/>
                <p14:nvPr/>
              </p14:nvContentPartPr>
              <p14:xfrm>
                <a:off x="8270850" y="4904570"/>
                <a:ext cx="114120" cy="284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C8591DE-B84A-209B-295A-F8BD7A057AD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261850" y="4895570"/>
                  <a:ext cx="1317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554EC89-40DF-37EE-F48C-22361D591E58}"/>
                    </a:ext>
                  </a:extLst>
                </p14:cNvPr>
                <p14:cNvContentPartPr/>
                <p14:nvPr/>
              </p14:nvContentPartPr>
              <p14:xfrm>
                <a:off x="8452650" y="4886570"/>
                <a:ext cx="90720" cy="241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554EC89-40DF-37EE-F48C-22361D591E5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443650" y="4877570"/>
                  <a:ext cx="108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F34CC89-DCDC-D201-6E67-CC38D0B80CAD}"/>
                    </a:ext>
                  </a:extLst>
                </p14:cNvPr>
                <p14:cNvContentPartPr/>
                <p14:nvPr/>
              </p14:nvContentPartPr>
              <p14:xfrm>
                <a:off x="8612850" y="4858490"/>
                <a:ext cx="120600" cy="280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F34CC89-DCDC-D201-6E67-CC38D0B80CA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603823" y="4849490"/>
                  <a:ext cx="138293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F43C697-5231-D042-E7E6-7C6A1F219E40}"/>
                    </a:ext>
                  </a:extLst>
                </p14:cNvPr>
                <p14:cNvContentPartPr/>
                <p14:nvPr/>
              </p14:nvContentPartPr>
              <p14:xfrm>
                <a:off x="8415210" y="4834730"/>
                <a:ext cx="127800" cy="488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F43C697-5231-D042-E7E6-7C6A1F219E4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406235" y="4825730"/>
                  <a:ext cx="145390" cy="50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93C9762-211B-BBDD-A994-1FA9EE4E2C52}"/>
              </a:ext>
            </a:extLst>
          </p:cNvPr>
          <p:cNvGrpSpPr/>
          <p:nvPr/>
        </p:nvGrpSpPr>
        <p:grpSpPr>
          <a:xfrm>
            <a:off x="8927130" y="4942730"/>
            <a:ext cx="278280" cy="149040"/>
            <a:chOff x="8927130" y="4942730"/>
            <a:chExt cx="27828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0607664-807E-5910-8459-59734C28480B}"/>
                    </a:ext>
                  </a:extLst>
                </p14:cNvPr>
                <p14:cNvContentPartPr/>
                <p14:nvPr/>
              </p14:nvContentPartPr>
              <p14:xfrm>
                <a:off x="8979690" y="4942730"/>
                <a:ext cx="225720" cy="52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0607664-807E-5910-8459-59734C28480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970690" y="4933730"/>
                  <a:ext cx="243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51F38C0-20DF-3AB8-7335-7B95F54186E7}"/>
                    </a:ext>
                  </a:extLst>
                </p14:cNvPr>
                <p14:cNvContentPartPr/>
                <p14:nvPr/>
              </p14:nvContentPartPr>
              <p14:xfrm>
                <a:off x="8927130" y="5070530"/>
                <a:ext cx="213840" cy="21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51F38C0-20DF-3AB8-7335-7B95F54186E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918130" y="5061680"/>
                  <a:ext cx="231480" cy="385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86C441B3-26C8-6F4B-11AB-C33DF0249378}"/>
              </a:ext>
            </a:extLst>
          </p:cNvPr>
          <p:cNvGrpSpPr/>
          <p:nvPr/>
        </p:nvGrpSpPr>
        <p:grpSpPr>
          <a:xfrm>
            <a:off x="9530850" y="4830770"/>
            <a:ext cx="164880" cy="345960"/>
            <a:chOff x="9530850" y="4830770"/>
            <a:chExt cx="16488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5E96C68-3B8A-76E6-B0D0-C6BF16191094}"/>
                    </a:ext>
                  </a:extLst>
                </p14:cNvPr>
                <p14:cNvContentPartPr/>
                <p14:nvPr/>
              </p14:nvContentPartPr>
              <p14:xfrm>
                <a:off x="9530850" y="4830770"/>
                <a:ext cx="116280" cy="345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5E96C68-3B8A-76E6-B0D0-C6BF1619109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521850" y="4821770"/>
                  <a:ext cx="1339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84A45CF-AA48-2095-47D9-ADF3F1CDAB25}"/>
                    </a:ext>
                  </a:extLst>
                </p14:cNvPr>
                <p14:cNvContentPartPr/>
                <p14:nvPr/>
              </p14:nvContentPartPr>
              <p14:xfrm>
                <a:off x="9680610" y="5097890"/>
                <a:ext cx="15120" cy="57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84A45CF-AA48-2095-47D9-ADF3F1CDAB2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671610" y="5088890"/>
                  <a:ext cx="3276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5791794-F261-2002-D377-4B797AD40E82}"/>
              </a:ext>
            </a:extLst>
          </p:cNvPr>
          <p:cNvGrpSpPr/>
          <p:nvPr/>
        </p:nvGrpSpPr>
        <p:grpSpPr>
          <a:xfrm>
            <a:off x="9850530" y="4694330"/>
            <a:ext cx="1911240" cy="512640"/>
            <a:chOff x="9850530" y="4694330"/>
            <a:chExt cx="1911240" cy="5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A1A7D8C-59F3-0CD0-6811-109BB68227C1}"/>
                    </a:ext>
                  </a:extLst>
                </p14:cNvPr>
                <p14:cNvContentPartPr/>
                <p14:nvPr/>
              </p14:nvContentPartPr>
              <p14:xfrm>
                <a:off x="9850530" y="4879730"/>
                <a:ext cx="187200" cy="211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A1A7D8C-59F3-0CD0-6811-109BB68227C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841513" y="4870730"/>
                  <a:ext cx="204874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2C4282B-E764-0C67-0C70-A9577A7A7A74}"/>
                    </a:ext>
                  </a:extLst>
                </p14:cNvPr>
                <p14:cNvContentPartPr/>
                <p14:nvPr/>
              </p14:nvContentPartPr>
              <p14:xfrm>
                <a:off x="10156530" y="4834010"/>
                <a:ext cx="124920" cy="248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2C4282B-E764-0C67-0C70-A9577A7A7A7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147530" y="4825010"/>
                  <a:ext cx="142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A3E1D6-6288-46DD-50A6-1D0100390C10}"/>
                    </a:ext>
                  </a:extLst>
                </p14:cNvPr>
                <p14:cNvContentPartPr/>
                <p14:nvPr/>
              </p14:nvContentPartPr>
              <p14:xfrm>
                <a:off x="10339410" y="4733930"/>
                <a:ext cx="439920" cy="473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A3E1D6-6288-46DD-50A6-1D0100390C1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330410" y="4724930"/>
                  <a:ext cx="4575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983F0CE-4190-1E95-23CF-C1E8E5DD8F72}"/>
                    </a:ext>
                  </a:extLst>
                </p14:cNvPr>
                <p14:cNvContentPartPr/>
                <p14:nvPr/>
              </p14:nvContentPartPr>
              <p14:xfrm>
                <a:off x="10720650" y="4998530"/>
                <a:ext cx="100080" cy="7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983F0CE-4190-1E95-23CF-C1E8E5DD8F7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711618" y="4989530"/>
                  <a:ext cx="117784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AE39AA2-599F-F435-C423-6E8346F8B606}"/>
                    </a:ext>
                  </a:extLst>
                </p14:cNvPr>
                <p14:cNvContentPartPr/>
                <p14:nvPr/>
              </p14:nvContentPartPr>
              <p14:xfrm>
                <a:off x="10936650" y="4848410"/>
                <a:ext cx="51840" cy="234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AE39AA2-599F-F435-C423-6E8346F8B60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927650" y="4839410"/>
                  <a:ext cx="69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82634AC-DBAC-B1BA-0F3B-004A69DEDD0E}"/>
                    </a:ext>
                  </a:extLst>
                </p14:cNvPr>
                <p14:cNvContentPartPr/>
                <p14:nvPr/>
              </p14:nvContentPartPr>
              <p14:xfrm>
                <a:off x="11003610" y="4861730"/>
                <a:ext cx="83880" cy="16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82634AC-DBAC-B1BA-0F3B-004A69DEDD0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994648" y="4852730"/>
                  <a:ext cx="101445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91E777E-0B08-6D38-E0B0-4EEAE8E39390}"/>
                    </a:ext>
                  </a:extLst>
                </p14:cNvPr>
                <p14:cNvContentPartPr/>
                <p14:nvPr/>
              </p14:nvContentPartPr>
              <p14:xfrm>
                <a:off x="11063730" y="4743290"/>
                <a:ext cx="168840" cy="357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91E777E-0B08-6D38-E0B0-4EEAE8E3939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054749" y="4734290"/>
                  <a:ext cx="186442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522B054-07C0-3224-F764-6113D84D2BB8}"/>
                    </a:ext>
                  </a:extLst>
                </p14:cNvPr>
                <p14:cNvContentPartPr/>
                <p14:nvPr/>
              </p14:nvContentPartPr>
              <p14:xfrm>
                <a:off x="11270370" y="4801610"/>
                <a:ext cx="118080" cy="311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522B054-07C0-3224-F764-6113D84D2BB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261370" y="4792610"/>
                  <a:ext cx="1357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889262D-9D80-E522-1874-6F093310A7DF}"/>
                    </a:ext>
                  </a:extLst>
                </p14:cNvPr>
                <p14:cNvContentPartPr/>
                <p14:nvPr/>
              </p14:nvContentPartPr>
              <p14:xfrm>
                <a:off x="11461170" y="4823210"/>
                <a:ext cx="87480" cy="302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889262D-9D80-E522-1874-6F093310A7D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452170" y="4814199"/>
                  <a:ext cx="105120" cy="3200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154EB71-9C24-1CBD-EF96-86DF67FDEF11}"/>
                    </a:ext>
                  </a:extLst>
                </p14:cNvPr>
                <p14:cNvContentPartPr/>
                <p14:nvPr/>
              </p14:nvContentPartPr>
              <p14:xfrm>
                <a:off x="11660970" y="4694330"/>
                <a:ext cx="100800" cy="83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154EB71-9C24-1CBD-EF96-86DF67FDEF1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651970" y="4685330"/>
                  <a:ext cx="11844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6B58AEE-4ED6-2C26-9252-CCA85AAD6ED4}"/>
              </a:ext>
            </a:extLst>
          </p:cNvPr>
          <p:cNvGrpSpPr/>
          <p:nvPr/>
        </p:nvGrpSpPr>
        <p:grpSpPr>
          <a:xfrm>
            <a:off x="1443450" y="2549090"/>
            <a:ext cx="509760" cy="680400"/>
            <a:chOff x="1443450" y="2549090"/>
            <a:chExt cx="509760" cy="68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42EF6E6-0C34-205D-A882-3C96B45C8001}"/>
                    </a:ext>
                  </a:extLst>
                </p14:cNvPr>
                <p14:cNvContentPartPr/>
                <p14:nvPr/>
              </p14:nvContentPartPr>
              <p14:xfrm>
                <a:off x="1475130" y="2792450"/>
                <a:ext cx="311760" cy="108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42EF6E6-0C34-205D-A882-3C96B45C800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466130" y="2783450"/>
                  <a:ext cx="329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3501F2-C62A-FEAA-C269-5FE797A87595}"/>
                    </a:ext>
                  </a:extLst>
                </p14:cNvPr>
                <p14:cNvContentPartPr/>
                <p14:nvPr/>
              </p14:nvContentPartPr>
              <p14:xfrm>
                <a:off x="1681410" y="2819450"/>
                <a:ext cx="27000" cy="238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3501F2-C62A-FEAA-C269-5FE797A8759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672528" y="2810464"/>
                  <a:ext cx="44408" cy="2559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267AA18-E8E3-7D0E-29D1-5A624A2B8DF4}"/>
                    </a:ext>
                  </a:extLst>
                </p14:cNvPr>
                <p14:cNvContentPartPr/>
                <p14:nvPr/>
              </p14:nvContentPartPr>
              <p14:xfrm>
                <a:off x="1604010" y="3023930"/>
                <a:ext cx="316800" cy="205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267AA18-E8E3-7D0E-29D1-5A624A2B8DF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595010" y="3014930"/>
                  <a:ext cx="3344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57B952A-97DC-6E44-69F2-591C089452C2}"/>
                    </a:ext>
                  </a:extLst>
                </p14:cNvPr>
                <p14:cNvContentPartPr/>
                <p14:nvPr/>
              </p14:nvContentPartPr>
              <p14:xfrm>
                <a:off x="1443450" y="2656010"/>
                <a:ext cx="414360" cy="75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57B952A-97DC-6E44-69F2-591C089452C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434450" y="2647010"/>
                  <a:ext cx="432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19C11CD-8229-F876-B3E7-DC019E96DE5D}"/>
                    </a:ext>
                  </a:extLst>
                </p14:cNvPr>
                <p14:cNvContentPartPr/>
                <p14:nvPr/>
              </p14:nvContentPartPr>
              <p14:xfrm>
                <a:off x="1863930" y="2549090"/>
                <a:ext cx="89280" cy="146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19C11CD-8229-F876-B3E7-DC019E96DE5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854930" y="2540068"/>
                  <a:ext cx="106920" cy="16456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DD33990F-0C4C-2C52-8B2B-0DB7D03D0541}"/>
              </a:ext>
            </a:extLst>
          </p:cNvPr>
          <p:cNvGrpSpPr/>
          <p:nvPr/>
        </p:nvGrpSpPr>
        <p:grpSpPr>
          <a:xfrm>
            <a:off x="1484130" y="3487970"/>
            <a:ext cx="962640" cy="526320"/>
            <a:chOff x="1484130" y="3487970"/>
            <a:chExt cx="962640" cy="52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72B7EB8-4275-D2CF-CFD9-A38151C379B2}"/>
                    </a:ext>
                  </a:extLst>
                </p14:cNvPr>
                <p14:cNvContentPartPr/>
                <p14:nvPr/>
              </p14:nvContentPartPr>
              <p14:xfrm>
                <a:off x="1484130" y="3632690"/>
                <a:ext cx="369720" cy="141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72B7EB8-4275-D2CF-CFD9-A38151C379B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475130" y="3623690"/>
                  <a:ext cx="3873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9A08FAE-56D9-9F42-7F68-9C842740AADF}"/>
                    </a:ext>
                  </a:extLst>
                </p14:cNvPr>
                <p14:cNvContentPartPr/>
                <p14:nvPr/>
              </p14:nvContentPartPr>
              <p14:xfrm>
                <a:off x="1726050" y="3671930"/>
                <a:ext cx="31680" cy="239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9A08FAE-56D9-9F42-7F68-9C842740AAD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717050" y="3662930"/>
                  <a:ext cx="49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6243A55-9C90-C635-3129-A2F7DD7DC9ED}"/>
                    </a:ext>
                  </a:extLst>
                </p14:cNvPr>
                <p14:cNvContentPartPr/>
                <p14:nvPr/>
              </p14:nvContentPartPr>
              <p14:xfrm>
                <a:off x="1697610" y="3886130"/>
                <a:ext cx="344880" cy="128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6243A55-9C90-C635-3129-A2F7DD7DC9E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688610" y="3877130"/>
                  <a:ext cx="362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D14927-35C6-7214-D483-EDDB8CBA3EEF}"/>
                    </a:ext>
                  </a:extLst>
                </p14:cNvPr>
                <p14:cNvContentPartPr/>
                <p14:nvPr/>
              </p14:nvContentPartPr>
              <p14:xfrm>
                <a:off x="2201610" y="3739250"/>
                <a:ext cx="245160" cy="149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D14927-35C6-7214-D483-EDDB8CBA3EE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192610" y="3730250"/>
                  <a:ext cx="262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9BABAFB-B038-A793-5EB7-75FD401B9111}"/>
                    </a:ext>
                  </a:extLst>
                </p14:cNvPr>
                <p14:cNvContentPartPr/>
                <p14:nvPr/>
              </p14:nvContentPartPr>
              <p14:xfrm>
                <a:off x="1495650" y="3544850"/>
                <a:ext cx="395640" cy="62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9BABAFB-B038-A793-5EB7-75FD401B911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486650" y="3535850"/>
                  <a:ext cx="413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D42D2C2-F47D-1689-8BB4-114079538EDC}"/>
                    </a:ext>
                  </a:extLst>
                </p14:cNvPr>
                <p14:cNvContentPartPr/>
                <p14:nvPr/>
              </p14:nvContentPartPr>
              <p14:xfrm>
                <a:off x="1862130" y="3487970"/>
                <a:ext cx="32040" cy="108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D42D2C2-F47D-1689-8BB4-114079538ED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853130" y="3478970"/>
                  <a:ext cx="4968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BD32495B-8725-56CC-D700-D870E1553BA5}"/>
              </a:ext>
            </a:extLst>
          </p:cNvPr>
          <p:cNvGrpSpPr/>
          <p:nvPr/>
        </p:nvGrpSpPr>
        <p:grpSpPr>
          <a:xfrm>
            <a:off x="1571610" y="4666610"/>
            <a:ext cx="522720" cy="649440"/>
            <a:chOff x="1571610" y="4666610"/>
            <a:chExt cx="522720" cy="64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DD81A06-11B2-3B8E-1589-F2CAABE13D0F}"/>
                    </a:ext>
                  </a:extLst>
                </p14:cNvPr>
                <p14:cNvContentPartPr/>
                <p14:nvPr/>
              </p14:nvContentPartPr>
              <p14:xfrm>
                <a:off x="1604370" y="4867850"/>
                <a:ext cx="348120" cy="50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DD81A06-11B2-3B8E-1589-F2CAABE13D0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595370" y="4858850"/>
                  <a:ext cx="365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C39C600-CC46-0377-081B-292D93842DA3}"/>
                    </a:ext>
                  </a:extLst>
                </p14:cNvPr>
                <p14:cNvContentPartPr/>
                <p14:nvPr/>
              </p14:nvContentPartPr>
              <p14:xfrm>
                <a:off x="1844490" y="4894490"/>
                <a:ext cx="11160" cy="254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C39C600-CC46-0377-081B-292D93842DA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835490" y="4885490"/>
                  <a:ext cx="28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E1EF052-D61D-BC20-17BD-E6B1B57044E6}"/>
                    </a:ext>
                  </a:extLst>
                </p14:cNvPr>
                <p14:cNvContentPartPr/>
                <p14:nvPr/>
              </p14:nvContentPartPr>
              <p14:xfrm>
                <a:off x="1730730" y="5225690"/>
                <a:ext cx="291960" cy="90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E1EF052-D61D-BC20-17BD-E6B1B57044E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721730" y="5216690"/>
                  <a:ext cx="309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FB0ED62-A64E-C9F6-9075-0D74CFA0045E}"/>
                    </a:ext>
                  </a:extLst>
                </p14:cNvPr>
                <p14:cNvContentPartPr/>
                <p14:nvPr/>
              </p14:nvContentPartPr>
              <p14:xfrm>
                <a:off x="1571610" y="4736810"/>
                <a:ext cx="522720" cy="37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FB0ED62-A64E-C9F6-9075-0D74CFA0045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562610" y="4727810"/>
                  <a:ext cx="540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75CCBA0-782D-5EEF-05D5-21A0C9A55F5F}"/>
                    </a:ext>
                  </a:extLst>
                </p14:cNvPr>
                <p14:cNvContentPartPr/>
                <p14:nvPr/>
              </p14:nvContentPartPr>
              <p14:xfrm>
                <a:off x="1996770" y="4666610"/>
                <a:ext cx="86760" cy="167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75CCBA0-782D-5EEF-05D5-21A0C9A55F5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987807" y="4657629"/>
                  <a:ext cx="104327" cy="1850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112536-244F-E803-A2A9-2DE03A80D76C}"/>
              </a:ext>
            </a:extLst>
          </p:cNvPr>
          <p:cNvGrpSpPr/>
          <p:nvPr/>
        </p:nvGrpSpPr>
        <p:grpSpPr>
          <a:xfrm>
            <a:off x="6934713" y="2769749"/>
            <a:ext cx="122400" cy="322920"/>
            <a:chOff x="6934713" y="2769749"/>
            <a:chExt cx="12240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DEC814-5FC4-7DA6-F81E-F2E0E9CABA0C}"/>
                    </a:ext>
                  </a:extLst>
                </p14:cNvPr>
                <p14:cNvContentPartPr/>
                <p14:nvPr/>
              </p14:nvContentPartPr>
              <p14:xfrm>
                <a:off x="6934713" y="2772269"/>
                <a:ext cx="122400" cy="211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DEC814-5FC4-7DA6-F81E-F2E0E9CABA0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5713" y="2763269"/>
                  <a:ext cx="140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9BD6D5A-3C5A-7259-8502-2E93F8C4D848}"/>
                    </a:ext>
                  </a:extLst>
                </p14:cNvPr>
                <p14:cNvContentPartPr/>
                <p14:nvPr/>
              </p14:nvContentPartPr>
              <p14:xfrm>
                <a:off x="6964233" y="2769749"/>
                <a:ext cx="66600" cy="322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9BD6D5A-3C5A-7259-8502-2E93F8C4D84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955184" y="2760749"/>
                  <a:ext cx="84336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A47B04-0531-677F-FC73-53FFF01AC072}"/>
              </a:ext>
            </a:extLst>
          </p:cNvPr>
          <p:cNvGrpSpPr/>
          <p:nvPr/>
        </p:nvGrpSpPr>
        <p:grpSpPr>
          <a:xfrm>
            <a:off x="7268433" y="3617189"/>
            <a:ext cx="142200" cy="364680"/>
            <a:chOff x="7268433" y="3617189"/>
            <a:chExt cx="14220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1A81E8-E126-926F-0016-4F4EBFBD09FC}"/>
                    </a:ext>
                  </a:extLst>
                </p14:cNvPr>
                <p14:cNvContentPartPr/>
                <p14:nvPr/>
              </p14:nvContentPartPr>
              <p14:xfrm>
                <a:off x="7268433" y="3617189"/>
                <a:ext cx="125640" cy="364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1A81E8-E126-926F-0016-4F4EBFBD09F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259433" y="3608189"/>
                  <a:ext cx="1432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02F7D1E-A0CB-F8A6-9E1A-C430E80EEF71}"/>
                    </a:ext>
                  </a:extLst>
                </p14:cNvPr>
                <p14:cNvContentPartPr/>
                <p14:nvPr/>
              </p14:nvContentPartPr>
              <p14:xfrm>
                <a:off x="7345833" y="3674789"/>
                <a:ext cx="64800" cy="22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02F7D1E-A0CB-F8A6-9E1A-C430E80EEF7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336833" y="3665789"/>
                  <a:ext cx="8244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E48BE00-1784-437A-C789-6756B4E9DA90}"/>
              </a:ext>
            </a:extLst>
          </p:cNvPr>
          <p:cNvGrpSpPr/>
          <p:nvPr/>
        </p:nvGrpSpPr>
        <p:grpSpPr>
          <a:xfrm>
            <a:off x="6514233" y="3597389"/>
            <a:ext cx="331560" cy="408960"/>
            <a:chOff x="6514233" y="3597389"/>
            <a:chExt cx="33156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59A0B2A-9956-E67B-B8C3-7CA3FB2BF9E1}"/>
                    </a:ext>
                  </a:extLst>
                </p14:cNvPr>
                <p14:cNvContentPartPr/>
                <p14:nvPr/>
              </p14:nvContentPartPr>
              <p14:xfrm>
                <a:off x="6646713" y="3735989"/>
                <a:ext cx="173880" cy="270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59A0B2A-9956-E67B-B8C3-7CA3FB2BF9E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637713" y="3726989"/>
                  <a:ext cx="191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4CEDDB6-4AF3-7801-E4B0-E80D21A97069}"/>
                    </a:ext>
                  </a:extLst>
                </p14:cNvPr>
                <p14:cNvContentPartPr/>
                <p14:nvPr/>
              </p14:nvContentPartPr>
              <p14:xfrm>
                <a:off x="6514233" y="3597389"/>
                <a:ext cx="331560" cy="42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4CEDDB6-4AF3-7801-E4B0-E80D21A9706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505233" y="3588389"/>
                  <a:ext cx="349200" cy="6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3943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4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1478"/>
            <a:ext cx="10515600" cy="4385485"/>
          </a:xfrm>
        </p:spPr>
        <p:txBody>
          <a:bodyPr>
            <a:normAutofit/>
          </a:bodyPr>
          <a:lstStyle/>
          <a:p>
            <a:r>
              <a:rPr lang="en-GB" sz="2400"/>
              <a:t>Using the phasor approach, determine the “steady state” current </a:t>
            </a:r>
            <a:r>
              <a:rPr lang="en-GB" sz="2400" i="1" err="1"/>
              <a:t>i</a:t>
            </a:r>
            <a:r>
              <a:rPr lang="en-GB" sz="2400"/>
              <a:t>(</a:t>
            </a:r>
            <a:r>
              <a:rPr lang="en-GB" sz="2400" i="1"/>
              <a:t>t</a:t>
            </a:r>
            <a:r>
              <a:rPr lang="en-GB" sz="2400"/>
              <a:t>) in a circuit described by the </a:t>
            </a:r>
            <a:r>
              <a:rPr lang="en-GB" sz="2400" err="1"/>
              <a:t>integro</a:t>
            </a:r>
            <a:r>
              <a:rPr lang="en-GB" sz="2400"/>
              <a:t>-differential equation:</a:t>
            </a:r>
            <a:br>
              <a:rPr lang="en-GB" sz="2400"/>
            </a:br>
            <a:endParaRPr lang="en-GB" sz="2400"/>
          </a:p>
          <a:p>
            <a:r>
              <a:rPr lang="en-US" sz="2400"/>
              <a:t>Obtain the phasor form of the equation:</a:t>
            </a:r>
          </a:p>
          <a:p>
            <a:r>
              <a:rPr lang="en-US" sz="2400"/>
              <a:t>As        ,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Converting to the time domain:  </a:t>
            </a:r>
            <a:endParaRPr lang="en-GB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450431"/>
              </p:ext>
            </p:extLst>
          </p:nvPr>
        </p:nvGraphicFramePr>
        <p:xfrm>
          <a:off x="5034863" y="2449676"/>
          <a:ext cx="3430291" cy="635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900" imgH="393700" progId="Equation.DSMT4">
                  <p:embed/>
                </p:oleObj>
              </mc:Choice>
              <mc:Fallback>
                <p:oleObj name="Equation" r:id="rId2" imgW="2120900" imgH="3937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863" y="2449676"/>
                        <a:ext cx="3430291" cy="6356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728359"/>
              </p:ext>
            </p:extLst>
          </p:nvPr>
        </p:nvGraphicFramePr>
        <p:xfrm>
          <a:off x="6213582" y="2905824"/>
          <a:ext cx="2411412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500" imgH="444500" progId="Equation.DSMT4">
                  <p:embed/>
                </p:oleObj>
              </mc:Choice>
              <mc:Fallback>
                <p:oleObj name="Equation" r:id="rId4" imgW="1714500" imgH="4445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582" y="2905824"/>
                        <a:ext cx="2411412" cy="623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153077"/>
              </p:ext>
            </p:extLst>
          </p:nvPr>
        </p:nvGraphicFramePr>
        <p:xfrm>
          <a:off x="1559183" y="3493442"/>
          <a:ext cx="536575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670" imgH="177646" progId="Equation.DSMT4">
                  <p:embed/>
                </p:oleObj>
              </mc:Choice>
              <mc:Fallback>
                <p:oleObj name="Equation" r:id="rId6" imgW="380670" imgH="177646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183" y="3493442"/>
                        <a:ext cx="536575" cy="24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700278"/>
              </p:ext>
            </p:extLst>
          </p:nvPr>
        </p:nvGraphicFramePr>
        <p:xfrm>
          <a:off x="2455991" y="3493442"/>
          <a:ext cx="42687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35300" imgH="1524000" progId="Equation.DSMT4">
                  <p:embed/>
                </p:oleObj>
              </mc:Choice>
              <mc:Fallback>
                <p:oleObj name="Equation" r:id="rId8" imgW="3035300" imgH="15240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991" y="3493442"/>
                        <a:ext cx="4268788" cy="215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171810"/>
              </p:ext>
            </p:extLst>
          </p:nvPr>
        </p:nvGraphicFramePr>
        <p:xfrm>
          <a:off x="5465518" y="5711973"/>
          <a:ext cx="2907979" cy="397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400" imgH="228600" progId="Equation.DSMT4">
                  <p:embed/>
                </p:oleObj>
              </mc:Choice>
              <mc:Fallback>
                <p:oleObj name="Equation" r:id="rId10" imgW="1676400" imgH="2286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518" y="5711973"/>
                        <a:ext cx="2907979" cy="3975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15413" y="3709098"/>
            <a:ext cx="3818503" cy="1569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/>
              <a:t>Note: This is </a:t>
            </a:r>
            <a:r>
              <a:rPr lang="en-US" altLang="zh-CN" sz="2400">
                <a:solidFill>
                  <a:srgbClr val="FF0000"/>
                </a:solidFill>
              </a:rPr>
              <a:t>ONLY</a:t>
            </a:r>
            <a:r>
              <a:rPr lang="en-US" altLang="zh-CN" sz="2400"/>
              <a:t> the </a:t>
            </a:r>
            <a:r>
              <a:rPr lang="en-US" altLang="zh-CN" sz="2400" b="1" u="sng"/>
              <a:t>steady-state solution</a:t>
            </a:r>
            <a:r>
              <a:rPr lang="en-US" altLang="zh-CN" sz="2400"/>
              <a:t>, and it </a:t>
            </a:r>
            <a:r>
              <a:rPr lang="en-US" altLang="zh-CN" sz="2400">
                <a:solidFill>
                  <a:srgbClr val="FF0000"/>
                </a:solidFill>
              </a:rPr>
              <a:t>does not </a:t>
            </a:r>
            <a:r>
              <a:rPr lang="en-US" altLang="zh-CN" sz="2400"/>
              <a:t>require knowledge of the </a:t>
            </a:r>
            <a:r>
              <a:rPr lang="en-US" altLang="zh-CN" sz="2400" b="1"/>
              <a:t>initial values</a:t>
            </a:r>
            <a:r>
              <a:rPr lang="en-US" altLang="zh-CN" sz="2400"/>
              <a:t>.</a:t>
            </a: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379409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Differences between </a:t>
                </a:r>
                <a:r>
                  <a:rPr lang="en-US" i="1"/>
                  <a:t>v</a:t>
                </a:r>
                <a:r>
                  <a:rPr lang="en-US"/>
                  <a:t>(t) and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nor/>
                          </m:rPr>
                          <a:rPr lang="en-GB" dirty="0"/>
                          <m:t> </m:t>
                        </m:r>
                      </m:e>
                    </m:acc>
                  </m:oMath>
                </a14:m>
                <a:endParaRPr lang="en-GB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b="-1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pPr marL="514350" indent="-514350" algn="just">
                  <a:buFont typeface="+mj-lt"/>
                  <a:buAutoNum type="arabicPeriod"/>
                </a:pPr>
                <a:r>
                  <a:rPr lang="en-GB" i="1"/>
                  <a:t>v</a:t>
                </a:r>
                <a:r>
                  <a:rPr lang="en-GB"/>
                  <a:t>(t) is the instantaneous or time domain representation, while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nor/>
                          </m:rPr>
                          <a:rPr lang="en-GB" dirty="0"/>
                          <m:t> </m:t>
                        </m:r>
                      </m:e>
                    </m:acc>
                  </m:oMath>
                </a14:m>
                <a:r>
                  <a:rPr lang="en-GB"/>
                  <a:t> is the frequency or phasor domain representation.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GB" i="1"/>
                  <a:t>v</a:t>
                </a:r>
                <a:r>
                  <a:rPr lang="en-GB"/>
                  <a:t>(t) is time dependent, while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nor/>
                          </m:rPr>
                          <a:rPr lang="en-GB" dirty="0"/>
                          <m:t> </m:t>
                        </m:r>
                      </m:e>
                    </m:acc>
                  </m:oMath>
                </a14:m>
                <a:r>
                  <a:rPr lang="en-GB"/>
                  <a:t> is not. (This fact is often forgotten by students.)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GB" i="1"/>
                  <a:t>v</a:t>
                </a:r>
                <a:r>
                  <a:rPr lang="en-GB"/>
                  <a:t>(t) is always real with no complex term, while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nor/>
                          </m:rPr>
                          <a:rPr lang="en-GB" dirty="0"/>
                          <m:t> </m:t>
                        </m:r>
                      </m:e>
                    </m:acc>
                  </m:oMath>
                </a14:m>
                <a:r>
                  <a:rPr lang="en-GB"/>
                  <a:t> is generally complex.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GB"/>
                  <a:t>Finally, we should bear in mind that phasor analysis applies only when frequency is constant; it applies in manipulating two or more sinusoidal signals only if they are of the same frequency.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3"/>
                <a:stretch>
                  <a:fillRect l="-1043" t="-1223" r="-1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10444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Phasor Relationships for Resistors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838201" y="1600201"/>
            <a:ext cx="7841648" cy="49502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/>
              <a:t>Each circuit element has a relationship between its current and voltage.</a:t>
            </a:r>
          </a:p>
          <a:p>
            <a:pPr>
              <a:lnSpc>
                <a:spcPct val="100000"/>
              </a:lnSpc>
            </a:pPr>
            <a:r>
              <a:rPr lang="en-US" altLang="en-US" sz="2400"/>
              <a:t>These can be mapped into phasor relationships very simply for resistors, capacitors and inductor.</a:t>
            </a:r>
          </a:p>
          <a:p>
            <a:pPr>
              <a:lnSpc>
                <a:spcPct val="100000"/>
              </a:lnSpc>
            </a:pPr>
            <a:r>
              <a:rPr lang="en-US" altLang="en-US" sz="2400"/>
              <a:t>For the resistor, the voltage and current are related via Ohm’s law.</a:t>
            </a:r>
          </a:p>
          <a:p>
            <a:pPr>
              <a:lnSpc>
                <a:spcPct val="100000"/>
              </a:lnSpc>
            </a:pPr>
            <a:r>
              <a:rPr lang="en-US" altLang="en-US" sz="2400"/>
              <a:t>As such, the voltage and current are in phase with each other.</a:t>
            </a:r>
          </a:p>
          <a:p>
            <a:pPr>
              <a:lnSpc>
                <a:spcPct val="100000"/>
              </a:lnSpc>
            </a:pPr>
            <a:r>
              <a:rPr lang="en-US" altLang="en-US" sz="2400"/>
              <a:t>If the current through R is</a:t>
            </a:r>
            <a:br>
              <a:rPr lang="en-US" altLang="en-US" sz="2400"/>
            </a:br>
            <a:r>
              <a:rPr lang="en-US" altLang="en-US" sz="2400"/>
              <a:t>the voltage across it is</a:t>
            </a:r>
          </a:p>
          <a:p>
            <a:pPr>
              <a:lnSpc>
                <a:spcPct val="100000"/>
              </a:lnSpc>
            </a:pPr>
            <a:r>
              <a:rPr lang="en-US" altLang="en-US" sz="2400"/>
              <a:t>The phasor form of Ohm’s law: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604384"/>
              </p:ext>
            </p:extLst>
          </p:nvPr>
        </p:nvGraphicFramePr>
        <p:xfrm>
          <a:off x="4952768" y="5513084"/>
          <a:ext cx="2818477" cy="4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600" imgH="228600" progId="Equation.DSMT4">
                  <p:embed/>
                </p:oleObj>
              </mc:Choice>
              <mc:Fallback>
                <p:oleObj name="Equation" r:id="rId3" imgW="1498600" imgH="2286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768" y="5513084"/>
                        <a:ext cx="2818477" cy="4287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023394"/>
              </p:ext>
            </p:extLst>
          </p:nvPr>
        </p:nvGraphicFramePr>
        <p:xfrm>
          <a:off x="5075594" y="5073837"/>
          <a:ext cx="2102731" cy="439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726" imgH="228501" progId="Equation.DSMT4">
                  <p:embed/>
                </p:oleObj>
              </mc:Choice>
              <mc:Fallback>
                <p:oleObj name="Equation" r:id="rId5" imgW="1091726" imgH="228501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594" y="5073837"/>
                        <a:ext cx="2102731" cy="4392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404590"/>
              </p:ext>
            </p:extLst>
          </p:nvPr>
        </p:nvGraphicFramePr>
        <p:xfrm>
          <a:off x="5800382" y="5991276"/>
          <a:ext cx="1123247" cy="470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391" imgH="203112" progId="Equation.DSMT4">
                  <p:embed/>
                </p:oleObj>
              </mc:Choice>
              <mc:Fallback>
                <p:oleObj name="Equation" r:id="rId7" imgW="482391" imgH="203112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382" y="5991276"/>
                        <a:ext cx="1123247" cy="470869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679849" y="1798170"/>
            <a:ext cx="1977081" cy="18755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215474" y="3814306"/>
            <a:ext cx="2905830" cy="249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4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Phasor Relationships for Inductors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838201" y="1600201"/>
            <a:ext cx="7772400" cy="4756149"/>
          </a:xfrm>
        </p:spPr>
        <p:txBody>
          <a:bodyPr>
            <a:normAutofit lnSpcReduction="10000"/>
          </a:bodyPr>
          <a:lstStyle/>
          <a:p>
            <a:pPr algn="just"/>
            <a:endParaRPr lang="en-US" altLang="en-US" sz="240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For inductors, 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Transform to phasor 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Since                      	      </a:t>
            </a:r>
            <a:r>
              <a:rPr lang="zh-CN" altLang="en-US" sz="2400"/>
              <a:t>， </a:t>
            </a:r>
            <a:endParaRPr lang="en-US" altLang="en-US" sz="240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sz="240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Inductors have a phase shift between the voltage and current.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i="1" u="sng">
                <a:solidFill>
                  <a:srgbClr val="FF0000"/>
                </a:solidFill>
              </a:rPr>
              <a:t>The current lags the voltage by 90</a:t>
            </a:r>
            <a:r>
              <a:rPr lang="en-US" altLang="en-US" sz="2400" i="1" u="sng" baseline="30000">
                <a:solidFill>
                  <a:srgbClr val="FF0000"/>
                </a:solidFill>
              </a:rPr>
              <a:t>o</a:t>
            </a:r>
            <a:r>
              <a:rPr lang="en-US" altLang="en-US" sz="2400" i="1">
                <a:solidFill>
                  <a:srgbClr val="FF0000"/>
                </a:solidFill>
              </a:rPr>
              <a:t>.</a:t>
            </a:r>
            <a:endParaRPr lang="en-US" altLang="en-US" sz="240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This is represented on the phasor diagram by a positive phase angle between the voltage and current.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50126" y="1885551"/>
            <a:ext cx="2057915" cy="21142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541973" y="4043414"/>
            <a:ext cx="2766068" cy="1851193"/>
          </a:xfrm>
          <a:prstGeom prst="rect">
            <a:avLst/>
          </a:prstGeom>
        </p:spPr>
      </p:pic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615490"/>
              </p:ext>
            </p:extLst>
          </p:nvPr>
        </p:nvGraphicFramePr>
        <p:xfrm>
          <a:off x="3238772" y="1938310"/>
          <a:ext cx="5691592" cy="676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14700" imgH="393700" progId="Equation.DSMT4">
                  <p:embed/>
                </p:oleObj>
              </mc:Choice>
              <mc:Fallback>
                <p:oleObj name="Equation" r:id="rId5" imgW="3314700" imgH="3937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772" y="1938310"/>
                        <a:ext cx="5691592" cy="676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567307"/>
              </p:ext>
            </p:extLst>
          </p:nvPr>
        </p:nvGraphicFramePr>
        <p:xfrm>
          <a:off x="4107484" y="2565433"/>
          <a:ext cx="3954167" cy="479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97100" imgH="266700" progId="Equation.DSMT4">
                  <p:embed/>
                </p:oleObj>
              </mc:Choice>
              <mc:Fallback>
                <p:oleObj name="Equation" r:id="rId7" imgW="2197100" imgH="266700" progId="Equation.DSMT4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7484" y="2565433"/>
                        <a:ext cx="3954167" cy="4797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443282"/>
              </p:ext>
            </p:extLst>
          </p:nvPr>
        </p:nvGraphicFramePr>
        <p:xfrm>
          <a:off x="2042536" y="2993738"/>
          <a:ext cx="2064948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80588" imgH="266584" progId="Equation.DSMT4">
                  <p:embed/>
                </p:oleObj>
              </mc:Choice>
              <mc:Fallback>
                <p:oleObj name="Equation" r:id="rId9" imgW="1180588" imgH="266584" progId="Equation.DSMT4">
                  <p:embed/>
                  <p:pic>
                    <p:nvPicPr>
                      <p:cNvPr id="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2536" y="2993738"/>
                        <a:ext cx="2064948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900467"/>
              </p:ext>
            </p:extLst>
          </p:nvPr>
        </p:nvGraphicFramePr>
        <p:xfrm>
          <a:off x="4494547" y="3421700"/>
          <a:ext cx="1418768" cy="501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47700" imgH="228600" progId="Equation.DSMT4">
                  <p:embed/>
                </p:oleObj>
              </mc:Choice>
              <mc:Fallback>
                <p:oleObj name="Equation" r:id="rId11" imgW="647700" imgH="228600" progId="Equation.DSMT4">
                  <p:embed/>
                  <p:pic>
                    <p:nvPicPr>
                      <p:cNvPr id="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4547" y="3421700"/>
                        <a:ext cx="1418768" cy="50119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17439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Phasor Relationships for Capacitors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7391400" cy="475614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For capacitors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sz="240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sz="240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US" altLang="en-US" sz="440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Capacitors have the opposite phase relationship as compared to inductors.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i="1">
                <a:solidFill>
                  <a:srgbClr val="FF0000"/>
                </a:solidFill>
              </a:rPr>
              <a:t>The current leads the voltage by 90</a:t>
            </a:r>
            <a:r>
              <a:rPr lang="en-US" altLang="en-US" sz="2400" i="1" baseline="30000">
                <a:solidFill>
                  <a:srgbClr val="FF0000"/>
                </a:solidFill>
              </a:rPr>
              <a:t>o</a:t>
            </a:r>
            <a:r>
              <a:rPr lang="en-US" altLang="en-US" sz="2400" i="1">
                <a:solidFill>
                  <a:srgbClr val="FF0000"/>
                </a:solidFill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/>
              <a:t>In a phasor diagram, this corresponds to a negative phase angle between the voltage and current.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54446" y="1867361"/>
            <a:ext cx="2180968" cy="21310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23272" y="4171563"/>
            <a:ext cx="2747153" cy="18385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3730412" y="2932899"/>
                <a:ext cx="1606974" cy="94410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num>
                        <m:den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412" y="2932899"/>
                <a:ext cx="1606974" cy="9441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9437" y="2075237"/>
            <a:ext cx="2828925" cy="800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9237" y="3020166"/>
            <a:ext cx="1238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68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9763" y="701905"/>
            <a:ext cx="10078707" cy="35043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23272" y="4171563"/>
            <a:ext cx="2747153" cy="18385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85115" y="4206240"/>
            <a:ext cx="2766068" cy="18511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70185" y="4171563"/>
            <a:ext cx="2142842" cy="183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59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Impedance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838200" y="1529542"/>
            <a:ext cx="10515600" cy="1268260"/>
          </a:xfrm>
          <a:noFill/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/>
              <a:t>Using the representation of phasor, it is possible to expand Ohm’s law to capacitors and inductors. The voltage-current relationship equations may be written in terms of the ratio of phasor voltage and current.</a:t>
            </a:r>
          </a:p>
          <a:p>
            <a:pPr marL="0" indent="0" algn="just">
              <a:buNone/>
            </a:pPr>
            <a:endParaRPr lang="en-US" altLang="en-US" sz="2400" i="1"/>
          </a:p>
          <a:p>
            <a:pPr marL="0" indent="0" algn="just">
              <a:buNone/>
            </a:pPr>
            <a:endParaRPr lang="en-US" altLang="en-US" sz="2400" i="1"/>
          </a:p>
          <a:p>
            <a:pPr marL="0" indent="0" algn="just">
              <a:buNone/>
            </a:pPr>
            <a:endParaRPr lang="en-US" altLang="en-US" sz="2400" i="1"/>
          </a:p>
          <a:p>
            <a:pPr marL="0" indent="0" algn="just">
              <a:buNone/>
            </a:pPr>
            <a:endParaRPr lang="en-US" altLang="en-US" sz="2400" i="1"/>
          </a:p>
          <a:p>
            <a:pPr marL="0" indent="0" algn="just">
              <a:buNone/>
            </a:pPr>
            <a:endParaRPr lang="en-US" altLang="en-US" sz="2400" i="1"/>
          </a:p>
          <a:p>
            <a:pPr algn="just"/>
            <a:endParaRPr lang="en-US" altLang="en-US" sz="2400"/>
          </a:p>
          <a:p>
            <a:pPr algn="just"/>
            <a:endParaRPr lang="en-US" altLang="en-US" sz="2400"/>
          </a:p>
          <a:p>
            <a:pPr marL="0" indent="0" algn="just">
              <a:buNone/>
            </a:pPr>
            <a:endParaRPr lang="en-US" alt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2150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170247"/>
              </p:ext>
            </p:extLst>
          </p:nvPr>
        </p:nvGraphicFramePr>
        <p:xfrm>
          <a:off x="4654413" y="3994577"/>
          <a:ext cx="2848715" cy="922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95400" imgH="419100" progId="Equation.DSMT4">
                  <p:embed/>
                </p:oleObj>
              </mc:Choice>
              <mc:Fallback>
                <p:oleObj name="Equation" r:id="rId3" imgW="1295400" imgH="419100" progId="Equation.DSMT4">
                  <p:embed/>
                  <p:pic>
                    <p:nvPicPr>
                      <p:cNvPr id="2150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413" y="3994577"/>
                        <a:ext cx="2848715" cy="922174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1038737" y="4923291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2800" b="1"/>
              <a:t>The </a:t>
            </a:r>
            <a:r>
              <a:rPr lang="en-US" altLang="en-US" sz="2800" b="1">
                <a:solidFill>
                  <a:srgbClr val="FF0000"/>
                </a:solidFill>
              </a:rPr>
              <a:t>impedance</a:t>
            </a:r>
            <a:r>
              <a:rPr lang="en-US" altLang="en-US" sz="2800" b="1"/>
              <a:t> of a circuit element is the ratio of the phasor voltage to the phasor current.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8737" y="5890478"/>
            <a:ext cx="103992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400" i="1"/>
              <a:t>Impedance is not a phasor, its unit is Ohm (</a:t>
            </a:r>
            <a:r>
              <a:rPr lang="en-US" altLang="en-US" sz="2400">
                <a:latin typeface="Symbol" panose="05050102010706020507" pitchFamily="18" charset="2"/>
              </a:rPr>
              <a:t>W</a:t>
            </a:r>
            <a:r>
              <a:rPr lang="en-US" altLang="en-US" sz="2400" i="1">
                <a:latin typeface="Symbol" panose="05050102010706020507" pitchFamily="18" charset="2"/>
              </a:rPr>
              <a:t>)</a:t>
            </a:r>
            <a:r>
              <a:rPr lang="en-US" altLang="en-US" sz="2400" i="1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400" i="1"/>
              <a:t>Impedance is frequency dependent.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674007" y="2837488"/>
            <a:ext cx="7128682" cy="993670"/>
            <a:chOff x="2639253" y="3630889"/>
            <a:chExt cx="7128682" cy="99367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639253" y="3630890"/>
                  <a:ext cx="1032590" cy="9805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num>
                          <m:den>
                            <m:acc>
                              <m:accPr>
                                <m:chr m:val="⃗"/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253" y="3630890"/>
                  <a:ext cx="1032590" cy="98058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5352962" y="3630890"/>
                  <a:ext cx="1382110" cy="9805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num>
                          <m:den>
                            <m:acc>
                              <m:accPr>
                                <m:chr m:val="⃗"/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2962" y="3630890"/>
                  <a:ext cx="1382110" cy="98058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8353381" y="3630889"/>
                  <a:ext cx="1414554" cy="9936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num>
                          <m:den>
                            <m:acc>
                              <m:accPr>
                                <m:chr m:val="⃗"/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3381" y="3630889"/>
                  <a:ext cx="1414554" cy="99367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1136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Admittance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838200" y="2555164"/>
            <a:ext cx="10515600" cy="397626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/>
              <a:t>Just like the relationship between Resistance and Conductance, we introduce a property as the inverse of impedance – admittance. </a:t>
            </a:r>
          </a:p>
          <a:p>
            <a:pPr algn="just">
              <a:lnSpc>
                <a:spcPct val="100000"/>
              </a:lnSpc>
            </a:pPr>
            <a:endParaRPr lang="en-US" altLang="en-US"/>
          </a:p>
          <a:p>
            <a:pPr algn="just">
              <a:lnSpc>
                <a:spcPct val="100000"/>
              </a:lnSpc>
            </a:pPr>
            <a:endParaRPr lang="en-US" altLang="en-US"/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b="1"/>
              <a:t>The </a:t>
            </a:r>
            <a:r>
              <a:rPr lang="en-US" altLang="en-US" b="1">
                <a:solidFill>
                  <a:srgbClr val="FF0000"/>
                </a:solidFill>
              </a:rPr>
              <a:t>admittance</a:t>
            </a:r>
            <a:r>
              <a:rPr lang="en-US" altLang="en-US" b="1"/>
              <a:t> is simply defined as the inverse of impedance, units in Siemens or mhos (S or    ) is simply the inverse of impedance.</a:t>
            </a:r>
          </a:p>
          <a:p>
            <a:pPr lvl="1" algn="just">
              <a:lnSpc>
                <a:spcPct val="100000"/>
              </a:lnSpc>
            </a:pPr>
            <a:r>
              <a:rPr lang="en-US" altLang="zh-CN"/>
              <a:t>Both </a:t>
            </a:r>
            <a:r>
              <a:rPr lang="en-US" altLang="zh-CN" b="1"/>
              <a:t>Z</a:t>
            </a:r>
            <a:r>
              <a:rPr lang="en-US" altLang="zh-CN"/>
              <a:t> and </a:t>
            </a:r>
            <a:r>
              <a:rPr lang="en-US" altLang="zh-CN" b="1"/>
              <a:t>Y</a:t>
            </a:r>
            <a:r>
              <a:rPr lang="en-US" altLang="zh-CN"/>
              <a:t> are complex numbers.</a:t>
            </a:r>
            <a:endParaRPr lang="en-US" altLang="en-US" b="1"/>
          </a:p>
          <a:p>
            <a:pPr lvl="1" algn="just">
              <a:lnSpc>
                <a:spcPct val="100000"/>
              </a:lnSpc>
            </a:pPr>
            <a:r>
              <a:rPr lang="en-US" altLang="en-US"/>
              <a:t>Admittance is also frequency dependent. </a:t>
            </a:r>
          </a:p>
          <a:p>
            <a:pPr marL="0" indent="0" algn="just">
              <a:buNone/>
            </a:pPr>
            <a:endParaRPr lang="en-US" alt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338468"/>
              </p:ext>
            </p:extLst>
          </p:nvPr>
        </p:nvGraphicFramePr>
        <p:xfrm>
          <a:off x="4396132" y="3666342"/>
          <a:ext cx="2848715" cy="874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700" imgH="393700" progId="Equation.DSMT4">
                  <p:embed/>
                </p:oleObj>
              </mc:Choice>
              <mc:Fallback>
                <p:oleObj name="Equation" r:id="rId3" imgW="1282700" imgH="3937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6132" y="3666342"/>
                        <a:ext cx="2848715" cy="874659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 flipV="1">
            <a:off x="4653019" y="5128959"/>
            <a:ext cx="460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>
                <a:latin typeface="Symbol" panose="05050102010706020507" pitchFamily="18" charset="2"/>
              </a:rPr>
              <a:t>W</a:t>
            </a:r>
            <a:endParaRPr lang="zh-CN" altLang="en-US" sz="2800"/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131764"/>
              </p:ext>
            </p:extLst>
          </p:nvPr>
        </p:nvGraphicFramePr>
        <p:xfrm>
          <a:off x="4396132" y="1342023"/>
          <a:ext cx="2848715" cy="922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400" imgH="419100" progId="Equation.DSMT4">
                  <p:embed/>
                </p:oleObj>
              </mc:Choice>
              <mc:Fallback>
                <p:oleObj name="Equation" r:id="rId5" imgW="1295400" imgH="419100" progId="Equation.DSMT4">
                  <p:embed/>
                  <p:pic>
                    <p:nvPicPr>
                      <p:cNvPr id="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6132" y="1342023"/>
                        <a:ext cx="2848715" cy="922174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8026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Impedance and Admittance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altLang="en-US"/>
              <a:t>It is important to realize that in frequency domain, the values obtained for impedance are only valid at that frequency.</a:t>
            </a:r>
          </a:p>
          <a:p>
            <a:r>
              <a:rPr lang="en-US" altLang="en-US"/>
              <a:t>Changing to a new frequency will require recalculating the values.</a:t>
            </a:r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25" y="3221901"/>
            <a:ext cx="3961886" cy="23274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81324" y="4314273"/>
            <a:ext cx="3669555" cy="11519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ight Arrow 6"/>
          <p:cNvSpPr/>
          <p:nvPr/>
        </p:nvSpPr>
        <p:spPr>
          <a:xfrm>
            <a:off x="5430736" y="4623477"/>
            <a:ext cx="1773423" cy="42106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09482" y="3187346"/>
            <a:ext cx="3530068" cy="33557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80232" y="552677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/>
              <a:t>At low frequencies (</a:t>
            </a:r>
            <a:r>
              <a:rPr lang="el-GR" altLang="en-US">
                <a:sym typeface="Symbol" panose="05050102010706020507" pitchFamily="18" charset="2"/>
              </a:rPr>
              <a:t>ω</a:t>
            </a:r>
            <a:r>
              <a:rPr lang="en-US" altLang="en-US">
                <a:sym typeface="Symbol" panose="05050102010706020507" pitchFamily="18" charset="2"/>
              </a:rPr>
              <a:t>0), 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capacitor is open and inductor is short circuit! </a:t>
            </a:r>
          </a:p>
          <a:p>
            <a:r>
              <a:rPr lang="en-US" altLang="en-US"/>
              <a:t>At high frequencies (</a:t>
            </a:r>
            <a:r>
              <a:rPr lang="el-GR" altLang="en-US">
                <a:sym typeface="Symbol" panose="05050102010706020507" pitchFamily="18" charset="2"/>
              </a:rPr>
              <a:t>ω∞</a:t>
            </a:r>
            <a:r>
              <a:rPr lang="en-US" altLang="en-US">
                <a:sym typeface="Symbol" panose="05050102010706020507" pitchFamily="18" charset="2"/>
              </a:rPr>
              <a:t>), 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capacitor is short and inductor is open circuit! </a:t>
            </a: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976131"/>
              </p:ext>
            </p:extLst>
          </p:nvPr>
        </p:nvGraphicFramePr>
        <p:xfrm>
          <a:off x="4134778" y="6160338"/>
          <a:ext cx="14239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100" imgH="228600" progId="Equation.DSMT4">
                  <p:embed/>
                </p:oleObj>
              </mc:Choice>
              <mc:Fallback>
                <p:oleObj name="Equation" r:id="rId4" imgW="1054100" imgH="2286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4778" y="6160338"/>
                        <a:ext cx="1423987" cy="311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762598"/>
              </p:ext>
            </p:extLst>
          </p:nvPr>
        </p:nvGraphicFramePr>
        <p:xfrm>
          <a:off x="4084903" y="5571632"/>
          <a:ext cx="14239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100" imgH="228600" progId="Equation.DSMT4">
                  <p:embed/>
                </p:oleObj>
              </mc:Choice>
              <mc:Fallback>
                <p:oleObj name="Equation" r:id="rId6" imgW="1054100" imgH="228600" progId="Equation.DSMT4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4903" y="5571632"/>
                        <a:ext cx="1423987" cy="311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342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Impedance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76367"/>
          </a:xfrm>
        </p:spPr>
        <p:txBody>
          <a:bodyPr>
            <a:noAutofit/>
          </a:bodyPr>
          <a:lstStyle/>
          <a:p>
            <a:r>
              <a:rPr lang="en-US" altLang="en-US"/>
              <a:t>As a complex quantity, the impedance may be expressed in rectangular form.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GB" altLang="en-US" sz="2400"/>
          </a:p>
          <a:p>
            <a:endParaRPr lang="en-GB" altLang="en-US" sz="2400"/>
          </a:p>
          <a:p>
            <a:r>
              <a:rPr lang="en-GB" altLang="en-US"/>
              <a:t>It may also be expressed in polar form as:</a:t>
            </a:r>
            <a:endParaRPr lang="en-US" altLang="en-US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When the angle is positive, we say the impedance is inductive, and capacitive when it is negative.</a:t>
            </a:r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456883"/>
              </p:ext>
            </p:extLst>
          </p:nvPr>
        </p:nvGraphicFramePr>
        <p:xfrm>
          <a:off x="4432443" y="3016251"/>
          <a:ext cx="2881328" cy="736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49300" imgH="190500" progId="Equation.DSMT4">
                  <p:embed/>
                </p:oleObj>
              </mc:Choice>
              <mc:Fallback>
                <p:oleObj name="Equation" r:id="rId3" imgW="749300" imgH="1905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443" y="3016251"/>
                        <a:ext cx="2881328" cy="7361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399376"/>
              </p:ext>
            </p:extLst>
          </p:nvPr>
        </p:nvGraphicFramePr>
        <p:xfrm>
          <a:off x="8222557" y="3154931"/>
          <a:ext cx="1944130" cy="376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227" imgH="253890" progId="Equation.DSMT4">
                  <p:embed/>
                </p:oleObj>
              </mc:Choice>
              <mc:Fallback>
                <p:oleObj name="Equation" r:id="rId5" imgW="1320227" imgH="25389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557" y="3154931"/>
                        <a:ext cx="1944130" cy="3765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595443"/>
              </p:ext>
            </p:extLst>
          </p:nvPr>
        </p:nvGraphicFramePr>
        <p:xfrm>
          <a:off x="8244681" y="3555162"/>
          <a:ext cx="1835150" cy="357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20227" imgH="253890" progId="Equation.DSMT4">
                  <p:embed/>
                </p:oleObj>
              </mc:Choice>
              <mc:Fallback>
                <p:oleObj name="Equation" r:id="rId7" imgW="1320227" imgH="25389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4681" y="3555162"/>
                        <a:ext cx="1835150" cy="357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108782"/>
              </p:ext>
            </p:extLst>
          </p:nvPr>
        </p:nvGraphicFramePr>
        <p:xfrm>
          <a:off x="3343494" y="4973441"/>
          <a:ext cx="5851128" cy="84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30500" imgH="393700" progId="Equation.DSMT4">
                  <p:embed/>
                </p:oleObj>
              </mc:Choice>
              <mc:Fallback>
                <p:oleObj name="Equation" r:id="rId9" imgW="2730500" imgH="3937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494" y="4973441"/>
                        <a:ext cx="5851128" cy="849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5550917" y="3016251"/>
            <a:ext cx="372065" cy="596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1137890" y="3767300"/>
            <a:ext cx="4785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/>
              <a:t>The real part is called the </a:t>
            </a:r>
            <a:r>
              <a:rPr lang="en-US" altLang="en-US" sz="2400" b="1" i="1" u="sng">
                <a:solidFill>
                  <a:srgbClr val="FF0000"/>
                </a:solidFill>
              </a:rPr>
              <a:t>Resistance</a:t>
            </a:r>
            <a:endParaRPr lang="zh-CN" altLang="en-US" sz="2400" b="1" i="1" u="sng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47711" y="2316662"/>
            <a:ext cx="55321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i="1"/>
              <a:t>The imaginary part is called the </a:t>
            </a:r>
            <a:r>
              <a:rPr lang="en-US" altLang="en-US" sz="2400" i="1" u="sng">
                <a:solidFill>
                  <a:schemeClr val="accent4"/>
                </a:solidFill>
              </a:rPr>
              <a:t>Reactance</a:t>
            </a:r>
            <a:endParaRPr lang="zh-CN" altLang="en-US" sz="2400"/>
          </a:p>
        </p:txBody>
      </p:sp>
      <p:sp>
        <p:nvSpPr>
          <p:cNvPr id="14" name="Rectangle 13"/>
          <p:cNvSpPr/>
          <p:nvPr/>
        </p:nvSpPr>
        <p:spPr>
          <a:xfrm>
            <a:off x="6765129" y="3016251"/>
            <a:ext cx="400442" cy="596093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76367" y="4065281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Both in units of Ohms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85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4" grpId="0" animBg="1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Admittance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algn="just"/>
            <a:r>
              <a:rPr lang="en-US" altLang="en-US"/>
              <a:t>Similarly, admittance being the reciprocal of the impedance, is also a complex number.</a:t>
            </a:r>
          </a:p>
          <a:p>
            <a:pPr algn="just"/>
            <a:r>
              <a:rPr lang="en-US" altLang="en-US"/>
              <a:t>The real part of the admittance is called the </a:t>
            </a:r>
            <a:r>
              <a:rPr lang="en-US" altLang="en-US" b="1" u="sng">
                <a:solidFill>
                  <a:srgbClr val="FF0000"/>
                </a:solidFill>
              </a:rPr>
              <a:t>Conductance</a:t>
            </a:r>
            <a:r>
              <a:rPr lang="en-US" altLang="en-US"/>
              <a:t>, </a:t>
            </a:r>
            <a:r>
              <a:rPr lang="en-US" altLang="en-US" i="1">
                <a:solidFill>
                  <a:srgbClr val="FF0000"/>
                </a:solidFill>
              </a:rPr>
              <a:t>G</a:t>
            </a:r>
            <a:r>
              <a:rPr lang="en-US" altLang="en-US" i="1"/>
              <a:t>. </a:t>
            </a:r>
            <a:r>
              <a:rPr lang="en-US" altLang="en-US"/>
              <a:t>The imaginary part is called the </a:t>
            </a:r>
            <a:r>
              <a:rPr lang="en-US" altLang="en-US" b="1" i="1" u="sng" err="1">
                <a:solidFill>
                  <a:schemeClr val="accent4"/>
                </a:solidFill>
              </a:rPr>
              <a:t>Susceptance</a:t>
            </a:r>
            <a:r>
              <a:rPr lang="en-US" altLang="en-US"/>
              <a:t>, </a:t>
            </a:r>
            <a:r>
              <a:rPr lang="en-US" altLang="en-US" i="1">
                <a:solidFill>
                  <a:schemeClr val="accent4"/>
                </a:solidFill>
              </a:rPr>
              <a:t>B</a:t>
            </a:r>
            <a:r>
              <a:rPr lang="en-US" altLang="en-US" i="1"/>
              <a:t>. </a:t>
            </a:r>
          </a:p>
          <a:p>
            <a:pPr algn="just"/>
            <a:endParaRPr lang="en-US" altLang="en-US" sz="2200" i="1"/>
          </a:p>
          <a:p>
            <a:pPr algn="just"/>
            <a:endParaRPr lang="en-US" altLang="en-US" sz="2200" i="1"/>
          </a:p>
          <a:p>
            <a:pPr algn="just"/>
            <a:r>
              <a:rPr lang="en-US" altLang="en-US"/>
              <a:t>The impedance and admittance components can be related to each other: </a:t>
            </a:r>
          </a:p>
          <a:p>
            <a:pPr algn="just"/>
            <a:endParaRPr lang="en-US" altLang="en-US" sz="2400"/>
          </a:p>
          <a:p>
            <a:pPr algn="just"/>
            <a:endParaRPr lang="en-US" alt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791663"/>
              </p:ext>
            </p:extLst>
          </p:nvPr>
        </p:nvGraphicFramePr>
        <p:xfrm>
          <a:off x="1272354" y="5162495"/>
          <a:ext cx="9647292" cy="898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95800" imgH="419100" progId="Equation.DSMT4">
                  <p:embed/>
                </p:oleObj>
              </mc:Choice>
              <mc:Fallback>
                <p:oleObj name="Equation" r:id="rId3" imgW="4495800" imgH="419100" progId="Equation.DSMT4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2354" y="5162495"/>
                        <a:ext cx="9647292" cy="8981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327630"/>
              </p:ext>
            </p:extLst>
          </p:nvPr>
        </p:nvGraphicFramePr>
        <p:xfrm>
          <a:off x="4280040" y="3581643"/>
          <a:ext cx="2514228" cy="70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586" imgH="203112" progId="Equation.DSMT4">
                  <p:embed/>
                </p:oleObj>
              </mc:Choice>
              <mc:Fallback>
                <p:oleObj name="Equation" r:id="rId5" imgW="723586" imgH="203112" progId="Equation.DSMT4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0040" y="3581643"/>
                        <a:ext cx="2514228" cy="7043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5246114" y="3577363"/>
            <a:ext cx="372065" cy="596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6377201" y="3577363"/>
            <a:ext cx="400442" cy="596093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64163" y="3690743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Both in units of Siemens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13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Kirchoff’s Laws in Frequency Domain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2400"/>
              <a:t>A powerful aspect of phasors is that Kirchhoff's laws apply to them as well.</a:t>
            </a:r>
          </a:p>
          <a:p>
            <a:pPr algn="just">
              <a:lnSpc>
                <a:spcPct val="100000"/>
              </a:lnSpc>
            </a:pPr>
            <a:r>
              <a:rPr lang="en-US" altLang="en-US" sz="2400"/>
              <a:t>This means that a circuit transformed to frequency domain can be evaluated by the same methodology developed for KVL and KCL, only that there will likely be complex values.</a:t>
            </a:r>
          </a:p>
          <a:p>
            <a:pPr algn="just"/>
            <a:r>
              <a:rPr lang="en-US" altLang="en-US" sz="2400"/>
              <a:t>Let </a:t>
            </a:r>
            <a:r>
              <a:rPr lang="en-US" altLang="en-US" sz="2400" i="1"/>
              <a:t>v</a:t>
            </a:r>
            <a:r>
              <a:rPr lang="en-US" altLang="en-US" sz="2400" baseline="-25000"/>
              <a:t>i</a:t>
            </a:r>
            <a:r>
              <a:rPr lang="en-US" altLang="en-US" sz="2400"/>
              <a:t> </a:t>
            </a:r>
            <a:r>
              <a:rPr lang="en-GB" altLang="en-US" sz="2400"/>
              <a:t>let be the </a:t>
            </a:r>
            <a:r>
              <a:rPr lang="en-GB" altLang="en-US" sz="2400" i="1" err="1"/>
              <a:t>i</a:t>
            </a:r>
            <a:r>
              <a:rPr lang="en-GB" altLang="en-US" sz="2400" baseline="30000" err="1"/>
              <a:t>th</a:t>
            </a:r>
            <a:r>
              <a:rPr lang="en-GB" altLang="en-US" sz="2400"/>
              <a:t> voltages around a closed loop containing </a:t>
            </a:r>
            <a:r>
              <a:rPr lang="en-GB" altLang="en-US" sz="2400" i="1"/>
              <a:t>n</a:t>
            </a:r>
            <a:r>
              <a:rPr lang="en-GB" altLang="en-US" sz="2400"/>
              <a:t> elements.</a:t>
            </a:r>
          </a:p>
          <a:p>
            <a:pPr algn="just"/>
            <a:endParaRPr lang="en-GB" altLang="en-US" sz="2400"/>
          </a:p>
          <a:p>
            <a:pPr algn="just"/>
            <a:endParaRPr lang="en-US" altLang="en-US" sz="2400"/>
          </a:p>
          <a:p>
            <a:pPr algn="just"/>
            <a:r>
              <a:rPr lang="en-US" altLang="en-US" sz="2400"/>
              <a:t>Writing in phasor form</a:t>
            </a:r>
          </a:p>
          <a:p>
            <a:pPr algn="just"/>
            <a:endParaRPr lang="en-US" altLang="en-US" sz="2400"/>
          </a:p>
          <a:p>
            <a:pPr algn="just"/>
            <a:endParaRPr lang="en-US" altLang="en-US" sz="2400"/>
          </a:p>
          <a:p>
            <a:pPr algn="just"/>
            <a:r>
              <a:rPr lang="en-US" altLang="en-US" sz="2400"/>
              <a:t>Similarly, at any node                , where      is the phasor current of the </a:t>
            </a:r>
            <a:r>
              <a:rPr lang="en-US" altLang="en-US" sz="2400" i="1" err="1"/>
              <a:t>i</a:t>
            </a:r>
            <a:r>
              <a:rPr lang="en-US" altLang="en-US" sz="2400" baseline="30000" err="1"/>
              <a:t>th</a:t>
            </a:r>
            <a:r>
              <a:rPr lang="en-US" altLang="en-US" sz="2400"/>
              <a:t> branch.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083054"/>
              </p:ext>
            </p:extLst>
          </p:nvPr>
        </p:nvGraphicFramePr>
        <p:xfrm>
          <a:off x="2865870" y="3748142"/>
          <a:ext cx="1401724" cy="1086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8558" imgH="431613" progId="Equation.DSMT4">
                  <p:embed/>
                </p:oleObj>
              </mc:Choice>
              <mc:Fallback>
                <p:oleObj name="Equation" r:id="rId3" imgW="558558" imgH="431613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870" y="3748142"/>
                        <a:ext cx="1401724" cy="10866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264570"/>
              </p:ext>
            </p:extLst>
          </p:nvPr>
        </p:nvGraphicFramePr>
        <p:xfrm>
          <a:off x="6295264" y="3748142"/>
          <a:ext cx="3407126" cy="1086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310" imgH="431613" progId="Equation.DSMT4">
                  <p:embed/>
                </p:oleObj>
              </mc:Choice>
              <mc:Fallback>
                <p:oleObj name="Equation" r:id="rId5" imgW="1358310" imgH="431613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5264" y="3748142"/>
                        <a:ext cx="3407126" cy="10866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975193"/>
              </p:ext>
            </p:extLst>
          </p:nvPr>
        </p:nvGraphicFramePr>
        <p:xfrm>
          <a:off x="2058385" y="5165733"/>
          <a:ext cx="8473759" cy="859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279900" imgH="431800" progId="Equation.DSMT4">
                  <p:embed/>
                </p:oleObj>
              </mc:Choice>
              <mc:Fallback>
                <p:oleObj name="Equation" r:id="rId7" imgW="4279900" imgH="4318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385" y="5165733"/>
                        <a:ext cx="8473759" cy="8596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579160"/>
              </p:ext>
            </p:extLst>
          </p:nvPr>
        </p:nvGraphicFramePr>
        <p:xfrm>
          <a:off x="3872556" y="5927654"/>
          <a:ext cx="1183380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1252" imgH="431613" progId="Equation.DSMT4">
                  <p:embed/>
                </p:oleObj>
              </mc:Choice>
              <mc:Fallback>
                <p:oleObj name="Equation" r:id="rId9" imgW="571252" imgH="431613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2556" y="5927654"/>
                        <a:ext cx="1183380" cy="900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714422"/>
              </p:ext>
            </p:extLst>
          </p:nvPr>
        </p:nvGraphicFramePr>
        <p:xfrm>
          <a:off x="6000110" y="6111322"/>
          <a:ext cx="295155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68" imgH="203024" progId="Equation.DSMT4">
                  <p:embed/>
                </p:oleObj>
              </mc:Choice>
              <mc:Fallback>
                <p:oleObj name="Equation" r:id="rId11" imgW="152268" imgH="203024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110" y="6111322"/>
                        <a:ext cx="295155" cy="396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ight Arrow 1"/>
          <p:cNvSpPr/>
          <p:nvPr/>
        </p:nvSpPr>
        <p:spPr>
          <a:xfrm>
            <a:off x="4774352" y="4156206"/>
            <a:ext cx="1014153" cy="263566"/>
          </a:xfrm>
          <a:prstGeom prst="righ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752265" y="4103730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Sinusoid Steady-State</a:t>
            </a:r>
            <a:endParaRPr lang="zh-CN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A23C5C6-5576-3140-91F1-F009DD9F2D3B}"/>
              </a:ext>
            </a:extLst>
          </p:cNvPr>
          <p:cNvSpPr/>
          <p:nvPr/>
        </p:nvSpPr>
        <p:spPr>
          <a:xfrm>
            <a:off x="4437529" y="5262282"/>
            <a:ext cx="1039906" cy="528918"/>
          </a:xfrm>
          <a:custGeom>
            <a:avLst/>
            <a:gdLst>
              <a:gd name="connsiteX0" fmla="*/ 412377 w 1039906"/>
              <a:gd name="connsiteY0" fmla="*/ 71718 h 528918"/>
              <a:gd name="connsiteX1" fmla="*/ 493059 w 1039906"/>
              <a:gd name="connsiteY1" fmla="*/ 161365 h 528918"/>
              <a:gd name="connsiteX2" fmla="*/ 510989 w 1039906"/>
              <a:gd name="connsiteY2" fmla="*/ 215153 h 528918"/>
              <a:gd name="connsiteX3" fmla="*/ 502024 w 1039906"/>
              <a:gd name="connsiteY3" fmla="*/ 331694 h 528918"/>
              <a:gd name="connsiteX4" fmla="*/ 448236 w 1039906"/>
              <a:gd name="connsiteY4" fmla="*/ 439271 h 528918"/>
              <a:gd name="connsiteX5" fmla="*/ 394447 w 1039906"/>
              <a:gd name="connsiteY5" fmla="*/ 466165 h 528918"/>
              <a:gd name="connsiteX6" fmla="*/ 340659 w 1039906"/>
              <a:gd name="connsiteY6" fmla="*/ 502024 h 528918"/>
              <a:gd name="connsiteX7" fmla="*/ 313765 w 1039906"/>
              <a:gd name="connsiteY7" fmla="*/ 519953 h 528918"/>
              <a:gd name="connsiteX8" fmla="*/ 259977 w 1039906"/>
              <a:gd name="connsiteY8" fmla="*/ 528918 h 528918"/>
              <a:gd name="connsiteX9" fmla="*/ 107577 w 1039906"/>
              <a:gd name="connsiteY9" fmla="*/ 510989 h 528918"/>
              <a:gd name="connsiteX10" fmla="*/ 53789 w 1039906"/>
              <a:gd name="connsiteY10" fmla="*/ 493059 h 528918"/>
              <a:gd name="connsiteX11" fmla="*/ 26895 w 1039906"/>
              <a:gd name="connsiteY11" fmla="*/ 484094 h 528918"/>
              <a:gd name="connsiteX12" fmla="*/ 0 w 1039906"/>
              <a:gd name="connsiteY12" fmla="*/ 466165 h 528918"/>
              <a:gd name="connsiteX13" fmla="*/ 17930 w 1039906"/>
              <a:gd name="connsiteY13" fmla="*/ 295836 h 528918"/>
              <a:gd name="connsiteX14" fmla="*/ 35859 w 1039906"/>
              <a:gd name="connsiteY14" fmla="*/ 242047 h 528918"/>
              <a:gd name="connsiteX15" fmla="*/ 53789 w 1039906"/>
              <a:gd name="connsiteY15" fmla="*/ 215153 h 528918"/>
              <a:gd name="connsiteX16" fmla="*/ 62753 w 1039906"/>
              <a:gd name="connsiteY16" fmla="*/ 188259 h 528918"/>
              <a:gd name="connsiteX17" fmla="*/ 152400 w 1039906"/>
              <a:gd name="connsiteY17" fmla="*/ 116542 h 528918"/>
              <a:gd name="connsiteX18" fmla="*/ 206189 w 1039906"/>
              <a:gd name="connsiteY18" fmla="*/ 98612 h 528918"/>
              <a:gd name="connsiteX19" fmla="*/ 233083 w 1039906"/>
              <a:gd name="connsiteY19" fmla="*/ 89647 h 528918"/>
              <a:gd name="connsiteX20" fmla="*/ 295836 w 1039906"/>
              <a:gd name="connsiteY20" fmla="*/ 80683 h 528918"/>
              <a:gd name="connsiteX21" fmla="*/ 367553 w 1039906"/>
              <a:gd name="connsiteY21" fmla="*/ 89647 h 528918"/>
              <a:gd name="connsiteX22" fmla="*/ 448236 w 1039906"/>
              <a:gd name="connsiteY22" fmla="*/ 53789 h 528918"/>
              <a:gd name="connsiteX23" fmla="*/ 466165 w 1039906"/>
              <a:gd name="connsiteY23" fmla="*/ 35859 h 528918"/>
              <a:gd name="connsiteX24" fmla="*/ 493059 w 1039906"/>
              <a:gd name="connsiteY24" fmla="*/ 26894 h 528918"/>
              <a:gd name="connsiteX25" fmla="*/ 618565 w 1039906"/>
              <a:gd name="connsiteY25" fmla="*/ 0 h 528918"/>
              <a:gd name="connsiteX26" fmla="*/ 833718 w 1039906"/>
              <a:gd name="connsiteY26" fmla="*/ 17930 h 528918"/>
              <a:gd name="connsiteX27" fmla="*/ 887506 w 1039906"/>
              <a:gd name="connsiteY27" fmla="*/ 35859 h 528918"/>
              <a:gd name="connsiteX28" fmla="*/ 905436 w 1039906"/>
              <a:gd name="connsiteY28" fmla="*/ 62753 h 528918"/>
              <a:gd name="connsiteX29" fmla="*/ 923365 w 1039906"/>
              <a:gd name="connsiteY29" fmla="*/ 80683 h 528918"/>
              <a:gd name="connsiteX30" fmla="*/ 941295 w 1039906"/>
              <a:gd name="connsiteY30" fmla="*/ 134471 h 528918"/>
              <a:gd name="connsiteX31" fmla="*/ 950259 w 1039906"/>
              <a:gd name="connsiteY31" fmla="*/ 161365 h 528918"/>
              <a:gd name="connsiteX32" fmla="*/ 959224 w 1039906"/>
              <a:gd name="connsiteY32" fmla="*/ 188259 h 528918"/>
              <a:gd name="connsiteX33" fmla="*/ 968189 w 1039906"/>
              <a:gd name="connsiteY33" fmla="*/ 233083 h 528918"/>
              <a:gd name="connsiteX34" fmla="*/ 968189 w 1039906"/>
              <a:gd name="connsiteY34" fmla="*/ 394447 h 528918"/>
              <a:gd name="connsiteX35" fmla="*/ 950259 w 1039906"/>
              <a:gd name="connsiteY35" fmla="*/ 376518 h 528918"/>
              <a:gd name="connsiteX36" fmla="*/ 914400 w 1039906"/>
              <a:gd name="connsiteY36" fmla="*/ 331694 h 528918"/>
              <a:gd name="connsiteX37" fmla="*/ 923365 w 1039906"/>
              <a:gd name="connsiteY37" fmla="*/ 340659 h 528918"/>
              <a:gd name="connsiteX38" fmla="*/ 941295 w 1039906"/>
              <a:gd name="connsiteY38" fmla="*/ 358589 h 528918"/>
              <a:gd name="connsiteX39" fmla="*/ 986118 w 1039906"/>
              <a:gd name="connsiteY39" fmla="*/ 403412 h 528918"/>
              <a:gd name="connsiteX40" fmla="*/ 1004047 w 1039906"/>
              <a:gd name="connsiteY40" fmla="*/ 376518 h 528918"/>
              <a:gd name="connsiteX41" fmla="*/ 1039906 w 1039906"/>
              <a:gd name="connsiteY41" fmla="*/ 340659 h 52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39906" h="528918">
                <a:moveTo>
                  <a:pt x="412377" y="71718"/>
                </a:moveTo>
                <a:cubicBezTo>
                  <a:pt x="426183" y="85524"/>
                  <a:pt x="479323" y="130459"/>
                  <a:pt x="493059" y="161365"/>
                </a:cubicBezTo>
                <a:cubicBezTo>
                  <a:pt x="500735" y="178635"/>
                  <a:pt x="510989" y="215153"/>
                  <a:pt x="510989" y="215153"/>
                </a:cubicBezTo>
                <a:cubicBezTo>
                  <a:pt x="508001" y="254000"/>
                  <a:pt x="508101" y="293209"/>
                  <a:pt x="502024" y="331694"/>
                </a:cubicBezTo>
                <a:cubicBezTo>
                  <a:pt x="497813" y="358367"/>
                  <a:pt x="471169" y="423982"/>
                  <a:pt x="448236" y="439271"/>
                </a:cubicBezTo>
                <a:cubicBezTo>
                  <a:pt x="328834" y="518871"/>
                  <a:pt x="505805" y="404299"/>
                  <a:pt x="394447" y="466165"/>
                </a:cubicBezTo>
                <a:cubicBezTo>
                  <a:pt x="375610" y="476630"/>
                  <a:pt x="358588" y="490071"/>
                  <a:pt x="340659" y="502024"/>
                </a:cubicBezTo>
                <a:cubicBezTo>
                  <a:pt x="331694" y="508000"/>
                  <a:pt x="324393" y="518182"/>
                  <a:pt x="313765" y="519953"/>
                </a:cubicBezTo>
                <a:lnTo>
                  <a:pt x="259977" y="528918"/>
                </a:lnTo>
                <a:cubicBezTo>
                  <a:pt x="209876" y="524743"/>
                  <a:pt x="156917" y="524445"/>
                  <a:pt x="107577" y="510989"/>
                </a:cubicBezTo>
                <a:cubicBezTo>
                  <a:pt x="89344" y="506016"/>
                  <a:pt x="71718" y="499036"/>
                  <a:pt x="53789" y="493059"/>
                </a:cubicBezTo>
                <a:cubicBezTo>
                  <a:pt x="44824" y="490071"/>
                  <a:pt x="34758" y="489336"/>
                  <a:pt x="26895" y="484094"/>
                </a:cubicBezTo>
                <a:lnTo>
                  <a:pt x="0" y="466165"/>
                </a:lnTo>
                <a:cubicBezTo>
                  <a:pt x="5648" y="381451"/>
                  <a:pt x="-796" y="358258"/>
                  <a:pt x="17930" y="295836"/>
                </a:cubicBezTo>
                <a:cubicBezTo>
                  <a:pt x="23361" y="277734"/>
                  <a:pt x="25375" y="257772"/>
                  <a:pt x="35859" y="242047"/>
                </a:cubicBezTo>
                <a:lnTo>
                  <a:pt x="53789" y="215153"/>
                </a:lnTo>
                <a:cubicBezTo>
                  <a:pt x="56777" y="206188"/>
                  <a:pt x="57261" y="195948"/>
                  <a:pt x="62753" y="188259"/>
                </a:cubicBezTo>
                <a:cubicBezTo>
                  <a:pt x="78054" y="166837"/>
                  <a:pt x="130176" y="123950"/>
                  <a:pt x="152400" y="116542"/>
                </a:cubicBezTo>
                <a:lnTo>
                  <a:pt x="206189" y="98612"/>
                </a:lnTo>
                <a:cubicBezTo>
                  <a:pt x="215154" y="95624"/>
                  <a:pt x="223728" y="90983"/>
                  <a:pt x="233083" y="89647"/>
                </a:cubicBezTo>
                <a:lnTo>
                  <a:pt x="295836" y="80683"/>
                </a:lnTo>
                <a:cubicBezTo>
                  <a:pt x="319742" y="83671"/>
                  <a:pt x="343523" y="91364"/>
                  <a:pt x="367553" y="89647"/>
                </a:cubicBezTo>
                <a:cubicBezTo>
                  <a:pt x="394871" y="87696"/>
                  <a:pt x="426534" y="71151"/>
                  <a:pt x="448236" y="53789"/>
                </a:cubicBezTo>
                <a:cubicBezTo>
                  <a:pt x="454836" y="48509"/>
                  <a:pt x="458918" y="40208"/>
                  <a:pt x="466165" y="35859"/>
                </a:cubicBezTo>
                <a:cubicBezTo>
                  <a:pt x="474268" y="30997"/>
                  <a:pt x="483942" y="29380"/>
                  <a:pt x="493059" y="26894"/>
                </a:cubicBezTo>
                <a:cubicBezTo>
                  <a:pt x="563258" y="7749"/>
                  <a:pt x="554598" y="10662"/>
                  <a:pt x="618565" y="0"/>
                </a:cubicBezTo>
                <a:cubicBezTo>
                  <a:pt x="690283" y="5977"/>
                  <a:pt x="765445" y="-4827"/>
                  <a:pt x="833718" y="17930"/>
                </a:cubicBezTo>
                <a:lnTo>
                  <a:pt x="887506" y="35859"/>
                </a:lnTo>
                <a:cubicBezTo>
                  <a:pt x="893483" y="44824"/>
                  <a:pt x="898705" y="54340"/>
                  <a:pt x="905436" y="62753"/>
                </a:cubicBezTo>
                <a:cubicBezTo>
                  <a:pt x="910716" y="69353"/>
                  <a:pt x="919585" y="73123"/>
                  <a:pt x="923365" y="80683"/>
                </a:cubicBezTo>
                <a:cubicBezTo>
                  <a:pt x="931817" y="97587"/>
                  <a:pt x="935319" y="116542"/>
                  <a:pt x="941295" y="134471"/>
                </a:cubicBezTo>
                <a:lnTo>
                  <a:pt x="950259" y="161365"/>
                </a:lnTo>
                <a:cubicBezTo>
                  <a:pt x="953247" y="170330"/>
                  <a:pt x="957371" y="178993"/>
                  <a:pt x="959224" y="188259"/>
                </a:cubicBezTo>
                <a:lnTo>
                  <a:pt x="968189" y="233083"/>
                </a:lnTo>
                <a:cubicBezTo>
                  <a:pt x="968353" y="235049"/>
                  <a:pt x="988276" y="367664"/>
                  <a:pt x="968189" y="394447"/>
                </a:cubicBezTo>
                <a:cubicBezTo>
                  <a:pt x="963118" y="401209"/>
                  <a:pt x="955539" y="383118"/>
                  <a:pt x="950259" y="376518"/>
                </a:cubicBezTo>
                <a:cubicBezTo>
                  <a:pt x="905018" y="319968"/>
                  <a:pt x="957697" y="374991"/>
                  <a:pt x="914400" y="331694"/>
                </a:cubicBezTo>
                <a:cubicBezTo>
                  <a:pt x="895989" y="276456"/>
                  <a:pt x="908595" y="318503"/>
                  <a:pt x="923365" y="340659"/>
                </a:cubicBezTo>
                <a:cubicBezTo>
                  <a:pt x="928053" y="347692"/>
                  <a:pt x="935318" y="352612"/>
                  <a:pt x="941295" y="358589"/>
                </a:cubicBezTo>
                <a:cubicBezTo>
                  <a:pt x="962212" y="421342"/>
                  <a:pt x="941295" y="418354"/>
                  <a:pt x="986118" y="403412"/>
                </a:cubicBezTo>
                <a:cubicBezTo>
                  <a:pt x="992094" y="394447"/>
                  <a:pt x="997035" y="384698"/>
                  <a:pt x="1004047" y="376518"/>
                </a:cubicBezTo>
                <a:cubicBezTo>
                  <a:pt x="1015048" y="363683"/>
                  <a:pt x="1039906" y="340659"/>
                  <a:pt x="1039906" y="34065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A987144-36E7-D246-90C5-2F78F0170C7E}"/>
              </a:ext>
            </a:extLst>
          </p:cNvPr>
          <p:cNvSpPr/>
          <p:nvPr/>
        </p:nvSpPr>
        <p:spPr>
          <a:xfrm>
            <a:off x="6840070" y="5262282"/>
            <a:ext cx="1039906" cy="528918"/>
          </a:xfrm>
          <a:custGeom>
            <a:avLst/>
            <a:gdLst>
              <a:gd name="connsiteX0" fmla="*/ 412377 w 1039906"/>
              <a:gd name="connsiteY0" fmla="*/ 71718 h 528918"/>
              <a:gd name="connsiteX1" fmla="*/ 493059 w 1039906"/>
              <a:gd name="connsiteY1" fmla="*/ 161365 h 528918"/>
              <a:gd name="connsiteX2" fmla="*/ 510989 w 1039906"/>
              <a:gd name="connsiteY2" fmla="*/ 215153 h 528918"/>
              <a:gd name="connsiteX3" fmla="*/ 502024 w 1039906"/>
              <a:gd name="connsiteY3" fmla="*/ 331694 h 528918"/>
              <a:gd name="connsiteX4" fmla="*/ 448236 w 1039906"/>
              <a:gd name="connsiteY4" fmla="*/ 439271 h 528918"/>
              <a:gd name="connsiteX5" fmla="*/ 394447 w 1039906"/>
              <a:gd name="connsiteY5" fmla="*/ 466165 h 528918"/>
              <a:gd name="connsiteX6" fmla="*/ 340659 w 1039906"/>
              <a:gd name="connsiteY6" fmla="*/ 502024 h 528918"/>
              <a:gd name="connsiteX7" fmla="*/ 313765 w 1039906"/>
              <a:gd name="connsiteY7" fmla="*/ 519953 h 528918"/>
              <a:gd name="connsiteX8" fmla="*/ 259977 w 1039906"/>
              <a:gd name="connsiteY8" fmla="*/ 528918 h 528918"/>
              <a:gd name="connsiteX9" fmla="*/ 107577 w 1039906"/>
              <a:gd name="connsiteY9" fmla="*/ 510989 h 528918"/>
              <a:gd name="connsiteX10" fmla="*/ 53789 w 1039906"/>
              <a:gd name="connsiteY10" fmla="*/ 493059 h 528918"/>
              <a:gd name="connsiteX11" fmla="*/ 26895 w 1039906"/>
              <a:gd name="connsiteY11" fmla="*/ 484094 h 528918"/>
              <a:gd name="connsiteX12" fmla="*/ 0 w 1039906"/>
              <a:gd name="connsiteY12" fmla="*/ 466165 h 528918"/>
              <a:gd name="connsiteX13" fmla="*/ 17930 w 1039906"/>
              <a:gd name="connsiteY13" fmla="*/ 295836 h 528918"/>
              <a:gd name="connsiteX14" fmla="*/ 35859 w 1039906"/>
              <a:gd name="connsiteY14" fmla="*/ 242047 h 528918"/>
              <a:gd name="connsiteX15" fmla="*/ 53789 w 1039906"/>
              <a:gd name="connsiteY15" fmla="*/ 215153 h 528918"/>
              <a:gd name="connsiteX16" fmla="*/ 62753 w 1039906"/>
              <a:gd name="connsiteY16" fmla="*/ 188259 h 528918"/>
              <a:gd name="connsiteX17" fmla="*/ 152400 w 1039906"/>
              <a:gd name="connsiteY17" fmla="*/ 116542 h 528918"/>
              <a:gd name="connsiteX18" fmla="*/ 206189 w 1039906"/>
              <a:gd name="connsiteY18" fmla="*/ 98612 h 528918"/>
              <a:gd name="connsiteX19" fmla="*/ 233083 w 1039906"/>
              <a:gd name="connsiteY19" fmla="*/ 89647 h 528918"/>
              <a:gd name="connsiteX20" fmla="*/ 295836 w 1039906"/>
              <a:gd name="connsiteY20" fmla="*/ 80683 h 528918"/>
              <a:gd name="connsiteX21" fmla="*/ 367553 w 1039906"/>
              <a:gd name="connsiteY21" fmla="*/ 89647 h 528918"/>
              <a:gd name="connsiteX22" fmla="*/ 448236 w 1039906"/>
              <a:gd name="connsiteY22" fmla="*/ 53789 h 528918"/>
              <a:gd name="connsiteX23" fmla="*/ 466165 w 1039906"/>
              <a:gd name="connsiteY23" fmla="*/ 35859 h 528918"/>
              <a:gd name="connsiteX24" fmla="*/ 493059 w 1039906"/>
              <a:gd name="connsiteY24" fmla="*/ 26894 h 528918"/>
              <a:gd name="connsiteX25" fmla="*/ 618565 w 1039906"/>
              <a:gd name="connsiteY25" fmla="*/ 0 h 528918"/>
              <a:gd name="connsiteX26" fmla="*/ 833718 w 1039906"/>
              <a:gd name="connsiteY26" fmla="*/ 17930 h 528918"/>
              <a:gd name="connsiteX27" fmla="*/ 887506 w 1039906"/>
              <a:gd name="connsiteY27" fmla="*/ 35859 h 528918"/>
              <a:gd name="connsiteX28" fmla="*/ 905436 w 1039906"/>
              <a:gd name="connsiteY28" fmla="*/ 62753 h 528918"/>
              <a:gd name="connsiteX29" fmla="*/ 923365 w 1039906"/>
              <a:gd name="connsiteY29" fmla="*/ 80683 h 528918"/>
              <a:gd name="connsiteX30" fmla="*/ 941295 w 1039906"/>
              <a:gd name="connsiteY30" fmla="*/ 134471 h 528918"/>
              <a:gd name="connsiteX31" fmla="*/ 950259 w 1039906"/>
              <a:gd name="connsiteY31" fmla="*/ 161365 h 528918"/>
              <a:gd name="connsiteX32" fmla="*/ 959224 w 1039906"/>
              <a:gd name="connsiteY32" fmla="*/ 188259 h 528918"/>
              <a:gd name="connsiteX33" fmla="*/ 968189 w 1039906"/>
              <a:gd name="connsiteY33" fmla="*/ 233083 h 528918"/>
              <a:gd name="connsiteX34" fmla="*/ 968189 w 1039906"/>
              <a:gd name="connsiteY34" fmla="*/ 394447 h 528918"/>
              <a:gd name="connsiteX35" fmla="*/ 950259 w 1039906"/>
              <a:gd name="connsiteY35" fmla="*/ 376518 h 528918"/>
              <a:gd name="connsiteX36" fmla="*/ 914400 w 1039906"/>
              <a:gd name="connsiteY36" fmla="*/ 331694 h 528918"/>
              <a:gd name="connsiteX37" fmla="*/ 923365 w 1039906"/>
              <a:gd name="connsiteY37" fmla="*/ 340659 h 528918"/>
              <a:gd name="connsiteX38" fmla="*/ 941295 w 1039906"/>
              <a:gd name="connsiteY38" fmla="*/ 358589 h 528918"/>
              <a:gd name="connsiteX39" fmla="*/ 986118 w 1039906"/>
              <a:gd name="connsiteY39" fmla="*/ 403412 h 528918"/>
              <a:gd name="connsiteX40" fmla="*/ 1004047 w 1039906"/>
              <a:gd name="connsiteY40" fmla="*/ 376518 h 528918"/>
              <a:gd name="connsiteX41" fmla="*/ 1039906 w 1039906"/>
              <a:gd name="connsiteY41" fmla="*/ 340659 h 52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39906" h="528918">
                <a:moveTo>
                  <a:pt x="412377" y="71718"/>
                </a:moveTo>
                <a:cubicBezTo>
                  <a:pt x="426183" y="85524"/>
                  <a:pt x="479323" y="130459"/>
                  <a:pt x="493059" y="161365"/>
                </a:cubicBezTo>
                <a:cubicBezTo>
                  <a:pt x="500735" y="178635"/>
                  <a:pt x="510989" y="215153"/>
                  <a:pt x="510989" y="215153"/>
                </a:cubicBezTo>
                <a:cubicBezTo>
                  <a:pt x="508001" y="254000"/>
                  <a:pt x="508101" y="293209"/>
                  <a:pt x="502024" y="331694"/>
                </a:cubicBezTo>
                <a:cubicBezTo>
                  <a:pt x="497813" y="358367"/>
                  <a:pt x="471169" y="423982"/>
                  <a:pt x="448236" y="439271"/>
                </a:cubicBezTo>
                <a:cubicBezTo>
                  <a:pt x="328834" y="518871"/>
                  <a:pt x="505805" y="404299"/>
                  <a:pt x="394447" y="466165"/>
                </a:cubicBezTo>
                <a:cubicBezTo>
                  <a:pt x="375610" y="476630"/>
                  <a:pt x="358588" y="490071"/>
                  <a:pt x="340659" y="502024"/>
                </a:cubicBezTo>
                <a:cubicBezTo>
                  <a:pt x="331694" y="508000"/>
                  <a:pt x="324393" y="518182"/>
                  <a:pt x="313765" y="519953"/>
                </a:cubicBezTo>
                <a:lnTo>
                  <a:pt x="259977" y="528918"/>
                </a:lnTo>
                <a:cubicBezTo>
                  <a:pt x="209876" y="524743"/>
                  <a:pt x="156917" y="524445"/>
                  <a:pt x="107577" y="510989"/>
                </a:cubicBezTo>
                <a:cubicBezTo>
                  <a:pt x="89344" y="506016"/>
                  <a:pt x="71718" y="499036"/>
                  <a:pt x="53789" y="493059"/>
                </a:cubicBezTo>
                <a:cubicBezTo>
                  <a:pt x="44824" y="490071"/>
                  <a:pt x="34758" y="489336"/>
                  <a:pt x="26895" y="484094"/>
                </a:cubicBezTo>
                <a:lnTo>
                  <a:pt x="0" y="466165"/>
                </a:lnTo>
                <a:cubicBezTo>
                  <a:pt x="5648" y="381451"/>
                  <a:pt x="-796" y="358258"/>
                  <a:pt x="17930" y="295836"/>
                </a:cubicBezTo>
                <a:cubicBezTo>
                  <a:pt x="23361" y="277734"/>
                  <a:pt x="25375" y="257772"/>
                  <a:pt x="35859" y="242047"/>
                </a:cubicBezTo>
                <a:lnTo>
                  <a:pt x="53789" y="215153"/>
                </a:lnTo>
                <a:cubicBezTo>
                  <a:pt x="56777" y="206188"/>
                  <a:pt x="57261" y="195948"/>
                  <a:pt x="62753" y="188259"/>
                </a:cubicBezTo>
                <a:cubicBezTo>
                  <a:pt x="78054" y="166837"/>
                  <a:pt x="130176" y="123950"/>
                  <a:pt x="152400" y="116542"/>
                </a:cubicBezTo>
                <a:lnTo>
                  <a:pt x="206189" y="98612"/>
                </a:lnTo>
                <a:cubicBezTo>
                  <a:pt x="215154" y="95624"/>
                  <a:pt x="223728" y="90983"/>
                  <a:pt x="233083" y="89647"/>
                </a:cubicBezTo>
                <a:lnTo>
                  <a:pt x="295836" y="80683"/>
                </a:lnTo>
                <a:cubicBezTo>
                  <a:pt x="319742" y="83671"/>
                  <a:pt x="343523" y="91364"/>
                  <a:pt x="367553" y="89647"/>
                </a:cubicBezTo>
                <a:cubicBezTo>
                  <a:pt x="394871" y="87696"/>
                  <a:pt x="426534" y="71151"/>
                  <a:pt x="448236" y="53789"/>
                </a:cubicBezTo>
                <a:cubicBezTo>
                  <a:pt x="454836" y="48509"/>
                  <a:pt x="458918" y="40208"/>
                  <a:pt x="466165" y="35859"/>
                </a:cubicBezTo>
                <a:cubicBezTo>
                  <a:pt x="474268" y="30997"/>
                  <a:pt x="483942" y="29380"/>
                  <a:pt x="493059" y="26894"/>
                </a:cubicBezTo>
                <a:cubicBezTo>
                  <a:pt x="563258" y="7749"/>
                  <a:pt x="554598" y="10662"/>
                  <a:pt x="618565" y="0"/>
                </a:cubicBezTo>
                <a:cubicBezTo>
                  <a:pt x="690283" y="5977"/>
                  <a:pt x="765445" y="-4827"/>
                  <a:pt x="833718" y="17930"/>
                </a:cubicBezTo>
                <a:lnTo>
                  <a:pt x="887506" y="35859"/>
                </a:lnTo>
                <a:cubicBezTo>
                  <a:pt x="893483" y="44824"/>
                  <a:pt x="898705" y="54340"/>
                  <a:pt x="905436" y="62753"/>
                </a:cubicBezTo>
                <a:cubicBezTo>
                  <a:pt x="910716" y="69353"/>
                  <a:pt x="919585" y="73123"/>
                  <a:pt x="923365" y="80683"/>
                </a:cubicBezTo>
                <a:cubicBezTo>
                  <a:pt x="931817" y="97587"/>
                  <a:pt x="935319" y="116542"/>
                  <a:pt x="941295" y="134471"/>
                </a:cubicBezTo>
                <a:lnTo>
                  <a:pt x="950259" y="161365"/>
                </a:lnTo>
                <a:cubicBezTo>
                  <a:pt x="953247" y="170330"/>
                  <a:pt x="957371" y="178993"/>
                  <a:pt x="959224" y="188259"/>
                </a:cubicBezTo>
                <a:lnTo>
                  <a:pt x="968189" y="233083"/>
                </a:lnTo>
                <a:cubicBezTo>
                  <a:pt x="968353" y="235049"/>
                  <a:pt x="988276" y="367664"/>
                  <a:pt x="968189" y="394447"/>
                </a:cubicBezTo>
                <a:cubicBezTo>
                  <a:pt x="963118" y="401209"/>
                  <a:pt x="955539" y="383118"/>
                  <a:pt x="950259" y="376518"/>
                </a:cubicBezTo>
                <a:cubicBezTo>
                  <a:pt x="905018" y="319968"/>
                  <a:pt x="957697" y="374991"/>
                  <a:pt x="914400" y="331694"/>
                </a:cubicBezTo>
                <a:cubicBezTo>
                  <a:pt x="895989" y="276456"/>
                  <a:pt x="908595" y="318503"/>
                  <a:pt x="923365" y="340659"/>
                </a:cubicBezTo>
                <a:cubicBezTo>
                  <a:pt x="928053" y="347692"/>
                  <a:pt x="935318" y="352612"/>
                  <a:pt x="941295" y="358589"/>
                </a:cubicBezTo>
                <a:cubicBezTo>
                  <a:pt x="962212" y="421342"/>
                  <a:pt x="941295" y="418354"/>
                  <a:pt x="986118" y="403412"/>
                </a:cubicBezTo>
                <a:cubicBezTo>
                  <a:pt x="992094" y="394447"/>
                  <a:pt x="997035" y="384698"/>
                  <a:pt x="1004047" y="376518"/>
                </a:cubicBezTo>
                <a:cubicBezTo>
                  <a:pt x="1015048" y="363683"/>
                  <a:pt x="1039906" y="340659"/>
                  <a:pt x="1039906" y="340659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448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Impedance Combinations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altLang="en-US" sz="2000"/>
              <a:t>Series combinations will result in a sum of the </a:t>
            </a:r>
            <a:br>
              <a:rPr lang="en-US" altLang="en-US" sz="2000"/>
            </a:br>
            <a:r>
              <a:rPr lang="en-US" altLang="en-US" sz="2000"/>
              <a:t>impedance elements:</a:t>
            </a:r>
          </a:p>
          <a:p>
            <a:endParaRPr lang="en-US" altLang="en-US" sz="2000"/>
          </a:p>
          <a:p>
            <a:r>
              <a:rPr lang="en-US" altLang="en-US" sz="2000"/>
              <a:t>Here then two elements in series can act like </a:t>
            </a:r>
            <a:br>
              <a:rPr lang="en-US" altLang="en-US" sz="2000"/>
            </a:br>
            <a:r>
              <a:rPr lang="en-US" altLang="en-US" sz="2000"/>
              <a:t>a voltage divider</a:t>
            </a:r>
          </a:p>
          <a:p>
            <a:endParaRPr lang="en-US" altLang="en-US" sz="2000"/>
          </a:p>
          <a:p>
            <a:r>
              <a:rPr lang="en-US" altLang="en-US" sz="2000"/>
              <a:t>Likewise, elements combined in parallel will combine in the same </a:t>
            </a:r>
            <a:br>
              <a:rPr lang="en-US" altLang="en-US" sz="2000"/>
            </a:br>
            <a:r>
              <a:rPr lang="en-US" altLang="en-US" sz="2000"/>
              <a:t>fashion as resistors in parallel:</a:t>
            </a:r>
          </a:p>
          <a:p>
            <a:endParaRPr lang="en-GB" altLang="en-US" sz="2000"/>
          </a:p>
          <a:p>
            <a:r>
              <a:rPr lang="en-GB" altLang="en-US" sz="2000"/>
              <a:t>Expressed as admittance, though, they are again a sum:</a:t>
            </a:r>
          </a:p>
          <a:p>
            <a:endParaRPr lang="en-US" altLang="en-US" sz="2000"/>
          </a:p>
          <a:p>
            <a:r>
              <a:rPr lang="en-GB" altLang="en-US" sz="2000"/>
              <a:t>As a current divider:</a:t>
            </a:r>
            <a:endParaRPr lang="en-US" altLang="en-US" sz="2400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4387" y="6426443"/>
            <a:ext cx="2743200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2867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976442"/>
              </p:ext>
            </p:extLst>
          </p:nvPr>
        </p:nvGraphicFramePr>
        <p:xfrm>
          <a:off x="4177860" y="3129451"/>
          <a:ext cx="3017947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5000" imgH="431800" progId="Equation.DSMT4">
                  <p:embed/>
                </p:oleObj>
              </mc:Choice>
              <mc:Fallback>
                <p:oleObj name="Equation" r:id="rId3" imgW="1905000" imgH="431800" progId="Equation.DSMT4">
                  <p:embed/>
                  <p:pic>
                    <p:nvPicPr>
                      <p:cNvPr id="2867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7860" y="3129451"/>
                        <a:ext cx="3017947" cy="68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667974"/>
              </p:ext>
            </p:extLst>
          </p:nvPr>
        </p:nvGraphicFramePr>
        <p:xfrm>
          <a:off x="4159596" y="2198803"/>
          <a:ext cx="3528000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367" imgH="241195" progId="Equation.DSMT4">
                  <p:embed/>
                </p:oleObj>
              </mc:Choice>
              <mc:Fallback>
                <p:oleObj name="Equation" r:id="rId5" imgW="1688367" imgH="241195" progId="Equation.DSMT4">
                  <p:embed/>
                  <p:pic>
                    <p:nvPicPr>
                      <p:cNvPr id="2867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596" y="2198803"/>
                        <a:ext cx="3528000" cy="50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285655"/>
              </p:ext>
            </p:extLst>
          </p:nvPr>
        </p:nvGraphicFramePr>
        <p:xfrm>
          <a:off x="4368641" y="4263567"/>
          <a:ext cx="3109910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28800" imgH="444500" progId="Equation.DSMT4">
                  <p:embed/>
                </p:oleObj>
              </mc:Choice>
              <mc:Fallback>
                <p:oleObj name="Equation" r:id="rId7" imgW="1828800" imgH="444500" progId="Equation.DSMT4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641" y="4263567"/>
                        <a:ext cx="3109910" cy="756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836455"/>
              </p:ext>
            </p:extLst>
          </p:nvPr>
        </p:nvGraphicFramePr>
        <p:xfrm>
          <a:off x="4368641" y="5374215"/>
          <a:ext cx="3236628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8728" imgH="241195" progId="Equation.DSMT4">
                  <p:embed/>
                </p:oleObj>
              </mc:Choice>
              <mc:Fallback>
                <p:oleObj name="Equation" r:id="rId9" imgW="1548728" imgH="241195" progId="Equation.DSMT4">
                  <p:embed/>
                  <p:pic>
                    <p:nvPicPr>
                      <p:cNvPr id="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641" y="5374215"/>
                        <a:ext cx="3236628" cy="50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027469"/>
              </p:ext>
            </p:extLst>
          </p:nvPr>
        </p:nvGraphicFramePr>
        <p:xfrm>
          <a:off x="4475186" y="6040679"/>
          <a:ext cx="2896820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28800" imgH="431800" progId="Equation.DSMT4">
                  <p:embed/>
                </p:oleObj>
              </mc:Choice>
              <mc:Fallback>
                <p:oleObj name="Equation" r:id="rId11" imgW="1828800" imgH="431800" progId="Equation.DSMT4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186" y="6040679"/>
                        <a:ext cx="2896820" cy="68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111889" y="1689290"/>
            <a:ext cx="2685700" cy="16833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10255" y="5266439"/>
            <a:ext cx="2265439" cy="125645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8863" y="203151"/>
            <a:ext cx="3671392" cy="17473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97671" y="3214385"/>
            <a:ext cx="35337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20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Impedance Combinations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10308770" cy="4329112"/>
          </a:xfrm>
        </p:spPr>
        <p:txBody>
          <a:bodyPr>
            <a:normAutofit/>
          </a:bodyPr>
          <a:lstStyle/>
          <a:p>
            <a:r>
              <a:rPr lang="en-US" altLang="en-US" sz="2400"/>
              <a:t>The Delta-</a:t>
            </a:r>
            <a:r>
              <a:rPr lang="en-US" altLang="en-US" sz="2400" err="1"/>
              <a:t>Wye</a:t>
            </a:r>
            <a:r>
              <a:rPr lang="en-US" altLang="en-US" sz="2400"/>
              <a:t> transformation is: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sz="2400"/>
              <a:t>A </a:t>
            </a:r>
            <a:r>
              <a:rPr lang="en-US" sz="2400">
                <a:latin typeface="Symbol" pitchFamily="18" charset="2"/>
              </a:rPr>
              <a:t>D</a:t>
            </a:r>
            <a:r>
              <a:rPr lang="en-US" sz="2400"/>
              <a:t> or </a:t>
            </a:r>
            <a:r>
              <a:rPr lang="en-US" sz="2400" i="1"/>
              <a:t>Y</a:t>
            </a:r>
            <a:r>
              <a:rPr lang="en-US" sz="2400"/>
              <a:t> circuit is said to be </a:t>
            </a:r>
            <a:r>
              <a:rPr lang="en-US" sz="2400" b="1" u="sng"/>
              <a:t>balanced</a:t>
            </a:r>
            <a:r>
              <a:rPr lang="en-US" sz="2400"/>
              <a:t> if it has equal impedances in all three branches.</a:t>
            </a:r>
          </a:p>
          <a:p>
            <a:r>
              <a:rPr lang="en-US" sz="2400"/>
              <a:t>When a</a:t>
            </a:r>
            <a:r>
              <a:rPr lang="en-US" sz="2400">
                <a:latin typeface="Symbol" pitchFamily="18" charset="2"/>
              </a:rPr>
              <a:t> D</a:t>
            </a:r>
            <a:r>
              <a:rPr lang="en-US" sz="2400"/>
              <a:t>-</a:t>
            </a:r>
            <a:r>
              <a:rPr lang="en-US" sz="2400" i="1"/>
              <a:t>Y</a:t>
            </a:r>
            <a:r>
              <a:rPr lang="en-US" sz="2400"/>
              <a:t> circuit is balanced, </a:t>
            </a:r>
            <a:endParaRPr lang="en-US" alt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317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213847"/>
              </p:ext>
            </p:extLst>
          </p:nvPr>
        </p:nvGraphicFramePr>
        <p:xfrm>
          <a:off x="2239888" y="2137682"/>
          <a:ext cx="19050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600" imgH="1333500" progId="Equation.DSMT4">
                  <p:embed/>
                </p:oleObj>
              </mc:Choice>
              <mc:Fallback>
                <p:oleObj name="Equation" r:id="rId3" imgW="1117600" imgH="1333500" progId="Equation.DSMT4">
                  <p:embed/>
                  <p:pic>
                    <p:nvPicPr>
                      <p:cNvPr id="317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888" y="2137682"/>
                        <a:ext cx="1905000" cy="2273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956089"/>
              </p:ext>
            </p:extLst>
          </p:nvPr>
        </p:nvGraphicFramePr>
        <p:xfrm>
          <a:off x="4555521" y="2097994"/>
          <a:ext cx="2689225" cy="23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4000" imgH="1333500" progId="Equation.DSMT4">
                  <p:embed/>
                </p:oleObj>
              </mc:Choice>
              <mc:Fallback>
                <p:oleObj name="Equation" r:id="rId5" imgW="1524000" imgH="1333500" progId="Equation.DSMT4">
                  <p:embed/>
                  <p:pic>
                    <p:nvPicPr>
                      <p:cNvPr id="317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5521" y="2097994"/>
                        <a:ext cx="2689225" cy="2352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07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642630"/>
              </p:ext>
            </p:extLst>
          </p:nvPr>
        </p:nvGraphicFramePr>
        <p:xfrm>
          <a:off x="5475077" y="5265738"/>
          <a:ext cx="506571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70200" imgH="228600" progId="Equation.DSMT4">
                  <p:embed/>
                </p:oleObj>
              </mc:Choice>
              <mc:Fallback>
                <p:oleObj name="Equation" r:id="rId7" imgW="2870200" imgH="228600" progId="Equation.DSMT4">
                  <p:embed/>
                  <p:pic>
                    <p:nvPicPr>
                      <p:cNvPr id="16507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5077" y="5265738"/>
                        <a:ext cx="5065713" cy="4016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636480" y="1653333"/>
            <a:ext cx="3510491" cy="272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1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5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The voltage </a:t>
            </a:r>
            <a:r>
              <a:rPr lang="en-GB" sz="2400" i="1"/>
              <a:t>v</a:t>
            </a:r>
            <a:r>
              <a:rPr lang="en-GB" sz="2400"/>
              <a:t> = 12cos(60</a:t>
            </a:r>
            <a:r>
              <a:rPr lang="en-GB" sz="2400" i="1"/>
              <a:t>t</a:t>
            </a:r>
            <a:r>
              <a:rPr lang="en-GB" sz="2400"/>
              <a:t> + 45</a:t>
            </a:r>
            <a:r>
              <a:rPr lang="en-US" altLang="en-US" sz="2400" i="1" baseline="30000"/>
              <a:t>o</a:t>
            </a:r>
            <a:r>
              <a:rPr lang="en-US" altLang="en-US" sz="2400" i="1"/>
              <a:t>.</a:t>
            </a:r>
            <a:r>
              <a:rPr lang="en-GB" sz="2400"/>
              <a:t>) is applied to a 0.1-H inductor. Find the steady-state current through the inductor.</a:t>
            </a:r>
          </a:p>
          <a:p>
            <a:r>
              <a:rPr lang="en-US" sz="2400"/>
              <a:t>For an inductor</a:t>
            </a:r>
          </a:p>
          <a:p>
            <a:endParaRPr lang="en-US" sz="2400"/>
          </a:p>
          <a:p>
            <a:r>
              <a:rPr lang="en-US" sz="2400"/>
              <a:t>Phasor domain calculations:</a:t>
            </a:r>
          </a:p>
          <a:p>
            <a:endParaRPr lang="en-US" sz="2400"/>
          </a:p>
          <a:p>
            <a:r>
              <a:rPr lang="en-US" sz="2400"/>
              <a:t>Converting to the time domain: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85D9B1-DC4D-DDA5-D475-06E652DC84C5}"/>
              </a:ext>
            </a:extLst>
          </p:cNvPr>
          <p:cNvGrpSpPr/>
          <p:nvPr/>
        </p:nvGrpSpPr>
        <p:grpSpPr>
          <a:xfrm>
            <a:off x="3428850" y="2924930"/>
            <a:ext cx="330840" cy="372960"/>
            <a:chOff x="3428850" y="2924930"/>
            <a:chExt cx="33084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0761475-48BE-908D-DC49-CD00868DD480}"/>
                    </a:ext>
                  </a:extLst>
                </p14:cNvPr>
                <p14:cNvContentPartPr/>
                <p14:nvPr/>
              </p14:nvContentPartPr>
              <p14:xfrm>
                <a:off x="3459090" y="2924930"/>
                <a:ext cx="300600" cy="372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0761475-48BE-908D-DC49-CD00868DD48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50090" y="2915939"/>
                  <a:ext cx="318240" cy="3905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E4D2498-D980-24D1-B54D-6DE94514CBAC}"/>
                    </a:ext>
                  </a:extLst>
                </p14:cNvPr>
                <p14:cNvContentPartPr/>
                <p14:nvPr/>
              </p14:nvContentPartPr>
              <p14:xfrm>
                <a:off x="3428850" y="3109610"/>
                <a:ext cx="272520" cy="14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4D2498-D980-24D1-B54D-6DE94514CB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19850" y="3100610"/>
                  <a:ext cx="29016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CCEBBF-8EC0-3C3E-CF4C-B172E725AAB4}"/>
              </a:ext>
            </a:extLst>
          </p:cNvPr>
          <p:cNvGrpSpPr/>
          <p:nvPr/>
        </p:nvGrpSpPr>
        <p:grpSpPr>
          <a:xfrm>
            <a:off x="4023570" y="2941130"/>
            <a:ext cx="1466280" cy="390240"/>
            <a:chOff x="4023570" y="2941130"/>
            <a:chExt cx="146628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4C7AF8-4E0A-3551-74A6-D113115E7081}"/>
                    </a:ext>
                  </a:extLst>
                </p14:cNvPr>
                <p14:cNvContentPartPr/>
                <p14:nvPr/>
              </p14:nvContentPartPr>
              <p14:xfrm>
                <a:off x="4023570" y="3039410"/>
                <a:ext cx="126000" cy="131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4C7AF8-4E0A-3551-74A6-D113115E708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4596" y="3030410"/>
                  <a:ext cx="14359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BEE20D-BD29-AFA5-A2CE-AFD243845666}"/>
                    </a:ext>
                  </a:extLst>
                </p14:cNvPr>
                <p14:cNvContentPartPr/>
                <p14:nvPr/>
              </p14:nvContentPartPr>
              <p14:xfrm>
                <a:off x="4337850" y="3058850"/>
                <a:ext cx="67320" cy="272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BEE20D-BD29-AFA5-A2CE-AFD2438456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28898" y="3049850"/>
                  <a:ext cx="84866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A686049-F42A-0C47-84EC-B51BD120CB5E}"/>
                    </a:ext>
                  </a:extLst>
                </p14:cNvPr>
                <p14:cNvContentPartPr/>
                <p14:nvPr/>
              </p14:nvContentPartPr>
              <p14:xfrm>
                <a:off x="4342530" y="2964530"/>
                <a:ext cx="35280" cy="21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A686049-F42A-0C47-84EC-B51BD120CB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33530" y="2955530"/>
                  <a:ext cx="52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9794723-4DE0-9B97-6BA9-415847386DD5}"/>
                    </a:ext>
                  </a:extLst>
                </p14:cNvPr>
                <p14:cNvContentPartPr/>
                <p14:nvPr/>
              </p14:nvContentPartPr>
              <p14:xfrm>
                <a:off x="4511370" y="3024650"/>
                <a:ext cx="250920" cy="188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9794723-4DE0-9B97-6BA9-415847386D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02357" y="3015667"/>
                  <a:ext cx="268585" cy="2058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D82D6A-28BB-3B4A-C9F6-F4C50D342684}"/>
                    </a:ext>
                  </a:extLst>
                </p14:cNvPr>
                <p14:cNvContentPartPr/>
                <p14:nvPr/>
              </p14:nvContentPartPr>
              <p14:xfrm>
                <a:off x="4886490" y="2941130"/>
                <a:ext cx="223560" cy="280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D82D6A-28BB-3B4A-C9F6-F4C50D34268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77475" y="2932130"/>
                  <a:ext cx="241228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16DCE3-FCD9-293A-930C-1FE50A5C5715}"/>
                    </a:ext>
                  </a:extLst>
                </p14:cNvPr>
                <p14:cNvContentPartPr/>
                <p14:nvPr/>
              </p14:nvContentPartPr>
              <p14:xfrm>
                <a:off x="5277450" y="2972450"/>
                <a:ext cx="212400" cy="35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16DCE3-FCD9-293A-930C-1FE50A5C57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68450" y="2963357"/>
                  <a:ext cx="230040" cy="531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7B772B-1519-1223-088F-1158BE75C0EE}"/>
                    </a:ext>
                  </a:extLst>
                </p14:cNvPr>
                <p14:cNvContentPartPr/>
                <p14:nvPr/>
              </p14:nvContentPartPr>
              <p14:xfrm>
                <a:off x="5290050" y="3088730"/>
                <a:ext cx="189720" cy="33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7B772B-1519-1223-088F-1158BE75C0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81050" y="3079730"/>
                  <a:ext cx="2073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C0B9BC4-BB95-50BE-1C64-3676FE8C03E1}"/>
              </a:ext>
            </a:extLst>
          </p:cNvPr>
          <p:cNvGrpSpPr/>
          <p:nvPr/>
        </p:nvGrpSpPr>
        <p:grpSpPr>
          <a:xfrm>
            <a:off x="5693970" y="2806490"/>
            <a:ext cx="490320" cy="479160"/>
            <a:chOff x="5693970" y="2806490"/>
            <a:chExt cx="490320" cy="4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0958AAF-8EDA-8272-8DCC-7D1891CD266E}"/>
                    </a:ext>
                  </a:extLst>
                </p14:cNvPr>
                <p14:cNvContentPartPr/>
                <p14:nvPr/>
              </p14:nvContentPartPr>
              <p14:xfrm>
                <a:off x="5693970" y="2985410"/>
                <a:ext cx="163440" cy="300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0958AAF-8EDA-8272-8DCC-7D1891CD26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84970" y="2976410"/>
                  <a:ext cx="181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7633CA2-6B52-4109-9A9C-B57A7264751F}"/>
                    </a:ext>
                  </a:extLst>
                </p14:cNvPr>
                <p14:cNvContentPartPr/>
                <p14:nvPr/>
              </p14:nvContentPartPr>
              <p14:xfrm>
                <a:off x="5716290" y="2806490"/>
                <a:ext cx="95400" cy="1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7633CA2-6B52-4109-9A9C-B57A726475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07290" y="2797490"/>
                  <a:ext cx="113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4547EE-84C0-0AFE-3090-47FC0F0424DA}"/>
                    </a:ext>
                  </a:extLst>
                </p14:cNvPr>
                <p14:cNvContentPartPr/>
                <p14:nvPr/>
              </p14:nvContentPartPr>
              <p14:xfrm>
                <a:off x="6005010" y="2844650"/>
                <a:ext cx="179280" cy="333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4547EE-84C0-0AFE-3090-47FC0F0424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95992" y="2835660"/>
                  <a:ext cx="196955" cy="35098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B9008D8-33E4-87C3-2279-6DD535F484D9}"/>
                  </a:ext>
                </a:extLst>
              </p14:cNvPr>
              <p14:cNvContentPartPr/>
              <p14:nvPr/>
            </p14:nvContentPartPr>
            <p14:xfrm>
              <a:off x="6263850" y="3381050"/>
              <a:ext cx="254520" cy="41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B9008D8-33E4-87C3-2279-6DD535F484D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54850" y="3372050"/>
                <a:ext cx="27216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0B3B5E6-B9B0-41AB-9233-702993036D79}"/>
              </a:ext>
            </a:extLst>
          </p:cNvPr>
          <p:cNvGrpSpPr/>
          <p:nvPr/>
        </p:nvGrpSpPr>
        <p:grpSpPr>
          <a:xfrm>
            <a:off x="4976490" y="3551690"/>
            <a:ext cx="2139120" cy="781560"/>
            <a:chOff x="4976490" y="3551690"/>
            <a:chExt cx="2139120" cy="78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B5FEB7-B1D8-B8B3-CC8B-0B96120ECEBC}"/>
                    </a:ext>
                  </a:extLst>
                </p14:cNvPr>
                <p14:cNvContentPartPr/>
                <p14:nvPr/>
              </p14:nvContentPartPr>
              <p14:xfrm>
                <a:off x="4976490" y="3860930"/>
                <a:ext cx="388800" cy="89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B5FEB7-B1D8-B8B3-CC8B-0B96120ECEB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67490" y="3851966"/>
                  <a:ext cx="406440" cy="1072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32D7FD8-A232-23BF-EDCC-ECDA5E6304A7}"/>
                    </a:ext>
                  </a:extLst>
                </p14:cNvPr>
                <p14:cNvContentPartPr/>
                <p14:nvPr/>
              </p14:nvContentPartPr>
              <p14:xfrm>
                <a:off x="5135250" y="3945530"/>
                <a:ext cx="43560" cy="266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32D7FD8-A232-23BF-EDCC-ECDA5E6304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26324" y="3936530"/>
                  <a:ext cx="61055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0CF727-9BDF-F4CE-B5AE-3DC11AE1FDBF}"/>
                    </a:ext>
                  </a:extLst>
                </p14:cNvPr>
                <p14:cNvContentPartPr/>
                <p14:nvPr/>
              </p14:nvContentPartPr>
              <p14:xfrm>
                <a:off x="4999170" y="4189610"/>
                <a:ext cx="316800" cy="63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0CF727-9BDF-F4CE-B5AE-3DC11AE1FD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90160" y="4180610"/>
                  <a:ext cx="3344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A42150E-0857-5D59-A3ED-A02E09C74F8E}"/>
                    </a:ext>
                  </a:extLst>
                </p14:cNvPr>
                <p14:cNvContentPartPr/>
                <p14:nvPr/>
              </p14:nvContentPartPr>
              <p14:xfrm>
                <a:off x="5018610" y="3701450"/>
                <a:ext cx="363600" cy="63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A42150E-0857-5D59-A3ED-A02E09C74F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09601" y="3692501"/>
                  <a:ext cx="381257" cy="812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A0D5A0-1876-55FB-C5C1-B76A1C099112}"/>
                    </a:ext>
                  </a:extLst>
                </p14:cNvPr>
                <p14:cNvContentPartPr/>
                <p14:nvPr/>
              </p14:nvContentPartPr>
              <p14:xfrm>
                <a:off x="5280690" y="3589130"/>
                <a:ext cx="118080" cy="190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A0D5A0-1876-55FB-C5C1-B76A1C0991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71662" y="3580130"/>
                  <a:ext cx="135774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6352304-A81C-233F-BB23-15A7E7122F8C}"/>
                    </a:ext>
                  </a:extLst>
                </p14:cNvPr>
                <p14:cNvContentPartPr/>
                <p14:nvPr/>
              </p14:nvContentPartPr>
              <p14:xfrm>
                <a:off x="5605050" y="3883250"/>
                <a:ext cx="205200" cy="57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6352304-A81C-233F-BB23-15A7E7122F8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96050" y="3874250"/>
                  <a:ext cx="222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DEBE07E-C757-FFAF-433D-4FAD60777FA4}"/>
                    </a:ext>
                  </a:extLst>
                </p14:cNvPr>
                <p14:cNvContentPartPr/>
                <p14:nvPr/>
              </p14:nvContentPartPr>
              <p14:xfrm>
                <a:off x="5528370" y="4069370"/>
                <a:ext cx="219600" cy="11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DEBE07E-C757-FFAF-433D-4FAD60777F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19370" y="4060370"/>
                  <a:ext cx="237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D237E43-C91C-DA93-152F-A407A16CD1BD}"/>
                    </a:ext>
                  </a:extLst>
                </p14:cNvPr>
                <p14:cNvContentPartPr/>
                <p14:nvPr/>
              </p14:nvContentPartPr>
              <p14:xfrm>
                <a:off x="6092130" y="3898370"/>
                <a:ext cx="716040" cy="65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D237E43-C91C-DA93-152F-A407A16CD1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83130" y="3889370"/>
                  <a:ext cx="733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0EE7D0-1163-35B5-C932-A2B02D92F8EE}"/>
                    </a:ext>
                  </a:extLst>
                </p14:cNvPr>
                <p14:cNvContentPartPr/>
                <p14:nvPr/>
              </p14:nvContentPartPr>
              <p14:xfrm>
                <a:off x="6201570" y="3551690"/>
                <a:ext cx="249480" cy="217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0EE7D0-1163-35B5-C932-A2B02D92F8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92570" y="3542690"/>
                  <a:ext cx="267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78CAAE5-0847-A1C9-B1C8-5FF1E3F312AD}"/>
                    </a:ext>
                  </a:extLst>
                </p14:cNvPr>
                <p14:cNvContentPartPr/>
                <p14:nvPr/>
              </p14:nvContentPartPr>
              <p14:xfrm>
                <a:off x="6329370" y="4082690"/>
                <a:ext cx="257760" cy="250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78CAAE5-0847-A1C9-B1C8-5FF1E3F312A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20370" y="4073690"/>
                  <a:ext cx="275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3297853-16ED-F842-BEC5-EC789490C57E}"/>
                    </a:ext>
                  </a:extLst>
                </p14:cNvPr>
                <p14:cNvContentPartPr/>
                <p14:nvPr/>
              </p14:nvContentPartPr>
              <p14:xfrm>
                <a:off x="6349530" y="4178810"/>
                <a:ext cx="259200" cy="50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3297853-16ED-F842-BEC5-EC789490C5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40517" y="4169810"/>
                  <a:ext cx="276865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81F598-531E-89C6-AF0D-C0A711D58E02}"/>
                    </a:ext>
                  </a:extLst>
                </p14:cNvPr>
                <p14:cNvContentPartPr/>
                <p14:nvPr/>
              </p14:nvContentPartPr>
              <p14:xfrm>
                <a:off x="6882690" y="3823130"/>
                <a:ext cx="232920" cy="189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81F598-531E-89C6-AF0D-C0A711D58E0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73704" y="3814130"/>
                  <a:ext cx="250533" cy="20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F7BEA09-E52A-00E3-6389-6A100E116617}"/>
                  </a:ext>
                </a:extLst>
              </p14:cNvPr>
              <p14:cNvContentPartPr/>
              <p14:nvPr/>
            </p14:nvContentPartPr>
            <p14:xfrm>
              <a:off x="7475970" y="3912050"/>
              <a:ext cx="1243440" cy="432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F7BEA09-E52A-00E3-6389-6A100E11661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466970" y="3903050"/>
                <a:ext cx="126108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3DC9D881-854D-9A10-DAD8-14143946FB37}"/>
              </a:ext>
            </a:extLst>
          </p:cNvPr>
          <p:cNvGrpSpPr/>
          <p:nvPr/>
        </p:nvGrpSpPr>
        <p:grpSpPr>
          <a:xfrm>
            <a:off x="7646250" y="3356210"/>
            <a:ext cx="1049400" cy="372960"/>
            <a:chOff x="7646250" y="3356210"/>
            <a:chExt cx="104940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119072-96B7-11D4-D1DB-DF7FCA107437}"/>
                    </a:ext>
                  </a:extLst>
                </p14:cNvPr>
                <p14:cNvContentPartPr/>
                <p14:nvPr/>
              </p14:nvContentPartPr>
              <p14:xfrm>
                <a:off x="7646250" y="3451970"/>
                <a:ext cx="30240" cy="277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119072-96B7-11D4-D1DB-DF7FCA1074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37250" y="3442970"/>
                  <a:ext cx="478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6E43733-4D09-EDA1-AEFA-914DFCF55115}"/>
                    </a:ext>
                  </a:extLst>
                </p14:cNvPr>
                <p14:cNvContentPartPr/>
                <p14:nvPr/>
              </p14:nvContentPartPr>
              <p14:xfrm>
                <a:off x="7749210" y="3496970"/>
                <a:ext cx="149400" cy="179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6E43733-4D09-EDA1-AEFA-914DFCF5511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40210" y="3487970"/>
                  <a:ext cx="167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4719E6-C7C5-7B7E-FF70-66ADB63C9D6A}"/>
                    </a:ext>
                  </a:extLst>
                </p14:cNvPr>
                <p14:cNvContentPartPr/>
                <p14:nvPr/>
              </p14:nvContentPartPr>
              <p14:xfrm>
                <a:off x="7995450" y="3428570"/>
                <a:ext cx="246960" cy="288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4719E6-C7C5-7B7E-FF70-66ADB63C9D6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86463" y="3419570"/>
                  <a:ext cx="264574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C301BE5-5CC2-AB7E-68F3-4B23F8CB828A}"/>
                    </a:ext>
                  </a:extLst>
                </p14:cNvPr>
                <p14:cNvContentPartPr/>
                <p14:nvPr/>
              </p14:nvContentPartPr>
              <p14:xfrm>
                <a:off x="8206410" y="3426410"/>
                <a:ext cx="189720" cy="162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C301BE5-5CC2-AB7E-68F3-4B23F8CB82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97410" y="3417410"/>
                  <a:ext cx="207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A0316F7-3F64-DABF-5A05-565FA40AD4C0}"/>
                    </a:ext>
                  </a:extLst>
                </p14:cNvPr>
                <p14:cNvContentPartPr/>
                <p14:nvPr/>
              </p14:nvContentPartPr>
              <p14:xfrm>
                <a:off x="8307570" y="3416690"/>
                <a:ext cx="35280" cy="270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A0316F7-3F64-DABF-5A05-565FA40AD4C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98570" y="3407690"/>
                  <a:ext cx="52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7ADD5F8-9620-543C-AE52-88611ECAAAFC}"/>
                    </a:ext>
                  </a:extLst>
                </p14:cNvPr>
                <p14:cNvContentPartPr/>
                <p14:nvPr/>
              </p14:nvContentPartPr>
              <p14:xfrm>
                <a:off x="8466330" y="3436490"/>
                <a:ext cx="123480" cy="291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7ADD5F8-9620-543C-AE52-88611ECAAAF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57330" y="3427490"/>
                  <a:ext cx="1411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FF9A49-DD5A-903E-D1C1-F9FE108652BF}"/>
                    </a:ext>
                  </a:extLst>
                </p14:cNvPr>
                <p14:cNvContentPartPr/>
                <p14:nvPr/>
              </p14:nvContentPartPr>
              <p14:xfrm>
                <a:off x="8637330" y="3356210"/>
                <a:ext cx="58320" cy="65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FF9A49-DD5A-903E-D1C1-F9FE108652B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28330" y="3347210"/>
                  <a:ext cx="759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84D086-97C2-03C4-8B42-CFED00CF324C}"/>
              </a:ext>
            </a:extLst>
          </p:cNvPr>
          <p:cNvGrpSpPr/>
          <p:nvPr/>
        </p:nvGrpSpPr>
        <p:grpSpPr>
          <a:xfrm>
            <a:off x="7840650" y="4057850"/>
            <a:ext cx="851400" cy="375480"/>
            <a:chOff x="7840650" y="4057850"/>
            <a:chExt cx="85140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6D505ED-251A-0A32-4B95-1584459A3C51}"/>
                    </a:ext>
                  </a:extLst>
                </p14:cNvPr>
                <p14:cNvContentPartPr/>
                <p14:nvPr/>
              </p14:nvContentPartPr>
              <p14:xfrm>
                <a:off x="7840650" y="4057850"/>
                <a:ext cx="127800" cy="326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6D505ED-251A-0A32-4B95-1584459A3C5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31650" y="4048850"/>
                  <a:ext cx="1454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71BB175-BF2A-1606-8F2B-4447E79D43CC}"/>
                    </a:ext>
                  </a:extLst>
                </p14:cNvPr>
                <p14:cNvContentPartPr/>
                <p14:nvPr/>
              </p14:nvContentPartPr>
              <p14:xfrm>
                <a:off x="8057010" y="4125170"/>
                <a:ext cx="219600" cy="300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71BB175-BF2A-1606-8F2B-4447E79D43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48025" y="4116170"/>
                  <a:ext cx="237211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17EA3D-DB17-3387-AF0D-1DB1F462BE12}"/>
                    </a:ext>
                  </a:extLst>
                </p14:cNvPr>
                <p14:cNvContentPartPr/>
                <p14:nvPr/>
              </p14:nvContentPartPr>
              <p14:xfrm>
                <a:off x="8338170" y="4123730"/>
                <a:ext cx="128520" cy="309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17EA3D-DB17-3387-AF0D-1DB1F462BE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29170" y="4114740"/>
                  <a:ext cx="146160" cy="3272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C63090E-7075-82E3-518B-6C10079AE6E3}"/>
                    </a:ext>
                  </a:extLst>
                </p14:cNvPr>
                <p14:cNvContentPartPr/>
                <p14:nvPr/>
              </p14:nvContentPartPr>
              <p14:xfrm>
                <a:off x="8543010" y="4269170"/>
                <a:ext cx="58320" cy="94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C63090E-7075-82E3-518B-6C10079AE6E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33954" y="4260136"/>
                  <a:ext cx="76070" cy="112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27AE380-4F83-D9C3-6D54-BB3034BD948C}"/>
                    </a:ext>
                  </a:extLst>
                </p14:cNvPr>
                <p14:cNvContentPartPr/>
                <p14:nvPr/>
              </p14:nvContentPartPr>
              <p14:xfrm>
                <a:off x="8652090" y="4107890"/>
                <a:ext cx="39960" cy="56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27AE380-4F83-D9C3-6D54-BB3034BD948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43090" y="4098832"/>
                  <a:ext cx="57600" cy="7391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605B409-CA2A-CF30-44C6-EE2FB27BA919}"/>
                  </a:ext>
                </a:extLst>
              </p14:cNvPr>
              <p14:cNvContentPartPr/>
              <p14:nvPr/>
            </p14:nvContentPartPr>
            <p14:xfrm>
              <a:off x="9081570" y="3858410"/>
              <a:ext cx="214200" cy="230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605B409-CA2A-CF30-44C6-EE2FB27BA91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072585" y="3849410"/>
                <a:ext cx="23181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AF039A3-2348-AEA6-90F8-3F7A4AC6A531}"/>
                  </a:ext>
                </a:extLst>
              </p14:cNvPr>
              <p14:cNvContentPartPr/>
              <p14:nvPr/>
            </p14:nvContentPartPr>
            <p14:xfrm>
              <a:off x="9086970" y="4002410"/>
              <a:ext cx="210960" cy="129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AF039A3-2348-AEA6-90F8-3F7A4AC6A53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077970" y="3993410"/>
                <a:ext cx="22860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8F82561-33CE-CEB4-0881-1FDA97F03E48}"/>
              </a:ext>
            </a:extLst>
          </p:cNvPr>
          <p:cNvGrpSpPr/>
          <p:nvPr/>
        </p:nvGrpSpPr>
        <p:grpSpPr>
          <a:xfrm>
            <a:off x="9632370" y="3687410"/>
            <a:ext cx="1432080" cy="414000"/>
            <a:chOff x="9632370" y="3687410"/>
            <a:chExt cx="143208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73EDB58-7948-79F6-E2DF-CD9E3E91DBA2}"/>
                    </a:ext>
                  </a:extLst>
                </p14:cNvPr>
                <p14:cNvContentPartPr/>
                <p14:nvPr/>
              </p14:nvContentPartPr>
              <p14:xfrm>
                <a:off x="9632370" y="3752570"/>
                <a:ext cx="223200" cy="322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73EDB58-7948-79F6-E2DF-CD9E3E91DB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23370" y="3743570"/>
                  <a:ext cx="2408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3791C29-7E9A-7BEB-2DE1-A2ABF2DFFF8A}"/>
                    </a:ext>
                  </a:extLst>
                </p14:cNvPr>
                <p14:cNvContentPartPr/>
                <p14:nvPr/>
              </p14:nvContentPartPr>
              <p14:xfrm>
                <a:off x="10026930" y="3728810"/>
                <a:ext cx="233280" cy="330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3791C29-7E9A-7BEB-2DE1-A2ABF2DFFF8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17944" y="3719810"/>
                  <a:ext cx="250893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323483E-7788-25E4-E25D-DE6C72797FCC}"/>
                    </a:ext>
                  </a:extLst>
                </p14:cNvPr>
                <p14:cNvContentPartPr/>
                <p14:nvPr/>
              </p14:nvContentPartPr>
              <p14:xfrm>
                <a:off x="10254450" y="3873890"/>
                <a:ext cx="207720" cy="49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323483E-7788-25E4-E25D-DE6C72797FC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45450" y="3864890"/>
                  <a:ext cx="225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3199638-3352-13ED-F270-BBCF70A4589E}"/>
                    </a:ext>
                  </a:extLst>
                </p14:cNvPr>
                <p14:cNvContentPartPr/>
                <p14:nvPr/>
              </p14:nvContentPartPr>
              <p14:xfrm>
                <a:off x="10500690" y="3712970"/>
                <a:ext cx="247680" cy="202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3199638-3352-13ED-F270-BBCF70A4589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91690" y="3703970"/>
                  <a:ext cx="265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66B1CA2-9CAC-19B8-47FF-51A4BCB1959A}"/>
                    </a:ext>
                  </a:extLst>
                </p14:cNvPr>
                <p14:cNvContentPartPr/>
                <p14:nvPr/>
              </p14:nvContentPartPr>
              <p14:xfrm>
                <a:off x="10644690" y="3738890"/>
                <a:ext cx="201960" cy="362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66B1CA2-9CAC-19B8-47FF-51A4BCB1959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635690" y="3729890"/>
                  <a:ext cx="2196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64BBAF-4F4C-B35B-EB7E-A5B698CBFCF2}"/>
                    </a:ext>
                  </a:extLst>
                </p14:cNvPr>
                <p14:cNvContentPartPr/>
                <p14:nvPr/>
              </p14:nvContentPartPr>
              <p14:xfrm>
                <a:off x="10782930" y="3798290"/>
                <a:ext cx="78480" cy="13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64BBAF-4F4C-B35B-EB7E-A5B698CBFCF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73971" y="3789290"/>
                  <a:ext cx="96039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237DDD-921A-B7E1-06B0-6C357FCDB075}"/>
                    </a:ext>
                  </a:extLst>
                </p14:cNvPr>
                <p14:cNvContentPartPr/>
                <p14:nvPr/>
              </p14:nvContentPartPr>
              <p14:xfrm>
                <a:off x="10978770" y="3687410"/>
                <a:ext cx="85680" cy="92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237DDD-921A-B7E1-06B0-6C357FCDB07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969770" y="3678375"/>
                  <a:ext cx="103320" cy="1098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A93C0C4-1734-B022-6F85-0CC46D294683}"/>
              </a:ext>
            </a:extLst>
          </p:cNvPr>
          <p:cNvGrpSpPr/>
          <p:nvPr/>
        </p:nvGrpSpPr>
        <p:grpSpPr>
          <a:xfrm>
            <a:off x="4504170" y="5059010"/>
            <a:ext cx="3845880" cy="638280"/>
            <a:chOff x="4504170" y="5059010"/>
            <a:chExt cx="3845880" cy="63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BD7D443-A9A5-602F-BF9C-D305ECAD1F88}"/>
                    </a:ext>
                  </a:extLst>
                </p14:cNvPr>
                <p14:cNvContentPartPr/>
                <p14:nvPr/>
              </p14:nvContentPartPr>
              <p14:xfrm>
                <a:off x="4917810" y="5059010"/>
                <a:ext cx="9720" cy="101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BD7D443-A9A5-602F-BF9C-D305ECAD1F8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08810" y="5050010"/>
                  <a:ext cx="27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F8A4E84-DCF7-AFAF-7737-7084D627F509}"/>
                    </a:ext>
                  </a:extLst>
                </p14:cNvPr>
                <p14:cNvContentPartPr/>
                <p14:nvPr/>
              </p14:nvContentPartPr>
              <p14:xfrm>
                <a:off x="4504170" y="5363210"/>
                <a:ext cx="389880" cy="319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F8A4E84-DCF7-AFAF-7737-7084D627F50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95170" y="5354220"/>
                  <a:ext cx="407520" cy="3369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47ED1C-B7CB-CFA4-1BB3-4D9C66382F92}"/>
                    </a:ext>
                  </a:extLst>
                </p14:cNvPr>
                <p14:cNvContentPartPr/>
                <p14:nvPr/>
              </p14:nvContentPartPr>
              <p14:xfrm>
                <a:off x="4760490" y="5585330"/>
                <a:ext cx="135360" cy="111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47ED1C-B7CB-CFA4-1BB3-4D9C66382F9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51514" y="5576301"/>
                  <a:ext cx="152953" cy="129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D1F05E9-5D4B-4E13-CE54-576D7EA7FC97}"/>
                    </a:ext>
                  </a:extLst>
                </p14:cNvPr>
                <p14:cNvContentPartPr/>
                <p14:nvPr/>
              </p14:nvContentPartPr>
              <p14:xfrm>
                <a:off x="5108970" y="5412530"/>
                <a:ext cx="162720" cy="40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D1F05E9-5D4B-4E13-CE54-576D7EA7FC9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99990" y="5403609"/>
                  <a:ext cx="180321" cy="58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7C33CA-CA54-92E3-7EE7-296A3D6B19C6}"/>
                    </a:ext>
                  </a:extLst>
                </p14:cNvPr>
                <p14:cNvContentPartPr/>
                <p14:nvPr/>
              </p14:nvContentPartPr>
              <p14:xfrm>
                <a:off x="5084850" y="5553290"/>
                <a:ext cx="235800" cy="45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7C33CA-CA54-92E3-7EE7-296A3D6B19C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75850" y="5544290"/>
                  <a:ext cx="253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825237-55D0-08D2-E3CC-FDF15225373C}"/>
                    </a:ext>
                  </a:extLst>
                </p14:cNvPr>
                <p14:cNvContentPartPr/>
                <p14:nvPr/>
              </p14:nvContentPartPr>
              <p14:xfrm>
                <a:off x="5526210" y="5340890"/>
                <a:ext cx="289800" cy="237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825237-55D0-08D2-E3CC-FDF15225373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17221" y="5331890"/>
                  <a:ext cx="307418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57DEBD8-292A-29D3-D70D-02A5FBFDB733}"/>
                    </a:ext>
                  </a:extLst>
                </p14:cNvPr>
                <p14:cNvContentPartPr/>
                <p14:nvPr/>
              </p14:nvContentPartPr>
              <p14:xfrm>
                <a:off x="5985930" y="5277890"/>
                <a:ext cx="112680" cy="280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57DEBD8-292A-29D3-D70D-02A5FBFDB73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76930" y="5268890"/>
                  <a:ext cx="1303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340D55E-01AF-A15D-F4D5-6D1219B2FDA5}"/>
                    </a:ext>
                  </a:extLst>
                </p14:cNvPr>
                <p14:cNvContentPartPr/>
                <p14:nvPr/>
              </p14:nvContentPartPr>
              <p14:xfrm>
                <a:off x="6171330" y="5375450"/>
                <a:ext cx="105120" cy="105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340D55E-01AF-A15D-F4D5-6D1219B2FDA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62330" y="5366419"/>
                  <a:ext cx="122760" cy="1228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B507026-8BFD-45E4-FA2D-5755B1057334}"/>
                    </a:ext>
                  </a:extLst>
                </p14:cNvPr>
                <p14:cNvContentPartPr/>
                <p14:nvPr/>
              </p14:nvContentPartPr>
              <p14:xfrm>
                <a:off x="6429090" y="5314610"/>
                <a:ext cx="82440" cy="290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B507026-8BFD-45E4-FA2D-5755B105733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20129" y="5305610"/>
                  <a:ext cx="100003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5F2BDCC-14F8-8AAC-A85D-F564D140C37A}"/>
                    </a:ext>
                  </a:extLst>
                </p14:cNvPr>
                <p14:cNvContentPartPr/>
                <p14:nvPr/>
              </p14:nvContentPartPr>
              <p14:xfrm>
                <a:off x="6687930" y="5174210"/>
                <a:ext cx="106560" cy="465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5F2BDCC-14F8-8AAC-A85D-F564D140C37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78930" y="5165210"/>
                  <a:ext cx="12420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61E165-7FC5-5113-5C2F-FAC90A8D2D66}"/>
                    </a:ext>
                  </a:extLst>
                </p14:cNvPr>
                <p14:cNvContentPartPr/>
                <p14:nvPr/>
              </p14:nvContentPartPr>
              <p14:xfrm>
                <a:off x="6861810" y="5367890"/>
                <a:ext cx="103680" cy="149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61E165-7FC5-5113-5C2F-FAC90A8D2D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852810" y="5358890"/>
                  <a:ext cx="1213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1E93B28-46E0-5E13-C4B9-1A6515CCCF01}"/>
                    </a:ext>
                  </a:extLst>
                </p14:cNvPr>
                <p14:cNvContentPartPr/>
                <p14:nvPr/>
              </p14:nvContentPartPr>
              <p14:xfrm>
                <a:off x="7029570" y="5344490"/>
                <a:ext cx="75240" cy="140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1E93B28-46E0-5E13-C4B9-1A6515CCCF0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20570" y="5335490"/>
                  <a:ext cx="928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AAA4016-FDC3-3ECB-F7EC-93291476E93D}"/>
                    </a:ext>
                  </a:extLst>
                </p14:cNvPr>
                <p14:cNvContentPartPr/>
                <p14:nvPr/>
              </p14:nvContentPartPr>
              <p14:xfrm>
                <a:off x="6822930" y="5205170"/>
                <a:ext cx="145800" cy="169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AAA4016-FDC3-3ECB-F7EC-93291476E93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13930" y="5196170"/>
                  <a:ext cx="163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CBD922-6454-9140-CD33-26964EFA73DC}"/>
                    </a:ext>
                  </a:extLst>
                </p14:cNvPr>
                <p14:cNvContentPartPr/>
                <p14:nvPr/>
              </p14:nvContentPartPr>
              <p14:xfrm>
                <a:off x="6814290" y="5158730"/>
                <a:ext cx="159120" cy="411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CBD922-6454-9140-CD33-26964EFA73D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05290" y="5149730"/>
                  <a:ext cx="17676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343C640-AAA9-84A9-0BB2-F78A3A67D420}"/>
                    </a:ext>
                  </a:extLst>
                </p14:cNvPr>
                <p14:cNvContentPartPr/>
                <p14:nvPr/>
              </p14:nvContentPartPr>
              <p14:xfrm>
                <a:off x="7020570" y="5284010"/>
                <a:ext cx="148680" cy="227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343C640-AAA9-84A9-0BB2-F78A3A67D42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11570" y="5275010"/>
                  <a:ext cx="166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F41111D-8CD9-FF9A-4D94-CC0EFCA648EB}"/>
                    </a:ext>
                  </a:extLst>
                </p14:cNvPr>
                <p14:cNvContentPartPr/>
                <p14:nvPr/>
              </p14:nvContentPartPr>
              <p14:xfrm>
                <a:off x="7239450" y="5270330"/>
                <a:ext cx="112320" cy="234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F41111D-8CD9-FF9A-4D94-CC0EFCA648E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30450" y="5261330"/>
                  <a:ext cx="1299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8E67561-88FE-258E-19DA-8459BC1EE3DC}"/>
                    </a:ext>
                  </a:extLst>
                </p14:cNvPr>
                <p14:cNvContentPartPr/>
                <p14:nvPr/>
              </p14:nvContentPartPr>
              <p14:xfrm>
                <a:off x="7157370" y="5341970"/>
                <a:ext cx="167040" cy="16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8E67561-88FE-258E-19DA-8459BC1EE3D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48351" y="5332970"/>
                  <a:ext cx="184718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6E0957C-8609-62CF-2B06-E40FE35C6818}"/>
                    </a:ext>
                  </a:extLst>
                </p14:cNvPr>
                <p14:cNvContentPartPr/>
                <p14:nvPr/>
              </p14:nvContentPartPr>
              <p14:xfrm>
                <a:off x="7480650" y="5382650"/>
                <a:ext cx="235080" cy="45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6E0957C-8609-62CF-2B06-E40FE35C681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71650" y="5373650"/>
                  <a:ext cx="2527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7B6A033-E12A-647D-C2DF-11A228D093CB}"/>
                    </a:ext>
                  </a:extLst>
                </p14:cNvPr>
                <p14:cNvContentPartPr/>
                <p14:nvPr/>
              </p14:nvContentPartPr>
              <p14:xfrm>
                <a:off x="7870530" y="5179610"/>
                <a:ext cx="271440" cy="250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7B6A033-E12A-647D-C2DF-11A228D093C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61530" y="5170610"/>
                  <a:ext cx="289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4559031-5833-59CB-646D-316691278CA7}"/>
                    </a:ext>
                  </a:extLst>
                </p14:cNvPr>
                <p14:cNvContentPartPr/>
                <p14:nvPr/>
              </p14:nvContentPartPr>
              <p14:xfrm>
                <a:off x="8000130" y="5231450"/>
                <a:ext cx="24480" cy="246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4559031-5833-59CB-646D-316691278CA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91130" y="5222437"/>
                  <a:ext cx="42120" cy="2642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14550FD-16F6-1DED-01EB-E154A2883A46}"/>
                    </a:ext>
                  </a:extLst>
                </p14:cNvPr>
                <p14:cNvContentPartPr/>
                <p14:nvPr/>
              </p14:nvContentPartPr>
              <p14:xfrm>
                <a:off x="8247450" y="5122010"/>
                <a:ext cx="102600" cy="376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14550FD-16F6-1DED-01EB-E154A2883A4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38450" y="5113010"/>
                  <a:ext cx="120240" cy="39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1693178-4D26-5968-B2AD-3B999DAAA7FD}"/>
              </a:ext>
            </a:extLst>
          </p:cNvPr>
          <p:cNvGrpSpPr/>
          <p:nvPr/>
        </p:nvGrpSpPr>
        <p:grpSpPr>
          <a:xfrm>
            <a:off x="8499090" y="5130650"/>
            <a:ext cx="278280" cy="352800"/>
            <a:chOff x="8499090" y="5130650"/>
            <a:chExt cx="27828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EF52D60-E8F4-6216-B62B-290EF25FB8F9}"/>
                    </a:ext>
                  </a:extLst>
                </p14:cNvPr>
                <p14:cNvContentPartPr/>
                <p14:nvPr/>
              </p14:nvContentPartPr>
              <p14:xfrm>
                <a:off x="8499090" y="5136770"/>
                <a:ext cx="40680" cy="97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EF52D60-E8F4-6216-B62B-290EF25FB8F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490090" y="5127737"/>
                  <a:ext cx="58320" cy="1156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E52B22C-ED7F-5F65-1328-103D57726FF4}"/>
                    </a:ext>
                  </a:extLst>
                </p14:cNvPr>
                <p14:cNvContentPartPr/>
                <p14:nvPr/>
              </p14:nvContentPartPr>
              <p14:xfrm>
                <a:off x="8670810" y="5130650"/>
                <a:ext cx="106560" cy="352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E52B22C-ED7F-5F65-1328-103D57726FF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661779" y="5121650"/>
                  <a:ext cx="124260" cy="37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29DECC4-8177-9702-BFFC-702F57817564}"/>
              </a:ext>
            </a:extLst>
          </p:cNvPr>
          <p:cNvGrpSpPr/>
          <p:nvPr/>
        </p:nvGrpSpPr>
        <p:grpSpPr>
          <a:xfrm>
            <a:off x="9189930" y="5082410"/>
            <a:ext cx="253080" cy="468000"/>
            <a:chOff x="9189930" y="5082410"/>
            <a:chExt cx="25308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270CFD1-605D-60F0-1D97-687E966C0798}"/>
                    </a:ext>
                  </a:extLst>
                </p14:cNvPr>
                <p14:cNvContentPartPr/>
                <p14:nvPr/>
              </p14:nvContentPartPr>
              <p14:xfrm>
                <a:off x="9189930" y="5082410"/>
                <a:ext cx="214200" cy="398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270CFD1-605D-60F0-1D97-687E966C07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80945" y="5073410"/>
                  <a:ext cx="23181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849255A-74C4-8C5E-59C4-54AFED227CA3}"/>
                    </a:ext>
                  </a:extLst>
                </p14:cNvPr>
                <p14:cNvContentPartPr/>
                <p14:nvPr/>
              </p14:nvContentPartPr>
              <p14:xfrm>
                <a:off x="9400530" y="5096450"/>
                <a:ext cx="42480" cy="453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849255A-74C4-8C5E-59C4-54AFED227CA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91530" y="5087443"/>
                  <a:ext cx="60120" cy="4716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0A0F211-785B-4521-8EEA-2DE00A049A7F}"/>
                    </a:ext>
                  </a:extLst>
                </p14:cNvPr>
                <p14:cNvContentPartPr/>
                <p14:nvPr/>
              </p14:nvContentPartPr>
              <p14:xfrm>
                <a:off x="9274890" y="5308490"/>
                <a:ext cx="101880" cy="82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0A0F211-785B-4521-8EEA-2DE00A049A7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65890" y="5299490"/>
                  <a:ext cx="119520" cy="9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061512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6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395857" cy="4859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Find the input impedance of the circuit, which operates at </a:t>
            </a:r>
            <a:r>
              <a:rPr lang="el-GR" sz="2400"/>
              <a:t>ω</a:t>
            </a:r>
            <a:r>
              <a:rPr lang="en-US" sz="2400"/>
              <a:t>=50 </a:t>
            </a:r>
            <a:r>
              <a:rPr lang="en-US" sz="2400" err="1"/>
              <a:t>rad</a:t>
            </a:r>
            <a:r>
              <a:rPr lang="en-US" sz="2400"/>
              <a:t>/s.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The input impendence is thus</a:t>
            </a:r>
            <a:br>
              <a:rPr lang="en-US" sz="2400"/>
            </a:br>
            <a:br>
              <a:rPr lang="en-US" sz="2400"/>
            </a:br>
            <a:br>
              <a:rPr lang="en-US" sz="2400"/>
            </a:br>
            <a:br>
              <a:rPr lang="en-US" sz="2400"/>
            </a:br>
            <a:br>
              <a:rPr lang="en-US" sz="2400"/>
            </a:br>
            <a:endParaRPr lang="en-US" sz="2400"/>
          </a:p>
          <a:p>
            <a:r>
              <a:rPr lang="en-US" sz="2400"/>
              <a:t>which is equivalent to a </a:t>
            </a:r>
            <a:r>
              <a:rPr lang="en-US" sz="2400" b="1" u="sng"/>
              <a:t>resistor</a:t>
            </a:r>
            <a:r>
              <a:rPr lang="en-US" sz="2400"/>
              <a:t> 3.22 </a:t>
            </a:r>
            <a:r>
              <a:rPr lang="el-GR" sz="2400"/>
              <a:t>Ω</a:t>
            </a:r>
            <a:r>
              <a:rPr lang="en-US" sz="2400"/>
              <a:t> in series with a </a:t>
            </a:r>
            <a:r>
              <a:rPr lang="en-US" sz="2400" b="1" u="sng"/>
              <a:t>capacitor</a:t>
            </a:r>
            <a:r>
              <a:rPr lang="en-US" sz="2400"/>
              <a:t> (11.07x50)</a:t>
            </a:r>
            <a:r>
              <a:rPr lang="en-US" sz="2400" baseline="30000"/>
              <a:t>-1</a:t>
            </a:r>
            <a:r>
              <a:rPr lang="en-US" sz="2400"/>
              <a:t>F.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208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721149"/>
              </p:ext>
            </p:extLst>
          </p:nvPr>
        </p:nvGraphicFramePr>
        <p:xfrm>
          <a:off x="1516766" y="2201524"/>
          <a:ext cx="4579234" cy="1629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6100" imgH="1104900" progId="Equation.DSMT4">
                  <p:embed/>
                </p:oleObj>
              </mc:Choice>
              <mc:Fallback>
                <p:oleObj name="Equation" r:id="rId2" imgW="3086100" imgH="1104900" progId="Equation.DSMT4">
                  <p:embed/>
                  <p:pic>
                    <p:nvPicPr>
                      <p:cNvPr id="1208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766" y="2201524"/>
                        <a:ext cx="4579234" cy="162945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906362"/>
              </p:ext>
            </p:extLst>
          </p:nvPr>
        </p:nvGraphicFramePr>
        <p:xfrm>
          <a:off x="1313410" y="4501247"/>
          <a:ext cx="10427107" cy="143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35700" imgH="863600" progId="Equation.DSMT4">
                  <p:embed/>
                </p:oleObj>
              </mc:Choice>
              <mc:Fallback>
                <p:oleObj name="Equation" r:id="rId4" imgW="6235700" imgH="863600" progId="Equation.DSMT4">
                  <p:embed/>
                  <p:pic>
                    <p:nvPicPr>
                      <p:cNvPr id="1208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3410" y="4501247"/>
                        <a:ext cx="10427107" cy="143404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0837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69227" y="2557577"/>
            <a:ext cx="3628780" cy="1905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/>
              <a:t>Determine </a:t>
            </a:r>
            <a:r>
              <a:rPr lang="en-US" sz="2600" i="1" err="1"/>
              <a:t>v</a:t>
            </a:r>
            <a:r>
              <a:rPr lang="en-US" sz="2600" baseline="-25000" err="1"/>
              <a:t>o</a:t>
            </a:r>
            <a:r>
              <a:rPr lang="en-US" sz="2600"/>
              <a:t>(t) in the circuit.</a:t>
            </a:r>
          </a:p>
          <a:p>
            <a:r>
              <a:rPr lang="en-US" sz="2400"/>
              <a:t>Transform to the frequency domain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From the frequency domain circuit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Thus</a:t>
            </a:r>
          </a:p>
          <a:p>
            <a:endParaRPr 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83903" y="913661"/>
            <a:ext cx="4651042" cy="2007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18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9353" y="3402571"/>
            <a:ext cx="3827076" cy="1600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8610600" y="2998570"/>
            <a:ext cx="2253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Time domain circuit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2145" y="5199937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Same circuit in frequency domain</a:t>
            </a:r>
          </a:p>
        </p:txBody>
      </p:sp>
      <p:graphicFrame>
        <p:nvGraphicFramePr>
          <p:cNvPr id="1218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398804"/>
              </p:ext>
            </p:extLst>
          </p:nvPr>
        </p:nvGraphicFramePr>
        <p:xfrm>
          <a:off x="1305060" y="2570230"/>
          <a:ext cx="4504554" cy="14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700" imgH="914400" progId="Equation.DSMT4">
                  <p:embed/>
                </p:oleObj>
              </mc:Choice>
              <mc:Fallback>
                <p:oleObj name="Equation" r:id="rId4" imgW="2933700" imgH="914400" progId="Equation.DSMT4">
                  <p:embed/>
                  <p:pic>
                    <p:nvPicPr>
                      <p:cNvPr id="121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5060" y="2570230"/>
                        <a:ext cx="4504554" cy="1404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94937"/>
              </p:ext>
            </p:extLst>
          </p:nvPr>
        </p:nvGraphicFramePr>
        <p:xfrm>
          <a:off x="720000" y="4435793"/>
          <a:ext cx="6974762" cy="17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59300" imgH="1130300" progId="Equation.DSMT4">
                  <p:embed/>
                </p:oleObj>
              </mc:Choice>
              <mc:Fallback>
                <p:oleObj name="Equation" r:id="rId6" imgW="4559300" imgH="1130300" progId="Equation.DSMT4">
                  <p:embed/>
                  <p:pic>
                    <p:nvPicPr>
                      <p:cNvPr id="1218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00" y="4435793"/>
                        <a:ext cx="6974762" cy="1728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528015"/>
              </p:ext>
            </p:extLst>
          </p:nvPr>
        </p:nvGraphicFramePr>
        <p:xfrm>
          <a:off x="2118264" y="6287335"/>
          <a:ext cx="3393792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300" imgH="241300" progId="Equation.DSMT4">
                  <p:embed/>
                </p:oleObj>
              </mc:Choice>
              <mc:Fallback>
                <p:oleObj name="Equation" r:id="rId8" imgW="1892300" imgH="241300" progId="Equation.DSMT4">
                  <p:embed/>
                  <p:pic>
                    <p:nvPicPr>
                      <p:cNvPr id="1218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264" y="6287335"/>
                        <a:ext cx="3393792" cy="43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A9E99CC-B086-0D41-976A-7637F8B5081D}"/>
                  </a:ext>
                </a:extLst>
              </p14:cNvPr>
              <p14:cNvContentPartPr/>
              <p14:nvPr/>
            </p14:nvContentPartPr>
            <p14:xfrm>
              <a:off x="4668715" y="5404224"/>
              <a:ext cx="3600" cy="102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A9E99CC-B086-0D41-976A-7637F8B5081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64395" y="5399904"/>
                <a:ext cx="12240" cy="11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8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/>
              <a:t>Find </a:t>
            </a:r>
            <a:r>
              <a:rPr lang="en-GB" sz="2400" i="1" err="1"/>
              <a:t>i</a:t>
            </a:r>
            <a:r>
              <a:rPr lang="en-GB" sz="2400"/>
              <a:t>(t) and </a:t>
            </a:r>
            <a:r>
              <a:rPr lang="en-GB" sz="2400" i="1"/>
              <a:t>v</a:t>
            </a:r>
            <a:r>
              <a:rPr lang="en-GB" sz="2400"/>
              <a:t>(t) in the circuit shown.</a:t>
            </a:r>
          </a:p>
          <a:p>
            <a:r>
              <a:rPr lang="en-US" sz="2400"/>
              <a:t>For the source: </a:t>
            </a:r>
          </a:p>
          <a:p>
            <a:r>
              <a:rPr lang="en-US" sz="2400"/>
              <a:t>The impedance of two elements together as one is</a:t>
            </a:r>
          </a:p>
          <a:p>
            <a:endParaRPr lang="en-US" sz="2400"/>
          </a:p>
          <a:p>
            <a:r>
              <a:rPr lang="en-US" sz="2400"/>
              <a:t>Thus the current in the phasor domain is</a:t>
            </a:r>
          </a:p>
          <a:p>
            <a:endParaRPr lang="en-US" sz="4800"/>
          </a:p>
          <a:p>
            <a:r>
              <a:rPr lang="en-US" sz="2400"/>
              <a:t> The voltage across C is</a:t>
            </a:r>
          </a:p>
          <a:p>
            <a:endParaRPr lang="en-US" sz="2400"/>
          </a:p>
          <a:p>
            <a:r>
              <a:rPr lang="en-US" sz="2400"/>
              <a:t> in the time domain: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28989" y="994820"/>
            <a:ext cx="5101900" cy="2305940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162891"/>
              </p:ext>
            </p:extLst>
          </p:nvPr>
        </p:nvGraphicFramePr>
        <p:xfrm>
          <a:off x="3117724" y="2170588"/>
          <a:ext cx="288188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6811" imgH="215806" progId="Equation.DSMT4">
                  <p:embed/>
                </p:oleObj>
              </mc:Choice>
              <mc:Fallback>
                <p:oleObj name="Equation" r:id="rId3" imgW="1586811" imgH="215806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724" y="2170588"/>
                        <a:ext cx="2881880" cy="396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752055"/>
              </p:ext>
            </p:extLst>
          </p:nvPr>
        </p:nvGraphicFramePr>
        <p:xfrm>
          <a:off x="2540609" y="2894073"/>
          <a:ext cx="4532829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4000" imgH="419100" progId="Equation.DSMT4">
                  <p:embed/>
                </p:oleObj>
              </mc:Choice>
              <mc:Fallback>
                <p:oleObj name="Equation" r:id="rId5" imgW="2794000" imgH="4191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609" y="2894073"/>
                        <a:ext cx="4532829" cy="684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497651"/>
              </p:ext>
            </p:extLst>
          </p:nvPr>
        </p:nvGraphicFramePr>
        <p:xfrm>
          <a:off x="2540609" y="3946842"/>
          <a:ext cx="8110037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86400" imgH="457200" progId="Equation.DSMT4">
                  <p:embed/>
                </p:oleObj>
              </mc:Choice>
              <mc:Fallback>
                <p:oleObj name="Equation" r:id="rId7" imgW="5486400" imgH="4572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609" y="3946842"/>
                        <a:ext cx="8110037" cy="68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810835"/>
              </p:ext>
            </p:extLst>
          </p:nvPr>
        </p:nvGraphicFramePr>
        <p:xfrm>
          <a:off x="3896904" y="5740405"/>
          <a:ext cx="6753742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06800" imgH="228600" progId="Equation.DSMT4">
                  <p:embed/>
                </p:oleObj>
              </mc:Choice>
              <mc:Fallback>
                <p:oleObj name="Equation" r:id="rId9" imgW="3606800" imgH="2286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6904" y="5740405"/>
                        <a:ext cx="6753742" cy="432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762860"/>
              </p:ext>
            </p:extLst>
          </p:nvPr>
        </p:nvGraphicFramePr>
        <p:xfrm>
          <a:off x="4510177" y="4869872"/>
          <a:ext cx="5688732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56000" imgH="444500" progId="Equation.DSMT4">
                  <p:embed/>
                </p:oleObj>
              </mc:Choice>
              <mc:Fallback>
                <p:oleObj name="Equation" r:id="rId11" imgW="3556000" imgH="44450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177" y="4869872"/>
                        <a:ext cx="5688732" cy="72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1194400" y="6237418"/>
            <a:ext cx="94728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000" i="1"/>
              <a:t>Note: </a:t>
            </a:r>
            <a:r>
              <a:rPr lang="en-US" altLang="zh-CN" sz="2000" i="1" err="1"/>
              <a:t>i</a:t>
            </a:r>
            <a:r>
              <a:rPr lang="en-US" altLang="zh-CN" sz="2000" i="1"/>
              <a:t> leads v by 90</a:t>
            </a:r>
            <a:r>
              <a:rPr lang="en-US" altLang="zh-CN" sz="2000" i="1" baseline="30000"/>
              <a:t>o </a:t>
            </a:r>
            <a:r>
              <a:rPr lang="en-US" altLang="zh-CN" sz="2000" i="1"/>
              <a:t>as it should for a C, but v lags behind v</a:t>
            </a:r>
            <a:r>
              <a:rPr lang="en-US" altLang="zh-CN" sz="2000" i="1" baseline="-25000"/>
              <a:t>s</a:t>
            </a:r>
            <a:r>
              <a:rPr lang="en-US" altLang="zh-CN" sz="2000" i="1"/>
              <a:t> by 63.43</a:t>
            </a:r>
            <a:r>
              <a:rPr lang="en-US" altLang="zh-CN" sz="2000" i="1" baseline="30000"/>
              <a:t>o</a:t>
            </a:r>
            <a:r>
              <a:rPr lang="en-US" altLang="zh-CN" sz="2000" i="1"/>
              <a:t>=tan</a:t>
            </a:r>
            <a:r>
              <a:rPr lang="en-US" altLang="zh-CN" sz="2000" i="1" baseline="30000"/>
              <a:t>-1</a:t>
            </a:r>
            <a:r>
              <a:rPr lang="en-US" altLang="zh-CN" sz="2000" i="1"/>
              <a:t>|X/R|.</a:t>
            </a:r>
            <a:endParaRPr lang="en-GB" altLang="zh-CN" sz="2000" i="1"/>
          </a:p>
        </p:txBody>
      </p:sp>
    </p:spTree>
    <p:extLst>
      <p:ext uri="{BB962C8B-B14F-4D97-AF65-F5344CB8AC3E}">
        <p14:creationId xmlns:p14="http://schemas.microsoft.com/office/powerpoint/2010/main" val="42488321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Example –  </a:t>
            </a:r>
            <a:r>
              <a:rPr lang="en-US" altLang="zh-CN"/>
              <a:t>RC Phase shifter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09509" cy="4351338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400"/>
              <a:t>Total impedance</a:t>
            </a:r>
          </a:p>
          <a:p>
            <a:pPr algn="just">
              <a:lnSpc>
                <a:spcPct val="100000"/>
              </a:lnSpc>
            </a:pPr>
            <a:r>
              <a:rPr lang="en-US" sz="2400"/>
              <a:t>     leads     by an angle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/>
              <a:t>                 </a:t>
            </a:r>
          </a:p>
          <a:p>
            <a:pPr algn="just">
              <a:lnSpc>
                <a:spcPct val="100000"/>
              </a:lnSpc>
            </a:pPr>
            <a:endParaRPr lang="en-US" sz="2400"/>
          </a:p>
          <a:p>
            <a:pPr algn="just">
              <a:lnSpc>
                <a:spcPct val="100000"/>
              </a:lnSpc>
            </a:pPr>
            <a:r>
              <a:rPr lang="en-US" sz="2400"/>
              <a:t>In circuit (a),     , which is taken across R, leads     .              </a:t>
            </a:r>
          </a:p>
          <a:p>
            <a:pPr algn="just">
              <a:lnSpc>
                <a:spcPct val="100000"/>
              </a:lnSpc>
            </a:pPr>
            <a:r>
              <a:rPr lang="en-US" sz="2400"/>
              <a:t>The phase shift is determined by the value of RC, but is always less than 90</a:t>
            </a:r>
            <a:r>
              <a:rPr lang="en-US" sz="2400" baseline="30000"/>
              <a:t>o</a:t>
            </a:r>
            <a:r>
              <a:rPr lang="en-US" sz="2400"/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400" i="1"/>
              <a:t>Note:  Phase shifter can also be achieved with R &amp; L.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6714"/>
          <a:stretch/>
        </p:blipFill>
        <p:spPr bwMode="auto">
          <a:xfrm>
            <a:off x="8053655" y="1252957"/>
            <a:ext cx="3060152" cy="2191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28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874027"/>
              </p:ext>
            </p:extLst>
          </p:nvPr>
        </p:nvGraphicFramePr>
        <p:xfrm>
          <a:off x="3278679" y="1859744"/>
          <a:ext cx="1616074" cy="469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400" imgH="228600" progId="Equation.DSMT4">
                  <p:embed/>
                </p:oleObj>
              </mc:Choice>
              <mc:Fallback>
                <p:oleObj name="Equation" r:id="rId3" imgW="787400" imgH="228600" progId="Equation.DSMT4">
                  <p:embed/>
                  <p:pic>
                    <p:nvPicPr>
                      <p:cNvPr id="1228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679" y="1859744"/>
                        <a:ext cx="1616074" cy="4691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05446"/>
              </p:ext>
            </p:extLst>
          </p:nvPr>
        </p:nvGraphicFramePr>
        <p:xfrm>
          <a:off x="1244146" y="2339535"/>
          <a:ext cx="215900" cy="364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835" imgH="202936" progId="Equation.DSMT4">
                  <p:embed/>
                </p:oleObj>
              </mc:Choice>
              <mc:Fallback>
                <p:oleObj name="Equation" r:id="rId5" imgW="126835" imgH="202936" progId="Equation.DSMT4">
                  <p:embed/>
                  <p:pic>
                    <p:nvPicPr>
                      <p:cNvPr id="1228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146" y="2339535"/>
                        <a:ext cx="215900" cy="364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844853"/>
              </p:ext>
            </p:extLst>
          </p:nvPr>
        </p:nvGraphicFramePr>
        <p:xfrm>
          <a:off x="2206921" y="2348922"/>
          <a:ext cx="3016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569" imgH="215619" progId="Equation.DSMT4">
                  <p:embed/>
                </p:oleObj>
              </mc:Choice>
              <mc:Fallback>
                <p:oleObj name="Equation" r:id="rId7" imgW="177569" imgH="215619" progId="Equation.DSMT4">
                  <p:embed/>
                  <p:pic>
                    <p:nvPicPr>
                      <p:cNvPr id="1228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921" y="2348922"/>
                        <a:ext cx="30162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426897"/>
              </p:ext>
            </p:extLst>
          </p:nvPr>
        </p:nvGraphicFramePr>
        <p:xfrm>
          <a:off x="2808784" y="3817178"/>
          <a:ext cx="34448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024" imgH="215713" progId="Equation.DSMT4">
                  <p:embed/>
                </p:oleObj>
              </mc:Choice>
              <mc:Fallback>
                <p:oleObj name="Equation" r:id="rId9" imgW="203024" imgH="215713" progId="Equation.DSMT4">
                  <p:embed/>
                  <p:pic>
                    <p:nvPicPr>
                      <p:cNvPr id="1228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784" y="3817178"/>
                        <a:ext cx="344487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83178"/>
              </p:ext>
            </p:extLst>
          </p:nvPr>
        </p:nvGraphicFramePr>
        <p:xfrm>
          <a:off x="7007254" y="3839452"/>
          <a:ext cx="3016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569" imgH="215619" progId="Equation.DSMT4">
                  <p:embed/>
                </p:oleObj>
              </mc:Choice>
              <mc:Fallback>
                <p:oleObj name="Equation" r:id="rId11" imgW="177569" imgH="215619" progId="Equation.DSMT4">
                  <p:embed/>
                  <p:pic>
                    <p:nvPicPr>
                      <p:cNvPr id="1228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7254" y="3839452"/>
                        <a:ext cx="301625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7295" y="3682241"/>
            <a:ext cx="4041586" cy="22092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84944" y="2734684"/>
                <a:ext cx="2316019" cy="818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944" y="2734684"/>
                <a:ext cx="2316019" cy="818173"/>
              </a:xfrm>
              <a:prstGeom prst="rect">
                <a:avLst/>
              </a:prstGeom>
              <a:blipFill>
                <a:blip r:embed="rId14"/>
                <a:stretch>
                  <a:fillRect b="-16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32869" cy="1325563"/>
          </a:xfrm>
        </p:spPr>
        <p:txBody>
          <a:bodyPr/>
          <a:lstStyle/>
          <a:p>
            <a:r>
              <a:rPr lang="en-US"/>
              <a:t>Application Example – Cascaded Phase Shifter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rmAutofit/>
          </a:bodyPr>
          <a:lstStyle/>
          <a:p>
            <a:r>
              <a:rPr lang="en-US" sz="2400"/>
              <a:t>We should keep in mind the simple RC phase shifter also acts as voltage divider.</a:t>
            </a:r>
          </a:p>
          <a:p>
            <a:r>
              <a:rPr lang="en-US" sz="2400"/>
              <a:t>Thus, only use when small amounts of phase shift are required. (less than 60</a:t>
            </a:r>
            <a:r>
              <a:rPr lang="en-US" sz="2400" baseline="3000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r>
              <a:rPr lang="en-US" sz="2400"/>
              <a:t>)</a:t>
            </a:r>
          </a:p>
          <a:p>
            <a:r>
              <a:rPr lang="en-US" sz="2400"/>
              <a:t>To get large phase shifts, several stages of RC shifter may be cascaded.</a:t>
            </a:r>
          </a:p>
          <a:p>
            <a:r>
              <a:rPr lang="en-US" sz="2400"/>
              <a:t>e.g. For the circuit on the right</a:t>
            </a:r>
            <a:br>
              <a:rPr lang="en-US" sz="2400"/>
            </a:br>
            <a:endParaRPr lang="en-US" sz="2400"/>
          </a:p>
          <a:p>
            <a:endParaRPr lang="en-US" sz="2400"/>
          </a:p>
          <a:p>
            <a:r>
              <a:rPr lang="en-US" sz="2400"/>
              <a:t>And</a:t>
            </a:r>
          </a:p>
          <a:p>
            <a:r>
              <a:rPr lang="en-US" sz="2400"/>
              <a:t>Phase shift of each stage could be different.</a:t>
            </a:r>
          </a:p>
          <a:p>
            <a:r>
              <a:rPr lang="en-US" sz="2400"/>
              <a:t>Succeeding stage loads down the earlier stage</a:t>
            </a:r>
            <a:br>
              <a:rPr lang="en-US" sz="2400"/>
            </a:br>
            <a:r>
              <a:rPr lang="en-US" sz="2400"/>
              <a:t>and complicates circuit design.</a:t>
            </a:r>
          </a:p>
          <a:p>
            <a:r>
              <a:rPr lang="en-US" sz="2400"/>
              <a:t>Use op-amp to isolate the stages and boost the signal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43367" y="3004084"/>
            <a:ext cx="3967492" cy="2116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39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889730"/>
              </p:ext>
            </p:extLst>
          </p:nvPr>
        </p:nvGraphicFramePr>
        <p:xfrm>
          <a:off x="5002574" y="3016251"/>
          <a:ext cx="2504118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44700" imgH="419100" progId="Equation.DSMT4">
                  <p:embed/>
                </p:oleObj>
              </mc:Choice>
              <mc:Fallback>
                <p:oleObj name="Equation" r:id="rId3" imgW="2044700" imgH="419100" progId="Equation.DSMT4">
                  <p:embed/>
                  <p:pic>
                    <p:nvPicPr>
                      <p:cNvPr id="1239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574" y="3016251"/>
                        <a:ext cx="2504118" cy="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557251"/>
              </p:ext>
            </p:extLst>
          </p:nvPr>
        </p:nvGraphicFramePr>
        <p:xfrm>
          <a:off x="1648960" y="3571021"/>
          <a:ext cx="5103813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06800" imgH="457200" progId="Equation.DSMT4">
                  <p:embed/>
                </p:oleObj>
              </mc:Choice>
              <mc:Fallback>
                <p:oleObj name="Equation" r:id="rId5" imgW="3606800" imgH="457200" progId="Equation.DSMT4">
                  <p:embed/>
                  <p:pic>
                    <p:nvPicPr>
                      <p:cNvPr id="1239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960" y="3571021"/>
                        <a:ext cx="5103813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910" name="Picture 6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45179" y="5198624"/>
            <a:ext cx="4425889" cy="1235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39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805876"/>
              </p:ext>
            </p:extLst>
          </p:nvPr>
        </p:nvGraphicFramePr>
        <p:xfrm>
          <a:off x="1879311" y="4280909"/>
          <a:ext cx="137250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4100" imgH="393700" progId="Equation.DSMT4">
                  <p:embed/>
                </p:oleObj>
              </mc:Choice>
              <mc:Fallback>
                <p:oleObj name="Equation" r:id="rId8" imgW="1054100" imgH="393700" progId="Equation.DSMT4">
                  <p:embed/>
                  <p:pic>
                    <p:nvPicPr>
                      <p:cNvPr id="1239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311" y="4280909"/>
                        <a:ext cx="1372500" cy="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rmAutofit/>
          </a:bodyPr>
          <a:lstStyle/>
          <a:p>
            <a:pPr algn="just"/>
            <a:r>
              <a:rPr lang="en-US" altLang="en-US"/>
              <a:t>There are three steps to analyzing an AC circuit.</a:t>
            </a:r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lvl="1" algn="just">
              <a:lnSpc>
                <a:spcPct val="100000"/>
              </a:lnSpc>
              <a:spcBef>
                <a:spcPts val="1200"/>
              </a:spcBef>
              <a:buFontTx/>
              <a:buAutoNum type="arabicPeriod"/>
            </a:pPr>
            <a:r>
              <a:rPr lang="en-US" altLang="en-US" sz="2800"/>
              <a:t> Transform the circuit to the phasor or frequency domain.</a:t>
            </a:r>
          </a:p>
          <a:p>
            <a:pPr lvl="1" algn="just">
              <a:lnSpc>
                <a:spcPct val="100000"/>
              </a:lnSpc>
              <a:spcBef>
                <a:spcPts val="1200"/>
              </a:spcBef>
              <a:buFontTx/>
              <a:buAutoNum type="arabicPeriod"/>
            </a:pPr>
            <a:r>
              <a:rPr lang="en-US" altLang="en-US" sz="2800"/>
              <a:t> Solve the problem using circuit techniques (same as DC).</a:t>
            </a:r>
          </a:p>
          <a:p>
            <a:pPr lvl="1" algn="just">
              <a:lnSpc>
                <a:spcPct val="100000"/>
              </a:lnSpc>
              <a:spcBef>
                <a:spcPts val="1200"/>
              </a:spcBef>
              <a:buFontTx/>
              <a:buAutoNum type="arabicPeriod"/>
            </a:pPr>
            <a:r>
              <a:rPr lang="en-US" altLang="en-US" sz="2800"/>
              <a:t> Transform back to time domain.</a:t>
            </a:r>
          </a:p>
        </p:txBody>
      </p:sp>
      <p:pic>
        <p:nvPicPr>
          <p:cNvPr id="7" name="Picture 2" descr="Image result for 把大象装冰箱总共分几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41"/>
          <a:stretch/>
        </p:blipFill>
        <p:spPr bwMode="auto">
          <a:xfrm>
            <a:off x="1540098" y="2230208"/>
            <a:ext cx="8014524" cy="250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把大象装冰箱总共分几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7" r="25614" b="11641"/>
          <a:stretch/>
        </p:blipFill>
        <p:spPr bwMode="auto">
          <a:xfrm>
            <a:off x="4917233" y="2230208"/>
            <a:ext cx="2584579" cy="250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Steps to Analyze an AC Circuit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212994" name="Picture 2" descr="Image result for 把大象装冰箱总共分几步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15" b="11641"/>
          <a:stretch/>
        </p:blipFill>
        <p:spPr bwMode="auto">
          <a:xfrm>
            <a:off x="1540098" y="2230208"/>
            <a:ext cx="3461110" cy="250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15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200"/>
              <a:t>Nodal Analysis: Everything is the same as in DC case, except that impedance and phasors in complex values are used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Autofit/>
          </a:bodyPr>
          <a:lstStyle/>
          <a:p>
            <a:pPr algn="just"/>
            <a:r>
              <a:rPr lang="en-US" altLang="en-US"/>
              <a:t>It is possible to use KCL to analyze a circuit in frequency domain.</a:t>
            </a:r>
          </a:p>
          <a:p>
            <a:pPr algn="just"/>
            <a:r>
              <a:rPr lang="en-US" altLang="en-US"/>
              <a:t>The first step is to convert a time domain circuit to frequency domain by calculating the impedances of the circuit elements at the operating frequency.</a:t>
            </a:r>
          </a:p>
          <a:p>
            <a:pPr algn="just"/>
            <a:r>
              <a:rPr lang="en-US" altLang="en-US"/>
              <a:t>Note that sinusoidal sources appear as DC sources with their values expressed as their phasors.</a:t>
            </a:r>
          </a:p>
          <a:p>
            <a:pPr algn="just"/>
            <a:r>
              <a:rPr lang="en-US" altLang="en-US"/>
              <a:t>Impedances will be expressed as complex numbers; sources will have amplitude and phase noted.</a:t>
            </a:r>
          </a:p>
          <a:p>
            <a:pPr algn="just"/>
            <a:r>
              <a:rPr lang="en-US" altLang="en-US"/>
              <a:t>At this point, KCL analysis can proceed as normal.</a:t>
            </a:r>
          </a:p>
          <a:p>
            <a:pPr algn="just"/>
            <a:r>
              <a:rPr lang="en-US" altLang="en-US"/>
              <a:t>It is important to bear in mind that complex values will be calculated, but all other treatments are the same.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81650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294120" cy="4351338"/>
          </a:xfrm>
        </p:spPr>
        <p:txBody>
          <a:bodyPr>
            <a:noAutofit/>
          </a:bodyPr>
          <a:lstStyle/>
          <a:p>
            <a:r>
              <a:rPr lang="en-US" sz="2400"/>
              <a:t>Find i</a:t>
            </a:r>
            <a:r>
              <a:rPr lang="en-US" sz="2400" baseline="-25000"/>
              <a:t>x</a:t>
            </a:r>
            <a:r>
              <a:rPr lang="en-US" sz="2400"/>
              <a:t> using nodal analysis</a:t>
            </a:r>
          </a:p>
          <a:p>
            <a:r>
              <a:rPr lang="en-US" sz="2400"/>
              <a:t>Angular frequency </a:t>
            </a:r>
            <a:r>
              <a:rPr lang="el-GR" sz="2400"/>
              <a:t>ω</a:t>
            </a:r>
            <a:r>
              <a:rPr lang="en-US" sz="2400"/>
              <a:t>=4 rad/s, transform all elements in phasor domain.</a:t>
            </a:r>
          </a:p>
          <a:p>
            <a:r>
              <a:rPr lang="en-US" sz="2400"/>
              <a:t>KCL at node 1 of the frequency domain circuit,</a:t>
            </a:r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At node 2,                               . Since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/>
              <a:t>   Sub and simply: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75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0789" y="1162845"/>
            <a:ext cx="46196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510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85499" y="3932540"/>
            <a:ext cx="4626114" cy="1608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5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859164"/>
              </p:ext>
            </p:extLst>
          </p:nvPr>
        </p:nvGraphicFramePr>
        <p:xfrm>
          <a:off x="1421701" y="3638293"/>
          <a:ext cx="5399088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41700" imgH="444500" progId="Equation.DSMT4">
                  <p:embed/>
                </p:oleObj>
              </mc:Choice>
              <mc:Fallback>
                <p:oleObj name="Equation" r:id="rId4" imgW="3441700" imgH="444500" progId="Equation.DSMT4">
                  <p:embed/>
                  <p:pic>
                    <p:nvPicPr>
                      <p:cNvPr id="175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701" y="3638293"/>
                        <a:ext cx="5399088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264637"/>
              </p:ext>
            </p:extLst>
          </p:nvPr>
        </p:nvGraphicFramePr>
        <p:xfrm>
          <a:off x="2677405" y="4389244"/>
          <a:ext cx="1912938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671" imgH="444307" progId="Equation.DSMT4">
                  <p:embed/>
                </p:oleObj>
              </mc:Choice>
              <mc:Fallback>
                <p:oleObj name="Equation" r:id="rId6" imgW="1218671" imgH="444307" progId="Equation.DSMT4">
                  <p:embed/>
                  <p:pic>
                    <p:nvPicPr>
                      <p:cNvPr id="1751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405" y="4389244"/>
                        <a:ext cx="1912938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241770"/>
              </p:ext>
            </p:extLst>
          </p:nvPr>
        </p:nvGraphicFramePr>
        <p:xfrm>
          <a:off x="5745857" y="4333618"/>
          <a:ext cx="115728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280" imgH="444307" progId="Equation.DSMT4">
                  <p:embed/>
                </p:oleObj>
              </mc:Choice>
              <mc:Fallback>
                <p:oleObj name="Equation" r:id="rId8" imgW="736280" imgH="444307" progId="Equation.DSMT4">
                  <p:embed/>
                  <p:pic>
                    <p:nvPicPr>
                      <p:cNvPr id="1751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857" y="4333618"/>
                        <a:ext cx="115728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247084"/>
              </p:ext>
            </p:extLst>
          </p:nvPr>
        </p:nvGraphicFramePr>
        <p:xfrm>
          <a:off x="3696748" y="5317671"/>
          <a:ext cx="1793025" cy="447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25" imgH="215806" progId="Equation.DSMT4">
                  <p:embed/>
                </p:oleObj>
              </mc:Choice>
              <mc:Fallback>
                <p:oleObj name="Equation" r:id="rId10" imgW="863225" imgH="215806" progId="Equation.DSMT4">
                  <p:embed/>
                  <p:pic>
                    <p:nvPicPr>
                      <p:cNvPr id="1751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6748" y="5317671"/>
                        <a:ext cx="1793025" cy="447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/>
              <a:t>In matrix form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Hence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The current </a:t>
            </a:r>
          </a:p>
          <a:p>
            <a:endParaRPr lang="en-US" sz="2000"/>
          </a:p>
          <a:p>
            <a:r>
              <a:rPr lang="en-US" sz="2000"/>
              <a:t>In time domain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76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208203"/>
              </p:ext>
            </p:extLst>
          </p:nvPr>
        </p:nvGraphicFramePr>
        <p:xfrm>
          <a:off x="2980892" y="1870075"/>
          <a:ext cx="7235825" cy="155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10100" imgH="990600" progId="Equation.DSMT4">
                  <p:embed/>
                </p:oleObj>
              </mc:Choice>
              <mc:Fallback>
                <p:oleObj name="Equation" r:id="rId2" imgW="4610100" imgH="990600" progId="Equation.DSMT4">
                  <p:embed/>
                  <p:pic>
                    <p:nvPicPr>
                      <p:cNvPr id="176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0892" y="1870075"/>
                        <a:ext cx="7235825" cy="155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349086"/>
              </p:ext>
            </p:extLst>
          </p:nvPr>
        </p:nvGraphicFramePr>
        <p:xfrm>
          <a:off x="2034041" y="3516086"/>
          <a:ext cx="6397625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76700" imgH="863600" progId="Equation.DSMT4">
                  <p:embed/>
                </p:oleObj>
              </mc:Choice>
              <mc:Fallback>
                <p:oleObj name="Equation" r:id="rId4" imgW="4076700" imgH="863600" progId="Equation.DSMT4">
                  <p:embed/>
                  <p:pic>
                    <p:nvPicPr>
                      <p:cNvPr id="1761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4041" y="3516086"/>
                        <a:ext cx="6397625" cy="1350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807485"/>
              </p:ext>
            </p:extLst>
          </p:nvPr>
        </p:nvGraphicFramePr>
        <p:xfrm>
          <a:off x="2544698" y="4867049"/>
          <a:ext cx="444976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32100" imgH="444500" progId="Equation.DSMT4">
                  <p:embed/>
                </p:oleObj>
              </mc:Choice>
              <mc:Fallback>
                <p:oleObj name="Equation" r:id="rId6" imgW="2832100" imgH="444500" progId="Equation.DSMT4">
                  <p:embed/>
                  <p:pic>
                    <p:nvPicPr>
                      <p:cNvPr id="176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698" y="4867049"/>
                        <a:ext cx="4449762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700247"/>
              </p:ext>
            </p:extLst>
          </p:nvPr>
        </p:nvGraphicFramePr>
        <p:xfrm>
          <a:off x="2980892" y="5730648"/>
          <a:ext cx="269398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500" imgH="241300" progId="Equation.DSMT4">
                  <p:embed/>
                </p:oleObj>
              </mc:Choice>
              <mc:Fallback>
                <p:oleObj name="Equation" r:id="rId8" imgW="1714500" imgH="241300" progId="Equation.DSMT4">
                  <p:embed/>
                  <p:pic>
                    <p:nvPicPr>
                      <p:cNvPr id="1761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0892" y="5730648"/>
                        <a:ext cx="2693988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923E797-E887-1094-DBA9-B713096119B1}"/>
              </a:ext>
            </a:extLst>
          </p:cNvPr>
          <p:cNvSpPr txBox="1"/>
          <p:nvPr/>
        </p:nvSpPr>
        <p:spPr>
          <a:xfrm>
            <a:off x="6994460" y="14785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(Adjoint matrix)^transpose 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98BDAC-161D-0607-06E9-7535B1981570}"/>
              </a:ext>
            </a:extLst>
          </p:cNvPr>
          <p:cNvSpPr/>
          <p:nvPr/>
        </p:nvSpPr>
        <p:spPr>
          <a:xfrm>
            <a:off x="6994460" y="1847850"/>
            <a:ext cx="1539940" cy="79771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Nodal Analysis II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final voltages and currents are transformed from the phasor representations.</a:t>
            </a:r>
          </a:p>
          <a:p>
            <a:r>
              <a:rPr lang="en-US" altLang="en-US"/>
              <a:t>The equivalency of the frequency domain treatment compared to the DC circuit analysis includes the use of </a:t>
            </a:r>
            <a:r>
              <a:rPr lang="en-US" altLang="en-US" err="1"/>
              <a:t>supernodes</a:t>
            </a:r>
            <a:r>
              <a:rPr lang="en-US" altLang="en-US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5905500" y="4624779"/>
            <a:ext cx="381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84513" y="3657600"/>
            <a:ext cx="4978418" cy="28117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5543" y="3542179"/>
            <a:ext cx="4954288" cy="292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041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Mesh Analysis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altLang="en-US"/>
              <a:t>Just as in KCL, the KVL analysis also applies to phasor and frequency domain circuits. In KVL, </a:t>
            </a:r>
            <a:r>
              <a:rPr lang="en-US" altLang="en-US" err="1"/>
              <a:t>supermesh</a:t>
            </a:r>
            <a:r>
              <a:rPr lang="en-US" altLang="en-US"/>
              <a:t> analysis is also valid</a:t>
            </a:r>
            <a:r>
              <a:rPr lang="en-US" altLang="en-US" sz="320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41" y="2601726"/>
            <a:ext cx="5277135" cy="29646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220" y="2601726"/>
            <a:ext cx="5301300" cy="315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880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Superposition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algn="just"/>
            <a:r>
              <a:rPr lang="en-US" altLang="en-US"/>
              <a:t>Since AC circuits are linear, it is also possible to apply the principle of superposition.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56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5138"/>
            <a:ext cx="4229100" cy="2324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40187" y="2095639"/>
            <a:ext cx="3524250" cy="2114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187" y="4468916"/>
            <a:ext cx="3486150" cy="221932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5398943" y="4283980"/>
            <a:ext cx="609600" cy="367816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2985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Sources with Different Frequencies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Autofit/>
          </a:bodyPr>
          <a:lstStyle/>
          <a:p>
            <a:pPr algn="just"/>
            <a:r>
              <a:rPr lang="en-US" altLang="en-US"/>
              <a:t>This becomes particularly important when the circuit has sources operating at different frequencies.</a:t>
            </a:r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57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206" y="2534954"/>
            <a:ext cx="5848945" cy="16711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77" y="4283391"/>
            <a:ext cx="11151045" cy="209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7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Sources with Different Frequencies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Autofit/>
          </a:bodyPr>
          <a:lstStyle/>
          <a:p>
            <a:pPr algn="just"/>
            <a:r>
              <a:rPr lang="en-US" altLang="en-US"/>
              <a:t>This becomes particularly important when the circuit has sources operating at different frequencies.</a:t>
            </a:r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 sz="4400"/>
          </a:p>
          <a:p>
            <a:pPr lvl="1" algn="just">
              <a:lnSpc>
                <a:spcPct val="100000"/>
              </a:lnSpc>
              <a:spcBef>
                <a:spcPts val="600"/>
              </a:spcBef>
            </a:pPr>
            <a:r>
              <a:rPr lang="en-US" altLang="en-US"/>
              <a:t>The complication is that </a:t>
            </a:r>
            <a:r>
              <a:rPr lang="en-US" altLang="en-US">
                <a:solidFill>
                  <a:srgbClr val="FF0000"/>
                </a:solidFill>
              </a:rPr>
              <a:t>each source </a:t>
            </a:r>
            <a:r>
              <a:rPr lang="en-US" altLang="en-US"/>
              <a:t>MUST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/>
              <a:t>have</a:t>
            </a:r>
            <a:r>
              <a:rPr lang="en-US" altLang="en-US">
                <a:solidFill>
                  <a:srgbClr val="FF0000"/>
                </a:solidFill>
              </a:rPr>
              <a:t> its own frequency domain equivalent circuit</a:t>
            </a:r>
            <a:r>
              <a:rPr lang="en-US" altLang="en-US"/>
              <a:t>. The reason for this is that each element has a </a:t>
            </a:r>
            <a:r>
              <a:rPr lang="en-US" altLang="en-US">
                <a:solidFill>
                  <a:schemeClr val="accent4"/>
                </a:solidFill>
              </a:rPr>
              <a:t>different impedance</a:t>
            </a:r>
            <a:r>
              <a:rPr lang="en-US" altLang="en-US"/>
              <a:t> at </a:t>
            </a:r>
            <a:r>
              <a:rPr lang="en-US" altLang="en-US">
                <a:solidFill>
                  <a:schemeClr val="accent4"/>
                </a:solidFill>
              </a:rPr>
              <a:t>different frequencies</a:t>
            </a:r>
            <a:r>
              <a:rPr lang="en-US" altLang="en-US"/>
              <a:t>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</a:pPr>
            <a:r>
              <a:rPr lang="en-US" altLang="en-US"/>
              <a:t>Also, the resulting voltages and current must be converted back to time domain before being added. This is because there is an exponential factor </a:t>
            </a:r>
            <a:r>
              <a:rPr lang="en-US" altLang="en-US" i="1" err="1"/>
              <a:t>e</a:t>
            </a:r>
            <a:r>
              <a:rPr lang="en-US" altLang="en-US" i="1" baseline="30000" err="1"/>
              <a:t>j</a:t>
            </a:r>
            <a:r>
              <a:rPr lang="el-GR" altLang="en-US" i="1" baseline="30000"/>
              <a:t>ω</a:t>
            </a:r>
            <a:r>
              <a:rPr lang="en-US" altLang="en-US" i="1" baseline="30000"/>
              <a:t>t</a:t>
            </a:r>
            <a:r>
              <a:rPr lang="en-US" altLang="en-US"/>
              <a:t> implicit in sinusoidal analysis. </a:t>
            </a:r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58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240" y="2576373"/>
            <a:ext cx="5578360" cy="159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4627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2681" y="1825625"/>
            <a:ext cx="1019844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Find </a:t>
            </a:r>
            <a:r>
              <a:rPr lang="en-US" sz="2400" i="1"/>
              <a:t>v</a:t>
            </a:r>
            <a:r>
              <a:rPr lang="en-US" sz="2400" baseline="-25000"/>
              <a:t>o</a:t>
            </a:r>
            <a:r>
              <a:rPr lang="en-US" sz="2400"/>
              <a:t>.</a:t>
            </a:r>
          </a:p>
          <a:p>
            <a:r>
              <a:rPr lang="en-US" sz="2400"/>
              <a:t>For the 5V DC source alone, consider (a).</a:t>
            </a:r>
          </a:p>
          <a:p>
            <a:endParaRPr lang="en-US" sz="2400"/>
          </a:p>
          <a:p>
            <a:r>
              <a:rPr lang="en-US" sz="2400"/>
              <a:t>For cos2t source alone, consider (b)</a:t>
            </a:r>
            <a:br>
              <a:rPr lang="en-US" sz="2400"/>
            </a:br>
            <a:br>
              <a:rPr lang="en-US" sz="2400"/>
            </a:br>
            <a:br>
              <a:rPr lang="en-US" sz="2400"/>
            </a:br>
            <a:br>
              <a:rPr lang="en-US" sz="2400"/>
            </a:br>
            <a:br>
              <a:rPr lang="en-US" sz="2400"/>
            </a:br>
            <a:r>
              <a:rPr lang="en-US" sz="2400"/>
              <a:t>Let </a:t>
            </a:r>
            <a:r>
              <a:rPr lang="en-US" sz="2400" i="1"/>
              <a:t>Z </a:t>
            </a:r>
            <a:r>
              <a:rPr lang="en-US" sz="2400"/>
              <a:t>be the equivalent impedance for the parallel elements</a:t>
            </a:r>
            <a:br>
              <a:rPr lang="en-US" sz="2400"/>
            </a:br>
            <a:br>
              <a:rPr lang="en-US" sz="2400"/>
            </a:br>
            <a:r>
              <a:rPr lang="en-US" sz="2400"/>
              <a:t> </a:t>
            </a:r>
            <a:br>
              <a:rPr lang="en-US" sz="2400"/>
            </a:br>
            <a:endParaRPr 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59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77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5788" y="1690688"/>
            <a:ext cx="4908096" cy="1429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71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9158" y="3420834"/>
            <a:ext cx="2016947" cy="1424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7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003955"/>
              </p:ext>
            </p:extLst>
          </p:nvPr>
        </p:nvGraphicFramePr>
        <p:xfrm>
          <a:off x="2830987" y="2646934"/>
          <a:ext cx="1677308" cy="557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588" imgH="393529" progId="Equation.DSMT4">
                  <p:embed/>
                </p:oleObj>
              </mc:Choice>
              <mc:Fallback>
                <p:oleObj name="Equation" r:id="rId4" imgW="1180588" imgH="393529" progId="Equation.DSMT4">
                  <p:embed/>
                  <p:pic>
                    <p:nvPicPr>
                      <p:cNvPr id="1771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987" y="2646934"/>
                        <a:ext cx="1677308" cy="557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7157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901431" y="3419474"/>
            <a:ext cx="2776233" cy="1426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7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816851"/>
              </p:ext>
            </p:extLst>
          </p:nvPr>
        </p:nvGraphicFramePr>
        <p:xfrm>
          <a:off x="1910578" y="3687311"/>
          <a:ext cx="3518126" cy="934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78100" imgH="685800" progId="Equation.DSMT4">
                  <p:embed/>
                </p:oleObj>
              </mc:Choice>
              <mc:Fallback>
                <p:oleObj name="Equation" r:id="rId7" imgW="2578100" imgH="685800" progId="Equation.DSMT4">
                  <p:embed/>
                  <p:pic>
                    <p:nvPicPr>
                      <p:cNvPr id="1771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0578" y="3687311"/>
                        <a:ext cx="3518126" cy="934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655643"/>
              </p:ext>
            </p:extLst>
          </p:nvPr>
        </p:nvGraphicFramePr>
        <p:xfrm>
          <a:off x="1296751" y="5540415"/>
          <a:ext cx="4956258" cy="695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84500" imgH="419100" progId="Equation.DSMT4">
                  <p:embed/>
                </p:oleObj>
              </mc:Choice>
              <mc:Fallback>
                <p:oleObj name="Equation" r:id="rId9" imgW="2984500" imgH="419100" progId="Equation.DSMT4">
                  <p:embed/>
                  <p:pic>
                    <p:nvPicPr>
                      <p:cNvPr id="1771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751" y="5540415"/>
                        <a:ext cx="4956258" cy="695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776838"/>
              </p:ext>
            </p:extLst>
          </p:nvPr>
        </p:nvGraphicFramePr>
        <p:xfrm>
          <a:off x="6775768" y="5427625"/>
          <a:ext cx="42513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05100" imgH="685800" progId="Equation.DSMT4">
                  <p:embed/>
                </p:oleObj>
              </mc:Choice>
              <mc:Fallback>
                <p:oleObj name="Equation" r:id="rId11" imgW="2705100" imgH="685800" progId="Equation.DSMT4">
                  <p:embed/>
                  <p:pic>
                    <p:nvPicPr>
                      <p:cNvPr id="1771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768" y="5427625"/>
                        <a:ext cx="425132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85394" y="3241447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>
                <a:solidFill>
                  <a:schemeClr val="accent4"/>
                </a:solidFill>
              </a:rPr>
              <a:t>ω</a:t>
            </a:r>
            <a:r>
              <a:rPr lang="en-US" altLang="zh-CN">
                <a:solidFill>
                  <a:schemeClr val="accent4"/>
                </a:solidFill>
              </a:rPr>
              <a:t>=2 rad/s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85394" y="1938718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>
                <a:solidFill>
                  <a:schemeClr val="accent4"/>
                </a:solidFill>
              </a:rPr>
              <a:t>ω</a:t>
            </a:r>
            <a:r>
              <a:rPr lang="en-US" altLang="zh-CN">
                <a:solidFill>
                  <a:schemeClr val="accent4"/>
                </a:solidFill>
              </a:rPr>
              <a:t>=0 rad/s</a:t>
            </a:r>
            <a:endParaRPr lang="zh-CN" altLang="en-US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8054" y="1690688"/>
            <a:ext cx="9620729" cy="4486275"/>
          </a:xfrm>
        </p:spPr>
        <p:txBody>
          <a:bodyPr>
            <a:normAutofit/>
          </a:bodyPr>
          <a:lstStyle/>
          <a:p>
            <a:r>
              <a:rPr lang="en-US" sz="2400"/>
              <a:t>For the sin5t source alone, consider (c)</a:t>
            </a:r>
          </a:p>
          <a:p>
            <a:endParaRPr lang="en-US" sz="2400"/>
          </a:p>
          <a:p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note: different values from the same forms.</a:t>
            </a:r>
            <a:br>
              <a:rPr lang="en-US" sz="2400"/>
            </a:br>
            <a:endParaRPr 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60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78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933" y="2064885"/>
            <a:ext cx="413385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81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569095"/>
              </p:ext>
            </p:extLst>
          </p:nvPr>
        </p:nvGraphicFramePr>
        <p:xfrm>
          <a:off x="1988003" y="2179020"/>
          <a:ext cx="3663043" cy="913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685800" progId="Equation.DSMT4">
                  <p:embed/>
                </p:oleObj>
              </mc:Choice>
              <mc:Fallback>
                <p:oleObj name="Equation" r:id="rId3" imgW="2743200" imgH="685800" progId="Equation.DSMT4">
                  <p:embed/>
                  <p:pic>
                    <p:nvPicPr>
                      <p:cNvPr id="1781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8003" y="2179020"/>
                        <a:ext cx="3663043" cy="913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984957"/>
              </p:ext>
            </p:extLst>
          </p:nvPr>
        </p:nvGraphicFramePr>
        <p:xfrm>
          <a:off x="1988003" y="3166269"/>
          <a:ext cx="37258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30500" imgH="419100" progId="Equation.DSMT4">
                  <p:embed/>
                </p:oleObj>
              </mc:Choice>
              <mc:Fallback>
                <p:oleObj name="Equation" r:id="rId5" imgW="2730500" imgH="419100" progId="Equation.DSMT4">
                  <p:embed/>
                  <p:pic>
                    <p:nvPicPr>
                      <p:cNvPr id="1781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8003" y="3166269"/>
                        <a:ext cx="37258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367155"/>
              </p:ext>
            </p:extLst>
          </p:nvPr>
        </p:nvGraphicFramePr>
        <p:xfrm>
          <a:off x="1760865" y="4479276"/>
          <a:ext cx="4810125" cy="174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60700" imgH="1117600" progId="Equation.DSMT4">
                  <p:embed/>
                </p:oleObj>
              </mc:Choice>
              <mc:Fallback>
                <p:oleObj name="Equation" r:id="rId7" imgW="3060700" imgH="1117600" progId="Equation.DSMT4">
                  <p:embed/>
                  <p:pic>
                    <p:nvPicPr>
                      <p:cNvPr id="1781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865" y="4479276"/>
                        <a:ext cx="4810125" cy="174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79699"/>
              </p:ext>
            </p:extLst>
          </p:nvPr>
        </p:nvGraphicFramePr>
        <p:xfrm>
          <a:off x="7148231" y="4807426"/>
          <a:ext cx="315277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05729" imgH="723586" progId="Equation.DSMT4">
                  <p:embed/>
                </p:oleObj>
              </mc:Choice>
              <mc:Fallback>
                <p:oleObj name="Equation" r:id="rId9" imgW="2005729" imgH="723586" progId="Equation.DSMT4">
                  <p:embed/>
                  <p:pic>
                    <p:nvPicPr>
                      <p:cNvPr id="1781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8231" y="4807426"/>
                        <a:ext cx="3152775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021285" y="4256315"/>
            <a:ext cx="2821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Times New Roman" pitchFamily="18" charset="0"/>
                <a:cs typeface="Times New Roman" pitchFamily="18" charset="0"/>
              </a:rPr>
              <a:t>All three sources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3851" y="1729218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>
                <a:solidFill>
                  <a:schemeClr val="accent4"/>
                </a:solidFill>
              </a:rPr>
              <a:t>ω</a:t>
            </a:r>
            <a:r>
              <a:rPr lang="en-US" altLang="zh-CN">
                <a:solidFill>
                  <a:schemeClr val="accent4"/>
                </a:solidFill>
              </a:rPr>
              <a:t>=5 rad/s</a:t>
            </a:r>
            <a:endParaRPr lang="zh-CN" altLang="en-US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Source Transformation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9960459" cy="45259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Source transformation in frequency domain involves transforming a voltage source in series with an impedance to a current source in parallel with an impedance.</a:t>
            </a:r>
          </a:p>
          <a:p>
            <a:pPr algn="just"/>
            <a:r>
              <a:rPr lang="en-US" altLang="en-US"/>
              <a:t>Or vice versa: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61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11269" name="Picture 7" descr="C:\Users\Joel\Documents\Teaching\McGraw Hill\Fundamentals of Electric Circuits 5e\figures\Ch10\Color Labeled\ale80571_10_016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7"/>
          <a:stretch/>
        </p:blipFill>
        <p:spPr bwMode="auto">
          <a:xfrm>
            <a:off x="5261097" y="3042142"/>
            <a:ext cx="5537562" cy="2577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7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439988"/>
              </p:ext>
            </p:extLst>
          </p:nvPr>
        </p:nvGraphicFramePr>
        <p:xfrm>
          <a:off x="1159758" y="3869570"/>
          <a:ext cx="3429818" cy="1005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100" imgH="457200" progId="Equation.DSMT4">
                  <p:embed/>
                </p:oleObj>
              </mc:Choice>
              <mc:Fallback>
                <p:oleObj name="Equation" r:id="rId4" imgW="1562100" imgH="457200" progId="Equation.DSMT4">
                  <p:embed/>
                  <p:pic>
                    <p:nvPicPr>
                      <p:cNvPr id="1127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758" y="3869570"/>
                        <a:ext cx="3429818" cy="10050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18467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err="1"/>
              <a:t>Thévenin</a:t>
            </a:r>
            <a:r>
              <a:rPr lang="en-US" altLang="en-US"/>
              <a:t> and Norton Equivalency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1054443" y="1600201"/>
            <a:ext cx="10299357" cy="4756149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/>
              <a:t>Both </a:t>
            </a:r>
            <a:r>
              <a:rPr lang="en-US" altLang="en-US" sz="2400" err="1"/>
              <a:t>Thévenin</a:t>
            </a:r>
            <a:r>
              <a:rPr lang="en-US" altLang="en-US" sz="2400"/>
              <a:t> and Norton’s theorems are applied to AC circuits the same way as DC. The only difference is the fact that the calculated values will be complex.</a:t>
            </a:r>
          </a:p>
          <a:p>
            <a:pPr algn="just"/>
            <a:endParaRPr lang="en-US" altLang="en-US" sz="2400"/>
          </a:p>
          <a:p>
            <a:pPr algn="just"/>
            <a:endParaRPr lang="en-US" altLang="en-US" sz="2400"/>
          </a:p>
          <a:p>
            <a:pPr algn="just"/>
            <a:endParaRPr lang="en-US" altLang="en-US" sz="2400"/>
          </a:p>
          <a:p>
            <a:pPr algn="just"/>
            <a:endParaRPr lang="en-US" altLang="en-US" sz="2400"/>
          </a:p>
          <a:p>
            <a:pPr algn="just"/>
            <a:endParaRPr lang="en-US" altLang="en-US" sz="2400"/>
          </a:p>
          <a:p>
            <a:pPr algn="just"/>
            <a:endParaRPr lang="en-US" altLang="en-US" sz="2000" i="1"/>
          </a:p>
          <a:p>
            <a:pPr algn="just"/>
            <a:endParaRPr lang="en-US" altLang="en-US" sz="2000" i="1"/>
          </a:p>
          <a:p>
            <a:pPr algn="just"/>
            <a:r>
              <a:rPr lang="en-US" altLang="en-US" sz="2000" i="1"/>
              <a:t>Remark: The 2 complex quantities have 4 real parameters. Actually 3 out of 4: magnitudes of </a:t>
            </a:r>
            <a:r>
              <a:rPr lang="en-US" altLang="en-US" sz="2000" i="1" err="1"/>
              <a:t>V</a:t>
            </a:r>
            <a:r>
              <a:rPr lang="en-US" altLang="en-US" sz="2000" i="1" baseline="-25000" err="1"/>
              <a:t>Th</a:t>
            </a:r>
            <a:r>
              <a:rPr lang="en-US" altLang="en-US" sz="2000" i="1"/>
              <a:t> and </a:t>
            </a:r>
            <a:r>
              <a:rPr lang="en-US" altLang="en-US" sz="2000" i="1" err="1"/>
              <a:t>Z</a:t>
            </a:r>
            <a:r>
              <a:rPr lang="en-US" altLang="en-US" sz="2000" i="1" baseline="-25000" err="1"/>
              <a:t>Th</a:t>
            </a:r>
            <a:r>
              <a:rPr lang="en-US" altLang="en-US" sz="2000" i="1"/>
              <a:t> and their relative phase, are often sufficient. The absolute phase can be absorbed into the definition of t. </a:t>
            </a:r>
          </a:p>
          <a:p>
            <a:pPr marL="0" indent="0" algn="just">
              <a:buNone/>
            </a:pPr>
            <a:endParaRPr lang="en-US" altLang="en-US" sz="2000" i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62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229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389266"/>
              </p:ext>
            </p:extLst>
          </p:nvPr>
        </p:nvGraphicFramePr>
        <p:xfrm>
          <a:off x="4327892" y="2639013"/>
          <a:ext cx="3536216" cy="573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900" imgH="241300" progId="Equation.DSMT4">
                  <p:embed/>
                </p:oleObj>
              </mc:Choice>
              <mc:Fallback>
                <p:oleObj name="Equation" r:id="rId3" imgW="1485900" imgH="241300" progId="Equation.DSMT4">
                  <p:embed/>
                  <p:pic>
                    <p:nvPicPr>
                      <p:cNvPr id="1229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892" y="2639013"/>
                        <a:ext cx="3536216" cy="5735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27623" y="3151728"/>
            <a:ext cx="3854577" cy="18989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598051" y="3476629"/>
            <a:ext cx="3904913" cy="155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55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11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1878"/>
            <a:ext cx="10515600" cy="4835177"/>
          </a:xfrm>
        </p:spPr>
        <p:txBody>
          <a:bodyPr>
            <a:normAutofit/>
          </a:bodyPr>
          <a:lstStyle/>
          <a:p>
            <a:r>
              <a:rPr lang="en-GB" sz="2000" dirty="0"/>
              <a:t>Find the </a:t>
            </a:r>
            <a:r>
              <a:rPr lang="en-GB" sz="2000" dirty="0" err="1"/>
              <a:t>Thévenin</a:t>
            </a:r>
            <a:r>
              <a:rPr lang="en-GB" sz="2000" dirty="0"/>
              <a:t> equivalent of the circuit.</a:t>
            </a:r>
            <a:br>
              <a:rPr lang="en-GB" sz="2000" dirty="0"/>
            </a:br>
            <a:r>
              <a:rPr lang="en-GB" sz="2000" i="1" dirty="0"/>
              <a:t>Note: the circuit is labelled by phasors.</a:t>
            </a:r>
          </a:p>
          <a:p>
            <a:r>
              <a:rPr lang="en-GB" sz="2000" dirty="0"/>
              <a:t>Apply KCL at node 1 in (a), </a:t>
            </a:r>
          </a:p>
          <a:p>
            <a:endParaRPr lang="en-US" sz="2000" dirty="0"/>
          </a:p>
          <a:p>
            <a:r>
              <a:rPr lang="en-GB" sz="2000" dirty="0"/>
              <a:t>Applying KVL to the loop on the r. h. </a:t>
            </a:r>
            <a:r>
              <a:rPr lang="en-GB" sz="2000"/>
              <a:t>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To find </a:t>
            </a:r>
            <a:r>
              <a:rPr lang="en-US" sz="2000" i="1" dirty="0" err="1"/>
              <a:t>Z</a:t>
            </a:r>
            <a:r>
              <a:rPr lang="en-US" sz="2000" baseline="-25000" dirty="0" err="1"/>
              <a:t>th</a:t>
            </a:r>
            <a:r>
              <a:rPr lang="en-US" sz="2000" dirty="0"/>
              <a:t>, apply                    to (b). </a:t>
            </a:r>
            <a:r>
              <a:rPr lang="en-US" sz="2000" i="1" dirty="0"/>
              <a:t>Note: 3 is arbitrary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By KCL: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By KVL: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So</a:t>
            </a:r>
            <a:endParaRPr lang="en-GB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63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57654" y="715408"/>
            <a:ext cx="3858183" cy="16349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2218" y="2676607"/>
            <a:ext cx="3897641" cy="19285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8460" y="4591802"/>
            <a:ext cx="4350334" cy="20164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6"/>
              <p:cNvSpPr txBox="1"/>
              <p:nvPr/>
            </p:nvSpPr>
            <p:spPr bwMode="auto">
              <a:xfrm>
                <a:off x="1397000" y="2851150"/>
                <a:ext cx="3713163" cy="319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15∠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−0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7000" y="2851150"/>
                <a:ext cx="3713163" cy="319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271294"/>
              </p:ext>
            </p:extLst>
          </p:nvPr>
        </p:nvGraphicFramePr>
        <p:xfrm>
          <a:off x="1317024" y="3640900"/>
          <a:ext cx="54102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41700" imgH="482600" progId="Equation.DSMT4">
                  <p:embed/>
                </p:oleObj>
              </mc:Choice>
              <mc:Fallback>
                <p:oleObj name="Equation" r:id="rId6" imgW="3441700" imgH="482600" progId="Equation.DSMT4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024" y="3640900"/>
                        <a:ext cx="54102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63767"/>
              </p:ext>
            </p:extLst>
          </p:nvPr>
        </p:nvGraphicFramePr>
        <p:xfrm>
          <a:off x="2009072" y="4872914"/>
          <a:ext cx="319405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2000" imgH="203200" progId="Equation.DSMT4">
                  <p:embed/>
                </p:oleObj>
              </mc:Choice>
              <mc:Fallback>
                <p:oleObj name="Equation" r:id="rId8" imgW="2032000" imgH="203200" progId="Equation.DSMT4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072" y="4872914"/>
                        <a:ext cx="319405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884158"/>
              </p:ext>
            </p:extLst>
          </p:nvPr>
        </p:nvGraphicFramePr>
        <p:xfrm>
          <a:off x="1985744" y="5544343"/>
          <a:ext cx="421163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79700" imgH="228600" progId="Equation.DSMT4">
                  <p:embed/>
                </p:oleObj>
              </mc:Choice>
              <mc:Fallback>
                <p:oleObj name="Equation" r:id="rId10" imgW="2679700" imgH="228600" progId="Equation.DSMT4">
                  <p:embed/>
                  <p:pic>
                    <p:nvPicPr>
                      <p:cNvPr id="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744" y="5544343"/>
                        <a:ext cx="4211637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696000"/>
              </p:ext>
            </p:extLst>
          </p:nvPr>
        </p:nvGraphicFramePr>
        <p:xfrm>
          <a:off x="2959122" y="4456263"/>
          <a:ext cx="1196975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61669" imgH="203112" progId="Equation.DSMT4">
                  <p:embed/>
                </p:oleObj>
              </mc:Choice>
              <mc:Fallback>
                <p:oleObj name="Equation" r:id="rId12" imgW="761669" imgH="203112" progId="Equation.DSMT4">
                  <p:embed/>
                  <p:pic>
                    <p:nvPicPr>
                      <p:cNvPr id="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22" y="4456263"/>
                        <a:ext cx="1196975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126388"/>
              </p:ext>
            </p:extLst>
          </p:nvPr>
        </p:nvGraphicFramePr>
        <p:xfrm>
          <a:off x="1924050" y="6110411"/>
          <a:ext cx="4171950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54300" imgH="419100" progId="Equation.DSMT4">
                  <p:embed/>
                </p:oleObj>
              </mc:Choice>
              <mc:Fallback>
                <p:oleObj name="Equation" r:id="rId14" imgW="2654300" imgH="419100" progId="Equation.DSMT4">
                  <p:embed/>
                  <p:pic>
                    <p:nvPicPr>
                      <p:cNvPr id="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6110411"/>
                        <a:ext cx="4171950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155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 Amp AC Circuits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As long as the op amp is working in the linear range, frequency domain analysis can proceed just as it does for other circuits.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It is important to keep in mind the two qualities of an ideal op amp:</a:t>
            </a: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>
                <a:solidFill>
                  <a:schemeClr val="accent4"/>
                </a:solidFill>
              </a:rPr>
              <a:t>No current enters either input terminals</a:t>
            </a:r>
            <a:r>
              <a:rPr lang="en-US" altLang="en-US"/>
              <a:t>.</a:t>
            </a: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>
                <a:solidFill>
                  <a:schemeClr val="accent4"/>
                </a:solidFill>
              </a:rPr>
              <a:t>The voltage across its input terminals is zero with </a:t>
            </a:r>
            <a:r>
              <a:rPr lang="en-US" altLang="en-US" u="sng">
                <a:solidFill>
                  <a:schemeClr val="accent4"/>
                </a:solidFill>
              </a:rPr>
              <a:t>negative feedback</a:t>
            </a:r>
            <a:r>
              <a:rPr lang="en-US" altLang="en-US"/>
              <a:t>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altLang="en-US"/>
              <a:t>An additional implicit assumption: the ideal op amp has infinite bandwidth—</a:t>
            </a:r>
            <a:r>
              <a:rPr lang="en-US" altLang="en-US" i="1" u="sng"/>
              <a:t>its behavior does not depend on frequency </a:t>
            </a:r>
            <a:r>
              <a:rPr lang="el-GR" altLang="en-US" i="1" u="sng"/>
              <a:t>ω</a:t>
            </a:r>
            <a:r>
              <a:rPr lang="en-US" altLang="en-US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64</a:t>
            </a:fld>
            <a:endParaRPr lang="en-US" altLang="zh-CN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7217228" y="3298372"/>
                <a:ext cx="1595309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228" y="3298372"/>
                <a:ext cx="1595309" cy="369332"/>
              </a:xfrm>
              <a:prstGeom prst="rect">
                <a:avLst/>
              </a:prstGeom>
              <a:blipFill>
                <a:blip r:embed="rId3"/>
                <a:stretch>
                  <a:fillRect l="-4198" r="-3435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0328583" y="3814665"/>
                <a:ext cx="1142044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583" y="3814665"/>
                <a:ext cx="1142044" cy="369332"/>
              </a:xfrm>
              <a:prstGeom prst="rect">
                <a:avLst/>
              </a:prstGeom>
              <a:blipFill>
                <a:blip r:embed="rId4"/>
                <a:stretch>
                  <a:fillRect l="-3191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7942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/>
              <a:t>* Application Example – Capacitor Multiplier: A circuit to increase the capacitance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10433180" cy="4525963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/>
              <a:t>It is used in integrated circuit technology to create large capacitances out of smaller ones (</a:t>
            </a:r>
            <a:r>
              <a:rPr lang="en-US" altLang="en-US" sz="2400" i="1" u="sng"/>
              <a:t>Large C tends to be bulky, while ICs can be made small</a:t>
            </a:r>
            <a:r>
              <a:rPr lang="en-US" altLang="en-US" sz="2400"/>
              <a:t>).</a:t>
            </a:r>
          </a:p>
          <a:p>
            <a:pPr algn="just"/>
            <a:r>
              <a:rPr lang="en-GB" altLang="en-US" sz="2400"/>
              <a:t>The first op amp is acting as a voltage follower, while the second one is an inverting amplifier.</a:t>
            </a:r>
          </a:p>
          <a:p>
            <a:pPr algn="just"/>
            <a:r>
              <a:rPr lang="en-US" altLang="en-US" sz="2400"/>
              <a:t>At node 1:</a:t>
            </a:r>
          </a:p>
          <a:p>
            <a:pPr algn="just"/>
            <a:endParaRPr lang="en-US" altLang="en-US" sz="2400"/>
          </a:p>
          <a:p>
            <a:pPr algn="just"/>
            <a:r>
              <a:rPr lang="en-US" altLang="en-US" sz="2400"/>
              <a:t>Applying KCL at node 2 gives</a:t>
            </a:r>
          </a:p>
          <a:p>
            <a:pPr algn="just"/>
            <a:endParaRPr lang="en-US" altLang="en-US" sz="2400"/>
          </a:p>
          <a:p>
            <a:pPr algn="just"/>
            <a:r>
              <a:rPr lang="en-US" altLang="en-US" sz="2400"/>
              <a:t> Combining</a:t>
            </a:r>
          </a:p>
          <a:p>
            <a:pPr algn="just"/>
            <a:endParaRPr lang="en-US" altLang="en-US" sz="2400"/>
          </a:p>
          <a:p>
            <a:pPr algn="just"/>
            <a:endParaRPr lang="en-US" altLang="en-US" sz="24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65</a:t>
            </a:fld>
            <a:endParaRPr lang="en-US" altLang="zh-CN">
              <a:ea typeface="黑体" panose="02010609060101010101" pitchFamily="49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98501" y="2782208"/>
            <a:ext cx="4914196" cy="2514605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924621"/>
              </p:ext>
            </p:extLst>
          </p:nvPr>
        </p:nvGraphicFramePr>
        <p:xfrm>
          <a:off x="2833489" y="3230646"/>
          <a:ext cx="2951163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400" imgH="444500" progId="Equation.DSMT4">
                  <p:embed/>
                </p:oleObj>
              </mc:Choice>
              <mc:Fallback>
                <p:oleObj name="Equation" r:id="rId4" imgW="1803400" imgH="444500" progId="Equation.DSMT4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489" y="3230646"/>
                        <a:ext cx="2951163" cy="728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413264"/>
              </p:ext>
            </p:extLst>
          </p:nvPr>
        </p:nvGraphicFramePr>
        <p:xfrm>
          <a:off x="5054927" y="4031296"/>
          <a:ext cx="1270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753" imgH="431613" progId="Equation.DSMT4">
                  <p:embed/>
                </p:oleObj>
              </mc:Choice>
              <mc:Fallback>
                <p:oleObj name="Equation" r:id="rId6" imgW="799753" imgH="431613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927" y="4031296"/>
                        <a:ext cx="1270000" cy="685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643971"/>
              </p:ext>
            </p:extLst>
          </p:nvPr>
        </p:nvGraphicFramePr>
        <p:xfrm>
          <a:off x="2830379" y="5296814"/>
          <a:ext cx="4674994" cy="1242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8900" imgH="698500" progId="Equation.DSMT4">
                  <p:embed/>
                </p:oleObj>
              </mc:Choice>
              <mc:Fallback>
                <p:oleObj name="Equation" r:id="rId8" imgW="2628900" imgH="698500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379" y="5296814"/>
                        <a:ext cx="4674994" cy="12420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48349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* Capacitor Multiplier II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/>
              <a:t>This is the input impedance seen between the terminal and ground,</a:t>
            </a:r>
            <a:br>
              <a:rPr lang="en-US" altLang="en-US" sz="2400"/>
            </a:br>
            <a:r>
              <a:rPr lang="en-US" altLang="en-US" sz="2400"/>
              <a:t>.</a:t>
            </a:r>
          </a:p>
          <a:p>
            <a:endParaRPr lang="en-US" altLang="en-US" sz="2400"/>
          </a:p>
          <a:p>
            <a:r>
              <a:rPr lang="en-GB" altLang="en-US" sz="2400"/>
              <a:t>By selecting the resistors, the circuit can produce an effective capacitance between its terminal and ground.</a:t>
            </a:r>
          </a:p>
          <a:p>
            <a:r>
              <a:rPr lang="en-GB" altLang="en-US" sz="2400"/>
              <a:t>Limitation of the circuit using real op-amps:</a:t>
            </a:r>
          </a:p>
          <a:p>
            <a:pPr lvl="1"/>
            <a:r>
              <a:rPr lang="en-GB" altLang="en-US" sz="2000">
                <a:solidFill>
                  <a:schemeClr val="accent4"/>
                </a:solidFill>
              </a:rPr>
              <a:t>The larger the multiplication factor, the easier it is for the inverting stage to go out of the linear range</a:t>
            </a:r>
            <a:r>
              <a:rPr lang="en-GB" altLang="en-US" sz="2000"/>
              <a:t>.</a:t>
            </a:r>
          </a:p>
          <a:p>
            <a:pPr lvl="1"/>
            <a:r>
              <a:rPr lang="en-GB" altLang="en-US" sz="2000">
                <a:solidFill>
                  <a:schemeClr val="accent4"/>
                </a:solidFill>
              </a:rPr>
              <a:t>Thus the larger the multiplier, the smaller the allowable input voltage</a:t>
            </a:r>
            <a:r>
              <a:rPr lang="en-GB" altLang="en-US" sz="200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66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007720"/>
              </p:ext>
            </p:extLst>
          </p:nvPr>
        </p:nvGraphicFramePr>
        <p:xfrm>
          <a:off x="2785282" y="2206708"/>
          <a:ext cx="1918790" cy="845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800" imgH="469900" progId="Equation.DSMT4">
                  <p:embed/>
                </p:oleObj>
              </mc:Choice>
              <mc:Fallback>
                <p:oleObj name="Equation" r:id="rId3" imgW="1066800" imgH="469900" progId="Equation.DSMT4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282" y="2206708"/>
                        <a:ext cx="1918790" cy="8459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449836"/>
              </p:ext>
            </p:extLst>
          </p:nvPr>
        </p:nvGraphicFramePr>
        <p:xfrm>
          <a:off x="5664522" y="2157758"/>
          <a:ext cx="19732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0948" imgH="482391" progId="Equation.DSMT4">
                  <p:embed/>
                </p:oleObj>
              </mc:Choice>
              <mc:Fallback>
                <p:oleObj name="Equation" r:id="rId5" imgW="1040948" imgH="482391" progId="Equation.DSMT4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522" y="2157758"/>
                        <a:ext cx="1973263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61951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 able to derive the phasor representation for sinusoidal circuits</a:t>
            </a:r>
          </a:p>
          <a:p>
            <a:r>
              <a:rPr lang="en-US"/>
              <a:t>Be able to calculate impedance for RLC circuits using arithmetic operations on complex numbers (addition, subtraction, multiplication, division, differentiation and integration)</a:t>
            </a:r>
          </a:p>
          <a:p>
            <a:r>
              <a:rPr lang="en-US"/>
              <a:t>Be able to extend the circuit analysis techniques (nodal analysis, mesh analysis) and circuit theorems (</a:t>
            </a:r>
            <a:r>
              <a:rPr lang="en-US" err="1"/>
              <a:t>Thevénin</a:t>
            </a:r>
            <a:r>
              <a:rPr lang="en-US"/>
              <a:t> theorem, source transformation, and superposition principle) to sinusoidal RLC circuits and perform circuit analysis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67</a:t>
            </a:fld>
            <a:endParaRPr lang="en-US" altLang="zh-CN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547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English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4214</Words>
  <Application>Microsoft Office PowerPoint</Application>
  <PresentationFormat>宽屏</PresentationFormat>
  <Paragraphs>624</Paragraphs>
  <Slides>68</Slides>
  <Notes>39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9" baseType="lpstr">
      <vt:lpstr>DengXian</vt:lpstr>
      <vt:lpstr>黑体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Equation</vt:lpstr>
      <vt:lpstr>ECE 2001 Basic Circuit Theory</vt:lpstr>
      <vt:lpstr>Review: First-order RC/RL Circuits</vt:lpstr>
      <vt:lpstr>Review: Second-order RLC Circuits</vt:lpstr>
      <vt:lpstr>A motivational problem:  Assuming the circuit is in steady-state, how do we find vo(t)?</vt:lpstr>
      <vt:lpstr>Overview</vt:lpstr>
      <vt:lpstr>Alternating Current</vt:lpstr>
      <vt:lpstr>Sinusoids</vt:lpstr>
      <vt:lpstr>Background review: Why we run into sinusoids?</vt:lpstr>
      <vt:lpstr>Sinusoidal Signal: the parameters </vt:lpstr>
      <vt:lpstr>Sinusoidal Signal: the parameters </vt:lpstr>
      <vt:lpstr>Sinusoidal Signal: the RMS Value</vt:lpstr>
      <vt:lpstr>Leading or lagging</vt:lpstr>
      <vt:lpstr>Mathematical preparation I: sine to cosine</vt:lpstr>
      <vt:lpstr>Mathematical preparation II: Adding two sinusoids</vt:lpstr>
      <vt:lpstr>Practice</vt:lpstr>
      <vt:lpstr>Mathematical preparation III: Review of Complex Numbers</vt:lpstr>
      <vt:lpstr>Complex Numbers</vt:lpstr>
      <vt:lpstr>Euler’s Identity for complex numbers</vt:lpstr>
      <vt:lpstr>Complex Numbers</vt:lpstr>
      <vt:lpstr>* The Sinusoidal Response</vt:lpstr>
      <vt:lpstr>The Sinusoidal Response: A more general concept of steady state response</vt:lpstr>
      <vt:lpstr>It is sufficient to use amplitude and phase to describe a circuit in steady state</vt:lpstr>
      <vt:lpstr>Phasors Representation: Use a vector in the complex plane to represent a sinusoid (for a given frequency)</vt:lpstr>
      <vt:lpstr>Phasors</vt:lpstr>
      <vt:lpstr>Phasor diagram</vt:lpstr>
      <vt:lpstr>Sinusoid-Phasor Transformation</vt:lpstr>
      <vt:lpstr>Sinusoid (time domain) – Phasor (frequency domain) Transformation for derivative and integral</vt:lpstr>
      <vt:lpstr>Example 1</vt:lpstr>
      <vt:lpstr>Example 2</vt:lpstr>
      <vt:lpstr>Example 3</vt:lpstr>
      <vt:lpstr>Example 4</vt:lpstr>
      <vt:lpstr>Differences between v(t) and (V" " ) ⃑</vt:lpstr>
      <vt:lpstr>Phasor Relationships for Resistors</vt:lpstr>
      <vt:lpstr>Phasor Relationships for Inductors</vt:lpstr>
      <vt:lpstr>Phasor Relationships for Capacitors</vt:lpstr>
      <vt:lpstr>PowerPoint 演示文稿</vt:lpstr>
      <vt:lpstr>Impedance</vt:lpstr>
      <vt:lpstr>Admittance</vt:lpstr>
      <vt:lpstr>Impedance and Admittance</vt:lpstr>
      <vt:lpstr>Impedance</vt:lpstr>
      <vt:lpstr>Admittance</vt:lpstr>
      <vt:lpstr>Kirchoff’s Laws in Frequency Domain</vt:lpstr>
      <vt:lpstr>Impedance Combinations</vt:lpstr>
      <vt:lpstr>Impedance Combinations</vt:lpstr>
      <vt:lpstr>Example 5</vt:lpstr>
      <vt:lpstr>Example 6 </vt:lpstr>
      <vt:lpstr>Example 7</vt:lpstr>
      <vt:lpstr>Example 8</vt:lpstr>
      <vt:lpstr>Application Example –  RC Phase shifter</vt:lpstr>
      <vt:lpstr>Application Example – Cascaded Phase Shifter</vt:lpstr>
      <vt:lpstr>Steps to Analyze an AC Circuit</vt:lpstr>
      <vt:lpstr>Nodal Analysis: Everything is the same as in DC case, except that impedance and phasors in complex values are used</vt:lpstr>
      <vt:lpstr>Example 9</vt:lpstr>
      <vt:lpstr>Example (cont’d)</vt:lpstr>
      <vt:lpstr>Nodal Analysis II</vt:lpstr>
      <vt:lpstr>Mesh Analysis</vt:lpstr>
      <vt:lpstr>Superposition</vt:lpstr>
      <vt:lpstr>Sources with Different Frequencies</vt:lpstr>
      <vt:lpstr>Sources with Different Frequencies</vt:lpstr>
      <vt:lpstr>Example 10</vt:lpstr>
      <vt:lpstr>Example (cont’d)</vt:lpstr>
      <vt:lpstr>Source Transformation</vt:lpstr>
      <vt:lpstr>Thévenin and Norton Equivalency</vt:lpstr>
      <vt:lpstr>Example 11</vt:lpstr>
      <vt:lpstr>Op Amp AC Circuits</vt:lpstr>
      <vt:lpstr>* Application Example – Capacitor Multiplier: A circuit to increase the capacitance</vt:lpstr>
      <vt:lpstr>* Capacitor Multiplier II</vt:lpstr>
      <vt:lpstr>Expected learning outcome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creator>Skhark</dc:creator>
  <cp:lastModifiedBy>Prof. Shuguang Cui (SSE)</cp:lastModifiedBy>
  <cp:revision>1</cp:revision>
  <cp:lastPrinted>2024-10-29T08:34:59Z</cp:lastPrinted>
  <dcterms:created xsi:type="dcterms:W3CDTF">2015-01-13T03:48:29Z</dcterms:created>
  <dcterms:modified xsi:type="dcterms:W3CDTF">2024-11-06T07:39:43Z</dcterms:modified>
</cp:coreProperties>
</file>