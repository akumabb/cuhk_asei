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4.xml" ContentType="application/inkml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ink/ink5.xml" ContentType="application/inkml+xml"/>
  <Override PartName="/ppt/notesSlides/notesSlide16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ink/ink8.xml" ContentType="application/inkml+xml"/>
  <Override PartName="/ppt/notesSlides/notesSlide19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97" r:id="rId1"/>
  </p:sldMasterIdLst>
  <p:notesMasterIdLst>
    <p:notesMasterId r:id="rId54"/>
  </p:notesMasterIdLst>
  <p:sldIdLst>
    <p:sldId id="652" r:id="rId2"/>
    <p:sldId id="654" r:id="rId3"/>
    <p:sldId id="476" r:id="rId4"/>
    <p:sldId id="597" r:id="rId5"/>
    <p:sldId id="598" r:id="rId6"/>
    <p:sldId id="653" r:id="rId7"/>
    <p:sldId id="656" r:id="rId8"/>
    <p:sldId id="655" r:id="rId9"/>
    <p:sldId id="657" r:id="rId10"/>
    <p:sldId id="658" r:id="rId11"/>
    <p:sldId id="660" r:id="rId12"/>
    <p:sldId id="659" r:id="rId13"/>
    <p:sldId id="661" r:id="rId14"/>
    <p:sldId id="662" r:id="rId15"/>
    <p:sldId id="663" r:id="rId16"/>
    <p:sldId id="673" r:id="rId17"/>
    <p:sldId id="669" r:id="rId18"/>
    <p:sldId id="480" r:id="rId19"/>
    <p:sldId id="482" r:id="rId20"/>
    <p:sldId id="481" r:id="rId21"/>
    <p:sldId id="600" r:id="rId22"/>
    <p:sldId id="639" r:id="rId23"/>
    <p:sldId id="594" r:id="rId24"/>
    <p:sldId id="595" r:id="rId25"/>
    <p:sldId id="596" r:id="rId26"/>
    <p:sldId id="601" r:id="rId27"/>
    <p:sldId id="477" r:id="rId28"/>
    <p:sldId id="628" r:id="rId29"/>
    <p:sldId id="629" r:id="rId30"/>
    <p:sldId id="602" r:id="rId31"/>
    <p:sldId id="664" r:id="rId32"/>
    <p:sldId id="665" r:id="rId33"/>
    <p:sldId id="666" r:id="rId34"/>
    <p:sldId id="670" r:id="rId35"/>
    <p:sldId id="485" r:id="rId36"/>
    <p:sldId id="604" r:id="rId37"/>
    <p:sldId id="486" r:id="rId38"/>
    <p:sldId id="487" r:id="rId39"/>
    <p:sldId id="603" r:id="rId40"/>
    <p:sldId id="488" r:id="rId41"/>
    <p:sldId id="489" r:id="rId42"/>
    <p:sldId id="490" r:id="rId43"/>
    <p:sldId id="630" r:id="rId44"/>
    <p:sldId id="631" r:id="rId45"/>
    <p:sldId id="632" r:id="rId46"/>
    <p:sldId id="668" r:id="rId47"/>
    <p:sldId id="672" r:id="rId48"/>
    <p:sldId id="633" r:id="rId49"/>
    <p:sldId id="637" r:id="rId50"/>
    <p:sldId id="643" r:id="rId51"/>
    <p:sldId id="645" r:id="rId52"/>
    <p:sldId id="667" r:id="rId53"/>
  </p:sldIdLst>
  <p:sldSz cx="12192000" cy="6858000"/>
  <p:notesSz cx="9939338" cy="68072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37" autoAdjust="0"/>
    <p:restoredTop sz="86054" autoAdjust="0"/>
  </p:normalViewPr>
  <p:slideViewPr>
    <p:cSldViewPr snapToGrid="0">
      <p:cViewPr varScale="1">
        <p:scale>
          <a:sx n="109" d="100"/>
          <a:sy n="109" d="100"/>
        </p:scale>
        <p:origin x="944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44784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of. Shuguang Cui (SSE)" userId="85de1bb4-a53e-4ccf-9dc2-65b85f685fb4" providerId="ADAL" clId="{04A4773E-46A5-D14B-ABF5-FE052A9C690A}"/>
    <pc:docChg chg="modSld">
      <pc:chgData name="Prof. Shuguang Cui (SSE)" userId="85de1bb4-a53e-4ccf-9dc2-65b85f685fb4" providerId="ADAL" clId="{04A4773E-46A5-D14B-ABF5-FE052A9C690A}" dt="2023-09-17T08:01:15.876" v="62" actId="20577"/>
      <pc:docMkLst>
        <pc:docMk/>
      </pc:docMkLst>
      <pc:sldChg chg="modSp mod">
        <pc:chgData name="Prof. Shuguang Cui (SSE)" userId="85de1bb4-a53e-4ccf-9dc2-65b85f685fb4" providerId="ADAL" clId="{04A4773E-46A5-D14B-ABF5-FE052A9C690A}" dt="2023-09-17T04:42:55.695" v="27" actId="20577"/>
        <pc:sldMkLst>
          <pc:docMk/>
          <pc:sldMk cId="3672801591" sldId="486"/>
        </pc:sldMkLst>
        <pc:spChg chg="mod">
          <ac:chgData name="Prof. Shuguang Cui (SSE)" userId="85de1bb4-a53e-4ccf-9dc2-65b85f685fb4" providerId="ADAL" clId="{04A4773E-46A5-D14B-ABF5-FE052A9C690A}" dt="2023-09-17T04:42:55.695" v="27" actId="20577"/>
          <ac:spMkLst>
            <pc:docMk/>
            <pc:sldMk cId="3672801591" sldId="486"/>
            <ac:spMk id="13315" creationId="{00000000-0000-0000-0000-000000000000}"/>
          </ac:spMkLst>
        </pc:spChg>
      </pc:sldChg>
      <pc:sldChg chg="modNotesTx">
        <pc:chgData name="Prof. Shuguang Cui (SSE)" userId="85de1bb4-a53e-4ccf-9dc2-65b85f685fb4" providerId="ADAL" clId="{04A4773E-46A5-D14B-ABF5-FE052A9C690A}" dt="2023-09-17T08:01:15.876" v="62" actId="20577"/>
        <pc:sldMkLst>
          <pc:docMk/>
          <pc:sldMk cId="3490333382" sldId="598"/>
        </pc:sldMkLst>
      </pc:sldChg>
      <pc:sldChg chg="modSp mod">
        <pc:chgData name="Prof. Shuguang Cui (SSE)" userId="85de1bb4-a53e-4ccf-9dc2-65b85f685fb4" providerId="ADAL" clId="{04A4773E-46A5-D14B-ABF5-FE052A9C690A}" dt="2023-09-17T04:32:34.731" v="17" actId="20577"/>
        <pc:sldMkLst>
          <pc:docMk/>
          <pc:sldMk cId="482004902" sldId="600"/>
        </pc:sldMkLst>
        <pc:spChg chg="mod">
          <ac:chgData name="Prof. Shuguang Cui (SSE)" userId="85de1bb4-a53e-4ccf-9dc2-65b85f685fb4" providerId="ADAL" clId="{04A4773E-46A5-D14B-ABF5-FE052A9C690A}" dt="2023-09-17T04:32:34.731" v="17" actId="20577"/>
          <ac:spMkLst>
            <pc:docMk/>
            <pc:sldMk cId="482004902" sldId="600"/>
            <ac:spMk id="3" creationId="{00000000-0000-0000-0000-000000000000}"/>
          </ac:spMkLst>
        </pc:spChg>
      </pc:sldChg>
    </pc:docChg>
  </pc:docChgLst>
  <pc:docChgLst>
    <pc:chgData name="Prof. Shuguang Cui (SSE)" userId="85de1bb4-a53e-4ccf-9dc2-65b85f685fb4" providerId="ADAL" clId="{4218BB88-72C8-004C-838C-0C59842BF560}"/>
    <pc:docChg chg="modSld">
      <pc:chgData name="Prof. Shuguang Cui (SSE)" userId="85de1bb4-a53e-4ccf-9dc2-65b85f685fb4" providerId="ADAL" clId="{4218BB88-72C8-004C-838C-0C59842BF560}" dt="2024-09-06T07:39:45.242" v="1" actId="20577"/>
      <pc:docMkLst>
        <pc:docMk/>
      </pc:docMkLst>
      <pc:sldChg chg="modSp mod">
        <pc:chgData name="Prof. Shuguang Cui (SSE)" userId="85de1bb4-a53e-4ccf-9dc2-65b85f685fb4" providerId="ADAL" clId="{4218BB88-72C8-004C-838C-0C59842BF560}" dt="2024-09-06T07:39:45.242" v="1" actId="20577"/>
        <pc:sldMkLst>
          <pc:docMk/>
          <pc:sldMk cId="1499668794" sldId="652"/>
        </pc:sldMkLst>
        <pc:spChg chg="mod">
          <ac:chgData name="Prof. Shuguang Cui (SSE)" userId="85de1bb4-a53e-4ccf-9dc2-65b85f685fb4" providerId="ADAL" clId="{4218BB88-72C8-004C-838C-0C59842BF560}" dt="2024-09-06T07:39:45.242" v="1" actId="20577"/>
          <ac:spMkLst>
            <pc:docMk/>
            <pc:sldMk cId="1499668794" sldId="652"/>
            <ac:spMk id="11" creationId="{00000000-0000-0000-0000-000000000000}"/>
          </ac:spMkLst>
        </pc:spChg>
      </pc:sldChg>
    </pc:docChg>
  </pc:docChgLst>
  <pc:docChgLst>
    <pc:chgData name="Prof. Shuguang Cui (SSE)" userId="85de1bb4-a53e-4ccf-9dc2-65b85f685fb4" providerId="ADAL" clId="{31EC84F4-1B74-4943-848C-91E0F9D8CC03}"/>
    <pc:docChg chg="modSld">
      <pc:chgData name="Prof. Shuguang Cui (SSE)" userId="85de1bb4-a53e-4ccf-9dc2-65b85f685fb4" providerId="ADAL" clId="{31EC84F4-1B74-4943-848C-91E0F9D8CC03}" dt="2023-09-13T07:07:30.659" v="101" actId="20577"/>
      <pc:docMkLst>
        <pc:docMk/>
      </pc:docMkLst>
      <pc:sldChg chg="modNotesTx">
        <pc:chgData name="Prof. Shuguang Cui (SSE)" userId="85de1bb4-a53e-4ccf-9dc2-65b85f685fb4" providerId="ADAL" clId="{31EC84F4-1B74-4943-848C-91E0F9D8CC03}" dt="2023-09-13T07:07:30.659" v="101" actId="20577"/>
        <pc:sldMkLst>
          <pc:docMk/>
          <pc:sldMk cId="964276730" sldId="659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9-18T02:38:31.1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30568 10269 14975 0,'0'0'656'0,"0"0"144"0,0 0-640 0,0 0-160 0,0 0 0 0,0 0 0 16,0 0 1264-16,0 0 208 0,0 0 64 0,0 0 0 0,0 0-512 16,16 0-80-16,-16 0-32 0,4-9 0 0,-4 9-336 0,4-8-64 15,-4 8 0-15,0 0-16 0,5-7-48 0,-5 7 0 16,4-6 0-16,-4 6 0 0,0 0-32 0,0 0-16 0,0 0 0 0,0 0 0 0,6-7 0 15,-6 7 0-15,0 0 0 0,0 0 0 0,0 0 64 0,0 0 16 16,0 0 0-16,0 0 0 0,0 0-160 0,0 0-16 16,0 0-16-16,0 0 0 0,0 0-64 0,0 0-16 31,0 0 0-31,11 0 0 0,-11 0 16 0,0 0 0 16,0 0 0-16,8 7 0 0,-8-7 0 0,0 0 0 0,9 6 0 0,-1 2 0 15,-8-8-32-15,9 10 0 16,-3 0 0-16,2-1 0 0,0 0-32 0,0 1-16 15,-2 1 0-15,3-3 0 0,2-1 48 0,0 2 16 16,1 3 0-16,-1-4 0 0,-1 0 0 0,1-2 0 0,-1 2 0 0,0-1 0 16,1-3-32-16,-1 1-16 0,-10-5 0 0,13 4 0 15,-2 0-160-15,-11-4 192 0,11 4-192 0,-11-4 192 16,0 0-192-16,12 2 160 0,-12-2-160 0,0 0 160 16,0 0-160-16,0 0 0 0,0 0 0 0,0 0 0 15,0 0 0-15,0 0 0 0,5 11 144 0,-5-11-144 16,0 0 0-16,0 13 128 0,0-13-128 0,-2 14 0 15,-2-2 0-15,4-12 0 0,-5 13 0 0,-1-4 0 16,3 1 0-16,-3 1 0 0,0-5 0 0,6-6 0 16,-9 9 0-16,0-2 0 0,9-7-128 0,-12 6 128 15,0 2 0-15,0 0-128 0,2 0 128 0,-3 2 0 16,-1 1-128-16,-1-1 128 0,1 1-128 0,-2-1 128 0,-1 2-128 16,-2-3 128-16,-2 1-128 0,-1 1 128 0,-2-1-352 0,1 2 16 0,1-2 0 0,-1 1 0 31,3-2-1840-16,-1-1-384-15,0 0-64 0</inkml:trace>
  <inkml:trace contextRef="#ctx0" brushRef="#br0" timeOffset="1463.08">30787 9718 6447 0,'0'0'272'0,"0"0"80"0,0 0-352 0,0 0 0 0,0 0 0 0,0 0 0 0,0 0 3568 0,0 0 640 16,9-5 128-16,2 0 16 16,-1 0-2608-16,2-2-528 0,2 2-96 0,3 3-32 15,2-4-448-15,0 2-80 0,-1 0-32 0,2 1 0 0,1 0-160 0,-2 3-48 16,0-3 0-16,-4 2 0 0,-2 1-96 0,-13 0-32 16,0 0 0-16,12 7 0 15,-4 0 272-15,-3 3 48 0,-5 0 16 0,-3 3 0 0,-2-3-48 0,-4 3-16 16,-3 0 0-16,-1 7 0 0,-1 1-272 0,-2 1-64 15,1-1-128-15,0 2 192 16,1 2-192-16,1 0 0 0,1 0 128 0,2-3-128 16,1-3 0-16,1 1 0 0,1-2 0 0,3 0 0 15,1-1-192-15,0 0-64 0,2-2-32 0,-1-4 0 32,1 0-432-32,1-11-96 0,0 9-16 0,0-9 0 0,0 0-1152 15,0 0-256-15,0 0-32 0,0 0-8736 0</inkml:trace>
  <inkml:trace contextRef="#ctx0" brushRef="#br0" timeOffset="1658.72">31030 9506 17503 0,'0'0'1552'0,"0"0"-1232"16,0 0-320-16,0 0 0 0,0 0 2960 0,0 0 544 15,0 0 96-15,0 0 32 0,6 14-2608 0,-3-1-512 16,0-5-96-16,-3-8-32 16,5 12-2288-16,0-2-464 0,0-1-80 0</inkml:trace>
  <inkml:trace contextRef="#ctx0" brushRef="#br0" timeOffset="2375.48">31352 9885 24415 0,'0'0'1088'0,"0"0"208"0,0 0-1040 0,0 0-256 0,0 0 0 0,0 0 0 0,0 0 640 0,0 0 64 0,0 0 0 16,0 0 16-16,0 0-512 0,-5 13-208 16,-2-1 176-16,1-1-176 15,-1-1 0-15,2 3 0 0,0-3 0 0,1 5 0 16,1-2 368-16,2 1 80 0,-1 1 0 0,2-1 16 15,3 2 464-15,1-2 96 0,0 0 0 0,1-1 16 0,0-1-144 0,2 0-48 16,-1-2 0-16,2 1 0 0,-1-1-400 0,-1 2-96 16,1-2-16-16,-2 2 0 0,-2 1-208 0,-3 1-128 15,-2 1 128-15,0-2-128 0,-2 0 128 0,-3-4-128 16,-1 3 128-16,-1-2-128 0,-1 0 0 0,-2 1 128 16,-1 1-128-16,-1-1 0 0,-1 1-160 0,0-2-96 15,-1-2-32-15,2-1 0 16,-2-1-1648-16,2 0-336 0,-1-3-64 0,2-1-7040 15,2-4-1408-15</inkml:trace>
  <inkml:trace contextRef="#ctx0" brushRef="#br0" timeOffset="2537.4">31324 10017 28511 0,'0'0'1264'0,"0"0"256"0,0 0-1216 0,13 3-304 0,-2 1 0 0,-1-3 0 15,1 1 1216-15,-11-2 192 0,11 3 48 0,0 0 0 16,-11-3-1152-16,10 4-304 0,1-2 0 0,-11-2 0 16,13 4-2752-16,-1 0-656 0</inkml:trace>
  <inkml:trace contextRef="#ctx0" brushRef="#br0" timeOffset="14691.04">21614 10893 16927 0,'0'0'752'0,"0"0"144"0,0 0-704 0,0 0-192 0,0 0 0 0,0 0 0 0,0 0 1792 0,0 0 336 16,0 0 64-16,0 0 16 0,0 0-880 0,0 0-176 16,0 0-48-16,0 0 0 0,0 0-624 0,8 3-128 15,5-10-32-15,2 3 0 0,0-1-320 0,1 1 0 16,1 0 0-16,2 3 128 0,2 0-128 0,1 1 0 15,1-2 0-15,-1 2 0 0,-1 0 0 0,1 2 0 0,-3-2 0 0,1 1 0 16,-1-1-144-16,-2 0 0 16,-1 0 0-16,0 0 0 15,-5 0-400-15,1 1-80 0,-3 2-16 0,-9-3-7712 0,0 0-1552 16</inkml:trace>
  <inkml:trace contextRef="#ctx0" brushRef="#br0" timeOffset="14990.83">21663 11120 6447 0,'0'0'576'0,"0"0"-576"0,0 0 0 0,-6 10 0 16,6-10 4096-16,0 0 704 0,0 0 128 0,0 0 48 15,0 0-3152-15,0 0-624 0,0 0-128 0,0 0-32 16,0 0-528-16,13 0-128 0,-1-2 0 0,0-2-16 16,-2 0-128-16,2 0-32 0,1 0 0 0,1 2 0 15,2-1-208-15,2 4 0 0,-1-1 0 0,1 2 0 16,1 0 0-16,-1 1-128 0,0 1 128 0,1 1-208 0,0-2-160 0,1 0-16 16,0 1-16-16,0-1 0 15,0-2-368-15,-3-1-64 0,-2 0 0 0,0-1-7056 16,-2 1-1408-16</inkml:trace>
  <inkml:trace contextRef="#ctx0" brushRef="#br0" timeOffset="15431.55">22118 10827 9215 0,'0'0'400'0,"0"0"96"0,0 0-496 0,0 0 0 0,0 0 0 0,0 0 0 0,2-8 2944 0,-2 8 512 0,4-11 80 0,-4 11 32 16,4-9-2368-16,-4 9-480 16,0 0-80-16,0 0-32 15,0 0-416-15,0 0-192 0,0 0 160 0,0 0-160 0,0 0 160 0,0 0-160 16,8 13 160-16,-3 0-160 0,-2 4 208 0,-1 3-48 15,0 3-16-15,-2 1 0 0,-2 2 16 0,2 4 0 16,-1 4 0-16,1 1 0 0,1 0-160 0,2-1 0 16,-1-3 0-16,4 2 0 15,-1-3-2544-15,0-4-384 0</inkml:trace>
  <inkml:trace contextRef="#ctx0" brushRef="#br0" timeOffset="15899.52">22324 10951 12895 0,'0'0'1152'16,"-6"10"-928"-16,1 3-224 0,3 3 0 0,-4-1 1664 0,4 4 272 0,-1-1 64 0,2 0 16 15,-1 0-1504-15,2 1-288 16,0-4-64-16,3-2-16 0,1-1-144 0,-4-12 0 15,8 8 0-15,2-3 0 0,1-1-192 0,-1-3 192 0,1-2-192 0,0-3 192 16,1-3 0-16,0-2 240 0,-2-1-16 0,3-3 0 16,0 2 352-16,-1-4 64 15,-2-3 0-15,1 2 16 0,1-2-144 0,-3 2-48 0,-3 0 0 0,2 2 0 16,-4-2-128-16,-1 3-16 16,-5 3-16-16,1-2 0 0,-3 0-112 0,-1 3-32 15,-3 3 0-15,-2-1 0 0,-3 3-160 0,-2 0 0 0,0 3 0 0,-2 2 0 16,0 3-320-16,-2 0-160 0,1 3-32 15,1 1 0-15,0 1-464 16,4 1-112-16,3 1 0 0</inkml:trace>
  <inkml:trace contextRef="#ctx0" brushRef="#br0" timeOffset="16351.61">22659 10868 11055 0,'0'0'976'0,"0"0"-784"0,0 0-192 0,0 0 0 0,0 0 2496 0,0 0 448 16,0 0 80-16,0 0 32 0,0 0-976 0,0 0-192 15,0 0-32-15,0 0-16 0,4 11-880 0,-1 2-160 0,0-3-32 0,1 3-16 16,0 2-480-16,0 2-80 16,0 1-32-16,0 1 0 0,0 1-160 0,1 1 0 0,0 1 144 0,1 1-144 0,1 1 0 0,-2-5 0 15,3 0 0-15,0-4 0 0,0-2 0 0,1 0 0 31,1-3 0-31,-2-3 0 0,-8-7 224 0,12 6-32 16,-12-6 0-16,14 0 0 0,-2-4 736 0,0-4 144 0,-1-3 16 0,2-4 16 16,0-3-128-16,0-3-16 0,0-4-16 0,2-1 0 0,-1-2-384 0,2 2-80 15,-1-2-16-15,-2 2 0 16,-1 2-304-16,0 5-160 0,0 0 160 0,-3 2-160 16,-3 3-928-16,0 2-288 0,-1 2-48 0</inkml:trace>
  <inkml:trace contextRef="#ctx0" brushRef="#br0" timeOffset="29827.91">2700 5514 20783 0,'0'-4'912'0,"22"-4"208"0,-22 8-896 0,0 0-224 0,1-9 0 0,-1 9 0 0,0 0 1056 15,0 0 160 1,0 0 48-16,0 0 0 0,0 0 144 0,0 0 16 16,0 0 16-16,0 0 0 0,-9 3-384 0,9-3-80 0,-6 10-16 0,-2 3 0 15,0-2-176-15,0 4-32 0,-1 4-16 0,1 4 0 16,1 4-240-16,-4 5-48 0,-3 0-16 0,2 6 0 15,2 10-240-15,-1 3-64 0,-2 1 0 0,0 0 0 16,0-1-128-16,1 0 0 0,1-1 0 0,0-5 128 0,1-2-288 16,1-4-64-1,3-2-16-15,3-6 0 16,0-3-1296-16,2-2-256 0,-1-2-48 0</inkml:trace>
  <inkml:trace contextRef="#ctx0" brushRef="#br0" timeOffset="30157.46">3091 5794 29199 0,'0'0'1280'0,"-1"9"288"0,-3 6-1248 0,-1 4-320 16,-2 2 0-16,-1 5 0 0,-1 3 272 0,-1 5 0 15,-2-2 0-15,0 6 0 0,1 0-272 0,0 0 128 0,1-2-128 0,2-3 0 16,4-3 0-16,4-8 0 15,3-4 0-15,3-3 0 0,5-4 0 0,3-1 0 16,4 0 0-16,2-6 0 0,-1-5 0 0,2-6 0 16,0-2 0-16,1-5 0 0,2-5 448 0,-4 0 96 0,0-2 16 0,-3-1 0 0,-3-6 304 0,-1 2 64 15,-1 2 16-15,-4-1 0 16,-3 0-304-16,-2-1-64 16,-2-3-16-16,-2 2 0 0,-4 1-240 0,-3 0-32 15,-4 0-16-15,-1 1 0 0,-3 1 0 0,-1 6 0 0,0 4 0 0,2 5 0 0,-2 5-272 0,0 6-176 16,0 5 32-16,0 7 0 31,1 6-496-31,1 3-80 0,-1 3-32 0,4 4-10384 16,2-1-2064-16</inkml:trace>
  <inkml:trace contextRef="#ctx0" brushRef="#br0" timeOffset="30443.79">3538 6090 30399 0,'12'-6'1344'0,"-2"2"288"0,2 0-1312 0,3-3-320 0,1 5 0 0,3-2 0 15,-2-3 1056-15,2 2 144 0,2 0 16 0,-1 1 16 16,-2 1-592-16,3-1-112 0,1 2-16 0,0-2-16 15,-1-1-112-15,1 0-32 0,0-1 0 0,2 4 0 16,-2-1-160-16,-1 1-16 0,-2-1-16 0,-2-1 0 0,-2 1-160 0,-4-1 160 0,-11 4-160 0,0 0 160 31,0 0-160-31,0 0-256 0,0 0 64 0,0 0 16 16,0 0-3008-16,0 0-592 0,-4 15-128 0,4 0-9104 0</inkml:trace>
  <inkml:trace contextRef="#ctx0" brushRef="#br0" timeOffset="32905.82">4208 5674 7359 0,'0'0'656'0,"0"0"-528"0,0 0-128 0,-4-10 0 16,2 2 3248-16,2 8 608 16,0-8 128-16,0 8 32 0,-1-11-1744 0,1 11-352 15,-3-11-64-15,3 11 0 0,0 0-128 0,0 0-32 16,0 0 0-16,0 0 0 0,0 0-512 0,0 0-96 0,0 0-32 0,-4 16 0 16,1-2-624-16,1 6-128 0,1 4-32 0,-1 8 0 15,2 7-272-15,0 5 0 0,0 4 0 0,4 1 0 0,0-1 0 16,0-4 0-16,0-3 0 15,1-6 0-15,-1-3 0 0,1-6 0 0,3-2 0 16,0-6 0-16,2-2 0 0,-1-4 0 16,1-3 0-16,0-4 0 0,0-2 336 0,1-5 16 0,-1-2 0 0,2-4 0 15,2-3 384-15,-2-4 80 0,0-4 16 16,1-2 0-16,1-5-128 0,2-1-32 16,-1-2 0-16,1-5 0 0,0 1-320 0,-1-3-64 15,0-1-16-15,-2 1 0 0,1-3-272 0,-1 2 128 0,-2 2-128 0,-1 4 0 16,-1 2 0-16,0 6-272 0,-2 4 16 0,-2 5 16 15,0 2-1616-15,-1 3-336 0,-4 9-64 0,0 0-16 16,0 0-2272-16,0 0-464 0</inkml:trace>
  <inkml:trace contextRef="#ctx0" brushRef="#br0" timeOffset="33201.99">4658 6026 18431 0,'0'0'1632'0,"15"0"-1312"0,0 3-320 0,0-2 0 16,0-1 2960-16,-3 0 528 0,-2 0 96 0,1 3 32 16,0 1-1808-16,-11-4-352 15,0 0-80-15,8 8-16 0,-8-8-848 0,4 11-192 16,-4 2-16-16,-2 2-16 0,-4-4-288 0,0 4 0 0,-1 0-128 0,1 2 128 15,-2-2-256-15,1 2 32 16,1 1 16-16,2-5 0 0,1-3 208 0,3-10 0 16,0 15 0-16,3-4 160 0,-3-11 240 0,9 11 48 15,2-2 16-15,-1-1 0 0,2-3-192 0,1-1-32 16,1-3-16-16,3-1 0 16,3-1-1776-16,-1-4-368 0,-2 0-64 0</inkml:trace>
  <inkml:trace contextRef="#ctx0" brushRef="#br0" timeOffset="35047.28">2188 6702 19583 0,'0'0'864'0,"0"0"176"0,0 0-832 0,0 0-208 0,0 0 0 0,0 0 0 0,0 0 1456 0,0 0 240 0,0 0 48 0,0 0 16 0,0 0-448 0,0 0-96 16,-8 4 0-16,8-4-16 16,0 0-544-16,0 0-96 0,0 0-32 0,0 0 0 15,13 5-144-15,6-1-48 0,7 0 0 0,3-2 0 0,2 1-32 0,9 2-16 16,8-2 0-16,5 2 0 0,3 0-32 0,6-4 0 16,1 2 0-16,8-3 0 0,6-1-64 15,4 1 0-15,3 0-16 0,1 0 0 0,-1-2-176 0,2-1 160 16,-2-4-160-16,4 3 160 0,2 0-160 0,-3 2 192 15,-2-1-192-15,-4 2 192 0,-3-1-192 0,-4 1 128 16,-4 0-128-16,0 2 128 0,-1 4-128 0,-7-2 160 0,-3-2-160 16,-7 0 160-1,-6-1 176-15,-3 0 48 0,-3-1 0 0,-2 0 0 0,-7 0 224 0,-2-1 48 16,-3 1 16-16,-3 1 0 0,-3 0-96 0,-2 0-32 16,-5 0 0-16,-1-1 0 0,-2-2-144 0,-2 2-16 0,-8 1-16 0,0 0 0 15,8-3-176-15,-8 3-16 0,0 0-16 0,0 0 0 0,0 0-160 0,0 0 0 16,0 0-160-16,-8-6 160 31,-2-1-2880-31,-1 1-464 0,0 2-112 16</inkml:trace>
  <inkml:trace contextRef="#ctx0" brushRef="#br0" timeOffset="35528.87">3265 7222 23951 0,'3'-13'1056'0,"-3"13"224"0,12-8-1024 0,1 0-256 0,-1 0 0 0,2-1 0 0,2-1 2624 0,3 3 480 16,1 2 96-16,1 2 0 0,4 2-1712 0,-2 2-336 0,-1 3-80 0,0 2-16 16,-1 0-608-16,-1 3-112 15,-4 2-16-15,-3 2-16 0,-4 1-304 0,-5 3 0 0,-6 3 128 16,0 0-128-16,-4 1 0 0,-3 5-176 15,-4 3 32-15,-2 2 0 0,-4 1 144 0,1-2-208 0,-3-3 80 16,2-4 128-16,0 1 0 0,4-5 0 0,2-2 0 16,2-4 0-16,2-2 0 0,0-6 0 0,0 0 0 0,9-5 0 15,0 0 192-15,0 0 64 0,0 0 16 16,0 0 0-16,5 9 48 0,2-1 16 0,-7-8 0 0,13 9 0 16,2-3-112-16,4-1-32 15,2-1 0-15,1-2 0 0,2 2-64 0,4-1-128 16,1-2 176-16,3-2-176 0,-1-3 0 0,1-1 0 15,0-2 0-15,0 1 0 16,-5-2-2048-16,-1 1-480 0,-4-2-96 0</inkml:trace>
  <inkml:trace contextRef="#ctx0" brushRef="#br0" timeOffset="36699.54">5386 6531 7359 0,'0'0'656'0,"0"0"-528"0,0 0-128 0,0 0 0 0,0 0 4160 0,11 3 784 32,4-3 176-32,0 1 16 0,2-1-2672 0,5 0-544 15,5 0-96-15,1 2-32 0,1 1-752 0,2 0-144 16,3 1-48-16,0-3 0 0,1 0-304 0,-1 0-64 15,-1 2-16-15,-3-3 0 0,-2 0-240 0,-2 1-48 16,-2 2-16-16,-3-2 0 0,-3-2-160 0,-4 0 128 0,-3-1-128 0,-11 2 128 16,10 4-128-16,-10-4 0 0,0 0-192 0,0 0 192 31,0 0-2624-31,0 0-416 0,0 0-80 0</inkml:trace>
  <inkml:trace contextRef="#ctx0" brushRef="#br0" timeOffset="36893.25">5430 6829 25791 0,'0'0'2304'0,"16"4"-1856"0,2 0-448 0,1-1 0 16,1-3 1856-16,2 0 256 0,0 0 64 0,3 0 16 16,0 0-784-16,1 0-144 0,0 0-48 0,0 0 0 0,1 0-704 0,1-1-128 0,1-1-48 0,-2 1 0 15,-2 0-336-15,-1-2-208 0,1 2 16 0,-3-2 16 31,-1-2-1216-31,0 4-240 0,-4-2-48 0,-3 2-8752 16,-2-2-1760-16</inkml:trace>
  <inkml:trace contextRef="#ctx0" brushRef="#br0" timeOffset="39217.21">6679 6706 24063 0,'0'0'1072'0,"0"0"208"0,-9 0-1024 0,9 0-256 0,0 0 0 0,-9 0 0 16,9 0 1392-16,0 0 208 0,0 0 64 0,0 0 0 15,0 0-336-15,0 0-64 0,10-10-16 0,6 4 0 16,5 1-304-16,5 1-64 0,5 0-16 0,4 0 0 16,7 0-352-16,2-2-64 0,4-1 0 0,2 1-16 15,1-2-80-15,2 0-16 0,5 1 0 0,0 1 0 16,2-1-80-16,-1 2 0 0,-3-4-16 0,0 0 0 0,-4-2-96 15,-1 4-16-15,-3 1 0 0,-2 4 0 16,-6 0-128-16,-3 1 0 0,-5 2 0 0,-3-2 0 16,-5-3 0-16,-6 0-176 0,-4 0 176 0,-5 2-192 0,-9 2-128 0,0 0-16 0,0 0-16 0,0 0 0 31,-7-7-2144-31,-5 2-416 16,-4 0-96-16</inkml:trace>
  <inkml:trace contextRef="#ctx0" brushRef="#br0" timeOffset="39583.57">6868 5814 32015 0,'0'-30'1408'0,"1"12"320"0,1-1-1392 0,2 4-336 15,-1 2 0-15,0 2 0 0,0 2 1264 0,-3 9 176 16,0 0 32-16,0 0 16 0,0 0-560 0,6 11-112 16,-1 3-32-16,1 4 0 0,-3 4-544 0,1 4-112 0,0 4-128 0,2-1 176 15,-1-2-176-15,1 0 0 0,2-1 0 16,3-4 0-16,-1-3 0 0,2-3 0 0,-1-3 128 0,2-3-128 0,0-2 272 0,3-1 32 16,-3-3 0-16,2-2 0 0,-2-4 448 0,0-2 80 15,-2-1 32-15,2-2 0 16,2-2-32-16,-1-3 0 0,2-3 0 0,-3-4 0 15,-3-2-272-15,1-3-64 0,-1-1-16 0,-1 0 0 16,2 0-304-16,-1 4-176 0,-1 2 192 0,0 1-192 0,0-1-192 0,-1 4-160 0,-3 2-32 16,2 2 0-1,-1 5-2000-15,-6 6-416 0,0 0-80 0,0 0-9760 16,0 0-1952-16</inkml:trace>
  <inkml:trace contextRef="#ctx0" brushRef="#br0" timeOffset="39851.55">7388 5917 11967 0,'0'0'1072'0,"0"0"-864"0,0 0-208 0,0 0 0 16,11 0 4224-16,-11 0 784 16,13 0 176-16,-2 2 16 0,1 2-2704 0,0-2-528 15,-2 2-112-15,1-1-32 0,-11-3-688 0,11 4-144 16,-1 2-32-16,-4 0 0 0,-1 3-512 0,1 2-96 15,-5 0-32-15,-2 1 0 0,-3 1-320 0,-3 0 0 16,-1 3 0-16,2-2 0 0,-2 3 0 0,1-1 0 16,3-2-192-16,1-1 64 0,0-1 128 0,3-2 0 15,0-10 0-15,5 11 0 0,2-2 0 0,2-3 0 16,1-2 0-16,6-4 0 0,2-2 0 0,2-5-128 16,1-3 128-16,1-1-12320 0,2 1-2400 0</inkml:trace>
  <inkml:trace contextRef="#ctx0" brushRef="#br0" timeOffset="40982.49">7285 7128 17503 0,'0'0'1552'0,"0"0"-1232"0,0 0-320 0,4-10 0 0,-5-1 2752 0,-2 2 512 15,-2 1 80-15,-2-1 32 0,0 1-1552 0,-3 2-304 16,-1-1-64-16,-2 2-16 16,-4 4-704-16,0-2-144 0,0 2-16 0,-1-2-16 0,-3 1-176 0,1-1-16 15,1 2-16-15,2 1 0 0,4 2 16 0,0 2 0 16,1-3 0-16,3 5 0 0,2 2 80 0,2-1 0 0,5-7 16 0,-4 12 0 15,4 0-272-15,0 1-48 0,0 1-16 0,3 1 0 16,1 1-128-16,2 5 0 0,3 3 0 0,0-1 0 16,2 1 0-16,1 2 0 15,1 4 0-15,1 1 0 0,2-2-176 0,-2-2 48 16,-1-1 0-16,-1 0 0 0,-2-5-192 0,1 1-16 16,-1-3-16-16,-2-1 0 0,-2 0 192 0,-2-2 160 15,-4-1-208-15,-1 0 80 0,-2-2 128 0,-1-4 0 0,-2 0 0 16,-2-1 0-16,-2-2-144 0,-2 1-48 15,-2-1-16-15,-9 1 0 0,3-3-320 16,0-2-64-16,2 0-16 0,1-5 0 0,1-1 336 0,2-2 64 16,1-2 16-16,4-3 0 0,3 1 576 0,3 1 128 15,3-5 32-15,2-1 0 0,1-3 224 0,3 0 64 16,2-1 0-16,3 0 0 0,-1-1-320 0,4-2-64 0,3-4-16 16,3-1 0-16,1-2-304 0,1-1-128 15,1-1 128-15,2 1-128 16,2-3-2816-16,1 1-656 0</inkml:trace>
  <inkml:trace contextRef="#ctx0" brushRef="#br0" timeOffset="41613.28">8262 6767 7359 0,'0'0'656'0,"0"0"-528"0,0 0-128 0,0 0 0 0,0 0 5600 0,0 0 1088 16,6-8 224-16,1 0 32 0,2 0-4064 0,3 1-832 15,1 0-144-15,5 2-48 0,3 2-576 0,3 2-112 0,5 0-16 0,0 2-16 0,0-1-528 0,2 0-96 16,1-1-32-16,2 2 0 0,0-1-272 0,1-1-48 31,-2-2-16-31,0-1 0 0,-1-2-144 0,1 0 0 16,-1 1 144-16,0 3-144 0,-5-1 0 0,-4 0 0 0,-2 1-192 0,-5-1 64 31,-3-1-608-31,-3 0-112 0,-10 4-32 0,0 0 0 0,7-5-2192 0,-7 5-448 16,0 0-96-16</inkml:trace>
  <inkml:trace contextRef="#ctx0" brushRef="#br0" timeOffset="41823.55">8681 6204 8287 0,'0'0'736'0,"-1"18"-592"0,1 4-144 0,1 5 0 16,-1 6 6224-16,0 5 1216 0,0 2 240 0,-1 5 64 15,-3 3-5344-15,2 4-1056 0,-5 1-224 0,1 1-32 0,-1-1-624 0,-1 9-112 16,0 0-32-16,3 2 0 31,1-1-800-31,2-1-160 0,-2-2-48 0,1-4-11088 0,2 0-2240 0</inkml:trace>
  <inkml:trace contextRef="#ctx0" brushRef="#br0" timeOffset="42642.3">9456 6586 28671 0,'0'0'1280'0,"0"0"256"0,0 0-1232 0,0 0-304 0,0 0 0 0,0 0 0 0,0 0 1936 15,0 0 336-15,1-9 64 0,-1 9 16 0,8-8-992 0,1 0-192 16,3 0-32-16,1 2-16 16,1-1-480-16,3 2-80 0,1 0-32 0,1 1 0 15,-1 0-320-15,1 1-64 0,1 1-16 0,-3 0 0 16,-3 0 32-16,-2 2 0 0,0-2 0 0,-2 2 0 15,-10 0 160-15,11 3 48 0,-11-3 0 0,0 0 0 16,7 5-160-16,-7-5-16 0,4 11-16 0,-2 0 0 16,-4 2-176-16,0 4 0 0,-2 3 0 0,-1 2 128 0,-3-1-128 0,-1 4 0 15,-3 1 0-15,4 2 0 0,0 1 0 0,3 1 0 16,0-1 0-16,1 2 0 16,1 2-144-16,2-3 144 0,0-3-192 0,2-2 192 15,3-3-400-15,3-2 16 0,-1-4 16 0,1 0 0 16,-1 1-336-16,3-1-64 0,0-6 0 0,0-2-16 15,-9-8-1200-15,12 1-256 0,-1-3-32 0,0-5-13920 0</inkml:trace>
  <inkml:trace contextRef="#ctx0" brushRef="#br0" timeOffset="42813.66">9938 6011 35711 0,'0'0'1584'0,"2"-8"320"0,-2 8-1520 0,0 0-384 16,0 0 0-16,0 0 0 0,0 0 1744 0,0 0 288 31,-8 9 48-31,-1 5 16 0,1 1-1488 0,-1 3-288 16,0 2-64-16,-1 2-16 15,3 2-1504-15,0 4-288 0,4-1-64 0,1 4-16 0,-2 2-1600 16,1 2-320-16</inkml:trace>
  <inkml:trace contextRef="#ctx0" brushRef="#br0" timeOffset="43206.57">10211 6801 26719 0,'0'0'2368'0,"0"0"-1888"0,0 0-480 0,0 0 0 0,0 0 2384 0,0 0 384 0,0 0 80 0,0 0 16 16,0 0-1584-16,-3 15-304 15,-1 0-64-15,0 0-16 0,2 1-544 0,0 0-112 16,2 1-32-16,2 0 0 0,0 0 64 0,4 1 16 0,1-1 0 0,5 0 0 16,1-3-64-16,0-1-16 0,0 0 0 0,0-1 0 15,2 0 16-15,-2-1 0 0,0-3 0 0,0 0 0 16,0 0-16-16,-2 0 0 15,1 1 0-15,-4-3 0 0,-8-6-208 0,0 0 0 0,3 12 128 0,-5 0-128 16,-2-2 0-16,-2 1 0 0,-3-2 0 0,-2 1-160 31,-3 1-320-31,0 0-64 0,-2 2-16 0,-1-1 0 0,-4-3-1568 16,0-1-320-16,2-1-64 0,-1-2-13728 0</inkml:trace>
  <inkml:trace contextRef="#ctx0" brushRef="#br0" timeOffset="43341.82">10271 6690 33407 0,'13'-8'1472'0,"-3"4"320"0,3-1-1440 0,2 1-352 0,0 1 0 0,5 2 0 0,-1 1 1776 0,0 0 272 15,-5 1 64-15,2 3 16 16,-1 0-1424-16,1 0-272 0,-2 0-64 0,2 0-16 16,-2 0-2544-1,0 1-512-15</inkml:trace>
  <inkml:trace contextRef="#ctx0" brushRef="#br0" timeOffset="57083.73">2095 9445 24703 0,'0'0'1088'0,"0"0"240"0,0 0-1072 0,0 0-256 0,0 0 0 0,0 0 0 16,0 0 1328-16,13-15 208 0,-10 4 32 0,2 0 16 15,3 3-560-15,2-3-128 0,2-1 0 0,1 0-16 16,0-1-320-16,1 0-64 0,3-1-16 0,-2 1 0 16,-1 0-128-16,3 1-32 15,1 3 0-15,-3 1 0 0,-5 0 64 0,-10 8 16 0,10-4 0 0,-10 4 0 16,0 0-144-16,0 0-48 0,7 11 0 0,-3 2 0 16,-4 2-80-16,-3 6 0 15,-1 7-128-15,-1 4 192 0,-4 3-192 0,-4 6 0 16,-1 2 0-16,2 1 0 0,3-1 0 0,0-1 0 0,-2-3 0 0,6-13 0 15,1-1 0-15,1-2 0 0,1 0 0 0,-1-4 0 0,2-2 0 16,2-1 0-16,2-2 0 16,-1-5 0-16,1 0 0 0,1-1 0 0,-4-8 0 0,5 5 0 0,-5-5 0 0,9 0-192 15,0 0 48-15,6-4 0 16,-2-2-1312-16,0-5-256 16,-1-2-48-16,2-2-13600 0</inkml:trace>
  <inkml:trace contextRef="#ctx0" brushRef="#br0" timeOffset="57314.24">2491 8846 27647 0,'0'0'2448'0,"2"-9"-1952"0,-2 9-496 0,0 0 0 16,0 0 1232-16,0 0 160 0,0 0 16 0,0 0 16 15,0 0-528-15,0 0-128 0,-7 15 0 0,2 3-16 16,1 1-752-16,1 3-256 0,1 3 0 0,2 0 0 31,2 4-1824-31,1 3-352 0,0-2-80 0</inkml:trace>
  <inkml:trace contextRef="#ctx0" brushRef="#br0" timeOffset="57616.9">2714 9634 23951 0,'0'0'2128'0,"2"14"-1696"0,-2 3-432 0,0 0 0 15,-3 0 1040-15,2 2 128 0,-1 0 32 0,2-5 0 16,0 0-576-16,2 3-112 0,-1 2-32 0,3 0 0 0,1-3-32 0,2-2 0 15,-1 1 0-15,2-2 0 16,2-3 224-16,1 2 32 0,-2-2 16 0,3 1 0 16,1-1-32-16,-1 3-16 0,-6-4 0 0,1 2 0 15,-2-1-304-15,-1 0-64 0,-4 1-16 0,-2-1 0 0,0 1-144 0,-3-1-16 16,-5 2-128-16,3 0 192 16,0-2-656-16,-1-1-144 0,-1-1-32 0,1-3 0 15,0-1-1712-15,2-3-336 0,-1-2-80 0</inkml:trace>
  <inkml:trace contextRef="#ctx0" brushRef="#br0" timeOffset="57750.8">2744 9632 20271 0,'0'0'896'0,"0"0"192"0,13-5-880 0,-2 3-208 16,-11 2 0-16,12-3 0 0,-1 0 2752 0,-11 3 496 0,0 0 96 0,15 3 32 15,-2 0-2160-15,-2 1-448 0,-11-4-64 0,8 3-10720 31,3 4-2144-31</inkml:trace>
  <inkml:trace contextRef="#ctx0" brushRef="#br0" timeOffset="58440.23">3287 9498 19343 0,'0'0'1728'0,"0"0"-1392"0,0 0-336 0,0 0 0 0,11-4 1984 0,0 3 336 0,-1-3 64 0,6 3 16 0,3 1-736 0,2 0-160 31,3 0-32-31,2 0 0 0,3 0-576 0,1 0-112 0,0-2-16 0,2 2-16 16,2-3-256-16,-3 1-48 0,-1 1-16 0,-1-2 0 15,0-1-256-15,-1-3-48 0,-2-1-128 0,-2 1 192 0,-5 1-192 0,0 2 0 32,-2 1 0-32,-4 2 0 15,-4-2-576-15,-9 3-64 0,0 0-16 0,0 0 0 16,0 0-2528-16,0 0-496 0</inkml:trace>
  <inkml:trace contextRef="#ctx0" brushRef="#br0" timeOffset="58646.04">3726 9016 28559 0,'0'0'2544'0,"-4"15"-2032"0,4 6-512 0,-2 1 0 16,-1 6 1568-16,-2 2 224 0,-3 1 32 0,-1 4 16 0,-3 4-416 0,-2 3-80 15,-5 1 0-15,0 8-16 0,-1 8-816 0,2 2-144 16,0 2-48-16,6-19 0 0,0 4-320 0,2 2 0 15,-1 0 0-15,4 1-12192 0,0 4-2400 16</inkml:trace>
  <inkml:trace contextRef="#ctx0" brushRef="#br0" timeOffset="60003.42">4409 9469 13823 0,'0'0'608'0,"0"0"128"0,-9 7-592 0,1-2-144 0,8-5 0 0,0 0 0 15,-8 5 3296-15,8-5 624 0,-7 7 128 0,7-7 32 16,-10 3-2400-16,10-3-464 0,0 0-112 0,0 0-16 16,0 0-128-16,0 0-48 0,0 0 0 0,13-2 0 0,4-3-112 0,8 2-32 0,6 1 0 0,7-1 0 31,9-1-176-31,4 0-32 0,4-1-16 0,4 0 0 0,3-2-48 0,3 1-16 0,4 2 0 0,3 1 0 31,4 3 32-31,-3 0 16 0,-4 3 0 0,-1 2 0 0,-2 3-400 0,-5 0-128 16,-2-4 0-16,0 0 0 0,-2-2 0 0,-1-2 160 15,-5-1-160-15,-4 1 128 0,-5 0-128 0,-6 1 192 0,-3-1-192 16,-7 0 192-16,-4 0-192 0,-4 0 192 0,-2 0-192 0,-6 0 192 16,-10 0-192-16,0 0 160 15,7-1-160-15,-7 1 160 0,0 0-416 0,0-10-96 0,-5 0-16 0,-5 1-12832 16,-3-1-2576-1</inkml:trace>
  <inkml:trace contextRef="#ctx0" brushRef="#br0" timeOffset="60707.78">4464 8416 14735 0,'0'0'1312'0,"0"0"-1056"0,0 0-256 0,0 0 0 31,0 0 3328-31,0 0 592 0,0 0 128 0,0 0 32 16,-11 3-2128-16,1 8-416 0,2 8-96 0,-2 7-16 15,-2 4-544-15,0 5-112 0,2 4-32 0,-1 1 0 0,0 2-272 0,0 3-48 0,1 3-16 0,2 1 0 16,-2 5-160-16,2-2-48 16,1 0 0-16,2-2 0 15,2-9-192-15,1-4-128 0,1-5 128 0,3-3-208 16,2-4-2256-16,1-7-448 0,1-6-96 0</inkml:trace>
  <inkml:trace contextRef="#ctx0" brushRef="#br0" timeOffset="61108.35">4746 8679 9215 0,'0'0'816'0,"-3"13"-656"0,0 1-160 0,2-1 0 0,0 0 3344 15,1 0 640-15,-2 1 128 0,1 2 32 16,0 1-1776-16,1-2-336 0,0 1-80 0,2-2-16 0,1-1-944 16,2-4-192-16,-5-9-32 0,12 12-16 0,0-1-416 0,1-5-80 0,0-3 0 0,1-3-16 15,3-4 176-15,3-3 32 16,-1-1 16-16,-1-1 0 15,-1-4-16-15,0-1 0 0,0 0 0 0,-1-3 0 0,-3-3-112 0,0 2-16 16,-1 1-16-16,-3 1 0 0,-1-2 16 0,-3 0 16 16,-1 1 0-16,-3 1 0 0,-2 0-112 0,-3 1-32 15,-1-1 0-15,-3 2 0 0,0-1-192 0,-2 5 128 16,-2 2-128-16,0 3 0 0,0 2-176 0,-1 5-128 16,-4 3-16-16,3 3-16 15,0 2-1584-15,-1 1-304 0,-3 2-64 0,0 0-13136 16</inkml:trace>
  <inkml:trace contextRef="#ctx0" brushRef="#br0" timeOffset="61688.55">5293 8742 16575 0,'0'0'1472'0,"0"0"-1168"0,0 0-304 0,0 0 0 0,0 0 2672 0,0 0 464 15,0 0 112-15,0 0 16 0,12 1-1520 0,1 3-288 16,1-1-64-16,3 1-16 0,3-3-480 0,1 0-80 16,1-1-32-16,1 2 0 0,2-1-192 0,0-1-32 15,-3 0-16-15,0 0 0 0,0 1-224 0,-1 1-32 16,0-2-16-16,-3 0 0 0,-3 0-144 0,-2 0-128 15,-13 0 192-15,0 0-192 0,11 3 176 0,-11-3-176 16,0 0 160-16,0 0-160 16,0 0-288-16,0 0-160 0,0 0-16 0,0 0-16 15,0 0-2160-15,0 0-432 0,0 0-96 0</inkml:trace>
  <inkml:trace contextRef="#ctx0" brushRef="#br0" timeOffset="62256.65">5845 8390 23039 0,'0'0'2048'0,"0"0"-1648"0,0 0-400 0,0 0 0 0,0 0 2480 0,0 0 400 0,0 0 96 0,0 0 16 16,3 13-1568-16,-3 7-304 0,-1 4-64 0,1 4-16 15,0 2-720-15,0 4-128 0,1 2-48 0,2 1 0 16,0-3-144-16,-1-1 0 0,4 3 0 0,-1-4 0 15,0-6 0-15,3-2 0 0,1-5 0 0,3-2 0 16,1-4 192-16,0-1 0 0,-3-4 0 0,2-2 0 0,-12-6 528 0,13 3 112 16,-3-4 32-16,-1-5 0 15,-2-3 96-15,1-2 32 0,2-6 0 0,1-3 0 0,-2-2-272 0,3-2-48 16,-1 0-16-16,1-2 0 0,0-4-400 0,-1-3-64 16,2-3-32-16,-1-1 0 0,1-1-160 0,0 2-192 15,0-1 32-15,0 1 16 16,-1 3-1360-16,0 6-272 0,0 2-48 0,-2 7-16 15,-1 5-1072-15,-2 4-224 0,-7 9-32 0</inkml:trace>
  <inkml:trace contextRef="#ctx0" brushRef="#br0" timeOffset="62662.07">6267 8682 13823 0,'0'0'1216'0,"0"0"-960"0,9-4-256 0,-9 4 0 16,11-2 3520-16,-1 0 672 16,-10 2 128-16,12 0 32 0,-1 2-1232 0,-1 0-1904 0,-3 2-32 0,-7-4-736 0,8 9-160 15,-1-2-32-15,-1 2 0 0,-6-9-128 0,0 13-128 16,-1-1 192-16,-3 1-192 0,-4 2 0 0,0 2 0 15,1 1 0-15,-3 1-192 0,0-1-64 0,0 0-16 16,0 0 0-16,4 1 0 0,1-2 272 0,1 0-192 16,0-2 192-16,4-2-160 0,2 0 480 0,4 0 112 0,0-1 16 15,2 0 0-15,-1-2 256 0,0-2 64 16,3 1 16-16,0-1 0 0,-2-1-144 0,1-2-16 0,-1 1-16 0,-8-6 0 16,8 8-352-1,-8-8-80-15,5 13-16 0,-3-1 0 0,-2-2-32 0,-1 2-128 16,-2 0 192-16,0-2-64 0,-3-1 0 0,-3 2-128 15,-3 2 192-15,1-3-64 0,-2 2-128 0,0-2-176 16,-2 1 48-16,1-1 0 16,-3 1-2512-16,0-1-496 0</inkml:trace>
  <inkml:trace contextRef="#ctx0" brushRef="#br0" timeOffset="63773.07">5207 9686 30815 0,'0'0'1360'0,"0"0"288"0,0 0-1328 0,0 0-320 0,0 0 0 0,-8 5 0 31,-1 2 448-31,-3 3 32 15,-3 3 0-15,2-1 0 0,-3 1-480 0,-2 4-128 0,-3 4-16 0,1 1 0 16,2 0-32-16,0-1 0 0,1 1 0 0,3 1 0 16,3 1 176-16,3-2-128 0,2-2 128 0,6-1-128 0,6 2 288 0,3-4 64 15,2 0 16-15,3-1 0 0,6-2 224 0,5-1 48 0,3-3 16 0,4 0 0 32,1-4-128-32,3 1-16 0,0-5-16 0,1-2 0 0,-1-2-176 0,1-2-48 15,-1-3 0-15,-1-1 0 16,1-1-144-16,-3 0-192 0,-1 0 32 0,8-3 16 15,-6 3-1712-15,-8-1-352 0,-6 3-64 0,-6-2-11104 16</inkml:trace>
  <inkml:trace contextRef="#ctx0" brushRef="#br0" timeOffset="63967.25">5421 9759 11967 0,'-4'17'528'0,"1"-8"112"0,1 1-512 0,-2 6-128 0,-1 2 0 0,-1 4 0 16,0 5 5408-16,-2 4 1056 0,-2 4 192 0,-1 5 64 16,-1 3-4544-16,1 4-912 15,-2 2-176-15,0-1-48 0,0 0-784 0,1 2-256 16,-1-5 128-16,0 5-11968 0,1-2-2400 16</inkml:trace>
  <inkml:trace contextRef="#ctx0" brushRef="#br0" timeOffset="65700.95">7079 9321 27695 0,'0'0'1216'0,"0"0"272"0,0 0-1184 0,8 0-304 0,-8 0 0 0,12 0 0 16,2 2 1536-16,2 0 240 0,-1-4 48 0,4 1 16 0,0 0-640 0,5-2-128 15,0 1-32-15,4-1 0 0,0 0-320 0,2 0-64 16,0-1-16-16,2 0 0 0,-1 0-240 0,0 1-48 0,1-1-16 0,-2 2 0 15,-6-2-208-15,1 2-128 0,0 2 128 0,-4 0-128 16,-4-1-192-16,-2 2-96 16,-2 3-32-16,0 3 0 15,-13-7-2656-15,6 9-544 0,-6 0-96 0</inkml:trace>
  <inkml:trace contextRef="#ctx0" brushRef="#br0" timeOffset="65868.45">7105 9720 1839 0,'0'0'0'0,"0"0"160"0,7 6-160 0,1 0 0 15,3-1 0-15,4-1 0 0,0-2 7568 0,5 1 1488 0,1-1 288 0,2-2 64 16,3-2-6656-16,2 2-1328 16,0-1-272-16,2-1-48 0,3 0-784 0,0-4-176 15,0 0-16-15,1 2-128 16,0-1-768-16,-1 3-272 0,-2 0-48 0,0-2-10128 15,1 0-2032-15</inkml:trace>
  <inkml:trace contextRef="#ctx0" brushRef="#br0" timeOffset="66472.95">8384 9599 9215 0,'0'0'816'0,"0"0"-656"0,0 0-160 0,0 0 0 16,5-7 5632-16,2 2 1104 0,1 0 224 0,2 2 32 15,2 0-4304-15,2 1-880 0,5 0-160 0,4 0-48 16,4 1-800-16,5-1-160 0,3 1-48 0,5-3 0 15,5 3-48-15,4-1-16 0,5 0 0 0,3-2 0 16,3 0-64-16,-3 0-16 0,-3-2 0 0,-1 0 0 16,-1 0-208-16,-1 2-48 0,-5-3-16 0,-3 4 0 0,-5-1-176 0,-4 1 0 15,-7 0 0-15,-4 1 0 16,-3-2-208-16,-4 1-80 0,-6 2-16 0,0-6 0 16,-4-2-1600-16,-6 0-320 0,-7 0-64 0,-1 1-9776 0,-3-3-1952 0</inkml:trace>
  <inkml:trace contextRef="#ctx0" brushRef="#br0" timeOffset="66821.75">8442 8639 12895 0,'0'0'576'15,"0"0"112"-15,0 0-560 0,0 0-128 0,0 0 0 0,13 4 0 0,-3 2 5504 0,0 6 1088 0,0 1 192 0,-3 7 64 0,1 2-5168 0,-1 5-1024 32,-2 5-208-32,0 1-32 0,2 5-416 0,-2 3 0 0,0 3 0 0,2 0 0 15,2-1 0-15,3-5 0 0,1-5-144 0,2-5 144 16,1-3 0-16,2-4 0 0,-2-7 0 0,-1-2 0 0,1-5 192 0,0-3 112 16,1-2 16-16,0-3 0 0,0-4 576 0,-2-4 128 15,-1-3 32-15,1-5 0 0,-1-5-96 0,1-4-32 16,-1-4 0-16,0-4 0 15,2-5-464-15,-2-4-80 0,1-4-32 0,-2 0 0 16,0 0-208-16,-2 4-144 0,-2 1 192 0,-1 2-192 0,-1-3 0 0,-2 6-256 16,-1 1 32-16,1 6 0 15,-1 1-624-15,1 8-128 16,-1 0-32-16,1 10 0 0,1 4-1840 16,-6 7-368-16,10 4-80 0,0 5-13024 0</inkml:trace>
  <inkml:trace contextRef="#ctx0" brushRef="#br0" timeOffset="67407.17">9259 8904 17503 0,'0'0'768'0,"0"0"176"0,5-4-752 0,2-1-192 0,-7 5 0 0,8-6 0 0,-2 1 4368 0,5-1 848 16,-1 0 160-16,-2 1 48 0,-3 1-3376 0,-5 4-656 15,0 0-144-15,9-4-32 0,-9 4-752 0,0 0-144 16,0 0-48-16,0 0 0 0,0 0-272 0,3 15 0 15,-5 0 0-15,0 2 0 16,-3-1-464-16,-1 1-112 0,-3-1 0 0,0 3-16 16,0 2 16-16,0 0 16 0,0-3 0 0,2 0 0 0,2-1 352 0,1-1 64 15,3-2 16-15,2 1 0 0,2-2 128 0,2-2 256 0,1-3-64 0,2 1-16 16,1 0 208-16,3 2 64 16,0-6 0-16,-2 2 0 0,-10-7-208 0,12 7-48 15,-2 0 0-15,-3-2 0 0,-7-5-192 0,3 8 0 16,-3 1 128-16,-3 3-128 0,-2 1 0 0,-4 1 128 15,-4 3-128-15,-10 11 0 16,-1-1-240-16,-1-1-144 0,0 0-16 0,7-5-16 0,-4 1-3216 0,-2 0-640 16</inkml:trace>
  <inkml:trace contextRef="#ctx0" brushRef="#br0" timeOffset="68818.39">9204 9669 1839 0,'0'0'0'0,"4"-8"160"0,0-1-160 0,0 2 0 0,-1 1 0 0,-3 6 0 0,0 0 6992 0,0 0 1376 15,-3-7 272-15,3 7 48 16,-8 3-5888-16,-1 2-1184 0,-1 4-224 0,-5 4-48 15,-3 4-704-15,0 7-128 0,-3 1-16 0,-1 5-16 16,-2 4-304-16,-1 2-176 0,1 8 192 0,-1 6-192 0,1 3 272 0,4 3-48 16,1 2-16-16,5-1 0 0,2-6 112 0,6-1 0 15,3-2 16-15,6-5 0 0,2-3-208 0,4-7-128 16,2-3 160-16,2-5-160 0,2-7 0 0,2-1 0 0,0-8 0 16,1-1 0-16,1-4 224 0,-2-6-48 0,-3-2-16 0,-1-3 0 15,1-4 224-15,-3-1 64 16,-2-2 0-16,-1 0 0 0,0-5-64 15,-2 3 0-15,-2-1 0 0,0 0 0 0,-5 0-192 0,-2 1-64 0,-2 2 0 16,-3 1 0-16,0 1-128 0,-1 0 0 16,0 2 0-16,-3 2 0 0,-2 3 0 0,-3 1-272 15,0 1 32-15,0 3 16 16,-1 1-1968-16,-3 3-400 0,-1 0-80 0</inkml:trace>
  <inkml:trace contextRef="#ctx0" brushRef="#br0" timeOffset="89366.4">2433 11694 21183 0,'0'0'1888'16,"0"0"-1504"-16,-4-7-384 0,4 7 0 0,-5-6 1648 0,5 6 256 0,0 0 48 0,0 0 16 0,0 0-1024 0,0 0-208 16,0 0-32-16,0 0-16 0,0 0-192 0,-3 14-48 0,2 9 0 0,3 6 0 0,4 4-448 0,3 4 0 31,0 3 0-31,1 4 0 0,2 4 0 0,1 4 0 0,1 6 0 0,3 0 0 16,-1 1-128-16,1-4 128 15,1-6 0-15,-2-4 0 0,-3-8 0 0,0-4 0 0,-3-6 0 0,2-4 0 16,0-4 0-16,-1-6 0 0,-3-2 128 0,1-5-128 15,1-3 848-15,-1-5 80 0,0-4 16 0,0-5 0 16,3-4 176-16,-2-7 32 16,2-4 16-16,1-6 0 0,1-7-528 0,3-4-128 0,1-5 0 15,-2-3-16-15,-3-2-304 0,0-1-48 0,-1 3-16 0,0 0 0 16,-1 1-128-16,1-1 128 0,-3 5-128 16,3 3 128-16,0 1-128 0,-2 5-176 0,-1 4 48 0,-1 7 0 15,-1 5-1216-15,-4 8-224 16,-1 3-48-16,-2 10-9840 0,0 0-1984 0</inkml:trace>
  <inkml:trace contextRef="#ctx0" brushRef="#br0" timeOffset="89742.38">3395 12232 24879 0,'0'0'2208'0,"12"3"-1760"15,-2 1-448-15,0 2 0 0,0 3 1504 0,-4 4 224 16,-3-1 32-16,-5 2 16 31,-1 3-2576-31,-5 0-512 0,-3 3-96 0,0 1-32 16,-3-3-32-16,4 0 0 0,0 0 0 0,4-5 0 0,4 0 1696 0,1 4 336 0,-2-4 64 0,3-3 16 15,1-3 960-15,3 1 208 0,4 1 48 0,2-3 0 0,3-1-944 0,3 0-176 16,1 0-32-16,3-1-16 16,-1 1-448-16,3-2-96 0,3-2-16 0,-1-1 0 31,0 0-2864-31,1-2-576 0</inkml:trace>
  <inkml:trace contextRef="#ctx0" brushRef="#br0" timeOffset="89983.9">4075 12138 36335 0,'0'0'1600'0,"11"1"352"0,3 2-1568 15,2 0-384-15,-1-3 0 0,4-3 0 0,-1 0 688 0,0 2 48 16,0 1 16-16,3-4 0 0,-1-1-272 0,-1 0-48 16,1 0-16-16,0 1 0 0,-2-5-416 0,1 5 0 15,1-2 0-15,6 0-176 16,-4-1-2768-16,-4 4-544 0</inkml:trace>
  <inkml:trace contextRef="#ctx0" brushRef="#br0" timeOffset="90593.42">4987 11894 22111 0,'0'0'1968'0,"0"0"-1584"0,0 0-384 0,0 0 0 16,-7-5 1760-16,7 5 272 16,-6-2 48-16,6 2 16 0,-7-4-928 0,7 4-176 0,-9 2-32 0,9-2-16 15,-3 13-320-15,2-1-64 0,-1 4-16 0,3 5 0 16,4 3-288-16,-1 4-48 0,-1 3-16 0,0 4 0 0,4 3 64 0,0 0 0 16,-2-2 0-16,4 0 0 15,0-5 192-15,1-4 32 0,2-3 16 0,1-5 0 0,2-2 368 0,-1-5 80 0,1-2 16 0,2-3 0 31,2-2-48-31,-1-5 0 0,0-4 0 0,2-2 0 16,-2-9-128-16,0-3-16 0,2-7-16 0,-2-5 0 16,-1-5-240-16,1-1-32 0,2-2-16 0,-2-3 0 15,0 2-288-15,7-19-176 0,-8 4 192 0,-1 7-192 0,-2-1 0 0,-2 4-192 16,-6-1 0-16,2 5 0 16,1 3-1840-16,-2 7-352 0,-2 6-80 0,-1 4-10624 0,0 6-2128 15</inkml:trace>
  <inkml:trace contextRef="#ctx0" brushRef="#br0" timeOffset="91051.08">5783 12095 24879 0,'0'0'1088'0,"0"0"256"0,0 0-1088 0,0 0-256 0,0 0 0 0,0 0 0 16,0 0 2992-16,0 0 528 0,0 0 128 0,0 8 0 0,0-8-2400 0,3 9-480 0,1 0-112 0,0 0-16 15,0 2-432-15,0-1-80 16,-1 2-128-16,1 0 176 15,0 1-176-15,0-3 0 0,-1 2 0 0,-1 2 0 16,-2 3-304-16,0-1-32 0,-1 1-16 0,0-2 0 16,1 4-224-1,0-2-32-15,0 0-16 0,1 1 0 0,-1-1 384 0,0-3 80 0,0 0 16 0,3 2 0 0,2 0 144 0,1-1 0 0,4 0 0 16,-1-2 0-16,2 0 0 0,2-3 224 0,2-1-48 0,0 0-16 0,0-1 32 16,-1-1 16-16,-1-1 0 0,0 1 0 0,-1-2-48 0,-3 3-16 31,-1 0 0-31,-3 1 0 0,-2 0-144 0,-5 3 160 0,-3 1-160 0,-3 2 160 15,-3 2-160-15,-2 6 0 0,-6-1 0 0,-2 2 0 16,-2 3-320-16,-3 0-128 16,-4-5-48-16,-1 2-10704 0,1-2-2160 15</inkml:trace>
  <inkml:trace contextRef="#ctx0" brushRef="#br0" timeOffset="91606.6">6566 11983 33167 0,'0'0'2944'0,"0"0"-2352"0,7 0-464 0,4-1-128 0,-1-1 1408 0,3 1 272 15,2-1 48-15,0-1 16 0,1 0-848 0,0 2-160 16,-1 0-32-16,1 1-16 0,-1 0-352 0,1 0-64 16,-2 1-16-16,1 2 0 0,-1-2-480 0,-1 0-96 0,-2 2-32 0,-1-1 0 31,-1 1-2368-31,-1 1-480 0,-2 1-80 0</inkml:trace>
  <inkml:trace contextRef="#ctx0" brushRef="#br0" timeOffset="91783.51">6602 12253 32255 0,'0'0'2864'0,"9"0"-2288"0,3-1-576 0,2-1 0 15,3 1 2224-15,3-2 336 0,-1-1 64 0,1 1 0 0,2-1-1600 16,-1 1-336-1,-2 2-64-15,2-3-16 16,0 1-1312-16,1-2-272 0,-1 1-48 0,0 0-11376 16,0-1-2256-16</inkml:trace>
  <inkml:trace contextRef="#ctx0" brushRef="#br0" timeOffset="92326.98">7616 11625 32255 0,'0'0'2864'16,"0"0"-2288"-16,6-6-576 0,-6 6 0 0,0 0 2176 0,0 0 336 0,0 0 64 0,0 0 16 0,0 0-1712 0,0 0-352 31,-7 4-64-31,-1 5-16 0,-1 4-304 0,-1 4-144 16,-1 4 128-16,2 4-128 0,-3 2 0 0,2 2 0 0,1 4-144 0,2-3 144 0,5 2-128 0,2 2 128 15,4-1 0-15,2-1 0 0,3 0 0 0,2-2 192 32,3-3 0-32,3-2 0 0,2-3 112 0,2-1 16 0,2-4 0 0,0 0 0 15,2-3-112-15,-2-1-16 0,1-1 0 0,-3-1 0 0,-2 1-192 16,-2 1 0-16,-3-2 128 0,-2-1-128 0,-3 1 0 15,-4-2-240-15,-1 1 48 0,-4 1 16 16,-4-2-16-16,-1 1-16 16,-4 2 0-16,-3-3 0 15,-2 0-432-15,-3 0-96 0,-2 2-16 0,-2-4 0 16,-3 0-2416-16,1 1-480 0</inkml:trace>
  <inkml:trace contextRef="#ctx0" brushRef="#br0" timeOffset="92476.32">7674 11776 42911 0,'23'-13'1904'0,"-6"8"384"0,7-2-1840 0,4-1-448 0,2 0 0 0,2 1 0 0,-1 0 1152 0,0 0 128 16,-4 1 16-16,-2 1 16 0,-1 0-1312 0,-3-1 0 16,-2 2-192-16,1-1-13824 15,-1 0-2752-15</inkml:trace>
  <inkml:trace contextRef="#ctx0" brushRef="#br0" timeOffset="93714.5">1465 6781 18431 0,'-10'-13'816'0,"1"-1"160"0,2 2-784 0,2-4-192 0,-1 2 0 0,-1-2 0 15,-1 2 3184-15,0 1 592 0,-1-3 112 0,-1 5 16 16,-2 2-2944-16,-2 2-608 0,-2 1-112 0,-1 2-32 15,-1 4-208-15,0 6 0 0,-1 7-192 0,4 8 192 16,0 4-320-16,2 13 32 0,2 6 16 0,0 9 0 16,1 7 16-16,3 8 0 0,5 3 0 0,0 8 0 0,4 7 128 0,2 9 128 15,3 7-192-15,3 5 192 16,-3 1-192-16,4 8 192 0,2 5-192 0,1-2 192 16,1-6-448-1,-2-8 32-15,-4-6 0 0,-4-7 0 0,0-6 160 0,-5-6 48 0,-5-8 0 0,-6 1 0 0,-4 0 432 0,-5-3 96 16,-3 2 0-16,-1-3 16 15,-2-4 176-15,0-5 16 0,0-5 16 0,1-7 0 0,-3-4-96 16,0-6 0-16,1-9-16 0,2-10 0 0,2-2-96 0,4-5-16 16,4-5 0-16,3-2 0 15,2-3-64-15,10-2 0 0,0 0-16 0,0 0 0 0,10-2-432 0,4 1-64 16,5 3-32-16,1 5 0 0,1 4 0 0,2 8 0 16,-1 5 0-16,-1 9 0 0,-1 9 288 0,0 9 0 15,-4 7-128-15,2 7 128 0,1 5 0 0,0 9-160 0,-4 8 160 16,1 9-128-16,0 3 128 0,1 1 0 0,-1-2 0 0,1 4 0 15,-2 6 0-15,-1-5 0 0,-2 0 0 0,-4 0 0 0,-4 0 208 16,-2 1 80 0,-2 3 16-16,-2-5 0 0,-4-5 192 0,0 1 32 15,-2-1 16-15,2-7 0 0,-2-6-336 0,2-7-64 16,3-6-16-16,0-9 0 16,0-2-2320-16,2-5-480 0,0-3-80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9-20T07:19:01.9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2692 13589 8287 0,'-3'-3'736'0,"1"1"-592"16,1 1-144-16,1 1 0 0,0 0 816 0,0 0 128 0,-1-3 16 0,-1-1 16 0,1-1 176 0,-1 1 16 15,-1-3 16-15,1 2 0 0,0 2 80 0,1-3 16 16,1 3 0-16,-1 2 0 16,1-2-240-16,-1 3-32 0,2 3-16 0,0-1 0 0,2 6 32 0,0-2 0 15,4 6 0-15,1 4 0 0,2 3-480 0,2 1-96 16,2 7 0-16,2 1-16 0,1 1-160 0,1 3-16 16,-1 0-16-16,-1 5 0 15,-1 5-240-15,-1 8 0 0,-1 8 128 0,-2 1-128 0,0-6 0 0,-3-4 0 31,2-9 0-31,-4-4 0 0,1-5 0 0,0-6 0 0,-1-5 0 16,0-2 0-16,1-4 128 0,0-2-128 0,-1-1 0 16,0-3 0-16,0-2 256 0,-1-4-64 0,1-4 0 0,0-2 0 15,2-4 368-15,-1-2 64 0,-1-9 16 0,3-3 0 16,0-4 192-16,-1-8 32 0,3-4 16 0,1-4 0 16,-1-5-496-16,0-4-80 0,0 1-32 0,0-3 0 31,-1 4-144-31,-1 2-128 0,-1 6 144 0,0-1-144 0,-2 8 128 0,-1-1-128 0,0 7 0 0,-1 3 0 15,-1 3 0-15,-2 3 0 0,-1 6 0 0,0 6 0 0,0 1 0 16,-1 6-160-16,0 4 160 0,0 5-16912 16</inkml:trace>
  <inkml:trace contextRef="#ctx0" brushRef="#br0" timeOffset="531.16">3409 14064 18431 0,'-1'-4'1632'0,"1"1"-1312"0,0 3-320 16,0 3 0-16,1-3 912 0,-1 0 112 0,0 4 32 15,0-1 0-15,0 4 112 0,-1 5 32 16,0 3 0-16,-1 5 0 0,-1 2-800 0,0-2-144 0,0 3-48 0,-1 1 0 15,0-2-208-15,0-1 0 0,3-1 0 0,0-6 0 16,3 0-192-16,1-2 0 0,2-5 16 0,1-5-11728 16</inkml:trace>
  <inkml:trace contextRef="#ctx0" brushRef="#br0" timeOffset="742.92">4154 13688 14735 0,'1'3'1312'0,"0"0"-1056"0,2-1-256 0,-1-2 0 16,2 4 5568-16,1-4 1040 0,1 3 224 0,2-2 32 0,7 4-5472 0,5-2-1104 16,5-1-288-16,1 3 0 15,0-5 0-15,-1 0 0 0,-1 0-192 0,0-3 192 0,-2 3-416 0,0-4 32 16,1 1 16-16,-5 0 0 15,1 0-1216-15,-3 0-240 0,-1 3-48 0,-3 0-13056 0</inkml:trace>
  <inkml:trace contextRef="#ctx0" brushRef="#br0" timeOffset="963.93">4141 13934 35007 0,'-2'0'3120'0,"1"-3"-2496"0,1 3-496 0,2 0-128 16,-1 0 448-16,2 0 80 0,2 3 16 0,5-3 0 16,6 1-544-16,5 0 0 0,7 1 0 0,3 0-144 0,-1-2 144 0,2 1-192 15,0 2 192-15,3-3-192 0,-3 2 192 0,-3-2 0 32,1 4-144-32,-4-4 144 0,0 2-176 0,-2 0 48 0,-3 0 0 0,0-2 0 31,-3 0-960-31,-1 0-192 0</inkml:trace>
  <inkml:trace contextRef="#ctx0" brushRef="#br0" timeOffset="1233.04">5054 13345 23039 0,'-1'1'2048'0,"-1"6"-1648"0,1-4-400 0,1 3 0 16,1 1 240-16,-3 5-48 0,-1 7 0 0,-2 12 0 0,-2 14 128 16,-4 12 0-16,0 5 16 0,-3-1 0 0,2-3 176 0,-2 1 48 15,1 4 0-15,-1 3 0 0,3 0-208 16,2-3-32-16,3-4-16 0,4-10 0 0,4-4-544 15,3-11-96-15</inkml:trace>
  <inkml:trace contextRef="#ctx0" brushRef="#br0" timeOffset="1502.96">5494 13836 23039 0,'-1'29'1024'0,"0"-15"192"0,2 2-960 0,-1-2-256 0,1-2 0 0,0-3 0 16,2 2 352-16,0 10 32 0,4 9 0 0,0 3 0 16,3-1 1104-16,-1-9 240 0,0-7 32 0,1-10 16 15,0-6-672-15,1-7-128 0,1-6-16 0,-1-5-16 16,0-5 16-16,-3 1 0 0,1-3 0 0,-3-1 0 16,-1-2-384-16,-2 3-64 0,-3-1 0 0,-4 4-16 15,-2 1-336-15,-3 2-160 0,-3 2 160 0,-2 1-160 16,-1 1 0-16,-2 2 0 0,1 0 0 0,-1 5 0 15,-1 4 0-15,0 0-192 0,-1 4 192 0,-1 4-17600 16</inkml:trace>
  <inkml:trace contextRef="#ctx0" brushRef="#br0" timeOffset="2790.2">1467 11785 6399 0,'-15'3'0'15,"5"0"0"1,6-3 0-16,3 0 0 0,1 0 0 0,-3 2 0 16,-4-2 0-16,-4 4 0 0,-4-2 0 0,0 2 0 15,3-4 0-15,1 1 0 0,2-1 0 0,3 0 0 16,1-1 0-16,1-1 0 0,2-2 0 0,0 1 0 15,0 2 0-15,1-4 0 0,-2 4 0 0,1-1 0 16,-1-1 0-16,0 2 0 0,0-2 0 0,-1 3 0 0,1-1 0 0,-2 1-144 16,0 1 144-16,0 2 0 0,1-2 368 0,0 2 112 15,0-1 32-15,-1 2 0 0,1-1-64 0,0 2 0 16,0-1 0-16,1-1 0 0,0 2-160 0,1 0-32 0,1 1-16 0,-1 0 0 16,1 1-64-16,1 2-16 0,0-2 0 0,0 2 0 15,0-2-160-15,1 5 0 0,-1-3 0 16,2 4 0-16,-1-1 0 0,-1 4 0 0,0 0 0 0,-1 3 0 15,-1 1 160-15,1 2-160 0,-1 6 192 0,-2-2-192 16,0 3 256-16,0-1-64 0,1 1-16 0,-1 2 0 16,2-3 16-16,-2 0 0 0,1-2 0 0,2-1 0 15,0 0-192-15,1 1 192 0,0 5-192 0,1-2 192 16,3 6-192-16,0 2 160 0,1 4-160 0,1-3 160 0,2-1-160 0,1-2 0 16,2 3 0-16,2-3 0 0,1 0 0 0,0-3 0 15,0 0 0-15,0 0 128 0,2 5-128 0,3 4 0 16,1 4 0-16,0 2 0 0,2 1-160 0,-2-1 160 15,-2-3 0-15,0-7-144 0,-1-5 144 0,0-1 0 16,-1-1 128-16,0 1-128 16,0-3 128-16,-2 5-128 0,0-1 160 0,-1 1-160 0,1 3 528 0,1-1 16 15,1 3 0-15,2-1 0 0,1-2-32 0,2-3-16 16,0-4 0-16,1 3 0 0,3-2-304 0,0-1-48 16,-3-4-16-16,-1 0 0 0,2 2 0 0,0 1 0 15,-1 2 0-15,0-4 0 0,-2-2 0 0,-2-2-128 16,0-1 192-16,-2-4-64 0,0-1 352 0,-4-3 64 15,1-2 16-15,-2-4 0 0,0-2 208 0,-1 0 64 0,0-2 0 0,-2 1 0 16,2-3-208-16,-1 0-48 0,1 0 0 0,-2 0 0 16,2 0-208-16,-1-3-48 0,1 3-16 0,-1-2 0 15,-1 0-304-15,1 0 0 0,1 0 0 0,0-2 0 16</inkml:trace>
  <inkml:trace contextRef="#ctx0" brushRef="#br0" timeOffset="10544.74">11264 6954 10127 0,'1'-1'896'0,"1"-1"-704"16,1 2-192-16,-2 2 0 0,2-1 512 0,-1 3 80 0,2 1 16 0,2 1 0 15,4 4-416-15,5 6-64 0,2 5-128 0,4 5 176 16,3 3-176-16,2 0 0 0,2 2 0 16,4 4 0-16,5 2 0 0,3 1 0 0,-1 1 0 0,0-1 0 0,-2 0 0 0,5 6 192 15,5 4-192-15,5 7 192 0,5 6-192 0,1-2 0 16,2 0 0-16,0-3 0 15,-6 0 0-15,-4-8 0 0,-6-1 0 0,1 0-176 0,3 4 176 0,1 0 0 16,1 3-144-16,-2-6 144 0,-4-2 0 0,0-4 0 16,-3-5-144-16,-6-2 144 0,-5-7 0 0,-3-2 0 15,-2-1 0-15,-3-5 0 0,-1 2 0 0,-2-6 0 16,-3 3 144-16,-1-4-144 0,-3-2 160 0,-1-3-160 16,-2 2 192-16,-2-3-192 0,-2-3 512 0,-1-1 0 0,-3 0 0 15,-1-1 0-15,-2-2 128 0,-2 0 0 0,-2 0 16 0,-2 2 0 16,0 1-224-16,-3-2-48 0,-2 4-16 0,-3-1 0 15,-1 1-192-15,-5 3-48 0,-2 1 0 0,-2 2 0 16,-3 3-128-16,-4 0 128 16,-1 2-128-16,-5 0 128 0,-5 4-128 0,-4 3 0 0,-7 2 0 0,1 1 128 15,-2 2 16-15,2 2 0 16,4-1 0-16,0-3 0 0,-2 3 224 0,-5 4 32 0,-5 4 16 0,-1 2 0 16,1-1 384-16,5-4 80 15,5-2 16-15,4-3 0 0,2-2-16 0,2-3 0 0,-1-2 0 0,1-1 0 0,0-5-368 0,-1 4-64 16,-1-2 0-1,1 3-16-15,3 1-304 0,4-1-128 0,5-1 128 0,2-4-128 16,4 2 0-16,2-1 0 0,3-6 0 0,2 0 0 0,3-2 0 0,0-1 0 16,4-4 0-16,0 0 0 15,5 0 0-15,-1-2 0 0,3 0 0 16,1-1 0-16,1 0-224 0,1-1 80 0</inkml:trace>
  <inkml:trace contextRef="#ctx0" brushRef="#br0" timeOffset="17402.02">13637 8253 3679 0,'2'-5'320'0,"-1"1"-320"0,1 1 0 0,-1 0 0 0,0 2 480 0,-1 1 32 16,1-3 0-16,1 3 0 0,0-3 400 0,-1-2 96 0,2 0 16 0,-3 0 0 31,0 1 48-31,-3 0 16 0,0 2 0 0,-2-1 0 16,-3 2 64-16,-2 2 32 0,-2 2 0 0,-3-1 0 0,-3 5-96 0,-2-1 0 0,-5 4-16 0,-2 2 0 15,-2 4-320-15,0 0-64 0,-2 3-16 16,2 3 0 0,2 4-80-16,1 2-16 0,1 5 0 0,1 7 0 0,0 7-192 0,3 4-32 0,3-4-16 0,4-2 0 15,5-7-64-15,4-7-16 0,5-5 0 16,4-5 0-16,4-5-256 15,1-4 0-15,5-4 0 0,3-2-144 0,3-4-64 0,2-2-16 0,3 0 0 0,2-2 0 0,3-2-96 16,2-1-32 0,4 0 0-16,0-3 0 0,1-2-2080 0,-1-3-432 0</inkml:trace>
  <inkml:trace contextRef="#ctx0" brushRef="#br0" timeOffset="17640.32">13771 8503 9215 0,'-3'1'400'0,"-1"1"96"0,0 5-496 0,1-4 0 15,0 3 0-15,1 1 0 0,-1 1 1408 0,0 2 176 16,-4 9 32-16,-1 3 16 0,-2 6 0 0,1 1 0 0,3-6 0 0,1-2 0 0,4-5-224 0,1-3-64 16,2-3 0-1,2-4 0-15,3-4-160 0,1-2-32 0,3-2-16 0,1-4 0 16,3-2-560-16,0 0-128 0,1-2 0 0,1-3-16 16,1 1-48-16,-4-4 0 0,0 0 0 0,-2 1 0 15,-3-1 0-15,-4 2-16 0,-2 0 0 0,-5 0 0 16,-1-1-32-16,-5 3 0 0,-2-1 0 0,-2 2 0 15,-2-1-144-15,-3 2-48 0,-2-2 0 0,0-1 0 16,-1 5-144-16,3 0 0 0,0 3 0 0,4 1-176 16,3 4-32-16,1 0-16 0,3 3 0 0,4 3-15392 15</inkml:trace>
  <inkml:trace contextRef="#ctx0" brushRef="#br0" timeOffset="18417.52">14182 8380 911 0,'-1'-6'0'0,"1"2"0"0,0 1 0 0,0 0 0 0,1 3 1728 0,-1 0 256 16,0 0 48-16,0 0 16 0,0 3-1360 0,0 3-272 15,0 4-48-15,0-10-16 0,-5 38-352 0,0-10 0 16,-2 10 0-16,-2 1-192 0,-2 4 192 0,0 1 0 0,-2-2 128 16,2-5-128-16,1-4 256 0,1-4 0 0,1-6-16 15,2-5 0-15,2-4 528 0,2-4 96 0,2-1 32 0,1-5 0 31,1-4 224-31,2 0 48 0,2-7 16 0,2-1 0 0,2-3-272 0,2-8-48 16,2 1-16-16,0-5 0 0,0 1-496 0,1-3-96 0,1-4-32 0,1-5 0 16,1 2-224-16,-2-3 0 0,-2 3 0 0,-1 1 0 15,-1 5 0-15,1 5 0 16,-4 4 0-16,0 5 144 0,-1 3-144 0,-4 7 0 0,-1 4 144 0,-3 8-144 16,-1 6 128-16,-3 5-128 0,-3 4 128 0,-2 3-128 15,-1 2 128-15,1 1-128 0,0-3 160 16,0-3-160-16,3-3 640 0,1-2 16 0,1-5 16 0,5-5 0 0,0-4 288 15,4-2 48-15,3-4 16 0,2-4 0 0,5-5-720 16,2-1-144-16,1-4-32 0,3-4 0 0,3-4-128 0,1-3 0 16,-1-2 0-16,0 0-176 0,-3 2 0 0,-1 0 0 15,-2 1 0 1,-2 0 0-16,0 6 176 0,-1 2 0 0,-2 3 0 0,-2 7 0 0,-3 4 0 0,-1 4 0 16,-4 7 0-16,0 7 128 0,-3 3-128 0,-3 10 0 15,0 2-176-15,-1 5 176 0,-1-2 0 0,2 0 0 0,1-1 0 16,1-4 0-16,2-5 240 0,0-3-64 0,4-1-16 15,1-8 0-15,1 1 368 0,1-6 80 0,2-2 16 0,2-1 0 32,1-7-496-32,0 0-128 0,1-3 0 0,0-4 0 15,0 0 0-15,0-3-288 0,0-3 48 0,1 1-13408 0</inkml:trace>
  <inkml:trace contextRef="#ctx0" brushRef="#br0" timeOffset="18782.13">15149 7798 15663 0,'-2'16'688'0,"-1"-1"144"0,-1 2-656 0,-1-1-176 15,2-1 0-15,-1-3 0 0,0 4 896 0,-4 10 128 16,-6 18 48-16,-6 13 0 16,-3 6 48-16,-4 3 16 15,1-3 0-15,0-8 0 0,1-2-304 0,0-6-64 16,2 1-16-16,2-1 0 0,1-5-576 0,1-2-176 15,4-4 0-15,3-8 0 0,2-6 0 0,3-3 0 16,2-7 0-16,4-5 0 0,1-4 0 0,2-3 128 0,3-3-128 16,2-9 0-16,3 1 320 0,5-6-64 0,4-5 0 15,3-2 0-15,0 2 496 0,4 0 80 0,3 1 32 16,0 5 0-16,0 3-592 0,-3 7-112 0,-3 6-32 0,-2 5 0 16,-2 5-128-16,-3 3 0 0,-4 4 0 0,-1 1 128 15,-1 3-272-15,-4-1-64 0,-1 2-16 0,-2-3 0 16,-4-1 224-16,-3 2-176 0,-2-4 176 0,-4 3-160 15,-3-6 160-15,-1 2 144 0,-4 1-16 0,-1-3-128 16,-3-1 240-16,1-5-64 0,-1 2-16 0,0-3 0 16,0 0-160-16,1-2 128 0,2-4-128 0,3-4-13792 15</inkml:trace>
  <inkml:trace contextRef="#ctx0" brushRef="#br0" timeOffset="18940.2">15520 8499 24879 0,'9'14'1088'0,"-4"-6"256"0,-2 3-1088 0,0-2-256 16,-1-3 0-16,-3 0 0 0,1 1 1296 0,-1 2 208 15,-3 5 32-15,-1 5 16 0,-1 2 528 0,-3 1 96 0,-1-4 32 0,2-4 0 16,-1-5-1808-16,2-3-400 16,0-2 0-16,4-8 0 0</inkml:trace>
  <inkml:trace contextRef="#ctx0" brushRef="#br0" timeOffset="19066.55">15689 8107 21183 0,'9'-21'944'0,"-4"9"192"0,-1 4-912 0,-2 2-224 0,-2 6 0 0,0 0 0 15,0 1 1200-15,0 2 192 0,-1-1 32 0,0 4 16 16,-2 4-480-16,1 6-112 0,-1 0-16 0,2 3 0 16,2-3-688-16</inkml:trace>
  <inkml:trace contextRef="#ctx0" brushRef="#br0" timeOffset="19652.08">16023 8367 16575 0,'0'-5'1472'0,"0"3"-1168"16,1 0-304-16,-1 4 0 0,0-2 656 0,-1 2 80 0,1 0 16 0,-1 2 0 0,-3 5 368 0,1 3 80 16,-5 4 16-16,-2 9 0 0,-2 3-384 0,-2 4-80 15,-1 3-16-15,-1-3 0 0,3-1-224 0,-1-3-64 16,2 1 0-16,1-7 0 0,3-3-48 0,1-7-16 15,3-1 0-15,2-2 0 0,2-7-112 0,0-2-16 16,2 0-16-16,2-5 0 0,1-1-16 0,1-4 0 16,3-2 0-16,2-5 0 0,2-2-48 0,3-6-16 15,2-3 0-15,0-1 0 16,0 1-160-16,0-4 0 0,2 1 0 0,1-1 0 0,0 0-128 0,0 4 128 0,-1 6 0 0,-4 6 0 31,-3 6 0-31,-1 4 0 0,-6 6 0 0,-1 6 0 0,-4 4 0 0,-1 6 0 0,-5 5 0 0,-2 5 0 31,-3 5 416-31,-3 5 48 0,0 2 16 0,-3 2 0 0,1-4-112 16,-1-4-32-16,-2 1 0 0,2-3 0 0,3-3-336 16,0-5 0-16,5-4 0 0,2-1-10096 0,1-3-2128 15</inkml:trace>
  <inkml:trace contextRef="#ctx0" brushRef="#br0" timeOffset="19937.09">16332 8578 18431 0,'8'-2'816'0,"-3"-2"160"0,1 1-784 0,0 0-192 16,0 0 0-16,-1 0 0 0,3-2 512 0,2 0 64 15,4-6 16-15,9-3 0 0,3-2 368 0,5-5 80 16,-1 1 16-16,-1-1 0 0,-1 4-864 0,-4-2-192 16,-4 3 0-16,-4 0 0 0,-4 1 0 0,-3 2 0 0,-4-2 0 0,-3 1 0 15,-4 2 304-15,-3-3 96 0,-4 1 32 0,-2 4 0 16,-1-1 352-16,-5 5 80 0,-1 5 16 0,-3 2 0 15,-1 8 192-15,-2 1 32 0,1 8 16 16,-1 1 0-16,2 3-528 0,1 6-96 0,-1 8-32 0,2 8 0 16,3 6 48-16,5-1 16 0,7-2 0 0,4-7 0 15,6-3-208-15,6-8-64 0,5-6 0 0,4-4 0 16,6-7-256-16,4-2 160 0,4-7-160 0,5-3 128 16,3-3-544-16,1-4-112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2-09-18T02:34:10.7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15929 9609 15023 0,'-3'-4'656'0,"-15"-9"160"0,18 13-656 0,0 0-160 0,-3-6 0 0,1 0 0 15,-2 1 1280-15,1 0 240 0,1 1 32 0,-2-3 16 0,0 2-240 16,4 5-48-16,-4-5-16 0,0 1 0 15,0 0-208-15,0-1-32 0,4 5-16 0,0 0 0 0,0 0 32 0,-4-1 16 16,4 1 0-16,0 0 0 0,-5-2-272 0,5 2-48 16,-6 0-16-16,-1 3 0 0,7-3-160 0,-7 4-48 15,1 2 0-15,-1 2 0 0,2 0-208 0,0 2-48 16,1-2-16-16,0 1 0 0,0 1-96 0,2 0-16 16,-1-1 0-16,3 0 0 0,-1 0 96 0,1 0 16 15,1-2 0-15,2 1 0 0,-1 1 16 0,2 0 16 0,3 2 0 0,-1-1 0 0,1 0-96 16,1 1-32-16,-1-1 0 0,3 1 0 15,0-1-144-15,3 2 0 0,-1-2 144 16,1 2-144-16,0-2 128 0,1 0-128 16,0-4 128-16,2 1-128 0,-2-2 144 0,1 0-144 0,-2 2 192 0,0-4-192 15,0 1 192-15,-3-1-64 0,-1 0 0 0,1-1-128 16,-3 1 304-16,-7-3-48 0,7 2-16 0,-7-2 0 0,0 0 16 0,0 0 0 16,0 0 0-16,0 0 0 0,0 0-112 0,0 0-16 15,0 0 0-15,0 0 0 0,0 0-128 0,-4 10 0 16,-3-4 144-16,0 2-144 0,-4-2 0 0,0 2 0 15,-4 0 0-15,-2 2 0 0,-2 3-160 0,-2 3-96 16,-4 1-32-16,-11 9 0 16,-1-1-576-16,2 4-112 0,-2-2-32 0,3-1 0 15,2 0-2288-15,2-2-464 0</inkml:trace>
  <inkml:trace contextRef="#ctx0" brushRef="#br0" timeOffset="6401.48">15612 10458 6447 0,'0'0'272'0,"0"0"80"0,0 0-352 0,0 0 0 0,0 0 0 0,0 0 0 0,0 0 2768 0,0 0 496 16,0 0 80-16,0 0 32 0,-10 4-1584 0,10-4-304 15,0 0-64-15,0 0-16 16,-8-4-208-16,8 4-48 0,0 0-16 0,0 0 0 16,0 0-176-16,0 0-48 0,0 0 0 0,0 0 0 0,0 0-160 0,0 0-48 15,14 0 0-15,-1 1 0 0,-1 2-128 0,-3-3-48 16,3 2 0-16,-2-2 0 0,1 0-272 0,-1 0-48 15,-10 0-16-15,13 0 0 0,-1 0-192 0,-12 0 144 16,12 0-144-16,-12 0 128 0,10-4-128 0,-10 4 0 16,0 0 144-16,0 0-144 0,0 0 0 0,0 0 128 15,0 0-128-15,4 13 0 0,-5 0 128 0,-2 2-128 16,0-2 128-16,-2 1-128 0,-1 4 0 0,-1 2 128 16,-1 1-128-16,0-3 0 0,2 2 0 0,-1-1 0 0,4 1 0 0,-1-1 128 0,0 1-128 0,0 2 0 15,0-1 0 1,3 0 0-16,-1-2-128 0,1 2 0 15,-2 0 0-15,2 0 0 16,2-3-304-16,1-2-48 0,-1-1-16 0,2-4 0 0,2-3 112 0,-5-8 32 16,0 0 0-16,0 0 0 0,0 0 160 0,0 0 16 15,12 4 16-15,-2-4 0 0,-10 0-128 0,13-6-32 0,-1 1 0 16,-3-5 0 0,0-3-1648-16,1-2-336 0,3-2-64 0,-1-1 0 0</inkml:trace>
  <inkml:trace contextRef="#ctx0" brushRef="#br0" timeOffset="6633.18">15839 10269 23039 0,'0'0'2048'0,"0"0"-1648"15,0 0-400-15,0 0 0 0,0 0 2784 0,0 0 480 16,0 0 80-16,0 0 32 0,0 0-2224 0,0 0-432 15,0 0-80-15,0 0-32 0,0 0-480 0,0 0-128 16,0 0 0-16,0 0 0 16,0 0-592-16,0 0-192 0,0 0-48 0,6 7 0 15,0 5-2384-15,0 0-496 0,1 1-80 0,-1 0-32 0</inkml:trace>
  <inkml:trace contextRef="#ctx0" brushRef="#br0" timeOffset="7138.15">16046 10634 11967 0,'0'0'528'0,"0"0"112"0,0 0-512 0,0 0-128 15,0 0 0-15,0 0 0 0,0 0 4432 0,0 0 864 0,0 0 160 0,0 0 48 16,1 11-3920-16,-2 4-784 16,-1-2-160-16,-1 4-16 0,0-3-400 0,2 3-80 15,0 1-16-15,3-1 0 0,2 0-128 0,1-1 0 16,1-2 0-16,0 2 128 0,1-4 0 0,2 1 0 16,-1 0 0-16,-1 0 0 0,1-2 0 0,0 2 0 15,-1-2 0-15,-1 1 0 0,-1-1-128 0,1 2 0 16,-1-1 144-16,-3 0-144 0,-2 1 0 0,-1-4 128 15,0 1-128-15,-2 2 0 0,-2 1 0 0,0 0 0 16,-3-1 0-16,1 1-192 0,0 0-128 0,-1 1-48 0,-1-3 0 0,-2 1 0 31,1-2-400-31,-2 0-64 0,0-2-32 0,1-3 0 16,-4-1-1456-16,4-2-304 0,-1-4-48 0,0-2-16 0</inkml:trace>
  <inkml:trace contextRef="#ctx0" brushRef="#br0" timeOffset="7315.44">16042 10660 23039 0,'0'0'2048'0,"0"0"-1648"0,0 0-400 0,0 0 0 15,9 2 2816-15,-9-2 464 0,0 0 112 0,0 0 0 16,11 4-1808-16,-11-4-368 0,0 0-80 0,10 4-16 16,-2-1-672-16,1-1-144 0,0-2-32 0,3 0 0 15,-3 0-272-15,2 0-256 0,0-2 64 0,2-1 0 16,2-1-3072-16,-2-1-592 0</inkml:trace>
  <inkml:trace contextRef="#ctx0" brushRef="#br0" timeOffset="8651.91">15831 9545 13823 0,'0'0'1216'0,"0"0"-960"0,0 0-256 16,0 0 0-16,-9 1 336 0,1 1 32 16,8-2 0-16,-10 2 0 0,10-2 592 0,-11 3 112 15,11-3 16-15,0 0 16 0,-9 3 112 0,9-3 32 16,-9-2 0-16,9 2 0 0,0 0-64 0,0 0-16 0,-7-5 0 0,7 5 0 15,0 0-400-15,0 0-64 0,0 0-32 0,0 0 0 16,-6-5-224-16,6 5-64 0,0 0 0 0,0 0 0 16,0 0-160-16,0 0-32 0,0 0-16 0,4 9 0 15,1-3-176-15,0 4 0 0,0 0 0 0,2 0 128 16,5 1-128-16,-1 1 160 0,3-2-160 0,-1 2 160 16,1-1-160-16,0 0 160 0,1-2-160 0,2 1 160 15,-3 0-160-15,0-3 128 0,1 0-128 0,-4 1 128 16,0-2-128-16,0-1 0 0,-1-1 144 0,-1 2-144 0,-1 0 128 15,-8-6-128-15,0 0 128 0,7 4-128 0,-7-4 128 0,0 0-128 16,0 0 128-16,0 0-128 0,0 0 160 0,0 0-32 16,0 0-128-16,0 0 192 0,0 0-64 0,0 0-128 15,0 0 176-15,0 0-176 0,-2-10 160 0,-5 0-160 16,-2 1 128-16,0 2-128 0,0-1 128 0,0 0-128 16,0 1 128-16,-1-2-128 0,0 0 0 0,0-1 0 15,-2 1 128-15,1-1-128 0,1 3 0 0,0-1 0 16,-2 0 0-16,1-1 128 0,0 1-128 0,-2 0 0 0,1-1 0 15,1 3 0-15,2-1 0 0,2 1 192 16,-3-2-192-16,0 1 192 0,-2 2-192 0,2 1 192 0,2-2-192 0,1 0 192 16,1 0-32-16,1 1 0 0,5 5 0 0,-5-7 0 15,-1 1-32-15,6 6 0 0,0 0 0 0,-5-10 0 16,0 4 0-16,5 6-128 16,0 0 192-16,0 0-64 0,0 0-128 0,0 0 0 0,0 0 0 0,0 0 0 0,0 0 0 0,10 13 0 15,2 0 0-15,1 4 0 0,0-1 0 0,-1-1 0 16,-3 0 0-16,1-1 0 0,3 0 0 0,0-1 0 0,1-1 0 0,-1-2 0 15,0 1 0-15,0-2 0 16,-2-1 0-16,2-2 0 0,-3 1 0 0,-3-1 0 31,0 4 0-31,-7-10 0 0,8 3 0 0,-8-3 0 0,0 0 0 0,0 0 0 16,0 0 0-16,0 0 0 0,0 0 0 0,0 0 128 0,0 0 0 16,0 0 0-16,0 0 0 0,0 0 0 0,-7-3-128 0,1-4 128 15,-2 2-128-15,0 0 128 0,-1-1-128 0,0 0 128 0,-2-5-128 0,1 2 128 16,-1-1-128-16,1-1 0 0,-2 1 0 0,3 0 128 15,1-2-128-15,2 0 0 16,-1 0 144-16,-2 2-144 0,-1-3 0 0,3 0 0 16,3 2 0-16,0 2 0 0,-3 0 0 15,3 1 0-15,4 8 0 0,0 0-128 0,-2-9 128 0,2 9 0 16,0 0 0-16,0 0 0 0,0 0 0 0,0 0-160 0,0 0 160 0,12 5 0 16,0 2-128-16,-2 1 128 15,-3 4 0-15,1 1 0 0,-1 1-144 0,3 0 144 16,0 1 0-16,0 2-144 0,1 1 144 0,-1-1 0 15,2-3 0-15,0 0 0 0,1-1 0 0,0 0 0 16,-1-5 0-16,-1 1 0 0,0-1 0 0,0 0 0 0,-1-3 0 16,-3 0 0-16,0-1 0 0,-7-4 0 15,0 0 0-15,8 6 128 0,-8-6-128 0,0 0 0 16,0 0 0-16,0 0-11312 0,0 0-2192 16</inkml:trace>
  <inkml:trace contextRef="#ctx0" brushRef="#br0" timeOffset="10742.77">15817 9513 7359 0,'0'0'656'0,"0"0"-528"0,0 0-128 0,0 0 0 0,0 0 1312 0,0 0 224 15,0 0 64-15,0 0 0 16,-8 1-352-16,8-1-64 0,0 0-16 0,0 0 0 16,0 0 176-16,0 0 16 0,-9 0 16 0,9 0 0 15,0 0-464-15,0 0-80 0,0 0-32 0,0 0 0 0,0 0-224 0,0 0-64 16,-4 9 0-16,4 3 0 0,2-3-192 0,2 1-32 16,0 2-16-16,3 1 0 0,1 0-144 0,2 4-128 15,0-1 192-15,4 2-192 0,-3-2 0 0,0 0 0 16,-1-1 0-16,-1 0 0 0,0 2 128 0,-1-6-128 0,0-1 0 0,4 6 0 0,-1 2 128 0,1-3-128 31,-1-5 0-31,0-1 0 0,1-1 0 0,2 1 0 0,-1-5 128 0,-1 1-128 16,-1 0 144-16,0-2-16 0,-2-4-128 15,1 1 192-15,-10 0-192 0,9 0 176 0,-9 0-176 0,9 1 160 16,-9-1-160-16,0 0 192 16,0 0-192-16,0 0 192 0,0 0-192 0,0 0 0 15,0 0 144-15,0 0-144 0,0 0 0 0,0 0 128 16,0-10-128-16,0 10 0 0,-4-12 0 0,-1 3 0 15,5 9 0-15,-9-9 128 0,1 2-128 0,0 1 0 0,-1 0 128 0,0 1-128 16,-2-1 0-16,2 0 0 16,0 1 0-16,1 3 128 0,-1-4-128 0,3 5 0 0,-1-3 0 0,-3 1 0 15,1 1 0-15,9 2 0 16,-11-3 0-16,2 2 0 0,0 1 0 0,4 1 0 16,-2-1 0-16,7 0 128 0,-9 0-128 0,1 0 0 0,8 0 0 0,-8 0 0 15,8 0 144-15,0 0-144 0,-8 0 192 0,8 0-192 16,0 0 256-16,0 0-64 0,0 0-16 0,0 0 0 0,-5-5-48 0,5 5-128 0,0 0 192 15,0 0-64-15,0 0-128 0,-2-5 0 16,-2 0 144-16,0-2-144 16,4 7 128-16,-4-5-128 0,0 1 128 0,-1-4-128 15,0 2 144-15,1 0-144 0,0 0 192 0,4 6-192 0,-4-7 240 0,4 7-64 16,-5-7-16-16,5 7 0 0,0 0 48 0,0 0 16 16,0 0 0-16,0 0 0 0,0 0-96 0,0 0 0 15,0 0-128-15,0 0 192 0,0 0-192 0,0 0 0 16,0 0 0-16,10 7 0 0,1 3 0 0,-1-4 0 15,0 3 0-15,1-1 0 0,1 0-128 0,-1 0 128 0,0-2 0 0,-1 2 0 16,-1-2 0-16,0 1 0 0,-9-7 0 0,10 7 0 16,-4-1 0-16,-6-6 0 15,8 5 0-15,-8-5 0 0,0 0 0 0,0 0 144 16,0 0-144-16,0 0 128 0,0 0 128 0,0 0 0 0,0 0 16 0,0 0 0 0,0 0 16 16,0 0 0-16,-1-10 0 0,1 10 0 0,-4-11-96 0,0 4-32 15,-1-3 0-15,-1 1 0 0,0-1-160 0,-1 1 192 16,1 0-192-16,1 0 192 0,1-2-192 0,0 2 192 15,-2-1-192-15,4 2 192 16,-1 2-192-16,3 6 0 0,0 0 0 0,0 0 128 0,0 0-128 16,0 0 0-16,0 0 0 0,0 0 0 0,0 0-128 0,3 11 128 15,-2-1 0-15,0 1 0 16,1 1 0-16,0-3 0 0,-2-9 0 16,4 11 0-16,-1 0 0 0,0-5 0 0,0 1 0 15,3 3 0-15,-6-10 0 0,5 8 0 0,-1-1 0 0,2 3 0 16,1-3 0-16,-2-2 0 0,0 0 0 0,-5-5 0 0,8 7 0 0,-1-4 0 15,-2 3 0-15,1 0 0 16,-6-6-496 0,0 0-16-16,0 0-16 0,0 0 0 0,0 0-1312 15,0 0-256-15,4 7-48 0</inkml:trace>
  <inkml:trace contextRef="#ctx0" brushRef="#br0" timeOffset="17467.68">23016 14532 15599 0,'0'0'688'0,"0"0"144"0,0 0-656 0,0 0-176 0,0 0 0 0,0 0 0 15,0 0 1760-15,0 0 320 0,0 0 64 0,0 0 16 16,0 0-640-16,0 0-128 16,0 0-32-16,15 4 0 0,-1-6-352 0,-3-1-80 15,0 0-16-15,0 0 0 0,1 1-336 0,1 0-64 16,0 1 0-16,0 0-16 0,0-1-304 0,0 1-48 16,0 0-16-16,0 1 0 0,-1 1-128 0,1 2 0 15,0-2 144-15,-13-1-144 0,13 4 0 0,0 0 0 0,-13-4 0 0,13 4 0 16,-13-4 0-16,12 5 0 15,-12-5 0-15,9 8 0 0,-9-8 128 0,0 0-128 16,7 12 128-16,-3-1-128 0,-3 0 144 0,-2 2-144 16,-3 0 192-16,-2 4-192 0,1 2 128 0,0 5-128 15,-1 1 0-15,-1 2 0 0,0 2 0 0,2 1 0 16,0 1-128-16,1 0 128 0,0 0 0 0,2-2-144 0,0-4 144 0,2-2 0 16,0-4 0-16,3-5 0 0,0-2 0 0,-1-2-128 0,-2-10 128 0,0 0 0 15,8 8 0-15,-8-8 0 16,12 3-320-16,-1-6-48 0,2-1 0 0,2-8 0 15,0-2-1872-15,2-7-368 0,3-5-80 16</inkml:trace>
  <inkml:trace contextRef="#ctx0" brushRef="#br0" timeOffset="17636.43">23550 14005 16575 0,'-13'7'1472'0,"-1"3"-1168"0,0 3-304 0,-2 1 0 16,3 1 3440-16,1 0 624 0,3 2 128 0,4 0 32 16,0 2-2880-16,2-1-576 0,2-3-128 0,2 1 0 15,3-3-1792-15,1 0-368 0,2 0-64 0,1-2-11936 16</inkml:trace>
  <inkml:trace contextRef="#ctx0" brushRef="#br0" timeOffset="18137.78">23763 14753 20271 0,'0'0'1792'0,"0"0"-1424"0,-5 11-368 0,-2-2 0 0,1 0 1744 0,-1 4 288 16,1 3 48-16,-1 1 16 15,1 1-1712-15,-1 4-384 0,0 2 0 0,2 0 0 16,-3 1-416-16,3 3-96 0,1-4 0 16,2 1-16-16,2-4 208 0,2 0 64 0,2-2 0 0,3 1 0 0,2-3 672 0,-1-3 144 15,1-1 16-15,3-1 16 0,1-3 112 0,0-1 0 16,1 1 16-16,2-2 0 0,-1-1-320 0,1 1-64 15,0-5-16-15,-5 3 0 0,-11-5-144 0,9 8-48 16,-9-8 0-16,7 8 0 0,-7-8-128 0,3 11 0 16,-3-11-192-16,-6 13 192 15,-1-3-576-15,-4 2 16 0,-1-2 0 0,1 1 0 16,-2-2-1584-16,0 0-320 0,-2-1-64 0,0-2-16 0</inkml:trace>
  <inkml:trace contextRef="#ctx0" brushRef="#br0" timeOffset="18290.62">23776 14707 26543 0,'0'0'1168'0,"-1"10"256"0,-2 0-1136 0,2 1-288 0,1-1 0 0,0-10 0 16,1 13 1136-16,2-1 160 0,-3-12 48 0,5 9 0 31,-5-9-3152-31,10 7-624 0</inkml:trace>
  <inkml:trace contextRef="#ctx0" brushRef="#br0" timeOffset="18543.64">24396 14562 16575 0,'0'0'1472'0,"0"0"-1168"16,0 0-304-16,15 5 0 0,-1-1 3168 0,3-4 576 0,4 3 112 0,-1-3 32 15,0-2-3040-15,1 1-592 0,-1 1-128 0,-1 0-128 32,1 0-400-32,-2 1-176 0,-1-1-48 0,0 3 0 15,-3 1-1040-15,1-2-192 0,-4 1-64 0</inkml:trace>
  <inkml:trace contextRef="#ctx0" brushRef="#br0" timeOffset="18732.5">24396 14970 33983 0,'0'0'1504'0,"0"0"304"0,14 5-1440 0,4 2-368 0,3-5 0 0,2 2 0 0,4 0 160 0,0-1-32 15,0-2-128-15,3 0 192 16,-1-2-3728 0,-2 0-752-16</inkml:trace>
  <inkml:trace contextRef="#ctx0" brushRef="#br0" timeOffset="19273.88">23708 14866 10127 0,'0'0'448'0,"0"0"96"0,0 0-544 16,0 0 0-16,0 0 0 0,0 0 0 0,0 0 3392 15,0 0 560-15,3-10 112 0,-3 10 32 0,4-9-1824 0,-4 9-352 16,6-8-80-16,1 2-16 0,-7 6-416 0,9-5-96 0,1 1-16 0,-10 4 0 15,12-4-320-15,0 3-64 16,-12 1-16-16,14 0 0 0,-14 0-544 0,16 4-112 16,-2-1-32-16,-1 3 0 0,-13-6-208 0,12 9 128 15,-12-9-128-15,12 12 0 0,-2-2 0 0,-10-10 0 0,9 10 0 0,-9-10-160 32,0 0-1504-32,12 7-320 0,-12-7-48 0</inkml:trace>
  <inkml:trace contextRef="#ctx0" brushRef="#br0" timeOffset="20845.91">25206 14837 16575 0,'0'0'1472'0,"0"0"-1168"0,0 0-304 0,0 0 0 16,0 0 2480-1,0 0 432-15,0 0 96 0,0 0 0 0,0 0-1056 0,0 0-224 0,9-9-32 0,3 1-16 16,2 0-752-16,3 2-160 0,1 0-16 0,5 4-16 16,1 0-272-16,5 1-48 15,1 1-16-15,5 3 0 0,2-1-240 0,7 4-160 0,6-1 192 0,0 4-192 16,4 4 0-16,-2 0 0 16,-6 0 0-16,-3-4 0 0,-4 2 0 0,-1-4 0 0,-3 0 0 0,-1-2 0 15,-3-1 0-15,-5-1 0 0,-5-1-128 0,-1 0 128 0,-5-2-208 0,-2-2 0 31,-2 0 0-31,-11 2 0 16,6-7-2080-16,-2-2-400 0,-5-3-96 0</inkml:trace>
  <inkml:trace contextRef="#ctx0" brushRef="#br0" timeOffset="21185.43">25342 14169 31215 0,'-12'-5'1376'0,"12"5"288"0,-7-5-1328 0,7 5-336 0,0 0 0 0,0 0 0 0,0 0 784 0,0 0 96 0,0 0 16 16,6 10 0-16,0 5-768 0,2 6-128 15,1 6 0-15,3 7-128 16,1 4-432-16,0 3-80 0,3-2 0 0,0 2-16 15,0-5-80-15,2-6-16 0,-1-4 0 0,2 1 0 0,-2-5 352 0,1-3 64 0,-1-2 16 0,-2-4 0 0,0-4 752 0,-2-2 144 32,-3-3 48-32,1-3 0 0,-11-1 656 0,11-5 128 15,0-3 16-15,-1-4 16 0,1-3-256 0,-1-4-48 0,2 0-16 0,-2-5 0 0,-1-2-640 16,2-6-128-16,-1-6-32 0,-1-4 0 31,2-2-1216-31,-2 1-256 0,1 0-64 16,2 2-10080-16,0 5-2016 0</inkml:trace>
  <inkml:trace contextRef="#ctx0" brushRef="#br0" timeOffset="21762.91">25949 14391 11391 0,'0'0'512'0,"-2"12"96"0,-4-2-480 0,1-1-128 16,0 0 0-16,5-9 0 0,-7 8 544 0,7-8 96 0,-5 9 0 0,5-9 16 16,0 0-112-16,-6 8-32 15,6-8 0-15,0 0 0 0,0 0 208 0,-9 7 48 16,9-7 0-16,0 0 0 0,0 0-176 0,-10 6-16 16,0-1-16-16,2 1 0 0,8-6-384 0,-10 9-176 15,2-4 160-15,-1 2-160 0,1-1 208 0,8-6-48 16,-8 9-16-16,0 2 0 0,-1-2 176 0,4 2 48 15,0 0 0-15,0 2 0 0,1 0-48 0,1-1-16 16,3 1 0-16,0 0 0 0,1-1-176 0,3 1-128 0,1-3 192 0,2-1-192 0,1-2 240 0,0-2-64 31,-8-5-16-31,11 1 0 0,2-3 144 0,-1-2 16 0,-1-2 16 16,-1-1 0-16,0-3 304 0,1-1 48 0,-1-1 16 0,1 0 0 16,-3-1 0-16,-1-1 16 0,-1 0 0 0,0 1 0 15,1 3-352-15,-7 10-80 0,4-9-16 0,-4 9 0 16,0 0-128-16,0 0-16 0,0 0-128 0,0 0 192 15,0 0-48-15,15 12-16 0,0 2 0 0,-4 2 0 0,-3-3-128 0,0 0 0 16,-2 0 0-16,2-1 0 0,1 0 0 0,2-1 0 16,1 1 0-16,-2-2 0 0,3-2 0 0,-1-1-192 15,-2-2 0-15,1-2-9408 16,-1 1-1904-16</inkml:trace>
  <inkml:trace contextRef="#ctx0" brushRef="#br0" timeOffset="23079.19">25947 14478 12383 0,'0'0'544'0,"0"0"112"0,0 0-528 0,0 0-128 0,0 0 0 0,0 0 0 15,0 0 1504-15,0 0 272 0,0 0 48 0,0 0 16 16,0 0-544-16,0-9-96 0,0 9-32 0,0 0 0 16,0 0-304-16,0 0-64 0,0-8-16 0,0 8 0 15,0 0-112-15,0 0-32 0,0 0 0 0,0 0 0 16,-4-9 0-16,4 9-16 0,0 0 0 0,-4-8 0 16,4 8-224-16,-5-6-32 0,5 6-16 0,0 0 0 15,-8-7-64-15,8 7-16 0,0 0 0 0,-11-3 0 16,11 3-96-16,0 0-32 0,-11 1 0 0,11-1 0 0,-12 5-144 0,0 2 128 15,2-1-128-15,2 2 128 0,8-8-128 0,-9 10 0 16,0 1 0-16,2-1-176 0,1 2 176 0,-1-3-208 16,2 1 80-16,1 1 128 0,-1-1-256 0,-1 2 80 15,6-12 16-15,-6 12 0 0,2 0 160 0,0-2 0 0,4-10-144 16,-4 10 144-16,4-10 0 0,0 0 0 0,-2 10 0 16,2-10 0-16,0 0 0 15,0 0 0-15,0 0 0 0,0 0 0 0,0 0-160 0,0 0 160 16,0 0 0-16,0 0-144 15,9 5-1712-15,-9-5-320 0</inkml:trace>
  <inkml:trace contextRef="#ctx0" brushRef="#br0" timeOffset="24827.09">25395 15159 16751 0,'0'0'736'0,"0"0"160"0,0 0-704 0,7-8-192 0,-2-1 0 0,0 1 0 15,-5 8 1920-15,7-9 368 0,-1 2 64 0,1 1 16 0,-7 6-576 16,7-8-96-16,1 3-32 0,-8 5 0 0,9-4-768 0,1 0-176 0,-1 0-16 0,-9 4-16 31,14-1-368-31,0 1-64 0,1 3 0 0,0 0-16 16,4 3-240-16,-1 0 0 0,-1 2 0 0,0 1 0 0,1-1 0 0,-2 2 0 0,-2 1 0 0,-1-1 0 16,-1 1 128-16,-3 2-128 15,-1-2 0-15,-4 1 144 0,-2 0-144 0,-2 1 192 16,-4 0-192-16,0-1 192 0,0-2-192 0,-3 3 0 0,-4-2 0 0,1 0 128 0,-2 0-128 15,-1-1-176-15,-3 2 48 0,-1-2 0 0,0-1-160 0,1 1-32 16,-1-1 0-16,-2-1 0 0,4-2 320 0,2-1-192 16,1-1 192-16,3-1-160 0,9-3 160 0,-9 1 0 31,2-1 160-31,7 0-160 0,0 0 208 0,0 0-48 0,0 0-16 0,0 0 0 16,0 0-144-16,0 0 192 0,12-3-192 0,3 6 192 15,4 2-64-15,0 2-128 0,2-1 192 0,1 5-64 16,0-1-128-16,2 3 0 0,-2-2 0 0,-1 2 0 15,0-3 0-15,-3 3 0 0,-5 0 0 0,-2 0 0 16,-2-1 0-16,-4 4 0 0,-4-1 0 0,-1-2 0 16,-5 2 0-16,-2-1 0 0,0-1 0 0,-4 1 0 15,-2 1 176-15,-1-1-48 0,-4-1-128 0,-2 0 192 16,-2 3-192-16,1-6 0 0,-2 1 128 0,0-2-128 16,1-3 0-16,1-2 0 0,3-4 0 0,1-2 0 31,2-4-448-31,1-3-16 0,1-1-16 0,3-3 0 15,0-4-2544-15,2-3-512 0</inkml:trace>
  <inkml:trace contextRef="#ctx0" brushRef="#br0" timeOffset="37235.75">25326 14853 12783 0,'0'0'560'0,"0"0"128"0,3 10-560 0,-10-2-128 0,7-8 0 0,-5 8 0 16,5-8 1424-16,0 0 256 0,-8 5 48 15,8-5 16-15,0 0-640 0,0 0-128 16,0 0-16-16,0 0-16 0,0 0-272 0,0 0-48 15,0 0-16-15,0 0 0 0,-4-9-272 0,4 9-48 16,0 0-16-16,0 0 0 0,0-9-272 0,0 9 128 16,0 0-128-16,0 0 0 0,1-10 192 0,-1 10-64 15,0 0 0-15,0 0-128 0,0 0 400 0,0 0-16 16,0 0-16-16,0 0 0 0,0 0 64 0,0 0 16 0,0 0 0 0,0 0 0 16,0 0-80-16,0 0-16 0,3-7 0 0,-3 7 0 15,3-11-96-15,-1 3 0 16,-2 8-16-16,3-7 0 0,-3 7-64 0,2-11-16 15,-2 11 0-15,0 0 0 0,0 0-160 0,2-8 0 0,-2 8 144 0,0 0-144 16,0 0 0-16,0 0 128 0,0 0-128 0,0 0 0 16,0 0 0-16,0 0 0 0,0 0 0 0,0 0 128 15,0 0 16-15,0 0 16 0,0 0 0 0,0 0 0 0,0 0 96 0,0 0 32 16,0 0 0-16,0 0 0 16,0 0 0-16,0 0 0 0,0 0 0 0,0 0 0 0,0 0-32 0,0 0 0 0,0 0 0 0,9-4 0 15,-9 4-112-15,0 0-16 16,0 0-128-16,10 3 192 15,-10-3-192-15,12 3 144 0,-12-3-144 0,12 4 128 0,-12-4 0 0,0 0 0 16,14 3 0-16,-2 3 0 0,-12-6-128 0,0 0 128 16,13 6-128-16,0 1 128 0,-13-7-128 0,16 7 0 15,-2 0 0-15,-1 0 0 0,-13-7 0 0,13 6 0 0,1-2 0 0,-1-1 0 32,-1-2 0-32,1-1 0 0,2-1 128 0,-1-2-128 0,2 0 0 15,-1-1 192-15,1 1-192 0,1-1 192 0,0 1-32 0,0 0 0 16,0-1 0-16,-2 2 0 0,1 1-160 0,1-2 128 0,-2 2-128 0,0-1 128 15,-3 2-128-15,2 0 0 0,-1 0 0 0,-1 2 0 16,-1 0 0-16,0-2 0 0,-3 0 0 0,-1 2 0 16,-7-2 0-16,11 1 0 15,1 0 0-15,-12-1 0 0,9 1 240 0,-9-1-48 0,11 0 0 16,0 0 0-16,-11 0 48 0,10 0 0 0,-10 0 0 0,13 0 0 16,-13 0-240-16,15 0 176 0,-2 0-176 0,-2 2 160 15,1-2-160-15,1 1 0 0,0 0 0 0,-13-1 0 16,0 0 0-16,16 3 0 0,-2 0 0 0,2 1 0 15,0-2 0-15,-1 2 0 0,1-3 0 0,0 2 0 0,-1 1 0 0,1 0 0 16,-1 0 0-16,1-2 0 16,2 1 0-16,1 0 0 0,1-1 0 15,0 2 0-15,-2-3 0 0,2 5 0 0,-5-5 144 0,1 1-144 16,-2 1 128-16,1 0-128 0,-1-1 160 0,0 2-160 16,3-1 144-16,-2-1-144 0,-2 2 128 0,1 2-128 0,0-4 0 0,1 2 0 0,-1 3 0 0,2-5 0 31,-1 2 0-31,4 0 0 0,-1 0 0 0,0 0 0 15,0 1 0-15,5-1 0 0,1 2 0 0,5 0 0 16,1-2 0-16,1 0 0 0,3-2 0 0,-2 1 0 16,-2-2 0-16,0 3 0 0,-3-3 0 0,0 1 0 0,2-2 0 15,0 0 0-15,-2 1 0 0,2 0 0 0,1 0 0 0,1 2 0 16,0 0 128-16,2 1-128 0,-1-3 0 0,1 4 0 0,-2-4 0 16,1 3 0-16,-2 0 0 0,0 0 0 15,-4 0 128-15,-4-1-128 0,-3 1 0 0,-3-3 0 0,-2 1 0 16,2 1 0-16,-4-3 240 0,-2 1-48 0,-1-1 0 0,-9 0 0 15,0 0-192-15,9-4 128 16,-9 4-128-16,0 0 0 0,0 0 0 0,3-10-288 0,-6 0 32 0,-3-1-18192 16</inkml:trace>
  <inkml:trace contextRef="#ctx0" brushRef="#br0" timeOffset="37719.28">26412 14318 11055 0,'0'0'976'0,"0"0"-784"0,-8 1-192 0,8-1 0 16,0 0 2576-16,0 0 480 0,-10-1 80 0,1 0 32 15,9 1-1184-15,-9 0-256 0,1-2-32 0,8 2-16 0,-9 0-640 0,9 0-128 16,0 0-16-16,0 0-16 0,-10 0 0 0,10 0 0 0,0 0 0 0,0 0 0 16,0 0-16-16,0 0 0 0,0 0 0 0,7 10 0 0,-1 1-416 0,4 1-64 31,0 1-32-31,2 1 0 0,-1-1-352 0,1-1 128 0,0 0-128 0,1 1 0 16,1-4 0-16,-1-1 0 0,0 0 0 0,0-2 0 15,3-3 0-15,0 1 0 16,-3 1 0-16,0-4 128 0,-13-1-128 0,17-1 0 15,-2-2 0-15,0-1 0 16,0-2-2016-16,0-6-416 0,-1-2-96 0</inkml:trace>
  <inkml:trace contextRef="#ctx0" brushRef="#br0" timeOffset="38076.53">26782 14107 20271 0,'0'0'896'0,"0"0"192"0,0 0-880 0,0 0-208 0,0 0 0 0,7 10 0 0,1 1 2704 0,-2 0 496 16,1 4 112-16,0 0 16 0,0 5-2352 0,0 1-464 15,-1 0-80-15,1 2-32 16,-1 3-400-16,1 0 0 0,0 0 0 0,3 0 0 0,-1 0 0 0,0-2 0 0,-3-3-144 0,2-3 144 15,1-4 0-15,-1-1 192 16,-1-1-16-16,0-4-16 0,-7-8 512 0,10 7 96 16,-10-7 32-16,0 0 0 0,10-3 32 0,-1-2 16 15,-1-3 0-15,0-3 0 0,-2-2-16 0,2-5-16 0,-1 0 0 16,0-6 0-16,1 1-208 0,1 0-32 16,0-2-16-16,-2-1 0 0,1 1-240 0,0-1-32 15,1 0-16-15,-1 1 0 0,-3 0-272 0,0 4 0 16,0 0-128-16,-1 3 128 15,0 1-2368-15,-3-1-384 0,-1 6-80 0,0-1-14576 0</inkml:trace>
  <inkml:trace contextRef="#ctx0" brushRef="#br0" timeOffset="39208.01">27330 14298 9215 0,'0'0'816'0,"0"0"-656"0,-7 6-160 0,7-6 0 15,-6 7 2800-15,6-7 528 0,-7 8 96 0,7-8 32 0,-6 6-1472 0,6-6-272 16,0 0-64-16,0 0-16 15,-7 6-432-15,7-6-96 0,0 0-16 0,0 0 0 0,0 0-64 0,0 0-32 16,0 0 0-16,4 10 0 0,3-2-144 0,0-1-16 16,3-1-16-16,0 1 0 15,3 2-304-15,-1-1-48 0,0 0-16 0,-1-1 0 0,0 1-256 0,-1 1-48 16,2 2-16-16,-3-2 0 0,-1-1-128 0,0 1 0 16,-2 0 144-16,-1 1-144 15,-1 0 0-15,-4-10 0 0,0 11 0 0,0 1 128 0,-1 1-288 16,-2-2-48-16,3-11-16 0,-5 11 0 0,-1 0-64 0,-1-1-16 0,-1-1 0 0,2-1 0 15,6-8 112-15,-5 8 0 0,5-8 16 16,-6 8 0 0,6-8 176-16,-4 9 0 0,4-9 0 0,0 0 0 0,0 10 0 0,0-10 0 15,4 12 0-15,-4-12 0 0,7 8 0 0,-2 0 0 16,-5-8 0-16,7 7 0 0,-7-7 0 0,4 11 0 0,-1-2 0 0,-3-9 0 0,-1 12 0 16,-1-1 0-16,-4-1 0 0,1-1 0 15,-3 0 0-15,-1 0-160 0,-3-2 16 0,-2-1 0 16,-4-2-2288-16,-2 0-448 0</inkml:trace>
  <inkml:trace contextRef="#ctx0" brushRef="#br0" timeOffset="44530.21">21556 14618 4607 0,'0'0'400'0,"-9"9"-400"0,-3-6 0 0,3 1 0 0,9-4 4032 0,0 0 704 0,-9 3 160 0,9-3 32 16,-10 0-2992-16,10 0-592 0,0 0-112 0,0 0-16 15,0 0-576-15,0 0-128 0,0 0 0 0,0 0-16 16,0 0 208-16,0 0 64 0,0 0 0 0,0 0 0 0,0 0 80 0,0 0 32 16,0 0 0-16,0 0 0 15,0 0-240-15,12 3-64 0,0 1 0 0,2 0 0 16,3 0-176-16,3 1-32 0,1-1-16 0,3 1 0 15,5-1-96-15,2 0-32 0,2 0 0 0,1 0 0 0,1-2-224 16,0 1 128-16,-2-2-128 0,-1 1 0 0,-2-2 0 0,-1 0 0 16,-3 0 0-16,-2 0 0 0,-2-2 0 0,-1 1 0 0,-3 1 0 0,-2-3 0 31,-1 1-432-31,-3-1-16 0,-12 3-16 0,10-4 0 16,-10 4-2464-16,0 0-480 0</inkml:trace>
  <inkml:trace contextRef="#ctx0" brushRef="#br0" timeOffset="44817.23">21616 14953 18431 0,'0'0'1632'0,"0"0"-1312"0,0 0-320 0,0 0 0 0,0 0 1600 0,0 0 240 0,0-8 48 0,0 8 16 31,4-10-1248-31,1 2-240 0,0 1-48 0,5 2-16 0,3 1 224 0,3 3 64 16,1 0 0-16,3 2 0 16,-1 2 336-16,3 0 80 0,2 1 16 0,-1 4 0 15,2 3-384-15,-3-4-80 0,0 1-16 0,1 1 0 16,0-1-432-16,-1 0-160 0,-1-1 0 0,1-1 144 16,-1-1-144-16,0-1 0 0,1 0 0 0,-1-3 0 15,-2-1-192-15,0-1-64 0,-4-3 0 0,1 0-16 31,-2-2-1456-31,1-2-272 0,-4-3-64 0</inkml:trace>
  <inkml:trace contextRef="#ctx0" brushRef="#br0" timeOffset="45206.08">22042 14456 28799 0,'0'0'1280'0,"0"0"256"0,-9 2-1232 0,9-2-304 0,0 0 0 0,0 0 0 16,0 0 1168-16,0 0 176 0,0 0 48 0,0 0 0 16,0 0-528-16,0 0-96 0,0 0-32 0,0 0 0 15,12-3-304-15,-1 4-64 0,1 4-16 0,1 3 0 16,1 3-192-16,1 2-32 0,-2 2-128 0,1 2 192 15,0 2 32-15,1 0 0 0,0 2 0 0,2 0 0 16,3-3-32-16,-2 2-16 0,0-2 0 0,2 0 0 16,-2-1-48-16,1-1-128 0,-4-3 192 0,1 0-64 15,-2-1 32-15,-2-1 0 0,-4 1 0 0,-2 1 0 0,-2-1 160 0,-3 1 16 16,-2 1 16-16,-3 2 0 0,-2-1-96 0,-5 2 0 0,-3 2-16 16,-4 0 0-16,-6 2-240 0,-1 3 176 0,-2 2-176 0,-3-2 160 15,-1 4-352-15,-2 2-80 0,-1 4-16 0,-2 0 0 31,-5 1-1984-31,0 1-400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9-20T07:19:33.0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19685 16764 11967 0,'1'-3'1072'0,"-1"1"-864"16,0 0-208-16,1-1 0 0,-1 3 1152 0,0-1 192 16,1 1 48-16,1 0 0 0,-1-2 192 0,1 2 32 0,1-3 16 0,0 3 0 15,0 3 160 1,1-3 48-16,-2 2 0 0,-1 2 0 0,1 2-368 0,-1 0-64 0,-2 1 0 0,-1 2-16 15,0 1-608-15,-2 3-112 0,-1 3-32 0,-2-1 0 16,-1 4-320-16,-3 4-80 16,-1 3-16-16,-4 1 0 0,-1 2-224 0,-4 2 0 0</inkml:trace>
  <inkml:trace contextRef="#ctx0" brushRef="#br0" timeOffset="5445.59">20464 16497 13823 0,'-3'-5'1216'0,"1"2"-960"0,2 3-256 0,-1-3 0 15,1 2 1152-15,-2-2 192 0,0-3 48 0,-2-1 0 16,-1-6 496-16,-1 1 96 0,2 0 32 0,1 2 0 16,0 1-480-16,2 3-80 0,0 2-32 0,1 1 0 15,0 4-480-15,2 4-112 0,1 5 0 0,0 3-16 16,2 11-448-16,3 4-96 0,0 11-16 0,0-1 0 16,-1 3-256-16,1 3 0 0,-1 1 0 0,-1 3-144 0,0 1 144 15,0 0 0-15,2 0 0 0,-2-4 0 0,2-5 0 16,0-7-128-16,1-9 128 0,-1-5 0 0,2-8 0 0,-1-5 0 15,1-3 0-15,-1-7 176 0,-1-2 0 0,0-4 0 16,-1-3 0-16,2-5 0 0,-4-4 640 0,1-3 128 16,-1-7 16-16,0 0 16 0,0-3-464 0,0 0-112 15,1 1-16-15,-1-1 0 0,-2 1-384 16,2-5 0-16,-1 1 0 0,0-2 0 0,1 2 0 0,0 0 0 0,0-1 0 16,1 6 0-16,0 4 0 0,0 6-192 0,0 4 0 15,-1 7 16 1,0 6-448-16,-1 3-80 0,0 8-32 0,1 1 0 0</inkml:trace>
  <inkml:trace contextRef="#ctx0" brushRef="#br0" timeOffset="5795.89">20925 16842 21183 0,'6'0'944'0,"-2"-2"192"0,1 2-912 0,0 0-224 0,-2 2 0 0,1 1 0 0,1-3 0 0,2 3 0 16,5 1-144-16,1 0 144 0,3 5 0 0,0 3 0 16,-3 0 0-16,-3 4 0 0,-4 0 0 0,-4 0 0 0,-3 6 0 0,-4-3 0 15,-4 4 0-15,-3-1 0 16,-3-1 0-16,-1 1 0 0,-1-5 208 0,1-2-64 0,2-5-16 15,2-1 0 1,1-2 2016-16,3-2 400 0,2-1 80 0,2 0 0 0,3-2-320 0,2 2-64 16,2-2 0-16,2-1-16 0,1 2-1376 0,3-1-272 15,1 2-48-15,2-4-16 0,1 1-512 0,2-1 0 0,3-1-192 0,0-1 48 16,2-2 16-16,0-2 0 16,1 0 0-16,1-2-17744 0</inkml:trace>
  <inkml:trace contextRef="#ctx0" brushRef="#br0" timeOffset="6279.65">21366 16722 27647 0,'-2'0'2448'0,"1"0"-1952"15,1 0-496-15,0 0 0 0,1 0 496 0,0 0 0 16,0 0 0-16,2 0 0 0,3 0 160 0,4 0 48 0,4 0 0 0,4 0 0 16,4 3-448-16,6-3-64 0,2 0-32 0,4 1 0 15,3 2-160-15,-1-3 0 0,-2 2 0 0,0-2 128 16,-5 1-256-16,0-1-64 0</inkml:trace>
  <inkml:trace contextRef="#ctx0" brushRef="#br0" timeOffset="6716.38">21969 16495 11967 0,'-2'-4'1072'0,"1"4"-864"16,1 0-208-16,0 0 0 0,1 0 1456 0,1 1 240 0,-1 2 48 0,1-1 16 15,3 4-368-15,3 4-80 0,-1 4-16 0,4 7 0 16,0 1-416-16,2 3-96 0,-1 5-16 15,0 1 0-15,1-2-320 0,-2 5-64 0,0-2 0 16,0 5-16-16,0-1-368 0,2 1 0 16,-2 1 0-16,0-7 128 0,-1-2-128 0,1-7 0 0,0-2 0 0,0-7 0 15,-1-4 1232-15,-1-5 176 0,1-2 48 0,-3-6 0 16,0-2-304-16,0-4-64 0,-1-2-16 0,-1-4 0 0,0-6-64 16,0-3-16-1,1-4 0-15,-1 1 0 0,-1-4-640 0,0-2-128 0,1-1-32 0,0-3 0 16,0 3-192-16,0-5 0 0,0 4 0 0,1-1 0 0,1 2 0 0,0 3-208 15,0 6 64-15,0 2-17728 16</inkml:trace>
  <inkml:trace contextRef="#ctx0" brushRef="#br0" timeOffset="7144.03">22502 16856 23039 0,'-2'-1'2048'0,"2"1"-1648"15,0 0-400-15,2 0 0 0,-1 0 1168 0,0 0 160 16,0 0 16-16,2 0 16 0,2 0-752 0,0 0-160 0,1 3-16 0,0 0-16 0,1 1-80 0,0-1-16 15,-2 6 0-15,-2-3 0 0,2 4-320 0,-2 0 0 16,-2 5 0-16,-2 1 0 16,-2 2-240-16,-1 2 48 0,0 2 0 0,-3-1 0 15,1 3-416-15,0-3-80 0,1 1-16 0,0-5 0 0,3-2 288 0,-1-1 48 16,3-2 16-16,3-1 0 16,0-3 1072-16,3 1 224 0,3-3 32 0,0 0 16 15,1 1 736-15,1-1 128 0,0-3 48 0,1 3 0 16,-1-2-1136-16,1-2-208 0,0 2-48 15,-2 0-16-15,0-2-176 0,-2-1-48 0,1 2 0 16,-3-1 0-16,-2 2-16 0,0 0 0 0,-3 1 0 16,-1 0 0-16,-4 3-256 0,-2 1 0 0,-4 1 0 0,-4 0 0 15,-3 2 0-15,-4 4 0 0,-2-1-208 0,-2 2-17504 16</inkml:trace>
  <inkml:trace contextRef="#ctx0" brushRef="#br0" timeOffset="7560.26">22892 16716 28559 0,'-10'3'1264'0,"5"-3"272"0,2 0-1232 0,-1 0-304 16,3 0 0-16,1 0 0 0,0 0 448 0,1 0 48 16,0 0 0-16,4 0 0 15,4 1 816-15,3 1 160 0,6 1 48 0,3-2 0 0,5 2-288 0,2-3-48 16,3 2-16-16,1-2 0 0,1 0-800 0,-2 1-176 16,-1 2-16-16,-3-3-16 0,-2 0-160 0,-3 0 0 15,-1 0 0-15,-2 0-12048 16,-3 0-2368-16</inkml:trace>
  <inkml:trace contextRef="#ctx0" brushRef="#br0" timeOffset="7747.37">23012 17001 35935 0,'3'9'1600'0,"-2"-4"320"0,0 3-1536 0,0-4-384 0,2 0 0 0,-1 0 0 16,3-1 0-16,4 2-288 0,5 3 48 0,3 5 16 15,5-5 224-15,2 2 0 0,-1-4 0 0,1-2 0 16,-2 0 144-16,0-2 32 0,-1-2 0 0,-1 0 0 16,-2-3-384-16</inkml:trace>
  <inkml:trace contextRef="#ctx0" brushRef="#br0" timeOffset="8350.28">23774 16475 30399 0,'0'0'2704'0,"0"0"-2160"0,0 0-544 16,0 1 0-16,0 2 448 0,0 0 0 0,0 4-16 0,0 1 0 15,0 6-160-15,0 7-16 0,0 5-16 0,1 2 0 16,0 3 80-16,1 1 32 0,1 1 0 0,2 1 0 16,1-3 272-16,4 1 48 0,2-1 16 0,1 1 0 15,3-3-80-15,1 2-16 0,1-3 0 0,2-2 0 16,-2-1-272-16,1-3-64 0,-2 0-16 0,0-4 0 16,-3-4-96-16,-3 0-16 0,-2-3 0 0,-4 2 0 15,-4-4-128-15,-2 1 0 0,-4 0 0 0,-3-1 0 16,-3 1 0-16,-1-2 0 0,-3 2 0 0,-2-2 0 0,-1 0 0 0,-3-1 0 15,-2-1-160-15,-3 0-11680 16,-1 0-2320-16</inkml:trace>
  <inkml:trace contextRef="#ctx0" brushRef="#br0" timeOffset="8534.69">23847 16659 41471 0,'20'-7'1840'0,"-8"4"368"0,2 0-1760 0,-2-2-448 0,-3 3 0 15,-1 0 0-15,6 0 128 0,6-2-128 16,12-5 128-16,6 2-128 0,3-2 128 0,-3 2-128 0,-6 2 0 0,-3 0 128 16,-6 5-128-16,-3-3 0 15,-2 3 0-15,-4-2-18576 16</inkml:trace>
  <inkml:trace contextRef="#ctx0" brushRef="#br0" timeOffset="8793.62">24827 17184 35935 0,'-1'0'3200'0,"0"1"-2560"0,1 1-512 0,-1 1-128 15,1-2 928-15,-1 4 160 0,-3 1 48 0,-1 4 0 16,-3 6-816-16,-4 3-144 0,-3 0-48 0,-3 6-12064 16,-2-3-2416-16</inkml:trace>
  <inkml:trace contextRef="#ctx0" brushRef="#br0" timeOffset="9429.18">25405 16662 35935 0,'0'-6'3200'0,"0"2"-2560"15,0 3-512-15,0 1-128 0,1 1-192 0,-1 0-64 16,1 2-16-16,2 0 0 0,1 3 80 0,-2 8 0 16,2 7 16-16,-1 8 0 0,0 3 16 0,-1 5 0 15,0 4 0-15,-1 1 0 0,1 1 160 0,2-5 0 0,2 1 0 0,0-9-128 16,4-4 128-16,3-7 128 0,0-7-128 0,2-4 176 15,0-8 272-15,0-4 48 0,2-5 16 0,-1-4 0 16,-1-2 800-16,-1-2 160 0,1-8 48 0,-2-1 0 16,1-2-848-16,-3-1-160 0,0-2-48 0,-1 3 0 15,0 2-304-15,-3-3-160 0,1 5 160 0,-2-2-160 16,0 1 0-16,-1 4 0 0,1 4 0 0,-1 4 0 16,-1 2-160-16,-1 6-128 0,0 3-32 0,1 4-18576 15</inkml:trace>
  <inkml:trace contextRef="#ctx0" brushRef="#br0" timeOffset="9616.24">25905 17076 28559 0,'0'6'2544'0,"0"-2"-2032"15,0 0-512-15,0-2 0 0,0 1 1184 0,0 1 144 16,0 5 16-16,-2 4 16 0,2 6-1120 0,-2 6-240 0,-1 1 0 0,1 1 0 15,-1-1 0-15,1-4-176 16,1 1 176-16,-1-2-14800 0</inkml:trace>
  <inkml:trace contextRef="#ctx0" brushRef="#br0" timeOffset="9851.2">26306 16840 38703 0,'7'0'1712'0,"-4"-1"352"16,1 1-1648-16,0-3-416 0,1 3 0 0,-2-2 0 0,1 0 0 0,3 2 0 16,6-2 0-16,4-2 0 15,4-1 128-15,3 0-128 0,-2 3 0 0,-1-2 128 16,-2 2-1072-16,-3-2-208 0,-2 4-64 0,-1 0 0 15</inkml:trace>
  <inkml:trace contextRef="#ctx0" brushRef="#br0" timeOffset="10016.16">26247 16978 41471 0,'1'3'1840'0,"1"-2"368"0,-1 1-1760 0,0-2-448 0,0 3 0 0,2-3 0 16,0 1 160-16,2 2-160 0,3-3 192 0,4 3-192 15,7 0 128-15,2 1-128 0,3-1 0 0,4 0 0 16,1 0 0-16,3 0 0 16,3-2 0-16,-2-1 0 0,1-1 0 0,-4-2-176 0,-3 0 32 0,-3-1-18336 31</inkml:trace>
  <inkml:trace contextRef="#ctx0" brushRef="#br0" timeOffset="10592.31">26938 16568 35007 0,'2'2'3120'0,"-1"2"-2496"0,-1 0-496 0,0 1-128 0,0-2 0 0,0 3 0 16,-1 4 0-16,-1 9 128 0,0 7 160 0,-3 7 32 16,0 6 16-16,-1-1 0 0,0 0 48 0,-1 3 0 15,2 0 0-15,2 0 0 0,-1 1-256 0,3-1-128 16,1-4 160-16,1-5-160 0,1-4 0 0,3-5-128 15,2-5-16-15,4-6 0 0</inkml:trace>
  <inkml:trace contextRef="#ctx0" brushRef="#br0" timeOffset="10874.24">27370 16785 21183 0,'1'10'1888'0,"0"3"-1504"15,2-5-384-15,-2 0 0 0,0-2 144 0,2 3-144 0,-1 4 192 0,3 16-192 16,3 5 704-16,0 7 48 16,3-5 0-16,0-5 0 0,2-6 1792 0,-1-7 352 0,2-8 80 0,-1-6 16 15,1-8-1072-15,1-6-224 0,0-2-32 0,0-7-16 16,-4-3-1104-16,0 0-224 16,-3-7-32-16,-1 2-16 0,-4 1-80 0,-1 0 0 15,-5 1-16-15,-3 3 0 0,-3 2 208 0,-3 2 64 0,-2 2 0 0,-2 3 0 16,-1 3-256-16,0 4-64 15,-1 4 0-15,-2 2 0 0,3 2-128 0,0-1 0 0,0 8 0 0,-1-1 0 16,1 3-176-16,1-1-64 0,1 2-16 0,1 0-19328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9-20T07:31:56.8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18997 5393 13823 0,'16'-10'1216'0,"-3"4"-960"16,1 2-256-16,-1 4 0 0,-2 4 1920 0,-4-4 320 0,3 2 80 15,6 2 16-15,12-2-1584 0,10 3-320 16,13 0-64-16,8 1-16 0,3 0-96 0,2 1 0 0,3-2-16 0,0 0 0 16,-1 1-240-16,-1-3 0 0,-4 0 0 0,0-3 0 15,-4 0 0-15,2-3 0 0,3 3 0 0,0 3 0 16,0-3 0-16,-4 1 0 0,-5-1 0 0,-2 3 0 16,-3-3 272-16,-1 0 112 0,1 0 32 0,0 0 0 15,2 2 80-15,-1-1 16 0,-2 4 0 0,-5 0 0 16,-3 0 176-16,-6 1 32 0,-3-2 16 0,-3 2 0 15,-2-2 176-15,-2 2 48 0,-1-3 0 0,-1 3 0 16,-1-2-304-16,0-1-48 0,-1 1-16 0,-2 1 0 16,0-1-432-16,-2-2-160 0,-1 2 0 0,-1-2 144 15,-2-1-144-15,-1 2 0 0,-1-1 0 0,-3 0-176 0,-1 1 48 0,-1 0 0 16,-3 1 0-16,-3 2-15648 16</inkml:trace>
  <inkml:trace contextRef="#ctx0" brushRef="#br0" timeOffset="983">2108 6272 20271 0,'3'-1'1792'0,"1"-2"-1424"15,-1 3-368-15,1 3 0 0,0-3 304 0,2 1-16 16,4 1 0-16,7-2 0 0,7 3-96 0,6 1 0 16,8-1-16-16,5 3 0 0,5 3 144 0,5-3 48 15,5 4 0-15,2-4 0 0,1 2-64 0,4-3-16 16,2-4 0-16,6 1 0 0,4-2-16 0,3 0 0 15,-3 3 0-15,3-8 0 0,-5 1-144 0,3-2-128 16,2 0 192-16,1-2-192 0,-2 3 128 0,-6 2-128 16,-6-3 0-16,-6 2 0 0,-4 0 0 0,-2 3 0 15,-3 2 0-15,-4 4 0 0,-2 6-176 0,-6 3-32 0</inkml:trace>
  <inkml:trace contextRef="#ctx0" brushRef="#br0" timeOffset="7100.06">25098 9549 1839 0,'-5'-5'160'0,"0"1"-160"16,2 0 0-16,0 1 0 0,2 3 352 0,0 0 32 16,-1-3 16-16,0 3 0 0,0-3 368 0,-2-4 80 15,-1 2 16-15,1 0 0 0,0 3-32 0,1-2 0 16,0 2 0-16,0 2 0 0,-1 0-400 0,1 2-96 15,1 2-16-15,-2 2 0 0,3 0-320 0,0 4 0 16,0-2 0-16,1 3-128 0,1 1-64 0,2-2 0 16,2 2 0-16,0-5 0 0</inkml:trace>
  <inkml:trace contextRef="#ctx0" brushRef="#br0" timeOffset="8235.5">29962 9707 5519 0,'-2'0'496'0,"2"0"-496"16,0 1 0-16,-1 2 0 16,1-3-256-16,-1 0-128 0,1 2-48 0,-1 2 0 0,-1-2 432 0,1-2 0 15</inkml:trace>
  <inkml:trace contextRef="#ctx0" brushRef="#br0" timeOffset="31084.34">2145 15597 11055 0,'-3'-6'976'0,"0"-2"-784"0,2 6-192 0,1 2 0 16,1 0 672-16,0-3 96 0,1 0 0 0,-1-3 16 15,1-2-608-15,2 0-176 0,4-2 0 0,0 3 0 16,2-1 0-16,1 4 0 0,3-2 0 0,1 0-128 15,1 2 128-15,1 0 0 0,2 2-144 0,2-1 144 0,0 2 0 0,2 2 0 16,2 3 0-16,1 1 0 0,-1-1 0 0,-1-1 0 16,2 6 0-16,0-3 0 0,1-2 0 0,1 2 0 15,0-2 128-15,3 1-128 0,1-4 0 0,4 2 128 16,5-1-128-16,3-4 0 0,5-1 128 0,0-1-128 16,4-2 128-16,0-1-128 0,-3 1 304 0,-2-3-32 15,0-3 0-15,4 2 0 0,1-5 16 0,2 1 0 16,0-1 0-16,7 2 0 0,6 0 32 0,-1 1 0 15,0 2 0-15,-3-3 0 0,-6 4-320 0,2-1 0 16,3 0 0-16,2 1 0 0,2 3 0 0,-3 3-176 16,-4-4 176-16,-5 1-160 0,0-3 160 0,0 2 192 15,3 1-32-15,2 2-16 0,-1-2-144 0,-2 4 0 0,1-1 0 16,-5 2 0-16,-2-2 192 0,-4 1 64 0,1 1 16 0,2 1 0 16,2 1-64-16,2 1-16 15,3 1 0-15,-1 3 0 0,-1-2-192 0,0-2 144 0,-3-2-144 0,-1 1 128 16,3 2 0-16,1-3 0 0,5 4 0 0,-1-1 0 15,3 3-128-15,-5 3-176 0,-3-3 48 0,-3 1 0 16,-3-4 128-16,2 3 0 0,0 1 0 16,5-1-128-16,1 4 128 0,1 0 0 0,-1 2 0 0,-2-3 0 15,-2 0 0-15,2-2 0 0,2-1 0 0,3 1 0 16,1 2 0-16,2-2 0 0,1 4 0 0,-5-4 0 16,-2 3 0-16,-1-7 0 0,2 0 0 0,1 0 0 15,2-3 0-15,-1 0 224 0,-1 0-48 0,-3 3-16 16,-7-3-160-16,-1 0 0 0,-1 0-192 0,-1 0 192 0,4 0 0 15,0 1 0-15,2 4 0 0,-1-1 0 0,2 0 128 0,-5 2-128 16,-3-3 128-16,-4 2-128 0,1-1 128 0,3-1-128 16,0 0 128-16,2-3-128 0,2-2 256 15,2 1-16-15,4-4-16 0,-1 1 0 0,-3-2 32 0,-6 2 16 16,-1-1 0-16,1 0 0 0,-1 0-48 0,1-1-16 16,5 2 0-16,-1-2 0 0,-7 2 48 0,-1 1 16 15,3 0 0-15,2 3 0 0,0 0 128 0,-3-2 32 16,-3 0 0-16,-1 0 0 0,-3-2 80 0,-1-1 32 15,0 0 0-15,0 0 0 0,0 2 160 0,2-3 48 16,1 2 0-16,0-1 0 0,1 4-176 0,-3-3-48 16,0 3 0-16,-3-1 0 0,0 2-208 0,-3-2-64 15,-1 1 0-15,-2 1 0 0,0-3-128 0,1 3-128 16,1 3 144-16,-1-3-144 0,-1 1 128 0,1 1-128 16,0 0 0-16,0-1 0 0,1 3 0 0,-2-3 0 15,1 1 0-15,-1 1 0 0,0-2 0 0,0 2 0 0,-2-3 128 16,0 0-128-16,1 0 0 0,-2 0 128 0,-2-3-128 0,0 2 0 15,1 1 320-15,2-3-48 0,-1 1 0 16,0 1 0-16,-2-2-80 0,-3 2-32 0,2 1 0 0,-1-1 0 16,-1 1 144-16,1 0 16 0,-2 1 16 0,1 0 0 15,0 2-144-15,0-2-48 0,2 1 0 0,0 1 0 16,-2 1-144-16,1-2 128 0,1-1-128 0,0 2 128 16,-2-3-128-16,1 0 0 0,-2-4 0 0,0 2 0 15,2-1 0-15,-3-1 0 0,0 1 0 0,0-4 0 16,-2 4 0-16,-1 0 0 0,0 0 0 0,-2-2 0 15,-1 1 0-15,-4 1 0 0,0 2 0 0,-2-1 0 0,-3 1 0 16,-1 1-192-16,-3 0 32 0,-4 1-16064 16</inkml:trace>
  <inkml:trace contextRef="#ctx0" brushRef="#br0" timeOffset="34566.36">24667 8269 2751 0,'0'-4'256'0,"0"2"-256"0,1 2 0 0,0-3 0 16,-1 3 320-16,1-1 0 0,2-1 16 0,-1-5 0 0,3 1 80 0,2 0 16 15,1-1 0-15,2-3 0 16,0 4-32-16,1-3 0 0,1 3 0 0,2-3 0 15,1 4-80-15,1-1 0 0,4 3-16 0,2 0 0 0,5 0-80 0,4 1-16 16,6 2 0-16,3 0 0 0,3 2-208 0,3 2 0 16,1 1 0-16,-1-1 0 0,-6-2 128 0,0 2-128 15,2 0 0-15,2 2 0 0,5 0 0 0,3-2 0 16,1 2 0-16,0 0 0 0,-1 0 0 0,-3 3 0 16,-2-2 0-16,-5 2 0 0,-6 1 0 0,0-2 0 15,0 4 144-15,0 0-144 0,0 0 0 0,-2 3 0 16,-1-1 0-16,-4 1 0 0,0 4 0 0,-3 0 0 15,0 3 0-15,-4 0 0 0,-1 3 0 0,-1 5 0 16,-3 3 0-16,-2-1 0 0,-4 3 0 0,0 0 0 0,-2-1 0 16,-2 1 128-16,-1 1-128 0,0-2 0 0,-1 1 0 0,0-3 0 15,-1 3 128-15,0-1-128 0,-2 3 192 0,-2 3-64 16,-1 3 96-16,-4 1 16 0,-1 1 0 16,-3 0 0-16,-2 1 16 0,-4-4 16 0,-1-5 0 15,-2-1 0-15,-3-2-96 0,-3 1-32 0,-3 0 0 0,-4 2 0 16,-1 7-144-16,-3-4 0 0,1-1 0 0,1-3 0 15,1-2 0-15,0-2 128 0,1-4-128 0,2-2 128 16,-2-1 464-16,1-3 96 0,0-3 16 0,2-3 0 16,-1-3 80-16,1 0 32 0,1-1 0 0,0 0 0 15,2 1-288-15,1-3-48 0,2-2-16 0,0 0 0 16,3 0-208-16,2-1-64 0,2-1 0 0,0-1 0 16,3 0-16-16,2 1-16 0,0-2 0 0,3-2 0 15,1-2-160-15,-1 4 0 0,2-4 0 0,2 0 128 0,0 0-128 16,0 0 0-16,1-3 0 0,1 2-176 0,1-1 176 0,0-2-192 15,1 1 192-15,3 1-192 0,0 1-64 0</inkml:trace>
  <inkml:trace contextRef="#ctx0" brushRef="#br0" timeOffset="35000.16">25626 9635 11055 0,'-7'-3'976'0,"1"-1"-784"0,2 1-192 0,3 1 0 16,1 2 1264-16,-1-1 208 0,-3-2 32 0,-2 0 16 15,-3-1-352-15,-1 1-64 0,0 3-16 0,0 3 0 16,-1 1-880-16,0 3-208 0,-1 4 0 0,-2 3 0 16,-2 2 0-16,-1 2 0 0,-1-2 0 0,1 3-144 15,-2-3 144-15,2 3-128 0,-3-1 128 0,3-2-128 16,1 0 128-16,0-2 0 0,1 1 0 0,1-5 0 16,3 2 0-16,3-3 0 0,0-2 128 0,3 2-128 15,2-3 576-15,3 0 64 0,2 0 0 0,3-2 0 0,2 2 144 0,5-2 48 16,2 0 0-16,4 1 0 15,-2-2-304-15,5 0-48 0,7 2-16 0,7 0 0 0,3-2-208 16,4 4-32-16,3-5-16 0,-1-1 0 16,1 2-208-16,-4-3 128 0,-4 0-128 0,-4 0 0 0,-2-3 0 0,-4 2 0 15,0-4 0-15,-3 1 0 0,-4 2 0 0,-3 2-240 16</inkml:trace>
  <inkml:trace contextRef="#ctx0" brushRef="#br0" timeOffset="43851.25">23342 10371 3967 0,'-3'-6'352'16,"0"2"-352"-1,2 2 0-15,1 2 0 0,0 0 0 0,0 0 0 16,-1-4 0-16,-2 2 0 0,1-5 0 0,-1 0 0 16,1 1 0-16,-1-4 0 0,1 4 0 0,1-3 0 0,1-1 0 0,-2 2 0 15,2 0 0-15,-1-3 0 0,1 1 128 0,-1 0 0 16,1-2 16-16,0-1 48 0,0 1 224 0,0-1 48 0,0 0 16 0,1-3 32 15,-1 1-64-15,1-1 0 0,2 0-16 0,-2 0 32 16,2 0-16-16,-2-3-16 0,1 1 0 0,1 1 32 16,-1-2 112-16,1 3 32 0,0-3 0 0,-1 1 32 15,0 2-256-15,1 0-64 0,-1 1-16 0,-1 1 0 16,1 2-112-16,-2 2 0 0,1-1-16 0,-2 3 32 16,1 0-208-16,-2 0 0 0,1 2 0 0,0 0 128 15,0 2-128-15,-1-2 0 0,1 4 0 0,0-2 0 16,1-1-224-16,-1 4 32 0,1-3 16 0,0 2 48 15,0-1-16-15,0 2 0 0,-2-2 0 0,2 3 144 16,0-2-192-16,0 1 64 0,0 1 128 0,0 0-176 16,0-3 176-16,0 3 0 0,0 0 0 0,0 3 128 15,0-3-128-15,0 0 0 0,0 0 0 0,0 0 128 16,0 0-128-16,0 0 144 0,-6 19-144 0,5-15 160 0,-1 1 32 16,0 1 0-16,0-2 0 0,-1 0 0 0,1-1 128 0,-1 2 16 15,0 2 16-15,0-4 0 0,1 1-208 0,-2 1-144 16,0-1 192-16,1 2-192 0,-2-3 0 0,0 4 0 15,0-1 0-15,-1 0 0 0,-1 0 0 0,0 2 0 16,0 0-128-16,-2 2 128 0,-1-1-256 0,-1 3 64 16,0-2 0-16,-2 2-6080 0</inkml:trace>
  <inkml:trace contextRef="#ctx0" brushRef="#br0" timeOffset="44299.79">23316 9865 5519 0,'-1'-3'496'16,"1"3"-496"-16,0 0 0 0,0 0 0 0,0 0 704 0,1 0 32 15,1 1 16-15,-1-1 0 0,1 2-480 0,1 1-80 16,2 1-32-16,1 2 0 0,1 0-160 0,1 1 0 16,2 2 0-16,1-3 0 0,2 4 336 0,1-1-16 15,3-2 0-15,2-1 0 0,1 3 176 0,1-3 16 0,2 4 16 0,3-2 0 16,1 4-528-16,-6-2-272 0</inkml:trace>
  <inkml:trace contextRef="#ctx0" brushRef="#br0" timeOffset="50402.38">1892 15802 13823 0,'2'0'1216'0,"3"0"-960"16,0 0-256-16,0 0 0 0,0 0 176 0,1 0-16 15,7-2 0-15,5 1 0 0,9-2-160 0,7 1 0 16,4-2-192-16,2 0 192 0,-1 1-128 0,0 0 128 15,3-1 0-15,1 2 0 0,2 2 0 0,2 0-144 0,3 2 144 0,1 2 0 16,0 0-128-16,-1 2 128 16,-1 0 0-16,-2 0 0 0,-1-3 0 0,1 0 0 15,2-3 0-15,1-2 0 0,6-2 0 0,-2-2 0 0,2 0 0 16,-4-6 0-16,-5-2 128 0,-1-5-128 0,-2-3 0 16,-2 0 144-16,-2-3-144 0,-2-1 192 0,1-7-192 0,-4-3 192 15,3-2 240-15,-6-3 48 0,-5 2 16 0,-1 2 0 16,-4 2 176-16,-1 0 32 0,-2 0 16 0,-3-2 0 15,-3 3-336-15,0-2-64 0,-3-4 0 0,-4 1-16 16,-1-2-112-16,-4-4-32 0,-2-1 0 0,0 1 0 16,-2 0 64-16,-3-2 16 0,-2 0 0 0,0-1 0 15,-5-3 16-15,-1-1 16 0,-4 0 0 0,-3-1 0 16,-2 0-272-16,-1 7 0 0,1 3 0 0,-7 1 0 16,-3-4 0-16,-6 4 0 0,0-1 0 0,-3 3 0 0,0 3 0 15,0 3 0-15,1-1-192 0,1 5 192 0,1 2-144 0,-3 3 144 16,-3-2-128-16,1 7 128 0,-3 2-192 0,-5 4 64 15,-4 8 0-15,-3 6 0 16,-1 1-352-16,1 10-64 0,1 2-16 0,-1 6 0 0,-6 6 176 0,2 7 48 16,3 3 0-16,3 3 0 0,5 3 336 0,5 3-176 15,4 3 176-15,7 2-128 0,3 0 128 0,3 9 0 16,2 14 0-16,4 5 0 0,4 7 0 0,6-5 0 16,4 0 0-16,7 16 0 0,5 15 0 0,7 2 0 15,3-2 0-15,8 1-8000 0</inkml:trace>
  <inkml:trace contextRef="#ctx0" brushRef="#br0" timeOffset="55502.85">4261 15577 20271 0,'-4'-2'1792'0,"3"2"-1424"16,0 0-368-16,1 0 0 0,1 0 0 0,0 0-192 15,-1 0 32-15,2 0 0 0,-1 0 160 0,1-3-128 16,2 2 128-16,-4 1-128 0,0 0 128 0,25-16 0 0,-13 7 0 0,3 3 0 15,1-4 0-15,3 2 0 0,-3 1 0 0,4 1 0 16,4 0 0-16,5 1 0 16,0 3 0-16,1-2 0 0,1 1 0 0,-1 1 0 0,1 1 128 0,1-4-128 15,-1 1 0-15,2 0 0 16,3 1 0-16,1 0 128 0,0 1-128 0,3 4-192 0</inkml:trace>
  <inkml:trace contextRef="#ctx0" brushRef="#br0" timeOffset="56783.5">24946 7674 6447 0,'-4'-2'576'0,"2"-1"-576"0,1 2 0 0,2 1 0 15,0 1 320-15,2 2-32 0,0-1-16 0,4-1 0 16,2 2 272-16,6 1 48 0,5 2 16 0,7 0 0 16,3-2 256-16,1 1 48 0,0-2 16 0,0-3 0 15,-2 3-48-15,-1-3-16 0,-1 1 0 0,-1 1 0 16,0 1-608-16,0-2-112 0,-2 3-16 0,1 1-128 16,-1 1 0-16,-3-2-304 0,-3 2 48 15,0 0 0-15</inkml:trace>
  <inkml:trace contextRef="#ctx0" brushRef="#br0" timeOffset="66334.64">24252 7745 6447 0,'0'-2'576'0,"2"2"-576"15,-1 0 0-15,1 0 0 0,1 0 384 0,1 0-48 16,1-1 0-16,2 0 0 0,5-2-32 0,7 2-16 0,6-4 0 0,4 2 0 16,5-4 16-16,2 1 0 0,2 2 0 0,1-4 0 15,3 2-304-15,-1-2 0 0,-2 2 0 0,-5 0 0 16,-5 0 0-16,-3 2 0 0,-3-2-160 0,-3 2 160 15,-2 2-992-15,-1-1-80 0,-4 2-16 0,-2-2 0 16,-1 0 848-16</inkml:trace>
  <inkml:trace contextRef="#ctx0" brushRef="#br0" timeOffset="66518.75">24538 7539 11055 0,'-6'-3'976'0,"1"3"-784"0,3 0-192 0,0 2 0 0,1 2 608 0,0 2 80 16,-3 0 16-16,-1 4 0 0,-2 9 192 0,-1 3 32 16,2 6 16-16,2 1 0 0,2 3-448 0,-1-1-96 15,3-1-16-15,0 0 0 0,2-1-384 0,-1-1 0 16,3 1 0-16,1-1 0 0,2 4-160 0,2 2-16 16</inkml:trace>
  <inkml:trace contextRef="#ctx0" brushRef="#br0" timeOffset="67184.34">26235 7751 4607 0,'-9'-3'400'0,"3"2"-400"0,0 1 0 0,2 0 0 16,3 0 736-16,-1 0 64 0,2 0 16 0,-1-2 0 15,-1 0 272-15,-1 1 48 0,1 1 16 0,1-1 0 16,2 1-320-16,0-3-64 0,-1 3-16 0,0 0 0 15,0 0-112-15,0 0-32 0,25 3 0 0,-18-3 0 16,1 1 32-16,0 0 0 0,2 3 0 0,0-3 0 16,1 2 80-16,2-1 32 0,0 2 0 0,2-2 0 15,1 0-192-15,3 0-48 0,2 1 0 0,0-3 0 16,1 1-224-16,0-1-48 0,0 2-16 0,-2-4 0 16,0 2-224-16,-3-1 0 0,-1 1 128 0,-2-3-128 0,-3 3 0 15,-1-2 0-15,-3 2 0 0,0-2-160 16,-2 2 32-16,-3 0 0 0,-1 0 0 0,-1 0-10480 15</inkml:trace>
  <inkml:trace contextRef="#ctx0" brushRef="#br0" timeOffset="68099.16">25080 7753 8287 0,'-5'2'736'0,"1"0"-592"0,3 0-144 0,1 2 0 16,1-1 304-16,0-2 16 0,1 3 16 0,0 2 0 15,0 2-336-15,3 1 144 0,4 2-144 0,3 0 0 16,2-3 192-16,3-2-192 0,2 0 192 0,-1-3-192 15,2-3 192-15,-1-3-192 0,-2 1 192 0,0-3-192 16,-2 0 160-16,-2 1-160 0,-3-2 128 0,-2 0-128 16,-2-2 192-16,-2 2-32 0,-1 0-16 0,-3-3 0 15,-3 6 208-15,-1-6 32 0,-2 3 16 0,0 0 0 16,-4-1 80-16,-1 1 16 0,-1 1 0 0,-2 0 0 16,0 2-256-16,0 0-48 0,-3 3-16 0,4 3 0 0,-1 0 48 15,2 3 16-15,2 3 0 0,1 1 0 0,3 2-64 16,2 1-16-16,2-1 0 0,2-1 0 0,4 0-160 0,1 0 160 15,3 1-160-15,2-5 160 0,3-1-160 16,0-1 0-16,3-1 0 0,0-3 0 0,0-1 0 16,0-1 128-16,1-3-128 0,-3-1 128 0,2-1 80 0,-2-1 16 15,0-2 0-15,-3 2 0 0,-1-6 80 0,-2 2 16 16,0 0 0-16,-3 0 0 0,-2 0-64 0,-1-2-16 16,-4-2 0-16,0 2 0 0,-4 0 112 0,-2 1 32 15,1-1 0-15,-4 0 0 0,-2 2 192 0,0 1 64 16,-1 3 0-16,1 1 0 0,-1 6-320 0,0 0-48 15,3 6-16-15,0 1 0 0,1 5-256 0,3 3 0 16,1 5 0-16,4-1 0 0,4-1 0 0,4 0-224 16,4-1 16-16,8-6 0 0</inkml:trace>
  <inkml:trace contextRef="#ctx0" brushRef="#br0" timeOffset="73252.56">3728 15527 11967 0,'-5'1'1072'0,"2"1"-864"0,0-2-208 0,3 0 0 0,1 1 640 0,1-1 96 15,-2 2 16-15,1 1 0 0,2 1-320 0,4 2-64 16,4 1-16-16,5-1 0 0,5 1-224 0,2 2-128 16,6-3 128-16,3 0-128 0,3 0 192 0,3-2-16 15,3 2-16-15,-2-3 0 0,-2 0 208 0,1 0 32 16,-1-3 16-16,1 0 0 0,0 0 96 0,3-3 0 15,-1 3 16-15,-1-3 0 0,1-2-64 0,-1 1-16 16,2-2 0-16,-3-2 0 0,-5 3-112 0,-5 2-16 0,1-1-16 0,-6 2 0 16,-2-2-176-16,-2 1-128 0,-6 3 192 15,0-1-192-15,-5 1 0 0,0 0 0 0,-2 1 0 16,-2-1 0-16,-2 3 0 0,-1-3 160 0,-2 1-160 0,-1 2 128 16,-2-1 192-16,-2-2 48 0,-2 4 0 0,0-4 0 15,-2 2 384-15,-1-1 80 0,-1 2 0 0,0-1 16 16,-2 2-256-16,1 0-48 0,0 0-16 0,0 0 0 15,-2 0-144-15,1 2-16 0,2 1-16 0,0-1 0 16,2 0 48-16,1 0 16 0,2 0 0 0,1 2 0 16,1-2-32-16,0 0-16 0,2 0 0 0,2 0 0 15,2 1-368-15,4-1 0 0,1 1 0 0,7-1-14912 16</inkml:trace>
  <inkml:trace contextRef="#ctx0" brushRef="#br0" timeOffset="78583.77">26787 10440 4607 0,'-3'-9'400'0,"0"4"-400"0,1 1 0 0,1 0 0 0,2 2 144 0,-1-1-144 15,1 2 160-15,0-1-160 0,0-2 592 0,2-2 32 16,1-1 0-16,-1-1 0 0,2 0 0 0,0 2 0 15,1 0 0-15,-1 0 0 0,3 2-320 0,-1-1-64 16,3 4-16-16,2-3 0 0,2 4-224 0,5 0 176 16,2 4-176-16,3 2 160 0,5 2-160 0,4 3 0 0,6 2 0 0,5 2 0 15,6 5 0-15,0 0 0 16,-5-2 0-16,0 3 0 0,6-3 0 0,4 3-176 0,4-3 176 16,3 2-128-16,-4-5 128 0,-5-2 0 0,-5-6 0 0,-8-1 0 15,-7-6 0-15,-4-4-160 0,-3-2 160 0,-4-3 0 16,-4-1 0-16,0-5 0 0,-3 2 0 0,-3-2 0 15,-1-1 0-15,-3 0 128 0</inkml:trace>
  <inkml:trace contextRef="#ctx0" brushRef="#br0" timeOffset="87250.1">5645 15575 8287 0,'-9'3'736'0,"3"2"-592"0,1-1-144 0,3 0 0 16,0-2 368-16,2 0 32 0,2 0 16 0,-1 2 0 16,0 2 16-16,4 3 0 0,2-2 0 0,5 2 0 15,5-3-240-15,4-2-32 0,6-2-16 0,5 2 0 16,7-4-16-16,4 2-128 0,9 2 192 0,3-2-64 16,6 2 96-16,0 5 16 0,0 1 0 0,5 2 0 15,1 4 80-15,6 0 32 0,3 0 0 0,2-1 0 16,-1 2-352-16,-2-2 0 0,-3-2 0 0,0-4 128 15,3-1-128-15,4 1 0 0,3-3 0 0,-5-4-128 16,-3-2 128-16,-4-5 0 0,0-1 0 0,3 0-128 0,2-2 128 16,-2 0 256-16,-1-2-64 0,-7-4-16 15,-1-3 560-15,0 0 112 0,0-6 32 0,0 1 0 0,-1-3 272 16,-5-2 64-16,-4-1 16 0,-7-2 0 0,-4-1-288 0,-4-1-64 16,0 0-16-16,-2-1 0 0,-3 3-384 0,0-1-80 15,0 0-16-15,1-1 0 0,5 0-144 0,-2-3-48 16,-2-3 0-16,-3-1 0 0,-2-1 144 0,-4-1 32 15,-2 0 0-15,-3-4 0 0,-1 1-144 0,-1-1-32 16,-1 5 0-16,-1 1 0 0,-2 0-16 0,-2 0-16 16,-2 1 0-16,-2 0 0 0,-2-2 208 0,-5 1 32 15,-1-5 16-15,-4 2 0 0,-1 5-144 0,-4 1-16 16,-3-1-16-16,-2 0 0 0,-4 5 80 0,-3 0 0 16,-2 0 16-16,-3 1 0 0,0-1-128 0,-2 1-16 15,-2-1-16-15,-2 1 0 0,-1-2-176 0,-3 3 0 0,-6 0 0 16,-1 1 0-16,8 6 0 0,-3-1 0 0,-4 0 0 0,-3 1-176 15,-3-1 176-15,-1 0 0 0,2 2-144 0,-2-2 144 16,0 1 0-16,-4-2 0 0,-3-1 0 0,-2 2 0 16,-3-2 0-16,-1-3 0 0,1 4 0 0,1-1 0 15,3 3 0-15,-2 1-144 0,-4 2 144 0,-4 1 0 16,-4 6 0-16,4 0 0 0,-1 5 0 0,0 4 0 16,5 0-176-16,-4 4 176 0,0 0-160 0,-4 4 160 15,-1 5-160-15,2 1 160 0,5 6-160 0,1 0 160 16,3 3-256-16,0 5 64 0,-1-1 0 0,1 2 0 15,2 1 192-15,-1 3-192 0,1 2 192 0,4 1-192 16,5 0 192-16,3 1 0 0,4-3-160 0,-1 5 160 0,-2 4 0 16,-1 6 0-16,2 5 0 0,0-1 0 0,3 1 0 0,4 0 0 15,2-5 0-15,3 1 0 0,2-1 0 16,1 0 0-16,2 1 0 0,1 2 0 0,-1 1 0 0,2 0-176 16,-1-2 176-16,1-2-192 0,5-5 192 15,-1-1 0-15,1-5 0 0,2-1 0 0,1 1 0 0,1 1-128 16,1-1 128-16,2 7 0 0,3 1 0 0,2 2 0 15,4-2 0-15,5-2 0 0,1-5 0 0,5-3 144 16,3-1-144-16,3-5 160 0,2-4-160 0,2-1 0 16,4 2 0-16,3-5 0 0,1-2 0 0,3 4 0 15,0-5 0-15,2 1 0 0,0-4 0 0,0 2-176 16,1-5 176-16,3-2-14160 0</inkml:trace>
  <inkml:trace contextRef="#ctx0" brushRef="#br0" timeOffset="95482.57">27181 8493 2751 0,'-3'-3'256'0,"1"3"-256"16,0-2 0-16,1 1 0 0,0 1 448 0,0 0 32 15,-2 0 16-15,0-3 0 0,-1-1 288 0,-2 2 64 16,1-1 16-16,0 2 0 0,2-2-64 0,1 3-16 16,1 0 0-16,2 0 0 0,1 0-176 0,2 1-32 15,1 1-16-15,1-1 0 0,3 4-176 0,-1-1-48 16,1 2 0-16,0 0 0 0,-1 1 0 0,0 3 0 15,-1-2 0-15,1 2 0 0,-2 2-336 0,0 0 0 16,0 2 0-16,-1 0 128 0,0 1-128 0,0 0 0 0,0 1 0 16,-1 0 128-16,1 0 16 0,-2 0 16 15,1 0 0-15,1 3 0 0,-1-3 272 0,-2 0 48 0,2 0 16 16,0-1 0-16,-1-2-112 0,1 0 0 0,0-3-16 16,1 1 0-16,-2-5-176 0,2 0-48 0,0-2 0 15,0-4 0-15,1 0 144 0,1-3 32 0,0 0 0 0,0-6 0 16,3-1 912-16,1-2 192 0,3-2 48 0,0-4 0 15,1-1-640-15,1-3-128 0,0-1-32 0,-1 1 0 16,1-3-352-16,-3 2-80 0,1-2-16 0,-3 3 0 16,-2 3-224-16,-3 1-208 0,-1 4 32 0,-2 2-12544 15</inkml:trace>
  <inkml:trace contextRef="#ctx0" brushRef="#br0" timeOffset="112754.92">5598 15991 8287 0,'-10'-12'736'0,"3"0"-592"0,2 2-144 0,2 4 0 0,2 2 0 0,2 2 0 16,0-2 0-16,1-2 0 0,1-6 128 0,4-1-128 15,1-3 128-15,3 1-128 0,4-1 0 0,1 2 0 16,3 2 0-16,2 2 0 0,2-2 0 0,3 2 0 16,4 1 0-16,3 3 0 0,3-1 0 0,5 4 0 15,5 1 0-15,3 4 0 0,4 1 0 0,1 4 0 16,0 2 0-16,2 0 0 0,-4-1 192 0,3 3-32 15,8 1-16-15,6 6 0 0,3 3-144 0,-1 1 0 16,-3 3 0-16,0-2 0 0,1-2 0 0,3-5 0 16,3-2 0-16,-2-2 0 0,-5-2 0 0,-4 1 0 15,2-3 128-15,3-2-128 0,4 3 224 0,1-3-32 0,3-3-16 16,-4 4 0-16,-8-4 128 0,0-3 16 0,0 0 16 16,2 0 0-16,1-3 288 0,-1 0 48 0,-2-1 16 0,-4-2 0 15,-8 3 144-15,-2-2 48 0,-2-2 0 0,-2 0 0 16,2 1 160-16,-2-3 48 0,2 3 0 0,-5 0 0 15,-4 1-96-15,-7 0-16 16,-4 1 0-16,-1 0 0 0,-4 0-80 0,-3-3-32 0,-1 2 0 0,-3 0 0 16,-1-1-32-16,-1-1 0 0,-2 1 0 0,0 0 0 15,-2-1-368-15,-1 1-80 0,-2 2 0 0,1-2-16 16,-3 3-368-16,1 0-240 0,-4-1 48 0,1 2-13680 16</inkml:trace>
  <inkml:trace contextRef="#ctx0" brushRef="#br0" timeOffset="129983.21">29330 8431 911 0,'-3'-1'0'0,"1"1"0"0,1-3 0 0,1 3 0 16,0 0 160-16,0 0-160 0,0-2 192 0,-3 1-192 16,2-2 0-16,-2-1 0 0,1-2 0 0,1 0 0 15,-2 2 0-15,2-2 0 0,1 0 0 0,0 0 0 0,1 0 0 0,-1-1 128 16,3 1 0-16,-1-1-128 15,1 1 768-15,2-3 32 0,0 3 16 0,2-2 0 16,3 0-208-16,1-2-32 0,3 0-16 0,3-2 0 0,3-3-176 0,4-1-48 16,7 0 0-16,5-1 0 15,4 1 16-15,2 2 0 0,0 1 0 0,1 6 0 0,-2 1-16 0,2-1 0 16,4 5 0-16,9 2 0 0,13 2-128 0,6 5-16 16,2-1-16-16,-4 1 0 0,-11 2-176 0,2 1 0 15,3 2 0-15,2 4 0 0,4-1 0 0,-2 1 0 16,-3 3 0-16,-6 0 0 0,-11 1 0 0,-4 1 0 15,-3 3 0-15,-3 3 128 0,-2 5-128 0,-3 6 0 16,-3 9 0-16,-2 7 0 0,-5 2 128 0,-5 3-128 16,-5-4 0-16,-5-4 128 0,-3 0-128 0,-7-1 0 15,-3 7 0-15,-7 3 128 0,-3-4-128 0,-6-5 0 16,-1-5 144-16,-2-7-144 0,-2-4 624 0,-3-3 48 0,0-2 16 16,-5 1 0-16,1-3 176 0,-1 1 32 15,0-3 16-15,0-2 0 0,1 1-272 0,2-3-48 16,-1 1-16-16,2 1 0 0,-1 0-240 0,0 1-48 0,4-3-16 0,-1 0 0 15,3-3-112-15,2-1-32 0,0-2 0 0,3 0 0 16,1-1-128-16,2-4-176 0,0 2 48 0,3-3 0 16,3-2 0-16,0 1 0 0,2-3 0 0,1-2-8736 15</inkml:trace>
  <inkml:trace contextRef="#ctx0" brushRef="#br0" timeOffset="130349.18">30579 9461 17503 0,'-7'-14'768'0,"3"6"176"0,0 2-752 0,0 2-192 16,3 1 0-16,0 3 0 0,-1 3 1104 0,0-3 192 16,-3 0 48-16,-1 0 0 0,-3 4-640 0,-3-2-112 15,-2 4-16-15,-1 2-16 0,1 4-560 0,-4 0 0 16,0 1 0-16,0 3 0 0,0 2 0 0,-1 2-192 16,2 1 48-16,0 1 16 0,1 4 128 0,3-3-192 0,3-1 192 15,4-1-192-15,4-1 192 0,3-2 128 0,4-2-128 0,2 0 176 16,4-3 464-16,5-1 112 0,5-2 16 0,4-3 0 15,5 2 320-15,3-3 64 0,3 1 0 0,4-1 16 16,0-3-720-16,1 1-128 0,1 1-48 0,-3-1 0 16,-5-2-272-16,-2-2 128 0,-3 0-128 0,-3 0 0 15,-3 0 0-15</inkml:trace>
  <inkml:trace contextRef="#ctx0" brushRef="#br0" timeOffset="134950.5">29487 7737 6447 0,'0'0'576'0,"0"0"-576"15,1 0 0-15,0 0 0 0,2 0 0 0,-1 0 0 16,2 0 0-16,2 0 0 0,4 1 144 0,2 2-16 15,6-3-128-15,0 2 192 0,4 2 0 0,3 0 0 16,4-2 0-16,-1 2 0 0,1-2 112 0,-2 2 16 16,1-4 0-16,4 3 0 0,3-3 48 0,3-3 16 0,6 3 0 0,1-4 0 15,4 2-48-15,-4-4 0 0,-1 2 0 0,-5-1 0 16,-4 1 64-16,-7 1 16 0,-2-3 0 0,-5 2 0 16,-3 1-224-16,-5 0-64 0,-2-1 0 0,-2 1 0 15,-3 1-128-15,-2 1 160 16,-2 1-160-16,0-3 160 0,-4 3-160 0,-1 3 0 0,-1-3 0 0,-2 3 0 15,-2 0-144-15,-2 2-16 0,-1 0 0 0,-2 1 0 16</inkml:trace>
  <inkml:trace contextRef="#ctx0" brushRef="#br0" timeOffset="137405.44">10448 15770 7359 0,'-3'-5'656'0,"1"1"-528"16,0 2-128-16,2 1 0 0,0 1 896 0,0 0 128 0,-1-4 48 0,0-1 0 16,-2-2-224-16,2-2-32 0,1 2-16 0,1-2 0 15,2 0 96-15,1 2 0 0,3 1 16 0,2 0 0 16,3-3-240-16,3 3-48 0,2 1-16 0,6-4 0 16,0 3-48-16,4 0-16 0,3-2 0 0,1 0 0 15,2 1 368-15,7-1 80 0,3 0 16 0,5-2 0 16,5-1 288-16,3 0 64 0,5 0 16 0,-2 0 0 15,-6-1-352-15,-2 0-64 0,-2 1 0 0,0-1-16 16,1-4-480-16,1 1-80 0,-4 3-32 0,0-1 0 16,-1 2-48-16,-2-1-16 0,-2 1 0 0,-5 3 0 0,-4 0 80 15,-8 1 16-15,-2 1 0 0,-7 3 0 16,-3 1-144-16,-3 2-32 0,-3 0 0 0,-3 4 0 0,-1 0-208 0,-3-1 0 16,-1 4 0-16,-2 1 0 0,0-2 0 0,-1 2-160 15,0 1 32-15,2-3-16624 16</inkml:trace>
  <inkml:trace contextRef="#ctx0" brushRef="#br0" timeOffset="142799.49">31340 10223 12895 0,'13'-4'1152'0,"-1"-1"-928"0,-1 4-224 0,-3 1 0 16,-1 0 800-16,3-3 112 0,9 0 32 0,14-1 0 15,15-2-160-15,10 0-16 0,5-1-16 0,-1 4 0 16,-4 1-256-16,-1 4-48 0,1 1-16 0,4 4 0 15,2-1-224-15,1 1-32 0,-2 2-16 0,-6-2 0 16,-9 2 32-16,-5-2 16 0,-2 2 0 0,0-3 0 0,1 3 48 16,0-3 0-16,0 1 0 0,-1 0 0 15,-3-1 80-15,-3 0 32 0,-3-2 0 0,-4-1 0 16,-3 2-48-16,-4-1-16 0,-4-1 0 0,-3-2 0 16,-3 1-96-16,-4 1-16 0,1-3 0 0,-4 1 0 0,-2-1-48 0,-1-1-16 15,-1 1 0-15,-1-3 0 0,-1 3-128 0,-5-3 0 16,1-2 0-16,-4 1 0 0,2-2-320 0</inkml:trace>
  <inkml:trace contextRef="#ctx0" brushRef="#br0" timeOffset="149967.12">31720 8437 4607 0,'-1'-1'400'0,"0"-2"-400"15,1 3 0-15,0 0 0 0,0 0 576 0,0-2 16 16,0 1 16-16,-2 1 0 0,2-3 304 0,0 1 64 16,-1 1 16-16,1 1 0 0,0 0-48 0,0 0-16 15,0 0 0-15,0 0 0 0,0 0-304 0,0 0-64 16,0 0-16-16,0 0 0 0,17 13-144 0,-12-4-16 15,0-3-16-15,0 4 0 0,0 0-144 0,0 2-32 0,0 0 0 0,0-2 0 16,-1 3 0-16,-1 0-16 16,0 0 0-16,-1 2 0 0,1-2 352 0,-2 2 80 15,2-3 16-15,-2 1 0 0,0 0 144 0,1 0 16 0,0-3 16 0,-1 2 0 16,0-5-96-16,2 2 0 0,-2 0-16 0,0-3 0 16,0-2 32-16,2-1 16 0,-2 1 0 0,0-2 0 15,1-2 224-15,0 0 32 0,-1-2 16 0,2-2 0 16,0 1-64-16,1-1-16 0,0-5 0 0,2-1 0 15,0 2-544-15,2-5-96 0,2 0-32 0,1-3 0 16,2-3-256-16,3-3 0 0,4-3-128 0,1-1-10640 16,3-2-2128-16</inkml:trace>
  <inkml:trace contextRef="#ctx0" brushRef="#br0" timeOffset="156850.15">11826 15599 9215 0,'-3'0'816'0,"0"0"-656"15,2 0-160-15,1 0 0 0,0 0 320 0,0 0 16 16,-1 0 16-16,-2 0 0 0,1 0 288 0,-1-2 48 16,2 0 16-16,1 2 0 0,0 0-176 0,0 0-16 15,0 0-16-15,12-17 0 0,-5 14-144 0,0 0-32 16,2 2 0-16,1-1 0 0,1-1-128 0,2 2-48 15,3 1 0-15,3-3 0 0,2 2 48 0,4 1 16 16,4-1 0-16,2 1 0 0,3 0 208 0,-3 0 32 16,2 0 16-16,0-1 0 0,2 1 240 0,3 0 32 0,3-4 16 15,2-1 0-15,3 1 48 0,1-2 16 0,5-1 0 0,0-2 0 16,-3 3-176-16,-3-3-16 16,-3 3-16-16,1 1 0 0,-2 0-320 0,0 1-64 0,0 1-16 0,-3 0 0 15,0 0-208-15,-3 3 128 0,-2 0-128 0,-3-3 0 16,-4 6 144-16,-3-3-144 0,-2 0 128 15,-6 0-128-15,-1 0 448 0,-4-3 16 0,0 1 0 0,-3 0 0 16,-1-1 240-16,-1-4 32 0,1 1 16 0,-1 0 0 16,0-3-752-16,0 0 0 0</inkml:trace>
  <inkml:trace contextRef="#ctx0" brushRef="#br0" timeOffset="163882.23">13831 15382 6447 0,'-13'4'576'0,"4"1"-576"0,1-2 0 0,6 1 0 15,0-4-208-15,-1 2-160 0,-5 2-16 0,-5 2-16 16,-5 3 400-16,0 1 0 0,-1-3 144 0,3-1-144 16,4 1 128-16,1-5-128 0,1 2 0 0,1-4 0 15,2 0 0-15,-1-3 0 0,2 2 0 0,1-3-144 16,-1 2 144-16,0-2 0 0,0 2 0 0,-1-2 0 15,3 2 0-15,-1-2 0 0,1 1 0 0,1 1 0 0,1 1 176 0,-1-2 64 16,2 2 16-16,0 0 0 0,1-1 736 0,0 0 160 16,1 1 16-16,2-2 16 0,0 1-112 0,1 1-32 15,2-2 0-15,0-1 0 0,2 2-624 0,-1-1-128 16,3 2-32-16,-1-1 0 0,1 1-256 0,1-1 160 16,0 1-160-16,1 2 128 0,2-1 32 0,0 2 0 15,2 1 0-15,0-3 0 0,4 4 224 0,-1-2 64 16,4-2 0-16,1 2 0 0,4 0 112 0,2-2 16 15,5 0 16-15,2 0 0 0,5 0-32 0,1 0-16 16,2 0 0-16,-2 0 0 0,1-2-224 0,-4 0-32 16,-1 0-16-16,1-1 0 0,5 2-144 0,2 2-128 15,5 2 192-15,-1-1-192 0,2 2 160 0,0 2-160 16,-4-2 128-16,1-2-128 0,-1 0 256 0,1-2-16 16,-1 0-16-16,4 0 0 0,3 1 32 0,0 3 0 0,2-1 0 15,-4 0 0-15,-3 3-112 0,-3-2-16 0,0-2 0 16,-1 2 0-16,0-2-128 0,2 3 0 0,3 0 144 0,-1 1-144 15,3 2 176-15,-5-3-48 0,-2 0 0 16,-1 0 0-16,-2-5 576 0,5 0 128 0,1 0 0 0,3-3 16 16,2 1-176-16,-2 1-32 0,0 1-16 0,-5-3 0 15,-6 2-256-15,-3 1-48 0,-5-1-16 0,4 1 0 16,2-2-48-16,2 4-16 0,0 0 0 0,-1 1 0 16,3 3-240-16,-4-3 176 0,0 4-176 0,-5-5 160 15,-2 2-160-15,-6-3 160 0,-1 0-160 0,-4-2 160 16,-2 1 592-16,-3-1 112 0,0-3 32 0,-4 2 0 15,1-2-416-15,-4-1-80 0,-2 1-16 0,0-3 0 16,-1 2-96-16,-2-1-32 0,-1 2 0 0,-2-2 0 0,1-2-32 16,-3 3-16-16,0-1 0 0,-2 3 0 0,0-4-208 0,0 4 0 15,-1-1 0-15,-1 1 0 0,1 3 0 0</inkml:trace>
  <inkml:trace contextRef="#ctx0" brushRef="#br0" timeOffset="173300.06">27485 10219 4223 0,'-1'0'0'16,"1"0"0"-1,0 0 0-15,-2 0 0 0,2 0 0 0,0 0 0 16,-1 0 0-16,1 0 0 0,-1 0 0 0,0 0 0 16,-1 0 0-16,2 0 0 0,0 0 0 0,0 0 0 15,0 0 0-15,0 0 0 0,0 0 0 0,0 0 0 16,0 0 0-16,0 0 0 0,0 0 0 0,0 0 0 15,0 0 0-15,0 0 0 0,0 0 0 0,0 0 0 0,0 0 0 0,0 0 0 16,-21 16 0-16,16-10 0 0,0 1 288 0,-1-1 112 16,0 4 32-16,0-1 0 0,-1 0-96 0,-1 1-16 15,-1 2 0-15,2-2 0 0,-2 3-320 0,2-3 0 16,1-1 0-16,0 0 0 0,-1-1 0 0,2 0-160 0,2-2 16 16,-1 1 0-16,2-4-64 0,-1 0-16 0,3 0 0 15,-1 0 0-15,3-3 224 0,1 0 0 0,2 0-160 16,1-3 160-16</inkml:trace>
  <inkml:trace contextRef="#ctx0" brushRef="#br0" timeOffset="173649.84">27422 10270 3871 0,'2'-3'160'0,"-1"2"48"0,2 0-208 0,-2 0 0 16,0 1 0-16,-1-3 0 0,0 2 160 0,2 1-16 15,-1-3 0-15,1 0 0 0,2 0-144 0,0 0 0 16,1-2 0-16,0 1 0 0,0 1 512 0,1 2 192 16,1-1 16-16,2 2 48 15,0 2-1472-15,0 1-320 0,1 0-48 0,1 1 0 0,2 2 1232 0,-2 0 240 16,1 2 48-16,1 0 32 0,-2-1-160 0,0 1-48 15,0-2 0-15,-1 2 16 0,1-2-96 0,-2 0 0 16,-1 0-16-16,-1 1 16 0,-1-4 0 0,-1 0 0 16,-2 1 0-16,-1-2 0 0,-1-2 240 0,-1 1 32 15,0 2 16-15,-3-3 0 0,1 0-224 0,-2 0-32 16,1 2-16-16,-1-2 16 16,4 0-640-16,0 0-128 0,-22 1-32 0,8-2 16 0</inkml:trace>
  <inkml:trace contextRef="#ctx0" brushRef="#br0" timeOffset="175802.31">30501 9455 6447 0,'1'-3'576'0,"-1"2"-576"16,0-1 0-16,0 0 0 16,1 2-512-16,-1 0-224 0,1 0-32 0,-1 0-16 0,2-2 784 0,0-1 256 15,-1 2 0-15,3-4 0 0,-1 2 64 0,-1-1 32 16,2-2 0-16,-3 2 0 0,2-1 32 0,-2 1 16 16,0 1 0-16,0-2 0 0,-1 0 176 0,0 0 16 15,0 1 16-15,-1 0 0 0,0 2 144 0,0-2 16 16,-3 2 16-16,0-1 0 0,0 2-16 0,1 1 0 0,-2 0 0 15,-1 0 0-15,-1 0-80 0,1 4-32 0,0-2 0 0,0-1 0 16,-2 2-96-16,1-1-32 0,1 2 0 0,-3 0 0 16,2 1-16-16,-1 0-16 0,0 1 0 0,-1 3 0 15,0 0-240-15,-1 4-64 16,-1 0 0-16,-1 5 0 0,0-1-192 0,-2 5 0 0,-1 3 0 16,0 2 0-16,0 2 0 0,1-3 0 0,0 2 0 0,0-3 0 15,3 1 0-15,3-6 0 0,0 1 0 16,3-5 0-16,2 0 208 0,1-4 0 0,4 0 0 15,-1-4 0-15,2 1 96 0,1-3 16 0,1 0 0 0,0-2 0 16,1-2-80-16,0-2-16 0,1 1 0 0,-1-2 0 16,0 1 336-16,1-2 64 0,0-2 16 0,1-1 0 15,0 1-16-15,0-2 0 0,1 0 0 0,2 0 0 16,-1-1-176-16,2 3-16 0,1-5-16 0,0 3 0 0,3-2-96 16,1 2-32-16,1 0 0 0,1 1 0 0,2 1-288 15,0 1 0-15,1-2-128 0,1 1 128 0,1 3-160 16,-1-2 160-16,1 1-160 0,-1 2 160 0,-2-2-320 15</inkml:trace>
  <inkml:trace contextRef="#ctx0" brushRef="#br0" timeOffset="179733.74">14679 15634 12895 0,'-1'-2'1152'0,"1"2"-928"16,0-3-224-16,1 2 0 0,2 1 192 0,0 0-16 0,1-3 0 0,2 1 0 16,4 1-176-16,4-2 0 0,4 0 0 0,4-1 0 15,6 1 0-15,1 0 0 0,8-2 0 0,2 1 0 16,4 0 0-16,3-2 0 0,5-3 144 0,-2 3-144 15,-1-1 0-15,0 1 128 0,4 0-128 0,5-1 0 16,6 1 128-16,7-1-128 0,3 4 160 0,-4 1-160 16,-9 1 0-16,0 1 0 0,-2 0 0 0,2-3 0 15,3-1 0-15,-1-2 0 0,-1 0 0 0,-7-3-160 16,-3 3 160-16,-8-1 0 0,-4 1 160 0,-2-3-160 16,-1-1 160-16,-3-2-160 0,-1 2 160 0,0-6-160 15,2 1 160-15,-3-1-160 0,-2 0 160 0,0-4-160 16,-1 1 608-16,1-3 32 0,-3 0 0 0,-2 0 0 0,0-6 96 0,-2 0 32 15,-2-1 0-15,-2 0 0 0,0 0-528 16,-4 1-112-16,0-1 0 0,-2 1-128 0,0-3 208 16,-1 3-64-16,-1-1-16 0,-2 1 0 0,1 2 176 15,-2-3 16-15,0 5 16 0,-3-2 0 0,0 1 80 16,-1 3 16-16,-2-4 0 0,-2 1 0 0,-2 0-32 0,-1-1 0 16,0-1 0-16,-4 1 0 0,1 0-240 0,-2-2-160 15,-1-1 192-15,-1 2-192 0,0 1 0 0,-3 0 0 16,-1 1 0-16,-2 3 0 0,-1 0 0 0,-2 1-144 15,-1 4 144-15,-1-2 0 0,-3 3 0 0,-1 1 0 16,-3 1 0-16,0 2 176 0,-2 2-176 0,-3-2 128 16,0 3-128-16,-2 2 128 0,0-2 0 0,-1 3-128 15,1-1 192-15,-1 0-64 0,0-1-128 0,-1 1 0 16,-2 0-160-16,-1 1 160 0,0 3 0 0,-1 0 0 16,2 0-128-16,-1 0 128 0,2 3 0 0,2 0 0 0,1 0 192 15,-2 3-192-15,1 0 0 0,-4 0 0 0,-1 1 0 16,-4 1 0-16,2 0 0 0,-2 0 0 0,-1 1 0 0,3-2 0 15,-2 0 0-15,3-1 0 0,3 0 0 0,0-1 0 16,2 2 160-16,1-2-160 0,0-2 128 0,0 2-128 16,1 0 0-16,0 1 128 0,4-2-128 0,0 1 0 15,0 1 0-15,1-2 0 0,1 1 0 0,2 2 0 16,2 2 0-16,1-2 0 0,1 1 0 0,1 1 0 16,1-1 0-16,-2 1 0 0,2 3 0 0,0-3 0 15,1 2 0-15,-2 0 0 0,2 2-128 0,0 1 128 16,2 0 0-16,-1 2 0 0,1 2 0 0,1-2 0 15,0 3 0-15,1 0 0 0,1 5-176 0,2-2 176 0,2 3 0 16,1 4 0-16,1 0 0 0,3 1 0 0,0 2 0 0,2-3 0 16,1 1 0-16,1 1 0 0,3 2 0 15,0-1 0-15,1-5 0 0,3 1 0 0,2 1 0 0,2 2 0 16,3 3 0-16,2 1 0 0,3 7 0 0,3 2-160 16,1-1 160-16,2 1 0 0,1 1-160 0,2-5 160 15,0-2-128-15,1-3 128 0,0-2 0 0,0-3 0 16,0-2 0-16,-1-3 0 0,-2-5 0 0,1-2 0 15,-1 1 0-15,1-3 0 0,-1-4 0 16,-1 0 176-16,2-1-48 0,-1 0 0 0,2-2-128 0,0 2 0 16,2-2 0-16,-1-1 0 0,2 2-128 0,2-4 128 15,1 3 0-15,0-5-11408 0</inkml:trace>
  <inkml:trace contextRef="#ctx0" brushRef="#br0" timeOffset="190581.95">13752 15691 4607 0,'-10'0'400'0,"2"-2"-400"0,3 2 0 0,2-3 0 15,1 3 288-15,1 0-32 0,1 3 0 0,-1-6 0 0,-1 2 432 0,-1-2 80 16,2 0 0-16,2 0 16 0,2 1-160 0,1-2-48 16,5 0 0-16,4 2 0 0,3-2-256 0,5 0-48 15,6 2-16-15,5-2 0 0,4 2-16 0,6-2-16 16,7 4 0-16,7 0 0 0,2 1-224 0,1 5 144 16,1 3-144-16,8 3 128 0,7 2-128 0,7 2 0 15,7 1 0-15,-3 0 0 0,-8-1 0 0,5-4 0 16,6-2 0-16,6-1 128 0,7 4-128 0,-2-4 160 15,-6 1-160-15,2 2 160 0,7 5 80 0,1 4 16 16,0 2 0-16,-2-1 0 0,-3-2 0 0,2 1 0 16,2 1 0-16,-9-4 0 0,-15-1 32 0,2-5 16 15,3-2 0-15,-2-3 0 0,-7-2-48 0,-9-4-16 16,-6-2 0-16,-4-4 0 0,-6-2 224 0,-1-2 48 16,-1-1 16-16,-4-2 0 0,-2 2 368 0,-4 1 64 0,-4 2 0 15,-4-2 16-15,-7 3 112 0,-4 0 0 16,-4 1 16-16,-5 0 0 0,-2 1-320 0,-3 1-64 0,-1 0-16 0,-2 1 0 15,-2 0-432-15,0-1-80 0,0 0-32 0,0 0 0 16,2 0-160-16,-1-3-192 0</inkml:trace>
  <inkml:trace contextRef="#ctx0" brushRef="#br0" timeOffset="192582.6">8321 14004 8287 0,'-1'-7'736'0,"1"1"-592"16,1 2-144-16,0 1 0 0,0 0 128 0,3 0-128 15,1-5 192-15,4-6-64 0,3-7 272 0,6-5 48 16,8-6 16-16,9-5 0 0,7-4 176 0,6-7 48 0,5-3 0 0,7-10 0 15,3-2-48-15,4-3 0 16,1 3 0-16,15-13 0 0,18-9-112 0,9-10-16 0,-5 3-16 16,9-3 0-16,14-3-288 0,2 0-48 0,-5 5-16 15,-4 1 0-15,3 2-144 0,-10 4 0 0,-10 11 0 0,-2 2 0 16,-2 5 0-16,-3 4-176 0,-7 1 48 0,-11 6 0 16,-9 4 128-16,-6 4 0 0,-4 6 0 0,0 4 0 15,-2 4 0-15,-4 4 0 0,-4 3 0 0,-8 2 0 16,-6 1 0-16,-7 6 176 0,-3-1-48 0,-2 6 0 15,-4 0 0-15,-2 2 0 0,-2 2 0 0,-1 1 0 16,-1 3 192-16,-3-1 48 0,-1 2 0 0,-2 1 0 16,1 1-48-16,-2 2 0 0,1-1 0 0,-2-1 0 0,1 2-144 15,1-1-48-15,-1 2 0 0,1 0 0 16,-2 0-128-16,1-3 192 0,2 3-192 0,0 0 192 16,-1 0-192-16,2 3 0 0,0-3 144 0,1 2-144 0,0-1 0 0,0 2 0 15,1 0 0-15,0 0 128 0,0 3-128 0,2-2 0 16,0 2 0-16,-1 0 0 0,3 0 0 0,0 3-160 15,0 1 160-15,3-3 0 0,-2 4 0 0,4 3 0 16,4 1 0-16,1 1 0 0,4 0 0 0,2 3 0 16,4-3 0-16,2 1 0 0,3 1 128 0,6 4-128 15,5 0 0-15,1 4 144 0,4 2-144 0,1 3 128 16,4 4-128-16,4 3 128 0,6 7 768 0,4 3 128 16,6 5 48-16,0 4 0 15,-4 2-1616-15,1 4-320 0,-1 2-64 0,9 12-16 0,9 13 944 0,0 1 0 16,-4-4 240-16,1-10-48 0,-3-7 0 0,8-1 16 0,2 4 0 0,0-6 0 15,-2-4-208-15,-2-10 144 0,2-2-144 0,-9-7 128 16,-10-3-128-16,-5-1 0 0,-2-3 0 16,1 3-176-16,5 5 176 0,-7 0 0 0,-4-1 0 15,-9-1 128-15,-4-2 816 0,-5-3 160 0,0 1 48 16,1-2 0-16,-2-1-288 0,2 2-48 0,-2-1-16 0,-2 2 0 16,-3-1-112-16,-4-4-32 0,-5 0 0 0,-3-8 0 15,-4 0 176-15,-2-4 16 0,-2-1 16 0,-1-5 0 16,-2-3-336-16,-2-7-64 0,-2 0-16 0,-4-6 0 15,-2 0-32-15,-1-3-16 0,-2 0 0 0,-1-3 0 16,-2-1-400-16,-2 1 0 0</inkml:trace>
  <inkml:trace contextRef="#ctx0" brushRef="#br0" timeOffset="-211679.98">14673 15745 21183 0,'-1'-3'1888'0,"1"-2"-1504"16,1 4-384-16,1-2 0 0,1 3 704 0,2 0 64 16,1-2 0-16,5 0 16 0,6-1-544 0,9 0-112 15,9 3-128-15,8 3 176 0,7 0-176 0,7 4 0 16,7-1 0-16,1 0 0 0,1-2 768 0,3-4 128 16,7-4 32-16,4-2 0 0,8-3 288 0,1-5 48 0,-3 2 16 15,-3-4 0-15,-2 4-640 0,-3-4-128 16,-2 1-32-16,-3 1 0 0,-4-1-480 0,-10 2 0 0,-11 4 0 15,-9 3 0-15,-5 2-272 0,-8 4 48 0,-5 1 16 0,-5 6-14624 16</inkml:trace>
  <inkml:trace contextRef="#ctx0" brushRef="#br0" timeOffset="-210614.25">5909 15679 12895 0,'5'-10'1152'0,"2"4"-928"0,0-1-224 0,-2 5 0 15,1-2 0-15,3-1 128 0,7-5-128 0,10-6 0 16,8-6 0-16,7 0 0 0,1-3 0 0,2 5 0 15,1-2 0-15,2 6 0 0,2-1 0 0,1 3 0 0,6 4 0 16,5 4 0-16,4 2 128 0,2 4-128 16,-2 0 240-16,3 0-48 0,4-2-16 0,7 2 0 0,10 2-32 15,-1-2 0-15,-10-2 0 0,5-2 0 0,8-2 64 16,6 0 16-16,2 2 0 0,-3-2 0 0,-6-5 128 0,1 0 32 16,0-1 0-16,-1 2 0 0,-1 1 96 0,-6-1 32 15,-5 1 0-15,-5-3 0 0,-5 4 0 0,-1 0 0 16,-1 4 0-16,-8 1 0 0,-5 2-112 0,-9 1-16 15,-5 0 0-15,-6 0 0 0,-6 0 96 0,-2 4 16 16,-4-4 0-16,-4 4 0 0,-2 2 304 0,-4-3 64 16,-3 4 16-16,-2-1 0 0,-2 3-272 0,-3 0-48 15,-2 0-16-15,-4 5 0 0,-3-2-544 0,-3 4 0 16,-3 6 0-16,-5 7-12560 0</inkml:trace>
  <inkml:trace contextRef="#ctx0" brushRef="#br0" timeOffset="-174428.5">5375 17765 6447 0,'-8'-3'576'0,"1"0"-576"15,4 3 0-15,2-3 0 0,1 3 384 0,0 0-48 16,-3-4 0-16,-2-1 0 0,0 1 16 0,0-1 0 15,4-2 0-15,2 4 0 0,4-1-176 0,1 1-48 16,3 0 0-16,0 3 0 0,2-3-128 0,0 3 0 0,1-1 0 0,1 1 0 16,0 0 176-16,1-2 0 0,-1 2 0 0,1 0 0 15,-2-3 16-15,2 2 16 16,-2-2 0-16,1 0 0 0,-1 0-16 0,0 1-16 0,1 1 0 0,-1-2 0 16,-1-1-48-16,-1 2 0 0,1 1 0 0,-1-2 0 15,-1-1-128-15,1 4 0 0,-2-2-192 0,2 0 192 16,1 0-160-16,-1 2 160 0,1 0 0 0,-1 0-144 15,4 0-48-15,1 4-16 0,1-2 0 0,1 2 0 16,-1-4 208-16</inkml:trace>
  <inkml:trace contextRef="#ctx0" brushRef="#br0" timeOffset="-173796.84">7158 17762 6447 0,'0'0'576'0,"2"0"-576"0,-2 0 0 0,1 0 0 0,0 0 432 0,2 0-32 16,0 0 0-16,2 0 0 0,4-2-176 15,1 1-32-15,2-2-16 0,2 1 0 0,-1 0 80 0,2 0 0 16,-1-1 16-16,1 2 0 0,-1 1 48 0,0 0 16 16,1 1 0-16,-1 2 0 0,-1-3 96 0,1 2 16 15,-2 2 0-15,0-1 0 0,0 0 160 0,-1 0 32 16,-1 0 16-16,-1 0 0 0,1 2-16 0,-1-3-16 16,0 1 0-16,-3-2 0 0,1 2-80 0,-2-1-16 15,-1-2 0-15,0 0 0 0,-2 0 144 0,1 0 32 16,-2 0 0-16,0 0 0 0,-1-2 640 0,-1 2 144 15,0 0 32-15,-1 0 0 0,2 0-1200 0,-1 0-320 16</inkml:trace>
  <inkml:trace contextRef="#ctx0" brushRef="#br0" timeOffset="-170446.34">11507 17888 16575 0,'-8'-3'1472'15,"3"1"-1168"-15,4 2-304 0,1 0 0 16,1 2 128-16,1-2-128 0,-2 0 192 0,3-2-192 16,0 1 0-16,4 1 0 0,4-2 0 0,4 2-192 0,2 0 192 0,1 0-192 15,3 2 192-15,3-1-192 16,1 2 192-16,1-1 0 0,2 2 0 0,5 0-7296 15</inkml:trace>
  <inkml:trace contextRef="#ctx0" brushRef="#br0" timeOffset="-169946.37">15367 17901 28559 0,'-3'4'2544'0,"2"-2"-2032"0,1 2-512 0,1-2 0 0,0-1 0 0,2 2 0 16,-1 1 0-16,3-1-160 0,3 6 160 0,2-3 0 16,1 2 0-16,2-3 0 0,3 1 128 0,-1-3 48 15,1 0 16-15,2-2 0 0,1 3-64 0,0-2-128 16,2 2 192-16,0 1-8832 15,0-1-1760-15</inkml:trace>
  <inkml:trace contextRef="#ctx0" brushRef="#br0" timeOffset="-168730.93">22132 17472 18431 0,'-25'-16'1632'0,"8"3"-1312"0,1 3-320 0,3 4 0 15,5 2-1408-15,3 2-336 0,-1-2-80 0,-4 2-16 0,-6-8 1712 0,-4 0 320 16,0 1 80-16,1-3 16 0,6 5 288 0,4 0 48 16,5 2 16-16,6 2 0 0,3 2-320 0,6 1-48 15,5 0-16-15,5 0 0 0,6 1-256 0,6 1-176 16,10 2 32-16,1 0 0 0,1 1 144 0,3 1 0 15,5-3-144-15,9 4 144 0,5 0 0 0,7 4 0 16,2 3 0-16,0 2 128 0,-12-1-128 0,8 2 0 16,9 2 0-16,5-1-176 0,-3 1 176 0,-2-3 0 0,3 2 128 15,3-2-128-15,6 0 0 0,3-1 0 0,5-1 0 16,-4-5 0-16,-9-2 0 0,7 2 0 0,13-3 0 0,2 0 0 16,-15-2 208-16,7-2-16 0,8 2-16 0,4-3 0 15,4 2 96-15,-5-3 32 0,-4 2 0 0,4-2 0 16,6 1-96-16,-4-1-16 0,-10 3 0 0,7-1 0 15,13-2-64-15,-3 0-128 0,-15 0 176 16,8 0-176-16,11 0 928 0,-2 0 80 0,-16-2 16 0,6 2 0 16,9 0-1664-1,-2 2-336-15,-11-2-64 0,4 4-16 0,1-2 848 0,1 5 208 0,-1-4 0 0,-8 4 0 16,-9-1 0-16,3 0 0 0,7 4 0 0,-3 2 0 16,-12 1 128-16,5-2-128 0,8 0 0 0,0 2 0 0,-4 0 0 15,-5-1 0-15,0-2 0 0,1-1 0 0,2 1 992 16,-4-3 96-16,-8 2 0 0,2-3 16 0,5-4-912 15,2 2-192-15,-2 2 0 0,-6-2 0 0,-4-2 0 0,6 0 0 16,6 0 0-16,0 1 176 0,-2 0-176 0,-6-2 0 16,-1 1 0-16,2-1 0 0,5 1 0 15,-3-2 0-15,-4 4 0 0,-2-4 0 0,2-2 0 0,1 0 0 16,3 2 192-16,-6-2-64 16,-8 2-512-16,4-1-128 0,2-2 0 0,1 1-16 15,2 1 1568-15,-5 1 320 0,-4 3 64 0,-1-3 16 0,0 0-1008 0,1 0-208 16,2 1-32-16,-2 2-16 0,-8 1 224 0,-3 1 48 15,-4-4 16-15,0 1 0 0,3 1-464 0,-2-2 0 16,-1 4-128-16,-6-1 128 0,-6-2 576 0,-7 2 240 16,-2 0 32-16,-6-1 16 0,-5 0-272 0,-3-3-48 15,-2 2-16-15,-2-2 0 0,-3-2 96 0,-1 2 16 16,-5-3 0-16,-4 2 0 0,-1-1-64 0,-5 2-16 0,-2-3 0 0,-4 3-16896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9-20T07:37:01.66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3">
        <inkml:traceFormat>
          <inkml:channel name="X" type="integer" max="27388" units="cm"/>
          <inkml:channel name="Y" type="integer" max="18258" units="cm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T" name="resolution" value="1" units="1/dev"/>
        </inkml:channelProperties>
      </inkml:inkSource>
      <inkml:timestamp xml:id="ts1" timeString="2023-09-20T07:37:21.301"/>
    </inkml:context>
  </inkml:definitions>
  <inkml:trace contextRef="#ctx0" brushRef="#br0">21694 12246 2751 0,'-4'-4'256'0,"1"-1"-256"0,0 4 0 0,2 1 0 16,0-3 256-16,-1 3 0 0,0-3 0 0,-3-3 0 16,-2-1-256-16,-2-2 176 0,2 0-176 0,-2-1 160 15,1 1-160-15,1 2 0 0,0-3 0 0,-1 1 0 0,-2 1 0 0,0 0-144 16,-2-2 144-16,-3 4-160 0,-1-4 160 0,-4 2 0 15,-1-2 0-15,-3 0-128 0,1 1 128 0,-3 3 0 16,0-3 0-16,-1 4 128 0,-1-1-128 0,-3-2 128 16,-1 1-128-16,-2 1 128 0,0 0 80 0,-3 0 32 15,-4-2 0-15,-1 3 0 0,1 2 176 0,1 2 32 16,2 1 16-16,2 0 0 0,3 3-224 0,1 1-48 16,-2 2-16-16,1 3 0 0,-1 1-176 0,0 2 0 15,-2 0-160-15,-1 4 160 0,-1 2-176 0,-2 0 176 16,-2 3-192-16,1-1 192 0,3 1-176 0,-1 1 176 15,4 1-160-15,0-1 160 0,4 0-144 0,0 3 144 16,1 1-128-16,2 0 128 0,1 5 0 0,0-3 0 16,2 4 0-16,0 1-128 0,0 4-16 0,3 3 0 15,1 1 0-15,3 1 0 0,0 2-16 0,6-6 0 0,1-3 0 16,3-1 0-16,2 2 160 0,3 2 0 0,3 2-144 0,1 4 144 16,4 5 0-16,3 1 0 0,3 4 0 0,2-1 0 15,2-3 0-15,0-1 0 0,-1-2 128 0,4 0-128 16,-1-2 0-16,3 1 0 0,-2 2 0 0,3-4 0 15,-1-2 0-15,1-4 0 0,0-1 0 0,1 1 0 16,2-3 0-16,1-3 0 0,1 2-128 0,1-7 128 16,1 1-160-16,1-1 160 0,2-1-208 0,2 2 80 15,5 1 128-15,3 3 0 0,4 2 0 0,-2-4 0 16,0-2 0-16,2-1 0 0,2 2 0 0,3-6 0 16,7 1 0-16,4-8 0 0,3-4 0 0,0-5 0 15,-3-3 0-15,-4-5 0 0,-1-4 0 0,3-5-128 0,6-3 128 16,5-6 144-16,-2-1-16 0,-1-5-128 0,-8 3 144 15,-7-5-144-15,-4 1 0 0,0-6 144 0,2-3 272 16,-2-3 48-16,-1 1 16 0,-4-2 0 0,-2 1 96 0,-4-5 32 16,-2-2 0-16,-4 1 0 0,-5-3 256 15,-5 0 48-15,-4 1 16 0,-2 0 0 0,-5 1 0 0,-3-2 0 16,-2 2 0-16,-2 1 0 0,-3-6-48 0,-3-1-16 16,1-2 0-16,-3-1 0 0,0-3-384 0,0 0-80 15,-3 0-16-15,1 3 0 0,-1 3-112 0,-4-6-16 16,-8-12-16-16,-4-10 0 0,-2 3-240 0,-4 0 0 15,-2 6 0-15,-4 1 0 0,-2 10 0 0,-2 1-160 16</inkml:trace>
  <inkml:trace contextRef="#ctx0" brushRef="#br0" timeOffset="13282.68">20668 14206 6447 0,'1'0'576'0,"1"-3"-576"16,1 3 0-16,-2 0 0 0,0 0 384 0,1-1-48 0,1 1 0 0,2 0 0 16,1-2 128-16,3-1 32 15,2 2 0-15,-1-2 0 0,2 1-272 0,1 1-48 16,0-2-16-16,1 1 0 0,2 1 80 0,1-3 16 0,4-1 0 0,0-1 0 15,2 2 160-15,0-3 32 0,1 0 16 0,-1-1 0 16,-2-1 96-16,-1 4 16 0,-1-3 0 0,-2-1 0 16,-1 3 16-16,-2-2 16 0,-3 2 0 0,-3 0 0 15,0 2-96-15,-3-2-32 0,-4 2 0 0,-1 2 0 16,-1-2-176-16,-3 2-48 0,-1-1 0 0,-4 2 0 16,1 1 368-16,-2-3 64 0,-1 3 16 0,-2-2 0 15,2 1-208-15,-1 1-48 0,0 0 0 0,0 0 0 16,1 0-96-16,0 3-32 0,2 0 0 0,0 3 0 15,0-2-320-15,0 2 0 0,-1 1 0 0,0 2 0 0,2 0 0 0,-1 1 0 16,1-3 0-16,1 2 0 16,0-2 0-16,1 2 0 0,1-1 0 0,-1 0 0 0,1 1 256 0,1-2-32 15,0-1 0-15,1 3 0 0,0-3 96 0,1-2 0 16,0 2 16-16,2-2 0 0,0-1-208 0,0 2-128 16,0-4 128-16,2 2-128 0,0-1 0 0,1-2 0 15,0 2 0-15,0 0 128 0,-1-2-128 0,1 0 0 16,-1 0 0-16,1 0 0 0,-2-2 0 0,0 2 0 15,0-2 0-15,-1 2 0 0,-1 0 0 0,0-2 0 16,-2-1 0-16,1 2 0 0,-2-1 0 0,-1-1 0 16,0 2 0-16,-1-1 0 0,0 0 0 0,-1 0-160 15,0-2 160-15,1 2 0 0,-1-1 0 0,1 2 0 16,-1 1 0-16,2 0 0 0,-1 0 0 0,1 0 0 16,0 0 0-16,2 1 0 0,-1 2 224 0,0-3-48 0,3 2-16 0,0-1 0 15,-1 2 112-15,4-1 32 0,-2 0 0 16,2 0 0-16,-1-1-304 0,3 2 0 0,-1-1 0 0,0-1 0 15,2 2 0-15,-1-1 0 0,0-2 0 0,1 0 0 16,-2 0 0-16,2 0 0 0,1 0 0 0,-1-2 0 16,-1 2 0-16,1-4 0 0,0 2 0 0,0-2 0 15,-1 0 0-15,1-1 160 0,-2 2-160 0,0-4 128 16,1 1 0-16,-3 0 0 0,-1 0 0 0,0 0 0 16,-1 2 416-16,-2-3 80 0,-1 0 16 0,-1 2 0 15,0 2-112-15,1-3-16 0,-3 2 0 0,1-2 0 16,0 2-64-16,-1 2-32 0,0-2 0 0,0 1 0 15,1 3-64-15,0 3-16 0,1-3 0 0,0 4 0 0,1 2-144 16,0-3-48-16,1 4 0 0,1 1 0 0,1 0-144 0,0 0 0 16,1 2 0-16,1-1 0 0</inkml:trace>
  <inkml:trace contextRef="#ctx0" brushRef="#br0" timeOffset="16598.82">19226 12044 4351 0,'-4'-3'0'15,"3"-1"0"1,0 1 0-16,1 1 0 0,0 2 0 0,-2-1 0 15,1-3 0-15,-1-2 0 0,-2 0 0 0,-1-6 0 16,0 3 0-16,-1-1 0 0,0 1 0 0,0 2 0 16,-2-3 0-16,1 4 0 0,-1-1 0 0,-2 1 0 0,-1 0 0 0,0 0 0 0,-2 2 0 0,-2-1 0 15,-4 0 0-15,-2 3 0 0,-4-2 0 0,-2 2 0 16,-6 2 0-16,-2 0-128 0,-2 2 128 0,0 4 0 16,-1 2-208-16,-2 0 64 0,3 5 16 0,-3 0 0 15,1 3 128-15,-6 3-160 0,-2 3 160 0,-2 0-160 16,-1 4 160-16,2 2 0 0,-1 0-144 0,4-2 144 15,3 1 0-15,4 0-192 0,2 2 192 0,4-2-160 16,3-2 160-16,0 1-128 0,-1-2 128 0,-1 2-128 16,2 5 128-16,-2 4 0 0,-4 9 0 0,3 11 0 15,2 2 0-15,3 2 0 0,5-2 0 0,4-3 0 16,6-5 0-16,3 10 0 0,3 13 0 0,6 7 0 16,5 10 0-16,5-7 0 0,2-8 224 0,1-6-64 15,2-4 48-15,6 18 16 0,8 23 0 0,5-1 16 0,-1-13-240 16,0-4-192-16,5 7 48 0,-1-7 0 0,-4-7 16 0,-1-11 0 15,-3-12 0-15,-1-7 0 0,0-5 128 0,6-7-192 16,5-3 192-16,7 1-176 0,9 1 176 0,3 0 0 16,7-2 0-16,-5-6 0 0,-11-6 0 0,-4-5 0 15,-1-6 0-15,4 1 0 0,7-9 0 0,2-4 0 16,2-7 0-16,-1-5 0 0,-1-7 0 0,-5-7 0 16,-10-4 0-16,-4-6-128 0,-1-9 128 0,3-6 256 15,4-5-64-15,5-4-16 0,4 0 560 0,3-10 112 16,4-9 32-16,-4 0 0 0,-9 6-368 0,-6 5-64 15,-4 4 0-15,1-3-16 0,3-2-272 0,-2-7-160 16,1-3 192-16,-2 4-192 0,-1 4 0 0,-2 2-144 16,-2 8-16-16,-4-4 0 0,-4 1 160 0,-7-8-128 0,-6-1 128 0,-4 1-128 15,-7 2 128-15,-8-3 144 0,-8 4-16 0,-10-2-128 16,-3 3 384-16,-8 1-16 0,-9 3-16 16,-5 5 0-16,-7 5 96 0,-1 7 32 0,-1 3 0 0,-2 2 0 15,-7 5-480-15,-10 5-288 0,-14-1 32 0</inkml:trace>
  <inkml:trace contextRef="#ctx1" brushRef="#br0">29366 15445 0,'0'0'0,"0"0"15</inkml:trace>
  <inkml:trace contextRef="#ctx0" brushRef="#br0" timeOffset="20065.34">23337 12815 22111 0,'-2'0'1968'0,"-1"0"-1584"16,2 1-384-16,1-1 0 0,0 0 1200 0,0-1 144 15,0 1 48-15,1 0 0 0,1 0-32 0,3-4 0 16,3 1 0-16,5 0 0 0,3-3-336 0,4-1-80 16,3 1-16-16,1 3 0 0,-1-4-96 0,-2 5 0 15,0-2-16-15,-4 4 0 0,-3 1-352 0,-3 2-64 16,-2 3-16-16,-4 1 0 0,0 5-256 0,-3 0-128 15,-1 4 0-15,-2 4 128 0,0 5-128 0,-3 3 0 16,-1 10 0-16,-1 3 0 0,-1 4 0 0,0-5 0 0,1-1 144 16,3-7-144-16,0-4 288 0,2-3-16 0,2-9 0 0,0-3 0 15,2-4-272-15,1-2-144 0,0-1 16 0,1-4 0 16,2-2 128-16,-1-2 0 0,0-2 0 0,1-2-18048 16</inkml:trace>
  <inkml:trace contextRef="#ctx0" brushRef="#br0" timeOffset="20216.75">23682 12350 8287 0,'-1'-31'736'0,"1"15"-592"0,0 0-144 0,0 6 0 15,1 5 2272-15,-1 4 416 0,0-2 96 0,2 1 16 16,-1-2 576-16,-1 4 112 0,1 0 32 0,-1 6 0 16,-1 3-1360-16,1 4-272 0,0 3-48 0,0 3-16 0,1 6-1120 15,2-3-208-15,2 4-48 0,1 2-16 0,1 3-432 0</inkml:trace>
  <inkml:trace contextRef="#ctx0" brushRef="#br0" timeOffset="20733.52">23837 13172 9215 0,'-2'-2'816'0,"0"2"-656"0,2 0-160 0,2 0 0 16,-1 0 2368-16,1 0 448 0,1 2 96 0,0-2 16 0,4 3-1200 15,4 0-256-15,0 1-32 0,2 0-16 0,0 4 64 0,-3-2 16 16,-2 1 0-16,-1 3 0 0,-4-2-1056 0,-1 3-192 16,-4 2-64-16,0 2 0 0,-3 1-192 0,-1 0 128 15,-1-1-128-15,0 1 0 0,0-3 512 0,0 2 16 16,3-3 0-16,0 2 0 0,1-5 672 0,3 1 128 16,3-4 16-16,-1-3 16 0,4 0-704 0,2-3-144 15,2-3-16-15,0 1-16 0,1-2-480 0,2 1 0 16,1-4 0-16,2 1-17584 0</inkml:trace>
  <inkml:trace contextRef="#ctx0" brushRef="#br0" timeOffset="21017.8">24324 12890 27647 0,'0'0'1216'0,"0"0"256"0,1 0-1168 0,1 0-304 0,-1 0 0 0,1-2 0 15,2 2 1120-15,1-3 160 0,4 2 48 0,6-4 0 16,3 1 240-16,6-2 48 0,2 2 16 0,2-2 0 0,3 0-1216 15,0 0-240-15,1 2-48 0,0-2-128 0,-1 2 0 0,-4-1 0 16,-2 4-192-16,-5-1-16896 16</inkml:trace>
  <inkml:trace contextRef="#ctx0" brushRef="#br0" timeOffset="21183.34">24350 13077 28559 0,'-2'1'2544'0,"0"2"-2032"15,4-1-512-15,-1-1 0 0,1-1 1920 0,1 3 304 0,1-1 48 0,2 2 16 16,4 0-704-16,5 2-144 0,7-2-32 0,6-2 0 16,4-2-944-16,4 0-192 0,3-4-32 15,-1 2-16-15,-1-1-224 0,-4 0 0 16,-4-1 128-16,0-2-19120 0</inkml:trace>
  <inkml:trace contextRef="#ctx0" brushRef="#br0" timeOffset="21618.7">25103 12975 28559 0,'-3'0'2544'0,"0"0"-2032"0,3 0-512 0,1 0 0 15,1 0 1072-15,-1 0 112 0,1 0 32 16,3 2 0-16,1 0-192 0,5-2-16 0,3 1-16 0,2 1 0 16,3-1-112-16,-1-1-32 0,0 0 0 0,0 0 0 15,-1-1-400-15,1-2-64 0,0 3-32 0,1-4 0 16,1-1-352-16,1 2 128 0,1-1-128 0,0-1 0 15,-1 0-256-15</inkml:trace>
  <inkml:trace contextRef="#ctx0" brushRef="#br0" timeOffset="21982.21">25793 12593 36863 0,'-2'-2'1632'0,"1"2"336"0,-1 2-1584 0,1-2-384 15,1 4 0-15,-1-1 0 0,0 0 784 0,-1 3 80 16,-1 2 16-16,-2 7 0 0,-2 3-240 0,-1 7-64 15,-1 2 0-15,-1 3 0 0,3 0-400 0,1 0-176 16,3 3 128-16,3-3-128 0,3 0 160 0,3-1-160 0,0-2 192 0,1-1-192 16,5-4 272-16,-1 3-48 0,1-3-16 0,0-3 0 15,1 0-208-15,0 0 0 0,0-3 0 0,-3-2 0 16,0 0 0-16,-4-1 0 0,-1-3 0 0,-3 2 0 16,-2-2 0-16,-2-1 0 0,-3 0 0 0,-4-1 0 15,-1 1 0-15,-2-3 0 0,-3 0 0 0,-2 0-12928 16,-4 0-2480-16</inkml:trace>
  <inkml:trace contextRef="#ctx0" brushRef="#br0" timeOffset="22133.94">25797 12783 27647 0,'11'-9'2448'0,"1"3"-1952"0,0 0-496 0,-3 2 0 15,0 1 1824-15,5 0 272 0,10-10 48 0,16-3 16 16,13-6-672-16,7-4-128 0,-5 2-16 0,-5 5-16 15,-10 3-1136-15,-4 1-192 0,-4 4 0 0,-2-1-192 0</inkml:trace>
  <inkml:trace contextRef="#ctx0" brushRef="#br0" timeOffset="22749.63">26595 12533 21183 0,'-3'0'1888'0,"1"3"-1504"16,-1 1-384-16,2-1 0 0,-2 3 1344 0,0 0 208 15,-5 4 48-15,-4 8 0 0,-5 8 704 0,-8 7 128 16,-2 4 48-16,-3 1 0 0,2 3-1376 0,-1 1-272 0,3 2-48 0,0 6-16 16,1 3-304-16,2 4-64 0,2 0-16 0,0-3 0 15,2-3-128-15,3-9-16 0,3-5-16 0,2-11 0 16,2-5-224-16,4-9 0 0,2-2 0 0,3-7-160 31,0-6-1232-31,3-3-240 0</inkml:trace>
  <inkml:trace contextRef="#ctx0" brushRef="#br0" timeOffset="22900.58">26465 12729 9215 0,'22'-18'400'0,"-12"10"96"0,1 2-496 0,-2 0 0 0,-3 1 0 0,-1 4 0 15,2 2 3088-15,4 2 528 0,8-1 96 0,4 4 32 16,3 4 48-16,-2 4 16 0,-3 4 0 0,-3 5 0 15,-3 1-2272-15,-2 5-464 0,-2 3-96 0,-4 5-16 16,-1 5-720-16,-2 5-240 0,0 4 128 0,-3 2-11968 16,0-2-2368-16</inkml:trace>
  <inkml:trace contextRef="#ctx0" brushRef="#br0" timeOffset="23082.01">26437 12985 28559 0,'3'-5'2544'0,"1"2"-2032"16,-1 1-512-16,1 0 0 0,0 2 1552 0,1-4 224 16,3 2 32-16,7-4 16 0,5-4-368 0,6 0-80 15,4 1-16-15,3 2-12576 16,-2 1-2528-16</inkml:trace>
  <inkml:trace contextRef="#ctx0" brushRef="#br0" timeOffset="25935.85">26808 12906 2751 0,'0'0'256'0,"0"1"-256"15,-1-2 0-15,1 1 0 16,0 1 576-16,0-1 64 0,0 3 0 0,0-3 16 0,0 4 128 0,0-2 32 16,-2 1 0-16,2-3 0 0,0 0 48 0,0 0 16 15,0 0 0-15,0 0 0 0,0 0-304 0,0 0-48 16,0 0-16-16,-2 19 0 0,1-16 192 0,0-3 16 16,0 1 16-16,0 2 0 0,-1-1-368 0,2-2-80 15,0 4-16-15,-1-4 0 0,0 2 112 0,1-2 32 16,-1 4 0-16,1-3 0 0,0 2 160 0,0-1 48 15,1 2 0-15,-1-2 0 0,1 2 112 0,-1 0 32 0,3 1 0 16,-2 0 0-16,-1 3-256 0,1-2-32 0,-1 3-16 0,0 1 0 16,0 2 64-16,0-2 16 0,-1 3 0 0,1-1 0 15,-3 2-48-15,3-2-16 0,-1 0 0 0,0 2 0 16,-2 1-32-16,2-2-16 0,1 0 0 0,-1 2 0 16,1 1-64-16,0-4-16 0,-1 4 0 0,1-4 0 15,1 2-352-15,0 1 0 0,0-4 0 0,1 0 128 16,-2 0 320-16,1 0 80 0,1-1 16 0,1 0 0 15,-1-4-224-15,1 3-32 0,0-5-16 0,0 2 0 16,1 0-80-16,-2-2 0 0,1-2-16 0,-1 2 0 16,1-2-176-16,-1-2 0 0,-2 2 0 0,0-2 128 15,1 0-128-15,-1-2 0 0,0 2 0 0,0-2 0 16,-1 2 0-16,1 0 0 0,0 0 0 0,0 0 0 16,0 0 0-16</inkml:trace>
  <inkml:trace contextRef="#ctx0" brushRef="#br0" timeOffset="36348.85">13200 14616 7359 0,'6'-2'656'0,"1"-2"-528"0,-1 4-128 0,0-2 0 16,-1 1 320-16,4-1 48 0,5 1 0 0,12-5 0 16,11 0-176-16,12-1-16 0,8-1-16 0,2 3 0 15,3 2 96-15,-5 3 0 0,-2 0 16 0,1 3 0 16,3 1 0-16,7-3 0 0,4 0 0 0,3 3 0 15,1-3-96-15,-3 1-32 0,-8 2 0 0,4-1 0 16,6-1-16-16,3-4 0 0,6-1 0 0,-5-1 0 16,-9 1 0-16,-7-3 0 0,-4-1 0 0,-1 1 0 15,2-4 64-15,-3 0 0 0,-1 2 0 0,-6-2 0 0,-5 4 208 0,-8 2 48 16,-5 2 16-16,-7-1 0 0,-4 2 176 0,-4 1 16 16,-3 1 16-16,-5 2 0 0,0-1-320 0,-2 2-64 15,-2-2-16-15,-2 3 0 0,2 0-272 0,-1 1 0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9-20T07:38:06.80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72">
        <inkml:traceFormat>
          <inkml:channel name="X" type="integer" max="27388" units="cm"/>
          <inkml:channel name="Y" type="integer" max="18258" units="cm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T" name="resolution" value="1" units="1/dev"/>
        </inkml:channelProperties>
      </inkml:inkSource>
      <inkml:timestamp xml:id="ts1" timeString="2023-09-20T07:42:30.265"/>
    </inkml:context>
  </inkml:definitions>
  <inkml:trace contextRef="#ctx0" brushRef="#br0">25865 4390 911 0,'-3'-3'0'0,"2"0"0"15,0 3 0-15,0-3 0 0,1 3 288 0,-1-1-32 16,-1 1 0-16,0-5 0 0,-1 1 192 0,-2-2 48 16,2 0 0-16,-1 0 0 0,2-1-224 0,-2 4-32 15,0-3-16-15,0 2 0 0,2-2-96 0,-2 2-128 16,0 1 176-16,1 0-176 0,-1-2 192 0,0 1-192 15,1 2 192-15,-1-2-192 0,0 0 192 0,-1 2-192 16,0-2 192-16,-1 0-192 0,-1-1 176 0,-1 2-176 0,0-1 160 0,-3-1-160 16,-2 1 288-16,0 3-32 0,-4-1-16 0,0 2 0 15,-3 2-32-15,-1-1 0 0,-1 4 0 0,-1 3 0 16,-3-2 32-16,-2 3 0 0,-2 2 0 0,-3 3 0 16,1-1-48-16,0 3-16 0,-3 2 0 15,2 2 0-15,0-1-176 0,-1 3 160 0,1 0-160 0,-2 3 160 16,2 1-32-16,-3 2 0 0,-1 3 0 0,-1 4 0 15,2 3-128-15,1-3 0 0,0 3 0 0,2-1 0 16,0 2 0-16,-1 2 128 0,1 7 0 0,-2 2 0 16,1 7-128-16,-2 6 0 0,-1 3 0 0,-2 1 128 15,5-4-128-15,-1 0 0 0,-1 4-160 0,0 6 160 16,1 8 0-16,0 5 0 0,3-1-128 0,2 0 128 0,3-2 0 0,1 6 0 16,2 6 144-16,5 3-144 15,3 0 0-15,1-4 0 0,2 1 0 0,2 0-160 0,4 3 160 0,3-3 0 16,2-6 0-16,3-1 0 0,4 0 0 0,2-2-192 15,2 2 192-15,2-9-192 0,1-8 192 0,3-3 0 16,1-8-144-16,5-3 144 0,5 0 0 0,8-6 0 16,5-3 192-16,6-4-64 0,3-4-256 0,3-8-64 15,3-3-16-15,-1-5 0 0,-4-1 208 0,-4-4 0 16,2 0 0-16,1-1 0 0,3-1-176 0,2-4 176 16,3 2-192-16,1-1 192 0,3 0 0 0,-3-1 0 15,-8-7 128-15,-1 0-128 0,5-5 448 0,3 2 0 16,7-7 0-16,2 2 0 0,3-2-128 0,-3-2-16 15,-6 0-16-15,-3-1 0 0,-3-2 32 0,2-4 0 16,6-2 0-16,2-1 0 0,0 0-128 0,1-4 0 0,-3-1-16 0,-4-1 0 16,-9 0-48-16,2-4-128 15,1-3 192-15,3-1-64 0,-2-1-128 0,-2-2 0 0,2-1 144 16,-4-1-144-16,-3 3 144 0,-7 1-144 0,-6 5 192 16,-1-5-192-16,0 2 208 0,1-8-64 0,1 1-16 0,0-5 0 15,0 0 208-15,-1-6 48 0,1-7 0 0,-4-6 0 16,0 1 208-16,-1-5 48 0,-1-9 16 0,1-6 0 15,-4-7-160-15,-1-8-48 0,-4-3 0 0,-1 0 0 16,-5-1-192-16,0-2-64 0,-5-7 0 0,-1-3 0 16,-5-2-192-16,-3-3 0 0,-3 0 0 0,-5-3 0 15,-3-2 0-15,-5-5 0 0,-4-5 0 0,-7 5 0 0,0 15 0 0,-9 2-208 16,-11 2 32-16,-8 3 16 16,4 9 160-16,-4 9 0 0,-3 2 0 0,-4 4 0 0,-5 0 128 15,-2 5-128-15,-3 6 128 0,3 8-128 0,5 6 0 0,-2 9 0 16,0 5 0-16,-2 5-128 15,0 7-320-15,-2 5-48 0,0 7-16 0,-1 8-5168 16,5 4-1040-16</inkml:trace>
  <inkml:trace contextRef="#ctx0" brushRef="#br0" timeOffset="36598.58">22520 7176 911 0,'3'-1'0'0,"-1"-2"0"16,0 3 0-16,1 0 0 0,-1 3 256 0,1-3-48 15,3 0 0-15,4 0 0 0,4 0-32 0,4 0-16 16,4 0 0-16,2-3 0 0,2 3 0 0,-1 0 0 16,-1 0 0-16,0 0 0 0,-2 0-160 0,2-2 0 15,2 0 0-15,0 0 128 0,1-2-128 0,0 2 0 16,0-6 0-16,-1 2 128 0,-1 0-128 0,-3 0 0 16,-2 0 0-16,-2 2 0 0,0-2 0 0,-5 3 0 15,1 1 144-15,-3 0-144 0,-1 2 0 0,-3 4-160 16,1-1 16-16,-3 3 0 0,0-1 144 0,-7 0 0 0</inkml:trace>
  <inkml:trace contextRef="#ctx0" brushRef="#br0" timeOffset="39083.03">28224 7365 911 0,'-5'-4'0'0,"2"2"0"0,0-2 0 0,2 4 0 16,2-2 336-16,0 2-16 0,1 0 0 0,1-2 0 15,1 1 256-15,3 0 32 0,5 1 16 0,2-3 0 16,4 2 272-16,2 1 48 0,5 1 16 0,4 3 0 15,6 2-400-15,2 3-80 0,6 1-16 0,3 2 0 16,6 3-320-16,1-1-144 0,0 1 128 0,-2-2-128 16,-7-4 0-16,3 1 0 0,1-4 0 0,3-2 0 15,-1-2 0-15,-2-2 0 0,-1 1 0 0,-5-2 0 16,-1 1 0-16,-7 0 0 0,-4 0 0 0,-5 0 0 0,-7-2 0 0,-3-1-144 16,-4 2 0-16,-3 1 0 15,-3-3 144-15,-5 0 224 0</inkml:trace>
  <inkml:trace contextRef="#ctx0" brushRef="#br0" timeOffset="41999.32">25861 6180 3327 0,'-1'-7'304'0,"0"3"-304"15,0 2 0-15,1-2 0 0,0 2 0 0,0 2 0 16,0-3 0-16,-2 2 0 0,2-2 0 0,-1 0 0 15,1-1 0-15,-1-2 0 0,0 1 0 0,-2 1 0 0,-1 0 0 0,1 2 0 0,-2-2 0 0,0 2 0 16,-4 2 0-16,-1 0 0 0,-1 2 0 0,-2 2 0 16,-6-2 0-16,-5 2 0 0,-4 2 0 0,-3 3 0 15,-4 1 128-15,-2 2-128 0,2 2 0 0,-4 1 0 16,5-2 0-16,0 2 0 0,2 1 0 0,-1 0 0 16,-2 3 0-16,2 1 0 0,-1 2 0 0,2-1-144 15,2 1 144-15,2 0 0 0,1-2 0 0,0 5 0 16,-1 3 0-16,-1 4 0 0,-1 7 0 0,0 4 128 15,3 2-128-15,2-1 0 0,4-1 0 0,4 2 0 16,0-1 0-16,3 5 0 0,2 1 0 0,3 10 0 16,4 4 0-16,6 8 0 0,4 7 0 0,5 0 0 15,6-1 0-15,7 2 0 0,3-2 0 0,3-5 0 16,7-6 0-16,2-10 0 0,4-4 0 0,-1-11 0 16,0-5 0-16,-1-8 0 0,-1-6 0 0,2-2 128 15,4-5-128-15,3-3 0 0,1-4 0 0,1-2 0 16,0-4 0-16,2 0 0 0,0-3 0 0,-1-6 0 15,-3-4 0-15,-1-3 0 0,-4-3 0 0,2-5 0 16,0-1 0-16,0-4 0 0,2-5 0 0,-1-1 0 16,-3-6 0-16,-3-3 0 0,-3 0 0 0,-4-3 128 0,-3-1-128 0,1-6 0 15,-1-2 0-15,-1-4 0 0,-2-3 288 0,-3-3 144 16,-7-3 16-16,-3-3 32 0,-7-2-128 0,-4 0-32 16,-6 0 0-16,-7-4 16 0,-3 4-336 0,-6-4-192 15,-3-1 32-15,-5 1 32 0,-5 1-80 0,-7-2-16 16,-5 5 0-16,-4 6 16 0,-4 6-48 0,-2 8 0 0,0 7 0 15,2 12 16-15,3 7 240 0,-3 11 0 0,-1 8-160 16,-7 10 160-16,-5 8 0 0</inkml:trace>
  <inkml:trace contextRef="#ctx0" brushRef="#br0" timeOffset="56132.92">26595 5816 3711 0,'-14'3'0'0,"3"0"0"16,2-2 0-16,4 1 0 0,1 1 128 0,-2-2 80 16,-5 4 16-16,-7 3 0 0,-8 4 0 0,-7 0 0 15,-1 7 0-15,0 1 0 0,4 2-48 0,1 3-16 0,2-1 0 0,1 5 32 16,0 3-192-16,-2 4 0 0,0 5 128 0,-1 2-128 16,1 1 0-16,2 1 0 0,2-7 0 0,-1 5 0 15,0 2 0-15,-2 8 0 0,0 11 0 0,-2 8 0 16,3 5 0-16,3 2 0 0,2 3 0 0,4 0 0 15,2 6 0-15,5 4 0 0,4 3 0 0,3 0 0 16,6-3 0-16,2-1-144 0,5 4 144 0,3-3-160 16,6-7 160-16,4-6-192 0,3-6 192 0,6-7-144 15,5-3-32-15,7-6 0 0,6-3 0 0,1-9 0 16,-3-11 0-16,-1-3 0 0,-1-5 0 0,5-6 0 16,4-5 176-16,4-6 0 0,-1-6 0 0,-1-5 0 15,2-4 0-15,-6-4 0 0,-8-4 0 0,-3-1 0 0,-2-3 432 0,2-6-16 16,4-5 0-16,-1-7 0 0,0-5 160 15,-1-1 16-15,-2-1 16 0,-3-2 0 0,1-2 96 0,-3-4 0 16,-2-2 16-16,-6 1 0 0,-3 2-160 0,-1-10-48 16,1-7 0-16,-2-6 0 0,-1-6 0 0,-2-5 0 15,-1-7 0-15,-3-4 0 0,-2-1-368 16,-1-4-144-16,-3 1 0 0,-5 4 144 0,-4 17-144 0,-3-5 0 16,-4-6-160-16,-6 0 160 0,-3 1 0 0,-3 6 0 15,-3 6 0-15,-1 4 0 0,-1 8 0 0,-4 5 0 16,-1 8 160-16,-3 3-160 0,-2 3 0 0,-3 8 0 15,-4 6 0-15,-3 8 0 0,-1 5 0 0,-3 11 0 16,1 1 0-16,3 6-6160 0</inkml:trace>
  <inkml:trace contextRef="#ctx0" brushRef="#br0" timeOffset="62601.3">26864 6325 3711 0,'0'6'0'15,"1"-3"0"1,-1-2 0-16,2-1 0 0,-1-1 0 0,-1 1 0 16,1 0 0-16,0 1 0 0,2 1 0 0,0 1 0 15,1-3 0-15,0 0 0 0,0 0 0 0,-1-3 0 0,2 0 128 0,-1 0 48 16,0-1 0-16,1-2 16 0,-2 1-192 0,2 0 0 16,1-3 128-16,-1-1-128 0,2-1 0 0,2 0 0 15,0-2 0-15,1-4 0 0,1 0-128 0,3-6-48 16,1-1 0-16,1-1 32 0,1-9 144 0,-1 2 0 15</inkml:trace>
  <inkml:trace contextRef="#ctx0" brushRef="#br0" timeOffset="63467.02">26999 7832 2751 0,'1'0'256'0,"-1"2"-256"16,0 0 0-16,1-2 0 0,-1 0 0 0,0 0 0 16,2 0 0-16,-1 0 0 0,1 0 256 0,1 0 48 15,0 0 16-15,-3 0 0 0,0 0 224 0,0 0 48 16,0 0 16-16,0 0 0 0,12-22-192 0,-12 16-32 16,0-2-16-16,0 0 0 0,0-1-368 0,0-5 0 15,2-2-192-15,3-11 64 0,1-9 128 0</inkml:trace>
  <inkml:trace contextRef="#ctx0" brushRef="#br0" timeOffset="66832.13">11526 11159 6447 0,'2'-1'576'0,"1"-2"-576"0,-2 1 0 0,0 2 0 16,2-2 352-16,-1 2-32 0,4-2-16 0,4-2 0 16,4-1-48-16,4 2 0 0,2-1 0 0,1 1 0 15,0 3-48-15,2 0-16 0,1 3 0 0,6 1 0 16,3 2-64-16,4-2-128 0,4 2 176 0,4 0-176 0,2 3 0 0,3-3 0 16,4 0 0-16,-1 0 0 15,-4-1 0-15,6 0 0 0,3-1 0 0,9-1 0 0,7 0 0 16,6-6 0-16,5 2 0 0,1-1 0 0,-2 2 0 0,1-3 0 15,7 3 0-15,-1 0 0 0,-2 3 0 0,-3-1 160 16,-7 2-160-16,-1 2 128 0,1 0 176 0,-1 2 16 16,0 0 16-16,-8 1 0 0,-3-2 112 0,-2 0 32 15,2-5 0-15,4-1 0 0,4-1 16 0,-1-1 0 16,2-5 0-16,-2 0 0 0,0-1 128 0,3-2 16 16,3-4 16-16,0 3 0 0,-2-2-112 0,-5 0-32 15,-3 2 0-15,0 1 0 0,7 2-144 0,1-2-48 16,4 0 0-16,-6 2 0 0,-13 3-96 0,6-1-32 15,5 2 0-15,3 0 0 0,3 2-192 0,-3 1 176 0,-6 1-176 16,-6 2 160-16,-1-1-160 0,4 2 160 0,5-2-160 16,4 2 160-16,-2 0 32 0,-2-2 0 15,-11 2 0-15,5-2 0 0,4 2 128 0,4 0 16 0,5-2 16 0,-2-2 0 16,-9-2-96-16,1 2-32 0,1-2 0 16,4 0 0-16,4-2 16 0,1-2 0 0,2 0 0 15,-6 0 0-15,-5 0 80 0,4-1 0 0,9 1 16 0,2-1 0 16,-1 1-16-16,-7-1-16 0,-9 2 0 0,7 0 0 15,8 3 0-15,2-2 0 0,2 2 0 0,-9 2 0 16,-10 2 32-16,8 0 16 0,8 2 0 0,6 4 0 16,0 1-96-16,-5-2 0 0,-12 2-16 0,2 1 0 15,6-2-80-15,0 0-16 0,2-6 0 0,-5-1 0 16,-11-1-144-16,0 0 192 0,1 0-192 0,3-1 192 0,2 1 240 16,0-2 48-16,2-2 16 0,-10 1 0 15,-7 2-32-15,4 1 0 0,6 1 0 0,5 2 0 0,3-3 32 0,-6 4 0 16,-5-4 0-16,-5 3 0 0,-3 2-112 0,5-1 0 15,2 2-16-15,2-2 0 0,2 0-368 0,-4 1 144 16,-7-5-144-16,-8 1 0 0,-5 1 128 0,-2-2-128 16,2 0 0-16,-3-2 0 0,-1 1 336 0,-3-2-32 15,-5-1-16-15,-2-2 0 0,-2 0 192 0,-3 0 32 16,-5 0 16-16,-4-2 0 0,-3 2-256 0,-5 0-48 16,-1 1-16-16,-3 4 0 0,-4-2-208 0,-2 6 0 15,-4 3 0-15,-6 4 0 0</inkml:trace>
  <inkml:trace contextRef="#ctx0" brushRef="#br0" timeOffset="71683.17">20161 6544 2751 0,'-6'-1'256'0,"1"-3"-256"15,2 3 0-15,2 1 0 0,1 0 288 0,-1 0 16 16,-2-2 0-16,-1 2 0 0,0-2-32 0,0 1 0 16,1 1 0-16,3 0 0 0,3 1-272 0,1 1 0 15,2 1 128-15,0 1-128 0,1-3 0 0,1 1 0 0,0 1-208 0,1-2 80 16,0 2 128-16,-1-3 0 0,1 0-144 0,0 2 144 16,-1-2 0-16,1 0 128 0,-2 0 0 0,1 0 0 15,-2 0 128-15,0 0 32 0,-1 1 0 0,-1-1 0 16,0 0-112-16,-1 0-32 0,-2 0 0 0,2 0 0 15,-2 0 16-15,-1 0 0 0,1 0 0 0,-1 0 0 16,0 0-32-16,0 0 0 0,0 3 0 0,2-3 0 16,-1 2-128-16,0-1 0 0,2 2 0 0,-3-3 0 15,0 0-192-15,18 18 192 0,-1-11-160 0</inkml:trace>
  <inkml:trace contextRef="#ctx0" brushRef="#br0" timeOffset="72766.23">12228 11493 1839 0,'-5'-11'160'0,"2"3"-160"0,1 2 0 0,1 0 0 0,2 3 400 0,1 2 48 16,-1-1 16-16,3-5 0 0,0-1-464 0,5-3 0 15,5-7 0-15,4-1 0 16,5-1 144-16,4-2-144 0,5-3 128 0,5-1-128 0,3-3 128 0,-2-2-128 16,-1-1 128-16,-1-1-128 0,-3 3 128 0,-4-1-128 15,-3 0 128-15,-7 2-128 16,-1 0 0-16,-3 1 128 0,-4-1-128 0,0-1 0 0,-1 1 0 0,-2-1 0 16,1-1 0-16,0-1 0 0,-1-1 0 0,0 1 128 15,-2 0-128-15,-2-1 0 0,-2 3 160 0,-3-3-160 16,-3 0 192-16,-2 1-192 0,-1 1 256 0,-3 1-64 15,-1-1-16-15,-4 0 0 0,-3 2 256 0,0-3 48 16,-3 1 16-16,-4-1 0 0,-2 1 112 0,-4 0 32 16,-1 1 0-16,-4-3 0 0,-1 1-240 0,-1 2-32 0,-2-1-16 15,3 5 0-15,0 2-64 0,2 5-16 16,3 3 0-16,-3 0 0 0,-2 6-80 0,-2 1 0 0,0 5-16 0,-3 2 0 16,-6 10-48-16,-6 9-128 0,-7 8 192 0,-3 13-64 15,3 2 112-15,3 6 16 0,2 5 0 0,5-2 0 16,6-7-256-16,3 2 176 0,-3 6-176 0,2 5 160 15,0 10-160-15,7 2 0 0,9-4 0 16,8-10 0-16,9-7 0 0,8-6 0 0,6-7-176 0,4-5-5968 16</inkml:trace>
  <inkml:trace contextRef="#ctx0" brushRef="#br0" timeOffset="74250.61">22923 4113 6447 0,'-4'-1'576'0,"3"1"-576"0,1 3 0 0,1-3 0 16,1 3-624-16,0 0-224 0,3 1-48 0,0 2-16 0,5 3 784 0,4 3 128 15,5 2 0-15,5-2 128 0,3 1-128 0,4-3 0 16,2-2 0-16,4-2 0 0,3-2 0 0,0-4 144 16,0 0-16-16,7-6-128 15,8-3 240-15,4-4-64 0,4-8-16 0,0 1 0 0,0-6 48 16,-6-1 16-16,-5 1 0 0,-2 0 0 0,-3-3-64 0,1-2-16 16,3-1 0-16,2-2 0 0,0-1-144 15,-1-3 0-15,-1 1 144 0,-7-2-144 0,-4 1 0 0,-7 1 128 16,-5-4-128-16,-3 0 0 0,-5-1 160 0,-2-2-32 15,-1-1-128-15,-4-2 192 0,0 0-32 0,-5 0-16 16,-2-1 0-16,-1 1 0 0,-3-4 64 0,-1 3 16 16,-1 1 0-16,-3 0 0 0,0-1 32 0,-5 2 0 15,0 1 0-15,-5 3 0 0,-2 2-96 0,-2 1-16 16,-2 5 0-16,-2 2 0 0,-5 1 112 0,-3 2 0 16,-7 7 16-16,-7 3 0 0,-6 6 16 0,-7 7 0 15,-4 7 0-15,-8 9 0 0,-7 7-80 0,-11 11-16 16,-9 12 0-16,-6 6 0 0,4 0-192 0,6 3 0 0,2 4 128 0,-10 18-128 15,-9 16-192-15,0 12-64 0,5 5-32 0,1 4 0 16,0 9 288-16</inkml:trace>
  <inkml:trace contextRef="#ctx0" brushRef="#br0" timeOffset="76582.82">26274 4339 1839 0,'1'-6'160'0,"-1"-3"-160"0,0 5 0 0,0 2 0 16,0 1 352-16,-1-2 32 0,0-3 16 0,0-4 0 15,-2-2 32-15,0-4 0 0,-2-3 0 0,-3 1 0 16,-2 2 48-16,-1 2 16 0,-2-1 0 0,-6 2 0 16,-3 1-48-16,-5 1 0 0,-7 3 0 0,-4-1 0 0,-4 5-288 0,-1 4-160 15,-1 0 160-15,-4 4-160 16,-6 5 160-16,-6 1-160 0,-6 6 160 0,-7 5-160 0,-4 1 0 16,-1 3 0-16,9-3 0 0,-1 4 0 0,5 2 0 0,4-2 0 15,9-1 0-15,4 0-160 16,1 3 160-16,0 11 0 0,-3 11 0 0,0 10 0 0,6 3 0 0,4 3 0 15,4 5 0-15,5 2 0 0,3 5 0 0,3 3 0 16,4 8 0-16,4 0 0 0,4-6 0 0,5 1-160 16,4-3 160-16,5 3 0 0,5-4-160 0,7-2 160 15,3-9-128-15,5-8 128 0,4-7-144 0,3-7 144 16,5-3-160-16,9-6 160 0,7-6 0 0,9-10-144 16,6-3 144-16,3-9 0 0,-8-4-192 0,3-6 64 15,4-6 0-15,3-7 0 0,4-4 128 0,-1-4 0 16,-2-1 0-16,-2-4 0 0,-4-3 0 0,-4 1 0 0,-3-5 160 15,-3-2-160-15,2-1 256 0,-3-5-32 16,-3 1-16-16,-1-2 0 0,-5-2 32 0,-3 2 0 16,-4-2 0-16,-5 3 0 0,-5 0-80 0,-3 0-16 0,-3 0 0 0,-4 3 0 15,-3-3-16-15,-5 3 0 16,-5-3 0-16,-2 0 0 0,-5 3-128 0,-2 0 160 0,-3-1-160 0,-3 5 160 16,-3 3-160-16,-3 0 0 0,-2 7 0 15,-2 3 128-15,-2 8-384 0,-7 3-64 0,-11 10-32 0</inkml:trace>
  <inkml:trace contextRef="#ctx0" brushRef="#br0" timeOffset="92232.79">25811 7895 3903 0,'1'0'0'15,"-1"-2"0"1,0 2 0-16,1 0 0 0,-1 0 0 0,0 0 0 16,0 0 0-16,0-4 0 0,0 2 0 0,1-1 0 15,-1 0 0-15,0 3 0 0,0 0 0 0,0 0 0 16,0 0 0-16,-1-20 0 0,0 16 0 0,0 2 0 16,1-2 0-16,-2 4 0 0,1-2 0 0,1 2 0 15,-1-3 0-15,1 6 0 0,-1-3 0 0,2 2 0 16,-1 2 0-16,0-4 0 0,0 0 0 0</inkml:trace>
  <inkml:trace contextRef="#ctx0" brushRef="#br0" timeOffset="96284.62">25785 4095 3199 0,'-3'4'0'15,"2"-4"0"1,1 0 0-16,1 0 0 0,0 0 0 0,-1 0 0 15,0 0 0-15,0 1 0 0,0 1 0 0,0-2 0 16,2 0 0-16,-2 0 0 0,0 0 0 0,0 0 0 16,0 0 0-16,0 0 0 0,0 0 0 0,0 0 0 15,0 0 0-15,0 0 0 0,0 0 0 0,0 0 0 16,0 0 0-16,0 0 0 0,0 0 0 0,8-19 0 0,-8 17 0 16,0-1 0-16,1 2 0 0,-1-2 0 15,0 2 0-15,2-1 0 0,-2-1 0 0,0 2 0 16,0-1 0-16,0-1 0 0,0 2 0 0,0 1 0 0,1-3 0 0,-1 1 0 0,0 1 0 0,0 1 0 15,0 0 0-15,-1-3 0 0,1 3 0 0,0-2 0 16,0 2 0-16,0 0 0 0,0 0 0 0,0 0 0 16,0 0 256-16,0 0 48 0,-19 15 0 0,13-12 16 15,0 3 160-15,-2 3 32 0,0-3 0 0,-1 4 16 16,-1-2-256-16,0 0-48 0,0 2-16 0,-1-1 32 16,1 1-48-16,-1 0-16 0,1-2 0 0,0 2 16 15,2-1-48-15,-1 1-16 0,2-3 0 0,-1 2 32 16,2-2-160-16,0 2-256 0,-1-1 64 0,0 2 48 0,2 3 144 15,-1-3 0-15,0-3 0 0,2 2 0 0,-1-3-224 16,3 0 80-16,-1 0 16 0,3-2 128 0,3-2 0 0,1-2 0 16,4 0 0-16,1-6 0 0,-2 0 0 15</inkml:trace>
  <inkml:trace contextRef="#ctx0" brushRef="#br0" timeOffset="96598.13">25781 4115 3263 0,'4'3'0'0,"-1"-2"0"15,0 1 0-15,-2 1 0 0,1-3 0 0,1 4 0 16,1-3 320-16,3 4 192 0,4 1 16 0,19 10 240 16,-12-9-768-16,1 2 192 0,-2-3-48 15,2 0-144-15,-2-2 0 0,0 2 0 0,-3-2 160 16,-2 1-160-16,-3-1 0 0,-2-1 0 0,-3 2 0 16,0 0-480-16,-3 2-48 0,2 1-16 0,-5-4 32 15</inkml:trace>
  <inkml:trace contextRef="#ctx0" brushRef="#br0" timeOffset="102201.52">15542 11263 5519 0,'-15'0'496'0,"5"0"-496"16,3 2 0-16,3-2 0 0,3 1 384 0,2 2 0 16,2-1-16-16,-1 2 0 0,2 2-96 0,3 0-16 15,6 7 0-15,3 0 0 0,6 4-256 0,4 1 160 0,3 1-160 16,3-3 128-16,2 0-128 0,3-3 0 16,4 0 0-16,2-2 0 0,6-4 0 0,6-1 0 15,7 1 0-15,5-5 0 0,2-2 432 0,-1-6 0 16,1-5 0-16,-1-3 0 0,-1-4 16 0,6-2 0 0,4-2 0 15,-2-1 0-15,-5-4-112 0,-4-1-16 0,1-2 0 0,-4-5 0 16,-1 1-128-16,-4-7-16 0,-2-2-16 16,-8-2 0-16,-6 4 96 0,-6-1 32 0,-1 0 0 0,-5-1 0 15,0-2-32-15,-3 1 0 0,1-1 0 0,-5 0 0 16,-2-1 64-16,-1-4 0 0,-3-1 0 0,-2-3 0 16,-4 16-64-16,-2 1 0 0,-2-4 0 0,-3 0 0 15,0 2 112-15,-6 2 16 0,0 0 0 0,-4 1 0 16,-3 1-144-16,-5 0-32 0,-2-2 0 0,-2 4 0 15,2 5 0-15,-3-1 0 0,-6 2 0 0,-2 1 0 0,-5 1-16 16,-3 3 0-16,-2 3 0 0,-3 3 0 0,-4 4-192 0,-4 2 0 16,-5 6 0-16,-5 2 0 15,-7 4 0-15,0 5 0 0,-1 2 0 0,0 1-160 16,5 0 160-16,-2 3 0 0,-4 1 0 0,-7 4 0 0,-5 6 0 0,-2 4 0 16,5 1 0-16,-1 2 176 0,0 1-176 0,6-1 0 15,2 1-160-15,4-3 160 0,8 2 0 0,4 1 192 16,6 3-16-16,3-5 0 0,5-1-48 0,1 3-128 15,0 3 192-15,-2 7-64 0,-1 13 0 0,4 6-128 16,5 2 192-16,6-2-64 0,5-7-128 0,6-1 0 16,4-2 0-16,5 6-176 0,5 8 176 0,6 5 0 15,5 4-144-15,6-5 144 0,3-3-160 0,2-14 160 16,4-3-208-16,5-4 80 0,7 2 128 0,5-5 0 16,5 1 128-16,0-11-128 0,0-4 0 0,-1-9 0 15,-2-7 0-15,6-5-128 0,5-4 128 0</inkml:trace>
  <inkml:trace contextRef="#ctx0" brushRef="#br0" timeOffset="103986">25828 5594 20271 0,'-3'-2'1792'0,"2"2"-1424"0,1-3-368 0,1 2 0 15,1 1 672-15,-2-2 64 0,1 0 16 0,1 0 0 16,2-2 1632-16,3-2 336 0,5 1 64 0,4-2 16 15,3 3-1152-15,6 1-240 0,5 1-32 0,2 2-16 16,5 2-528-16,1-2-96 0,0 4-32 0,-3 0 0 16,-2 1-384-16,-5-2-96 0,-3 4-16 0,-3-5 0 15,-2 4-208-15,-3-2 144 0,-1 0-144 0,-4-2 128 16,0 2 0-16,-4 0-128 0,-2 1 192 0,1-2-64 0,-4 3-128 0,-1-2-176 16,-4 0 48-16,-1 1 0 0,-2-1 128 15,-1-2 0-15,-2 2 0 0,-1-4 0 16,0 0-992-16,-3-3-112 0,1 2-32 0,-1-5-10432 15,0 0-2080-15</inkml:trace>
  <inkml:trace contextRef="#ctx0" brushRef="#br0" timeOffset="104151.7">26078 5316 13823 0,'0'0'1216'0,"0"-3"-960"16,1 3-256-16,0 0 0 0,0 3 2832 0,1-3 528 16,-1 4 96-16,4-2 32 0,1 6 352 0,0 1 64 15,2 6 0-15,-2 4 16 0,0 1-2624 0,-1 6-528 16,0 5-96-16,-4 3-32 0,-1 7-368 0,-1 1-80 15,-2 1 0-15,0-1-16 0,-1-2-176 0,-1-4 160 0,2-2-160 0,0-5 160 16,2-4-160-16,-1-3-176 0,2 0 48 0,0-3-19184 16</inkml:trace>
  <inkml:trace contextRef="#ctx0" brushRef="#br0" timeOffset="104948.96">26054 4485 11055 0,'-1'2'976'0,"0"-2"-784"15,1 0-192-15,0 0 0 16,0 0 1264-16,0 0 208 0,-2 0 32 0,2 0 16 0,0 0 640 0,0-2 128 16,2 2 16-16,-2 0 16 0,0 0-640 0,0 0-128 15,0 0-16-15,0 0-16 0,0 0 16 0,24 0 0 16,-16 2 0-16,0 2 0 0,4 0-512 0,-1 0-112 16,1 1-16-16,2 1 0 0,1 0-368 0,-1-2-80 15,1-2 0-15,1 2-16 0,-2-4-176 0,-1 1-16 16,1-1-16-16,0 0 0 0,1-1-48 0,-3 1-16 15,-1 0 0-15,-1-3 0 0,-1 2-160 0,-2 1 192 16,-1 0-192-16,-2 0 192 0,0 1-192 0,-2 2 128 0,-1-2-128 16,-2 1 128-16,1 1-128 0,-2 1 0 0,-1-2 144 0,-1-2-144 15,1 4 0-15,-1-4 0 0,-1 2 0 0,0-2 128 16,0-2-128-16,0 2 0 0,-1-3 0 0,0 0 0 16,1 0-208-16,-1-1 32 0</inkml:trace>
  <inkml:trace contextRef="#ctx0" brushRef="#br0" timeOffset="108237.26">15101 11436 2751 0,'-11'-9'256'0,"2"-1"-256"15,3 4 0-15,1 0 0 0,4 2 256 0,-1 2 0 16,2-2 0-16,-2-1 0 0,-1-2 288 0,1-6 64 0,-1-3 16 0,2-2 0 15,1 2-176-15,1 0-48 0,3-1 0 0,1 1 0 16,1 2-208-16,2-3-32 0,2 5-16 0,-2-1 0 16,2 4-144-16,0-1 0 0,1 5 0 0,0 4 0 15,-1-2 0-15,1 3 128 0,0 3-128 0,2-2 0 16,2 4 384-16,1-1-16 0,4-1 0 0,2 2 0 16,6-1 16-16,4 0 0 0,7-2 0 0,4 2 0 15,3-2-128-15,3-2 0 0,4 2-16 0,-1 0 0 16,-3 1 96-16,-1-2 32 0,1 1 0 0,4 1 0 15,3-3 16-15,5-3 0 0,4 1 0 0,-1-2 0 16,2 0 48-16,-4-2 16 0,-2 0 0 0,6 0 0 0,3 0 160 16,3-3 32-16,2-1 16 0,-5 3 0 0,-9 1-144 15,-3-3-48-15,-2 3 0 0,1 2 0 0,2-2-48 16,-2 3-16-16,-2 2 0 0,-4 1 0 0,-5-2 48 16,-5 2 16-16,-7 0 0 0,-4-3 0 0,-5 3 64 0,-3 0 16 15,-2 3 0-15,-4-3 0 0,0 0-32 0,-3 2-16 16,-2-1 0-16,-1 2 0 0,-2-3-288 0,0 2-48 15,1 0-16-15,1-2 0 0</inkml:trace>
  <inkml:trace contextRef="#ctx0" brushRef="#br0" timeOffset="113598.79">26238 3888 3455 0,'-3'-4'0'15,"-1"2"0"1,3-1 0-16,1 3 0 0,-2 0 0 0,2 0 0 15,-2-1 0-15,0 1 0 0,-3-4 0 0,0 2 0 16,0-2 0-16,-1 1 0 0,1 0 0 0,-2 0 0 16,1 0 0-16,-1 3 0 0,-1-4 0 0,1 3 0 15,-3-1 0-15,-2 0 0 0,-1 2 0 0,0-1 0 16,-3 1 0-16,0 0 0 0,-3 0 0 0,0 0 0 16,-2 0 0-16,-1 0 0 0,0 1 0 0,-3 1 0 15,0 2 0-15,-2 2 0 0,-1 0 0 0,-6 1 0 16,-1 0 0-16,-7 4 0 0</inkml:trace>
  <inkml:trace contextRef="#ctx0" brushRef="#br0" timeOffset="128016.36">26022 6142 2751 0,'-1'-10'256'0,"-2"1"-256"0,2 3 0 16,0 1 0-16,0 3 544 0,-2-2 64 0,-1-7 16 0,-2-3 0 15,-2-5-96-15,-5-2-16 0,-3-4 0 0,-2 1 0 16,-5 6 0-16,-1-1-16 0,-1 3 0 0,-5 0 0 16,-1 4-224-16,-2 2-32 0,-3 1-16 0,-1 3 0 15,-3 2-96-15,0 2 0 0,0 4-128 0,-3 5 192 16,-3 0 112-16,-5 5 16 0,-4 7 0 0,-2-1 0 16,-1 7-560-16,-4 1-96 0,-1 5-32 0,-2 4 0 15,2 3 48-15,3-2 16 0,7-3 0 0,-1 1 0 0,2 5 304 16,3-3-160-16,3 1 160 0,4-2-128 0,4-3 128 0,0 9 0 15,-2 7 0-15,2 8 128 0,4 2-128 16,5 4 0-16,3-2 0 0,3 1 0 0,6-4 0 0,1 3 0 16,2 8 0-16,4 5 0 0,4 1 0 0,4 1 0 15,3-2-128-15,4-3 128 0,4-3 0 16,3-2 0-16,4 1 0 0,4-4-128 0,6 0-64 0,4-6 0 16,2-7 0-16,1-6 0 15,2-4-816-15,2-4-160 0,2 0-48 0,2-4 0 0,1-7 1008 16,3-1 208-16,5-7 0 0,7-4 0 0,6-8 0 0,7-4 0 15,6-4 0-15,2-6 0 0,-4-2 0 0,4-7 0 16,9-3 0-16,8-6 0 0,6-1 0 0,2-3 0 16,-3 1 0-16,-1-4 0 0,1 1 320 0,-6-2 128 15,-7-1 0-15,-9-1 16 0,-4-6-240 0,-5 0-48 0,0-3-16 16,-2-1 0-16,0-1 80 0,-5 2 16 0,-8 0 0 0,-4 0 0 16,-7 3 208-16,-2-7 48 0,-2-2 0 0,-2 1 0 15,-4-1 32-15,-4 2 16 0,-2-5 0 0,-4 2 0 16,-5-3 48-16,-5 0 16 0,-6-3 0 0,-3-1 16 15,-5-1-192-15,-4 8-48 0,-4 6 0 0,-6-2 0 16,-6 2-224-16,-6 7-48 0,-5 3-128 16,-19 3-2704-1,-13 2-656-15,-24-2-128 0</inkml:trace>
  <inkml:trace contextRef="#ctx0" brushRef="#br0" timeOffset="132265.87">26750 5582 1839 0,'-2'-4'160'0,"1"-1"-160"16,1 4 0-16,-2-2 0 0,2 3 352 0,2-2 32 15,-2 1 16-15,0-4 0 0,-2 0 80 0,1 0 16 16,1 1 0-16,-1 4 0 0,1 0-160 0,0 6-16 0,0 2-16 0,0 3 0 16,0 5 144-16,0 0 16 0,-1 6 16 0,-1 3 0 15,1 1-32-15,-1 0-16 0,-2 2 0 0,2 1 0 16,-1-1-48-16,1 0-16 0,-1-5 0 0,3 1 0 16,-1-5-224-16,0 0-144 0,1-3 192 0,-2 0-192 15,2 0 0-15,-2-1 0 0,1-1 0 0,-1-2 0 16,1 0 0-16,-1-2 0 0,1-1 0 0,-2-3 0 15,2 0 0-15,0-2 0 0,1-3 0 0,1-1 0 16,0 0 0-16,0-1-224 0,1-3 32 0,0-2 16 16,0 0 176-16,0-3 0 0</inkml:trace>
  <inkml:trace contextRef="#ctx0" brushRef="#br0" timeOffset="132580.88">26596 5765 911 0,'5'0'0'0,"-2"0"0"16,1 4 0-16,-3-2 0 0,1-1 448 0,0 4 0 15,3-1 0-15,2 6 0 0,3 2 256 0,3 4 48 16,-2 3 16-16,1 3 0 0,-1-3-368 0,-1 0-64 15,1 2-16-15,-1-5 0 0,1 1-176 0,-1-4-144 0,0-2 192 0,0-3-192 16,-1-2 224-16,-2-4-64 0,1 2-16 0,-1-6 0 16,-1 0 400-16,2-4 80 15,-2 0 16-15,-1-3 0 0,2-1 64 0,-1 1 32 0,0-4 0 0,2-2 0 16,1 2-368-16,-1-3-80 0,3 0-16 0,-1 0 0 16,1-3-272-16,0 0 0 0,1 1-128 0,2-8-2480 31,-1-6-480-31,0-5-112 0</inkml:trace>
  <inkml:trace contextRef="#ctx0" brushRef="#br0" timeOffset="135832.73">17795 11269 5519 0,'-3'2'496'0,"0"2"-496"16,2-3 0-16,2 2 0 0,2-3 384 0,-1 2 0 15,2 2-16-15,1 2 0 0,3 3-208 0,6 1-32 0,3 2-128 0,4-1 192 16,4 2-192-16,3-4 0 0,5 0 0 0,2-3 0 16,6 1 0-16,4-7 0 0,4-4 0 0,2-5 0 15,1-4 0-15,1-6 192 0,5-6-48 0,0-6-16 16,2 2 128-16,-2-8 0 0,-1-2 16 0,-5-2 0 16,-9 3 64-16,-6 0 16 0,-4-1 0 0,-3-1 0 15,0-1-64-15,-3 0-16 0,-1-1 0 0,-1 2 0 16,-3 2 64-16,-2 0 16 0,-3-3 0 0,-2-4 0 15,-4 5 96-15,-4-2 0 0,-2 4 16 0,-2 1 0 16,-3-1 48-16,-5 0 0 0,-4-1 0 0,-3 1 0 16,-4 1-32-16,-5 1 0 0,-3 1 0 0,-2 2 0 15,-1 3-80-15,-3 2-16 0,-1-1 0 0,-2 7 0 16,-4 0-192-16,-8 7-32 0,-3 3-16 0,-6 8 0 16,-4 7-144-16,0 10 0 0,-1 9 0 0,-4 13 0 0,-3 10 0 0,-1 8-144 15,4 1 144-15,3 3-208 0,1 6-160 16</inkml:trace>
  <inkml:trace contextRef="#ctx0" brushRef="#br0" timeOffset="143215.48">11578 12663 3839 0,'5'-7'0'15,"-2"2"0"1,0 4 0-16,-2-1 0 0,0 2 0 0,1-3 0 15,3-2 0-15,2-1 0 0,4-5 0 0,2 0 0 16,1-4 0-16,0 3 0 0,-2-2 0 0,2 2 0 0,-2-1 0 0,2 3 0 16,1-2 128-16,1 0 0 0,-1 2-128 0,-1 0 128 15,3-1-128-15,0 1 144 0,1 2 32 0,1 0 0 16,0 2 0-16,-2-1 16 0,1 4 0 0,1 0-16 16,1 2 0-16,1 1 16 0,-1 0-192 0,1 0 176 15,0 4-176-15,0-2 192 0,1 2-64 0,-1 2-128 16,0 0 192-16,-1 0-32 0,-1 1-160 0,1-1 0 0,-1-1 0 15,1 0 144-15,-1-2-144 0,4 0 0 0,0-3 0 16,1 0 0-16,-3 0 0 0,2 0 128 16,3-3-128-16,4 0 128 0,1 0-128 0,1 3 0 0,2-2 0 0,2 1 160 15,-1 2-160-15,1 1 0 0,-2 2 0 0,0 1 160 16,-2 1-160-16,1-2 0 0,2 3 0 16,0-1 160-16,3 3-160 0,4-3 0 0,1 0 0 15,3 1 144-15,1-4-144 0,0-3 0 0,-4 3 0 0,-3-6 0 16,-3 3 0-16,5-3 192 0,2-2-192 0,5 0 192 15,0-1-192-15,4 1 0 0,3 1 144 0,0 1-144 16,-2 3 128-16,-7 0-128 0,-4 0 160 0,3 0-160 16,4 0 192-16,0 0-48 0,6 0-16 0,2 0 0 15,0 3-128-15,-2-1 160 0,-7-2-160 0,-3 0 160 0,-4-2 16 16,1-1 0-16,4 0 0 0,3-3 0 0,2 2 16 16,0-2 16-16,-3 2 0 0,3 1 0 0,4 1 80 15,-4 1 16-15,-3-4 0 0,1 0 0 0,-1-1-48 16,2-1 0-16,4 1 0 0,5-2 0 0,4 1-64 0,-1 1-32 15,1 0 0-15,-1-1 0 0,-3-2 0 0,2 2 0 16,4-2 0-16,4 2 0 0,1 2-160 16,1 1 0-16,-4 1 144 0,0 2-144 0,-6-1 0 15,2 2 144-15,5 0-144 0,3 2 0 0,2 4 128 16,-1-2-128-16,-3 2 0 0,-4-2 0 0,-4-2 192 0,6 0-32 16,6 3 0-16,-1-2 0 0,-2 0 48 0,-4 0 16 15,-4-3 0-15,1 0 0 0,3-2 0 0,2 1 0 16,5 2 0-16,-2 1 0 0,-4 1-16 0,0-3 0 15,-1 0 0-15,-2 0 0 0,2 0-16 0,1 4 0 16,4-1 0-16,-3 4 0 0,-6-5 0 0,-1 2 0 16,0-2 0-16,1-1 0 0,5 2-192 0,0-1 176 0,1 2-176 15,-2-4 160-15,-3-4-160 0,-2-1 160 16,1-1-160-16,4 3 160 0,1-4 0 0,-1 4 0 0,-1-1 0 0,-3 1 0 16,-5-3 128-16,-2 3 32 0,1 0 0 0,0-1 0 15,1 4 112-15,0 2 16 0,-2 0 16 0,-2 4 0 16,-3-2-144-16,0 1-48 0,-1 2 0 0,0-3 0 15,2 2-128-15,0 3-16 0,4 1-128 0,0-2 192 16,-1 2-192-16,-5-2 0 0,-4 0 128 0,1-4-128 16,0 1 0-16,2 1 128 0,6-2-128 0,-1 0 0 15,2-2 144-15,-5 4-144 0,-3-2 128 0,-4 0-128 16,-2 1 192-16,2-2-32 0,3 1-16 0,1-1 0 16,3 0 128-16,1 1 32 0,1 1 0 0,-3-1 0 15,-3 2 0-15,-3-2 0 0,-5-1 0 0,-2 2 0 16,-2 1 96-16,2-1 32 0,3 2 0 0,-1 1 0 0,2-2-64 15,-1 1-16-15,0-1 0 0,-1-3 0 0,-2 4-128 0,-3-5-32 16,0 2 0-16,-6-4 0 0,-3 2 16 0,-3-2 0 16,-1 0 0-16,-2 0 0 0,-1 0 48 0,-2-2 16 15,0 2 0-15,-2-3 0 0,-2 2 16 0,1-1 0 16,-5-2 0-16,1 1 0 0,-1 0-64 0,-4 0-16 16,1 0 0-16,-2 0 0 0,-1 2-64 0,1-2-16 15,-2 0 0-15,0 3 0 0,1-3-128 0,-2 3-144 16,1 0 144-16,-1 3-15040 0</inkml:trace>
  <inkml:trace contextRef="#ctx0" brushRef="#br0" timeOffset="157232.2">12116 12622 5519 0,'-4'0'496'0,"0"1"-496"16,3 1 0-16,0-2 0 0,1 3 272 0,0-3-32 16,-3 1-16-16,0 2 0 0,-1-1-224 0,0 2 0 0,1-2 0 0,0 2 0 15,2-3 0-15,0 1 128 0,1-2-128 0,1 0 0 16,0 0 144-16,2-2-16 0,0 1 0 0,1-1 0 15,1 0 192-15,1 2 16 0,1-2 16 0,3-2 0 16,0 4 224-16,0-2 64 0,4-1 0 0,-1 2 0 16,2 1-32-16,0-3 0 0,4 3 0 0,0-2 0 15,2 2-96-15,3 0 0 0,2 2-16 0,0-2 0 16,0 0-144-16,1 0-32 0,1 0 0 0,1 0 0 16,3-2-128-16,-1 1-16 0,2-2-16 0,1 1 0 15,-3 1 32-15,-3-2 16 0,1 2 0 0,-2 1 0 16,2 0-48-16,1 1-16 0,2 2 0 0,-1-1 0 15,1-1 32-15,0 2 0 0,3-3 0 0,1-3 0 0,1 1 80 16,0-2 32-16,1 0 0 0,0-2 0 16,-1 0 64-16,-4 0 16 0,-1-2 0 0,0 2 0 0,2-2-48 0,0 1-16 15,1 1 0-15,-2 3 0 0,0-4-160 0,-3 4-16 16,0-2-128-16,0 1 192 0,-2 3-64 0,1-2 0 16,-6 3-128-16,-1-2 192 0,-1 2 32 0,0 0 0 15,0-1 0-15,-1 1 0 0,-1 0 160 0,1-3 48 16,-1 3 0-16,2 0 0 0,3-2-48 0,-2 2 0 15,3 0 0-15,-3 0 0 0,0 0-192 0,-1 0-32 16,2 2-16-16,-4-2 0 0,0 3-144 0,1-2 160 16,0 1-160-16,-2-2 160 0,2 3-160 0,-3 0 160 15,2-3-160-15,-3 4 160 0,-1-1 0 0,-2-2 0 16,1 1 0-16,-2 1 0 0,-1-2 32 0,1 2 0 16,-3-1 0-16,0-1 0 0,-2 2 16 0,1-3 16 15,-2 1 0-15,0 0 0 0,-1-1 16 0,-1 0 0 0,0 1 0 0,-2-1 0 16,1-1 80-16,-1 1 32 0,-1-1 0 0,1 0 0 15,-1 1-16-15,-1 0 0 0,0-3 0 0,0 2 0 16,0 1-48-16,0 0-16 0,0 0 0 0,0 0 0 16,0 0-16-16,0 0 0 0,0 0 0 0,0 0 0 15,0 0-16-15,0 0-16 0,0 0 0 0,-5-21 0 16,4 20-80-16,-1-2-16 0,1 0 0 0,0 0 0 16,-2 1-128-16,2 0 0 0,-1 0 0 0,-1-1 0 15,1 2 0-15,-1 1 0 0,2-2 0 0,-1 2 0 16,0 0 0-16,1 0-176 0,0 2 176 0,2-2-15872 15</inkml:trace>
  <inkml:trace contextRef="#ctx0" brushRef="#br0" timeOffset="158931.23">11479 12697 2751 0,'2'-5'256'0,"1"2"-256"0,1 0 0 0,-1 2 0 15,1 1 400-15,-2-3 48 0,2 3 0 0,4-3 0 16,4-4 128-16,4-2 16 0,5-3 16 0,0 1 0 0,3-1 32 16,-3-3 16-16,-2 2 0 0,0 0 0 15,-2 3-96-15,-2-2-32 0,0 0 0 0,-3 2 0 0,1 0-176 0,-5 1-32 16,0 3-16-16,-2 2 0 0,-1-1-64 0,-1 2-16 16,-2 1 0-16,-2 0 0 15,0 2 96-15,-2 0 0 0,-1 0 16 0,-1 0 0 0,-1 0 80 0,-1 2 16 16,-1 0 0-16,-2 0 0 0,1 2-112 0,-1-1-32 15,0 2 0-15,1 2 0 0,-2-4-112 0,1 3-32 16,2-2 0-16,-1 0 0 0,1 1 0 0,1 1 0 16,-1-2 0-16,2 2 0 0,2-2-16 0,0 2 0 15,2 0 0-15,1 0 0 0,1 4-128 0,2-1 128 16,0 1-128-16,2-1 128 0,2 1-128 0,-1 0 0 16,2-1 0-16,1-3 0 0,1 0 0 0,1 0 0 15,0-2 0-15,2-1 0 0,-1 0 0 0,0-3 192 0,-1 0-192 16,1-2 192-16,-1 1-64 0,-3-2-128 15,1 1 192-15,-3 0-64 0,-1-1 32 0,-1-2 0 0,-3 1 0 16,0 0 0-16,-2 2 64 0,0-4 16 0,-4 3 0 0,0 0 0 16,-1-1 16-16,-3 0 16 0,0-1 0 0,0 1 0 15,-1 1-16-15,-1-2 0 0,-1 0 0 0,1 2 0 16,1-3 32-16,0 3 0 0,2 0 0 0,-1-1 0 16,3 2 64-16,1-1 16 0,0 3 0 15,3 0 0-15,-1 0-80 0,3 3-16 0,1-1 0 0,1 2 0 16,0-1-128-16,2 0-16 0,2 0-128 0,0 0 192 15,4 0-192-15,0-2 0 0,2-1 0 0,2-1 0 16,2 1 0-16,0-5 128 0,3 1-128 0,-1 1 0 16,2-4 224-16,0 1-48 0,-2 0-16 0,2 0 0 15,-4 0-16-15,0-2 0 0,-2 2 0 0,-3 0 0 0,-1 0 48 16,-4-1 16-16,0 4 0 0,-3-3 0 0,-1 3 16 0,-2-1 0 16,-2 2 0-16,-1-2 0 0,-2 2 32 0,-1 2 0 15,-1 0 0-15,-3 0 0 0,0 0-64 0,-1 2-16 16,-3-1 0-16,1 4 0 0,-2-1-176 0,0 2 0 15,0 0 144-15,1 1-144 0,2-4 0 0,1 4 144 16,0-1-144-16,1-3 0 0,2 4 128 0,2-4-128 16,3 2 0-16,0-1 0 0,3 0 0 0,1-1 0 15,3 2 0-15,2-1-144 0,3 0-32 0,5 1 0 16</inkml:trace>
  <inkml:trace contextRef="#ctx0" brushRef="#br0" timeOffset="163097.59">14423 12831 11055 0,'-4'-3'976'0,"1"2"-784"15,0-1-192-15,3 2 0 0,0 0 480 0,0-3 48 16,-1 2 16-16,0-2 0 0,-2-3-80 0,1 2-16 16,1-2 0-16,1 0 0 0,2 2-448 0,1-1 0 15,1 2 0-15,1-1 0 0,2 0 0 0,0 2 0 16,0-2 0-16,2-1 0 0,1 2 0 0,0-1 0 16,1 0 0-16,0-1 0 0,0 1 208 0,2-2-48 15,-1 3-16-15,0-4 0 0,2 1 112 0,-2 0 32 0,1 2 0 0,-2-2 0 16,0 2 112-16,-1-1 32 0,0 4 0 0,0-4 0 15,-2 2 112-15,1 0 32 0,-2 2 0 0,2-2 0 16,0 0-16-16,-2 0 0 0,2 2 0 0,1-2 0 16,-2 0-16-16,3 0 0 0,1 0 0 0,1 0 0 15,3-1 64-15,0-1 16 0,3 4 0 0,2-2 0 16,1 0-192-16,3 3-48 0,2 0 0 0,3 0 0 16,-2 1-48-16,3 2-16 0,1 0 0 0,0 2 0 15,2-1 64-15,-2 0 0 0,0 2 0 0,-2-2 0 16,-3 1 0-16,3-2 0 0,-1 0 0 0,2 1 0 15,0-4-32-15,0 2 0 0,0-2 0 0,0-2 0 0,-1 2-16 0,-4-3 0 16,0 2 0-16,-2-2 0 0,-3 1-32 0,-1 1-16 16,-4-3 0-16,-2 3 0 0,-4-1-32 0,-3 2-16 15,-1 0 0-15,-3 0 0 0,-2 2 144 0,-2-2 48 16,-1 0 0-16,-2 0 0 0,0 0 16 0,-2 1 16 16,-2 3 0-16,-2-3 0 0,0 1-144 0,1 1-48 15,-4 1 0-15,2 2 0 0,0-3-272 0,0 2 0 16,1 3 128-16,0-2-17872 15</inkml:trace>
  <inkml:trace contextRef="#ctx0" brushRef="#br0" timeOffset="167915.73">14774 12778 4607 0,'-1'-2'400'0,"1"2"-400"0,0 0 0 0,5 0-832 31,-3-2-240-31,0-2-48 0</inkml:trace>
  <inkml:trace contextRef="#ctx0" brushRef="#br0" timeOffset="168315.44">11838 12520 1839 0,'-12'0'160'0,"5"0"-160"0,1-2 0 0,2 2 0 15,3 0 1216-15,1 0 192 0,1 0 64 0,0 0 0 16,2-3-1248-16,0 2-224 0,2 1 0 0,5-5-144 16,3 0 144-16,-2-1 0 0</inkml:trace>
  <inkml:trace contextRef="#ctx0" brushRef="#br0" timeOffset="169237.34">14997 12679 15663 0,'-4'-5'1392'0,"2"3"-1120"16,2 2-272-16,2 2 0 0,1-2 768 0,0 1 80 15,2-1 32-15,1 1 0 0,4 2-576 0,5-2-112 16,4 1-32-16,2 5 0 0,0-4-16 0,2 2 0 16,0 1 0-16,1 2 0 0,2 0 112 0,1-1 32 15,3-1 0-15,1 1 0 0,4-3-48 0,-1-2-16 16,1 1 0-16,-2-2 0 0,-3 2-96 0,-3-3 0 0,-3 0-128 0,-6 0 192 15,-2 0 64-15,-6 0 16 0,-1 0 0 0,-7 0 0 16,-2 0 176-16,-3-3 16 0,-4 2 16 0,-4 1 0 16,-2-3 208-16,-6 0 32 0,-2 3 16 0,-5-3 0 15,-2 3-400-15,-4 0-80 0,-3 0 0 0,2 0-16 16,2 3-64-16,-3-3-16 0,0 1 0 0,0-1 0 16,1 0 272-16,2-1 48 0,3 1 16 0,0 0 0 15,5 0 80-15,2 0 32 0,2 0 0 0,4 1 0 16,3 1-128-16,5-2-32 0,0 3 0 0,5-2 0 15,1 2-144-15,3-1-48 0,6-2 0 0,2 1 0 16,3 2-256-16,3-3 0 0,5 0 0 0,3 0 0 16,2-4 0-16,2 2 0 0,1-1 0 0,-2 2-144 0,-1-2 144 0,0 0 0 15,-2 0 0-15,-1 3 0 0,-2-2 0 0,-4 2 176 16,-2 0-176-16,-5 2 192 0,-3-2-192 0,-3 3 128 16,-4-2-128-16,-4 1 128 0,-1 1-128 0,-3 1 128 15,-5-2-128-15,-2 2 128 0,-1 2 208 0,-1-2 48 16,-2-1 0-16,1 2 0 0,-2-1-192 0,3 0-48 15,-1-2 0-15,4 2 0 0,3-4-144 0</inkml:trace>
  <inkml:trace contextRef="#ctx0" brushRef="#br0" timeOffset="170148.89">16627 12742 6447 0,'-20'0'576'0,"5"-3"-576"0,1 3 0 0,6 0 0 15,3 0 1328-15,1 0 144 0,0 0 48 0,-3-2 0 16,-3 1-256-16,-3 1-48 0,-1-3-16 0,2 2 0 16,2-2-480-16,2 1-80 0,3 1-32 0,4-2 0 0,0 3-304 15,3-2-64-15,3 0-16 0,1 4 0 0,4 0-224 0,4 2 128 16,2 1-128-16,4 2 0 0,4 2 0 0,5 2 128 16,1 1-128-16,2 3 0 0,0-2 208 0,6-1 0 15,7 2 0-15,4 0 0 0,8 2 240 0,4 1 64 16,4-1 0-16,2 2 0 0,1 4-64 0,1-3 0 15,2 3 0-15,3-4 0 0,5-1-208 0,0-1-48 16,2-4-16-16,-7-4 0 0,-5 0 256 0,6-4 48 16,10-1 16-16,0-3 0 0,1-3 192 0,-4 1 32 15,-9-2 16-15,5-5 0 0,6-1 112 0,3 0 32 16,-1 1 0-16,-8-4 0 0,-10 5-352 0,-2-2-64 16,0 0-16-16,-1 0 0 0,-2 4-80 0,-4 2-32 15,-1 2 0-15,-7-1 0 0,-7 6 80 0,-7-1 16 16,-6 2 0-16,-3-2 0 0,-6 6-48 0,-2-2-16 15,-3 2 0-15,-5 2 0 0,-1-3-16 0,-3 2 0 16,-2 1 0-16,-2 0 0 0,-2 1-32 0,-1-1 0 0,-1-2 0 0,0 0-12032 16,2-2-2400-16</inkml:trace>
  <inkml:trace contextRef="#ctx0" brushRef="#br0" timeOffset="170899.68">27991 3811 8287 0,'-4'-2'736'0,"1"2"-592"16,3 0-144-16,0 0 0 0,2 0 496 0,-2 0 64 15,0 0 16-15,0-3 0 0,0 3-128 0,2 3 0 16,1-3-16-16,-3 0 0 0,0 0-432 0,19 12 0 0,-8-5 0 0,8 4-2304 31,2 3-496-31,4 5-96 0</inkml:trace>
  <inkml:trace contextRef="#ctx0" brushRef="#br0" timeOffset="171217.5">30572 6464 35935 0,'-9'-10'3200'0,"0"1"-2560"16,4 5-512-16,3 4-128 0,0 4 768 0,1-4 144 16,-3 0 32-16,-2 0 0 0,0 0-752 0,-1 2-192 15,4 5 0-15,4 4-17440 0</inkml:trace>
  <inkml:trace contextRef="#ctx0" brushRef="#br0" timeOffset="182542.81">21975 10371 911 0,'2'-2'0'0,"-1"0"0"0,1 2 0 0,-1 0 0 15,-1-2 320-15,1 2-32 0,0 0 0 0,2-4 0 16,1 2 64-16,-1-2 16 0,1 2 0 0,0-2 0 16,-2 0 272-16,1 2 48 0,-1-2 16 0,1 2 0 15,-1-1-32-15,1 2 0 0,-2-2 0 0,0 3 0 0,2 0 48 0,-2 0 16 16,0 0 0-16,0 3 0 0,0 1-16 0,-1-2 0 15,0-2 0-15,0 0 0 0,0 0-128 0,-3 28-16 16,0-14-16-16,1 1 0 0,-2 5-16 0,0 4 0 16,2 6 0-16,-3 5 0 0,2 3-32 0,0 2-16 15,0 4 0-15,1-2 0 0,-1-1 16 16,1 0 16-16,1 0 0 0,-2-1 0 0,2 9-16 0,0 4 0 16,2 6 0-16,0-1 0 0,3-5-256 0,2-8-64 15,3-4-16-15,1-9 0 0,1-6-176 0,1-3 0 16,2-5 144-16,-1-3-144 0,3-3 0 0,0-2 0 15,1-3 0-15,-1-2-128 0,-2-4 128 0,1-1 0 16,0-1 0-16,-1-1 128 0,-2-6 192 0,-1 0 32 16,0-2 16-16,-2 0 0 0,-2-3 400 0,0 1 96 0,-2 0 16 15,-2-1 0-15,0 3-304 0,-3 4-64 0,0 0-16 16,-1 2 0-16,-1 4-240 0,0 4-64 16,-1 6 0-16,0 2 0 0,-1 3-192 0,-1 7 0 0,1 2 0 0,-1 9 0 15,0 6 0-15,0 5 256 0,2 11-32 0,-1 4 0 16,2 4 48-16,-1 0 16 0,2 0 0 0,0-2 0 15,1-4-160-15,0-4-128 0,1-1 144 0,0-6-144 16,0-4 128-16,2-8-128 0,-2-3 0 0,1-5 0 16,0-7 160-16,0-3-160 0,-1-3 160 0,-1-2-160 15,-1-3 192-15,0-2-48 0,-2-2-16 0,0-4-14944 16</inkml:trace>
  <inkml:trace contextRef="#ctx0" brushRef="#br0" timeOffset="185980.96">17962 11155 7359 0,'-4'-4'656'0,"2"2"-528"0,1 2-128 0,-1 0 0 16,2 0 944-16,0 0 144 0,-1-2 48 0,0 0 0 15,0 0-560-15,2 2-128 0,1-3 0 0,-2 3-16 16,0 0-432-16,25 5 0 0,-12-1 0 0,4-2 0 16,5 5-144-16,3-4 144 0,3 1 0 0,1-1 0 15,-1 0 0-15,-1 0 0 0,2 0 0 0,-1 0 0 0,1-3 0 0,0 0 272 16,1 0-16-16,-1-3-16 0,-1 1 96 16,-1-2 32-16,0-4 0 0,-1 0 0 0,0-2 192 0,-2-2 32 15,-2-4 16-15,0 0 0 0,-2-3 160 0,-1 1 16 16,-2-2 16-16,-3-1 0 0,-2 2-288 0,-2 0-48 15,0-4-16-15,0 1 0 0,-3-3-160 0,-1 1-32 16,-1 1-16-16,-1 1 0 0,-2 2-48 0,0-2 0 16,-2 1 0-16,-3 1 0 0,1-2-32 0,-2 0-16 15,-1-3 0-15,-1 0 0 0,0 2 32 0,-3-5 0 16,0 3 0-16,-1-4 0 0,1 1-176 0,-3-1 192 16,1 4-192-16,0 2 192 0,-2-5-32 0,-4-1 0 15,1 2 0-15,-2 1 0 0,1 1 16 0,-2 3 0 16,-2 2 0-16,0 5 0 0,0 5 32 0,-3 4 16 15,2 3 0-15,-3 3 0 0,1 6 96 0,-2 0 0 0,-1 7 16 0,-1 2 0 16,1 5-32-16,0 0-16 0,2 2 0 16,0 3 0-16,-1 6-288 0,-2 5 160 0,-3 11-160 0,0 6 128 15,2 0-128-15,1-2 0 0,5-3 0 0,1-5-176 16,3-7 176-16,3-1 0 0,1-4 0 0,4-2 0 16,2-2 0-16,3 2 0 0,2-6 0 0,4 2 0 15,3-3 0-15,3-1 0 0,4-3 0 0,4-2-128 16,5-1 128-16,5-3-128 0,2-2 128 0,2-4-12784 15</inkml:trace>
  <inkml:trace contextRef="#ctx0" brushRef="#br0" timeOffset="186798.48">15194 11754 911 0,'2'-11'0'0,"-2"2"0"16,1 3 0-16,-1 0 0 0,0 2 736 0,0 1 64 16,0 2 16-16,0-5 0 0,-1-3-192 0,0-1-48 15,-2-2 0-15,0 2 0 0,-2 0 144 0,-2 2 32 16,0 1 0-16,-3 4 0 0,-1 3 256 0,-3 3 48 15,1 6 16-15,-3 1 0 0,1 2-432 0,0 4-96 16,0 3-16-16,3 1 0 0,1-1-320 0,1 5-64 16,1 4-16-16,3 5 0 0,2 7-128 0,3 9 0 0,3 14 0 15,5 6 0-15,3 0 0 0,2-6 0 0,4-6 0 0,3-9 0 16,2-3-144-16,2-4 144 0,3-9 0 0,0-5 0 16,1-7-144-16,0-8 144 0,2-6 0 0,1-6-144 15,-2-3 144-15,0-6-128 0,2-5 128 0,-3-4-128 16,-1-1 320-16,-1-3 80 0,-2-4 16 0,0-2 0 15,-2-3 848-15,-4-1 160 0,-2-6 48 0,-4 0 0 16,-2 0-272-16,-6-3-48 0,-4 0-16 0,-5 4 0 16,1 7-48-16,-6 2 0 0,-5-3 0 0,-5 1 0 15,-4 1-304-15,-3 3-64 0,-4 1-16 0,-1 3 0 16,0 4-576-16,1 0 0 0</inkml:trace>
  <inkml:trace contextRef="#ctx0" brushRef="#br0" timeOffset="191732.57">19465 10908 8287 0,'-4'0'736'0,"0"-3"-592"0,2 3-144 0,2 0 0 16,1 0 688-16,-1 0 96 0,-1 0 32 0,-2 0 0 16,2 0-368-16,-2 0-80 0,1 3-16 0,2-3 0 15,0 0-352-15,0 0-192 0,0 0 32 0,14 17 0 16,-7-8 160-16,-2-2 0 0</inkml:trace>
  <inkml:trace contextRef="#ctx0" brushRef="#br0" timeOffset="192015.63">19771 12262 16575 0,'-6'-9'1472'0,"1"4"-1168"16,-1 3-304-16,2-1 0 0,3 3 512 0,0 0 64 15,1 3 0-15,-2-3 0 0,1 2-256 0,-1-2-64 0,-1 4 0 0,5 2-4016 32,1-2-800-32,3 2-176 0</inkml:trace>
  <inkml:trace contextRef="#ctx0" brushRef="#br0" timeOffset="197365.53">17936 12553 20271 0,'-17'-7'1792'0,"3"4"-1424"16,2 3-368-16,4 0 0 0,5 0 768 0,0 1 96 16,1 1 16-16,-2 1 0 0,-2 1-32 0,-1 2 0 15,-2-3 0-15,3 4 0 0,1-4-720 0,2 2-128 16,2-1 0-16,1-2 0 0,0 0-176 0,1 0 176 16,2-2-208-16,-2 1 80 0,1 1 128 0,0-2 0 15,-1 1 0-15,0-1 0 0,0 2 0 0,1-2 0 16,-2 0 0-16,0 0 0 0,0 2 0 0,0-2-128 15,0 2 128-15,0-2 0 0,0 0-192 0,0 0 64 16</inkml:trace>
  <inkml:trace contextRef="#ctx0" brushRef="#br0" timeOffset="200316.08">12546 14276 14735 0,'-12'-6'1312'0,"3"1"-1056"0,4 3-256 0,4 2 0 0,1 0 784 16,-1 0 112-16,-3-4 0 0,-2-2 16 0,1 0-272 0,2-4-64 15,6 1-16-15,8-1 0 0,5 4-560 0,7 0 0 16,6 0 0-16,3 2 0 0,4 4 0 0,7 0-192 16,9 4 192-16,7-1-192 0,8 4 192 0,9 2-176 15,3 3 176-15,2-1-160 0,-3 0 160 0,3-1 0 16,4-4 0-16,7 0 0 0,8 2 352 0,-3-4 0 15,-1-4 0-15,1-4 0 0,7 0 224 0,-1-2 32 16,-2 2 16-16,4 0 0 0,7-2 144 0,0 4 16 16,4 2 16-16,-2 0 0 0,-1 0-592 0,2 2-208 0,7 4 144 0,-3-1-144 15,-10 0 176-15,6 1-48 16,6 4-128-16,-4 3 192 0,-4-1-192 0,-1-2 144 0,3 0-144 16,-1-2 128-16,-5 2 0 0,0-4-128 15,-4-2 192-15,5-1-64 0,-1 0 256 0,-3-3 64 0,-3-3 0 0,1 0 0 16,6 1 320-16,-7 2 80 0,-5-2 16 0,-1 2 0 15,0 2-224-15,1 0-64 0,1 2 0 0,-5-2 0 16,-3 1-96-16,3-2-32 0,5 4 0 0,-2-1 0 16,-7 2 16-16,4-2 0 0,4 2 0 0,1 0 0 15,-2 1-144-15,-4 2-48 0,-4-3 0 0,1-2 0 16,3 2 16-16,-3 0 0 0,-1 0 0 0,-2 1 0 16,-1-7-160-16,2 0-128 0,4 0 144 0,-7 0-144 15,-6-4 128-15,-1-1-128 0,-1 1 0 0,-1-3 144 16,2 1-16-16,-1-1 0 0,-4 5 0 0,-10-2 0 15,-6 2-128-15,-1 2 0 0,-1-4 0 0,3 4 128 0,0 0 80 16,-1 1 16-16,0 4 0 0,-4 1 0 0,-4 1-224 16,-6 0 176-16,-1 2-176 0,-2-2 160 0,-1 4-160 15,1-1 0-15,-3 3 0 0,-1-2 0 0,-5 4 0 16,-4-6 0-16,-6 4 0 0,-4-5 0 0,-3 0 0 0,-3-2 0 16,-3 0 0-16,-6 0-18368 15</inkml:trace>
  <inkml:trace contextRef="#ctx0" brushRef="#br0" timeOffset="203452.55">20863 13333 21183 0,'1'0'1888'16,"1"-3"-1504"-16,-1 3-384 0,1 0 0 15,1 0 880-15,0 0 96 0,2 3 32 0,5 1 0 16,5-1-304-16,4 7-48 0,5 5-16 0,6 7 0 0,5 10-288 0,-1 5-64 15,2 4-16-15,-2 1 0 0,-5 2-16 0,1-6-16 16,-4-3 0-16,-4-3 0 0,-3-4 112 0,-2-3 32 16,-2-3 0-16,-2-8 0 0,-1-2 944 0,-3-3 192 15,1-6 32-15,0-5 16 0,1-3-16 0,3-6 0 16,3-5 0-16,3-9 0 0,6-7-656 0,6-10-128 16,10-17-16-16,6-11-16 0,4 1-496 0,2-1-112 15,1-3 0-15,8-13-19904 0</inkml:trace>
  <inkml:trace contextRef="#ctx0" brushRef="#br0" timeOffset="214667.35">14809 15676 9215 0,'-1'-4'816'0,"-1"1"-656"0,2 0-160 0,0 3 0 15,0-2 384-15,0 1 32 0,2-2 16 0,-2-3 0 16,2-3 16-16,2-2 0 0,1 0 0 0,1 1 0 16,3 0 240-16,1-2 48 0,3 2 16 0,3 0 0 15,4 1 272-15,1 2 64 0,5 1 16 0,2 0 0 16,5 3-224-16,0 3-48 0,-1-2-16 0,-1 2 0 15,1 2-96-15,0-2-16 0,3 0 0 0,3 3 0 16,4-3 0-16,7 0 0 0,5-3 0 0,7-1 0 16,2-2 0-16,-2 3-16 0,-7-4 0 0,-2 1 0 15,4 1-32-15,8 2 0 0,6 1 0 0,5 4 0 16,5 0-64-16,-6 2-16 0,-10-1 0 0,3 2 0 0,5 2-176 16,4-4-32-16,7 3-16 0,-3-2 0 0,-7 0 32 0,-3-2 16 15,-1 1 0-15,1-2 0 0,7 2-16 0,0-3 0 16,-1-3 0-16,-5 2 0 0,-11-2-80 0,4 0-32 15,1-2 0-15,6 0 0 0,3 2 144 0,1 0 32 16,-4 3 0-16,-8-3 0 0,-6 3-128 0,1 0-32 16,2 3 0-16,1 0 0 0,1 0-128 0,-2 2-32 15,-3 0 0-15,-4-2 0 0,-8 4-128 0,-3-5 160 16,0 4-160-16,0 4 160 0,3-4 0 0,0 4 0 16,0-2 0-16,-1 0 0 0,-2-2-160 0,0 1 192 15,-3-1-192-15,-5 0 192 0,-4-2-48 0,-3 2 0 16,-2-4 0-16,0 3 0 0,-3 0 32 0,3-1 0 15,-1 2 0-15,1-2 0 0,0 1-176 0,-2-2 0 0,2 1 0 16,-1-1 128-16,-1 0-128 0,-2 0 0 0,0 1 0 16,-2-2 0-16,-1 2 0 0,0-4 0 0,-4 2 0 15,0-1 0-15,-2 2 0 0,-2-3 0 0,0 0 0 0,-1-3 0 16,1 0-208-16</inkml:trace>
  <inkml:trace contextRef="#ctx0" brushRef="#br0" timeOffset="-209014.72">26290 6347 3839 0,'-1'-2'0'0,"0"1"0"16,0-2 0-16,1 3 0 0,0 0 0 0,-2-1 0 16,1 1-160-16,-1-3 160 0,-1 0 0 0,-2-2 0 15,0 1 0-15,0 0 160 0,0 2-160 0,0-2 0 16,2 4 0-16,-2-4 128 0,1 2-128 0,-1-1 0 15,1 0 0-15,-1-1 0 0,1 2 0 0,-3-5 0 0,1 4 0 0,0-3 0 16,-1-1 0-16,-1 1-128 0,0-1 128 0,-4 1-128 16,1-3 128-16,-1 0 192 0,-2 2-32 0,-2-3-16 15,0 1 128-15,-2 2 32 0,-2-2 0 16,-1 1 32-16,1 1-128 0,-1 1-16 16,1 1-16-16,-1-1 0 0,0 1-176 0,-1 1 0 0,-2-2 144 0,-2 2-144 15,-1 2 0-15,-1 1 0 0,-2 1 0 0,-3 1-144 16,-2 3-176-16,-2 1-48 0,-4 1 0 0,-1 1 0 15,1 3-16-15,1 1-16 0,-3-1 0 0,1 4 0 16,0 1 400-16,-1 1 0 0,0 0 144 0,-2 2-144 16,1 1 128-16,-1-1-128 0,7-2 0 0,1-2 0 15,0 5 0-15,-4-1 0 0,-2 4 0 0,-1 4 0 16,0 3 0-16,3-1 0 0,2 3 0 0,3 1 0 16,2-1 0-16,2-1 0 0,2 3 0 0,4 0 0 15,3 2 0-15,2-1 0 0,5-6 0 0,2 1 0 0,3-1 0 16,4 1 0-16,1 3 0 0,3 2 0 0,4 8 0 0,3 8 0 15,6 1 0-15,2 2 0 0,3-3 0 0,2-1 0 16,3-2 0-16,1-5 0 0,0 1 0 0,3 4 0 16,2 1 0-16,1 5 0 0,0-4 0 0,5 0 0 15,4-1 0-15,5-4 0 0,1-5 0 0,4-6 0 16,4-3 0-16,4-3 0 0,0-4 0 0,2-5 0 16,1-2 0-16,1-8 0 0,3-6 0 0,6-6 0 15,1-4 0-15,3-5 0 0,3-3 0 0,-1-3 0 16,-5-6 0-16,2-6 0 0,6-7 544 0,0-7 64 15,0-6 16-15,-6 1 16 0,-7 3-128 0,-4-2-16 16,-3-3-16-16,-1 4 16 0,-1-2-176 0,-3 3-16 16,-5 0-16-16,-5-2 32 0,-7 5-320 0,-5-1 160 0,-6-2-160 0,-6 3 160 15,-3-1-160-15,-7 2 160 0,-3 1-160 16,-6-1 192-16,-6 4-192 0,-4 1 160 0,-4 0-160 0,-8-2 192 16,-3 5-192-16,-6 2 0 0,-3 5-160 0,-1 0 160 15,0 9 0-15,-3-2 0 0,-3 3 0 0,-3 3 0 16,-1 3-208-16,-2 5 64 0,-5 1 16 0,-2 3 128 15</inkml:trace>
  <inkml:trace contextRef="#ctx0" brushRef="#br0" timeOffset="-201964.84">20019 15148 11967 0,'-17'-9'1072'0,"9"6"-864"0,0-1-208 0,3 0 0 16,3 4 736-16,1-2 96 0,1 2 32 0,0-4 0 15,0 2 608-15,3-4 128 0,4 2 32 0,5-2 0 16,5 3-448-16,7 2-96 0,4-2 0 0,3 3-16 16,1 3-304-16,2-3-64 0,0 4-16 0,3-2 0 15,5 6-80-15,4 0-16 0,2 2 0 0,2-1 0 16,-1-2-272-16,0-1-48 0,-2-2-16 0,-5-1 0 15,-5-3-256-15,-5 0 0 0,-5 0-128 0,-5-3 128 0,-3 2-192 16,-4 1 192-16,-3-3-208 0,-5 3 80 16,-2 0-240-16,-2 0-32 0,-3 0-16 0,-1 3 0 15</inkml:trace>
  <inkml:trace contextRef="#ctx0" brushRef="#br0" timeOffset="-201747.39">20730 14977 13823 0,'12'9'608'0,"-5"-5"128"0,1 2-592 0,-1 0-144 16,-2-2 0-16,-1-2 0 0,2 2 832 0,4 2 144 15,6 3 32-15,5 5 0 0,4 4 464 0,-2 1 80 16,-3-3 32-16,-5 2 0 0,-4 0-336 0,-6 3-64 0,-5-2-16 0,-5 2 0 16,-4-1-848-16,-4 2-192 0,-5 1-128 0,1-2 192 15,-3 1-192-15,-1 0-144 0,-2 1 144 0,1-4-8240 16,-1 2-1520-16</inkml:trace>
  <inkml:trace contextRef="#ctx0" brushRef="#br0" timeOffset="-200613.89">21511 14911 13823 0,'1'-3'1216'0,"2"2"-960"16,-1 1-256-16,1-2 0 0,-1 2 832 0,1 0 112 15,3-4 16-15,2-1 16 0,5-1 272 0,3-2 48 16,1 2 16-16,2 0 0 0,-1 0 144 15,-2 0 16-15,-1 2 16 0,-2 4 0 0,-3 0-304 0,-3 4-64 16,-2 4-16-16,-3 5 0 0,-3 0-640 0,-3 8-128 16,-2 3-16-16,-1 3-16 0,-3 5-304 0,0-2 160 15,0 3-160-15,-1-3 128 0,2-2 112 0,1-3 16 16,0-3 0-16,3-1 0 0,0-1 240 0,2-5 48 16,0-2 16-16,2 2 0 0,0-4 16 0,-1 1 0 15,1-1 0-15,1 0 0 0,1-1-384 0,1 0-192 0,1-2 192 16,0-2-192-16,2 2 0 0,1-2 0 0,1-3 0 15,1-3-144-15,2 0 144 0,0-3-192 0,1-4 192 0,0-2-11232 16,1-3-2144-16</inkml:trace>
  <inkml:trace contextRef="#ctx0" brushRef="#br0" timeOffset="-200414.54">21662 14578 18431 0,'2'1'1632'16,"0"2"-1312"-16,0 0-320 0,1-3 0 0,0 3 688 0,1-3 64 15,2 4 16-15,4-1 0 0,4 6-352 0,0-3-64 16,3 4-16-16,-1 2 0 16,-2-2-656-16,1 0-128 0,3 5-16 0,0-3-16 0</inkml:trace>
  <inkml:trace contextRef="#ctx0" brushRef="#br0" timeOffset="-200147.33">22080 15027 12895 0,'7'7'576'0,"-4"-4"112"0,0 4-560 0,0-2-128 0,-2 0 0 0,0 0 0 15,1 3 352-15,-2 6 32 0,1 6 16 0,-2 9 0 16,-2 5-208-16,-2 1-32 0,-2-3-16 0,-1-1 0 16,1-5 112-16,-2-1 0 0,3-3 16 0,1-4 0 15,1 1 1680-15,2-3 336 0,1-2 64 0,2-3 16 16,1-1-304-16,5-3-48 0,0-1-16 0,2-1 0 16,2-1-1168-16,0 0-256 0,3-2-32 0,0 2-16 15,1-2-528-15,1-2 0 0,-1 0 0 0,1 0-14880 16</inkml:trace>
  <inkml:trace contextRef="#ctx0" brushRef="#br0" timeOffset="-199843.98">22389 15049 28559 0,'2'0'1264'0,"1"-2"272"0,1 2-1232 0,1 2-304 15,1-2 0-15,2 0 0 16,4 1-608-16,0-1-176 0,10 3-48 0,8-2 0 0,11-2 640 0,-1-2 192 0,3 0 0 0,-5-3 0 15,-2-1 0-15,-3-1 0 0,-2 0 0 0,-3-2 0 16,0 2 0-16,-4 0-128 0,-1 2 128 0,-2 0-11376 16</inkml:trace>
  <inkml:trace contextRef="#ctx0" brushRef="#br0" timeOffset="-198698.61">23170 14876 19343 0,'5'0'1728'0,"0"-2"-1392"15,-1 0-336-15,-1 2 0 0,0-2 512 0,2 2 48 16,4-4 0-16,3 2 0 0,7-6 464 0,3 2 112 16,0 0 16-16,-1 0 0 0,-1 1 304 0,-3 1 64 15,-2 3 16-15,-2-2 0 0,-5 6-448 0,-3 1-64 16,-1 2-32-16,-4 4 0 0,-3 0-432 0,0 4-96 16,-3 2-16-16,-3 4 0 0,0 5-64 0,1 1-32 15,-4 7 0-15,4 1 0 0,-1 3-96 0,1 0 0 16,1-1-16-16,4 1 0 0,0-5 272 0,2-1 64 15,1-5 16-15,1 0 0 0,3-1-288 0,0-4-64 16,1-2-16-16,1-3 0 0,0-1-224 0,0-5 0 0,1 0 0 16,1-1 0-16,1-4 0 0,-1-3 0 0,1 1 0 0,1-7 0 15,0-1-176-15,0-2-16 0,1-5-16 0,-1 1-17920 16</inkml:trace>
  <inkml:trace contextRef="#ctx0" brushRef="#br0" timeOffset="-198498.46">23454 14493 19343 0,'-8'10'848'0,"3"-4"192"0,2 1-832 0,1 2-208 0,2-3 0 0,0 0 0 15,0 2 784-15,0 4 112 0,2 8 32 0,-2 8 0 0,1 9-672 16,3 0-128-16,-2-1-128 0,0-1 192 15,5 0-816-15,0-3-144 0,3 2-48 0,0 1 0 0</inkml:trace>
  <inkml:trace contextRef="#ctx0" brushRef="#br0" timeOffset="-198298.96">23758 15191 23951 0,'0'4'1056'0,"0"-3"224"0,0 4-1024 0,0-1-256 16,1-2 0-16,-1 2 0 0,0 2 1248 0,0 4 192 0,0 5 32 0,0 9 16 16,-1 7 800-16,1 3 144 0,-3 1 48 0,2 1 0 15,0 1-1280-15,0 0-256 0,1 5-48 0,0-5-16 16,2-1-880-16</inkml:trace>
  <inkml:trace contextRef="#ctx0" brushRef="#br0" timeOffset="-197865.83">24100 14895 30399 0,'0'0'2704'0,"2"-3"-2160"0,-1 6-544 0,1-3 0 15,2-3 704-15,1 3 48 0,4 0 0 0,4-4 0 16,6 4-96-16,3-3-16 0,3 3 0 0,1-3 0 16,-2 3-256-16,1 3-64 0,-1-3-16 0,-1 1 0 15,1 1-304-15,-3 2 0 0,0-1 0 0,-3 0 0 16,-2 1 0-16,-1 1-144 0,-4-1 144 0,-2 2-16192 15</inkml:trace>
  <inkml:trace contextRef="#ctx0" brushRef="#br0" timeOffset="-197698.32">24069 15148 21183 0,'-2'3'1888'0,"2"-2"-1504"0,0 1-384 0,1 1 0 0,3 1 2688 15,0-4 480-15,-1 2 96 0,6-1 0 0,3 3-2064 0,7 1-432 16,2-1-64-16,4-1-32 0,-2 0-224 0,2-3-64 16,-2 0 0-16,1-3 0 0,-1 2-256 0,0-1-128 15,-1-5 0-15,0 4-16320 16</inkml:trace>
  <inkml:trace contextRef="#ctx0" brushRef="#br0" timeOffset="-196932.51">22116 15104 5519 0,'-3'2'496'0,"2"-2"-496"0,1 0 0 0,-1 0 0 16,1-2 640-16,0 2 16 0,-1 0 16 0,-1-3 0 15,1 2 224-15,-1-2 64 0,0 0 0 0,0 0 0 16,1 0-16-16,-1-2 0 0,1 0 0 0,-1 2 0 16,0-1 0-16,-1 0 0 0,0 2 0 0,1-3 0 15,-2 4-240-15,-1-3-32 0,1 3-16 0,-2 0 0 16,1 1 48-16,-1 0 16 0,0 0 0 0,-1 1 0 15,-1 0-16-15,1-1-16 0,-1 2 0 0,-2-2 0 0,2 2 0 0,0-2 0 16,0 0 0-16,-1 0 0 0,2 0-192 0,0 0-48 16,2 0 0-16,0 0 0 0,3 4-128 0,0-2-16 15,0 2-16-15,2-2 0 0,2 2-288 0,0-1 0 16,2-2-128-16,3 1-13488 0</inkml:trace>
  <inkml:trace contextRef="#ctx0" brushRef="#br0" timeOffset="-196231.11">25280 14443 30399 0,'-4'-3'2704'0,"-1"3"-2160"15,2 0-544-15,-1 0 0 0,0 3 400 0,-2 1-16 0,-4 2-16 0,-7 5 0 16,-8 9-368-16,-8 11 128 0,-7 14-128 0,-1 3 0 15,4 7 0-15,1 6 0 0,4 2 0 0,5 6 0 16,5 4 336-16,5 4 0 0,5 0 0 0,7-6 0 16,4-5 624-16,6-12 112 0,6-13 16 0,7-9 16 15,5-10-256-15,4-9-48 0,7-11-16 0,2-4 0 16,3-8-400-16,-1-2-64 0,-2-7-32 0,-5 0 0 16,-4 0-48-16,-2-4-16 0,-3-5 0 0,-3 0 0 15,-4-1 160-15,-3 1 48 0,-4-1 0 0,-5 1 0 16,-4 3-144-16,-4 3-32 0,-5 2 0 0,-5 1 0 15,-3 3-256-15,-6 4 0 0,-3 6 0 0,-5 6 0 0,-3 4 0 16,-2 8 0-16,-2 8 0 0,2 1-19584 16</inkml:trace>
  <inkml:trace contextRef="#ctx0" brushRef="#br0" timeOffset="-190866.16">21497 15953 10127 0,'3'-1'896'0,"-1"0"-704"0,2-2-192 0,0 3 0 16,0 0 272-16,0-1 32 0,6-1 0 0,6-2 0 15,7-2 96-15,4-1 32 0,6 1 0 0,2 3 0 16,0 0-48-16,2 6 0 0,2 0 0 0,4 3 0 16,7 4-80-16,3 3-32 0,5-1 0 0,-1 4 0 0,-2-4-80 0,-6 1 0 15,-7-3-16-15,-1-3 0 16,-2-1 64-16,5-1 16 0,4 0 0 0,1-2 0 0,5-3 208 0,0 2 48 15,-2-2 16-15,-8 0 0 0,-7 1-112 0,-1 2-32 16,1-1 0-16,3 0 0 0,-2 3-192 0,3-2-64 16,4 3 0-16,-1-2 0 0,2-1-128 15,0 0 192-15,-1 0-192 0,1-2 192 0,-5-1-192 0,-3 3 128 16,-1-3-128-16,3 0 128 0,0 0 64 0,3 2 16 16,5-2 0-16,4 0 0 0,1 1-16 0,0 2-16 15,2-3 0-15,-7 0 0 0,-5-3 0 0,3 3 0 16,1-1 0-16,4-1 0 0,4 2 144 0,6-4 48 15,4-1 0-15,-3-1 0 0,-7 1-48 0,-5 0-16 16,-4 1 0-16,2-2 0 0,2 2-16 0,3-2 0 16,3 2 0-16,-1 2 0 0,2 2-288 0,-5 0 0 15,-7 4 0-15,-7-1 0 0,-1 2 0 0,-2 1 0 0,-2 1-160 16,3 0 160-16,0 3 0 0,1-1 0 0,0 0-144 0,-1 0 144 16,0 1 0-16,-3-4 0 0,2 2 128 0,-3 0-128 15,-2-2 176-15,-2-2-176 0,-2 1 192 0,0 0-192 16,-3 0 256-16,2 1-48 0,-3-2-16 0,2 0 0 15,1 1 272-15,-2-1 48 0,3 1 16 0,3-1 0 16,-5-1 272-16,0 0 48 0,-1 0 16 0,-2-2 0 16,0 1-144-16,-2 1-16 0,-2-2-16 0,-1 2 0 15,-1-3-176-15,-3 0-48 0,1 1 0 0,-2-1 0 16,-2-1-160-16,-2 1-48 0,0 0 0 0,-2-3 0 16,0 2-80-16,0 0-32 0,-1-1 0 0,-2 2 0 15,0 0 112-15,-1 0 32 0,-1 0 0 0,0 0 0 16,0 0 64-16,-1 0 16 0,-1 0 0 0,2 0 0 15,0 0-192-15,0 0-48 0,0 0 0 0,0 0 0 16,0 0-128-16,0 0 0 0,-21-3 0 0,18 0-12112 16,-2 0-2384-16</inkml:trace>
  <inkml:trace contextRef="#ctx0" brushRef="#br0" timeOffset="-190366.21">26222 15205 33167 0,'-2'-4'2944'0,"1"2"-2352"16,2-2-464-16,0 4-128 0,2 0 528 0,0 0 96 15,1-2 16-15,3 0 0 0,5 0-336 0,5 2-64 16,4 0-16-16,6 6 0 0,5 0-224 0,3 4 0 16,3 0 0-16,-1 2 0 0,2 1-128 0,-4-1 128 15,-4-4 0-15,-3-2 0 0,-5-1 0 0,-3-8 0 16,-3-3 0-16,-2-10 0 0,-1-9 768 0,0-13 128 15,5-19 0-15,4-15 16 0,10-20-96 0,17-28-32 16,28-32 0-16,22-13 0 0,12 4-592 0</inkml:trace>
  <inkml:trace contextRef="#ctx0" brushRef="#br0" timeOffset="-185415.92">25375 12999 7359 0,'-3'-6'656'0,"-2"2"-528"0,2 0-128 0,1 6 0 15,0 0 640-15,1 2 112 0,-3 1 16 0,-2-2 0 16,-2 7 304-16,-2 6 64 0,-3 9 16 0,2 6 0 16,0 7-432-16,2 7-80 0,3 3 0 0,1 3-16 15,4 1-192-15,4 0-48 0,4-2 0 0,4-3 0 16,6-6-96-16,6-6-32 0,8-10 0 0,9-12 0 16,10-10-256-16,6-16 0 0,5-8-176 0,-1-8 176 15,-10-2 384-15,1-5 176 0,2-8 32 0,3-4 16 0,1-5 160 16,0-4 48-16,-3 0 0 0,-6-3 0 0,-3 0-176 15,-8 1-16-15,-5 5-16 0,-6 3 0 0,-5 6-32 0,-7 5 0 16,-6 1 0-16,-4 5 0 0,-6 1 112 0,-6 0 16 16,-4 3 0-16,-6-1 0 0,-4 6-208 0,-4-4-48 15,-7 4 0-15,-2 6 0 16,-1 7-448-16,2 9 0 0,-1 6 0 0,2 6 0 0,1 7 0 0,-2 4 0 16,2 7 0-16,4 2-160 0,2 0-128 0,5 2-32 15</inkml:trace>
  <inkml:trace contextRef="#ctx0" brushRef="#br0" timeOffset="-184931.36">25681 12907 12895 0,'-4'-9'1152'0,"2"2"-928"15,0 4-224-15,1 0 0 0,1 2 656 0,-1 1 96 16,1 0 16-16,-1 1 0 0,-2 2 752 0,-1-1 144 16,1 4 48-16,-2 4 0 0,-3 3-1136 0,0 4-240 15,-5 8-32-15,-2 1-16 0,-1 4-96 0,-1 3 0 16,0 0-16-16,-1-1 0 0,2-3-176 0,0-1 0 0,3 0 0 0,2-5 0 16,3-3 0-16</inkml:trace>
  <inkml:trace contextRef="#ctx0" brushRef="#br0" timeOffset="-183916.4">28125 14630 20271 0,'-10'-6'1792'0,"3"2"-1424"0,0 0-368 0,2 2 0 15,2 2 272-15,1 0-16 0,-2 0 0 0,-2 2 0 16,-4 2 256-16,-5 2 32 0,-2 4 16 0,-2 5 0 16,-1 2-560-16,1 7 0 0,0 3-160 0,1 6 160 15,2 3 0-15,1 8 0 0,4-4 0 0,3 9 0 16,3 4 0-16,8 4 0 0,4 1 0 0,7-1 0 16,7-2 0-16,5-8 160 0,5-8-32 0,6-10-128 15,3-4 0-15,5-6 0 0,2-7 0 0,-3-6 0 16,-3-6 0-16,-1-6 0 0,1-6 0 0,-1-7-144 15,1-3 800-15,-2-9 176 0,-4-4 16 0,-4-1 16 16,-3-4 784-16,-9-5 144 0,-1-2 48 0,-7-1 0 0,-1 3-576 16,-7 2-112-16,-4 1-32 0,-5 1 0 15,-6 0-608-15,-7 4-112 0,-4 1-16 0,-3 2-16 0,-2 2-368 0,-1-3 0 16,-5-2 0-16,-4-5 0 0,-3-4 0 0,-1 2-160 16,-1 2 160-16,3 9-208 0,7 10 16 0,5 12 16 15,3 6 0-15,5 10-16400 16</inkml:trace>
  <inkml:trace contextRef="#ctx0" brushRef="#br0" timeOffset="-183480.09">28179 14775 23039 0,'-9'-4'2048'0,"5"4"-1648"0,2-2-400 0,3 2 0 16,1-3 1152-16,2 2 128 0,1 1 48 0,2-3 0 16,5 0-432-16,2-2-64 0,5 3-32 0,1-1 0 0,0 3-448 0,-2 3-96 15,-2 1 0-15,-1 5-16 0,-4 2-240 0,-1 4 0 16,-4 1 0-16,-3 2-160 16,-2 5 160-16,-4-1 0 0,0 3 0 0,-2 1-128 0,-1-2 128 0,-2 1 0 15,2-3 0-15,-1 1 0 0,3-4 0 0,0-4 128 16,3-1-128-16,3-4 176 0,2-2 352 0,2-4 80 15,4 0 16-15,3-4 0 0,1 0 384 0,4-1 80 16,4-4 0-16,3 1 16 0,2-2-720 0,3-2-160 16,2 2-32-16,1-4-17168 15</inkml:trace>
  <inkml:trace contextRef="#ctx0" brushRef="#br0" timeOffset="-181932.06">28773 13621 19343 0,'-1'-4'1728'15,"1"2"-1392"-15,1-2-336 0,2 2 0 16,0-1 1232-16,0-1 176 0,2 1 48 0,2-4 0 16,3-5-432-16,5-1-64 0,4-2-32 0,2-1 0 15,2 0-96-15,-1 3 0 0,1 5-16 0,-4 4 0 16,0 4-368-16,-5 6-80 0,-3 6-16 0,-4 7 0 0,-3 4-352 15,-4 8 144-15,-5 4-144 0,-4 1 0 0,-1 3 272 0,-2 0-48 16,-3-1-16-16,0-1 0 0,3-5 368 0,1 0 64 16,2-1 0-16,3-2 16 0,5-4-32 0,4-3-16 15,5-9 0-15,4 0 0 0,7-7-464 0,2-6-144 16,7-3 0-16,2-4 0 0,2-5 0 0,-1-1 0 16,1-5 0-16,0-2-144 0,-2-1-96 0</inkml:trace>
  <inkml:trace contextRef="#ctx0" brushRef="#br0" timeOffset="-181747.62">29285 12932 17503 0,'-13'-13'768'0,"3"4"176"0,1 3-752 0,4 0-192 0,4 4 0 0,1 2 0 16,0 0 2240-16,-1-2 432 0,-1 2 80 0,1 2 0 15,1 2-912-15,1 2-192 0,1 7-48 0,1 3 0 16,1 6-1264-16,1 1-336 0,0 5 0 0,0 3 0 15,1 1 0-15,0 2 0 0,2 5-192 0,0 1-14496 16</inkml:trace>
  <inkml:trace contextRef="#ctx0" brushRef="#br0" timeOffset="-181564.7">29814 13899 17503 0,'-14'13'768'0,"1"-6"176"16,3 4-752-16,2-5-192 0,3-1 0 0,0 0 0 0,0 1 544 0,-5 4 80 15,-6 6 16-15,-8 10 0 0,-5 8-512 0,-5-2-128 16,1 0 0-16,6-4 0 0</inkml:trace>
  <inkml:trace contextRef="#ctx0" brushRef="#br0" timeOffset="-181149.61">30336 13586 26719 0,'9'-10'1184'0,"0"2"240"15,2 0-1136-15,-1 0-288 0,-3 4 0 0,-2 0 0 16,1 2 912-16,3-2 128 0,6-5 32 0,6 0 0 15,1-1-64-15,0 3-16 0,-4 3 0 0,-5 6 0 0,-3 7-592 0,-5 1-112 16,-3 6-32-16,-2 2 0 0,-2 4-64 0,-4 2 0 16,0 3-16-16,-2-2 0 0,1 3-48 0,1 1 0 15,-1-1 0-15,4 1 0 0,0-3-128 0,3-2 160 16,1 0-160-16,3-3 160 0,1-5-160 0,4-4 0 16,1-2 0-16,2-2 0 0,0-3 0 0,1-4 0 15,0-2-160-15,0-2 160 0,-2-3-208 0,0-2 48 16,-2 0 16-16,-1-2-15792 0</inkml:trace>
  <inkml:trace contextRef="#ctx0" brushRef="#br0" timeOffset="-180997.59">30633 13089 11055 0,'10'-27'976'0,"-1"7"-784"0,-3 12-192 0,-2 6 0 16,-2 2 2016-16,2-2 352 0,3-4 80 0,5-9 16 15,5 1 448-15,0 2 96 0,0 6 0 0,-2 6 16 16,-1 6-1456-16,-3 6-288 0,-1 3-64 0,-3 2-16 15,2 6-1008-15,-3 1-192 0,0 2 0 0,2 3-15600 16</inkml:trace>
  <inkml:trace contextRef="#ctx0" brushRef="#br0" timeOffset="-180379.82">29523 13665 9215 0,'-10'-8'816'0,"2"3"-656"15,3-1-160-15,2 3 0 0,1 1 1296 0,1 2 240 16,1 0 32-16,-1 0 16 0,0-2 1440 0,-2 4 304 16,1 3 48-16,-1 1 16 0,2 4-1360 0,0 6-272 15,1 0-48-15,0 6-16 0,0 3-1104 0,0 1-208 16,0 2-64-16,0 3 0 0,0 1-320 0,0 1 0 15,1 1 0-15,2 1-15296 0</inkml:trace>
  <inkml:trace contextRef="#ctx0" brushRef="#br0" timeOffset="-179814.76">31181 13798 27647 0,'7'-4'2448'0,"-1"2"-1952"0,1 2-496 0,-4 0 0 15,0 0 1120-15,1 0 128 0,2 1 32 0,4-1 0 16,3 1 304-16,1 3 64 0,-1 2 16 0,-3 4 0 15,-2 2-1152-15,-5 2-208 0,-3 7-48 0,-3 1-16 16,-6 7-240-16,-2-1 0 0,-1 4 128 0,-2-1-128 16,2-1 0-16,2-3 0 0,5-7 0 0,6-4 0 15,8-4 336-15,6-8-16 0,4-4-16 0,9-6 0 16,9-8-304-16</inkml:trace>
  <inkml:trace contextRef="#ctx0" brushRef="#br0" timeOffset="-169548.87">25881 15591 9215 0,'0'-3'816'0,"0"3"-656"15,0 0-160-15,1 3 0 0,0-1 2624 0,2 0 512 16,-1 2 80-16,2 3 32 0,2 0-2144 0,3 8-416 16,3 1-96-16,3 6-16 0,4 3-576 0,-2 3 0 15,2 1-192-15,-1 1 64 0,1 7 128 0,0 3 0 16,3 5 0-16,-3 2-128 0,1 1 480 0,-1-3 96 15,-2-8 32-15,-1-5 0 0,-1-10 288 0,-2-7 64 16,0-8 16-16,-1-4 0 0,1-8 1008 0,-2-6 192 16,1-4 32-16,0-7 16 0,1-7-128 0,-1-3-32 0,0-6 0 15,5-5 0-15,1-6-1328 0,6-6-272 16,3-3-48-16,9-5-16 0,6-7-272 0</inkml:trace>
  <inkml:trace contextRef="#ctx1" brushRef="#br0">33629 3995 0,'0'0'0,"0"0"0,0 0 0,76-22 0,-3 8 0</inkml:trace>
  <inkml:trace contextRef="#ctx0" brushRef="#br0" timeOffset="-152549.29">22485 11184 17503 0,'-1'-4'1552'0,"1"-1"-1232"16,0 4-320-16,0-2 0 0,1 3 560 0,-1-2 48 15,2-2 16-15,-1 0 0 0,0-2 336 0,2 0 64 16,0 0 0-16,1 2 16 0,1 4-144 0,1 4-48 16,3 2 0-16,-1 0 0 0,4 4-400 0,1 2-64 15,2 2-32-15,1 1 0 0,1 3 192 0,2 1 32 16,1 3 16-16,-2-2 0 0,1-1 176 0,-1 3 16 15,1-2 16-15,1 4 0 0,2 2-288 0,0 5-64 16,3 4-16-16,1 3 0 0,2 7-240 0,0 2-64 16,0 3 0-16,-3-3 0 0,-4-2 32 0,-5-4 0 0,-1 0 0 0,-5 3 0 15,-2 3 32-15,-4 4 16 0,-3 6 0 0,-3-3 0 16,-2-3 352-16,-3-7 64 0,-3 0 16 0,-3-6 0 16,-1-1-176-16,-4 1-16 0,-2 1-16 0,-2 1 0 15,-3 5-288-15,-1-3-144 0,-2 7 160 0,0 2-160 16,-3-3 192-16,-1-1-48 0,-2-6-16 0,-3 0 0 15,0-5-128-15,-3 1 128 0,1-2-128 0,0-1 128 16,1-2-128-16,10-7 128 0,7-8-128 0,0 2 128 16,-4 2-128-16,9-9 128 0,1-2-128 0,1 0 128 15,0 0 0-15,0-1-128 0,0-2 192 0,0 2-64 16,1-1-128-16,0 0 0 0,-1 0-160 0,-1-6 160 16,2-4-128-16,1 4 128 0,4 4 0 0,0-1-144 15,2-5-128-15</inkml:trace>
  <inkml:trace contextRef="#ctx0" brushRef="#br0" timeOffset="-152032.75">22274 12799 25791 0,'-2'-23'1152'0,"0"17"224"0,2 4-1104 0,0-2-272 0,0 2 0 0,0-2 0 15,-1 4 720-15,1 0 96 0,-1 0 16 0,-2 1 0 16,0 4 144-16,-2 2 48 0,0 5 0 0,-4 4 0 16,0 0-576-16,-2 6-96 0,-1 3-32 0,-4 3 0 15,-1 4-192-15,10-19-128 0,0-3 128 0,0 2-128 16,-2 4 128-16,-2 0-128 0,0 0 128 0,-2 3-128 15,0-1 384-15,-1 1 0 0,0-2 0 0,0 5 0 0,-4 6 768 0,3-2 144 16,4-8 48-16,3-4 0 0,3 0-768 0,5 5-160 16,2 1-32-16,6-5 0 15,3-12-192-15,4 4-64 0,6 2 0 0,2-2 0 0,3 1-128 16,1 0 128-16,3 0-128 0,-2-4 128 0,-2-4-128 0,5-2 0 16,6-2 0-16,3 0-176 0,1 4 176 0,-3-6 0 15,-1-4 128-15,-6-5-18928 16</inkml:trace>
  <inkml:trace contextRef="#ctx0" brushRef="#br0" timeOffset="-139232.71">23591 11929 911 0,'1'-2'0'0,"0"-2"0"15,1 2 0-15,-2 0 0 0,0 0 640 0,1-1 64 16,0 0 0-16,-1-6 0 0,1-2 512 0,2-1 128 16,-4-4 0-16,-2 3 16 0,-1 1 304 0,-3 2 48 15,-2-1 16-15,-2 3 0 0,-2 2-384 0,-5 4-80 16,0 0-16-16,-5 6 0 0,-1 4-336 0,-3 3-64 16,-2 6-16-16,1 4 0 0,0 4-496 0,1 4-96 0,3 9-32 0,0 6 0 15,3 4 176-15,1 2 16 16,4 2 16-16,3-3 0 0,3-2-64 0,5-6-16 0,5-5 0 0,5-11 0 15,6-6-336-15,4-6 0 0,4-7 0 0,7-4 0 16,8-8-144-16,4-6-48 0</inkml:trace>
  <inkml:trace contextRef="#ctx0" brushRef="#br0" timeOffset="-138914.21">23702 12041 11967 0,'-11'9'528'0,"5"-2"112"0,0 3-512 16,1-2-128-16,2-2 0 0,1 1 0 0,-1 2 688 0,-3 6 96 16,-1 8 32-16,-2 6 0 0,2 3 16 0,2-4 16 15,5-6 0-15,3-6 0 0,6-6-176 0,3-4-32 16,5-6-16-16,0-4 0 0,1-2-176 0,1-4-48 15,-1-2 0-15,1-4 0 0,1-3 96 0,-2-1 16 16,-2-2 0-16,1 1 0 0,-4-4-32 0,-2 2 0 16,-2 1 0-16,-3-1 0 0,-2 2-96 0,-3 3-32 15,-2 1 0-15,-4 2 0 0,-1 2-64 0,-4 3-16 16,-1 2 0-16,-3 2 0 0,-1 1-272 0,-2 2 0 16,1 3-176-16,-1 3 176 0,-1 2-304 0,2 3 48 0,1 1 16 15,3 2-11584-15</inkml:trace>
  <inkml:trace contextRef="#ctx0" brushRef="#br0" timeOffset="-138282.99">24006 11949 4031 0,'0'-10'176'0,"0"4"32"0,0 0-208 0,2 0 0 15,-2 3 0-15,0 2 0 0,0-2 1472 0,1 2 240 16,0-1 48-16,0-2 16 0,2 4 208 0,-1 4 32 15,2 2 16-15,-2 6 0 0,1 8-736 0,-1 9-144 16,-2 1-16-16,-1 6-16 0,0 1-464 0,-2-2-80 16,2 0-32-16,0-6 0 0,0-1-224 0,1-6-32 15,-1-4-16-15,1-2 0 0,1-3 448 0,0-3 96 16,0-4 16-16,2-2 0 0,-1-2-688 0,1-2-144 16,0-2 0-16,1-5 0 0,1 0 624 0,2-2 128 15,1-6 16-15,1-1 16 0,-1-1-528 0,2-1-128 16,0-7 0-16,0 0-128 0,0-1 0 0,-2 0 0 0,1 1 0 15,-2 3-144-15,2 1 144 0,-1 7 0 0,-1 5 0 0,-1 6-128 16,0 3 128-16,-1 6 0 0,-1 8 0 0,0 3 0 16,-2 5 0-16,1 1 0 0,-3-1 0 0,0 3 0 15,1-5 0-15,-1-1 192 0,0-1-64 0,2-5 0 16,1 0 400-16,1-7 96 0,2-3 16 0,1-3 0 16,2-3-336-16,2-3-64 0,1-4-16 0,2-6 0 15,1 1-224-15,0-5-208 0,-1-2 32 0,0 1 16 16,-2-2 16-16,0 1 0 0,-4 2 0 0,-2-1 0 15,1 5 144-15,-4 0 0 0,1 6 0 0,-3 4 0 16,0 6 0-16,-1 4 0 0,0 5 160 0,-1 4-160 16,1 6 192-16,-1 3-64 0,1 4-128 0,0 2 192 15,1 3 304-15,2 0 48 0,0 1 16 0,2-3 0 16,2-1 80-16,0-6 0 0,2-2 16 0,-1-4 0 0,2-1-512 16,1-5-144-16,-1 0 0 0,0-5 0 0,0-1 0 0,-3-4-208 15,0-3 16-15,-3-1-16560 16</inkml:trace>
  <inkml:trace contextRef="#ctx0" brushRef="#br0" timeOffset="-137931.54">24523 11458 10127 0,'6'11'448'0,"-3"-2"96"0,2 3-544 0,-1-3 0 16,-2 1 0-16,-1 0 0 0,2 2 1488 0,2 12 192 15,1 13 48-15,0 11 0 0,-1 1 832 0,-2 5 192 0,-3-4 16 0,-2 2 16 16,-1 4-1344-16,-2-2-272 0,-2 1-48 0,1-6-16 16,0-8-928-16,1-9-176 0,3-10 0 0,-1-3 0 15,3-9-176-15,0-4 176 0,4-4-128 0,0-8 128 16,2-5 0-16,2-5 0 0,4-4 0 0,1-2 0 16,3-3 0-16,2-1-160 0,1 4 160 0,-1 3 0 15,-2 7 0-15,-1 3-128 0,-1 6 128 0,0 2 0 16,-2 4 0-16,-1 3 0 0,-1 4 0 0,0 3 0 15,-2 3 0-15,-3 0 0 0,-2 2 0 0,-1 1 0 16,-2 3 0-16,-4 0 0 0,-1 2 0 0,-4-1 0 16,1 0 304-16,-4-1-48 0,-1-3 0 0,-2-3 0 15,0 0 528-15,0-4 112 0,1-5 0 0,0-2 16 16,3-1-592-16,2-4-128 0,2-5-32 0,3 0 0 16,2-3-416-16</inkml:trace>
  <inkml:trace contextRef="#ctx0" brushRef="#br0" timeOffset="-137798.77">24935 11939 13823 0,'7'14'608'0,"-4"-6"128"0,1 1-592 0,-1 1-144 15,2-3 0-15,-2 0 0 0,2 5 1264 0,1 4 208 16,4 11 64-16,1 5 0 0,-1 3 848 0,-2-3 176 16,-1-3 48-16,-2-7 0 0,0-1-1920 0</inkml:trace>
  <inkml:trace contextRef="#ctx0" brushRef="#br0" timeOffset="-137666.71">25057 11572 11967 0,'2'0'528'0,"-2"0"112"0,1 4-512 0,0-2-128 0,0 3 0 0,1 0 0 16,-1 1 512-16,1 7 64 0,3 6 0 0,1 7 16 15,-1 5-448-15</inkml:trace>
  <inkml:trace contextRef="#ctx0" brushRef="#br0" timeOffset="-137247.71">25327 11888 14735 0,'-1'3'1312'0,"1"2"-1056"16,0 0-256-16,0-1 0 0,0-2 608 0,-1 4 64 16,-1 4 16-16,1 4 0 0,0 10 240 0,-2 5 48 15,1 2 16-15,-1-3 0 0,2 1-208 0,0-3-32 16,1-7-16-16,1-1 0 0,0-5-192 0,1-4-32 16,0-2-16-16,-1 0 0 0,2-5 160 0,-1-4 48 15,1 2 0-15,-1-7 0 0,1 1 336 0,-1-1 80 16,2-4 16-16,-2 0 0 0,2-4-592 0,1-1-112 15,0-3-32-15,1-1 0 0,0-2-272 0,2-3-128 0,0-1 0 16,1-2 128-16,1 3-128 0,0-1 0 0,0 4 144 0,0 1-144 16,-2 5 0-16,2 3 144 0,0 4-144 0,0 2 0 15,-1 4 416-15,-1 4-32 0,1 4 0 0,-2 0 0 16,1 6 192-16,-1 1 16 0,-1 4 16 0,-1 2 0 16,-1 3-32-16,0 1 0 0,-2 3 0 0,1 3 0 15,-2 1-272-15,0-3-64 0,2-2-16 0,-1 5 0 16,2-3-224-16,0 0 0 0,-1-2 0 0,2 1 0 15,-1-6 0-15,1 0-160 0,0-4 0 0,2-1-17600 16</inkml:trace>
  <inkml:trace contextRef="#ctx0" brushRef="#br0" timeOffset="-136766.27">25820 12028 8463 0,'-2'3'176'0,"-1"-3"32"0,2 1 16 0,0 1 32 0,0-2-256 0,0 3 0 16,-3 1 0-16,-1-1 0 0,0 3 2784 0,-1 4 496 16,0 1 112-16,1-1 0 0,2 0-432 0,2-1-80 15,2-2-32-15,2 2 0 0,2-3-1056 0,1-5-224 16,4-1-32-16,1-1-16 0,2-5-656 0,3 0-128 15,3-4-32-15,2-2 0 0,1-5-256 0,2-1-48 0,1-1-16 0,-3-3 0 16,-4 6-80-16,-3 0-32 0,-1 0 0 0,-2 1 0 16,-2-1-272-16,-1 1 0 0,-3 4 128 0,-1-1-128 15,-3 2 0-15,-2 1 0 0,-1 0 0 0,-3 2 0 16,-1 1 0-16,-3 2 0 0,-1 2 0 0,-3-2 0 16,-1 4 0-16,-3 0 0 0,0 4 0 0,-4-2 0 15,1 4 0-15,-1 2 0 0,0 0 0 0,1 5 0 16,2-2 0-16,0 4 0 0,1 1 0 0,2 2 0 15,2 2 0-15,2 1 0 0,3 3 0 0,2 0 0 16,1 2 0-16,3 2 0 0,1-2 0 0,3 1 0 16,4-1 0-16,2-2 0 0,4 0 0 0,3 1 0 15,5-6 0-15,2-1 208 0,5-2-64 0,2-6-16 16,3-2 160-16,-1 0 32 0,2-2 0 0,-1-4 0 16,-1 0-320-16,-4-4 0 0,-2 0 0 0,-6-2 0 15,-3 2 0-15,-4-6 0 0,-4 2 0 0,-4-2 0 16,-2-1-400-16</inkml:trace>
  <inkml:trace contextRef="#ctx0" brushRef="#br0" timeOffset="-129799.9">12447 14506 10127 0,'-13'0'896'0,"1"3"-704"15,6-3-192-15,5 0 0 0,2 0 496 0,-2 0 64 0,-5 0 16 0,-2 0 0 16,0-3-176-16,2 1-16 0,3-4-16 0,8-2 0 16,5-2-368-16,7-4 128 0,7 0-128 0,8-5 0 15,6 1 0-15,8-2 0 0,6-1 0 0,5 1 0 16,3 4 0-16,6-2 0 0,7 5 0 0,7 6 0 15,4 4 0-15,3 5 0 0,-1 0 0 0,2 2 0 16,4-2 0-16,8 2 0 0,6 2 0 0,3-3 0 16,-6-7 0-16,9-1 0 0,9 1 0 0,1-6-128 15,-7 0 128-15,2 4 0 0,8 4 0 0,-8 2 0 16,-5 0 256-16,0 0-32 0,4 2 0 0,-3-2 0 16,-4 4 384-16,-2-4 80 0,5 0 16 0,0 0 0 15,-1 2 160-15,0 0 32 0,-5-4 16 0,5 0 0 0,0 0-608 0,0-2-128 16,-8-4-32-16,2 2 0 0,6 0 48 0,-5 1 0 15,-11 1 0-15,4-2 0 0,4 2-32 0,-1 1 0 16,-2 0 0-16,-4 1 0 0,-6 1-160 0,0 1 192 16,2 3-192-16,-4 3 192 0,-8 2-192 0,-1 3 0 15,-1-1 0-15,-1 0 0 0,-2 0 240 0,3 2 16 16,0 4 0-16,-2-1 0 0,-5-1 144 0,-1-2 48 16,0-2 0-16,4-1 0 0,3 0-448 0,-3-2 128 15,-5-5-128-15,-5-2 0 0,-2-5 160 0,5-1-160 16,5-1 192-16,1-3-192 0,0 1 720 0,-4-5 48 15,-2-2 0-15,-2 1 0 0,6-4-32 0,0 0 0 16,2 1 0-16,-2-2 0 0,-6 1-160 0,-3 1-48 16,-5-2 0-16,-1 1 0 0,2 1-336 0,-3-2-192 0,-1 1 192 15,-4-2-192-15,1-1 0 0,-5 0 0 0,-8 0 0 0,-5-1 0 16,0 1 0-16,-1-4 0 0,0-1 0 0,-1-1 0 16,0-2 160-16,0-1-160 0,0 0 128 0,-3-1-128 15,-1 0 592-15,-1-3 48 0,-1 0 0 0,-4-2 0 16,-3 1-224-16,-1 2-32 0,-6-1-16 0,-3 4 0 15,-4 3-160-15,-3 4-16 0,-3 0-16 0,-3 4 0 16,-5-2 144-16,-4 1 16 0,0 2 16 0,-6 2 0 16,-4-2-192-16,-3 1-32 0,-4-2-128 0,-2-1 192 15,-2 1-192-15,-2-2 0 0,1 0 0 0,-1-3 0 16,-3-6 0-16,1-1 0 0,-3-3 0 0,0 3 0 16,1 4 0-16,-1-1-128 0,-4 4 128 0,-1 6 0 15,-2 1 0-15,-1 5 0 0,1 3 0 0,-3 0 0 0,0 1 304 16,-4 3 16-16,1-3 0 0,-6 6 0 0,-3 1-320 0,-3 0 0 15,0 4 0-15,-1-2 0 0,1 0 0 0,-1-2 0 16,0-1 0-16,-2 0 0 0,-3-1 0 0,0-5 0 16,1 3 0-16,1-4 0 0,-2-2 0 0,-4-2 0 15,-2 0 0-15,0-3 0 0,3 1 0 0,0 0 0 16,-2-2 0-16,-4-1 0 0,-1 6 0 0,3 0 0 16,-1 1 0-16,0 3 0 0,-1 2 0 0,-6 1 0 15,-2 6 0-15,0 0 0 0,3 0 0 0,0 1 0 16,-2 1 0-16,-3 1 0 0,-2 0 0 0,4 1 0 15,4 1-160-15,0-4 160 0,-2 4 0 0,-5 2 0 16,-3 0 0-16,2-1 0 0,4 0 0 0,-2-2 0 16,-2 2 0-16,0 0 0 0,1 1-160 0,3-1 160 15,5-3 0-15,-2 2-144 0,0 3 144 0,1-2 0 0,1 3 0 16,1-2 0-16,2 2 0 0,1-3 0 0,1 1 0 16,-1 2 0-16,-3 1 0 0,2-1 0 0,3 2 0 15,0-3 0-15,5-2 0 0,-4 1 0 0,-4 3 0 0,3-2 0 16,1 0 0-16,4 0 0 0,5-4 0 0,-2 2 0 15,1 3 0-15,-2 1 0 0,0 2 0 0,2 2 0 16,1-2 0-16,-2-2 0 0,3 2 0 0,-2 1-128 16,-5 3 128-16,4-3 0 0,0 2 0 0,2-2 0 15,0-1 0-15,1-2 0 0,2-3-128 0,3 2 128 16,0 1 0-16,1-2 0 0,3 2 0 0,-1-1 0 16,5 1 0-16,-1 0 0 0,-2 5 0 0,1 1 0 15,3 0 0-15,1 2 0 0,4 2 0 0,4 2 0 16,1 1 0-16,5 4 0 0,2-1 0 0,2-1 0 15,3 1 0-15,0 2 0 0,1 3 0 0,1 4 0 0,2 3 0 16,4 3 0-16,4-3 0 0,4 3-128 0,5-5 128 0,4 1 0 16,3-1 0-16,4 1-128 0,3-5 128 0,3 5 0 15,2 1 0-15,6 7 0 0,2 3 0 0,5 1 0 16,6 2 0-16,7 0-128 0,5-8 128 0,7-4 0 16,6-7 0-16,6-6-11584 15,5-5-2304-15</inkml:trace>
  <inkml:trace contextRef="#ctx0" brushRef="#br0" timeOffset="-123383.06">21250 10485 11055 0,'-6'-10'976'0,"1"4"-784"0,1 0-192 0,3 2 0 15,1 4 0-15,0-3 0 0,0 3 128 0,1-3-128 16,1 0 416-16,0 0 32 0,0-4 16 0,3 1 0 16,0 0-304-16,2 0-160 0,0 0 160 0,2 2-160 15,1-1 0-15,-2 0 0 0,3 3 0 0,-1-2 0 16,1 1 0-16,0 0-192 0,1 3 192 0,-3 0-208 15,1 1-544-15,0 4-96 0,0 1-32 0</inkml:trace>
  <inkml:trace contextRef="#ctx0" brushRef="#br0" timeOffset="-122848.05">21363 12189 19343 0,'-5'0'1728'0,"1"0"-1392"15,3 0-336-15,1 0 0 0,1 0 560 0,-1 0 32 16,0 0 16-16,-1 0 0 0,0 0-336 0,1-3-64 15,0 2-16-15,0 1 0 0,0 0-192 0,0 0 0 16,0 0 0-16,24-8 0 0,-15 5-208 0,0 2 64 16,2-3 16-16,-1 3 0 0,-1 1-128 0,1-1 0 15</inkml:trace>
  <inkml:trace contextRef="#ctx0" brushRef="#br0" timeOffset="-122314.18">21238 10377 12895 0,'-4'-2'1152'0,"2"1"-928"0,0 2-224 0,4-1 0 16,-1 2 448-16,0-2 32 0,3 0 16 0,-2 0 0 16,1-2-496-16,3 2 0 0,3 0 0 0,0-1 0 15,4 1-256-15,2 0 64 0,3-3 16 0,2 3 0 16</inkml:trace>
  <inkml:trace contextRef="#ctx0" brushRef="#br0" timeOffset="-121978.85">21514 12217 19343 0,'-9'-3'1728'0,"3"0"-1392"0,3 3-336 0,3 3 0 15,1-3 1200-15,1 0 160 0,-2 0 48 0,0 0 0 16,1-3-1152-16,4 3-256 0,4-2 0 0,-9 2 0 16,23-11 0-16</inkml:trace>
  <inkml:trace contextRef="#ctx0" brushRef="#br0" timeOffset="-117433.37">21115 13552 11967 0,'-13'-16'1072'0,"4"3"-864"0,2 3-208 0,2 2 0 16,2 4 0-16,2 0-128 0,0 2 128 0,-2-7-208 15,0-1 336-15,-2-3 80 0,0-2 16 0,0 1 0 0,0-1-224 0,2 5 176 16,1 1-176-16,1 0 160 0,-1 5-160 0,2 1 0 16,2 0 0-16,0 1 0 0,1 2 0 0,2 2 0 15,-1 1 0-15,4 0 0 0,-1 6 160 0,3 1-160 16,3 2 192-16,1 4-192 0,2 3 224 0,3 3-64 16,1 4-16-16,0-1 0 0,-1 1 16 0,1 0 0 15,1 2 0-15,0 1 0 0,1-2 96 0,1-4 0 16,-1 1 16-16,0-4 0 0,0-7 48 0,-2-1 0 15,0-3 0-15,-3-3 0 0,1 1 928 0,-2-1 192 16,-3-3 32-16,-2 0 16 0,-1 1-336 0,-1-4-64 16,-3 1 0-16,-2-1-16 0,1-1-112 0,-3-2-32 15,0-1 0-15,-1 1 0 0,-1-6 128 0,1-1 32 16,2-2 0-16,0-4 0 0,3-3-608 0,3-7-112 16,6-8-32-16,7-11-15248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9-20T07:43:31.74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5">
        <inkml:traceFormat>
          <inkml:channel name="X" type="integer" max="27388" units="cm"/>
          <inkml:channel name="Y" type="integer" max="18258" units="cm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T" name="resolution" value="1" units="1/dev"/>
        </inkml:channelProperties>
      </inkml:inkSource>
      <inkml:timestamp xml:id="ts1" timeString="2023-09-20T07:45:38.317"/>
    </inkml:context>
  </inkml:definitions>
  <inkml:trace contextRef="#ctx0" brushRef="#br0">10906 6311 2751 0,'-2'-5'256'0,"-1"4"-256"0,1-1 0 0,-1-1 0 15,2 2 384-15,-2-1 48 0,-4-2 0 0,-3-5 0 16,-4-1 160-16,-6 0 48 0,-1-2 0 0,-1 3 0 15,-1 3-32-15,1 1 0 0,1 3 0 0,-2-1 0 16,-2 6-160-16,-1-2-48 0,-3 4 0 0,-2 1 0 16,-3 4-48-16,-2-1-16 0,0 2 0 0,-3 4 0 15,-3 1-16-15,-5 4-16 0,-4 7 0 0,1 1 0 16,2 4-112-16,0 3 0 0,0 2-16 0,-3 3 0 0,0 3-176 0,1-2 128 16,-1 4-128-16,3 1 128 0,1 0 0 0,3 1-128 15,2 0 192-15,4 4-64 0,2-1-128 0,-1 7 0 16,-4 10 0-16,-1 6 0 0,3-4 0 15,2 0 0-15,-2 3 0 0,-2 14 0 0,1 12 0 0,1 3-144 16,6 0 144-16,3-3 0 0,3 4 0 0,5 2 0 16,3 0 0-16,6-2 0 0,1-11 0 0,4 4 0 15,2 3 0-15,3-3 0 0,6-3 0 0,0-7 0 16,5-3 0-16,2-3 0 0,2 1 0 0,5 2-160 16,6-4 160-16,0-8-128 0,4-9 128 0,7 5 0 15,8 6 0-15,6 4 0 0,3-6 0 0,1-1 0 0,3-8 0 16,0-5-128-16,-8-11 128 0,1-1-160 15,1-4 160-15,7-1-160 0,6-5 160 0,3-1-208 0,6-5 80 0,-4-7 128 32,-3-7-672-32,-2-6-16 0,-2-6 0 0,3-6 0 15,-1-4 144-15,5-6 32 0,6-9 0 0,-1-3 0 0,-12 2 352 0,-3-2 160 0,-1-5-128 0,3-1 128 16,5-6 192-16,6-4 112 0,3-1 16 0,-5-4 16 16,-9-1 768-16,-3-3 160 0,-2-2 16 0,-5-1 16 15,-4 3-240-15,1-2-48 0,0-4-16 0,-1-4 0 16,-3-1-288-16,-5-2-64 0,-3-5-16 0,-7-2 0 15,-4 0-80-15,-4 6-16 0,-3 2 0 0,-4 4 0 16,0-2-384-16,-5 0-144 0,-2-3 0 0,-4 0 144 16,0 1-144-16,-4-4 0 0,-5-2 0 0,-4-4 0 15,-3-6 0-15,-1 6 0 0,0 10 0 0,-9-12 0 0,-12-21 0 0,-11-14 0 16,-8-10 0-16,-3 7 0 0,-2 4 0 0,-2 5 0 16,-4 0 0-16,-2-1-9728 15</inkml:trace>
  <inkml:trace contextRef="#ctx0" brushRef="#br0" timeOffset="6782.54">20085 7542 9119 0,'37'-10'0'15,"-12"1"0"1,-11 3 0-16,-8 5 0 0,-1-2 0 0,6-3 0 16,14-2 0-16,16-6 0 0,13-6 0 0,10-1 0 15,7 1 0-15,-2 2 0 0,-1 2 0 0,-5 1 0 16,-2 5 0-16,-4 0 0 0,-4 4 0 0,-1 0 0 15,0 3 0-15,-1 2 0 0,1 2 0 0,2 2 0 16,-2-1 0-16,1 2 0 0,-1 0 0 0,2-2 0 16,0-1 0-16,1-1 0 0,1-1 0 0,3-1 0 15,1 0 128-15,4 1-128 0,1 0 0 0,1-2 128 16,-1 0-128-16,2-3 0 0,1-1 0 0,-3 1 0 16,0 0 0-16,0 2 0 0,0 1 0 0,-2-4 128 15,1 1-128-15,-1-2 0 0,1 1 0 0,-2 1 0 16,-2 5 0-16,-4 1 0 0,-1 4 0 0,-3-2 0 15,0 4 0-15,-3 1 0 0,1 2 0 0,-1-1 144 16,3 2-144-16,0 1 0 0,2 1 0 0,2-2 0 16,0 0 0-16,-2-4 0 0,2-2 0 0,2 1 0 15,5 2 0-15,5-1 0 0,4 1 0 0,-3-1 0 16,-2 0 0-16,-6 0 0 0,-4-2 0 0,0 2 160 16,0 1-160-16,-1 2 0 0,1 0 0 0,-3 1 0 15,-2 0 0-15,-4-4 0 0,-2 0 0 0,0-2 144 16,-2-1-144-16,2 0 0 0,1 1 0 0,0-2 0 15,2 4 0-15,2 0 0 0,0 2 0 0,-2 0 0 16,1-1 0-16,-3 1 0 0,0-3 0 0,0 1 144 16,-2 3-144-16,2 0 0 0,0 1 0 0,-3 0 0 0,-5 2 0 0,-3 2 0 0,-3 0 0 15,-4-1 144-15,-3 0-144 0,0 2 0 0,-3 1 0 0,0 0 144 16,0 0-144-16,-1 0 0 16,2 3 0-16,-1 0 0 0,0-1 0 0,-2-2 0 0,0 0 0 15,0 3 0-15,-2-2 0 0,2 4 0 0,-1-1 0 0,0 5 0 16,0-1 0-16,-2 6 0 0,1 3 0 0,-3 0 0 15,-1 2 0-15,-3 3 0 0,-1 0 0 0,-3 3 144 16,-2-3-144-16,-4 3 0 0,1 2 0 0,-4-1 0 16,-2 1 0-16,-1-1 0 0,0 3 0 0,-3 2 0 15,-1 0 0-15,-2 0 0 0,-1 4 0 0,-2-1 160 16,2-4-160-16,1-3 0 0,0-1 0 0,-2 5 144 16,-2 9-144-16,1 5 0 0,-2 8 0 0,-1 0 0 15,-1-2 0-15,-1-4 0 0,1-5 0 0,-2 2 144 16,-2 0-144-16,-2 6 0 0,-3-3 0 0,-1 3 0 15,-2-2 0-15,0-6 0 0,0 1 0 0,-4-2 0 16,-4 0 0-16,-3 0 0 0,-2 2 0 0,-5-5 0 16,-5-3 0-16,-1-8 128 0,1-1-128 0,-5-4 160 15,-5-4-160-15,-6-2 0 0,-5 1 0 0,-6-5 0 16,-10 3 0-16,-7-3 0 0,-8 4 0 0,-10-3 0 0,-7 2-128 0,0-3 128 16,3-2-128-16,-3-1 128 0,-7 3 208 0,-1-2 96 15,5-1 16-15,-1-3 0 0,0-2 192 0,-2-1 16 16,-3-1 16-16,-1-8 16 0,5-10-256 0,-3-4-48 15,-2-5-16-15,-3-6 16 0,-4-5 752 0,2-7 144 16,4-3 16-16,-4-3 32 0,-6-3-656 0,-2-8-128 0,0 0-32 16,-3-1 16-16,19 7-400 0,-4 0 0 0,-8-5 128 0,-2-2-128 15,-3 2 0-15,1-2-304 0,3-3 64 0,6-5 32 16,9-2 32-16,12 2 16 0,11 2 0 0,2 1 16 16,-2-1 144-16,11-3 128 0,7 3-128 0,14-2 192 15,13 2-16-15,13 4 0 0,15-1 0 0,17 1 16 16,9 0-384-16,19-1-96 0,16-8-16 15,24-18 16-15</inkml:trace>
  <inkml:trace contextRef="#ctx0" brushRef="#br0" timeOffset="24233.11">20587 9619 15663 0,'-6'-1'1392'16,"1"-1"-1120"-16,3 2-272 0,2 0 0 16,1 0 1008-16,0 0 144 0,-1 0 16 0,3 0 16 15,3 2 528-15,5-1 96 0,6 2 32 0,6 0 0 16,1 1-368-16,6 1-80 0,2 1-16 0,6 1 0 15,7-4-352-15,6 1-80 0,6 0-16 0,-1-2 0 0,3-2-448 0,-8 0-96 16,-6 0 0-16,-8 0-16 0,-2-2-176 16,-7 0-16-16,-3 2-16 0,-5 0 0 0,-3 0-160 0,-2 2 0 15,-3 0 0-15,-2-2 0 0,-2 3 0 0,-4-2 0 16,1 1 0-16,-1 1 0 0,-1 0-224 0</inkml:trace>
  <inkml:trace contextRef="#ctx0" brushRef="#br0" timeOffset="24768.05">23193 9536 16575 0,'-4'-3'1472'0,"2"0"-1168"16,0 3-304-16,2 0 0 0,0 0 1280 0,-1 0 192 16,0-2 32-16,-2-2 16 0,2 0 560 0,0-1 112 15,1 2 32-15,1 0 0 0,4 2-528 0,3 1-96 16,1 0-32-16,5 1 0 0,1 2-624 0,2-1-128 15,5 4-32-15,4 1 0 0,7-1-80 0,5 1-32 16,8 3 0-16,2 2 0 0,1 1-400 0,1-1-80 16,-6-2 0-16,-4-1-16 0,-4-2-48 0,-3-1 0 15,0 0 0-15,1 1 0 0,2-5 16 0,1 2 0 16,4-4 0-16,-2 2 0 0,0-4-144 0,-2-2 128 16,-4 2-128-16,-2-2 128 0,-5 1-128 0,-4 1 0 0,-3 1 0 15,-3 1 0-15,-4 0 0 0,-1 0 0 0</inkml:trace>
  <inkml:trace contextRef="#ctx0" brushRef="#br0" timeOffset="29517.1">21023 9890 12895 0,'0'0'1152'0,"1"-2"-928"0,0 2-224 0,-1 0 0 16,0 0 256-16,0 0 16 0,1 0 0 0,1 0 0 16,-1-3 432-16,0 2 96 0,1 1 16 0,-2 0 0 15,0 0 80-15,0 0 32 0,0 0 0 0,0 0 0 16,0 0-112-16,0 0-32 0,0 0 0 0,0 0 0 15,0 0-160-15,14-16-48 0,-13 16 0 0,1-3 0 16,-1 0-304-16,0 0-64 0,0 1-16 0,1-2 0 16,1 2-192-16,-2-2 144 0,2 1-144 0,-1 0 128 15,0 1-128-15,0-3 0 0,-1 4 0 0,2-1 0 16,-2-1 0-16,0 2-144 0,1 1 144 0,-2-2-160 16,0 2 160-16,0 0-128 0,0 0 128 0,-2 0-128 15,1 0-32-15,0 0 0 0,1 0 0 0,0 0-10976 16</inkml:trace>
  <inkml:trace contextRef="#ctx0" brushRef="#br0" timeOffset="29782.6">21088 9729 6447 0,'0'0'576'0,"0"0"-576"15,0 0 0-15,0 0 0 0,1 0 640 0,-1 0 0 0,3 2 16 0,-2-1 0 16,2 3-528-16,-2-1-128 0,-1 0 0 0,0-3 0 15</inkml:trace>
  <inkml:trace contextRef="#ctx0" brushRef="#br0" timeOffset="29966.26">21197 9701 10127 0,'-3'0'448'0,"2"-3"96"16,0 3-544-16,0 0 0 0,0 3 0 0,1-3 0 16,0 2 336-16,-2 0-32 0,1 1-16 0,-1 4 0 0,-2-1-288 0,-2-1 0 15</inkml:trace>
  <inkml:trace contextRef="#ctx0" brushRef="#br0" timeOffset="30066.6">21223 9737 3679 0,'-3'-1'320'0,"2"-2"-320"15,0 2 0-15,0 0 0 0,0 1 768 0,1 0 64 16,0 0 32-16,0 0 0 0,1 1-304 0,0-2-64 16,1-4-16-16</inkml:trace>
  <inkml:trace contextRef="#ctx0" brushRef="#br0" timeOffset="35466.54">22128 6736 5055 0,'-2'0'448'0,"0"0"-448"16,1 0 0-16,0 0 0 0,1-3 0 0,0 3 0 15,-1 0 0-15,1 0 0 0,-2 0 0 0,1 0 0 16,0 0 0-16,1 0 0 0,0 0 0 0,0 0 0 16,0 0 0-16,0 0 0 0,0 0 0 0,0 0 0 15,0 0 0-15,0 0 0 0,0 0 0 0,0 0 0 16,0 0 0-16,0 0 0 0,0 0 0 0,0 0 0 16,0 0 0-16,0 0 0 0,0 0 0 0,0 0 0 15,0 0 0-15,0 0 0 0,0 0 0 0,0 0 0 16,0 0 0-16,0 0 0 0,0 0 0 0,0 0 0 15,0 0 0-15,0 0 0 0,0 0 0 0,0 0 0 16,0 0 0-16,0 0 0 0,0 0 0 0,0 0 0 16,0 0 0-16,0 0 0 0,0 0 0 0,0 0 0 15,0 0 0-15,0 0 0 0,0 0 0 0,0 0 0 16,0 0 0-16,0 0 0 0,0 0 0 0,0 0 0 16,0 0 0-16,0 0 0 0,0 0 0 0,0 0 0 15,0 0 0-15,0 0 0 0,0 0 0 0,0 0 0 16,0 0 0-16,0 0 0 0,0 0 0 0,0 0 0 15,0 0 0-15,0 0 0 0,0 0 0 0,0 0 0 16,0 0 0-16,0 0 0 0,0 0 0 0,0 0 0 16,0 0 0-16,0 0 0 0,0 0 0 0,0 0 0 15,0 0 0-15,0 0 0 0,0 0 0 0</inkml:trace>
  <inkml:trace contextRef="#ctx0" brushRef="#br0" timeOffset="36666.19">22180 6544 911 0,'2'2'0'0,"0"1"0"0,-1 1 0 0,-1-2 0 0,0-1 448 0,0 2 16 15,0 0 0-15,0 4 0 0,1 5 144 0,-1 2 32 16,0 7 0-16,0 1 0 0,0 6-64 0,0 1-16 16,1 3 0-16,2 1 0 0,-1 1-240 0,0 0-32 15,1 0-16-15,0-2 0 0,1 0-272 0,0 0 128 16,3 3-128-16,0-1 0 0,0 4 192 0,3 0-64 15,0 3 0-15,0 3-128 0,0 3 144 0,0 0-144 16,-1 4 0-16,-2 0 144 0,-1 7-144 0,-1 5 0 16,0 5 0-16,-1 2 0 0,-2 2 0 0,1-2 0 15,-2 0 0-15,-1-1 0 0,1 0 0 0,0 4 160 16,2 0-32-16,-1-2-128 0,1-3 352 0,-1-2-32 0,0 1-16 0,-1 0 0 16,0 2 80-16,-1 0 32 0,0-2 0 0,-1-1 0 15,-2-2 32-15,0-1 0 0,-4 0 0 0,1 0 0 16,0 4-64-16,-1-4-16 0,-2 0 0 0,0-2 0 15,-1-4-176-15,-1-2-48 0,0 0 0 0,-2-1 0 16,-1 3-144-16,-3 2 128 0,-2 2-128 0,-3-4 128 16,0-3-128-16,-2-4 128 0,-2-3-128 0,-4 5 128 15,-5 7 192-15,-4 4 16 0,1-4 16 0,-2 0 0 16,3-5 432-16,3-2 96 0,-1-4 16 0,-1-1 0 16,2 1 0-16,-1 2 0 0,-2 2 0 0,0 1 0 15,0-2-368-15,0-4-64 0,-1 0-16 0,0-3 0 16,2-6-224-16,-1 0-48 0,-1 0-16 0,-2-4 0 15,3 5-160-15,-2-8 160 0,0 1-160 0,-3-2 160 0,-4-2 16 0,-1-1 0 16,-2-3 0-16,-2-1 0 0,3-1 80 0,-1-5 32 16,0 1 0-16,-3-2 0 0,-3 0-288 0,-6 0 0 15,-1 0 0-15,1-3 0 0,-4-1 0 0,1-2 0 16,2 0 0-16,-1-4-144 0,0 0 144 0,-1-6 0 16,1 0 0-16,-2-3 0 0,1-1 0 0,1-5 0 15,4-1 0-15,1-6 0 0,1-2 0 0,-1-5 272 16,-2 1-32-16,0-6-16 0,-1-1 176 0,3-4 48 15,5 1 0-15,-3-4 0 0,4-5-128 0,0-3 0 16,0-3-16-16,-2 0 0 0,-2-2-112 0,-1-1 0 16,0-4-16-16,2-1 0 0,3-1-176 0,1-3 0 15,4-2 0-15,-1-2 0 0,1 1 0 0,0 0 0 16,-2 3 0-16,3-4 0 0,2 0 0 0,5 4 0 16,3 4 0-16,0-2 0 0,2 3 0 0,0-3 0 0,2 1 0 15,2 2 0-15,3 0 0 0,0-6 0 0,0 3 0 0,2 0 0 16,4 9 0-16,-1-2 0 0,1-1 0 0,1 1 128 15,4-3-128-15,1-1 0 0,4-9 0 0,2 2 0 16,3 12 0-16,2-2 0 0,3-3 0 0,2-3 0 16,2-4 0-16,1 2 0 0,2-1-160 0,-1 3 160 15,1 6 0-15,1 0-144 0,2 0 144 0,2 0 0 16,1 2 0-16,2 1 0 0,2-5 0 0,1-1-128 16,6 0 128-16,0 0 0 0,3 0 0 0,1 0 0 15,3 1 0-15,3-2 0 0,6 0 0 0,3-3 0 16,5-2 0-16,2 0 0 0,-3 3 0 0,3-3-128 15,10 0 128-15,1-3 0 0,2 2 0 0,3-4-128 16,5-6 128-16,1 2 0 0,-5 3 0 0,7 0 0 0,7-4 0 16,4 0-128-16,2-2 128 0,3-1 0 0,2-3 0 15,0 4 0-15,-5 6 0 0,-3 4 0 0,-5 6 0 0,3-4 0 16,5 3 0-16,-2 0 0 0,-5 4 0 0,-9 5 0 16,-3 4 0-16,-2 0 128 0,-1 6-128 0,4 0 0 15,4 3 0-15,-3 9 128 0,-1 1-128 0,-1 4 0 16,-3 4 0-16,-1 2 0 0,3 5 0 0,-2 0 0 15,3 4 0-15,-4 1 0 0,-2 4 0 0,-1 2 0 16,-1 0 0-16,2 3 0 0,-2 2 0 0,-2 4 0 16,-1 3 0-16,-3 3 0 0,0 6 0 0,-5 3-160 15,-4 1 160-15,-4 2 0 0,2 4 0 0,-1 8 0 16,2 4 0-16,-1 4 0 0,1 3 0 0,-5-4 0 16,-2-2 0-16,-3-4 0 0,-2-3 0 0,-4-4 0 0,-2 1 0 0,-5-6-160 15,-4-1 160-15,-3-3 0 16,-1 1 0-16,-5-2 0 0,-1-1 0 0,-5-1 0 0,-1-4 0 15,-2 2-13568-15</inkml:trace>
  <inkml:trace contextRef="#ctx0" brushRef="#br0" timeOffset="40334.1">23112 6319 13823 0,'-1'-10'1216'0,"1"0"-960"15,1 4-256-15,1 1 0 16,-1 1-304-16,1-2-96 0,2-4-32 0,2-8 0 0,4-6 560 0,2-4 128 16,5-3 0-16,0 0 16 0,4 5-80 0,2-3 0 15,5 1-16-15,5 0 0 0,2-1 64 0,8 1 16 16,6 2 0-16,8-2 0 0,6 9 64 0,3 0 32 16,-4 3 0-16,3 4 0 0,4-1 32 0,3 3 0 15,2 4 0-15,2 3 0 0,4 3-256 0,-3 1-128 16,-5 4 128-16,-3-2-128 0,1 0 0 0,6 3 128 15,2 4-128-15,-2 6 0 0,-4 3 0 0,-3 0 0 16,-1 4-160-16,0 4 160 0,1 5 0 0,2 3 0 0,2 9 0 16,-1 1 0-16,-6-5-128 0,4 5 128 0,5 2 0 15,3 0 0-15,-1-1 0 0,-1 3-128 0,0 6 128 0,-2 1 0 16,-1 5 0-16,0 5 0 0,-1 0 0 0,-6 1 0 16,-3-1 0-16,-7-3 0 0,-6 0 0 0,-7 1 0 15,-2 3 0-15,-3 1 0 0,2 2 0 0,-2 0 0 16,-4-7 0-16,0 6 0 0,0 11 0 0,0 4 0 15,-4 3 0-15,-3-3 0 0,-4-8 0 0,-2 3 0 16,0 6 0-16,-2 4 0 0,-2 0 0 0,-2-1-160 16,0-5 160-16,-3-2 0 0,1 5 0 0,-1-5 128 15,-2 2-128-15,0 2 0 0,-2 2 0 0,0 3-128 16,-4-1 128-16,-3 5 0 0,-1 2 0 0,-3-1 0 16,-2-4 0-16,-2 4 0 0,-2 6 0 0,-2 0 0 0,0-3 0 0,-1 1-128 15,-1 2 128-15,-2-1 0 0,1 2-192 0,-4-5 64 16,2-6 0-16,-4 0 0 0,-2 6-16 0,-4-7 0 15,-1-2 0-15,-4-9 0 0,1-4 144 0,-4 4 0 16,-5 0 0-16,0-3 0 0,-1-7 0 0,-2-2-128 16,-1-3 128-16,-4-2-128 0,-2-1 128 0,-5-4 0 15,-3-1 0-15,1-2 0 0,1-10 0 0,3-6 0 16,0 0 160-16,0-6-160 0,0-4 192 0,1-6-64 16,-3-6-128-16,0-3 192 0,-4-3 32 0,-4-2 0 15,-2-4 0-15,-1-6 0 0,2-5-224 0,-2-4 0 16,-4-4 0-16,-2-4 0 0,-3-4 0 0,1-1-128 15,9 1 128-15,-2-4 0 0,-1-2 0 0,-3-6 0 16,-2-3 0-16,2-3 0 0,5 2 0 0,5 2 144 16,-2-3 16-16,-1-2 0 0,1-2 608 0,-2-3 112 0,-2-1 16 0,1-6 16 15,3-6-256-15,4 0-48 0,3-2-16 0,1-6 0 16,1-4-16-16,-2-1 0 0,1 0 0 0,-2-4 0 16,1 0 64-16,3 0 16 0,5 4 0 0,2 1 0 15,2 5-272-15,1-5-64 0,2-4-16 16,3-1 0-16,0-1-304 0,2-1 160 0,-2 3-160 0,1-3 128 15,1-3 0-15,1-3-128 0,5 2 192 0,1 1-64 16,0 1 32-16,3 1 0 0,3 1 0 0,2-2 0 16,3-6 32-16,1-4 0 0,0 3 0 0,2-5 0 15,3-1 0-15,1-5 16 0,5 1 0 0,1 1 0 16,3 5-208-16,2 1 0 0,2-2 128 0,2-3-128 16,3-2 0-16,4-5 0 0,1-4 0 0,5-3 0 0,3 4 0 15,1 3 0-15,4-5 0 0,2 0 0 16,-1 8 176-16,4 1-176 0,3 4 192 0,3-1-192 0,2 4 0 0,-2 7 0 15,1 6 0-15,-5 8-144 0,0 4 144 0,1 4 0 16,0 0 160-16,2 0-160 0,1 0 0 0,2 4 0 16,-4 11-208-16,6-1 64 0,8 4-64 0</inkml:trace>
  <inkml:trace contextRef="#ctx0" brushRef="#br0" timeOffset="117765.69">10952 5919 18431 0,'-33'-21'1632'16,"4"5"-1312"-16,11 8-320 0,8 6 0 15,1 0 304-15,-7-2-16 0,-18-8 0 0,-22-4 0 0,-20 0 16 0,-8 3 0 16,-1 7 0-16,1 9 0 0,1 10 80 0,3 8 0 15,3 9 16-15,-3 13 0 0,-7 14-272 0,-4 16-128 16,-3 10 0-16,6 2 128 0,11-3-128 0,1 7-144 16,-5 15 144-16,4 6-208 0,6 2 64 0,3 8 16 15,3 11 0-15,10 5 0 0,5 4 128 0,6 9-128 16,2 6 128-16,2-3-128 0,7-7 128 0,2 12-208 16,7 11 80-16,7 3 128 0,8 0 0 0,9-11 0 15,9-14 0-15,12-2 0 0,13 7-192 0,10-9 192 16,13-9-192-16,7-3 192 0,5-5-144 0,6-17 144 15,-6-23 0-15,17 2 0 0,17 4-160 0,3-9 160 16,-4-13-128-16,0-15 128 0,9-9-176 0,-3-12 176 0,1-10-208 16,-4-14 80-16,-7-6 128 0,5-14 0 15,7-9 0-15,-8-8 0 0,-9-7 0 0,3-13 0 0,3-12 0 0,-5-6 128 16,-11 0 64-16,-2-11 0 0,-5-4 16 0,-5-5 0 16,-8 1 432-16,1-14 64 0,2-13 32 0,-6-6 0 15,-7-5 96-15,-3-1 32 0,-7 1 0 0,-2-3 0 16,-3 0 144-16,-4-4 16 0,-6 9 16 15,-3-9 0-15,-5-1 208 0,-6-2 32 0,-2-1 16 0,-7-1 0 16,-5 2-128-16,-8-3-16 0,-4 10-16 0,-11-1 0 16,-6 0-400-16,-7 8-80 0,-5 11-16 0,-3 4 0 15,-8 6-448-15,-5-1-192 0,4 11 176 0,-9 5-176 16,-11 2 144-16,-11 5-144 0,-8 10 128 0,-3 0-128 16,0 8 0-16,-3 7 0 0,14 17 128 0,-7 6-128 15,-7 15 0-15,-5 13-272 0,-1 13 64 0,2 25-18112 16</inkml:trace>
  <inkml:trace contextRef="#ctx0" brushRef="#br0" timeOffset="119832.02">13668 8947 27647 0,'-3'-2'2448'0,"1"-1"-1952"15,2 3-496-15,1 0 0 16,0 3-560-16,0-3-208 0,2 2-32 0,-1 0-16 0,2 2 560 0,1 2 96 16,1 3 32-16,0 3 0 15,1 4-1408-15,-1 3-288 0,-1 3-48 0,-7-6-16 0</inkml:trace>
  <inkml:trace contextRef="#ctx0" brushRef="#br0" timeOffset="120349.49">7820 9158 43311 0,'-10'-10'3840'0,"4"3"-3072"0,5 4-608 0,2 6-160 32,0-2-1248-32,0-1-288 0,-1-1-48 0,2 1-16 0,3-3 1088 0,3 3 192 0,6 3 64 0,4 2 0 31,5 6-624-31,3 1-112 0,3 6-32 0,-13-7 0 0</inkml:trace>
  <inkml:trace contextRef="#ctx0" brushRef="#br0" timeOffset="121049.16">10880 8393 14735 0,'-29'-10'1312'16,"3"4"-1056"-16,8 2-256 0,9 4 0 0,0 0 352 0,-7 0 16 16,-18-3 0-16,-19 3 0 0,-17-2-368 0,-14 8 0 15,-10 9 0-15,-1 10-192 0,-1 14-96 0,2 11-32 16,5 8 0-16,5 5 0 15,8 5-208 1,5 0-48-16,9-3-16 0,5 11 0 0,8 9 336 0,4 2 80 0,7 1 16 16,10-9 0-16,7-13 160 0,8 12 128 0,8 14-128 0,11 3 176 0,9-2-176 0,10-5 128 15,5-9-128-15,9 2 128 0,12-1-128 0,11-8 0 16,12-11 0-16,6-18-176 0,6-14 368 0,-3-16 64 16,-2-9 0-16,-3-11 16 0,-3-12 512 0,2-13 112 15,-1-17 0-15,-11-8 16 0,-10 2 400 0,-7-8 80 16,-6-6 16-16,-9 2 0 0,-6 0-512 0,-8 2-112 0,-7 4-16 15,-7 8 0-15,-2 5-512 0,-7 7-96 0,-6 4-32 16,-10 11 0-16</inkml:trace>
  <inkml:trace contextRef="#ctx1" brushRef="#br0">19284 12226 0,'0'0'0,"0"0"0,0 0 16,-78 118 0,78-118-16,-90 137 31,89-129-31,1-8 15,-20 3 1,-21 7-16,-18 8 16,-6 8-16,4 3 15,61-29 1,-148 81-16,148-81 16,-128 77-1,94-48-15,34-29 16,0 0-16,-254 176 31,145-90-15,-27 15-1,-8 9 1,5-2 0,36-29-1,31-20-15,28-20 31,17-16-31,14-11 16,12-9 0,0-3-1,11-15 1,2-2 0,2-8-1,-7 5 1,0-2-1,-2 3 1,-3 5 0,-4 4-1,-6 10 1,4 0 0,-1 0-1,-1 8 1,-10 6-1,2 4 1,9 2 0</inkml:trace>
  <inkml:trace contextRef="#ctx0" brushRef="#br0" timeOffset="136735.73">10699 9821 5519 0,'-3'0'496'0,"2"0"-496"0,0-3 0 0,-1 3 0 16,2-1 512-16,0 0 0 0,2 0 0 0,-2 1 0 15,1-4 112-15,-1 2 16 0,1-2 16 0,2-2 0 16,-2 3-144-16,1-1-48 0,2-1 0 0,-1 1 0 16,0 1-464-16,1-1 0 0,1-1 0 0,0 2 0 15,0-1 0-15,0 2 0 0,0-1 0 0,0 2 0 16,-2-2-240-16,1 2 64 0,0 1 16 0,-2-2 0 15,-1 2 160-15,1 0 0 0,-1-3 0 0,0 2 0 16,-1 1 0-16,-1-3 128 0,1 3-128 0,-1 0 176 0,1 0 352 0,0 0 80 16,0 0 16-16,0 0 0 0,0 0 416 0,0 0 96 15,0 0 16-15,0 0 0 0,0 0-640 0,0 0-112 16,0 0-16-16,0 0-16 0,-21 3-192 0,19-3-48 16,1 4 0-16,-1-4 0 0,1 2-128 0,-1-2 0 15,2 4 0-15,-1-4 0 0,0 1 0 0,0 0 128 16,1 1-128-16,-2 0 0 0,2-2 0 0,0 1 0 15,-1 2 0-15,1-3 0 0,-1 0 0 0,1 2-176 16,-1-2 176-16,-1 0-192 0,2 1 192 0,-2-1 0 16,1 0 0-16,1 0 0 0,0 0 0 0,0 0 0 15,0 0 0-15,0 0 0 0,0 0 0 0,0 0 0 16,0 0 0-16,0 0 128 0,0 0-128 0,0 0 0 16</inkml:trace>
  <inkml:trace contextRef="#ctx0" brushRef="#br0" timeOffset="137716.88">13790 9031 18431 0,'-5'-4'1632'0,"1"2"-1312"0,2 2-320 0,2 0 0 15,1 0 1120-15,-1-3 160 0,-1 2 16 0,0-4 16 16,-2 1-576-16,2-2-112 0,0 2-32 0,1-2 0 16,0 2-320-16,1 2-64 0,0-2-16 0,2 2 0 15,-1-1-192-15,1 3-256 0,-1-1 48 0,3 2 16 0</inkml:trace>
  <inkml:trace contextRef="#ctx0" brushRef="#br0" timeOffset="138083.67">7719 9616 19343 0,'-9'-13'848'0,"4"3"192"0,2 0-832 0,3 4-208 0,2 4 0 0,-1-1 0 16,3 2 384-16,1-4 48 0,3 0 0 0,3-1 0 16,5 0-432-16,3 1-256 0,3 4 48 0,1 1 0 15,0 6-384-15,2-2-80 0</inkml:trace>
  <inkml:trace contextRef="#ctx0" brushRef="#br0" timeOffset="141799.47">10634 9963 3679 0,'-2'-2'320'0,"1"-1"-320"16,-1 2 0-16,1 1 0 0,1 0 272 0,0 0-16 16,1-3 0-16,-1 2 0 0,2 1 32 0,-2-2 0 15,2-1 0-15,-2 3 0 0,0 0-288 0,0 0 0 16,0 0 0-16,0 0 0 0,0 0 0 0,16-13 0 0,-13 10-160 0,-1 3 160 16,1-2-128-16,-2 0 128 0,1 2-160 0,0 0 160 15,-1 0-208-15,0 0 48 0,0 0 16 0,-1 0 0 16,1 0 144-16,-1 0 0 0,0 0 0 0,0 0 0 15,0 0 0-15,0 0 0 0,0 0 160 0,0 0-160 16,0 0 192-16,0 0-48 0,0 0-16 0,0 0 0 16,0 0 128-16,0 0 0 0,0 0 16 0,0 0 0 15,0 0-272-15,0 0 0 0,0 0 0 0,0 0 0 16,0 0-144-16,0 0 144 0,0 0-128 0,0 0 128 16,0 0-128-16,0 0 128 0,0 0-128 0,0 0 128 15,0 0-272-15,0 0 16 0,0 0 16 0,0 0 0 16,0 0 48-16,0 0 0 0,0 0 0 0,0 0 0 15,0 0 192-15,0 0 0 0,0 0 0 0,0 0 160 0,0 0-160 0,0 0 0 16,0 0 0-16,0 0 128 0,0 0-128 0,0 0 0 16,0 0 0-16,0 0 0 0,0 0 0 0,0 0 0 15,0 0 0-15,0 0 128 0,0 0-128 0,0 0 0 16,0 0 0-16,0 0 0 0,0 0 208 0,0 0-32 16,0 0-16-16,0 0 0 0,0 0-160 0,15-14 0 15,-13 12 0-15,-2 2 0 0,1-2 0 0,-1 2 0 16,1-3 0-16,-1 2 0 0,1-1 0 0,-1-1 128 15,2 2-128-15,-2-1 128 0,1 0-128 0,-1 0 0 16,0 2 0-16,-1-3 0 0,1 2 0 0,-2 1 0 16,2-2 0-16,0 2 0 0,-1-3 0 0,1 3 0 15,0-1 0-15,-1 1 0 0,1-3 0 0,0 3 0 16,0 0-160-16,0 0 160 0,0 0 0 0,0 0 0 16,0 0 0-16,0 0 0 0,0 0 0 0,0 0 0 0,0 0 0 0,0 0 0 15,0 0 0-15,0 0 0 0,0 0 0 0,0 0 0 16,0 0 0-16,0 0 0 0,0 0-208 0,0 0 80 15,0 0 128-15,0 0 0 0,13 19 0 0</inkml:trace>
  <inkml:trace contextRef="#ctx0" brushRef="#br0" timeOffset="147182.01">10620 10529 3567 0,'-2'0'320'16,"4"-2"-320"-16,-2 2 0 0,0-1 0 15,-2 1 496-15,2-3 32 0,-1 3 16 0,-1-3 0 16,-1-1 416-16,-1-1 96 0,1 1 16 0,-1 0 0 16,1 0 128-16,0 0 16 0,-1 0 16 0,0 0 0 0,-1 2-208 0,2-2-32 15,-2 2-16-15,1 2 0 0,-2-3-80 0,1 2 0 16,-1 1-16-16,2 1 0 0,-1 2-256 0,-1-1-48 16,0 2-16-16,0-2 0 0,1 3-112 0,-2 2-32 15,1 1 0-15,3-2 0 0,-1 4-32 0,0-1-16 16,3 1 0-16,0 0 0 0,-1 2-176 0,2-5-16 15,2 2-16-15,-1-3 0 0,0 1-160 0,2-1 0 16,-1 0 0-16,2-5 128 0,-2 4-128 0,2-5 0 16,1 1 0-16,0-1 0 0,1-1 0 0,0 1 0 15,0-2-128-15,1-2 128 0,-1-1 0 0,0 1 0 16,0 1 0-16,-1-4 0 0,2 1 0 0,0-3 0 0,-1 2 0 0,1-2 0 16,-1 2 176-16,-1 1 0 0,0 0 0 0,-1-3 0 15,0 3 32-15,-3 1 16 0,0 0 0 0,-1 1 0 16,-1 2-48-16,-1 0-16 0,-2 0 0 0,-1-2 0 15,0 4 48-15,-1-2 16 0,1 2 0 0,-3 0 0 16,2 0 32-16,0 2 16 0,-1 2 0 0,0 2 0 16,1 0-64-16,1 2-16 0,2 3 0 0,-1-1 0 15,3 2-192-15,-1 1 176 0,4 0-176 0,-1 0 160 16,1-1-160-16,2 0 0 0,1-2 0 0,0-2 0 16,2-2 0-16,1-4 0 0,0 1 0 0,1-3 0 15,1-3 0-15,-1 0 0 0,1 0-128 0,-2-4 128 16,1 0 0-16,-3 1 0 0,1-2 0 0,-2-2 0 15,2 0 0-15,-4-3 0 0,1 4 0 0,0-4 0 16,-2 2 304-16,-1 0-32 0,1-1 0 0,-4 2 0 0,1-1 0 16,-1 1 0-16,-2 2 0 0,0 0 0 0,1 1-16 15,-2 0 0-15,-2 1 0 0,1 1 0 0,-1 1-112 0,-1 4-16 16,1-2-128-16,0 4 192 0,0 2-192 16,2 4 0-16,0 2 128 0,2 3-128 0,-2 5 0 0,2 1 0 15,1 3-144-15,2 0 144 0,1 1-144 0,0-4 144 16,3 0-128-16,2-7 128 0,0 1 0 0,2-7 0 15,-1 0 0-15,2-2 0 0,1-4 0 0,-2 0 0 16,2-4 0-16,-1 2-128 0,0-5 128 0,-2 1 0 16,2-2 0-16,-2-2 0 0,-1 0 0 0,1-3 0 15,-3 1 0-15,1 0 0 0,-1-2 0 0,-1 2 0 16,-1-4 0-16,-2 3 0 0,1 0 0 0,-2 0 0 16,0 3 128-16,-2-2-128 0,0 3 128 0,-1-1-128 0,-1 1 160 15,0 2-160-15,-2 1 144 0,-1 0-144 0,1 0 128 0,-2 2-128 16,2 2 128-16,-1-1-128 0,2 6 0 0,-1-3 128 15,2 6-128-15,0 0 0 0,1 4 0 0,2 2 0 16,-1 4 0-16,3 0-144 0,1 3 144 0,2 0-160 16,-1-3 160-16,2 0 0 0,2-4 0 0,0 0 0 15,2-4 0-15,-1-2-128 0,1 0 128 0,-2-2 0 16,3-3 0-16,-2-1 0 0,0-1 0 0,0 0-128 16,-1-3 128-16,-1-2 0 0,0 0 0 0,-2-1 0 15,0 1 128-15,-1-2-128 0,0-2 128 0,-4 1-128 16,2-1 128-16,-2 0-128 0,-1 3 128 0,1-4-128 15,-2 3 192-15,-1-2-16 0,-1 2-16 0,0 2 0 16,-2-3-32-16,0 4 0 0,-1-1 0 0,-1 3 0 16,0-3-128-16,-1 4 0 0,0 0 0 0,0 0 0 15,0 2 0-15,2 2 0 0,0 5 0 0,2-1 0 16,2 4 0-16,0 2 0 0,1 4-128 0,2 0 128 0,2 3 0 0,1-3-144 16,2 0 144-16,-1-4 0 0,4 1-128 0,1-6 128 15,-1-1 0-15,1-2 0 0,2-2 0 0,-1 1 0 16,0-6 0-16,-1 2 0 0,2-1 0 0,-2-2 0 15,0-2 0-15,-1 0 0 0,-1-1 0 0,-2 1 0 16,1-2 0-16,0 0 0 0,-3 2 0 0,0-4 128 16,1 4-128-16,-4-3 0 0,2 2 128 0,-2 1-128 15,-1-1 0-15,-2 3 0 0,2 0 128 0,-2 0-128 16,0 2 0-16,-1 0 144 0,-1 0-144 0,1 2 0 0,0-3 144 16,-1 6-144-16,0-3 128 0,1 2-128 15,1 2 128-15,0 0-128 0,-1 2 0 0,1 3 0 0,2-2 0 0,-1 2 0 16,3-2 0-16,-2-1 0 0,1 1 0 0,2-1 0 15,1-4-128-15,1-2 128 0,3-2-128 0,1-2-15728 16</inkml:trace>
  <inkml:trace contextRef="#ctx0" brushRef="#br0" timeOffset="148599.47">10695 10570 4607 0,'0'-2'400'16,"-1"1"-400"-16,1 1 0 0,0 0 0 15,0 0 592-15,0 0 48 0,-2-3 0 0,2 3 0 16,-1-4-64-16,-1 2-16 0,1-2 0 0,1 4 0 0,0 0 272 0,0 0 48 16,0 0 16-16,0 0 0 15,0 0-64-15,0 0-16 0,-17-11 0 0,15 11 0 0,-1 0 112 0,0 0 32 16,0 0 0-16,1 0 0 0,-2 1-64 0,2 1 0 15,-1 0 0-15,-1-1 0 0,2 2-288 0,0-1-64 16,-1 2-16-16,1-2 0 0,0 0-144 0,1 3-16 16,0-4-16-16,0 1 0 0,1 1-224 0,0 0-128 15,1-1 128-15,1-2-11264 0</inkml:trace>
  <inkml:trace contextRef="#ctx0" brushRef="#br0" timeOffset="155148.68">10666 10558 3679 0,'-1'-4'320'0,"0"2"-320"15,1-1 0-15,0 2 0 0,0-1 336 0,0 0 0 0,0 0 0 0,0-1 0 16,0 0-96-16,0-4-32 0,0 4 0 0,-1-2 0 15,0 1 544-15,-1 3 96 0,1-2 32 0,-1 3 0 16,0-2-96-16,1 2-16 0,0 0 0 0,1-1 0 16,-1 1-288-16,1 0-64 0,-2 0-16 0,2-3 0 15,2 1 640-15,-2 2 128 0,0 0 32 0,0 0 0 16,0 0-624-16,0 0-128 0,0 0-32 0,0 0 0 16,0 0-416-16,0 0 0 0,0 0 0 0,0 0 0 15,-18 11 0-15,16-6 0 0,-3 0 0 0,-1 1 0 16,2 1 0-16,-1 2 0 0,1-2 0 0,1 2 0 15,0 0 0-15,2 1 0 0,0 0 176 0,2-1-176 16,0 1 368-16,2 1-32 0,-1-4 0 0,1 0 0 16,-1-1-112-16,1-2-32 0,0 1 0 0,1-5 0 15,1 0-32-15,0-3-16 0,-1 0 0 0,1 0 0 16,-1-3-144-16,1 0 192 0,-1 0-192 0,0-2 192 16,0 0 64-16,-2-2 0 0,0 0 16 0,0 1 0 15,-1-1 48-15,0 0 16 0,-1 2 0 0,-1-2 0 0,-2 0-144 16,0 1-16-16,-2 3-16 0,0 0 0 0,-1 2 176 15,-2 0 48-15,1 2 0 0,-3 2 0 0,-1 0-48 0,0 0 0 16,-2 2 0-16,2 0 0 0,0 3-64 0,1 1-16 16,4 1 0-16,1-1 0 0,1 3-256 0,3 2 0 15,4 0-208-15,-1 0 80 0,2 1 256 0,2 0 64 16,1-2 16-16,3 2 0 0,0-2-208 0,1-2 0 16,2-3 0-16,-2-2 0 0,0 0 0 0,1-3 0 15,-1-3-128-15,-1 1 128 0,0-2 0 0,-1-2 0 16,0-2 0-16,-3 0 0 0,0 2 0 0,-2-4 0 0,1 0 0 15,-3-3 0-15,0 4 304 0,0-3-48 0,-2 1 0 16,0 3 0-16,-2-2 192 0,0 0 16 0,0 1 16 0,-1 3 0 16,-2 0-192-16,0-2-32 0,0 3-16 0,-1 2 0 15,-1-1-112-15,-2 2 0 0,0-1-128 0,1 2 192 16,0 1-192-16,1-3 128 0,-2 6-128 0,2-2 0 16,-1 4 144-16,3-1-144 0,0 4 128 0,3 0-128 15,1 0 0-15,-1 2 0 0,2 3 0 0,2-3 0 16,-1-2 0-16,0 0 0 0,3-2 0 0,-2-2 0 15,2 1-320-15,0-5 16 0,0 0 0 0,-1 0 0 16,1-3 560-16,0 1 128 0,1-2 0 0,-2 0 16 16,0 2-400-16,0-4 0 0,0 2 0 0,-1-2 0 15,1 2 272-15,-3-2 80 0,1 3 16 0,-2-3 0 16,1 5-48-16,0-4-16 0,-1 4 0 0,-1-2 0 16,1 1-80-16,0 0-16 0,-2 0 0 0,1 0 0 15,0 0-208-15,-1 0 128 0,1-2-128 0,-1 4 0 16,-1-4 0-16,2 2 128 0,-1-1-128 0,1 2 0 0,0-1 0 0,-1-1 128 15,2 2-128-15,-2-1 0 0,2 2 0 16,-1-4 0-16,-1 4 0 0,-1-3 0 0,2 3 0 0,-2 0 0 16,2 0 0-16,-2 0 0 0,0 0 0 0,1 0 0 15,-1 0 0-15,1 0 0 0,0 0 0 0,2 0 0 16,-2 3 0-16,2 1 0 0,0-1 0 0,1 2 0 16,0 1 0-16,0-1 0 0,1 4-144 0,-1 0 144 15,2-2 0-15,0 2-144 0,0-3-32 0,2 0 0 16</inkml:trace>
  <inkml:trace contextRef="#ctx0" brushRef="#br0" timeOffset="156499.74">10613 9998 10127 0,'0'-3'896'0,"2"0"-704"0,-1 0-192 0,0 1 0 16,-2 0 752-16,2 2 112 0,0-3 32 0,1-2 0 15,0-1 80-15,-1-2 32 0,2 2 0 0,-3 0 0 16,1 3-240-16,-2 2-32 0,1-1-16 0,-2 2 0 16,1 2-480-16,0-1-112 0,0 4 0 0,0-1-128 15,-2 2 0-15</inkml:trace>
  <inkml:trace contextRef="#ctx0" brushRef="#br0" timeOffset="156884.13">11767 10583 11055 0,'-7'0'480'0,"3"0"112"15,0 0-464-15,2 1-128 0,0 1 0 0,1-2 0 16,1 0 0-16,-1 3 128 0,-3 1-128 0,1 2 128 16,-1 0-128-16,1-2 0 0,1-2 0 0,1-2 0 15</inkml:trace>
  <inkml:trace contextRef="#ctx0" brushRef="#br0" timeOffset="157283.57">9718 10583 2751 0,'-4'-7'256'0,"2"5"-256"0,1-1 0 0,-1 0 0 15,1 2 672-15,1-2 96 0,0 1 0 0,-1-2 16 16,0 0 240-16,-1-2 32 0,0 0 16 0,1 0 0 16,-2 3-304-16,2 2-64 0,0 2-16 0,0 4 0 15,1-1-448-15,0 2-96 0,0 0-16 0,1 4 0 16,1-1-128-16,1 2-192 0,0 1 32 0,6-3 16 15,5-3 144-15</inkml:trace>
  <inkml:trace contextRef="#ctx0" brushRef="#br0" timeOffset="158100.06">10598 9888 2751 0,'-1'-3'256'0,"0"3"-256"0,1 0 0 0,0-1 0 15,1 1 784-15,-1 0 112 0,1-3 32 0,-1 3 0 16,2-3-208-16,0 0-32 0,1 1-16 0,-3 2 0 15,0 0-80-15,0 0-16 0,0 0 0 0,0 0 0 16,0 0-160-16,0 0-32 0,0 0-16 0,0 0 0 16,0 0-240-16,0 0-128 0,0 0 128 0,0 0-128 15,0 0 0-15,0 0-240 0,11 21 48 0,-9-19 0 16</inkml:trace>
  <inkml:trace contextRef="#ctx0" brushRef="#br0" timeOffset="158249.01">10691 9884 911 0,'-1'0'0'0,"0"1"0"0,0 2 0 0,1-3 0 0,0 0 320 0,0 0-32 16,0 2 0-16,1-2 0 0,0 4-80 0,-1 0-16 0</inkml:trace>
  <inkml:trace contextRef="#ctx0" brushRef="#br0" timeOffset="158415.82">10663 9904 4607 0,'-3'-2'192'0,"2"2"64"0,1 0-256 0,-1 0 0 0,1 0 0 0,0 0 0 16,1 0 0-16,-1 0 0 0,3 2 0 0,-2 0-160 15,4 2 160-15</inkml:trace>
  <inkml:trace contextRef="#ctx0" brushRef="#br0" timeOffset="158566.18">10664 9935 3679 0,'-2'0'160'0,"-1"0"32"0,2 1-192 0,1 1 0 15,0-2 0-15,0 0 0 0,0 0 304 0,0 3 16 16,0-2 0-16,1 2 0 0,3 0-320 0,-4-3 0 16</inkml:trace>
  <inkml:trace contextRef="#ctx0" brushRef="#br0" timeOffset="161534.62">11591 10560 10127 0,'-1'-2'896'0,"0"2"-704"0,0-3-192 0,-1 3 0 16,2 0 448-16,0 0 48 0,2 3 16 0,-2-3 0 15,1 0 528-15,-1 2 112 0,1 0 32 0,-1-2 0 16,0 0-368-16,0 0-80 0,0 0-16 0,0 0 0 16,0 0-224-16,0 0-48 0,-5 21-16 0,3-21 0 15,1 1 16-15,-1-1 16 0,1 0 0 0,1 0 0 16,-2 0-464-16,0 0 0 0,0-1 0 0,1 1-9808 15</inkml:trace>
  <inkml:trace contextRef="#ctx0" brushRef="#br0" timeOffset="161999.42">9796 10552 7359 0,'0'0'656'0,"0"0"-528"0,0 0-128 0,0 0 0 16,0 0 592-16,0 0 96 0,1 2 16 0,-1-2 0 0,0 4-144 0,-1 0-32 15,0 1 0-15,-1-1 0 0,1 1-192 0,1 2-32 16,0-1-16-16,0-2 0 0,1-2-288 0,3 2 0 16,1-3 0-16,0-5-144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9-20T07:44:23.8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31075 6595 12895 0,'2'2'1152'0,"0"2"-928"15,2 1-224-15,1 2 160 0,-2-2-16 16,2 1 0-16,3 5 0 0,3 5 224 0,3 3 32 16,1 0 16-16,0 0 0 0,-1 0 96 0,-1-3 32 15,0-1 0-15,-1-3 0 0,-1-2-128 0,-1-1-32 0,-2-2 0 16,0-1 0-16,-1-3 416 0,-2-2 80 0,0-2 16 0,0 1 0 16,-1-5 704-16,1-1 128 0,-2-2 48 15,2-2 0-15,1-2-16 0,1 0 0 0,0-3 0 0,0 1 0 16,3-4-832-16,3-2-160 0,0-2-48 0,6-6 0 15,3 0-416-15,5-7-96 0,7-4-16 0,8-5 0 16,7-3-192-16,8-4 0 0,9-9 0 16,13-13-160-16</inkml:trace>
  <inkml:trace contextRef="#ctx0" brushRef="#br0" timeOffset="4066">6185 8573 13823 0,'11'-4'1216'0,"0"2"-960"16,1 1-256-16,-1-2 0 0,0 3 0 0,-1 0-256 15,3 3 48-15,11-3 16 0,14 0 368 0,20-3 80 16,14 3 0-16,7-3 16 0,2 0 320 0,3-1 64 16,3-2 16-16,7-2 0 0,7 1-144 0,-3-3-16 15,-13 1-16-15,5-1 0 0,11-3-176 0,6 1-16 16,1-2-16-16,1-1 0 0,-2 2-32 0,3-2-16 16,5 1 0-16,1-3 0 0,-10 0-240 0,7 1 0 15,10 3 0-15,1-3 0 0,-5 1 176 0,4-1-16 16,7 7 0-16,-2-3 0 0,-6 5 96 0,3 1 32 15,6 0 0-15,-5 2 0 0,-8-1-96 0,0 4 0 16,6-3-16-16,-5 4 0 0,-8 0-176 0,3 1 160 0,4-1-160 16,-1 0 160-16,-4 4-160 0,4-4 128 0,-4 1-128 0,1 0 128 15,0 2 576-15,0 1 96 0,-3-4 32 0,4 6 0 16,0 0 112-16,-2 1 16 0,-12-2 16 0,5 2 0 16,9 0-656-16,-3-1-128 0,-7-2-16 0,2 1-16 15,7-5-32-15,-4 1-128 0,-2 1 192 0,0-2-64 16,-1-2 64-16,2 1 0 0,3-2 0 0,-2 1 0 15,-6-2-32-15,2 0 0 0,4 2 0 0,-6-2 0 16,-8 1 80-16,0 0 16 0,4-1 0 0,-2 2 0 16,-3 1 176-16,-2-2 32 0,-7 1 16 0,5 0 0 15,4 2-160-15,-4 0-16 0,-3 0-16 0,-3 0 0 16,-2-2-288-16,3-1 160 0,3 2-160 0,-5 1 128 16,-4-2-128-16,-2-1 0 0,-3 2 0 0,5 1 0 15,0 0 0-15,-2 0 0 0,-1 1 176 0,-6 2-176 0,-4-1 208 16,-1-1-48-16,2 2-16 0,0-1 0 0,1 2 400 0,-5-3 80 15,-2 1 16-15,-4-1 0 0,-2-2-128 0,-2-2 0 16,1 1-16-16,0-2 0 0,-3 0-208 0,-1-1-32 16,-3 2-16-16,-6-1 0 0,-5-1-112 0,-3 1-128 15,-4 1 176-15,0-4-176 0,-1 4 192 0,-3-4-192 16,-3 2 192-16,-1 1-192 0,-2 1 128 0,-3-1-128 16,-1 2 0-16,1 2 0 0,-9 0 0 0,-2 0 160 15,-3 4-160-15,-6 4-18704 0</inkml:trace>
  <inkml:trace contextRef="#ctx0" brushRef="#br0" timeOffset="14332.59">23314 4361 24879 0,'-1'-2'2208'16,"1"-1"-1760"-16,1 3-448 0,0 0 0 0,2 0 368 0,0-1-16 16,2 1 0-16,3-4 0 0,4 2-352 0,7-2-320 15,8-4 64-15,3-6 16 0</inkml:trace>
  <inkml:trace contextRef="#ctx0" brushRef="#br0" timeOffset="14548.82">25422 2289 35935 0,'-6'-10'3200'0,"1"6"-2560"0,3 4-512 0,2 3-128 15,1 0-240-15,0 1-64 0,0-1-16 0,2 0 0 16,1 1 80-16,3 5 16 0,5 4 0 0,4 5 0 16,3 1 224-16</inkml:trace>
  <inkml:trace contextRef="#ctx0" brushRef="#br0" timeOffset="14833.61">28515 2670 28559 0,'2'-18'1264'0,"0"11"272"0,0 3-1232 0,1 4-304 16,-1 0 0-16,0 0 0 15,1 0-368-15,1 1-128 0,2 4-16 0,2 3-16 0,4 2 384 0,-4-2 144 16</inkml:trace>
  <inkml:trace contextRef="#ctx0" brushRef="#br0" timeOffset="15282.44">30268 5357 41471 0,'-6'-3'3680'0,"4"3"-2944"0,2 0-592 0,1 0-144 16,1 0 0-16,1 0-176 0,1 0 48 0,-1 3 0 15,6-3 128-15,-3-3-192 0</inkml:trace>
  <inkml:trace contextRef="#ctx0" brushRef="#br0" timeOffset="17398.65">8059 8247 8287 0,'-39'-6'736'0,"13"-1"-592"0,4 1-144 0,6 0 0 16,7 3 0-16,3 2 0 0,-1 1 0 0,-7-3 0 15,-6 0 224-15,-4-1-32 0,-2 4-16 0,1 2 0 0,6 4 144 0,5 4 16 16,4 5 16-16,2 1 0 0,4 2-352 0,4 4 144 16,3 1-144-16,3-1 0 0,4 3 0 0,5 1 0 15,5 0-240-15,4 1 80 0,6 1 160 0</inkml:trace>
  <inkml:trace contextRef="#ctx0" brushRef="#br0" timeOffset="17665.39">10319 8168 15663 0,'-20'-7'688'0,"8"4"144"0,1 0-656 0,5 3-176 0,4 0 0 0,4 3 0 16,-1-3 224-16,1 1 16 0,1 3 0 0,3 1 0 15,3-2-240-15,5 0-288 0,4-2 64 0,4 1 16 32,4-2-832-32,2 0-176 0,5-3-16 0,-1-6-16 0</inkml:trace>
  <inkml:trace contextRef="#ctx0" brushRef="#br0" timeOffset="17964.99">12395 8164 21183 0,'-22'-6'944'0,"7"1"192"0,4 3-912 0,5 2-224 16,5 0 0-16,2 2 0 15,0 0-992-15,3 1-240 0,1 2-48 0,3 3-16 0,7 1 800 0,7 3 176 0,6 2 16 0,6-1-6752 16</inkml:trace>
  <inkml:trace contextRef="#ctx0" brushRef="#br0" timeOffset="22281.44">21950 4994 1839 0,'-1'0'160'0,"1"-1"-160"0,0 1 0 0,1 0 0 15,0 0 320-15,-1 0 48 0,1 0 0 0,3 0 0 16,0 1-176-16,3 2-16 0,2 1-16 0,2 2 0 15,5 0 112-15,3 3 32 0,3-2 0 0,3 2 0 16,1 1-48-16,2-2 0 0,2 0 0 0,-1-2 0 16,2-4 32-16,2-2 0 0,4 0 0 0,5-2 0 15,3-4-16-15,5-2 0 0,3 2 0 0,0-3 0 16,-7 3 80-16,-1-2 16 0,-2 3 0 0,-1-2 0 16,-5-1-16-16,0 0 0 0,-1 0 0 0,0-2 0 15,-2-1-176-15,1 0-48 0,1-2 0 0,0-3 0 16,0 0-128-16,-1-1 160 0,0-1-160 0,-2-3 160 15,-2-1 384-15,-2-3 80 0,-2-1 16 0,-3-2 0 0,-3 0-32 16,-2-1 0-16,-1-3 0 0,-2-1 0 0,0-1-192 0,-4 0-32 16,-1 3-16-16,-2-1 0 0,0-2-112 0,-2 1 0 15,-2-2-16-15,0-2 0 0,-1-1-112 0,-2-3-128 16,-1-1 176-16,1-1-176 0,-1-4 160 0,-1 5-160 16,1 3 128-16,0 0-128 0,-1-3 208 0,0-5-32 15,1 2-16-15,-2-6 0 0,-1 1 48 0,-2-1 16 16,-3 0 0-16,-1 1 0 0,0 6-80 0,-1 0-16 15,-1 0 0-15,-2 0 0 0,-3 2-128 0,-1-3 192 16,-2 5-192-16,-1-1 192 0,-4 0-64 0,-1 3-128 16,-5 1 192-16,0 2-64 0,-2 6 240 0,0 6 32 15,-3 1 16-15,-3 3 0 0,-2 3-160 0,-8 6-16 0,-9 4-16 16,-6 1 0-16,0 5-224 0,-7 5 0 16,-9 5 0-16,-7 6 0 0,-7 6-128 0,-3 7 128 0,0 2 0 15,-3 3 0-15,2 5-384 0,2-1 48 0,5 0 0 0,8-1 0 31,8-5-80-31,2 1-16 0,0 0 0 0,-3 5 0 0,-5 7 240 0,1 2 64 0,1 1 0 0,6 3 0 16,-1-2 128-16,10-3-128 0,9-5 128 0,8-4-128 16,6-1 128-16,4 1 0 0,7 0 128 0,4-1-128 15,8-2 0-15,5 1-160 0,7-4 16 0,4-3-8496 16</inkml:trace>
  <inkml:trace contextRef="#ctx0" brushRef="#br0" timeOffset="25032.17">7630 8259 5519 0,'-2'-2'496'0,"2"-2"-496"0,2 4 0 0,-2 0 0 16,1 0 160-16,0 0-160 0,1-3 160 0,1 1-160 16,1-2 0-16,2 1 0 0,0-1 0 0,1-1 0 15,2 1 0-15,2-3 0 0,4 1 0 0,11-1-1760 16,0-9-256-16</inkml:trace>
  <inkml:trace contextRef="#ctx0" brushRef="#br0" timeOffset="26336.82">23961 2446 4607 0,'-7'2'400'0,"3"-2"-400"15,1 2 0-15,1 0 0 16,2-2-560-16,0 1-192 0,0 4-32 0,-3-1-16 0,1 2 624 0,-1 6 176 0,3 5 0 0,3 1 0 16,4 2 0-16,5 2 0 0,6-1 0 0,4 1 0 15,6-4-144-15,5-1 144 0,4-1 0 0,2-6 0 16,1-1 0-16,-1-2 0 0,2-4 0 0,6-3 0 16,4-3 176-16,5-4-176 0,2-2 192 0,2-3-192 15,3-2 368-15,-3-3-48 0,-8 3 0 0,-3-2 0 16,1-6 128-16,-2 0 0 0,1-3 16 0,2-4 0 15,3 1-32-15,1-4-16 0,0-3 0 0,-1 0 0 16,-6-3-112-16,-2 1-32 0,-4-1 0 0,-3-6 0 16,1 2-32-16,-4 2-16 0,-8 2 0 0,0 3 0 15,1-6-96-15,-1-1 0 0,1-1-128 0,-2-6 192 16,-2-1-16-16,-3-4-16 0,-4 1 0 0,-3-1 0 16,-4 3 32-16,-2 0 16 0,-4 2 0 0,-2-2 0 15,-5-1 176-15,-1-3 48 0,-5-3 0 0,-2 1 0 0,-2 1 48 16,-2 5 16-16,1 7 0 0,-1 5 0 0,1 5 16 15,-5-1 16-15,-3-2 0 0,-4-1 0 0,-7 2-208 0,-2 1-64 16,-3 1 0-16,-3 5 0 0,-2 4 0 0,-3 3 0 16,-3 4 0-16,-5 4 0 0,-4 2 64 0,-5 8 16 15,-3 4 0-15,-2 6 0 0,3 4-64 0,-6 6-16 16,-1 6 0-16,-1 4 0 0,5 5-256 0,10 0-192 16,7-1 16-16,-1 7 16 0,2 10 160 0,2 10-160 15,3 10 160-15,5 8-160 0,5 8 160 0,5 3-192 16,4 2 192-16,6 10-192 0,5 16 192 0,6 0-160 15</inkml:trace>
  <inkml:trace contextRef="#ctx0" brushRef="#br0" timeOffset="28915.09">8914 8730 8287 0,'2'0'736'15,"-1"0"-592"-15,2 1-144 0,2-1 0 0,0 3-176 0,0-3-64 16,3 2-16-16,4 0 0 0,9 0 256 0,9 1 0 16,11 0 0-16,6-3 0 0,2-2 0 0,4-4-144 15,4-4 144-15,2-4 0 0,1-4 0 0,4-8-128 16,3-5 128-16,-4-4 0 0,-10 4 0 0,-3-1 0 15,-3-6 0-15,2-3 0 0,3-6 0 0,0-4 0 16,1-2 0-16,-1-4 0 0,-4-3 0 0,-3-1 0 16,-4-2 0-16,-7 6 0 0,-7 4 0 0,-1-2 0 15,-2-1 0-15,-2-4 0 0,-2 0 224 0,-4-1-32 16,-2 2 0-16,-3 4 0 0,-4 6 208 0,-1-3 48 16,-1-5 0-16,-4 0 0 0,-2 0 208 0,-4-5 48 0,-1 2 16 0,-3-1 0 15,2 10-176-15,-3 1-32 0,-2-3-16 16,-3-2 0-16,-2 2-32 0,-2 2 0 0,-1 1 0 0,-1-1 0 15,2 6-80-15,-5 1 0 0,1 4-16 0,0 8 0 16,2 4-112-16,-1 2 0 0,-4 1-16 0,-1 3 0 16,-2 6 128-16,-2 1 16 0,1 5 16 0,-4 4 0 15,-2 6 112-15,-2 2 0 0,-2 6 16 0,-2 4 0 16,-1 4-400-16,0 3-128 0,0 2 0 0,-8 5 0 16,-5 8 0-16,-3 5 0 0,-2 5 0 0,1 3-144 15,-2 1 144-15,5 3 0 0,5-2 0 0,4-4 0 16,3-3-160-16,-5 7 160 0,-5 11-192 0,1 7 192 15,-1 6-160-15,6 0 160 0,3-3-128 0,7-1 128 16,1 4 0-16,3 5-128 0,0 7 128 0,3 1 0 0,5-6 0 0,6-6 0 16,5-6 0-16,4 7 0 0,5 1-128 0,11-3 128 15,4-4-128-15,8-5 128 0,7-11-128 0,5-5 128 16,5-7-128-16,6-3 128 0,5-6-192 0</inkml:trace>
  <inkml:trace contextRef="#ctx0" brushRef="#br0" timeOffset="31368.64">27863 2414 5519 0,'-5'-3'496'0,"2"1"-496"0,1 2 0 0,2 0 0 16,0 0 0-16,0 2 0 0,-1-2 0 0,0 3 0 15,0-2 0-15,-1 4 0 0,4 2 0 0,1 3-160 16,4 3 160-16,2 1-128 0,5 6 128 0,5 5-128 16,7 1 128-16,4 6 176 0,9 3-48 0,5 2 0 15,7-1-128-15,3-3 0 0,-4-7 0 0,4-5 0 16,11-1 0-16,8-10 0 0,8-4 0 0,3-10 192 15,0-8 688-15,-8-4 144 0,-10-5 16 0,1-8 16 16,0-5 176-16,-4-6 48 0,-10 3 0 0,-2-4 0 16,0-1-496-16,-2-1-80 0,-2 1-32 0,-1-3 0 15,1-4-240-15,-1-2-48 0,1-3-16 0,-2-3 0 16,-4 1-192-16,0-1-48 0,-1 3 0 0,-2-7 0 0,-1 2-128 16,-5-2 0-16,-6-4 0 0,-4 4 0 0,-4 1 0 15,-5-1 0-15,0 2 0 0,-5 2 128 0,-2 4-128 0,-3-1-144 16,-2 0 144-16,-5 3-208 0,-3-2 208 0,-4 5 0 15,-5 0-160-15,-3 2 160 0,-2 8 0 0,-7 2 208 16,-8-1-16-16,-9-1-16 0,-5 5 464 0,-7 2 80 16,-1 5 32-16,-5 4 0 0,-5 3-624 0,-8 7-128 15,-5 6 0-15,-7 6 0 0,10 4-128 0,-9 8 128 16,-8 9-192-16,-5 7 192 0,11 1 0 0,-4 7 0 16,-7 11 0-16,2 7 0 0,4 8 0 0,5 6 0 15,7 4 0-15,6 3 0 0,12-7-208 0,6 10 64 16,6 5 16-16,7 8 0 0,8 10 128 0,7-6-128 15,11-12 128-15,5 6-128 0,8 11 0 0,8-1 0 0,7-3 0 16,6-6 0-16,3-9-16 0,7-2 0 0</inkml:trace>
  <inkml:trace contextRef="#ctx0" brushRef="#br0" timeOffset="33582.21">28826 733 6447 0,'-14'-1'576'0,"-1"-2"-576"16,4 3 0-16,3 0 0 15,1 0-976-15,-4 0-304 0,-12 0-64 0,-12 0-16 0,-14 3 1104 0,-6 1 256 0,-5-1 0 0,2 3 0 16,0 3 0-16,0-1 0 0,-4 1 0 0,2 3 128 15,1 0-128-15,4-1 0 0,4 4 0 0,0-1 0 16,1 3 464-16,-3 3 112 0,-2 4 32 0,0 0 0 16,1 1-400-16,-3 6-80 0,-3 3 0 0,-6 7-128 15,2 5 0-15,-2 3 0 0,2-1 0 0,2 3 0 16,2 2 0-16,3-5 0 0,6-1 0 0,-2 7 0 16,-3 10 0-16,1 8-144 0,4 3 144 0,3 4 0 15,5 4 0-15,4 6-128 0,3 9 128 0,4 7 0 0,4 4 0 16,1 9-128-16,1 14 128 0,2 1 0 0,4-13-128 15,-1 25 128-15,-2 29-128 0,1 15 128 0,0-7-128 16,5-11 128-16,5-11-128 0,-1 11 128 16,1 13-432-16,1-4 0 0,1-12 0 0,3-10 0 15,2-7 0-15,2-3 0 0,6 1 0 0,2-9 0 0,2-17 432 0,3 8 192 16,5 13 0-16,2-9-16 0,3-14 704 0,3 1 144 16,8 3 16-16,5-9 16 0,5-12-672 0,2-6-144 15,2-7-32-15,1-5 0 0,1-7-208 0,4-6 0 16,10-9 0-16,5-2 0 0,5-5-192 0,3-7-128 15,-3 1-16-15,4-6-16 0,6-1 352 0,3-3 0 16,5-6 0-16,-4-7 0 0,-9-6 0 0,-3-6 128 16,-3-6-128-16,4-6 0 0,3-5 0 0,2-5 0 15,1-7 0-15,-5-3 0 0,-9 0 240 0,7-9 160 0,13-3 48 16,5-7 0-16,1 1-16 0,-8 2 0 0,-8-1 0 16,7 0 0-16,9-2-288 0,2 2-144 0,3 2 160 0,0-1-160 15,1 1 0-15,2-1 128 0,4 1-128 0,-7 0 0 16,-20 7 0-16,3-4 0 0,9-3 0 0,4-7 0 15,4-3 0-15,-10-4 0 0,-12 1 0 0,2-7 0 16,6-12 496-16,4-9 96 0,3-7 32 0,-3-4 0 16,-17 11 336-16,8-10 64 0,12-13 0 0,7-9 16 15,1-1-640-15,-7 3-128 0,-12 12-16 0,4-5-16 16,7-10-96-16,-1-5-16 0,-7 2 0 0,-13 7 0 16,-6 3 448-16,-7-6 64 0,-7-1 32 0,-3-8 0 15,0-2 544-15,-4-5 96 0,-4-3 32 0,-2-3 0 16,-3 2 192-16,-2-5 64 0,-1-3 0 0,-5 1 0 0,-5 1-928 15,-7-1-176-15,-5 4-48 0,-6-2 0 0,-6 4-128 0,-4-3-16 16,-5 6-16-16,-9-4 0 0,-9 3-288 0,-8-2 160 16,0 11-160-16,-5 6 128 0,-7 3-128 0,-5 1 0 15,-2 3 0-15,-5 2 0 0,-1 5 0 0,-7 9-192 16,-8 6 0-16,-4 6 16 0,6 7-80 0,-8 3 0 16,-5-1-16-16,-4 3 0 0,6 6 112 0,-6 6 32 15,-4 5 0-15,-9-2 0 0,-4 4 128 0,-5 1-160 16,7 9 160-16,-7 1-12832 0</inkml:trace>
  <inkml:trace contextRef="#ctx0" brushRef="#br0" timeOffset="38215.65">10788 8421 6447 0,'0'0'576'0,"1"0"-576"15,1 3 0-15,2-3 0 16,-1 1-544-16,0 1-224 0,3 1-32 0,4 3-16 0,6 1 816 0,5 6 0 15,9 3 0-15,7 5 0 0,4 2 0 0,4 4 144 16,4 2-144-16,2-1 128 0,-1 2-128 0,6-2 0 16,6 3 0-16,3-2 0 0,2-3 0 0,2 1 0 0,3-5-144 15,-1-2 144-15,-5-5 0 0,-1-5 0 0,-2-7 0 16,5-6 0-16,4-6-144 0,-1-9 144 0,0-8 0 0,-3-7-144 16,-5-7 304-16,-4-9 64 0,-2-4 16 15,-8-2 0-15,-6 9 112 0,-1-5 32 0,1-4 0 0,-1-6 0 16,-3 0 0-16,-3-4 16 0,-4 0 0 0,-2 0 0 15,-3 6 96-15,-3-3 16 0,-3-1 0 0,-1-3 0 16,-4 1 64-16,-4-3 32 0,-4-2 0 0,-2 7 0 16,-3 9 64-16,-3-5 16 0,-3-2 0 0,-5-5 0 15,-2 2 128-15,-3-4 16 0,-3 4 16 0,-2 2 0 16,1 6-112-16,-3 3-32 0,-2 2 0 0,-4 1 0 16,-4 3-192-16,-2 2-64 0,-5 2 0 0,-5 2 0 15,-1 6-64-15,-4 6 0 0,-4 0-16 0,-5 7 0 0,0 6-128 16,-4 4-32-16,-2 3 0 0,-1 5 0 0,0 1-208 15,0 4 144-15,-1 4-144 0,-9 6 128 0,-10 6-128 16,-6 5-144-16,-4 4 144 0,2 3-208 0,-2 8 208 0,3 1-176 16,2 3 176-16,9-3-160 0,8-5 16 0,0 4 0 15,-6 7 0-15,-1 7 0 0,3 3 144 0,5 3 0 16,11-1-144-16,8-2 144 0,9-3 0 0,8-4 0 16,7-6 0-16,2 5 0 0,5 3-160 0,5 5 160 15,5 9 0-15,7 7-144 0,5-4 16 0,8 0 0 16,2-5 0-16,9-1 0 0,8 7 128 0</inkml:trace>
  <inkml:trace contextRef="#ctx0" brushRef="#br0" timeOffset="39799.79">30953 3928 13823 0,'-10'-21'1216'0,"2"5"-960"0,3 7-256 0,2 1 0 16,2 2 496-16,-1-3 48 0,-5-7 16 0,-1-10 0 15,-6-8 528-15,-1-11 96 0,-1-2 32 0,0 3 0 16,1 3-768-16,1 2-160 0,0 6-32 0,0 3 0 16,0 6-256-16,-3 3-224 0,0 3 32 0,-5 2 16 15,-3 4 48-15,-5 1 0 0,-2 3 0 0,-6 6 0 16,-8 2-320-16,-6 5-48 0,-3 5-16 0,-2 2 0 15,0 4-160 1,0 0-32-16,4 4-16 0,1 5 0 0,0 7 720 0,4 7 0 0,7 3 0 0,5 3 0 0,6 4 0 0,4 2 208 16,5 4-32-16,5-1-16 0,5 5-160 0,5 7 128 15,6 4-128-15,5 6 128 0,7 0 0 0,4 2 0 16,7-3 0-16,3 4 0 0,5 12-128 0,4-1 0 16,3-3 0-16,0-8 0 0,1-10-128 0,3-3-64 15,3-5-16-15,-1-11 0 0,0-13 16 0,4-8 0 16,6-16 0-16,5-15 0 15,2-14-448-15,0-8-96 0,-3-9-16 0,-6-2 0 0,-3-3 1728 0,-2-4 352 16,0-8 64-16,-2-1 16 0,1-5 656 0,-4-5 144 16,-1-5 32-16,-7 2 0 0,-8 10-512 0,-1-2-80 15,-3 2-32-15,-3-3 0 0,-4 0-624 0,-4 0-128 16,-4-3-32-16,-3 3 0 0,-5 0-544 0,-6 6-112 0,-3 4-32 16,-3 6-15760-16</inkml:trace>
  <inkml:trace contextRef="#ctx0" brushRef="#br0" timeOffset="41681.73">13036 8714 4607 0,'8'-2'400'0,"1"2"-400"15,-2 2 0-15,1-2 0 0,-1 0 0 0,4 4 0 16,9-2 128-16,14 2-128 0,13 2 144 0,9 4 0 0,8-1 0 0,1 1 0 15,2 0-144-15,1-1 0 0,0 0 0 0,-1-3 0 16,-1-4 0-16,1-6 0 0,2-5 0 0,2-2 0 16,1-6 0-16,-2-3 0 0,-1-6 0 0,-3-2 0 15,-3-3 160-15,-4-7 0 0,-3 3 0 0,-4-4 0 16,-3 1 240-16,1-3 48 0,1-6 16 0,-6-2 0 16,-1-3 64-16,-6-1 16 0,-5-4 0 0,-3-3 0 15,-2 2 32-15,-4 1 0 0,-4 4 0 0,-2 0 0 16,-3-1 192-16,-3-3 32 0,-2-3 16 0,-5 0 0 15,-2-1 208-15,-5 4 64 0,1 7 0 0,-4-5 0 16,-2 0-144-16,-4-4-32 0,-4 0 0 0,-5-4 0 16,-1 2-208-16,-2 2-64 0,-1 5 0 0,-2-2 0 15,-1 5-304-15,-5 3-64 0,-3-1-16 0,-4 3 0 0,-3 5-256 0,-4 3 0 16,-2 3 0-16,-3 7 0 0,-4 5 0 0,0 7-144 16,-3 8 16-16,-5 4 0 0,-5 8-16 0,-4 8 0 15,8 0 0-15,-8 11 0 0,-8 3-176 0,-2 8-48 16,6 3 0-16,8-5 0 0,5 1 176 15,3 1 48-15,-1 7 0 0,2 6 0 0,0 10 144 0,3 6 0 16,8 1 0-16,6 2 0 0,7 1 0 0,7-7 0 16,4-3 0-16,6 12 0 0,4 13-160 0,8 7 160 15,7-1-192-15,10 1 192 0,6-4-224 0,13 4 64 16,10-1 16-16,12-3 0 0,9-6 144 0,10-9-160 16,4-13 160-16,21-1-160 0</inkml:trace>
  <inkml:trace contextRef="#ctx0" brushRef="#br0" timeOffset="44232.3">17910 8411 8287 0,'25'-2'736'0,"-5"0"-592"0,1 2-144 0,-1 2 0 0,-4 0-160 0,-4 1-64 15,4 0-16-15,11 1 0 0,18 0 240 0,19 4 0 16,15 1 0-16,13 2 0 0,4 4 144 0,2 1-16 16,-4 0-128-16,1-1 192 0,3-5-192 0,2-4 0 15,1 0 0-15,-3-6 0 0,-7 0 0 0,-1-2 0 16,3-4 0-16,-3 2 0 0,-11 1 0 0,4 0 0 16,-2-1 0-16,3-1 0 0,2-1 0 0,-1 1 0 15,4 2 0-15,-4 0 0 0,-7 0 0 0,-1-3 0 16,1 2 192-16,6 2-48 0,6-1 368 0,-1 3 80 15,-4 0 16-15,2 3 0 0,-2-3-64 0,2 2-16 16,3 2 0-16,-1-1 0 0,-6-2-128 0,0-1-16 16,-2 2-16-16,4-2 0 0,2 3 192 0,-3-3 32 0,-4 0 16 0,-4 0 0 15,0 1 352-15,2 1 80 0,4 5 16 0,-4-1 0 16,-4 0-128-16,-1 1-32 0,4 0 0 16,1 1 0-16,0 2 0 0,-1-2-16 0,-11 0 0 0,0 1 0 15,2-3-304-15,2 2-64 0,6 0-16 0,-1-4 0 16,-2-2-288-16,-7-2-48 0,-6-2-16 0,2-2 0 15,5-1-144-15,2-2 0 0,-2 1 144 0,-3-1-144 16,-3-1 1104-16,-8 2 160 0,-4 1 16 0,-3-2 16 16,0-1-448-16,0 0-80 0,2 0-32 0,-2 2 0 15,-4-1 32-15,-1 4 16 0,-1-1 0 0,1-1 0 16,-2 1-448-16,-5 4-80 0,-2 0-32 0,-2-2 0 16,1 1-224-16,0 1 176 0,1-3-176 0,0 3 160 15,0 0-160-15,0 3 160 0,1-2-160 0,0 1 160 16,0 2-160-16,-2-2-192 0,1 1 32 0,-3 1 16 15,-3-4 144-15,-5 0 0 0,-3 0-144 0,-5 0-17392 16</inkml:trace>
  <inkml:trace contextRef="#ctx0" brushRef="#br0" timeOffset="50742.5">24459 7743 4607 0,'-2'-6'400'0,"0"0"-400"0,2 4 0 0,0 2 0 15,2 2 1376-15,-1-2 192 0,0 0 32 0,0 0 16 16,2 4-160-16,2 2-48 0,1 6 0 0,-1 4 0 16,2 7-384-16,-1 3-64 0,2 5-32 0,-1 6 0 15,2 11-96-15,0 5 0 0,-1-5-16 0,1-1 0 16,2-2-288-16,0-7-48 0,4-6-16 0,1-10 0 16,1-7 112-16,2-8 32 0,-2-10 0 0,2-4 0 15,-1-6 1776-15,1-3 368 0,-1-2 64 0,1-5 0 16,1-4-1104-16,3-5-240 0,2-6-32 0,6-4-16 15,3-5-1120-15,10 0-304 0,5-4 0 0,11-6 0 0,8-2 0 16,2-6 0-16,2-6 0 0,7-8-18192 16</inkml:trace>
  <inkml:trace contextRef="#ctx0" brushRef="#br0" timeOffset="52749.57">25696 7491 7359 0,'-4'-10'656'0,"0"2"-528"15,3 1-128-15,1 5 0 0,0 1 432 0,-1-2 48 0,-1-3 16 0,0-1 0 16,-2-6 1136-16,-1-2 224 0,-2 3 64 0,-1 5 0 16,0 3-352-16,-2 4-64 0,0 6-16 0,-4 10 0 15,-2 13-752-15,-2 9-160 0,-3 16-16 0,1 8-16 16,5 0-320-16,3 0-64 0,4-5-16 0,3 10 0 16,4 3-144-16,6 4 0 0,9 3 0 0,7-14 0 15,7-10 0-15,7-15 0 0,4-9 0 0,1-9-176 16,1-8 176-16,2-3-192 0,5-9 192 0,4-9-192 15,4-1 192-15,1-8 176 0,-3-7-48 0,-3-5 0 16,-5-1 608-16,-7-1 112 0,-1-6 32 0,-5-3 0 16,-5 0 560-16,-2 3 112 0,-1-5 32 0,-5 2 0 15,-3 0-640-15,-5 1-128 0,-4 0-32 0,-6-1 0 16,-3 2-400-16,-5-1-64 0,-5-4-32 0,-4 2 0 16,-3-1-288-16,-3 1 0 0,-2 4 0 0,-4-1 0 0,-3 6 0 15,-2 4 0-15,-3 7 0 0,-1 6 0 0,-1 3 0 16,-1 6 0-16,-2 7 0 0,1 7 0 0,0 2-192 15,1 5 48-15,1 5 16 0,1 0 0 16,3 4-704-16,2 0-128 0,4 1-16 0,3 0-16 0</inkml:trace>
  <inkml:trace contextRef="#ctx0" brushRef="#br0" timeOffset="52965.77">26096 7510 20271 0,'-5'0'896'0,"0"0"192"0,2 3-880 0,0 4-208 0,1-4 0 0,-1 1 0 16,1 2 336-16,-3 7 32 0,-4 8 0 0,-5 7 0 15,-3 4 208-15,-3 6 64 0,-2 0 0 0,1 0 0 16,0 0-416-16,-1 6-80 0</inkml:trace>
  <inkml:trace contextRef="#ctx0" brushRef="#br0" timeOffset="55048.39">19844 11253 3679 0,'-1'-10'320'0,"-2"4"-320"15,2 0 0-15,-1 3 0 0,-1 1 768 0,1 0 96 0,-1 0 16 0,-2-2 0 16,-2-2 816-16,-4 0 160 0,-3-4 48 0,-1 4 0 16,2 3-368-16,-1 2-64 0,-2 5 0 0,0 2-16 15,0 4-432-15,-1 6-96 0,1 2-16 0,-2 7 0 16,2 1-448-16,0 5-80 0,0 7-32 0,0 13 0 15,1 16-208-15,3 6-144 0,4 5 192 0,6-2-192 16,2-9 0-16,5 11 0 0,6 14 0 0,4 3 0 16,3-9 0-16,6-13 0 0,3-17 0 0,3-18 0 15,-1-9-192-15,5-14 48 0,3-8 16 0,5-11 0 16,2-2 128-16,3-10 0 0,7-6-144 0,1-9 144 16,3-7 192-16,-3-7 128 0,-8 1 0 0,-5-10 16 15,0-3 1568-15,-3-6 304 0,1-2 64 0,-2 2 16 16,-2 1-608-16,-5 3-112 0,-5-1-32 0,-5 3 0 0,-7 5-720 15,-7 3-160-15,-3 1-16 0,-9 1-16 0,-5 3-368 0,-7 5-64 16,-7 4 0-16,-6 2-16 0,-4 3-176 0,-3 2 0 16,-3 3 144-16,-2 5-144 0,-1 2 0 0,-2 8 0 15,0 4 0-15,-4 7 0 0,1 8 0 0,0 7 0 16,3 5 0-16,1 2-128 0,3 4-80 0,5 5-16 16,4-1 0-16,6 3-17680 15</inkml:trace>
  <inkml:trace contextRef="#ctx0" brushRef="#br0" timeOffset="55385.23">19827 11393 13823 0,'0'0'1216'0,"1"0"-960"0,2 0-256 0,-1 2 0 16,1 2 544-16,-1-2 64 0,4 2 16 0,2 5 0 16,3 4-400-16,1 6-80 0,2 7-16 0,-4 5 0 15,-4 3-128-15,-3 1 0 0,-1 0 0 0,-5 0-176 16,-2 0 176-16,-2-4 0 0,-2-1 0 0,1-3 0 16,-2-4 0-16,1-2 0 0,2-2 128 0,0-3-128 15,4-4 1248-15,1-2 176 0,4-4 48 0,1-2 0 16,2-1 1072-16,3-2 208 0,2-2 64 0,1-2 0 15,2-1-1104-15,2-1-224 0,1 1-32 0,0-1-16 16,2 1-800-16,0-2-176 0,1-1-16 0,1 1-16 0,2 0-432 16,0 2 0-16,3-2 0 0,0 0 0 15,-1-1-352-15</inkml:trace>
  <inkml:trace contextRef="#ctx0" brushRef="#br0" timeOffset="124055.19">15960 15895 15663 0,'10'15'1392'0,"-1"-2"-1120"0,-2-1-272 0,-1-2 0 16,2-1 192-16,2 6 0 0,8 11-16 0,11 9 0 16,6 9-176-16,4 0 0 0,-1-9 0 0,-1-9-176 0,-2-8 176 0,-1-13 0 15,0-9 0-15,0-12 0 0,0-6 0 0,2-15 0 16,1-8 160-16,4-7-160 0,-1-4 608 0,6-8 32 16</inkml:trace>
  <inkml:trace contextRef="#ctx0" brushRef="#br0" timeOffset="124432.43">20799 16017 38703 0,'12'-6'3440'0,"4"0"-2752"0,0 2-560 0,-1-6-128 16,4 2 0-16,8-12 0 0,20-11 0 0,74-62-11456 16,42-45-2304-1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9-20T07:47:12.04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57">
        <inkml:traceFormat>
          <inkml:channel name="X" type="integer" max="27388" units="cm"/>
          <inkml:channel name="Y" type="integer" max="18258" units="cm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T" name="resolution" value="1" units="1/dev"/>
        </inkml:channelProperties>
      </inkml:inkSource>
      <inkml:timestamp xml:id="ts1" timeString="2023-09-20T07:49:13.231"/>
    </inkml:context>
  </inkml:definitions>
  <inkml:trace contextRef="#ctx0" brushRef="#br0">17393 8474 17503 0,'23'0'1552'0,"-2"0"-1232"0,-4 4-320 0,-7 0 0 16,-2 1 0-16,6 1-224 0,15 4 32 0,11 6 16 15,15 6 352-15,4 3 64 0,4 4 16 0,-8 2 0 16,-7-2-256-16,-9-1 0 0,-7-2 128 0,-6 1-128 15,-7-4 0-15,-7 0 0 0,-4 1 0 0,-8-2 0 16,-4 0 304-16,-7 4 16 0,-6 3 0 0,-9 3 0 0,-6 6 912 16,-8 3 192-16,-2 2 48 0,-5 2 0 0,-5-1-384 15,-5 1-80-15,1-7-16 0,0-1 0 0,-3-2-416 16,0-4-96-16,0 2-16 0,2-2 0 0,4 0 112 16,4-3 0-16,4-4 16 0,1-1 0 0,0 0-240 0,1-6-48 15,-1 4-16-15,5-5 0 0,3-4-288 0,3 1 0 16,0-6 0-16,5-1 0 0,3-2-144 0,4-4 16 15,5-1 0-15,4-3-14272 16</inkml:trace>
  <inkml:trace contextRef="#ctx0" brushRef="#br0" timeOffset="333.26">17105 8942 26719 0,'-20'1'1184'0,"3"4"240"0,1 5-1136 0,2 0-288 0,6 2 0 0,0-2 0 15,0 3 128-15,-10 11-128 0,-10 9 192 0,-9 17-192 16,-6 3 0-16,1 1 0 0,3-3-192 0,6-8 48 15,7-4 144-15,7-10-128 0,7-1 128 0,6-9-128 16,5-3 128-16,5-1 0 0,5-2 0 0,5-3 0 0,3-1 0 16,7 0 0-16,3 1 192 0,4 0-64 15,1 0 336-15,5-2 80 0,5-1 16 0,2-1 0 0,5 0-240 0,-4-2-64 16,-1-4 0-16,-5 0 0 0,0 0-80 16,-2-3-32-16,1 2 0 0,0 1-9024 15,-2-2-1808-15</inkml:trace>
  <inkml:trace contextRef="#ctx0" brushRef="#br0" timeOffset="1134.58">13072 12463 19343 0,'6'10'1728'0,"-1"0"-1392"0,0 3-336 0,-3-1 0 16,1-2 160-16,2 8-32 0,2 11-128 0,5 15 192 15,3 19-192-15,0 10 0 0,-1 7-144 0,-6-5 144 16,-4-2 0-16,-5-4 0 0,-3-6 0 0,-7-2 0 16,-4-7 0-16,-6-1 0 0,-2-8 128 0,-7 2-128 15,-5 0 192-15,-6 4 0 0,-6 3-16 0,-3 3 0 16,-2-3 736-16,0-2 160 0,0-1 16 0,-1-6 16 16,3-7 112-16,2-1 32 0,-4-4 0 0,-1 1 0 0,-1-5-224 15,3-1-64-15,1-2 0 0,2-4 0 0,2-1-256 0,4-5-48 16,3-4-16-16,3-4 0 0,1-5-384 0,2 0-64 15,3-6-32-15,3-4 0 0,4-2-160 0,3-3 0 16,4-4-160-16,5 0-10240 16,3 0-2048-16</inkml:trace>
  <inkml:trace contextRef="#ctx0" brushRef="#br0" timeOffset="1433.12">12299 13219 29487 0,'-15'10'2624'0,"1"2"-2112"0,6 1-512 0,4-2 0 16,0 1 384-16,-3 7-16 0,-8 12-16 0,-12 21 0 16,-7 19-352-16,-6 12-288 0,-2 2 48 0,2-3 16 15,3-13 64-15,1-2 16 0,1-1 0 0,3-6 0 16,3-2 144-16,1-6-128 0,6-7 128 0,5-7-128 15,3-8 128-15,7-3 192 0,2-5-32 0,6-3-16 16,5-2 112-16,4-2 32 0,2-1 0 0,6-2 0 16,3 3 128-16,5-5 32 0,3 2 0 0,7-2 0 15,5-1-304-15,4-3-144 0,5 4 160 0,1-7-160 16,2 0 0-16,2-3 0 0,4-5 0 0,4 1-14496 16</inkml:trace>
  <inkml:trace contextRef="#ctx0" brushRef="#br0" timeOffset="2520.57">22905 12321 12895 0,'1'-8'1152'0,"-1"1"-928"16,1 4-224-16,0 0 0 0,1 2 1056 0,0-1 160 15,3-2 48-15,0-6 0 0,4-2-192 0,0-1-48 16,5 1 0-16,-2 3 0 0,3 3-432 0,-1 5-80 15,1 2-32-15,1 8 0 0,1 3-80 0,-1 7-16 16,3 7 0-16,-2 8 0 0,-1 8 80 0,-1 11 16 16,-1 10 0-16,-3 10 0 0,-5 5-128 0,-5 5-32 15,-5-1 0-15,-4 4 0 0,-5 5-320 0,-6-2 0 16,-7-3 0-16,-5-8 128 0,-1-11-128 0,-8-2 0 0,-6 2 0 16,-2 0 0-16,1-6 320 0,-2 0 32 0,-2-4 16 0,-2-2 0 15,-2-8 656-15,1-6 144 0,2-3 32 0,-2-6 0 16,-1 3-80-16,2-4-16 0,2-2 0 0,3-2 0 15,2-3-752-15,1-3-160 0,-2-4-16 0,0-2-16 16,1-6-160-16,0-2-176 0,3-4 48 0,2-2 0 31,4-2-960-31,3-4-176 0</inkml:trace>
  <inkml:trace contextRef="#ctx0" brushRef="#br0" timeOffset="2867.21">22257 13400 25791 0,'-10'1'2304'0,"0"4"-1856"16,0 2-448-16,3 2 0 0,2 0 880 0,1 0 80 15,-1 5 0-15,-5 8 16 0,-7 15-816 0,-7 14-160 16,-5 8 0-16,-2 3 0 16,-1-2-832-16,1-6-96 0,-2-1-16 0,3-2 0 15,1-2 160-15,3-7 16 0,4-1 16 0,3-6 0 0,5-4 1152 0,4-5 240 0,3-2 32 0,7 0 16 16,5-2 1296-16,4 3 256 0,5-4 48 0,3 1 16 16,3-2-1392-16,4-1-272 0,4 0-48 0,3 0-16 15,4-1-416-15,5-1-160 0,6-4 0 16,3-1 144-16,-2-3-144 0,5-5 192 0,4-2-192 0,4-4 192 15,5-4-400-15</inkml:trace>
  <inkml:trace contextRef="#ctx0" brushRef="#br0" timeOffset="16433.68">21654 11088 9215 0,'-4'-14'816'0,"0"4"-656"0,0 3-160 0,2 1 0 15,0 4 320-15,2 1 16 0,0 1 16 0,0 0 0 16,-1-4 464-16,0 1 80 0,1 3 32 0,0 4 0 16,1 2-672-16,0 3-256 0,2 3 176 0,-1 4-176 15,1 3 256-15,-1 3-64 0,1 0 0 0,-1 7 0 16,1-3 432-16,0 5 80 0,0-3 0 0,2-2 16 16,-1 3-32-16,-1-5-16 0,1-1 0 0,0 0 0 15,-1-1-208-15,2-1-32 0,0-2-16 0,1-3 0 16,2-6 48-16,-1-1 16 0,4-6 0 0,2-3 0 15,-1-2 832-15,5-6 160 0,3-3 48 0,4-5 0 16,3-1 144-16,4-8 16 0,5-1 16 0,5-4 0 16,3-2-816-16,7-4-176 0,3-7-16 0,1-1-16 0,-6-1-352 15,7-9-64-15,7-9 0 0,5-3-16 0,5-3-240 16,3 0 0-16,5 1 0 0,4-8 0 0</inkml:trace>
  <inkml:trace contextRef="#ctx0" brushRef="#br0" timeOffset="18516.84">21894 9451 27647 0,'-42'-47'2448'0,"11"10"-1952"0,3 5-496 0,6 8 0 31,7 10-768-31,1 1-240 0,-4 0-48 0,-16-16-16 0,-19-14 1072 0,-15-10 0 0,-7-3 176 0,-2 7-16 16,4 2-32-16,3 8 0 0,-1 1 0 0,-3 6 0 15,-3 3-128-15,-2 7-176 0,0 4 48 0,-3 5 0 16,1 5-368 0,-2 6-64-16,1 6-16 0,6 8 0 0,1 7 128 0,-1 9 0 0,-3 12 16 15,-4 11 0-15,0 10 256 0,1 6 176 0,6 6-208 0,4 9 80 16,8 1 128-16,3 14 0 0,4 13 0 0,5 8-128 0,10-13 128 16,4 21-128-16,3 22 128 0,13 5-128 0,10-11 128 15,13 15 0-15,15 11-144 0,16 11 144 0,16 8-128 16,14-15 128-16,7-17-160 0,14-17 160 0,11-12 688 0,13-15 224 15,9-17 48-15,7-17 16 16,-6-18-1536-16,17-10-304 0,19-9-64 0,7-15-16 0,8-14 2000 0,4-8 400 16,5-7 80-16,-1-6 0 15,-6-7-1536-15,8-7-512 0,6-9 0 0,-5-7 0 0,-4-9 512 0,-6-9 160 16,-15-1 0-16,-2-21 0 0,-3-15-16 0,-11-12 0 16,-14-3 0-16,-7-8 0 0,-7-8 240 0,-12 0 32 15,-14 3 16-15,-20 5 0 0,-15 5-288 0,-14-4-144 16,-11-9 160-16,-14-2-160 0,-11 0 400 0,-13 0-16 15,-11 0 0-15,-12 0 0 0,-10-2-64 0,-12 4 0 16,-7 7-16-16,-8 12 0 0,-4 10-304 0,-3 6-192 16,0 6 16-16,-9 3-12464 0</inkml:trace>
  <inkml:trace contextRef="#ctx0" brushRef="#br0" timeOffset="29704.75">17929 9309 10127 0,'-3'0'896'0,"1"-3"-704"15,1 3-192-15,-1 0 0 0,2 0 800 0,-1-1 128 16,0 1 32-16,-2-2 0 0,1-1 592 0,-1 2 128 16,3-4 32-16,0 1 0 0,4 1-144 0,1-4-32 15,3 4 0-15,1-3 0 0,1 3-384 0,0-3-64 16,1 6-32-16,0-3 0 0,-1 6-32 0,-1-1 0 15,-3 5 0-15,-2 2 0 0,-2 4-688 0,-2 3-144 16,-2 2-16-16,-3 6-16 0,-1 7-160 0,-4 7 0 16,-1 7 144-16,0 2-144 0,2-3 128 0,2-5-128 15,0-5 160-15,5-5-160 0,3-7 176 0,3-5-176 16,2-3 192-16,3-4-192 0,2-2 128 0,1-4-128 0,3 0 0 0,0-2 0 16,1 1 0-16,1-3 0 0,1-3-176 0,-1 1-14944 15</inkml:trace>
  <inkml:trace contextRef="#ctx0" brushRef="#br0" timeOffset="29883.6">18216 8958 7359 0,'-8'-6'656'0,"5"1"-528"0,0 3-128 0,2 0 0 16,1 4 4048-16,1-2 784 0,0 3 160 0,1 1 16 15,1 2-3456-15,1 4-688 0,0 2-144 0,2 4-16 16,1 4-704-16,2 1 0 0,1 5-128 0,0-1-8096 16,2 1-1616-16</inkml:trace>
  <inkml:trace contextRef="#ctx0" brushRef="#br0" timeOffset="30483.07">18400 9749 19343 0,'2'-10'848'0,"1"3"192"0,2 1-832 0,-3 1-208 0,1 3 0 0,-1 0 0 16,1 0 480-16,2-2 48 0,2-4 16 0,2 0 0 16,1-2 416-16,-1 1 96 0,0 2 16 0,-1 1 0 15,-4 3-576-15,0 1-112 0,-1 0-32 0,-2 4 0 16,-1 0-352-16,0-2 0 0,-1 3 0 0,-1-3 0 16,1 3 224-16,0-3 32 0,-2 3 0 0,3-3 0 15,0 0 480-15,0 0 96 0,0 0 32 0,0 0 0 16,0 0-288-16,0 0-48 0,-14 16-16 0,14-16 0 15,0 0-224-15,0 1-48 0,0-1-16 0,0 0 0 16,0 0-224-16,0 0 0 0,0 0 128 0,0 0-128 0,0-1 0 0,0 1 176 16,0 0-176-16,0 0 160 0,0 0 32 0,0 0 16 15,0 0 0-15,0 0 0 0,0 0 80 0,0 0 16 16,6-22 0-16,-5 19 0 0,0 1-48 0,1 0 0 16,-1 0 0-16,0 2 0 0,0-3-48 0,0 2-16 15,1-1 0-15,-1 1 0 0,0 1 0 0,-1-3 0 16,1 1 0-16,1 0 0 0,-1 2 0 0,-1-2-16 15,1 2 0-15,0 0 0 0,1 0 0 0,-1 2 0 16,0 2 0-16,-1-4 0 0,0 0 0 0,0 0 0 16,6 26 0-16,-4-14 0 0,0 3-48 0,-2 1-128 15,0-3 192-15,0 3-64 0,0-3-128 0,-1 2 128 16,0-1-128-16,-1 1 128 0,1-3-128 0,0-1 160 0,-2 1-160 16,2-2 160-16,0 2-160 0,-2-5 192 0,2 2-192 0,-1 0 192 15,-2 0-192-15,0-1 0 0,1 1 0 0,-1 0 0 16,0 1 0-16,0-1 0 0,2-3 0 0,1 0 0 15,2-2-208-15</inkml:trace>
  <inkml:trace contextRef="#ctx0" brushRef="#br0" timeOffset="32350.32">13225 13934 21183 0,'-8'0'1888'0,"2"-3"-1504"0,3 2-384 0,0 1 0 0,2 1 0 0,1-1 0 16,1 0 0-16,-1 0 0 0,0 0 0 0,0-1 0 16,3 1 0-16,0-5 0 0,3 1 224 0,2-2 32 15,3-4 0-15,3 0 0 0,3-2 752 0,3-4 144 16,-2 4 48-16,2-4 0 0,1 3 432 0,-1 1 96 15,-2 2 0-15,-3 4 16 0,-1 2-464 0,-3 5-112 16,-4 3-16-16,0 5 0 0,-4 1-688 0,0 4-144 16,-3 2-16-16,-3 13-16 0,-3 9-160 0,-1 9-128 15,-2 6 192-15,0-1-192 0,0-1 0 0,1-4 0 16,3-10 0-16,3-5 0 0,0-9 128 0,4-5-128 16,1-4 0-16,4-6 0 0,1-1 0 0,3-7 0 15,2 0 0-15,-1-4 0 0,4-2-128 0,0-3 128 0</inkml:trace>
  <inkml:trace contextRef="#ctx0" brushRef="#br0" timeOffset="32502.17">13488 13584 11967 0,'0'-17'1072'0,"0"8"-864"0,2-1-208 0,-1 5 0 15,1 4 1792-15,1 2 320 0,0 0 64 0,4 3 16 16,4 0-144-16,2 4-16 0,3 8-16 0,2 3 0 15,-1 3-1504-15,-1 7-288 0,1 3-64 0,-3 2-16 16</inkml:trace>
  <inkml:trace contextRef="#ctx0" brushRef="#br0" timeOffset="32750.12">13907 14203 21183 0,'8'-1'1888'0,"-1"1"-1504"16,-2 1-384-16,-1 2 0 0,0-3 640 0,-3 0 64 15,8 2 16-15,4 2 0 0,5 3 128 0,-2 5 32 16,-4 0 0-16,-5 2 0 0,-3 2-880 0,-4 2 0 16,0 1 0-16,-2-1-192 0,-1 2 192 0,1-1 0 15,0-3 128-15,4 0-128 0,0 0 960 0,3-6 128 16,2 1 32-16,5-4 0 0,0-4 832 0,3-2 160 0,0-2 48 0,3-2 0 15,2-4-1344-15,2-2-272 0,1-1-48 0,5-2-18128 16</inkml:trace>
  <inkml:trace contextRef="#ctx0" brushRef="#br0" timeOffset="33718.08">22910 13905 27647 0,'1'0'2448'0,"1"0"-1952"0,1 0-496 0,-1 0 0 16,1-2-368-16,0 2-160 0,4-1-48 0,0 1 0 15,8 0 1360-15,0-3 272 0,2 3 48 0,-1 0 16 16,-2 4-288-16,-3 1-48 0,-3 5-16 0,-1 2 0 16,-2 5-528-16,-3 11-112 0,-2 4-128 0,-2 2 176 15,-1 5-176-15,1-1 192 0,-2 3-192 0,1-3 192 16,1-3-192-16,0-4 192 0,2-3-192 0,0-6 192 16,1-3 16-16,2 0 16 0,1-6 0 0,1-4 0 15,3-2 16-15,-2-3 0 0,1-2 0 0,2-2 0 16,-2-3-240-16,1-6-208 0</inkml:trace>
  <inkml:trace contextRef="#ctx0" brushRef="#br0" timeOffset="33867.58">23126 13532 21183 0,'0'-3'1888'0,"0"1"-1504"15,1 4-384-15,0 1 0 0,1 1 1168 0,0-1 176 16,1 4 16-16,2 2 16 0,1 6-368 0,0 5-80 0,3 7-16 0,-2-1 0 15,2 5-912-15</inkml:trace>
  <inkml:trace contextRef="#ctx0" brushRef="#br0" timeOffset="34217.16">23422 14151 28559 0,'2'-8'1264'0,"-1"2"272"16,2 2-1232-16,-1 0-304 0,1 2 0 0,-1 2 0 15,2-3 0-15,2 2 128 0,3-5-128 0,2 1 0 16,0 1 1008-16,-1 4 80 0,-2 3 32 0,-4 3 0 16,0 6-928-16,-4-1-192 0,-3 7 0 0,-3-2 0 15,-2 3-128-15,-4 1 0 0,3-1 0 0,-4 2 0 0,0 1 128 0,-2 3 0 16,1 1 0-16,2-1 0 0,1-3 0 0,2 0 176 15,4-2-48-15,3-2 0 0,2 1 320 0,1-2 48 16,4-2 16-16,1 1 0 0,1-3 224 0,1 0 48 16,2-1 16-16,0 1 0 0,-1-1-160 0,-1-3-16 15,-1 1-16-15,-1 0 0 0,-2 0-96 0,-3 2-32 16,-2 0 0-16,-3 1 0 0,-2 0-256 0,-4 2-48 16,-3 1-16-16,-5 3 0 0,0-3-160 0,-3 2 0 15,-4 2 0-15,-1 0-18608 0</inkml:trace>
  <inkml:trace contextRef="#ctx0" brushRef="#br0" timeOffset="38183.08">18960 10459 6447 0,'-7'0'576'0,"2"0"-576"0,0 0 0 0,1 0 0 0,3 1 256 0,1-2-64 16,-1 1-16-16,-1 0 0 0,0 1 528 0,-1-1 96 15,0 0 32-15,-1 3 0 0,1-3 192 0,0-3 64 16,0 3 0-16,2-1 0 0,0 2 96 0,1 2 32 15,0-3 0-15,2 3 0 0,1 0-80 0,0 3-16 16,1 0 0-16,1 4 0 0,1 0 160 0,3 2 16 16,2 1 16-16,0 3 0 0,4 0-336 0,4 0-64 15,2 3-16-15,3-1 0 0,0-4-96 0,-1 1-32 16,3-3 0-16,0-2 0 0,-1 0-80 0,0-4-32 16,-2 0 0-16,0 0 0 0,-1-2-176 0,-1 0-32 15,-1 1-16-15,-1-4 0 0,0 4-48 0,-4-4-16 0,-3 3 0 16,-2-2 0-16,-4 1 80 0,-2 0 0 0,-4 4 16 0,-4-4 0 15,-3 6-144-15,-4-2-48 0,-2 2 0 0,-5 3 0 16,-6 4-144-16,-5 4-128 0,-7 5 192 0,-5 0-192 16,1-1 0-16,-2 2 0 0,-3 0 0 0,-2 2 0 15,-2 0 0-15,5-2 0 0,5-4 0 0,10-7 0 16,7-4 128-16,8-2-128 0,8-5 0 16,12-8 0-16</inkml:trace>
  <inkml:trace contextRef="#ctx0" brushRef="#br0" timeOffset="41653.5">18820 11436 12895 0,'-3'0'1152'0,"0"0"-928"16,2 0-224-16,1 0 0 0,1 0 720 0,-1 0 112 16,0 0 0-16,0-3 16 0,0 3 144 0,1 0 32 15,3-3 0-15,-4 3 0 0,0 0-240 0,25-3-32 0,-14 1-16 0,1 2 0 16,2 2 208-16,-2 1 32 0,1 3 16 16,-1 4 0-16,-1 6-464 0,-2 4-80 0,-1 4-32 0,-3 5 0 15,-1 2-416-15,-3 3 0 0,-2-2 0 0,0 3 0 16,-2-5 0-16,1-3 0 0,-1 1 128 0,1-9-128 15,3-2 0-15,0-4 128 0,2-1-128 0,1-3 128 16,1-3-128-16,1-2 128 0,1-3-128 0,1-1 128 16,1 0-128-16,1-1 0 0,2-3-160 0,-1-2 160 15,1 0-320-15</inkml:trace>
  <inkml:trace contextRef="#ctx0" brushRef="#br0" timeOffset="41822.83">19008 11287 10127 0,'-10'-18'896'0,"4"6"-704"0,1 2-192 0,2 3 0 16,1 7 1984-16,4 0 384 0,-2 0 64 0,1-2 0 0,0 1-320 0,3 1-64 15,1-3 0-15,2 6-16 0,4-2-1328 0,0 4-256 16,4-1-48-16,0 2-16 0,2 0-384 0,2 1-144 16,-1 2 0-16,2-3-12016 15</inkml:trace>
  <inkml:trace contextRef="#ctx0" brushRef="#br0" timeOffset="43000.66">19293 11799 7359 0,'-2'-6'656'0,"1"4"-528"0,1-2-128 0,0 4 0 16,0-2 1120-16,0 2 192 0,-1-3 32 0,-2-1 16 15,1 1 208-15,-2 0 32 0,-1 3 16 0,-1 3 0 16,-1 3-720-16,-2 4-128 0,-1 0-48 0,-1 5 0 16,0 1-592-16,-1 2-128 0,-1 2 0 0,2 0 0 15,0-2 0-15,2 1 0 0,2-1 0 0,1-4 0 0,2 1 256 0,3-3 16 16,1-2 0-16,2 0 0 0,2-1 288 0,2-3 48 16,3 0 16-16,2-2 0 0,1 2-432 0,1-2-192 15,-1-1 160-15,2 2-160 0,-1-4 0 0,1 2 0 16,2-1-176-16,0-2 176 0,0 0-224 0,0-2 80 15,0-1 16-15,-1 2 0 16,0-1-480-16,-2-2-96 0</inkml:trace>
  <inkml:trace contextRef="#ctx0" brushRef="#br0" timeOffset="43183.75">19309 11825 13823 0,'-4'-3'1216'0,"2"0"-960"0,0 6-256 0,1-2 0 15,1 4 448-15,0-1 64 0,-2-1 0 0,-2 6 0 16,-1 7 1104-16,0 3 240 0,-1 7 32 0,0 2 16 16,1 3-960-16,-1 1-192 0,1 0-48 0,1 3 0 15,0 2-400-15,2-2-96 0,0-2-16 0,1 0 0 16,2-4-320-16</inkml:trace>
  <inkml:trace contextRef="#ctx0" brushRef="#br0" timeOffset="43633.31">19413 12266 12895 0,'-4'5'576'0,"3"-4"112"0,1 4-560 0,0-5-128 16,1 1 0-16,0-1 0 0,0 0 960 0,4-1 144 16,2 1 48-16,1-3 0 0,6 0-64 0,1-4-16 15,2-4 0-15,1-2 0 0,2-2-224 0,-1-1-32 16,1-4-16-16,-2 0 0 0,-1-1 16 0,-2-1 0 16,-1 0 0-16,-2 2 0 0,-2 1-304 0,-2 1-48 15,-2-1-16-15,-3 3 0 0,0 3-128 0,-2-2-16 16,-1 1-16-16,-1-1 0 0,-2 3-48 0,0 0-16 0,-1 0 0 0,-1 1 0 15,1 4 224-15,3-2 64 0,0 3 0 0,2 5 0 16,3-2 176-16,0 3 32 0,3 3 16 0,0 0 0 16,3 4-112-16,0-1-32 0,0 4 0 0,1-2 0 15,0 6-416-15,-1-2-176 0,-1 4 128 0,0 3-128 16,-2-3 0-16,-2 3 0 0,0 0 0 0,-1 0 0 16,-2-1 0-16,-2 0 0 0,1-1 0 0,-1 0 0 15,0 1 0-15,0-2 0 0,0 0 0 0,0-3 0 16,2 4 352-16,0-3 32 0,0-1 16 0,2-3 0 15,0-2 16-15,2-4 0 0,4-1 0 0,-1-5 0 16,2 1-416-16,4-3-144 0</inkml:trace>
  <inkml:trace contextRef="#ctx0" brushRef="#br0" timeOffset="44985.66">27585 6209 13823 0,'0'0'1216'16,"1"-1"-960"-16,0 1-256 0,2 0 0 0,-1 0 528 0,3-3 64 15,2 1 16-15,1-3 0 0,7-2 96 0,4-1 0 16,5-2 16-16,2-2 0 0,-1-3 96 0,1 4 16 15,-3-2 0-15,-2 3 0 0,-1 2 128 0,-2 1 16 16,-4 5 16-16,-2 2 0 0,-4 5-704 0,-3 5-144 16,-2 2-16-16,-3 7-128 0,-3 3 128 0,-4 4-128 15,-2 5 0-15,-2 4 0 0,-1-1 256 0,-2 4-48 16,0 1-16-16,2-3 0 0,1 1 64 0,1-3 0 16,4-3 0-16,1-2 0 0,4-3-96 0,2-4-16 15,1-3 0-15,3-3 0 0,3-4-144 0,0 0 0 16,2-2 0-16,1-4-176 0,1-2-16 0,0-1-16 15</inkml:trace>
  <inkml:trace contextRef="#ctx0" brushRef="#br0" timeOffset="45150.16">28040 5760 21183 0,'-1'-11'944'0,"-2"2"192"0,1 3-912 0,1 2-224 0,2 4 0 0,-1 1 0 15,0 2 0-15,0-1 0 0,-1 2 0 0,-1 5-160 16,1 2 160-16,-1 6 256 0,-1 3-64 0,1 5-16 16</inkml:trace>
  <inkml:trace contextRef="#ctx0" brushRef="#br0" timeOffset="45535.83">28195 6436 17503 0,'-3'-6'768'0,"2"5"176"0,0-2-752 0,-2 3-192 15,1 3 0-15,-1-2 0 0,1 2 0 0,-2 3 0 0,-2 2 0 0,-3 4-176 16,-3 5 176-16,-2 5 256 0,1 0-64 0,0 1-16 16,3-1-176-16,3 0-192 0,3-2 32 0,3-1 16 15,5-1 144-15,2-6 0 0,5 1 0 0,4-3-128 16,1-4 336-16,4-2 80 0,3-2 16 0,2-1 0 15,0-1 464-15,-1-1 112 0,2 1 16 0,0-2 0 16,0-2-512-16,0 0-112 0,2 2-16 0,-4-2 0 16,-2 2-256-16,-3-2 0 0,-2 1 0 0,-3 0 0 15,-3 0 0-15,-3-1-144 0</inkml:trace>
  <inkml:trace contextRef="#ctx0" brushRef="#br0" timeOffset="45701.66">28237 6430 11967 0,'-4'3'528'0,"1"3"112"0,2 0-512 0,0 3-128 16,2-2 0-16,-1-3 0 0,0 4 224 0,-1 5 16 15,0 5 0-15,-2 8 0 0,0 10 48 0,-2 4 16 16,-2 2 0-16,2-1 0 0,1-1-304 0,2-4-176 16,2 1 32-16,2-6 0 0</inkml:trace>
  <inkml:trace contextRef="#ctx0" brushRef="#br0" timeOffset="46199.7">28463 6926 13823 0,'1'2'1216'16,"2"-2"-960"-16,0 0-256 0,0-2 0 16,-1 1-1088-16,2 1-272 0,2-3-48 0,4 0-16 15,5-2 2640-15,3-3 512 0,6 0 128 0,1-2 0 16,1-4-320-16,-2 2-80 0,2-1-16 0,-2 1 0 0,-4-4-832 0,-2 1-160 15,-2 1-48-15,-1-2 0 0,-3 2-80 0,-2 0 0 16,-1-2-16-16,-4-1 0 0,0-1-48 0,-1 0-16 16,-3-1 0-16,-2-1 0 0,1-1-240 0,-3-1 144 15,-1 0-144-15,1-3 128 0,0 5-128 0,2 1 0 16,1 4 0-16,2 2 0 0,1 6 384 0,2 1 0 16,1 3 0-16,2 1 0 0,0 2 448 0,1 5 64 15,2 1 32-15,0 0 0 0,1 4-576 0,1 2-112 16,-1 4-32-16,1 0 0 0,-2 4-208 0,-1 1 176 15,-2 3-176-15,0 1 160 0,-3 0-160 0,0 3 160 16,-3-2-160-16,-1-2 160 0,-1 1-160 0,0-1 0 16,0-2 0-16,1-4 0 0,1 1 0 0,1-7 0 0,2-2 0 15,3-1 0-15,2-2 208 0,3-1 16 0,2-3 0 16,2-2 0-16,3-1-48 0,2 3-16 0,3-3 0 0,2 2 0 16,3-4-320-16</inkml:trace>
  <inkml:trace contextRef="#ctx0" brushRef="#br0" timeOffset="46533.22">29648 6321 11967 0,'-9'-2'1072'0,"4"-2"-864"16,0 4-208-16,4-2 0 0,1 2 1264 0,1 0 208 16,0 0 32-16,0 0 16 0,6 2 1232 0,0-2 240 15,4 0 48-15,4-2 16 0,5 0-1024 0,1 0-208 16,2-2-32-16,1 2-16 0,1-2-1216 0,-2 2-240 15,1-2-64-15,0 4 0 0,0-3-256 0,-1 2 0 16,-2 1-176-16,-2 1 176 0,-3 3-320 0,-5 1 64 16,-2 1 0-16,-6 0-15232 0</inkml:trace>
  <inkml:trace contextRef="#ctx0" brushRef="#br0" timeOffset="46667.86">29669 6498 17503 0,'-3'1'768'0,"2"2"176"0,2 1-752 0,2-1-192 0,2-1 0 0,-3-1 0 16,2-1 224-16,2 2 16 0,4-1 0 0,3 4 0 16,6-1 1488-16,3-4 288 0,0 3 64 0,3-3 16 15,-1 0-1328-15,0-3-256 0,2 1-48 0,0-2-12432 16</inkml:trace>
  <inkml:trace contextRef="#ctx0" brushRef="#br0" timeOffset="47149.97">30380 6161 11055 0,'-3'0'976'0,"1"-3"-784"0,2 3-192 0,1 0 0 16,0 0 960-16,-1-1 128 0,1 1 48 0,2-3 0 15,-1 1 1440-15,3 1 304 0,5-6 48 0,3 1 16 16,4 0-720-16,3 0-144 0,4-4-32 0,4 4 0 16,0-3-768-16,2 3-144 0,-1 1-48 0,-3 3 0 15,-1-1-192-15,-5 6-64 0,-4-1 0 0,-4 2 0 16,-2 6-464-16,-2 0-112 0,-6 4 0 0,-2 4-16 16,-4 3-240-16,-3 5 0 0,-4 5 0 0,-4 0 0 15,-1 1 0-15,0 0 0 0,0 0 0 0,0 1-160 16,3 0 160-16,2-3 0 0,2-1 0 0,3-1 0 0,4-5 0 15,2-1 0-15,2-5 0 0,3 0 176 0,3 1-176 16,0-3-144-16,3-3 144 0,2-5-208 0,-1 2 208 16,2-5-192-16,-2-1 192 0,2 0-18000 15</inkml:trace>
  <inkml:trace contextRef="#ctx0" brushRef="#br0" timeOffset="47350.59">30802 5738 20271 0,'-3'-11'896'0,"0"4"192"0,2 2-880 0,0 4-208 15,1-1 0-15,0 2 0 0,0 0 1056 0,-1-3 160 0,1 3 48 0,0 3 0 16,-2-1 880-16,2 2 176 0,0 3 48 0,0 4 0 16,2 2-1792-16,0 0-368 0,1 2-64 15,-1 5-16-15,3-1-128 0,-1 3-272 0,2 0 64 0,0 3-14640 16</inkml:trace>
  <inkml:trace contextRef="#ctx0" brushRef="#br0" timeOffset="47749.99">31050 6347 6447 0,'-1'-2'272'0,"1"1"80"0,1 1-352 0,0 0 0 16,2 0 0-16,-1 0 0 0,0 0 1280 0,3 0 192 15,3 3 48-15,2-3 0 0,3 4 832 0,2 1 160 16,1 1 48-16,-1 0 0 0,-1 4-1280 0,-2-2-256 15,-3 3-64-15,-2-1 0 0,-2 2-736 0,-4-1-224 16,-1 1 0-16,-2 3 128 0,-3-1-128 0,-1 1 0 16,-3 1 0-16,0 0 0 0,-1 0 144 0,2 0 16 15,-1 0 0-15,2 1 0 0,2-4 736 0,1 0 128 16,3-4 48-16,1 1 0 0,1 2 432 0,2-4 96 16,0 0 0-16,2-1 16 0,0-1-592 0,0-2-112 0,1 2-16 0,-1-4-16 15,1 2-496-15,-2 0-112 0,-3 2-16 0,1-3 0 16,-5 6-256-16,1-3 0 0,-5 2 0 0,-1 0 0 15,-1 2 0-15,-3 0 0 0,1-1-208 0,-2 1-11312 16,0-2-2272-16</inkml:trace>
  <inkml:trace contextRef="#ctx0" brushRef="#br0" timeOffset="48033.34">31505 6297 21183 0,'2'-8'944'0,"2"6"192"0,3-2-912 0,-2 2-224 15,0 2 0-15,0 0 0 0,1 0 1056 0,4-3 160 16,5 2 48-16,5-2 0 0,5 0 384 0,1 3 80 15,0-3 0-15,0 3 16 0,0 3-1360 0,-2-3-256 16,-1 1-128-16,-2 4 0 0,0-1 0 0,-3-2-320 16,1 2 64-16,-3 2-13808 0</inkml:trace>
  <inkml:trace contextRef="#ctx0" brushRef="#br0" timeOffset="48333.59">32084 6122 13823 0,'11'-5'608'0,"-4"2"128"0,1 1-592 0,-2 0-144 0,-1-1 0 0,0 2 0 16,0 1 1872-16,1 0 352 0,5-2 64 0,5-1 16 15,5 2 16-15,2-2 16 0,2 3 0 0,-3 3 0 16,-1-3-864-16,-2 4-192 0,-3 2-16 0,-4 1-16 15,0 2-736-15,-5 6-128 0,-3 1-48 0,-3 2 0 16,-4 8-336-16,-1 0 0 0,-5 6 0 0,-2 3 128 0,-2 2-128 0,1 2 0 16,0-1 0-16,1-4 0 0,3 0 0 15,1-2 0-15,0-2 0 0,5-3 0 0,1-5 0 0,2-3 0 16,3-3 0-16,-1-4 0 0,2-2 0 0,3-3-128 16,-1-2 0-16,1-3 0 0,0-2 128 0,1-2-208 15,2-4 80-15,-1 0-15728 16</inkml:trace>
  <inkml:trace contextRef="#ctx0" brushRef="#br0" timeOffset="48516.92">32659 5746 28559 0,'12'-10'1264'0,"-3"5"272"0,-1 2-1232 0,-2 2-304 15,-2 2 0-15,-3 1 0 0,2 2 816 0,-1-2 96 0,3 5 32 0,3 2 0 16,0 4-192-16,1 3-48 0,-2 2 0 0,-2 2 0 15,0 5-704-15,-3-2 0 0,-1 5-160 0,-2 0 32 16,-1 1-128-16,0 3-32 0,-3 2 0 16,0 5 0-16</inkml:trace>
  <inkml:trace contextRef="#ctx0" brushRef="#br0" timeOffset="48717.08">32781 6473 23039 0,'0'-2'1024'0,"0"4"192"0,1 1-960 0,-1 1-256 16,0-2 0-16,-1 2 0 0,0-1 1872 0,-2 4 336 15,-2 3 64-15,0 4 16 0,-2 5 400 0,-2 3 96 16,1 2 16-16,0 0 0 0,5-1-1968 0,-1-1-400 16,4 0-80-16,1 3-16 0,4 1-336 0,1 1 0 15</inkml:trace>
  <inkml:trace contextRef="#ctx0" brushRef="#br0" timeOffset="50900.69">30225 7077 9215 0,'-9'0'816'0,"3"1"-656"0,4 2-160 0,2-3 0 15,3 2 704-15,0-1 128 0,-2 4 0 0,4-1 16 16,2 3 64-16,8 4 16 0,11-1 0 0,16-2 0 16,24 0 176-16,20-1 48 0,13-5 0 0,23-2 0 15,25-2 96-15,16-1 32 0,-5 2 0 0,15 1 0 16,18 0-528-16,5 1-112 0,3 4 0 0,-17 3-16 15,-41-2 144-15,5 2 48 0,9 0 0 0,-3 0 0 16,-11-1 1216-16,-11-1 240 0,-12-2 48 0,-16 2 16 16,-21 0-1312-16,-7 0-256 0,-6 0-48 0</inkml:trace>
  <inkml:trace contextRef="#ctx0" brushRef="#br0" timeOffset="64068.28">25970 14744 3679 0,'-1'-1'320'0,"0"-2"-320"15,1 3 0-15,0 0 0 0,0 0 272 0,0-2-16 16,0 0 0-16,0 2 0 0,1-5 16 0,1 4 0 16,2-1 0-16,2-2 0 0,0 4 0 0,3-2 0 15,2 4 0-15,0-2 0 0,3 0 112 0,2 1 0 16,3 2 16-16,0-3 0 0,2 2-192 0,2 2-32 16,1-2-16-16,1 2 0 0,-1-1-160 0,-2-2 0 15,1 1 0-15,3-1 0 0,1 2 0 0,4-4 0 16,3 2 0-16,0 1 128 0,3-2-128 0,1 0 0 15,0 2 0-15,-2 0 0 0,1 1 0 0,-3-3 0 16,0 1 0-16,-3-1 0 0,-3 0 0 0,-2 0 0 16,0-1 0-16,-1-2 128 0,-2 3-128 0,2-4 0 15,1 2 0-15,1-1 0 0,2 0 144 0,-1 2-144 16,3-2 160-16,-1-1-160 0,-1 4 0 0,0-2 128 0,1 4-128 0,-2 2 0 16,-1-1 0-16,-2 0 0 0,0-2 0 0,-3 1 0 15,1-2 0-15,-3 0-128 0,0 0 128 0,0 0 0 16,-2 0 0-16,1 0 0 0,-1 0 128 0,0 0-128 15,0 0 0-15,2-2 0 0,-1 1 0 0,0 1 0 16,1 0 0-16,0 0 0 0,-1 1 0 0,-2 4 0 16,0-1 0-16,-1 2 0 0,-1-2 0 0,0 1 0 15,-2-1 0-15,1-1-160 0,1 0 160 0,-1-3-128 16,2 4 128-16,-3-4 0 0,1 2 0 0,-1-1 0 16,1 2 0-16,-3 0 0 0,2 0 0 0,-2-1 0 15,-1 2 0-15,1-3 0 0,0 2 0 0,1-1 0 16,-1 0 0-16,2 0 0 0,0-2 0 0,1 2 0 0,1 0 0 15,0 0 144-15,2 1-144 0,0-3 0 0,2 1 0 16,0-1 0-16,1 0 0 0,0 2 0 0,-3 1 0 0,2-2 0 16,-3 3-128-16,1 1 128 0,-2-2 0 0,0 1 0 15,-1 1 0-15,-2-4 0 0,-2 2 0 0,0-1 0 16,-3 0 128-16,1 0-128 0,-1-2 144 0,-1 0-16 16,3 0-128-16,-2-4 192 0,3 2-48 0</inkml:trace>
  <inkml:trace contextRef="#ctx0" brushRef="#br0" timeOffset="69283.6">28065 12998 4607 0,'-3'0'400'0,"1"0"-400"0,1 0 0 0,1 0 0 16,-2 0 336-16,1 0-16 0,0 0 0 0,-2-3 0 15,0 3-320-15,-1 0 144 0,0-3-144 0,1 0 0 16,0-1 0-16,1 1 0 0,0 0 0 0,0-3 0 16,1 2 448-16,-1-1 0 0,1 2-16 0,-1-1 0 15,0 0-16-15,1 2 0 0,-1-1 0 0,-1 2 0 16,1-1-160-16,-2 2-48 0,2 0 0 0,-2 2 0 16,0-2-208-16,2 0 0 0,-3 4 128 0,1-4-128 15,0 2 0-15,1-1 176 0,-1 2-176 0,-1-3 160 16,3 1 0-16,-2 2 0 0,0-3 0 0,0 0 0 15,2 0 80-15,-1 0 16 0,1 0 0 0,-2 0 0 0,2 0-80 0,-1 0-16 16,1 0 0-16,-1 0 0 0,1 2 16 0,-1-2 0 16,1 0 0-16,0 1 0 0,0 2 0 0,-1-1 0 15,0-1 0-15,1 2 0 0,-1-1-48 0,-1 2-128 16,2-3 192-16,-1 2-64 0,1-1 32 0,0 0 0 16,0 0 0-16,0-2 0 0,1 0-32 0,-1 3-128 15,0-6 192-15,1 3-64 0,-1 0-128 0,1 0 160 16,-1 0-160-16,0 0 160 0,0 0-32 0,0-2 0 15,-1 4 0-15,1-2 0 0,-2 0 64 0,0 3 0 16,0-2 0-16,0 1 0 0,-1 1-16 16,-2 0 0-16,0 0 0 0,1 1 0 0,0-1-176 0,-2 1 0 15,2 1 0-15,-1 1 0 0,-1-2 0 0,1 2 0 0,1 0 0 0,-2 0 0 16,2 2 208-16,-1-2-32 0,-1 3-16 0,2-3 0 16,0 1 0-16,-2 2 0 0,2-3 0 0,0 4 0 15,0-1-16-15,-2-2 0 0,2 2 0 0,-1 1 0 16,-1 0 16-16,0-2 0 0,1 0 0 0,0 1 0 15,-2 0-32-15,1 1-128 0,-1-1 192 0,0 1-64 16,2-2-128-16,0 2 0 0,-1 0 0 0,1-1 0 16,-1-2 0-16,2 2 192 0,1-2-192 0,-1 2 192 15,1 1 64-15,0-2 0 0,0 5 16 0,1-2 0 16,1 4-32-16,-1 1-16 0,2-3 0 0,-2 5 0 16,1 1-224-16,1 1 176 0,-1 1-176 0,1 4 160 15,1-1-160-15,0 0 0 0,1 2 0 0,-2-1 0 16,2 1 0-16,-1-1 0 0,1-1 0 0,0 1 0 0,-1-5 0 0,1 2 0 15,-1-1 0-15,1-4 0 0,0 2 0 0,0-3 128 16,2 0-128-16,-1 2 0 0,1 1 128 0,0-3-128 16,0 3 128-16,1-1-128 0,-1 2 128 0,2 0-128 15,0 1 0-15,1 1 128 0,1 3-128 0,3 1 128 16,2 0-128-16,0 5 128 0,0 0-128 0,1-3 0 16,1 1 0-16,-1-3 0 0,2-2 0 0,-1 2 0 15,1-1-128-15,-3 0 128 0,1-2 0 0,1 2 0 16,-2-3 0-16,-1 1 0 0,0-1 0 0,-2 0 0 15,2 0 0-15,-1-1 0 0,0 2 0 0,-1-5 0 16,2 2-128-16,-1-4 128 0,-1 3 0 0,2-3 0 16,0-4 0-16,0 2 0 0,1-2 0 0,2 0 0 0,0 1 0 0,2-3 0 15,0 0 0-15,2-2 0 0,0 1 0 0,2 1 128 16,2-4-128-16,-1 0 0 0,1 0 0 16,-1-1 0-16,2 0 0 0,-1-1 0 0,2-2 0 0,0 2 0 15,0-1 0-15,-1-3 0 0,-1 0 0 0,0 0 0 16,0-3 256-16,-1-1-48 0,0-2 0 0,-3 0 0 15,3 0 496-15,-1 0 80 0,-1-4 32 0,2 1 0 16,-1-1-240-16,0 0-32 0,1-2-16 0,-1 0 0 16,-1-3-192-16,1-1-32 0,1-2-16 0,-2 0 0 15,-2 2-144-15,0-5-16 0,0 5-128 0,0-7 192 16,-1 4-192-16,-1-2 0 0,-2 1 0 0,-1-3 0 16,0 5 0-16,-2-3 128 0,0 1-128 0,-2 0 0 15,-1-1 0-15,1 2 0 0,-2-2 128 0,-1 1-128 16,-1-5 128-16,1 3 0 0,-2-1-128 0,-1 1 192 0,1-3 128 15,-2 2 0-15,0 1 16 0,-2-5 0 0,1 2-128 16,0-1-16-16,-2 0-16 0,1-3 0 0,-2 2-32 0,1 1 0 16,-1 0 0-16,-2-2 0 0,1 3-16 0,-1-1-128 15,-1 1 192-15,0 1-64 0,-1 0 0 0,1-1 0 16,-2 1 0-16,2-2 0 0,0 1 0 0,-2-3 0 16,0-1 0-16,-1-3 0 0,3 4 64 0,0-5 0 15,-2 2 0-15,1-1 0 0,1-1-16 0,0 1 0 16,-1 1 0-16,1 1 0 0,1 2-176 0,-2 1 192 15,1 1-192-15,-1 1 192 0,2 3-192 0,-1 2 128 16,-1-1-128-16,1 1 128 0,-1 1-128 0,1 3 0 16,-2-3 0-16,2 3 128 0,-2 1-128 0,1 0 0 15,-2 4 0-15,1-2 0 0,-1 1 0 0,-1 2 0 16,0 0 0-16,-1 2 128 0,-2-2-128 0,-1 0 160 0,-1 1-160 16,-1 0 160-16,-2 2-32 0,-1 1-128 0,-1-3 192 0,0 2-64 15,-1 1-128-15,1-1 0 0,1 1 0 0,1 2 128 16,0 2-128-16,0-2 0 0,2 4 0 0,0-2 0 15,2 2 0-15,-1 2 0 0,1 0 0 0,0 0-176 16,2 0 176-16,-1 2-160 0,0-1 160 0,2 0-160 31,2-3-624-31,0 3-128 0</inkml:trace>
  <inkml:trace contextRef="#ctx0" brushRef="#br0" timeOffset="72616.36">15412 14594 911 0,'-1'1'0'0,"0"-1"0"16,1 0 0-16,-1 0 0 0,1 0 384 0,0 0 0 0,-2 0 0 0,1 0 0 15,0 0 16-15,0 3 0 0,-2-3 0 16,3 0 0-16,0 0-16 0,0 0 0 0,0 0 0 0,0 0 0 16,0 0-48-16,0 0-16 0,0 0 0 0,0 0 0 15,18 12 0-15,-11-8 0 0,0-2 0 0,5 0 0 16,0 0-64-16,1 2 0 0,5 1-16 0,0-2 0 16,5 1 0-16,1 2 0 0,5-3 0 0,2 1 0 15,-2-1 80-15,4 0 32 0,1 0 0 0,4 1 0 16,7 1-32-16,2-1 0 0,4 2 0 0,-2 3 0 15,-1-4-64-15,-1 3-32 0,-1-2 0 0,-5 1 0 16,-4-1-32-16,-6 0-16 0,-3 1 0 0,0-2 0 16,-4 2-32-16,1-4 0 0,-3 1 0 0,-2-2 0 15,-3 2-144-15,-1-4 160 0,-3 3-160 0,-3-3 160 16,-2 1-160-16,-1-1 128 0,-5 0-128 0,-1 0 128 0,-2-1-128 16,-1-2 192-16,-1 3-192 0,-3-4 192 0,0 1-64 0,-3 0 0 15,-2 0 0-15,0 0 0 0,-3 1-128 16,-2 0 0-16,0 0 0 0,-2-2 0 0,0 4 0 0,-2-2 0 15,2-1 0-15,-3 2 0 0,-1-3 0 0,-1 2 0 16,2-2 0-16,0 2 0 0,3-2 208 0,0 1-32 16,5 1-16-16,0 2 0 0,5 0 288 0,0 2 64 15,5 1 16-15,1 1 0 0,5 3-80 0,2 2 0 16,4 3-16-16,3 0 0 0,0 1-432 0,6 0 0 16,0 3 0-16,4-1-176 0,1 1 176 0,1-3 0 15,1-1 0-15,2-4 0 0,2 0 0 0,-1-4 0 16,2 0 0-16,0 1 0 0,2-2 0 0,2 1 0 15,2 5-144-15,2 9 144 0</inkml:trace>
  <inkml:trace contextRef="#ctx0" brushRef="#br0" timeOffset="76169.38">27212 15713 23039 0,'-2'-6'2048'0,"2"1"-1648"16,2 0-400-16,-1 3 0 0,0-2 1264 0,0-1 160 15,2-2 48-15,2-6 0 0,1-5-320 0,4-2-64 16,1-2-16-16,2-1 0 0,1 2-304 0,1 2-48 16,0 3-16-16,0-2 0 0,-2 5-416 0,2 3-96 15,-3 1 0-15,0 5-16 0,-3 4-32 0,0 4 0 0,-1 5 0 0,-1 3 0 16,-2 5 288-16,-1 6 48 0,-2 4 16 0,-2 1 0 15,-1 4-112-15,-2 1-32 0,-2 0 0 0,0-3 0 16,1 1-224-16,-3-3-128 0,2 0 160 0,-1 1-160 16,4-3 0-16,-2-1 0 0,2-3 0 0,-1-2 0 15,2-2 0-15,1-3-128 0,1-5 128 0,2-3-11648 16,-1-2-2192-16</inkml:trace>
  <inkml:trace contextRef="#ctx0" brushRef="#br0" timeOffset="76333.62">27615 15382 11055 0,'-5'-29'976'0,"2"11"-784"0,2 4-192 0,0 6 0 0,1 4 3008 16,-1 1 544-16,1 2 112 0,-3-1 32 0,1-2-1040 0,-3-1-208 15,-2 4-32-15,1 2-16 0,0 4-1904 0,0 1-496 16,2 4 128-16,2 2-128 0,2 0-160 0,1 2-64 16,3 5-16-16,2-2-14224 15</inkml:trace>
  <inkml:trace contextRef="#ctx0" brushRef="#br0" timeOffset="76699.6">27829 15853 23039 0,'-8'4'1024'0,"4"-2"192"0,1 1-960 0,2 0-256 0,1-1 0 0,0 0 0 16,0 1 160-16,1 0-16 0,0 3 0 0,3 3 0 16,-1 1-144-16,4 4 0 0,2 0 0 0,1-1 0 15,3-2 352-15,0-2-16 0,3-3 0 0,2-3 0 16,2-4 1088-16,2-5 224 0,2-4 32 0,2-5 16 16,-1-4-336-16,-1-5-64 0,-1 1-16 0,-2-5 0 15,-2 2-256-15,-2 0-48 0,-3 2-16 0,-4 1 0 16,-3 4-528-16,-5 0-112 0,-2 7-32 0,-3 2 0 15,-3 1-288-15,-6 5 0 0,-1 1 0 0,-3 3 0 16,-3 0 144-16,-1 3-144 0,1-3 0 0,-1 4 144 16,0-1-144-16,2 0 0 0,-2 4 0 0,2-4 0 15,1 3-128-15,1 1 128 0,1 1-160 0,2-4 160 16,3 2-432-16,1-3 16 0,3-2 0 0,2-2 0 16,4 1-2464-16,1-7-512 0</inkml:trace>
  <inkml:trace contextRef="#ctx0" brushRef="#br0" timeOffset="76879.05">28059 15457 13759 0,'1'-12'304'0,"0"6"64"0,0-3 16 0,1 2 0 0,-2 0-384 0,0 4 0 15,1 0 0-15,-1-3 0 0,1-4 3952 0,0 0 720 16,0 4 128-16,-2 0 48 0,0 3-2224 0,-1 7-448 16,-1 5-96-16,-2 7-16 0,0 2-1232 0,-1 7-256 15,0 4-64-15,-2 4 0 0,2 4-384 0,0 0-128 0,0 3 0 0,1 1 0 16,0 2 0-16,1-1 0 0,2 2 0 0,1 0 0 15,2 0 0-15,0 0 0 16,3 4 0-16,1-4-12064 0,2 3-2304 0</inkml:trace>
  <inkml:trace contextRef="#ctx0" brushRef="#br0" timeOffset="77133.06">28462 15512 31327 0,'1'-6'2784'0,"3"2"-2224"16,-1 0-560-16,2-1 0 0,1 4 1600 0,-1-4 224 16,5-2 32-16,5-3 16 0,6-5-928 0,5-4-192 15,4 2-48-15,-2 2 0 0,-1 0-544 0,-1 4-160 16,-1 2 0-16,-1 2 0 0,-3-2 0 0,-2 6 0 15,-1-2 0-15,-3 1 0 0,-2 2 0 0,0 0 0 16,-2 2 0-16,-3 0-18064 0</inkml:trace>
  <inkml:trace contextRef="#ctx0" brushRef="#br0" timeOffset="77267.56">28614 15623 24879 0,'-4'9'2208'0,"3"-3"-1760"16,2-4-448-16,2-4 0 0,0 2 2464 0,2-3 416 0,1 3 64 0,4-1 32 15,4 1-1488-15,6-5-288 0,2 1-64 0,3 1-16 16,-2-2-832-16,-2 0-160 0,0 0-128 0,-1-1-11712 16,0 0-2432-16</inkml:trace>
  <inkml:trace contextRef="#ctx0" brushRef="#br0" timeOffset="80567.58">29246 15356 21183 0,'-2'-5'1888'0,"1"1"-1504"0,2 1-384 0,1 0 0 16,0 1 1744-16,1-2 288 0,-1 0 48 0,3-6 16 15,2-1 176-15,5-2 32 0,0-2 16 0,4-1 0 16,0 2-1040-16,1 2-224 0,2-1-32 0,1 3-16 16,1 0-720-16,-1 2-144 0,-1 0-16 0,0 6-128 15,-3 2 128-15,-1 2-128 0,-3 3 0 0,-3 4 0 16,-2 6 128-16,-2 1-128 0,-2 6 0 0,-3 2 0 15,-2 4 128-15,-1 3-128 0,-2 6 0 0,0 5 0 0,0 5 0 16,-1 1 128-16,1 2-128 0,1-6 0 0,4-2 128 0,1-4-128 16,2-4 0-16,2-5 0 0,2-3 0 15,1-5 0-15,1-5 0 0,0-6 0 0,2-2 0 0,0-3 0 16,0-2 0-16,2-5 0 16,-1 0-400-16,-1-4-48 0,2-3 0 0,-1-2 0 0</inkml:trace>
  <inkml:trace contextRef="#ctx0" brushRef="#br0" timeOffset="80732.83">29686 15139 16575 0,'-11'-39'736'0,"3"8"160"0,3 5-720 0,3 7-176 15,3 10 0-15,0 4 0 0,1 1 2432 0,0-6 464 16,2-6 96-16,1-3 16 0,0 3-704 0,1 6-144 0,0 5-32 0,0 8 0 16,0 3-1232-16,1 7-240 0,0 3-48 0,0 3-16 15,2 2-592-15,-1 3 0 0,0 3 0 0,1-2-16480 16</inkml:trace>
  <inkml:trace contextRef="#ctx0" brushRef="#br0" timeOffset="81025.94">29880 15770 34095 0,'-2'-2'1504'0,"2"-1"320"0,1-1-1456 0,2 1-368 0,1-1 0 0,0 2 0 0,1-1 1248 0,2-1 176 15,4-2 48-15,5-2 0 0,4 0-608 0,1-2-112 16,2 5-32-16,-4 4 0 0,-3 1-528 0,-3 4-192 16,-3 2 0-16,-5 0 144 0,-2 4-144 0,-1-1 0 15,-2 3 0-15,0-1 128 0,-2 4-128 0,1-1 0 16,0 0 0-16,0-1 0 0,1-1 0 0,0-1 0 15,2 0 0-15,2-1 0 0,1-2 0 0,1-2 0 16,1-1 0-16,3-1 0 0,3-2-208 0,1-4 16 16,0-2 16-16,3-1-18384 0</inkml:trace>
  <inkml:trace contextRef="#ctx0" brushRef="#br0" timeOffset="81234.44">30364 15455 36863 0,'-3'-4'1632'0,"2"0"336"0,2 2-1584 0,2-1-384 0,-1 2 0 0,2-1 0 16,-1 2 1088-16,2-4 144 0,4 2 32 0,5-5 0 16,3 0-720-16,6 1-144 0,5 0-16 0,-1-3-16 15,0 3-368-15,-1 2 128 0,1-2-128 0,-2 0 0 16,0 2 0-16,-2-2 0 0,-2 2 0 0,-1-2-19056 15</inkml:trace>
  <inkml:trace contextRef="#ctx0" brushRef="#br0" timeOffset="81750.71">31021 15236 24879 0,'0'0'2208'0,"3"0"-1760"0,2 0-448 0,-3-3 0 15,2 3 1408-15,0-2 208 0,2 1 48 0,3-4 0 16,4 1 256-16,2 0 48 0,1 1 16 0,0 0 0 0,-4 1-1232 0,1 2-240 16,-3 2-64-16,-2 1 0 0,0 0-240 0,-3 5-48 15,-2 3-16-15,-1 1 0 0,-1 2-144 0,-1 6 0 16,-1 3 0-16,-2 3 0 0,1 5 0 0,-1 1 0 16,0 7 0-16,0-1 0 0,1 3 0 0,0 0 0 15,2 1 0-15,0-3 0 0,0-4 0 0,2-3 0 16,0-10 0-16,2-3 0 0,0-7-176 0,0-2 176 15,3-4-128-15,-2-6-17600 16</inkml:trace>
  <inkml:trace contextRef="#ctx0" brushRef="#br0" timeOffset="81919.28">31354 14898 24879 0,'5'-18'1088'0,"-1"5"256"0,-1 4-1088 0,0 2-256 0,-1 6 0 0,0 1 0 15,-1 0 2416-15,0 0 416 0,1 0 96 0,1-2 16 16,1 4-976-16,1 2-192 0,-3 2-48 0,2 1 0 16,-2 5-1216-16,1 1-240 0,-1 2-48 0,2 1-16 15,0 0-208-15,-2 3 0 0</inkml:trace>
  <inkml:trace contextRef="#ctx0" brushRef="#br0" timeOffset="82316.28">31554 15473 23039 0,'0'0'1024'0,"2"-3"192"0,0 0-960 0,2 3-256 16,-2-2 0-16,1 0 0 0,-1 2 1680 0,3-2 304 16,4-2 48-16,2 2 16 0,0-2 0 0,1-1 0 15,0 4 0-15,-3 1 0 0,0 0-1280 0,-3 1-256 16,-1 4-64-16,-4 1 0 0,-1 2-448 0,-2 2 0 16,-4 2 0-16,-3 4 0 0,-2 1 0 0,-1 3 0 15,-3 2 0-15,2 1 0 0,1 1 0 0,2 1 0 0,4-1 0 0,2 0 0 16,3-5 144-16,3-1 48 15,3-1 0-15,3 1 0 0,1-2 320 0,-1-2 80 0,3 2 16 0,2-1 0 16,-1-2-160-16,0 2-48 0,1-1 0 0,-1 1 0 16,-2-3-224-16,-1-2-48 0,-2 2-128 0,-2 1 192 15,-2-4-192-15,-5 1 0 0,-3 3 128 0,-3-1-128 16,-5-2 0-16,-5 4 0 0,-7 3 0 0,-3-1-19600 16</inkml:trace>
  <inkml:trace contextRef="#ctx0" brushRef="#br0" timeOffset="94637.2">27324 7288 1839 0,'-2'-2'160'0,"0"-1"-160"0,2 3 0 0,2 0 0 16,-1 0 0-16,1 0 160 0,0 0-160 0,1 0 160 15,2 0-160-15,3 3 0 0,3-1 0 0,1 0 0 16,5 4 0-16,2 0 0 0,4 0 0 0,3 3 0 15,3-3 0-15,3 1 0 0,4 2 0 0,3-2 0 16,7 2 0-16,2-3 0 0,-3-2 0 0,4-4 128 16,7-4-128-16,3-4 0 0,4-5 0 0,2 0 0 15,-1 0 0-15,-3-3 0 0,-4 0 0 0,-6 0 128 0,-1 1-128 16,-2-3 128-16,3 2-128 0,-3-4 128 0,-1 1-128 0,-5-2 0 16,-2 1 0-16,-3-2-176 0,-5 2 176 0,-1-3 0 15,-3-1 0-15,0 0 0 0,-5 1 0 0,-1 1 0 16,1-3 0-16,-2 1 0 0,0 0 0 0,0-3 0 15,0-1 128-15,-2-2-128 0,1 1 176 0,-1-3-48 16,-1-1 0-16,-3-3 0 0,-1 1-128 0,-4-3 0 16,-3 3 0-16,-2-2 128 0,0 2 16 0,-3-3 0 15,0 0 0-15,-4 0 0 0,0 1 32 0,-3-2 0 16,-2 1 0-16,-2-2 0 0,-3-2-176 0,-1 4 192 16,-2-3-192-16,-2 0 192 0,0 3 0 0,-6-3 16 15,0 0 0-15,-5 1 0 0,-1 1-80 0,-3-3 0 16,-5 5-128-16,-2-1 192 0,-3 3-48 0,-2 1-16 15,-2 3 0-15,-1 5 0 0,-2 0 736 0,-4 1 144 16,-3 0 16-16,-3 3 16 0,-2 0-848 0,-1 2-192 16,-2 8 0-16,-2 2 0 0,-3 7-128 0,-1 6 128 0,-2 4-208 0,-2 2 80 15,-3 4-16-15,0 8 0 0,-1 5 0 0,2 7 0 16,0 4-96-16,1 1-16 0,1 9 0 0,3-1 0 16,7-1 64-16,3 1 0 0,2 5 0 0,5 5 0 15,3 4 64-15,6 3 128 0,8 0-208 0,8 2 80 16,8 0 128-16,7 1 0 0,9-3-144 0,7 1 144 15,7 2 0-15,8 0 0 0,7-1 0 0,11 3 0 16,9-2 0-16,9 1 0 0,8 9-176 0,7-6 176 16,6-1 0-16</inkml:trace>
  <inkml:trace contextRef="#ctx0" brushRef="#br0" timeOffset="100749.89">27340 16545 3887 0,'6'-3'352'0,"-2"0"-352"16,0 2 0-16,-1-1 0 0,0 2 0 0,-2-3 0 15,2 3 0-15,-1-1 0 0,4-2 0 0,0 1 0 16,3-2 0-16,2-2 0 0,0-1 0 0,2 0 0 15,-1 1 0-15,2 0 0 0,1-3 0 0,-1 2 0 16,1-2 0-16,1 3 0 0,-1-1 0 0,1-2 144 16,0 3-144-16,-1 0-176 0,-1-2 48 0,-2 6 0 15,2-2 128-15,-3-1-192 0,-1 4 192 0,-3-2-192 0,-1 3 192 16,-2 0-208-16,-1 0 80 0,-3 3 128 0,-2-2-144 0,-1 4 144 16,-2 1 0-16,-3 2 0 0,0-2-176 0,-2 3 176 15,-3-2-160-15,0 2 160 0,-2-2-176 0,0 2 176 16,1-3-192-16,2 0 192 0,0 0 0 0,2 2 0 15,0-2 0-15,0 3 0 0,1-3-192 0,2-3 64 16,1 4 128-16,1-5-208 0,2 2 208 0,2-3 0 16,1 1 0-16,4-2 0 0,1 0 0 0,2 0 0 15,3 3 0-15,2-3 0 0,3 0 0 0,3 1 0 16,1-1 128-16,4 0-128 0,-1-1 0 0,1 1 128 16,3-3-128-16,2-3 0 0,-5 3 0 0,1-4 128 15,-1 1-128-15,-2 0 0 0,-1-4 0 0,-3 2 0 16,-1 0 0-16,-1-1 0 0,-4 2 0 0,-2 1 0 15,-3 0 0-15,-3 3 0 0,-2-1 128 0,-4 4-128 16,-2 0 0-16,-2 0 0 0,-3 2 160 0,-2 3-160 0,-3-2 160 16,-1 0-160-16,-4 1 208 0,-1-2-48 0,0 4-16 0,-1-1 0 15,-1 1 64-15,4 3 16 0,0-3 0 0,3 2 0 16,4 0-224-16,3-2 176 0,3 1-176 0,3-1 160 16,5-3-160-16,4 0 0 0,1-3 144 0,6 0-144 15,0-3 0-15,3-3 0 0,1 0-160 0,1-1 160 16,0-2-128-16,3-1 128 0,0 0 0 0,3-5 0 31,2 2-512-31,4-8 16 0,4-1 0 0,3-4 0 0,4-7 496 0</inkml:trace>
  <inkml:trace contextRef="#ctx0" brushRef="#br0" timeOffset="102782.6">29436 16824 7359 0,'0'-13'656'0,"1"3"-528"16,2 7-128-16,1 0 0 0,-2 0 224 0,2-1 16 0,3-2 0 0,4-10 0 16,4-3-240-16,6-3 0 0,5 0 0 0,4-1 0 15,-1 5 0-15,4 2 0 0,4-3 0 0,1 1 0 16,-1 3 0-16,0 1-128 0,4 1 128 0,2-2 0 15,3 1 0-15,7-1 0 0,14 2 0 0,7 0 0 16,-2 5 0-16,1 5 0 0,6 3 128 0,10 5-128 16,16 5 192-16,0 2-64 0,-13 1-128 0,2 0 192 15,6 2-192-15,3 1-192 0,2-3 48 0,-6-4 0 16,-18-1 144-16,2-3 0 0,5-4 0 0,-2-2-128 16,-2-5 128-16,-8-4 256 0,-14 1-64 0,-4-1-16 15,-3-5-176-15,2-2 0 0,1-1 0 0,-1-3 0 16,-3 3 512-16,-6 0 64 15,-5 2 0-15,-6-2 16 0,-5 5 96 0,-5-2 16 0,-4 1 0 0,-3-1 0 16,-6 2-512-16,-1 3-192 0,-5-2 176 0,-1 2-176 0,-2 3 0 0,-3 1 0 16,-1 3 0-16,-1 0 0 0,-1 6 0 0,-4 1 144 15</inkml:trace>
  <inkml:trace contextRef="#ctx1" brushRef="#br0">20910 15475 0</inkml:trace>
  <inkml:trace contextRef="#ctx0" brushRef="#br0" timeOffset="122116.42">13977 14342 11055 0,'0'-4'976'0,"0"-4"-784"0,1 4-192 0,-1 0 0 15,2 4 704-15,-2-2 112 0,2-5 16 0,-1-2 0 16,1-4 48-16,1 1 16 0,1-1 0 0,-2 4 0 15,1 0-144-15,-2 3-32 0,0 2 0 0,0-2 0 16,0-4-224-16,1 1-48 0,-1 6-16 0,-1 3 0 16,0 5-160-16,0-1-16 0,1 1-16 0,-1 2 0 15,1-1 224-15,2 4 48 0,-1 2 16 0,2 0 0 16,2 4-160-16,0 4-48 0,2 1 0 0,1 5 0 0,-1 0-64 16,2 1-32-16,-1-1 0 0,1-3 0 0,-2-1-96 0,0-4-128 15,-1-1 176-15,-3-9-176 0,0-3 0 0,-2 0 0 16,2-4 0-16,-2 2 0 0,1-6 0 0,-1-3 0 15,2-4 0-15,-3-3 160 0,2-6 320 0,-3-1 64 16,1-7 16-16,-2 1 0 0,-2 1 96 0,1-1 32 16,-1-1 0-16,1-1 0 0,-2 4-336 0,-1-4-64 15,-1 3-16-15,-3-3 0 0,-1-1 224 0,0 3 32 16,2 4 16-16,-2 0 0 0,2 3-96 0,3 9-32 16,3 2 0-16,0 4 0 0,-1-1 0 0,3 5 0 15,-1 5 0-15,1 7 0 0,2 11-240 0,2 5-48 16,0 10-128-16,1-2 192 0,1 1-192 0,-1-1 0 0,0 4 0 15,0-6 0-15,1 1-128 0,-1-5 128 0,0-2 0 16,0-6 0-16,-2-1-160 0,1-8 160 0,1-3-128 0,-1-4 128 16,-2-2 0-16,1-4 0 0,-3-3 0 0,1 2 176 15,-1 1-176-15,0 0 0 0,0-5 144 0,-1-5-144 16,-1-4 0-16,0-2 0 0,0-2 0 0,-1-5 128 16,-1-1-128-16,1 2 0 0,-2-1 0 0,-1-1 0 15,-2-5 0-15,1-1 0 0,-3-1 0 0,0 9 0 16,0 14 0-16,0 0 0 0,4-1 0 0,0 2 0 15,1-2 0-15,0 6 0 0,1 3 0 0,3 3 0 16,1 7 0-16,2 3 0 0,2 0 160 0,2 8-160 16,2 5 128-16,-1 8-128 0,2 2 0 0,-2 1 144 15,2-3-144-15,-2 1 128 0,1 3-128 0,-2-6 128 16,0-7-128-16,-1-6 0 0,-1-6 0 0,-1-3 0 16,1 2 0-16,1-5 128 0,-2-5-128 0,-1-2 128 0,2 4-128 15,-1-2 0-15,2-4 144 0,-2-7-144 0,1-3 496 0,-2-5 16 16,-1-5 16-16,0-1 0 0,1-5-272 15,-4-1-48-15,2 4-16 0,-2-3 0 0,-2 0-192 0,-1-1 0 16,-2 1 0-16,-3 2 0 0,-1-2 0 0,-4 2 0 16,-1 1 0-16,1-3 0 0,-1-1 0 0,-1 0 0 15,-1 8 128-15,4 1-128 0,4 4 0 0,5 5 0 16,2 7 0-16,2 7 0 0,1 1 0 0,1 4 0 16,1 8 0-16,-1 4 0 0,-1 1 0 0,0-1 0 15,2 5 0-15,-2-2 0 0,2 2 0 0,-1-4 0 16,1-4 0-16,1-2 0 0,0 1 0 0,1 3 0 15,2-2 0-15,3 2-18304 0</inkml:trace>
  <inkml:trace contextRef="#ctx0" brushRef="#br0" timeOffset="124166.78">18310 9713 5519 0,'-8'-2'496'0,"4"-1"-496"0,1 2 0 0,0 1 0 16,2-2 592-16,0 0 32 0,0 2 0 0,-1 0 0 15,1-2 416-15,-3-1 96 0,1 2 16 0,0-1 0 0,1 2 304 0,1-3 64 16,-1 2 16-16,4 1 0 0,-1-2-224 0,2 2-32 16,2 0-16-16,3 0 0 0,2 0-432 0,1 2-96 15,2-2-16-15,2 1 0 0,1-1-144 0,2 3-48 16,0-3 0-16,0 2 0 0,-1-1 32 0,0 2 0 16,0-1 0-16,0 2 0 0,-1 0-80 0,-2 0-16 15,0 2 0-15,0-1 0 0,-3 1-16 0,-1 1-16 16,-2 2 0-16,0 1 0 0,-2 0-48 0,-2 0 0 15,-2 1 0-15,-2 0 0 0,-1 4-80 0,-2-2-32 16,0 2 0-16,-3 1 0 0,-2 3-80 0,-1 1 0 16,-2 4-16-16,-2 1 0 0,0 3-176 0,-1 1 160 15,-4 6-160-15,1-6 160 0,1 2-160 0,0-9-272 0,1 1 64 0,1-7 16 16,2-1 336-16,2-6 80 0,0 1 16 0,1-6 0 16,5-1-240-16,0-3 144 0,3 0-144 0,2-4 128 15,4-2 128-15,5-3 32 0,3 2 0 0,6-6 0 16,2 1 224-16,5-1 32 0,5 0 16 0,2-2 0 15,2-1-240-15,1 1-64 0,-2 1 0 0,-2 2 0 16,-2 2-256-16,-3 2 0 0,-1 0 0 0,-1-1-144 16,0 2 144-16,-1 1 0 0,1 0 0 0,-3 1-128 15,-1 1-32-15,-2 0 0 0</inkml:trace>
  <inkml:trace contextRef="#ctx0" brushRef="#br0" timeOffset="130899.84">32660 6524 2751 0,'-3'-4'256'0,"1"2"-256"0,1-1 0 0,1 2 0 16,-2 1 640-16,1 0 96 0,0 0 16 0,-3-3 0 16,0 0 208-16,-2-3 64 0,-1 2 0 0,1-1 0 15,0 4-48-15,-1-2 0 0,1 0 0 0,0 3 0 16,1-3-208-16,-1 3-64 0,2 3 0 0,0-3 0 16,2 1-160-16,-1 1-32 0,2 2-16 0,1 1 0 15,1-1-96-15,2-2-16 0,1 3 0 0,1 0 0 0,1 1-256 0,1-2-128 16,2-1 0-16,0 0 128 0,0 0 128 0,1 0 0 15,0-3 16-15,1 2 0 0,0-1 384 0,1 0 80 16,-3 2 16-16,1-3 0 0,0 1-96 0,0 1-16 16,-1 1 0-16,-1-3 0 0,1 4-272 0,-1-2-64 15,-1 2-16-15,-1-2 0 0,-1 2-160 0,-1 2-128 16,-2 0 192-16,1 0-192 0,-1 1 160 0,-2 0-160 16,0 2 128-16,0 1-128 0,-2-2 0 0,-1 2 128 15,0 3-128-15,-1-4 0 0,-1 4 128 0,-1-1-128 16,0 2 0-16,-1-1 128 0,1 0-128 0,0-1 0 15,0 0 0-15,0 1 0 0,-1-3 0 0,1 0 0 16,0 1 0-16,0-4 0 0,0-1 0 0,1 1 0 16,-1-1 0-16,1 0 0 0,1-2 0 0,0-1 0 15,1 2 0-15,-1-1 0 0,0-2 0 0,2 0 0 16,0 0 128-16,1 1-128 0,0-2 0 0,2 1 160 0,0 0-160 0,3 0 160 16,0 1-160-16,1-3 0 0,1 1 0 0,3 1 128 15,-1-2 64-15,2 3 0 0,1-3 0 0,2 0 0 16,0 1 320-16,2 1 80 0,1-2 16 0,1 0 0 15,1 0-144-15,-2 0-16 0,0 0-16 0,0-3 0 16,1 3-32-16,1-3 0 0,-1 0 0 0,-1 0 0 16,0-1-96-16,0 2-32 0,0 1 0 0,-2-2 0 15,-1 1-96-15,0 0-32 0,-3 2 0 0,-2 0 0 16,0 0-144-16,-2 0 128 0,-1 0-128 0,-3 0 128 16,1 0-128-16,-2 0 0 0,0 0 0 0,-1 0 128 15,0 0-128-15,-1 0 0 0,1 2 0 0,-1-2 0 16,1 0 0-16,0 0 0 0,0 0 0 0,0 0 0 15,0 0 0-15,0 0 0 0,0 0 0 0,0 0 0 0,0 0 0 16,0 0 0-16,0 0 0 0,0 0 0 0,0 0 0 0,0 0 0 16,0 0 0-16,0 0 0 0,0 0 0 0,-19 8 0 15,18-8 0-15,0 0 0 0,1 2 0 0,-1-2 0 16,2 0 0-16,-1 0 0 0,1 0 0 0,0-2 0 16,2 2 0-16,0-2 0 0,0 1 0 0,-3 1 0 15,0 0 0-15,0 0 0 0,0 0 0 0,0 0 0 16,18-9 0-16,-15 5 0 0,-1 4 0 0,0-2 0 15,-1 2 0-15,0-3 0 0,-1 3 0 0,1-1 0 16,-1 1 0-16,0 0 0 0,0 0 0 0,0 0-176 16,0 0 176-16</inkml:trace>
  <inkml:trace contextRef="#ctx0" brushRef="#br0" timeOffset="135466.96">30117 15719 6447 0,'0'-2'576'16,"0"-2"-576"-16,2 4 0 0,-2-2 0 16,-2 2-544-16,2 0-224 0,-1-4-32 0,0 2-16 0,0-5 1520 0,-2 4 320 15,1-3 48-15,-2 2 16 0,2 1 96 0,-1 0 32 16,-1 3 0-16,2-3 0 0,-1 3-384 0,2 3-80 15,-1-3-16-15,-1 1 0 0,1 1-192 0,-1 1-32 16,1 1-16-16,-1-2 0 0,1-1-48 0,-1 2-16 16,1-1 0-16,0-1 0 0,-1 2-112 0,2 1-32 15,0-4 0-15,-2 2 0 0,2-1 64 0,0-1 16 16,-2 3 0-16,2-3 0 0,0 0-96 0,-1 0-16 16,0 0 0-16,1 0 0 0,-1 0 0 0,1 0-16 15,1-3 0-15,-1 3 0 0,0-1 32 0,1 1 16 16,-1 0 0-16,1 0 0 0,0 0 144 0,0 0 16 15,0 0 16-15,0 0 0 0,0 0 176 0,0 0 16 16,-9-21 16-16,6 20 0 0,2-4 80 0,-1 4 16 16,-1-4 0-16,2 3 0 0,-1 0-144 0,0 1-32 0,1 1 0 0,0 0 0 15,-2 1-64-15,2 1-16 0,0 2 0 0,0-1 0 16,-1 3-144-16,2 0-48 0,0 4 0 0,2 2 0 16,-1 1-144-16,0 0-48 0,0 3 0 0,1 3 0 15,0-1-128-15,1 2 192 0,-1 5-192 0,0 3 192 16,1 1-192-16,-1-1 128 0,1 7-128 0,-1-3 128 15,0-1-128-15,-1-5 0 0,0-1 0 0,0-3 0 16,-1-4 0-16,2-1 0 0,-1-8 0 0,0 1 0 16,0-1 0-16,0-5 128 0,1-2-128 0,0-1 0 15,-1-2 0-15,-1 1 0 0,2-2 0 0,-2-5 0 16,0 4 144-16,0-6-144 0,0 2 160 0,0-4-160 16,0 1 192-16,-2-4-64 0,2-1-128 0,-2-1 192 0,1 0-192 15,-1-4 0-15,1-1 128 0,-1-5-128 0,1-2 0 16,-2 1 0-16,2-2 0 0,-2 0 0 0,1-2 0 0,-1-2 0 15,1 1 0-15,-2 1 0 0,1-1 0 0,0 1 0 16,1 3 0-16,-1-1 0 0,2 5 0 0,0 4 0 16,1 0 0-16,-2 5 0 0,4 5 0 0,-2 1 0 15,-2 4 0-15,4 3 0 0,-1 6 0 0,0 2 0 16,0 4 0-16,1 6 144 0,0 3 16 0,1 3 0 16,-1 6 0-16,2 3 0 0,-1 2 0 0,2 1 0 15,0 4 0-15,-1 3 0 0,1 0-160 0,0 0 0 16,0 1 0-16,-1-1 128 0,1-4-128 0,-1-4 0 15,1-2 0-15,-1-6 0 0,0-5 0 0,1-5 0 16,-2-3 0-16,1-5 0 0,0-1 0 0,0-3 0 16,-1-2 192-16,0-2-64 0,-1 1-128 0,1-5 0 0,-2 0 0 0,0-4 0 15,0 1 0-15,-1-2 0 0,0 0 160 0,0-2-160 16,-1-4 256-16,0-1-64 0,0-4-16 0,-3-1 0 16,2-1-176-16,-1-5 128 0,-1-1-128 0,1-5 128 15,-2 0-128-15,0-1 0 0,1 2 0 0,0-1 0 16,1 5 0-16,0 0 0 0,1 5 144 0,-2 1-144 15,2 1 0-15,-1 6 0 0,1 5 0 0,-2 3-128 16,1 5 128-16,0 6 0 0,0 0 0 0,-2 7 0 16,2 2 0-16,-2 8 0 0,0 2 0 0,0 7-128 15,1-3 128-15,0 2 0 0,1 5 0 0,0 2-128 16,1 0 128-16,0 1 0 0,1 1 0 0,1-3 0 16,0-5 0-16,3-3 0 0,-1-7 0 0,2-1-128 15,0-8 128-15,-1-3 0 0,2-2 0 0,0-4 0 0,0-2 0 0,0-1 0 16,0-5 0-16,-1-3 0 0,1 2 0 15,-3-5 128-15,2 0-128 0,0-3 0 0,-1-3 0 16,0-3 0-16,-1 1 0 0,-1-3 128 0,2 2-128 0,-2-3 0 16,-1-1 0-16,0-2 0 0,-2 1 0 0,-1-3 0 15,-2-1 0-15,0-1 0 0,-3-1 0 0,0-3 0 16,0 1 0-16,-1-2 0 0,1 7 0 0,2 6 0 16,0 5 0-16,1 9 0 0,1 7 0 0,-1 6 0 15,2 10 0-15,-1 5 0 0,2 11-128 0,-2 6 128 16,0 9-128-16,-1 0 128 0,2 1 0 0,-1 5 0 15,0-1 0-15,2 0-128 0,0-4 128 0,2-2 0 16,2-5 0-16,0-6-128 0,2-7 128 0,2-6 0 16,0-3 0-16,3-6 0 0,-1-4 0 0,1-5 0 15,0-2 0-15,-1-2 0 0,0 0 0 0,-2-3 0 16,-1-4 0-16,0 0 0 0,-3-1 0 0,1-2 0 0,-1 0 0 16,0-3 0-16,-1-3 0 0,-1-1 0 0,-1-2 0 0,-1 0 0 15,0 1 0-15,-2-5 0 0,-2 1 0 0,0-3 128 16,-3 2-128-16,2-3 0 0,-2 4 0 0,2-1 0 15,-2-2 0-15,2 1 0 0,0 3 0 0,1 1 0 16,0 5 0-16,1 4 0 0,1 6 0 0,2 3 128 16,-2 8-128-16,2 3 0 0,-1 6 0 0,0 7 0 15,0 1 0-15,1 8 0 0,-1 1 0 0,1 5 0 16,-1-2 0-16,1 3 0 0,0 2 0 0,1-5 0 16,0-1 0-16,1-5 0 0,1-4-128 0,0-2 128 15,3-3 0-15,-1-5 0 0,0-4 0 0,2-2 176 16,-1-3-176-16,1-3 0 0,-1-3 0 0,-1 0 0 0,1-4 0 0,0-1 0 15,0-5 0-15,-1 0 0 0,1-2 0 0,0 1 0 16,1-4 0-16,-2-1 0 0,1 0 0 0,-2 0 0 16,0-1 0-16,-1-2 0 0,-1 3 0 0,0-3 0 15,-1 4 0-15,-1-3 0 0,1 3 0 0,1 2 0 16,-1 4 0-16,1 3 0 0,0 3 0 0,0 5 0 16,0 4 0-16,0 4 0 0,0 3 0 0,0-1 0 15,0 6 0-15,0 1-176 0,1 3 176 0</inkml:trace>
  <inkml:trace contextRef="#ctx0" brushRef="#br0" timeOffset="144129.01">13288 15623 911 0</inkml:trace>
  <inkml:trace contextRef="#ctx0" brushRef="#br0" timeOffset="144165.1">13307 15597 4351 0</inkml:trace>
  <inkml:trace contextRef="#ctx0" brushRef="#br0" timeOffset="144421.26">13283 15682 15663 0,'-10'-6'688'0,"3"0"144"0,2 5-656 0,2-2-176 16,3 6 0-16,3-3 0 0,-1 1-320 0,2-1-80 0,6 0-32 0,0-7 0 15</inkml:trace>
  <inkml:trace contextRef="#ctx0" brushRef="#br0" timeOffset="146100.74">12159 660 9215 0,'-6'-6'816'0,"2"2"-656"0,0-2-160 0,2 0 0 16,1 3 384-16,1 2 32 0,-2-4 16 0,0 0 0 15,1-1 880-15,-3-6 176 0,-1-4 48 0,1-2 0 16,2 1 224-16,-1 1 48 0,2-3 16 0,1 3 0 15,0 0-160-15,0 4-16 0,1 0-16 0,1 3 0 16,0 3 144-16,1 4 16 0,2 4 16 0,0 6 0 16,1 8-432-16,1 9-96 0,2 10 0 0,-1 11-16 15,0 9-656-15,-2 2-128 0,-1 4-32 0,-1-2 0 16,-1-5-288-16,1 6-160 0,1 8 160 0,1 0-160 16,0-8 0-16,-1-6 0 0,2-10 0 0,-3-9-160 15,1-3 160-15,-2-10 0 0,1-1 0 0,-2-5-128 16,-2-3-128-16,1-3 0 0,-1-4-16 0,0-3-17824 15</inkml:trace>
  <inkml:trace contextRef="#ctx0" brushRef="#br0" timeOffset="146367.18">12464 745 10127 0,'10'-7'448'0,"-5"5"96"0,0-1-544 0,-4 3 0 16,-2 3 0-16,-1-1 0 0,-2 2 1728 0,-1 2 256 15,-4 4 32-15,-4 6 16 0,-4 2-576 0,-6 7-112 16,-1 4-32-16,-2-1 0 0,-2 2-928 0,4 1-192 16,-1-3-48-16,3 1 0 0,4-7 0 0,3-4 0 0,7-4 0 0,2-4 0 15,4-1 496-15,4-3 80 0,4-4 32 0,1-1 0 16,6 2 448-16,1-2 80 0,5-1 32 0,1 3 0 16,3-1-384-16,1 2-80 0,1 0-16 0,0 0 0 15,0 0-448-15,1 0-80 0,0 0-32 0,0 1 0 16,0-2-272-16,-4 0 0 0,-2 0-128 0,-4 0-10096 15,-3-2-2000-15</inkml:trace>
  <inkml:trace contextRef="#ctx0" brushRef="#br0" timeOffset="147166.82">12708 760 14735 0,'-2'-6'1312'0,"0"4"-1056"15,1-2-256-15,1 1 0 0,0 3 656 0,0 0 80 16,1 0 16-16,-1 0 0 0,2 0 1280 0,0 3 256 15,2 3 48-15,-4-6 16 0,8 29-560 0,-4-7-96 16,1 1-32-16,-1 5 0 0,1 0-896 0,-2 7-192 16,2 0-48-16,0 5 0 0,0 2-224 0,3-4-48 15,-1-3-16-15,2-4 0 0,-1-8-240 0,2-2 0 16,-2-7 0-16,-1-3 0 0,1-5 0 0,-2-1 0 0,0-2 0 0,0-6 0 16,-1 0 768-16,0-1 256 0,2-6 48 0,0-2 16 15,-1-4-192-15,1-3-48 0,1-3 0 0,-1-3 0 16,0 3-496-16,1 0-96 0,1-4-32 0,-1-3 0 15,2-2-224-15,0-1 0 0,-1 1 0 0,-1-1 0 16,1 0 0-16,-2 1 0 0,0 0 0 0,-1 3 0 16,-3 2 0-16,2 0 0 0,-1 7 0 0,-1 1-160 31,-1 5-1024-31,-1 3-208 0</inkml:trace>
  <inkml:trace contextRef="#ctx0" brushRef="#br0" timeOffset="148083.04">13272 597 9215 0,'0'-1'816'0,"0"1"-656"0,0-3-160 0,0 3 0 15,0 0 1648-15,0 0 288 0,0 3 64 0,-1-3 16 16,1 4 544-16,0 2 128 0,1 6 0 0,0 2 16 16,2 4-304-16,-1 2-64 0,-1 5-16 0,2 3 0 15,-1 1-1040-15,0 2-224 0,-1 1-32 0,-1-1-16 16,0-2-672-16,-1 0-128 0,-1 2-16 0,-1 3-16 16,0 5-176-16,-1-2 0 0,-1 2 0 0,2-4 0 15,0-2-128-15,0-7 128 0,1-3 0 0,1-5 0 16,0-2 0-16,1-6 0 0,1-1 0 0,2-3 128 15,-1-2 384-15,2-4 64 0,2 0 0 0,1-3 16 16,1-1-272-16,0 2-48 0,4-2-16 0,0 1 0 16,1-4-96-16,1 5-32 0,1-2 0 0,0 2 0 0,1 0-128 15,1 0 0-15,0 2 0 0,1-2 0 0,-1 0 0 0,0 2 0 16,1-2 0-16,-1 4 0 0,-2-2 0 0,-2-2 0 16,0 2-144-16,-2-3 144 0,-2 2 0 0,-3 1 0 15,-1-2-128-15,-2 2-12352 16,-3 0-2480-16</inkml:trace>
  <inkml:trace contextRef="#ctx0" brushRef="#br0" timeOffset="148752">13888 1068 21183 0,'1'-1'1888'0,"0"-1"-1504"0,0-2-384 0,2 4 0 16,-2 0 1056-16,0-3 144 0,3 3 16 0,1-2 16 16,2 4 1664-16,2 2 336 0,1 7 64 0,-1 3 16 15,-1 8-1872-15,0 3-368 0,-2 1-80 0,-1 5-16 16,0-3-624-16,-1 4-128 0,-1-1-32 0,1-2 0 16,-2-3-192-16,2-2 144 0,-1-4-144 0,-1-1 128 15,1-1-128-15,0-4 0 0,0 1 0 0,-1-5 0 16,1-2 0-16,-1-3-144 0,-1-2 144 0,1-3 0 15,0-4-1136-15,1-2-112 0</inkml:trace>
  <inkml:trace contextRef="#ctx0" brushRef="#br0" timeOffset="148966.73">14539 815 16575 0,'7'3'1472'0,"-4"2"-1168"15,0-3-304-15,-2 0 0 0,0 2 800 0,0-4 96 16,-1 2 32-16,2 2 0 0,1 5 368 0,-1-2 80 16,-1 3 16-16,-2 1 0 0,1-1-1392 0,-2 0-320 15,0 2-32-15,-3 1-16 0</inkml:trace>
  <inkml:trace contextRef="#ctx0" brushRef="#br0" timeOffset="149100.06">14494 1178 17503 0,'3'4'1552'0,"0"1"-1232"0,-1-4-320 0,0 2 0 15,-2-3 880-15,1 1 112 0,1 4 32 0,2 1 0 16,3 0-624-16,-2 4-112 0</inkml:trace>
  <inkml:trace contextRef="#ctx0" brushRef="#br0" timeOffset="150150.48">14564 903 16575 0,'0'-5'1472'0,"0"1"-1168"16,1 4-304-16,-1-3 0 0,0 2 848 0,0 1 112 16,-1-2 32-16,1-2 0 0,0-1 1456 0,-1 1 304 15,1 1 48-15,-1-1 16 0,1 1-1120 0,0 1-224 16,1 2-32-16,1 2-16 0,1 1-576 0,-1 1-112 16,3 2-32-16,0 0 0 0,0 0-112 0,1 0-16 15,2 4-16-15,-2-2 0 0,3 0-288 0,-2 1-48 16,2 1-16-16,-2-4 0 0,0 0-208 0,1 0 0 15,-2 1 0-15,0-4 0 0,-1 4 128 0,-1-4-128 16,-2 0 0-16,0 0 0 0,-2 1 0 0,-2 0 0 0,0 1-176 0,-2-2-11888 16,0 4-2384-16</inkml:trace>
  <inkml:trace contextRef="#ctx0" brushRef="#br0" timeOffset="150382.46">14461 1146 20383 0,'-1'4'448'16,"0"0"80"-16,1 1 32 0,1-2 16 0,0 1-448 0,1-2-128 0,-1 2 0 0,0 2 0 15,3 7 1456-15,1-1 272 0,2 4 48 0,2 0 16 16,0-2 560-16,-1-3 112 0,3-1 32 0,-1-6 0 0,0-1-1568 0,0-3-304 15,-1 0-64-15,-1-1-16 0,1-1-544 0,-3 0 0 16,-1 0-160-16,0-1-16544 16</inkml:trace>
  <inkml:trace contextRef="#ctx0" brushRef="#br0" timeOffset="152617.39">14393 15209 7359 0,'-12'-24'656'0,"3"13"-528"0,7 11-128 0,3 3 0 16,2-1-128-16,-2-2-64 0,-1-2-16 0,-1-7 0 15,2 4 208-15,0 3 0 0,4 4 0 0</inkml:trace>
  <inkml:trace contextRef="#ctx0" brushRef="#br0" timeOffset="155966.53">9625 15114 6447 0,'-6'0'576'0,"1"2"-576"0,1-2 0 0,3 0 0 31,1 1-656-31,-1 2-240 0,-3-1-64 0,-2 2 0 0,0 0 832 0,2 2 128 0,2-3 0 0,2 2 128 16,5-1-128-16,0-1 0 0,3-3 0 0,3 0-128 15,4-3 128-15,-1-9 0 0,1-7 0 0</inkml:trace>
  <inkml:trace contextRef="#ctx0" brushRef="#br0" timeOffset="157932.26">15509 1065 17503 0,'-1'0'1552'0,"1"-3"-1232"0,1 3-320 0,0-1 0 16,2 1 1104-16,-1-3 176 0,3 1 16 0,4 1 16 15,4-3 944-15,6 1 192 0,7 0 48 0,5 0 0 16,3 3-768-16,3 0-128 0,0 0-48 0,2 0 0 15,2 0-624-15,-1 0-128 0,-1 0-32 0,-2 0 0 16,1 0-400-16,-2-2-96 0,-3 2-16 0,-3 0 0 16,-4 0-128-16,-4 0-128 0,-3 0 144 0,-4 0-144 15,-3 0 0-15,-2 0 0 0,-3 0 0 0,0 0-160 16,-2-1-176-16</inkml:trace>
  <inkml:trace contextRef="#ctx0" brushRef="#br0" timeOffset="158333.06">16632 648 19343 0,'5'-13'848'0,"-4"8"192"0,1 3-832 0,0-2-208 16,-1 4 0-16,-1 2 0 0,0 0 1264 0,-1 4 208 0,-2 4 32 0,-2 6 16 16,-2 10 640-16,-4 8 128 0,-2 1 16 15,1 2 16-15,-1 2-1632 0,2-5-336 0,1 4-64 0,4 0-16 16,3 0-16-16,3-3-16 0,4 2 0 0,4-4 0 15,3-2 192-15,3-9 32 0,2 1 16 0,0-5 0 16,0-4-272-16,0 1-48 0,-1-5-16 0,-2 0 0 16,-2 1-144-16,-1-4 0 0,-2 2 0 0,-2 1 0 15,-2-2 0-15,-3 2 0 0,-2 3 0 0,-3-2 0 16,-2 4 0-16,-4 1 0 0,-1-2 0 0,-3 0 0 16,-3 2 0-16,-3 0-176 0,-3 1 176 0,-2 1-11040 15,-2 3-2128-15</inkml:trace>
  <inkml:trace contextRef="#ctx0" brushRef="#br0" timeOffset="158519.79">16692 959 12895 0,'11'-8'1152'0,"-4"4"-928"15,0 2-224-15,-1-2 0 0,-1 0 624 0,-2 3 80 16,0 1 0-16,5-1 16 0,2-2 64 0,4 2 16 15,1 1 0-15,1 0 0 0,0 0-800 0,-2 4 0 16,-2-3 0-16,-1 4-8128 0</inkml:trace>
  <inkml:trace contextRef="#ctx0" brushRef="#br0" timeOffset="158983.09">17187 947 18431 0,'-6'12'1632'0,"2"-2"-1312"16,1 0-320-16,1 3 0 0,1-6 816 0,0 2 80 15,-2 3 32-15,1 7 0 0,-2 13 1232 0,-1 9 240 16,2 6 48-16,5-3 16 0,1-6-928 0,5-8-192 15,3-5-48-15,1-7 0 0,3-8-1024 0,0-4-272 16,1-3 0-16,1-6 0 0,1-3 0 0,-1-4 0 16,0 0 0-16,-1-6 0 0,0 0 640 0,-2-2 64 15,-2-3 32-15,0-2 0 0,-3 1-16 0,-1 0 0 16,-2-3 0-16,-2 2 0 0,-2 0-240 0,-3-1-48 16,-3 1-16-16,-2-1 0 0,-3 1-96 0,-2 4 0 0,-4-4-16 0,-2 1 0 15,-3 4-176-15,-2 2-128 0,0 3 192 0,-2 3-192 16,1 5 0-16,-2 5 0 0,3 4 0 0,0 2-12832 15,-1 5-2592-15</inkml:trace>
  <inkml:trace contextRef="#ctx1" brushRef="#br0" timeOffset="40331.12">23853 4328 0,'0'0'0</inkml:trace>
  <inkml:trace contextRef="#ctx0" brushRef="#br0" timeOffset="162950.06">17805 1065 6447 0,'-4'0'576'0,"2"0"-576"0,-1 0 0 0,2 0 0 16,1 0 448-16,-1 0-32 0,-1 0 0 0,-3-3 0 15,-2 2 1120-15,2 1 240 0,-1-5 32 0,3 1 16 16,0 2 112-16,4 0 32 0,2-1 0 0,5 3 0 15,5-3-864-15,7 3-160 0,6 0-48 0,4 3 0 16,4 0-352-16,5-1-80 0,8 0-16 0,3 1 0 16,1 0 80-16,-2 0 16 0,-1-3 0 0,-2-5 0 15,-5 4-304-15,-4-3-64 0,-2 1-16 0,-5 0 0 16,0 0-160-16,-5 1 0 0,-3 2 0 0,-3-1 0 16,-5 4 0-16,-1 0-144 0,-4 0 144 0,-5 4 0 15,-2-1-272-15</inkml:trace>
  <inkml:trace contextRef="#ctx0" brushRef="#br0" timeOffset="163149.75">18165 767 17503 0,'-7'0'768'0,"4"1"176"0,1 5-752 0,0 0-192 15,2 0 0-15,2 0 0 0,-1 4 736 0,1 5 112 16,2 11 32-16,2 10 0 0,0 14 1232 0,2 6 256 15,-2 7 64-15,0 2 0 0,-1 0-800 0,0-2-160 16,-2-3-16-16,-1-6-16 0,-1-6-1072 0,2-1-224 16,-2-3-144-16,4-5-15392 0</inkml:trace>
  <inkml:trace contextRef="#ctx1" brushRef="#br0" timeOffset="42399.63">25390 4016 0</inkml:trace>
  <inkml:trace contextRef="#ctx0" brushRef="#br0" timeOffset="164750.06">13164 9277 20271 0,'-45'13'1792'0,"7"-4"-1424"0,0 3-368 0,7-2 0 16,10-4 0-16,4 1 0 0,-9 6 0 0,-20 7-128 15,-27 13 128-15,-22 16 256 0,-13 8-64 0,3 2-16 16,8 4-176-16,8 1 0 0,9 3 0 0,10 1 128 0,8-1 256 16,8 3 32-16,4 6 16 0,7-1 0 0,7 1 80 0,6-1 32 15,8-4 0-15,5 5 0 0,6 8-128 0,7 2-32 16,7-6 0-16,4-5 0 0,7-5-384 0,7 1 0 16,11 6 0-16,9-1 0 0,10-2 0 0,9 0 0 15,8-4 0-15,6-4 0 0,4-2-208 0,12 2 80 16,14-3 128-16,1-9-208 0,-3-9 208 0,-6-11-144 15,0-11 144-15,3-13-128 0,3-14 128 0,-7-12-160 16,-8-4 160-16,0-17-160 0,4-14 160 0,-5-12 192 16,-2-4-32-16,-8-6-16 0,-10 0 432 0,-1-4 64 15,-3-5 32-15,-4-8 0 0,-5-4 480 0,-6-4 80 16,-5-1 32-16,-4-2 0 0,-6-3 144 0,-2 2 16 16,-3 5 16-16,-3 1 0 0,-4 6-800 0,-3 4-144 15,-2 2-48-15,-5 4 0 0,-3 6-304 0,-7 6-144 0,-5 8 128 0,-7-1-128 16,-8 4 0-16,-7 4-320 0,-4 2 48 0,-8 7 16 31,-4 3-1104-31,-9 6-224 0,-5 9-32 0,-6 4-8704 0,-6 3-1744 0</inkml:trace>
  <inkml:trace contextRef="#ctx1" brushRef="#br0" timeOffset="44299.48">26619 4659 0,'0'0'0,"-128"60"15,29-12 1,3-7 0,21-23-1,32-30 1,43-30 0,33-20-1,14 1 1</inkml:trace>
  <inkml:trace contextRef="#ctx0" brushRef="#br0" timeOffset="165816.1">19426 644 10127 0,'-1'-16'896'0,"0"6"-704"0,0 1-192 0,-1 6 0 0,1-1 160 15,0 3 0-15,-2 0 0 0,0-2 0 0,-4 2 864 0,0-4 192 16,-5 4 16-16,-2-2 16 0,-2 7 416 0,0 2 96 15,0 6 16-15,2 7 0 0,1 6-608 0,-1 8-112 16,3 7-32-16,0 8 0 0,2-1-192 0,0 4-64 16,1 8 0-16,-1 8 0 0,2 8-192 0,2 2-64 15,2-4 0-15,5-6 0 0,4-12-304 0,0-13-64 16,4-5-16-16,2-7 0 0,2-5-128 0,2-5-192 16,1-3 32-16,2-3-8752 15,-1-6-1760-15</inkml:trace>
  <inkml:trace contextRef="#ctx0" brushRef="#br0" timeOffset="166100.2">19589 995 15663 0,'4'-10'1392'0,"2"4"-1120"0,3 3-272 0,-2-2 0 15,0 3 960-15,-2 0 144 0,1 1 32 0,2-2 0 16,7-1-400-16,4 2-80 0,3-2-16 0,2 4 0 16,-3 4 608-16,-3 0 112 0,-3 6 32 0,-4 4 0 15,-2 2-1008-15,-4 5-192 0,-2 7-32 0,-3 3-16 16,0 0 48-16,-1 1 0 0,-1-4 0 0,0-2 0 0,2-4-192 0,2-3 160 16,0-3-160-16,3-4 160 0,1-3-160 0,3-3 0 15,0-2 0-15,0-7 0 0,4 0 0 0,0-3-272 16</inkml:trace>
  <inkml:trace contextRef="#ctx0" brushRef="#br0" timeOffset="166249.85">19879 569 15663 0,'-3'3'688'0,"3"4"144"0,2 1-656 0,0 1-176 16,2-3 0-16,-3 1 0 0,1 0 144 0,2 5 0 15,2 8 0-15,2 8 0 0,2 7-144 0,1 6-192 16,0 2 32-16</inkml:trace>
  <inkml:trace contextRef="#ctx0" brushRef="#br0" timeOffset="166537.1">20267 1304 21183 0,'4'0'944'0,"-2"2"192"16,1 0-912-16,-1-2-224 0,-1 3 0 0,-1-2 0 0,0 1 1408 0,0 5 224 15,2 0 48-15,-2 4 16 16,0 5 96-16,-2 0 0 0,1 4 16 0,-3 2 0 0,1 2-1312 0,-1-1-272 15,0 4-48-15,-1-1-16 0,3 5-160 0,-1-2 0 16,3-3 0-16,0-6 0 0,3-2-144 0,1-3 144 16,1-5-192-16,1-3-9920 15,0-2-1984-15</inkml:trace>
  <inkml:trace contextRef="#ctx0" brushRef="#br0" timeOffset="166899.88">20466 1184 16575 0,'-6'-3'1472'0,"4"3"-1168"0,0-3-304 0,2 3 0 16,2 0 960-16,-1 0 144 0,1-2 32 0,3 2 0 16,4 0 1072-16,4 0 224 0,7-1 32 0,5 1 16 0,3 0-848 0,3 0-160 15,3-3-48-15,-1 1 0 0,-1 0-608 0,-1 0-128 16,-1-2-32-16,-2 1 0 0,-1 0-240 0,-2-1-48 15,-4 4-16-15,-2 0 0 0,-2 0-352 0,-3 0 128 16,-2 2-128-16,-3 0 0 0,-3 2 0 0,-2-1 0 16</inkml:trace>
  <inkml:trace contextRef="#ctx0" brushRef="#br0" timeOffset="167616.24">21322 1008 20271 0,'-1'-4'1792'0,"-1"1"-1424"0,2 3-368 0,2-2 0 16,-2 1 832-16,1 1 112 0,0-4 16 0,2-1 0 15,2-2 1088-15,1-2 208 0,5 0 48 0,1-2 16 16,4 3-976-16,2-2-192 0,0 0-32 0,2 4-16 15,0-1-656-15,-2 1-128 0,1 3-16 0,-2 3-16 16,-2 0 32-16,-1 3 0 0,-2 3 0 0,-3 4 0 16,-2 3-320-16,-2 3 160 0,-1 2-160 0,-1 7 128 15,-4 5-128-15,0 7 0 0,-3-3 0 0,0 5 0 16,1-1 128-16,-1-1-128 0,2-5 0 0,-1-3 128 16,3-3-128-16,0-4 0 0,1-1 144 0,2-5-144 15,-1-2 0-15,2 1 128 0,1-3-128 0,0 0 0 16,-1-2 0-16,-1-2 0 0,0 0 0 0,0-2-192 0,1 2 0 0,-1 1 0 15</inkml:trace>
  <inkml:trace contextRef="#ctx0" brushRef="#br0" timeOffset="167818.97">21612 732 26719 0,'0'-6'1184'0,"2"3"240"0,-1 3-1136 0,1 0-288 16,1 3 0-16,-2 0 0 0,2 0 368 0,2 4 16 16,1 6 0-16,2 3 0 0,2 5 1552 0,0 1 320 0,-1 0 64 0,-2 1 16 15,1-4-1744-15,-2 2-336 0,0 2-80 0,0-4-16 16,-1 2-160-16,0 2-224 0,1 3 48 16,2-2 16-16</inkml:trace>
  <inkml:trace contextRef="#ctx0" brushRef="#br0" timeOffset="168699.74">21923 1233 8287 0,'-1'0'736'0,"-1"0"-592"16,1 2-144-16,1-2 0 0,0 0 256 0,0 0 0 16,-1 0 16-16,0 0 0 0,1 3 1328 0,-2-3 272 15,2 0 48-15,0 0 16 0,0 0-736 0,0 0-160 16,0 0-16-16,0 0-16 0,0 0-16 0,21-7 0 15,-16 7 0-15,0-2 0 0,0 0-288 0,0 0-48 16,0 0-16-16,0-2 0 0,0 2-128 0,0 0-16 16,-1 0-16-16,-1-2 0 0,1 2-144 0,-1 2-16 15,-1-3-16-15,1 2 0 0,-2 1 0 0,1 0 0 0,-1-2 0 0,1 2 0 16,-2 0 16-16,1 0 0 0,-1 0 0 0,0 0 0 16,0 2-16-16,-1-2 0 0,-1 1 0 0,2-1 0 15,0 0-112-15,0 0-32 0,0 0 0 0,0 0 0 16,0 0 32-16,0 0 16 0,0 0 0 0,-13 16 0 15,12-13-32-15,-1-1-16 0,2 0 0 0,-1 0 0 16,1 0 32-16,0-2 0 0,0 2 0 0,0 0 0 16,0 1-192-16,1-3 160 0,-1 1-160 0,2 1 160 15,-2-2-160-15,1 3 160 0,-1-3-160 0,0 1 160 16,1 2-160-16,-1-3 128 0,1 0-128 0,-1 1 128 16,0 1 0-16,0-2 0 0,2 0 0 0,-2 0 0 15,0 0 32-15,0 0 0 0,0 0 0 0,0 0 0 16,0 0 0-16,0 0 0 0,0 0 0 0,0 0 0 15,0 0-16-15,0 0 0 0,0 0 0 0,0 0 0 0,0 0 16 0,0 0 0 16,0 0 0-16,0 0 0 0,0 0-16 0,0 0 0 16,0 0 0-16,0 0 0 0,0 0 0 0,0 0 0 15,0 0 0-15,0 0 0 0,0 0 16 0,0 0 0 16,0 0 0-16,0 0 0 0,0 0-32 0,0 0-128 16,0 0 192-16,0 0-64 0,0 0-128 0,0 0 0 15,17-13 0-15,-13 13 128 0,-2 0-128 0,2 0 0 16,1 0 0-16,0 0 128 0,-2 0-128 0,4 1 0 15,0 1 0-15,0 1 0 0,1-2 0 0,-1 2 0 16,1 0 0-16,-2 0 0 0,0 3 0 0,-2-2 0 16,-1 2 0-16,-1 0 0 0,-4 1 0 0,0 5 0 0,-2-3 0 15,-2-1 0-15,-1 3 0 0,-1-1 0 16,-3 2 0-16,1-1 0 0,-1 1 0 0,0 0 0 0,0-1 144 16,-2 1-144-16,1 1 0 0,1-1 0 0,-1-3 0 0,0 1-128 15,0 0 128-15,2-4 0 0,3 0 160 0,1 0-160 16,2-2 0-16,0 0 0 0,4-2 0 0,0 0 0 15,4-2 0-15,1 0 0 0,2 0 0 0,3 0 0 16,1 0 0-16,3-2 0 0,1 0 0 0,1 2 0 16,2 0 0-16,2-2 176 0,1 2-176 0,-1-2 160 15,0 2-160-15,0-3 0 0,-3 2 0 0,-1 1 0 16,-1-2 0-16,-3 2 128 0,-3 0-128 0,-3 2 0 16,-2-1 0-16,-3 4 0 0,-1-1-224 0,-1 0-17840 15</inkml:trace>
  <inkml:trace contextRef="#ctx0" brushRef="#br0" timeOffset="169633.92">22424 745 18431 0,'3'-7'1632'16,"1"5"-1312"-16,0 2-320 0,2 0 0 16,-1 2 576-16,-1 2 32 0,5-1 16 0,10 4 0 0,6 3 1040 0,3 6 224 15,3 8 32-15,0 5 16 0,-3 3-336 0,-2 5-64 16,-3 0 0-16,-5 5-16 0,0 5-976 0,-5 4-192 16,-4-3-32-16,-4 2-16 0,-4 0-304 0,-3-3 0 15,-5 2 128-15,0-9-128 0,-3-1 0 0,-4-5 0 16,0 1 0-16,-5 0 0 0,-1-1 0 0,-2 1 0 15,0-6 0-15,-1-1 0 0,2-9 0 0,3-4 0 16,-1-4 0-16,2-6 0 0,2-1-368 0</inkml:trace>
  <inkml:trace contextRef="#ctx0" brushRef="#br0" timeOffset="170166.37">23193 802 17503 0,'1'-3'1552'0,"-1"0"-1232"15,0 3-320-15,1 0 0 0,-1 0 784 0,0 3 112 16,0-3 0-16,1 0 16 0,-1 3 1664 0,0 4 336 16,-1 5 64-16,-1 0 16 0,-1 7-1424 0,1-2-288 15,-2 4-48-15,2 1-16 0,-2 7-832 0,1 3-192 16,2 6-16-16,2 2-16 0,3 0 0 0,4-6 0 16,3-3 0-16,1-6 0 0,4-3 32 0,1-5 0 0,2 1 0 0,0-5 0 15,-1 0-192-15,-1-1 128 0,1-2-128 0,-2-1 128 16,-4-2-128-16,-1 2 0 0,-2-2 0 0,-3 2 0 15,-2-3 0-15,-3 0 0 0,-2-2-128 0,-3 2 128 16,-2 0 0-16,-1-2 0 0,-2 2 0 0,-3 0 0 16,-2 0-192-16,-2 1 192 0,-1-1-160 0,-2 0-10976 15,0 0-2208-15</inkml:trace>
  <inkml:trace contextRef="#ctx0" brushRef="#br0" timeOffset="170433.06">23194 948 27647 0,'7'-7'1216'0,"1"3"256"0,0 2-1168 0,-4 2-304 16,1 0 0-16,3 0 0 0,-2-3 272 0,1 3 0 16,8 0 0-16,8 0 0 0,5 0 1264 0,4 0 240 15,-2 0 48-15,-1 0 16 0,-3 0-1376 0,0 0-272 16,-2 0-48-16,-3 0-15936 0</inkml:trace>
  <inkml:trace contextRef="#ctx0" brushRef="#br0" timeOffset="172968.46">17440 12201 9215 0,'-5'0'816'15,"0"-2"-656"-15,3 1-160 0,-1-1 0 16,1 2 0-16,-2-1 160 0,-3 1-160 0,-4-4 160 16,-4 2-160-16,-2-2 0 0,-1-1 0 0,0-1 0 0,0 2 0 0,1 1 0 15,0-3 0-15,-3 2 0 0,0 1 0 0,-2 0 0 16,-3 3 0-16,-2-3 0 0,-1 3 640 0,-5 0 32 15,0 3 16-15,-5 0 0 0,-1 1-208 0,-3 1-32 16,-2 1-16-16,-3 2 0 0,1 0-432 0,-5-2 0 16,-4 4 0-16,-6 0 0 0,-2 5 0 0,-1 2 0 15,2 6 0-15,4 4 0 0,3 3-192 0,4 9 0 16,1 6-16-16,1 5 0 0,2 2 208 0,-2 4 160 16,1 1-32-16,0-3 0 0,2-1 256 0,2-2 64 15,-1 2 0-15,1 5 0 0,2 5-448 0,2 3 128 16,3 3-128-16,4-1 0 15,-1 1-304-15,3 1-144 0,3-4-16 0,4 4-16 16,5 1-112-16,4 0-32 0,5 1 0 0,6-4 0 0,4 1 624 0,6 4 0 16,3 5 0-16,3 1 0 0,3-4 0 0,5-2 0 0,2-2 192 15,3-4-64-15,3-2 32 0,4-4 0 0,4 1 0 0,5-4 0 16,5-1 32-16,8-4 0 0,8-5 0 0,7-5 0 16,6-2-192-16,2-3 0 0,-2-7-160 0,0-1 160 15,2-5-176-15,7-3 176 0,12-3-192 0,-4-7 192 16,-11-5-192-16,5-4 192 0,3-7-192 0,4-5 192 15,3-3-192-15,-3-4 64 0,-4-4 128 0,-1-7-208 16,2-3 64-16,0-1 16 0,-1-3 0 0,-7-5 0 16,-9 1-48-16,-3-5 0 0,1-2 0 0,-5-4 0 15,1-6 304-15,-9-1 64 0,-5-5 16 0,-9 0 0 16,-7 2 816-16,-10-7 176 0,-6-2 16 0,-9-3 16 16,-4-5 848-16,-4 0 160 0,-4-4 48 0,-3 5 0 15,-3 2-816-15,-5 4-176 0,-5-2-16 0,-5 2-16 0,-4 6-1088 0,-7 0-176 16</inkml:trace>
  <inkml:trace contextRef="#ctx1" brushRef="#br0" timeOffset="52763.94">31307 5221 0,'0'0'15,"0"0"-15,0 0 16,0 0 0,0 0-1,0 0 1,0 0-1,0 0 1,0 0 0,-16 70-1,-21-41 1,-107 70 0</inkml:trace>
  <inkml:trace contextRef="#ctx0" brushRef="#br0" timeOffset="174649.35">23994 1077 11055 0,'-4'1'976'0,"1"2"-784"15,1-1-192-15,2-1 0 0,2 2 576 0,0-1 64 16,-1 2 0-16,3 2 16 0,3 4 432 0,6-1 96 16,7 1 16-16,6-3 0 0,4-2 48 0,6-4 16 15,4-2 0-15,2-2 0 0,-1-3-240 0,0-1-64 16,1 1 0-16,-3-3 0 0,0 2-688 0,-7 0-144 15,-4 5-128-15,-3-2 192 0,-4 2-192 0,-3 2 0 16,-2 2 0-16,-4 0-176 0,-4 2-16 0,-2 0 0 16</inkml:trace>
  <inkml:trace contextRef="#ctx0" brushRef="#br0" timeOffset="174833.83">24397 760 15663 0,'-1'4'688'0,"1"-1"144"0,1 4-656 0,0-1-176 0,1 3 0 0,-2-3 0 15,1 4 1040-15,0 8 176 0,2 11 48 0,-1 13 0 16,1 17 208-16,-2 12 64 0,-1 10 0 0,1 1 0 16,-2-5-1024-16,-2-2-208 0,1-2-48 0,2-4 0 15,1-2-400-15</inkml:trace>
  <inkml:trace contextRef="#ctx0" brushRef="#br0" timeOffset="175799.98">25275 749 3679 0,'0'-1'320'0,"0"1"-320"0,0-3 0 15,0 3 0-15,0 0 848 0,0 0 112 0,0-3 0 0,-1 0 16 16,1 2 176-16,-1-4 48 0,1 1 0 0,0 1 0 16,0 0-480-16,0 1-80 0,0 1-32 0,0-2 0 15,0 3-352-15,0 0-64 0,0 0 0 0,-2 0-16 16,2 0-176-16,-1 0 0 0,1 0 0 0,0 0 0 16,0 0 192-16,0 0-64 0,0 0 0 0,0 0 0 15,0 0 320-15,0 0 64 0,-15 16 16 0,14-13 0 16,0-1 32-16,0-2 0 0,-1 1 0 0,1 2 0 15,0-3-48-15,0 0 0 0,1 1 0 0,-2 1 0 16,2-2-144-16,0 0-48 0,0 0 0 0,0 0 0 16,0 0-64-16,0 0 0 0,0 0-16 0,0 0 0 15,0 0 80-15,0 0 0 0,0 0 16 0,0 0 0 0,0 0 208 0,-11 19 32 16,9-16 16-16,-2 1 0 0,-1 5 320 0,-1 0 64 16,0 2 16-16,-2 4 0 0,1 1-112 0,0 2-32 15,-1-2 0-15,1 4 0 0,1 4-240 0,-1 3-48 16,0 6-16-16,1 8 0 0,0 1-32 0,2 5 0 15,0 1 0-15,3 2 0 0,2-6-192 0,2-3-64 16,2-6 0-16,2-3 0 0,0-6-256 0,3-4 0 16,1-1 0-16,2-5 0 0,-2-2-176 0,3-3 176 15,-1-1-192-15,-1-4 192 16,2-2-576-16,-2-2 0 0</inkml:trace>
  <inkml:trace contextRef="#ctx0" brushRef="#br0" timeOffset="176033.05">25381 1115 6447 0,'5'-10'576'0,"-2"4"-576"0,1 0 0 0,-1 2 0 15,2 2 768-15,-1-2 64 0,1 4 0 0,2-5 0 16,4 0 896-16,4-3 192 0,5-2 48 0,0 1 0 16,1 5 464-16,-1-2 80 0,-2 4 32 0,-2 4 0 15,-3 4-912-15,-3 4-176 0,-3 9-48 0,-3 1 0 16,-3 7-800-16,-2 1-160 0,-3 7-48 0,-2 3 0 15,0-2-160-15,-1 1-48 0,2-6 0 0,2-3 0 16,0-8-192-16,3 2 0 0,2-2 0 0,0 1 0 16,3-2-256-16,0-3 64 0,2-4 16 0,1-2-14192 15</inkml:trace>
  <inkml:trace contextRef="#ctx0" brushRef="#br0" timeOffset="176200.4">25649 767 10127 0,'1'-12'896'0,"0"6"-704"16,1 2-192-16,0 4 0 0,0 0 816 0,-1 3 128 15,1-2 16-15,0 4 16 0,3 3 1040 0,0 4 208 16,4 4 32-16,-1 5 16 0,2 1-1440 0,-1 4-272 16,0-1-64-16,-2 0-16 0,2 3-672 0</inkml:trace>
  <inkml:trace contextRef="#ctx0" brushRef="#br0" timeOffset="176537.32">26000 1353 12895 0,'0'0'1152'0,"0"2"-928"15,0-1-224-15,0 1 0 0,1-1 1088 0,-1 1 192 16,0 2 16-16,0-1 16 0,1 3 1424 0,0 4 272 15,1 2 64-15,-1 0 16 0,0 4-1744 0,0 2-336 16,1-1-80-16,-1 0-16 0,1 1-784 0,0-1-128 16,0-1 0-16,1-1-9536 15,0-2-1792-15</inkml:trace>
  <inkml:trace contextRef="#ctx0" brushRef="#br0" timeOffset="176733.09">26235 1178 18431 0,'1'-2'816'0,"1"1"160"0,1 1-784 0,-1 0-192 0,1 1 0 0,-1-1 0 16,2 0 1632-16,1 2 288 0,4 1 48 0,2-3 16 15,4 3-880-15,3 0-160 0,1 1-48 0,0-3 0 16,1 1-896-16,0 1 0 0,-1-3 0 0,0 4-12768 15</inkml:trace>
  <inkml:trace contextRef="#ctx0" brushRef="#br0" timeOffset="177136.47">26801 1067 25791 0,'2'-6'2304'0,"1"0"-1856"0,-1 3-448 0,1 2 0 16,-1 0 688-16,1-1 32 0,1 2 16 0,2-3 0 15,2-3 1280-15,4-1 256 0,2 5 48 0,1-2 16 16,0 5-1632-16,-3 6-336 0,1 4-64 0,-5 5-16 16,-1 4-288-16,-4 2 0 0,-1 6 0 0,-4 4 0 15,0 6 0-15,-3-1 0 0,-1 1 0 0,1-2 0 16,1-5-128-16,2-3 128 0,0-2 0 0,2 1-144 15,3-3 144-15,-2-3-128 0,3-5 128 0,-1 0-128 16,1-4 128-16,1-3-208 0,-1-4 80 0,0 0-16368 16</inkml:trace>
  <inkml:trace contextRef="#ctx0" brushRef="#br0" timeOffset="177301.76">27085 783 17503 0,'-3'-3'1552'0,"0"1"-1232"16,2 4-320-16,0-2 0 0,1 3 1328 0,0 0 208 16,0 0 32-16,-1 3 16 0,1 1 848 0,1 3 192 15,0 5 16-15,1 1 16 0,1 3-2080 0,2 3-400 16,0 1-176-16,0 5 128 0</inkml:trace>
  <inkml:trace contextRef="#ctx0" brushRef="#br0" timeOffset="177868.04">27322 1254 19343 0,'0'-3'848'0,"0"1"192"0,0 1-832 0,0 1-208 15,0-3 0-15,1 3 0 0,0 0 1952 0,0 0 352 16,2 0 64-16,0 0 0 0,4 0-704 0,1 3-128 16,1 0-48-16,1 0 0 0,1 0-944 0,1 1-192 15,2 1-32-15,1 0-16 0,-2 0-304 0,2 1 160 16,0-2-160-16,1 2 128 0,-2 0-128 0,-2-2 128 16,-2 2-128-16,-3 0 128 0,0 1-128 0,-5-1 0 15,-1 0 0-15,-3 1 0 0,-3 4 0 0,-4-1 0 16,-1 0 0-16,-2 3 0 0,0 0 0 0,-3 2 0 15,1 1 128-15,1 0-128 0,0 0 0 0,3-1 0 0,4-3 0 16,1 0 0-16,3 0 0 0,2-1 192 0,2 0-192 0,4 0 192 16,3-4 48-16,1 0 16 0,2-5 0 0,1 2 0 15,2-1 96-15,-3-2 32 0,-1 1 0 0,0 1 0 16,-3-2-128-16,-2 1-32 0,-3 1 0 0,-1 1 0 16,-4 2-224-16,-2 1 0 0,-4 2 0 0,-3 3 0 15,-4 1 0-15,-1 0 0 0,-3 2 0 0,0 1-160 16,-2 0 32-16,1 0 0 0,0-1 0 0,0 1-11120 15,3-5-2208-15</inkml:trace>
  <inkml:trace contextRef="#ctx0" brushRef="#br0" timeOffset="178116.99">27871 783 19343 0,'12'6'1728'0,"-5"-3"-1392"16,3 4-336-16,-1-1 0 0,-3-2 576 0,-1-1 32 15,1 3 16-15,4 4 0 0,6 5 2080 0,6 7 432 16,3 7 64-16,1 2 32 0,1 8-1600 0,-2 5-320 16,-3-2-64-16,-4 3-16 0,-5 0-864 0,-5-3-176 15,-5 3-48-15,-5-5 0 0,-7 1-144 0,-3-6 0 16,-3-1 0-16,-5 1 0 0,-4 3 0 0,-6 3 0 15,-5 4-176-15,-2-2-16720 0</inkml:trace>
  <inkml:trace contextRef="#ctx0" brushRef="#br0" timeOffset="179033.79">28516 1192 15663 0,'16'-10'1392'0,"-6"6"-1120"16,1-2-272-16,0 2 0 0,-1 4 480 0,-4-2 32 0,3 2 16 0,6 0 0 15,7-3 1312-15,8 3 256 0,1 3 48 0,-2 1 16 16,-4 2-880-16,-5 2-192 0,-5 5-16 0,-7-1-16 16,-3 2-864-16,-3 2-192 0,-7 2 0 0,-4 5 0 15,-2-4 0-15,-1 3 0 0,-3 0 160 0,-1-4-160 16,2-2 464-16,0 0 16 0,0 3 0 0,-1-3 0 15,4-4 480-15,-1 2 80 0,4 1 32 0,2-3 0 16,2 1-608-16,3-3-112 0,2-1-32 0,5 0 0 16,3 1-320-16,2-4 0 0,5 0-160 0,3-2 160 15,0-1-416-15</inkml:trace>
  <inkml:trace contextRef="#ctx0" brushRef="#br0" timeOffset="179299.8">29061 1397 15663 0,'-9'16'688'15,"4"-5"144"-15,1-1-656 0,3-1-176 0,1-4 0 0,0-3 0 0,2 2 1104 0,1 2 192 16,3 4 48-16,2 3 0 0,6 1 1408 0,5-4 304 16,3-4 48-16,3-3 16 0,1-3-1696 0,0-5-336 15,-1-2-64-15,-1-3 0 0,-2-3-512 0,-3 1-112 16,-3-3-16-16,-3 1 0 0,-4 2-128 0,-3 2-48 15,-2 0 0-15,-4 2 0 0,-1-1 160 0,-4 3 16 16,-3 1 16-16,-3-1 0 0,-4 1-224 0,-2 1-48 16,-1-2-128-16,-5 2 192 0,0-2-192 0,-1 0 0 0,1 2 0 15,1-2-160 1,2 2-320-16,4 2-64 0,3 2-16 0,3 1 0 0</inkml:trace>
  <inkml:trace contextRef="#ctx0" brushRef="#br0" timeOffset="179800.16">29913 992 26719 0,'2'-4'2368'0,"0"4"-1888"16,2 0-480-16,0 0 0 0,-1 0 1232 0,2 0 160 0,1 0 16 0,6 0 16 15,5 0 256-15,5 0 48 0,8 0 16 0,3 1 0 16,5 2-1056-16,1-2-224 0,-2 1-32 0,0 1-16 15,-2-2-256-15,-3 1-160 0,-1-2 192 0,-3 3-192 16,-1-3 128-16,-2 0-128 0,-1 0 0 0,-5 0 0 16,0 0 0-16,-4 1 0 0,-4 2 0 0,-2-1 0 15,-5 2 0-15,-1 2-176 0</inkml:trace>
  <inkml:trace contextRef="#ctx0" brushRef="#br0" timeOffset="180016.76">29906 1327 22863 0,'10'-4'496'16,"-1"2"96"-16,2-1 32 0,-1 2 32 0,-2 1-528 0,-2 0-128 0,2 0 0 0,4 0 0 0,10 0 2320 0,4-3 432 15,5 6 96-15,1-3 16 0,-3 4-1584 0,-3-1-304 16,-5 2-64-16,-1 3-16 0,-4-2-896 0,-1 2 0 15,-3-1 0-15,0 0-224 16,1 2-256-16,-2-3-48 0,0-1-16 0,-1 0-14880 0</inkml:trace>
  <inkml:trace contextRef="#ctx0" brushRef="#br0" timeOffset="180333.14">30802 1119 23951 0,'-3'5'2128'0,"-2"2"-1696"0,2 2-432 0,1-3 0 16,-1 0 1136-16,1 2 144 0,-4 7 16 0,-2 4 16 16,-2 12 944-16,-1 1 192 0,3 6 48 0,1-4 0 15,6-2-1728-15,5-7-320 0,5-1-80 0,4-6-16 16,3-4-352-16,5-3 128 0,2-5-128 0,4-6 0 15,4-2 496-15,2-5 16 0,3-3 16 0,0-2 0 0,1-4-208 0,-1 0-32 16,0-6-16-16,-3-1 0 0,-3 1-16 0,-6 1-16 16,-4-4 0-16,-5 2 0 0,-5 1-48 0,-5-1 0 15,-5-1 0-15,-6 1 0 0,-3-1 64 0,-7-2 16 16,-3 1 0-16,-4 3 0 0,-1-1-272 0,-4 5 0 16,-5 4 0-16,-2 6 0 0,3 5 0 0,1 2 0 15,0 7 0-15,1 2 0 0,2 1-224 0</inkml:trace>
  <inkml:trace contextRef="#ctx1" brushRef="#br0" timeOffset="63282.38">0 8572 0,'0'0'0,"0"0"0,0 0 0,0 0 0,0 0 0,0 0 0</inkml:trace>
  <inkml:trace contextRef="#ctx0" brushRef="#br0" timeOffset="185100.13">12174 1902 15663 0,'0'-6'1392'0,"0"1"-1120"15,1 3-272-15,-1 0 0 0,1 1 1200 0,1 1 176 16,0-3 32-16,2 1 16 0,3 0 512 0,1 4 112 16,3 4 0-16,0 6 16 0,0 3-720 0,-1 7-160 15,0 7-32-15,0 5 0 0,-2 12-352 0,0 7-80 16,-2 4-16-16,-2 0 0 0,-3 0-384 0,0-6-64 0,0-7-32 0,-2 1 0 16,1-2-224-16,1-5-160 0,2-3 32 0,-1-9 0 15,3-5-80-15,0-9-16 0,1-4 0 0,1-6-15216 16</inkml:trace>
  <inkml:trace contextRef="#ctx0" brushRef="#br0" timeOffset="185317.69">12664 1976 7359 0,'-5'-8'656'0,"0"5"-528"0,0 0-128 0,-2 3 0 15,1 0 928-15,0 3 160 0,-1-2 16 0,-4 5 16 16,-9 3 288-16,-7 7 64 0,-10 6 16 0,-8 9 0 15,-2 4-128-15,4 3-16 0,6-3-16 0,7-1 0 16,6-2 64-16,8-3 16 0,8-4 0 0,5-3 0 0,6-5 128 0,3 1 48 16,4-2 0-16,3-3 0 0,5 0-368 0,1-1-80 15,4-2-16-15,1 0 0 0,4-2-624 0,1-1-128 16,4-1-32-16,0-3 0 0,0 1-336 0,-1-1 0 16,1-1 0-16,-6-2 128 0,-1 1-128 0</inkml:trace>
  <inkml:trace contextRef="#ctx0" brushRef="#br0" timeOffset="185882.95">12838 2011 13823 0,'-5'-10'1216'0,"2"6"-960"16,2 0-256-16,0 2 0 0,1-1 1664 0,0 3 304 15,1 3 48-15,0-3 16 0,2 3-432 0,1 4-96 16,2 5-16-16,2 7 0 0,4 5-176 0,-1 8-32 15,0 7-16-15,-1 2 0 0,1 3-928 0,-2-1-176 16,-1-1-32-16,0-4-128 0,0-3 0 0,1 2 0 16,1 2 0-16,1-5 0 0,1-5 0 0,1-3 0 15,0-5 0-15,0-8 0 0,1-4 816 0,-1-5 48 16,-1-4 16-16,1-6 0 0,-1-1 592 0,-2-2 112 0,0-6 16 16,0-3 16-16,1-6-960 0,2-5-192 0,1-3-32 0,0-5-16 15,2-1-288-15,0-7-128 0,-1 2 0 0,-1-2 128 16,-1 1-128-16,-3-1 0 0,-3 11 0 0,-1-5 0 15,-1 5 0-15,0-1-144 0,-1 4 144 0,0 9-18688 16</inkml:trace>
  <inkml:trace contextRef="#ctx0" brushRef="#br0" timeOffset="186382.3">13627 2004 19343 0,'2'7'1728'0,"1"-1"-1392"0,-2 0-336 0,-1-1 0 15,0 2 448-15,0 3 32 0,-1 12 0 0,0 13 0 16,-3 15 224-16,-2 1 32 0,-3 1 16 0,-1-3 0 16,0-5-560-16,0-7-192 0,2-1 144 0,-1-5-144 15,3-3 0-15,1-4 0 0,2-3 0 0,3-5 0 16,3-4 304-16,3-4-32 0,3-2 0 0,1-1 0 16,2-5 1264-16,2 0 256 0,3 0 64 0,-1-3 0 15,2 0-256-15,1 3-64 0,0 0 0 0,-1 0 0 16,2 0-1008-16,0 1-208 0,1-1-32 0,-2 2-16 15,0-2-272-15,0 3 0 0,-1-3 0 0,1 1 0 16,-3 2-144-16,-1-3 16 0</inkml:trace>
  <inkml:trace contextRef="#ctx0" brushRef="#br0" timeOffset="186649.98">14186 2370 17503 0,'10'-2'768'0,"-5"2"176"0,1 2-752 0,-1-2-192 15,-3 0 0-15,-1 3 0 0,2-2 896 0,1 2 160 16,1 3 32-16,-1 2 0 0,3 2 640 0,-2 4 128 0,-3 4 16 0,-2-1 16 16,-1 4-1392-16,-2-2-288 0,-2 4-48 0,0-1-16 15,2 0-144-15,-1-1 192 0,2-5-192 0,3 0 192 16,1-3 256-16,3-6 64 0,4 2 16 0,1-7 0 15,2-2-64-15,2 0-16 0,3-2 0 0,0-4 0 16,2-1-448-16,1-3 0 0,2 1 0 0,1-3-14496 16</inkml:trace>
  <inkml:trace contextRef="#ctx0" brushRef="#br0" timeOffset="186817.7">14939 2269 17503 0,'8'0'768'16,"-3"0"176"-16,0 2-752 0,-1-2-192 0,0 0 0 0,-3 0 0 15,1 0 2176-15,2 0 416 0,4 0 80 0,-1 2 16 0,3 0-1408 0,-3 1-288 16,-1 0-48-16,-2 1-16 0,-4-1-784 0</inkml:trace>
  <inkml:trace contextRef="#ctx0" brushRef="#br0" timeOffset="186933.66">14965 2607 5519 0,'5'7'496'0,"-2"-3"-496"16,1 1 0-16,0-2 0 0,0 0 2816 0,-2-3 480 15,0 1 96-15,3 2 0 0,3 3 432 0,2-3 80 16,2 2 0-16,0-1 16 0,0 0-2208 0,-1-2-448 16</inkml:trace>
  <inkml:trace contextRef="#ctx0" brushRef="#br0" timeOffset="191833.63">15858 2393 16575 0,'0'-4'1472'0,"1"0"-1168"0,0 2-304 0,1-1 0 16,2 2 1136-16,0-1 160 0,2-5 48 0,3 0 0 15,6-8 864-15,3-1 176 0,7-2 48 0,2-2 0 16,2 1-1024-16,0-1-208 0,0 6-48 0,-5 0 0 15,-1 8-464-15,-5 3-112 0,-3 3 0 0,-4 8-16 16,-2 4-416-16,-3 4-144 0,-4 8 0 0,-2 2 144 16,0 2 80-16,-2 0 16 0,-2 5 0 0,1 1 0 0,-2 1 80 0,1 0 0 15,0 0 16-15,3-1 0 0,0-5-176 0,2-4-32 16,1-3-128-16,3-3 192 0,0-5-192 0,1-3 0 16,1-4 128-16,1-1-128 0,2-2-160 0,1-4-80 15,2-1-16-15,0-5-16864 16</inkml:trace>
  <inkml:trace contextRef="#ctx0" brushRef="#br0" timeOffset="191983.84">16203 1978 10127 0,'-3'-7'896'0,"1"1"-704"16,0 6-192-16,4 0 0 0,-1 1 1856 0,-1 1 352 15,-1 1 64-15,1 1 16 0,-2-1 576 0,2 7 112 0,0 5 32 0,2 1 0 16,0 9-1952-16,2 3-384 0,1 5-80 0,1 1-14144 15</inkml:trace>
  <inkml:trace contextRef="#ctx0" brushRef="#br0" timeOffset="192282.21">16481 2547 13823 0,'5'0'1216'0,"0"0"-960"16,0 0-256-16,-2 0 0 0,0 0 432 0,2 3 32 15,3-3 16-15,6 3 0 0,2 1 1680 0,3 5 336 16,-3 1 64-16,-3 2 0 0,-4 4-1648 0,-3-1-336 16,-5 1-64-16,-2 4 0 0,-1-2-512 0,-3 1 128 15,0-2-128-15,0 1 0 0,0-5 752 0,2-1 96 16,1-2 32-16,2-3 0 0,2-1 816 0,2-4 160 15,4-1 48-15,-1 2 0 0,3-6-1056 0,2 2-208 16,2-1-32-16,1-1-16 0,1 0-400 0,0-1-192 16,0 1 160-16,1 0-160 0,0-1 0 0,0-1 0 15,0 1-176-15,0 1-17104 0</inkml:trace>
  <inkml:trace contextRef="#ctx0" brushRef="#br0" timeOffset="193166.68">16873 2364 14735 0,'1'0'1312'0,"0"0"-1056"0,0 0-256 15,1 0 0-15,-1 0 752 0,0 0 80 16,2-1 32-16,2 1 0 0,2-3 1360 0,3 3 272 0,1-3 48 0,-1 0 16 16,2 1-1520-16,-3 1-288 0,-2 1-64 0,0 0-16 15,-4 0-672-15,0 3 0 0</inkml:trace>
  <inkml:trace contextRef="#ctx0" brushRef="#br0" timeOffset="193432.96">17302 2064 13823 0,'1'-4'1216'0,"0"2"-960"16,1 2-256-16,-2 2 0 0,1-2 1776 0,0 1 304 15,0 2 64-15,2 3 16 0,0 3 1136 0,2 4 224 16,0 7 64-16,0 3 0 0,-1 7-1680 0,-2 2-336 16,2 5-64-16,-3 2-16 0,1-1-992 0,-2 2-208 15,0 2-32-15,0 1-16 0,1 1-240 0,1 1 0 16,1-1 0-16,2-3-12048 16,1-5-2416-16</inkml:trace>
  <inkml:trace contextRef="#ctx0" brushRef="#br0" timeOffset="194807.63">17979 2405 9215 0,'-6'0'816'0,"1"0"-656"0,2 0-160 0,1 0 0 16,1 0 1408-16,0-2 240 0,-4 2 48 0,-1 0 16 15,-3 0 544-15,2-2 112 0,1 2 32 0,3-2 0 16,4 2-272-16,4-3-48 0,4 2-16 0,6 1 0 15,3-2-752-15,6 0-160 0,5 2-16 0,4 0-16 16,2-2-288-16,1 2-48 0,0 0-16 0,0 0 0 16,-3-3-464-16,-3 3-112 0,-3 0 0 0,-4 0-16 15,-4 0-176-15,-1 3 0 0,-2-3 0 0,-4 2 0 16,-1 2-224-16,-2-3 80 0,-3 4 16 0,-2-5-16960 16</inkml:trace>
  <inkml:trace contextRef="#ctx0" brushRef="#br0" timeOffset="194982.58">18218 2117 16575 0,'-4'4'736'0,"2"-2"160"0,-1 4-720 0,2 0-176 16,1-1 0-16,0 2 0 0,0 1 1840 0,0 8 336 16,1 10 64-16,-2 14 0 0,0 8 160 0,-1 2 32 15,-2 1 0-15,0 5 0 0,-1 5-1120 0,-1-2-224 16,0 5-32-16,0-3-16 0,-2 1-912 0</inkml:trace>
  <inkml:trace contextRef="#ctx0" brushRef="#br0" timeOffset="199684.4">19315 2135 14735 0,'-4'-2'1312'0,"1"2"-1056"15,-1-3-256-15,1 3 0 0,1 3 1280 0,-2-3 192 16,-3 2 32-16,-4 2 16 0,-4 4 896 0,-3 3 176 16,1 8 32-16,0 2 16 0,1 8-1344 0,2 3-272 15,4 9-48-15,4-2-16 0,1 2-192 0,4 6-32 16,2 10-16-16,3 4 0 0,2 1-112 0,3-2-32 15,1-3 0-15,2-3 0 0,2-4-272 0,-1-9-64 16,1-9-16-16,-2-4 0 0,3 1-224 0,0-4 0 16,-2-3 0-16,2 0 0 0,-1-5 0 0,-2 1-160 0,-2-5 160 0,-1 0-128 15,1 0 128-15,-3-2-128 0,-2-1 128 0,-1 0-11392 16,-1-6-2176-16</inkml:trace>
  <inkml:trace contextRef="#ctx0" brushRef="#br0" timeOffset="200548.81">19699 2608 13823 0,'0'-1'1216'0,"0"-2"-960"0,3-1-256 0,-1 2 0 15,0-2 752-15,1 1 96 0,4-4 32 0,2-8 0 16,6-1 832-16,3-6 160 0,1 1 48 0,1 4 0 16,0-1-608-16,-3 5-112 0,-1 3-32 0,-3 4 0 15,-3 6-672-15,-3 4-144 0,-1 4-32 0,-2 6 0 16,-2 4 64-16,-2 7 0 0,-1 7 0 0,-1 0 0 15,-1 3 496-15,1-2 96 0,1 3 32 0,-1-5 0 16,4-2-496-16,-1-7-80 0,4-2-32 0,0-4 0 16,2-4-224-16,0-2-48 0,2-4-128 0,1-1 192 15,-1-1-192-15,1-2 0 0,-1-2-144 0,1 0 144 16,-1 0-576-16,1-2-32 0</inkml:trace>
  <inkml:trace contextRef="#ctx0" brushRef="#br0" timeOffset="200716.45">19886 2269 11967 0,'0'-4'1072'0,"0"-2"-864"15,1 4-208-15,1 0 0 0,0 2 2048 0,1 0 384 16,0-1 64-16,4 0 0 0,0-2-32 0,4 3-16 16,0 4 0-16,2 5 0 0,-1-1-1808 0,-1 6-384 15,0 1-64-15,0 5-13632 16</inkml:trace>
  <inkml:trace contextRef="#ctx0" brushRef="#br0" timeOffset="200950.91">20289 2649 21183 0,'10'2'944'0,"-5"-2"192"0,1 0-912 0,-2 1-224 0,0 2 0 0,-3-3 0 15,1 2 0-15,1 2 0 0,2 5 0 0,0 1 0 16,0 2 512-16,-3 5 192 0,1 1 64 0,-3 1 0 16,0-3-592-16,-1 3-176 0,-1-3 0 0,2-1 0 15,2-2 256-15,-1-3-48 0,2-1-16 0,1-3 0 16,2 0 576-16,1-2 128 0,1-1 0 0,2-3 16 16,1-3-464-16,0-1-112 0,2 2-16 0,-1-2 0 15,2-2-320-15</inkml:trace>
  <inkml:trace contextRef="#ctx0" brushRef="#br0" timeOffset="201167.62">20657 2607 23951 0,'2'6'1056'0,"1"-5"224"0,0 1-1024 0,0 1-256 15,-1-2 0-15,2-1 0 0,0 3 1888 0,3-3 320 16,7 0 64-16,4 1 16 0,4-2-800 0,4 1-144 16,3-5-48-16,1 0 0 0,0 0-992 0,0-3-304 15,-1 2 128-15,-2 0-11056 0,-4 2-2208 16</inkml:trace>
  <inkml:trace contextRef="#ctx0" brushRef="#br0" timeOffset="202166.6">21520 2521 13823 0,'-2'-2'1216'0,"2"-1"-960"15,0 2-256-15,2 1 0 0,-1-2 880 0,0-1 128 16,0-1 16-16,1 1 16 0,1-6 1856 0,0 2 368 15,2-5 80-15,-2 5 16 0,1-2-1104 0,0 3-208 16,-2 1-64-16,0 0 0 0,-1 4-1056 0,0-1-224 16,0 2-32-16,-1-3-16 0,0 3-352 0,0 3-80 15,2-3-16-15,-2 0 0 0,1 0-48 0,-1 0-16 16,0 0 0-16,0 0 0 0,0 0 0 0,0 0 0 0,0 0 0 0,0 0 0 16,0 0-16-16,0 0-128 0,0 0 192 0,0 0-64 15,20 3-128-15,-18-3 0 0,1 0 144 0,0 3-144 16,0-3 0-16,0 0 128 0,2 0-128 0,-1 0 0 15,1 2 0-15,1-2 0 0,-1 4 0 0,1-3 0 16,-1 2 0-16,1-1 0 0,1 2 0 0,0-2 128 16,-1 2-128-16,2-1 0 0,-2 0 0 0,1-3 128 15,2 3-128-15,-2-2 176 0,0 3-176 0,-1 1 192 16,-1-2-16-16,0 4 0 0,-2 0 0 0,1 4 0 16,-3-1-176-16,-1 4 0 0,0 4 0 0,-2 4 0 15,-3 6 0-15,0 0 0 0,-1 4 0 0,-2 0 0 16,1 3 0-16,1-4 0 0,0-1 0 0,2-3 0 15,3-4 0-15,-1-2 0 0,5-2 0 0,1-6 0 16,0 0-128-16,3-5 128 0,0 0 0 0,2-2 0 0,1-3 0 0,-1-2 0 16,3-1-144-16,-2-1 144 0,-1-6-192 0,1 1 32 15,0-3 0-15,1 0-18544 16</inkml:trace>
  <inkml:trace contextRef="#ctx0" brushRef="#br0" timeOffset="202333.54">21798 2127 22111 0,'0'-9'976'0,"0"8"208"0,1-3-944 0,-1 4-240 15,1 1 0-15,1 3 0 0,-1 1 1664 0,0 1 304 16,2 5 48-16,0 7 16 0,2 4-800 0,1 4-144 0,1 5-48 0,0-3 0 31,0 4-1184-31,3-3-240 0,1-1-64 0,2 3 0 0</inkml:trace>
  <inkml:trace contextRef="#ctx0" brushRef="#br0" timeOffset="203532.72">22029 2683 5519 0,'0'0'496'0,"0"0"-496"0,0 0 0 0,0 0 0 15,0 0 640-15,0 0 48 0,0 0 0 0,0 0 0 16,0 0 208-16,0-2 32 0,0 2 16 0,0 0 0 15,0 0-32-15,0 0 0 0,0 0 0 0,0 0 0 16,0 0 352-16,0 0 64 0,0 0 16 0,0 0 0 16,0 0-128-16,0 0-32 0,0 0 0 0,0 0 0 15,0 0-272-15,0 0-48 0,0 0-16 0,0 0 0 16,0 0-144-16,0 0-16 0,4-20-16 0,-3 20 0 0,-1-2-96 0,0 2-32 16,0-2 0-16,0 2 0 0,0 0-32 15,0 0 0-15,0 0 0 0,-1 0 0 0,2-2-112 0,-1 2-16 16,0 0-16-16,0 0 0 0,0 0-96 0,0 0-16 15,0 0 0-15,0 0 0 0,0 0-64 0,0 0-32 16,0 0 0-16,0 0 0 0,0 0-32 0,0 0 0 16,0 0 0-16,0 0 0 0,0 0-128 0,0 0 192 15,0 0-192-15,0 0 192 0,0 0-192 0,0 0 0 16,0 0 144-16,0 0-144 0,0 0 0 0,0 0 0 16,0 0 0-16,0 0 0 0,0 0 0 0,0 0 0 0,0 0 0 0,0 0 128 15,0 0-128-15,0 0 0 0,0 0 0 0,9-19 128 16,-9 19-128-16,-1 0 0 0,1 3 128 0,0-3-128 15,-2 0 0-15,1 2 144 0,0-2-144 0,1 4 0 16,-1-4 0-16,-1 1 0 0,1 0 0 0,1-1 0 16,0 0 128-16,0 0-128 0,0 0 0 0,0 0 0 15,0 0 0-15,0 0 128 0,0 0-128 0,0 0 0 16,0 0 176-16,0 0-176 0,0 0 160 0,0 0-160 16,0 0 192-16,0 0-64 0,0 0-128 0,0 0 192 15,0 0-64-15,0 0 0 0,0 0-128 0,0 0 192 16,0 0-192-16,0 0 176 0,0 0-176 0,0 0 160 15,0 0-160-15,6-18 192 0,-4 15-192 0,-1 3 192 16,1 0-32-16,-1-2 0 0,1 1 0 0,0 1 0 16,1 0 32-16,-1-3 16 0,2 2 0 0,0 1 0 0,0-1-32 0,1 1-16 15,0-2 0-15,2 2 0 0,-1 0-160 0,0 2 0 16,1-1 144-16,2 0-144 0,-2 3 0 0,1-2 128 16,1 5-128-16,-3-4 0 0,0 3 0 0,-1 3 128 15,0-1-128-15,-4 3 0 0,-1-1 0 0,-1 2 0 16,-2-1 0-16,-2 4 0 0,-1-3 0 0,-1 4 0 15,-2 0 0-15,-1-1 0 0,-1 1 0 0,1-2 0 16,0 1 0-16,0-5 0 0,0 2 0 0,2-2 0 16,-1-1 0-16,4-3 0 0,2 1 0 0,1-1 0 15,4-3 0-15,1 1 0 0,3-4 0 0,4 2 0 16,1-4 0-16,2-1 0 0,2 2 0 0,-1-2 0 16,3 0 0-16,-3 0 0 0,1 1 0 0,-2 0 0 15,-2 2 0-15,-3 0 0 0,-1 2 0 0,-5 0 0 0,-1 2 0 0,-2 1 0 16,-1 2 0-16,-3 2 0 0,-4 1 0 15,0-2 0-15,-2 4 0 0,-1-1 0 0,-3 2 0 0,-1 2 0 16,0 1 0-16,-3-2 0 0,1 2 0 0,-1-1-128 16,2-2-16-16,1-2 0 0,2-1 0 0,2-2-12048 15,3-6-2400-15</inkml:trace>
  <inkml:trace contextRef="#ctx0" brushRef="#br0" timeOffset="203749.89">22380 2354 15663 0,'19'3'688'0,"-6"-2"144"16,4 4-656-16,-11-1-176 0,-1-1 0 0,-3 0 0 0,2 3 2336 0,3 4 432 16,4 6 96-16,4 6 16 0,4 13-448 0,-2 6-96 15,-5 1-16-15,-4 1 0 0,-7-2-1760 0,-3 3-368 16,-6 1-64-16,-2-1 0 0,-1-5-128 0,-2 0-160 15,-2 6 160-15,-4-1-15456 16</inkml:trace>
  <inkml:trace contextRef="#ctx0" brushRef="#br0" timeOffset="204432.38">23063 2291 11967 0,'0'-2'1072'0,"1"2"-864"0,0 0-208 0,-1 0 0 16,0 2 1456-16,-1-2 240 0,1 4 48 0,-1 1 16 16,-2 1 1328-16,0 4 272 0,-2 4 48 0,-3 4 16 15,1-2-2368-15,-2 5-480 0,1 1-80 0,-2 2-32 16,0 3-336-16,1-1-128 0,-1 3 0 0,3-5 0 16,2 2 352-16,2-1-32 0,5-6 0 0,1-3 0 15,4-4 640-15,4-2 128 0,2-4 32 0,3-2 0 16,7-4-416-16,0-3-96 0,6 0-16 0,-1-1 0 15,2-5-272-15,1 2-48 0,-2 1-16 0,0-3 0 16,-6 3-256-16,2 0 0 0,0-1 0 0,1 3 0 16,-2-1 0-16,-1 1 0 0,-5 1 0 0,-2 2 0 15,-1 1-128-15,-3 0 128 0,-2 0 0 0,-2 4-144 16,-4-2-464-16,-2 2-96 0,-2-3 0 16,-2 4-16512-16</inkml:trace>
  <inkml:trace contextRef="#ctx0" brushRef="#br0" timeOffset="204589.2">23329 2295 3679 0,'-3'-4'320'0,"2"1"-320"16,0 3 0-16,0 0 0 0,1 3 3296 0,-2 0 592 15,2-2 112-15,-1 8 32 0,-1 3 592 0,-1 10 128 16,-1 8 32-16,0 7 0 0,-1 8-2480 0,0 8-512 16,-2 6-80-16,1 5-32 0,0 6-1136 0,-1-4-224 15,0 1-64-15,1 0 0 0,1 1-256 0,2 1 0 0</inkml:trace>
  <inkml:trace contextRef="#ctx0" brushRef="#br0" timeOffset="-214347.39">19063 3376 4607 0,'3'-6'400'0,"0"2"-400"16,1 0 0-16,-2 2 0 0,1 2 480 0,-2-3 16 16,1 2 0-16,2-2 0 0,2 0-112 0,4-3 0 0,2-1-16 0,3-2 0 15,1-1 32-15,2 1 16 0,-1 3 0 0,-1-3 0 16,3 2-144-16,-1 1-16 0,2-1-16 0,1 4 0 15,1-2-112-15,2 0-128 0,0 2 176 0,2 0-176 16,0 3 128-16,2-3-128 0,0 3 0 0,4 3 0 16,0-2 128-16,3 4-128 0,1-2 144 0,-2 1-144 15,1 2 160-15,-2 1-160 0,-3-1 160 0,1-3-160 16,0 4 208-16,1-1-48 0,1-4-16 0,2-2 0 16,3 0 240-16,1 0 32 0,3 0 16 0,0-2 0 15,1-1 64-15,-1 2 16 0,0-1 0 0,-2 2 0 16,-4 0-192-16,1 0-48 0,0 2 0 0,-1-1 0 15,-1 2-272-15,1-1 0 0,0 2 128 0,1 0-128 0,0 2 0 16,1 0 0-16,-1-2 0 0,-2 1 0 0,-1-2 160 16,-2 0-160-16,0-2 128 0,-1 2-128 0,-1-3 0 0,1 1 0 15,0-1 0-15,1 0 0 0,1 0 128 0,2 0-128 16,2 0 0-16,2 0 128 0,1 0 16 0,1 0 0 16,-2 0 0-16,1-1 0 0,-3 1 112 0,0-4 0 15,1 1 16-15,0 1 0 0,0-2-128 0,0 2-16 16,2 1-128-16,1-2 192 0,-1 1-192 0,0 0 0 15,0 2 0-15,-3 0 0 0,-2 0 0 0,-1 0 0 16,-2 0 0-16,0 0 0 0,-1 0 0 0,1 0 0 16,0 0 0-16,1 0 144 0,-1 0-144 0,1 0 0 15,3 2 0-15,1-2 0 0,1 2 0 0,-1-2 0 16,-1 3 128-16,-1-3-128 0,-3 0 0 0,0 0 0 16,2-3 0-16,-1 3 0 0,-1-2 0 0,2 0 0 15,0 2 0-15,3-3 0 0,0 1 0 0,0 1 0 16,2-1 128-16,-2 0-128 0,0 0 192 0,-2-2-64 0,-3 2 0 0,0-1 0 15,-1 2 160-15,1-1 32 0,0-1 0 0,0 2 0 16,0-2 96-16,-1 1 32 0,1 1 0 0,2 1 0 16,0 0-64-16,0-3-16 0,2 2 0 0,-3 1 0 15,2-2-48-15,-3-1-16 0,0 2 0 0,1-2 0 16,2 0-64-16,0 0-16 0,-2-1 0 0,2 1 0 16,-1 0-80-16,1 0-16 0,-2 0 0 0,-2-1 0 15,0-1 160-15,-1 2 32 0,-3-1 0 0,-2 2 0 16,0-2 128-16,-4 0 16 0,0 2 16 0,-3-1 0 15,-2 2-32-15,-1-2 0 0,-1 1 0 0,-3 1 0 16,-3-2-96-16,-1 3-32 0,-5 0 0 0,-1 0 0 16,-2 0-320-16,-4 0 144 0,-2 0-144 0,-3 0-13952 15</inkml:trace>
  <inkml:trace contextRef="#ctx1" brushRef="#br0" timeOffset="94764.48">28227 5249 0,'52'-6'0,"52"4"16</inkml:trace>
  <inkml:trace contextRef="#ctx0" brushRef="#br0" timeOffset="-210495.87">20307 2740 911 0,'0'0'0'0,"0"0"0"15,0-2 0-15,0 0 0 0,1 2 256 0,-1 0-48 0,0-2 0 16,1 2 0-16,0-4 368 0,1 1 64 0,-2-2 0 0,1 1 16 16,-1 0-16-16,0 2 0 0,0-2 0 0,0 4 0 15,0-2-336-15,-1 2-80 0,-1-3-16 0,1 2 0 16,0 1 48-16,0-3 0 0,1 2 0 0,-2 1 0 15,1-2 48-15,1 2 16 0,-1-4 0 0,1 4 0 16,-1-3 16-16,1 1 16 0,0 1 0 0,-2-2 0 16,2 0-64-16,-1 0-16 0,1 1 0 0,-1 0 0 15,1-1-96-15,-1 0-32 0,0 3 0 0,-1-4 0 16,1 4-144-16,0-2 0 0,-2 2 144 0,2 0-144 16,0 0 192-16,-2 0-48 0,1 0 0 0,-1 0 0 15,1 2 144-15,-2-2 32 0,2 0 0 0,-2 2 0 16,2 0-192-16,-2-2-128 0,1 0 192 0,1 0-192 15,-1 0 208-15,1 0-64 0,0 0-16 0,0-2 0 16,0 0 64-16,1 2 0 0,-1-2 0 0,1 2 0 0,0 0-48 0,0-2 0 16,-1 0 0-16,1 2 0 0,0-2 48 0,0 2 0 15,-1 0 0-15,2-3 0 0,-1 3-32 0,1 0 0 16,0-1 0-16,0 1 0 0,0 0-160 0,1 0 160 16,-1 0-160-16,3 0 160 0,-3 0-32 0,0 0-128 15,0 0 192-15,0 0-64 0,0 0-128 0,0 0 128 16,21-6-128-16,-17 6 128 0,-1 0 48 0,0 0 0 15,1-3 0-15,-1 3 0 0,0 0 32 0,-1-1 16 16,2 1 0-16,-2-2 0 0,1 2 96 0,-1-3 32 16,2 2 0-16,-1-1 0 0,-1 2-144 0,0-4-16 15,0 4-16-15,-1-3 0 0,1 3-32 0,-2 0 0 16,0-2 0-16,2 2 0 0,-2 0 64 0,0 0 16 0,0 0 0 0,0 0 0 16,0 0 0-16,0 0 0 0,0 0 0 0,0 0 0 15,0 0-224-15,0 0 0 0,0 0 128 0,0 0-128 16,0 0 0-16,0 0 0 0,0 0 0 0,0 0 0 15,-5 21 128-15,5-19-128 0,0 2 0 0,0-3 0 16,0 4 128-16,1-1-128 0,1-2 0 0,1 5 144 16,-1-4-144-16,2 4 0 0,0-1 0 0,-1-3 0 15,1 6 0-15,1-5 0 0,0 2 0 0,1 0 0 16,0 0 0-16,-1 1 0 0,2 0 0 0,-2-3 0 16,-1 1 0-16,0 1 0 0,1-3 0 0,-2 1 0 15,0 0 0-15,-1 1 192 0,0-1-32 0,-1-2 0 16,0 2-160-16,-1-2 192 0,0-1-192 0,-1 2 192 15,1-1-32-15,-1 2 0 0,0 0 0 0,0-2 0 16,-1 2-160-16,0-2 0 0,-1 2 0 0,0 0 0 0,0 2 0 16,-1 0 0-16,0 0 0 0,-1 1 0 0,0 1 0 0,0 0 0 15,0-2 0-15,-1 0 0 0,-1 3 128 16,1-4 0-16,0 3 0 0,1-4 0 0,-1 2-128 0,1-1-176 16,0-1 48-16,1 0 0 0,1-2 128 0,-1-1 176 15,0 2-48-15,0-3 0 0,3 2-128 0,-1-2 0 16,0-2 0-16,2 2 0 0,0-3 0 0,-1 2 0 15,2 1 0-15,-1-2 0 0,3 2 0 0,-3 0 0 16,0 0 0-16,0 0 0 0,0 0 0 0,16-19 0 16,-11 15 0-16,0-2 0 0,0 2 0 0,0 1 0 15,1-2 128-15,-1 1-128 0,1 0 192 0,-1 2-64 16,1-1 0-16,0 2 0 0,2 1-128 0,-2-2 160 0,0-1-160 16,2 2 160-16,-1-1-160 0,2 0 192 0,-1 0-192 0,1-1 192 15,1 2 48-15,-1-4 16 0,0 4 0 0,1-2 0 16,-1 0-16-16,1 3 0 0,-3-3 0 0,2 3 0 15,-2 0-80-15,1 0-16 0,-2 3 0 0,0-3 0 16,-1 0-144-16,0 1 160 0,-1 1-160 0,0-2 160 16,-2 3-160-16,0-3 160 0,1 1-160 0,-1 2 160 15,0-3-160-15,-1 2 160 0,-1-2-160 0,0 1 160 16,0 2-160-16,-1-3 128 0,-1 2-128 0,0 2 128 16,2-4-128-16,0 0 0 0,0 0 0 0,0 0 0 15,0 0 0-15,-16 16 0 0,13-13 0 0,0 0 0 16,-1 0 0-16,1 2 0 0,0 0 0 0,-1-2 0 15,0 1 0-15,2 1-176 0,1-1 176 0,-2-2-13472 16</inkml:trace>
  <inkml:trace contextRef="#ctx0" brushRef="#br0" timeOffset="-200894.11">20151 2778 3679 0,'0'-1'320'15,"1"1"-320"-15,-1-2 0 0,0 2 0 0,1-3 880 0,-1 2 96 16,2-1 32-16,-1-5 0 0,0 1 416 0,0-1 96 15,0-2 16-15,2-1 0 0,-2 4 80 0,0-4 32 16,2 4 0-16,-1 0 0 0,0-3-240 0,0 3-64 16,1-1 0-16,-2 0 0 0,1 1-128 0,0 0-48 15,-1 2 0-15,1-2 0 0,-1 0-352 0,2 0-80 16,-2 2-16-16,2-1 0 0,-1 4-224 0,1-4-48 16,-1 4-16-16,-1-3 0 0,2 3-48 0,-1-1 0 15,2 2 0-15,-2 0 0 0,1 0-16 0,1 0-16 16,1 0 0-16,-2 0 0 0,3 2-64 0,-1-2-16 15,0 1 0-15,0-1 0 0,1 1 48 0,1-1 0 16,0 3 0-16,2-3 0 0,-1 0-96 0,2 1-16 16,-1 1 0-16,1 1 0 0,-2 1-64 0,1-2-16 15,-1 4 0-15,0-1 0 0,-2 4 0 0,2-3 0 0,-2 4 0 16,-1 0 0-16,0 1-128 0,-1 3 128 0,-2-2-128 0,-1 0 128 16,-1 2 0-16,-2 1-128 0,-2 1 192 0,-2 2-64 15,-4 1-128-15,0-3 0 0,-1 0 0 0,-1 0 0 16,-2 0 0-16,0 0 0 0,0-1 0 0,-1-1-176 15,1-2 176-15,3-3 0 0,1-2 160 0,2-3-160 16,0 1 128-16,3-5-128 0,0 0 0 0,4 0 0 16,1 0 576-16,1-4 32 0,4 2 0 0,3-2 0 15,0-1-448-15,3 1-160 0,3-2 0 0,1 0 144 16,2 0-144-16,3-1 128 0,0 1-128 0,1 0 128 16,0 0-128-16,1 1 0 0,0 3 0 0,-1-2 0 15,-2 1 0-15,-2 3 0 0,0 0 0 0,-2 3 0 16,-2 1 0-16,-2-1 0 0,-1 3 0 0,-2 3-18624 15</inkml:trace>
  <inkml:trace contextRef="#ctx1" brushRef="#br0" timeOffset="107948.45">29075 4776 0,'0'0'0</inkml:trace>
  <inkml:trace contextRef="#ctx1" brushRef="#br0" timeOffset="112881.38">29989 5608 0,'0'0'15,"0"0"-15,48-14 16</inkml:trace>
  <inkml:trace contextRef="#ctx0" brushRef="#br0" timeOffset="-195062.41">24074 2641 14735 0,'-3'-2'1312'0,"1"2"-1056"0,2 0-256 0,2-3 0 15,1 3 1168-15,0 0 176 0,2-1 48 0,2 1 0 16,4-2 592-16,7-1 128 0,5 2 32 0,4 1 0 15,3 0-672-15,0 4-144 0,-1-2-32 0,4 2 0 0,0-1-384 0,2 1-80 16,0 1 0-16,1-4-16 0,-1 2-544 0,-2-1-96 16,2-2-32-16,-2-2 0 0,-2 2-144 0,-1-4 0 15,-3 2 0-15,-2-1 0 0,-4-1-256 0,-3 3 80 16,-4-1 16-16,-3 2-10240 16,-2-3-2048-16</inkml:trace>
  <inkml:trace contextRef="#ctx0" brushRef="#br0" timeOffset="-194856.27">24426 2184 16575 0,'-5'12'1472'0,"3"-2"-1168"0,4 6-304 0,-1-1 0 15,0-3 1024-15,-1-8 160 0,1 6 32 0,3 18 0 16,-1 9 1136-16,1 14 224 0,1 18 48 0,0 14 16 15,3 4-1024-15,-4-3-208 0,0-8-32 0,0-6-16 16,0-7-1168-16,0-4-192 0,2-4-144 0,1-5-15472 16</inkml:trace>
  <inkml:trace contextRef="#ctx0" brushRef="#br0" timeOffset="-189911.19">25411 2301 6447 0,'0'-1'576'0,"-1"-5"-576"15,1 3 0-15,0 1 0 0,0 1 880 0,-1-2 64 16,-1-3 16-16,1 0 0 0,-1-2 1152 0,-2 0 256 16,-1 0 32-16,0 3 16 0,0 4-224 0,-1 5-32 15,1 2-16-15,0 8 0 0,1 7-128 0,-1 2-32 16,3 8 0-16,-2 7 0 0,2 6-528 0,-1 6-112 15,2 3-32-15,1 2 0 0,3-2-480 0,-1-2-112 16,3-7-16-16,0-5 0 0,1-2-400 0,3-3-96 16,-2-8-16-16,2-1 0 0,1-3-192 0,-2-2 0 0,1-1 0 15,0-1 0-15,-1-2 0 0,2 0 0 0,-1-2 0 0,0 1 0 16,-2-3 0-16,2 0 0 0,-2-2 0 0,-1 3 0 16,0-6 0-16,-2 2 0 0,0-2-160 0,-2 2-18176 15</inkml:trace>
  <inkml:trace contextRef="#ctx0" brushRef="#br0" timeOffset="-188095.91">25801 2692 12895 0,'-4'-3'1152'15,"0"0"-928"-15,4 3-224 0,0 0 0 16,0-3 736-16,0 3 96 0,0-3 32 0,-1-2 0 16,0 0 1344-16,1-4 272 0,1-3 48 0,1-1 16 0,2 1-688 0,2 1-144 15,2-4-32-15,0 3 0 0,2 2-608 0,0 0-128 16,0 0-32-16,0 4 0 0,-1 3-384 0,-3 6-80 16,0 0 0-16,-1 7-16 0,-1 5-432 0,-2 2 128 15,-1 7-128-15,1 3 0 0,-2 4 0 0,1 0 128 16,0 1-128-16,2-3 0 0,3-5 0 0,0-1 0 15,0-4 128-15,3-3-128 0,-1-1 0 0,1-1 0 16,2-2 0-16,0 1 0 0,0-4-192 0,1 1 192 16,-1 2-160-16,0-5 160 15,0 2-832-15,-1-3-80 0</inkml:trace>
  <inkml:trace contextRef="#ctx0" brushRef="#br0" timeOffset="-187896.89">25975 2267 17503 0,'-2'-14'1552'0,"0"4"-1232"0,2 4-320 0,2 3 0 15,-1 1 576-15,0 1 48 0,0 2 16 0,2-1 0 16,0 2 512-16,4 1 96 0,0 3 32 0,2 0 0 16,1 4-896-16,1 2-160 0,-1 2-32 0,1 1-16 15,-1 1-336-15,0 0-64 0,1 0-16 0,0-1-10656 16</inkml:trace>
  <inkml:trace contextRef="#ctx0" brushRef="#br0" timeOffset="-187614.27">26251 2712 10127 0,'12'8'448'0,"-6"-4"96"0,2 2-544 0,0 0 0 15,-3-4 0-15,-1 0 0 0,0 1 1760 0,2 3 240 16,3 0 48-16,2 5 16 0,2 4-144 0,1 1-16 16,-4 3-16-16,-3-1 0 0,-3-1-1312 0,-3 2-256 15,-1 0-48-15,-2-1-16 0,-2 1-256 0,-1-2-144 16,1-1 16-16,-1-1 0 0,2-3 128 0,0-2 128 0,1-4-128 0,0 0 176 16,4-2 480-16,-1-1 112 0,1-3 0 0,3-3 16 15,2 2 176-15,0-2 16 0,2-3 16 0,3 0 0 16,0 0-400-16,3-1-80 0,1 0 0 0,0-1-16 15,0 1-496-15,3 0-160 0,0 1 0 16,0 0-14496-16</inkml:trace>
  <inkml:trace contextRef="#ctx0" brushRef="#br0" timeOffset="-187364.09">26742 2623 20271 0,'6'6'896'0,"-2"-2"192"16,2-2-880-16,1 4-208 0,-2-5 0 0,-1 2 0 0,1-2 2048 0,0 2 352 16,7 3 80-16,9 0 16 0,3 0-288 0,5 0-48 15,2-2-16-15,1-1 0 0,2 0-1504 0,-3-3-288 16,1 0-64-16,-3 3-16 0,1-3-272 0,-4 3 0 15,-2 0 0-15,-3 1-144 16,-4-1-368-16,-3 4-64 0</inkml:trace>
  <inkml:trace contextRef="#ctx0" brushRef="#br0" timeOffset="-185829.78">27351 2472 11967 0,'-1'-1'1072'0,"0"1"-864"0,1 0-208 0,0 0 0 16,0 0 0-16,0-3 0 0,0 3 0 0,0-2 0 15,0 0 2256-15,0 0 368 0,1-2 64 0,0-2 0 16,1 2-928-16,0 2-192 0,2-2-32 0,-2 2-16 15,2-2-352-15,0 4-64 0,-1-3-16 0,0 3 0 16,0 0-496-16,1 0-96 0,0 0-32 0,0-2 0 16,-1 2 0-16,1 0 0 0,1-1 0 0,0 1 0 15,0 0 144-15,0 0 32 0,0-3 0 0,0 3 0 16,1 0-320-16,-1 3-48 0,0-2-16 0,0 4 0 16,0-1-80-16,-2 4-32 0,1 2 0 0,-1 4 0 0,-2 4-16 0,0 5-128 15,-2 1 192-15,0 8-64 0,-1-1 32 0,0 4 0 16,-1 0 0-16,1-2 0 0,-1 0-160 0,2-3 0 15,0-3 144-15,0-3-144 0,1-3 0 0,1-3 0 16,0-2 0-16,0-3 128 0,2-1-128 0,-1 2 0 16,2-4 0-16,0-2 0 0,1 2 0 0,0-4-128 15,1 2 128-15,1-3 0 16,-1-2-512-16,2 0-32 0</inkml:trace>
  <inkml:trace contextRef="#ctx0" brushRef="#br0" timeOffset="-185647.03">27543 2139 15663 0,'-3'1'1392'0,"2"4"-1120"0,4 5-272 0,-2-1 0 16,0-2 480-16,0-1 32 0,1 3 16 0,-1 3 0 16,3 8-144-16,1 9-16 0,-1 5-16 0,4 8 0 15,-1 3-496-15,1 1-112 0,2 2 0 0,0-1-16 16</inkml:trace>
  <inkml:trace contextRef="#ctx0" brushRef="#br0" timeOffset="-185447.88">27861 2828 21183 0,'-1'6'944'0,"-1"0"192"0,2 2-912 0,0-6-224 16,0 2 0-16,-1 2 0 0,1 0 2144 0,-1 0 384 15,1 4 80-15,-1 6 16 0,-1 5-256 0,1 2-32 16,1 0-16-16,-1 2 0 0,1-3-1856 0,-1 0-464 16,1-1 0-16,1-1 0 15,-1-4-464-15,1 0-192 0,0-1-48 0,3-2 0 0</inkml:trace>
  <inkml:trace contextRef="#ctx0" brushRef="#br0" timeOffset="-185213.01">28197 2370 22111 0,'5'4'1968'0,"0"1"-1584"0,0 1-384 0,-3-2 0 15,0-2 1216-15,-1 3 176 0,4 4 16 0,2 3 16 16,2 8 1552-16,2 5 304 0,0 6 64 0,-2-2 16 15,-3 5-2320-15,-1-2-464 0,-4 3-80 0,-2-1-32 16,-3 1-336-16,-4 1-128 0,-2 1 0 0,-4-1 0 16,-1-3 0-16,0-1 0 0,-1-3 0 0,-1-3-12144 15,-2 1-2448-15</inkml:trace>
  <inkml:trace contextRef="#ctx0" brushRef="#br0" timeOffset="-184664.85">28823 2395 18431 0,'0'-4'1632'15,"-1"2"-1312"-15,1 2-320 0,-2 0 0 16,2 0 2624-16,0 2 464 0,-1-2 96 0,-1 4 16 16,-2 2-384-16,-1 4-80 0,-1 4-16 0,0 7 0 15,-3 4-1856-15,1 3-368 0,2 2-80 0,3 4-16 16,1 3-256-16,4-1-144 0,1 1 160 0,5-2-160 15,3-3 128-15,2-3-128 0,5-3 0 0,2-2 144 0,1-5-144 0,1-3 0 16,0-1 0-16,-1-5 0 0,-2 0 0 0,-2-3 0 16,-2 2 0-16,-2-3 0 0,-3 2 0 0,-1-1 0 15,-4 0 0-15,-3 2 0 0,-2-2 0 0,-2 3 0 16,-4-1 0-16,-4 1 0 0,-5 2 0 0,-2 3 0 16,-4-2 160-16,-3 2-160 0,-1-1-176 0,-1-2-144 15</inkml:trace>
  <inkml:trace contextRef="#ctx0" brushRef="#br0" timeOffset="-184497.13">28851 2452 23951 0,'18'-4'1056'0,"-5"4"224"0,1-2-1024 0,-3 2-256 0,-5-3 0 0,-1 3 0 15,0 0 2592-15,5 0 464 0,5 3 80 0,8-3 32 16,6 0-1904-16,4 2-384 0,2 2-80 0,7 2-11744 31,1 0-2368-31</inkml:trace>
  <inkml:trace contextRef="#ctx0" brushRef="#br0" timeOffset="-184010.47">29954 2453 34095 0,'9'-5'3024'0,"0"0"-2416"0,-1 4-480 0,0-1-128 15,-1-1 1024-15,2 2 192 0,6-2 48 0,9-3 0 16,13-1-304-16,9-2-64 0,4 1-16 0,-1 1 0 16,-4 4-624-16,-2 1-128 0,-2 0-128 0,-2 2 176 15,-3 2-176-15,-3 0 0 0,-3 4 0 0,-5-2 0 16,-4 2 0-16,-5 2 0 0,-2 0-144 0,-7 0 144 15,-2 1-976-15,-6 2-96 0</inkml:trace>
  <inkml:trace contextRef="#ctx0" brushRef="#br0" timeOffset="-183863.03">29894 2730 23039 0,'12'1'1024'0,"0"2"192"0,4-1-960 0,-1-2-256 16,-1 2 0-16,-3-4 0 0,4 2 1120 0,10 0 176 15,14-2 48-15,16-1 0 0,8 2-608 0,3-2-112 16,1 0-32-16,0-1-9200 16,0-1-1840-16</inkml:trace>
  <inkml:trace contextRef="#ctx0" brushRef="#br0" timeOffset="-183612.57">31021 2525 19343 0,'-6'22'848'0,"2"-6"192"0,2 3-832 0,0-6-208 0,0-1 0 0,2-5 0 16,3 2 2480-16,-2 7 448 0,1 6 80 0,5 9 32 16,3 1-800-16,3-4-176 0,6-3-16 0,3-9-16 15,1-6-736-15,5-6-144 0,1-5-16 0,1-6-16 16,0-4-656-16,-2-2-128 0,-3-3-16 0,-3-3-16 16,-2-1 80-16,-3 2 32 0,-2-4 0 0,-5-1 0 15,-3 2-48-15,-4-1-16 0,-4 0 0 0,-6-1 0 0,-2 1-96 0,-6 0-32 16,-5 1 0-16,-2 1 0 0,-3 7-224 15,-2 1 0-15,-2 5 0 0,0 5 0 0,-1 4-192 0,0 2 32 16,3 2 0-16,0 3-20208 16</inkml:trace>
  <inkml:trace contextRef="#ctx0" brushRef="#br0" timeOffset="-181211.67">12299 3315 20271 0,'-3'-4'1792'16,"1"-2"-1424"-16,1 4-368 0,1 2 0 0,1 2-208 0,-1-2-112 16,0 1-32-16,0 2 0 0,1 1 2272 15,2 6 448-15,0 7 80 0,1 5 32 0,1 10-848 0,0 5-160 16,-1 12-48-16,-3 7 0 0,0 8-624 0,-1-1-128 15,-2 1-32-15,-1 1 0 0,-1-8-352 0,-1 4-80 16,0 2-16-16,-1-6 0 0,3-4-336 0,0-6-80 16,2-9-16-16,1-5 0 0,2-9 240 0,1-8 0 15,2-3 0-15,1-10-15632 0</inkml:trace>
  <inkml:trace contextRef="#ctx0" brushRef="#br0" timeOffset="-180930.02">12771 3386 19343 0,'-7'2'848'0,"1"1"192"0,-2 0-832 0,1 3-208 0,2-3 0 0,-1 2 0 16,-2 1 912-16,-4 5 144 0,-9 5 32 0,-9 8 0 16,-7 7-64-16,-9 9-16 0,-1-1 0 0,1 2 0 15,2-1-848-15,3-4-160 0,3-1 0 0,6-4 0 16,7-5 0-16,6-4 256 0,7-3-48 0,7-3 0 15,4-1 928-15,2-3 176 0,5-2 32 0,3 2 16 16,2-2-208-16,4 2-64 0,1-2 0 0,2 3 0 16,4-1-624-16,1-2-128 0,2 0-16 0,1 2-16 15,1-3-160-15,1 1-16 0,2 0-128 0,-2-2 192 0,0 2-192 16,-2-4 0-16,-4 2 0 0,0-2-16816 16</inkml:trace>
  <inkml:trace contextRef="#ctx0" brushRef="#br0" timeOffset="-180047.7">12908 3546 13823 0,'-1'-10'1216'0,"0"4"-960"0,0 0-256 0,1 4 0 16,0 0 240-16,0 2 0 0,0-2 0 0,0-4 0 16,1-2 1744-16,0 3 368 0,3 4 64 0,1 7 16 15,2 8-912-15,1 7-176 0,0 11-48 0,2 9 0 16,-1 5-528-16,-2 3-96 0,1 4-32 0,-3-2 0 16,0 0-272-16,-2 3-64 0,1 1-16 0,0 0 0 15,1-7-160-15,1-7-128 0,0-6 144 0,1-10-144 0,2-6 384 0,-2-6-32 16,2-6 0-16,0-6 0 0,-1-3 736 0,1-4 128 15,1-7 48-15,0-3 0 0,3-6-176 0,0-6-16 16,0-3-16-16,1-5 0 0,2-1-736 0,-1-8-160 16,2 1-32-16,-1-3 0 0,0-4-128 0,-2 4 0 15,-3 0 0-15,-2 2 0 0,-2 1 0 0,-1 6 0 16,-1 3 0-16,0 3 0 0,-1 3 0 0,1 2 0 16,0 5 0-16,0 6-18624 0</inkml:trace>
  <inkml:trace contextRef="#ctx0" brushRef="#br0" timeOffset="-179714.41">13585 3539 20271 0,'1'0'896'0,"-1"0"192"0,1 4-880 0,-1-3-208 0,-1 4 0 0,0-1 0 16,-2 4 1472-16,0 8 256 0,-5 7 64 0,-2 12 0 16,-2 5-400-16,-2 2-80 0,-1-4-16 0,2 1 0 15,0-2-1040-15,2-5-256 0,1 3 0 0,4-5 0 16,3-1 0-16,3-3 128 0,2-1-128 0,5-3 0 16,5-4 320-16,2-1-64 0,4-5 0 0,0-2 0 0,3-4 1136 0,2-4 208 15,1 0 64-15,1-4 0 0,-3 0-688 0,1-4-128 16,-2 0-16-16,1-2-16 0,-1 2-560 15,-3 0-128-15,-3 0 0 0,1 1-128 0,-2 0 192 0,0 2-64 16,-2 1 0-16,-2 1-128 0,-2 1 0 0,-3 1 0 16,-1 1-160-16,-3 4-18512 15</inkml:trace>
  <inkml:trace contextRef="#ctx0" brushRef="#br0" timeOffset="-179213.35">14125 3872 19343 0,'3'-3'848'0,"-2"2"192"16,1-2-832-16,1 0-208 0,-2 3 0 0,0 0 0 16,0-3 2336-16,2 3 416 0,2-2 96 0,2 1 16 15,3 1-640-15,-1 0-128 0,2 0-32 0,-2 3 0 0,-1 1-1344 16,1 2-272-16,-2 3-48 0,1 3-16 0,-3-2-192 0,-2 4-32 15,1 3-16-15,-3 0 0 0,-2 2-144 0,0 3 0 16,-3 3 0-16,-1 0 0 0,2-2 0 0,-1 2 0 16,0-3 0-16,2-2 0 0,0-2 0 0,2-2 128 15,4-1-128-15,1-2 128 0,1-3 272 0,0-1 48 16,3 0 16-16,1-3 0 0,1-2-272 0,0 0-48 16,0-2-16-16,1 1 0 0,-1-2-128 0,-3 1 0 15,2-2 0-15,-2 0 0 0,-2 2 0 0,0-1 0 16,-2 0 0-16,-3 2 0 0,-1 3 0 0,-1-3 0 15,-4 4 0-15,-3 1 0 0,0 2 0 0,-3 3 0 16,-2 0 0-16,0-1 0 0,-1 1 0 0,0-1 0 0,2-2 0 0,1 0 0 16,1-4 0-16,3 0 0 0,2-3 0 0,2-3-18384 15</inkml:trace>
  <inkml:trace contextRef="#ctx0" brushRef="#br0" timeOffset="-178997.33">15074 3853 20271 0,'1'4'1792'0,"1"-2"-1424"0,1 2-368 0,-2-2 0 15,-1-2 1696-15,0 3 272 0,2 1 48 0,0 2 16 16,0 4 1072-16,1 2 224 0,-1-2 32 0,-2-1 16 0,-1 0-2640 0,0 1-528 15,-2-1-208-15,1 1 176 0</inkml:trace>
  <inkml:trace contextRef="#ctx0" brushRef="#br0" timeOffset="-178875.68">15060 4203 18431 0,'1'4'816'0,"-1"-2"160"0,1-1-784 0,1 2-192 15,-1-3 0-15,0 1 0 0,2 0 2464 0,-2 3 448 16,1 0 96-16,3 2 0 0,0 0-192 0,0-2-64 15,1 2 0-15,-1-2 0 16,3 1-2752-16,-5-8-496 0</inkml:trace>
  <inkml:trace contextRef="#ctx0" brushRef="#br0" timeOffset="-174064.55">16003 3900 19343 0,'-3'-2'1728'0,"-1"0"-1392"15,3 0-336-15,1 2 0 0,0 0 672 0,-1-3 64 16,-1 2 16-16,0-4 0 0,-1-1 1008 0,0 1 208 0,-1-4 32 0,1 3 16 16,2-2-976-16,1 0-192 0,1 0-32 0,2 0-16 15,2-2-496-15,0 4-112 0,1-3 0 0,0 1-16 16,2 3 144-16,-2-1 48 0,1 1 0 0,-1 3 0 16,1 2 16-16,-1 0 16 0,0 4 0 0,-1 2 0 15,1 3-224-15,-1 5-48 0,0-2-128 0,-1 6 192 16,-1 5-192-16,1 5 0 0,0 8 128 0,0 7-128 15,-1 6 0-15,1 4 128 0,1-3-128 0,1-3 0 16,0-6 0-16,0-5 0 0,3-5 0 0,0-5 0 16,-1-5 0-16,4-5 0 0,-1-4 0 0,0-2 0 15,1-4 0-15,1-6 0 0,0 0-176 0,2-2 176 16,0-7-672-16,1-2-16 16,0-4 0-16,3-7-14576 0</inkml:trace>
  <inkml:trace contextRef="#ctx0" brushRef="#br0" timeOffset="-173914.54">16258 3527 16575 0,'-5'0'736'0,"3"1"160"0,1 4-720 0,1-4-176 16,1 1 0-16,1 5 0 0,1-1 0 0,0 0 192 16,6 8-192-16,0 4 192 0,3 7-352 0,4 3-64 15,1 1-16-15,0-1 0 0</inkml:trace>
  <inkml:trace contextRef="#ctx0" brushRef="#br0" timeOffset="-173530.37">16538 3951 13823 0,'0'0'1216'0,"1"0"-960"0,0 0-256 0,0 0 0 16,1 0 704-16,-1 0 112 0,1 0 16 0,3 0 0 15,0 0 560-15,4 0 112 0,-1 2 32 0,2-1 0 16,-1 4-576-16,0-1-128 0,-2 4 0 0,-1 0-16 16,-1 5-688-16,-1-1-128 0,-2 4 0 0,-2 4 0 15,-2 1 0-15,-2 1-176 0,1 2 176 0,-1-2-160 16,0 1 160-16,2-3 0 0,2 0 0 0,1-3 0 15,3-3 176-15,2-2-48 0,4-3 0 0,1-2 0 0,2-1 160 16,1-3 32-16,1-2 0 0,0 2 0 0,0-3 128 0,-2 0 16 16,-1-3 16-16,0 2 0 0,-1 1-288 0,-3 0-48 15,-1 0-16-15,-2 1 0 0,-4 2-128 0,-1 3 160 16,-4 0-160-16,-1 1 160 0,-4 5-160 0,0-1 0 16,-4 3 0-16,-2 0 0 0,1 3-176 0,-5-1 48 15,-1 1 0-15,0-1-8384 16,3-3-1680-16</inkml:trace>
  <inkml:trace contextRef="#ctx0" brushRef="#br0" timeOffset="-173347.03">16888 4118 18431 0,'7'3'816'0,"-1"-3"160"0,0 3-784 0,-2-3-192 0,0-3 0 0,3 3 0 16,-1-2 400-16,4 1 48 0,6-4 0 0,7 1 0 15,5-6 704-15,5 0 128 0,1-1 48 0,-1 0 0 16,-2-1-1072-16,-2 2-256 0,-3 1 0 0,-3 0-10976 16</inkml:trace>
  <inkml:trace contextRef="#ctx0" brushRef="#br0" timeOffset="-173014.35">17471 3762 9215 0,'0'-2'816'0,"1"0"-656"15,1 2-160-15,-1 0 0 0,0 0 1488 0,0 0 272 16,2-3 48-16,2 2 16 0,1 1 1376 0,3-2 256 15,2-1 64-15,2 2 16 0,1-2-1264 0,0 1-256 16,0 1-48-16,0-2-16 0,0 3-864 0,-1 0-192 16,-2 4-16-16,-1 1-16 0,0 5-560 0,-4 2-112 15,-2 4-32-15,-1 3 0 0,-2 1-160 0,-2 4 0 16,1 1 0-16,-2 5 0 0,1 2 0 0,1 5 0 16,1 0 0-16,2 1 0 0,0-3-144 0,1-6 144 0,0-1 0 0,2-6 0 15,0-2 0-15,2-1 0 0,-1-6 0 0,1-2 0 16,-1-1 0-16,-1-4-240 0</inkml:trace>
  <inkml:trace contextRef="#ctx0" brushRef="#br0" timeOffset="-172846.62">17654 3508 16575 0,'0'0'1472'16,"1"3"-1168"-16,2 0-304 0,-1 1 0 0,1 0 720 0,-1 1 96 15,2 2 16-15,1 5 0 0,4 4-320 0,1 7-48 16,2 4-16-16,2-1 0 0,-1-1-448 0,1-2 0 16,-1 2 0-16,2 0 0 0</inkml:trace>
  <inkml:trace contextRef="#ctx0" brushRef="#br0" timeOffset="-172581.15">18060 4073 15663 0,'0'4'1392'0,"1"0"-1120"0,0 2-272 0,1-4 0 16,-1-1 832-16,0 4 128 0,0 0 0 0,2 7 16 15,0 4 1744-15,0 0 352 0,-1 6 64 0,1-4 0 16,1 2-1664-16,-3-1-320 0,0-1-80 0,-1-4-16 16,3 3-1056-16,-2-3-144 0,0-2-64 0,0-2-14832 15</inkml:trace>
  <inkml:trace contextRef="#ctx0" brushRef="#br0" timeOffset="-172247.31">18349 3754 21183 0,'3'-9'944'0,"-2"6"192"0,0-1-912 0,2 2-224 15,-1 2 0-15,-1 0 0 0,1 1 1248 0,0 0 208 16,2 3 32-16,2 2 16 0,1 6 1440 0,1 2 272 0,0 2 64 0,1 5 16 16,-3 1-2112-16,0 4-416 0,-1 3-96 0,-2 3-16 15,-1 5-368-15,0 4-80 0,-2 3-16 0,-2 3 0 16,0 1-192-16,-1-3 0 0,-2-2 0 0,-1-2 0 15,0-8 0-15,-3-2 0 0,0-5 0 0,-4-1-12288 16,0 0-2464-16</inkml:trace>
  <inkml:trace contextRef="#ctx0" brushRef="#br0" timeOffset="-171847.42">15911 3502 15663 0,'-5'-6'1392'0,"-3"-3"-1120"0,2 8-272 0,2 1 0 15,3 4 512-15,-2 2 64 0,-4 0 0 0,-3 6 0 16,-6 10 1376-16,-2 17 288 0,-3 18 48 0,1 9 16 15,3 10-960-15,3 9-192 0,3 10-48 0,5 9 0 16,6 0-624-16,7-5-128 0,6-9-32 0,6-4 0 16,12-1-192-16,9-8-128 0</inkml:trace>
  <inkml:trace contextRef="#ctx0" brushRef="#br0" timeOffset="-170413.99">18751 3935 11967 0,'3'-4'1072'15,"-1"1"-864"-15,2 1-208 0,-2 1 0 16,2 1 992-16,0 0 160 0,2-3 16 0,4-3 16 0,5 0 544 0,1 2 128 16,0-2 0-16,-1 4 16 0,1 0-48 0,-5 4-16 15,-1 3 0-15,-3 2 0 0,-1 2-1296 0,-2 3-272 16,-3 2-48-16,-1 2-16 0,-2 2-32 0,-1 4 0 15,-2 3 0-15,2-1 0 0,-1 0 256 0,0 1 48 16,0-3 16-16,2 1 0 0,2-5 32 0,0 1 0 16,1-3 0-16,2-4 0 0,0-2 384 0,1 0 80 15,2-1 0-15,2-6 16 0,0 4-592 0,1-6-112 16,3 1-16-16,-1 1-16 0,-1-3-240 0,2 0 0 16,1 0 0-16,1-3 0 0,1 1-160 0,1 1 32 0,0-4 0 0,-1 0-11168 15,-1 0-2224 1</inkml:trace>
  <inkml:trace contextRef="#ctx0" brushRef="#br0" timeOffset="-170146.41">19160 4194 16415 0,'-1'19'352'0,"0"-7"80"0,1 1 16 0,0-10 16 0,1 1-464 0,2-1 0 0,-1 0 0 0,3 3 0 16,4 3 1216-16,3 2 128 0,3 0 48 0,2-7 0 15,2-4 576-15,1-6 112 0,-1-4 32 0,2-2 0 16,0-4-464-16,0-3-96 0,-1-1-16 0,-3-1 0 16,0 1-1104-16,-4-1-240 0,-2 2-32 0,-3 0-16 15,-3 3 688-15,-4 1 144 0,-2 5 32 0,-4 3 0 0,-3 1-304 0,-4 3-64 16,-2 1-16-16,-3 4 0 0,0 1-352 0,-3 3-64 16,0 0-16-16,2 4 0 0,-1 0-192 0,3 2 0 15,0 4 0-15,2-2 0 0,2 3 0 0,0-3 0 16,2 2 0-16,2-1-18480 15</inkml:trace>
  <inkml:trace contextRef="#ctx0" brushRef="#br0" timeOffset="-168330.62">19813 4141 11967 0,'-5'-7'1072'0,"4"3"-864"0,0 2-208 0,2-2 0 16,0 1 480-16,2 1 48 0,0 1 16 0,6 1 0 15,4-3 368-15,6 1 80 0,9 2 16 0,4 0 0 16,4 2 288-16,3 1 64 0,4 0 16 0,1 0 0 15,-2 1-496-15,-3-3-112 0,-2 0 0 0,-3-1-16 16,-3 0-384-16,-3-1-80 0,-1 0-16 0,-3-3 0 16,-3 4-272-16,-1 0 0 0,-6-3-128 0,0 1 128 15,-2 1-368-15</inkml:trace>
  <inkml:trace contextRef="#ctx0" brushRef="#br0" timeOffset="-168164.91">20162 3795 14735 0,'-5'0'1312'0,"3"4"-1056"16,0-3-256-16,2 4 0 0,0-1 1872 0,-1 4 320 15,-3 6 64-15,-1 7 16 0,-2 12 144 0,0 13 16 16,-1 8 16-16,1 6 0 0,2 2-864 0,0-1-176 16,1 2-48-16,0-2 0 0,-1-2-1008 0,3 3-208 15,1 4-144-15,3-6-16288 0</inkml:trace>
  <inkml:trace contextRef="#ctx0" brushRef="#br0" timeOffset="-166597.36">21219 3821 8287 0,'0'-9'736'0,"0"2"-592"15,-1 1-144-15,0 2 0 0,0 1 1456 0,-1 3 256 16,1-6 48-16,-4-9 16 0,-1 2 1344 0,-3 0 272 16,-1 4 48-16,0 5 16 0,-2 5-1120 0,2 8-224 15,0 4-32-15,3 10-16 0,-1 4-992 0,2 7-208 16,3 9-32-16,0 6-16 0,1 9-560 0,2 5-128 15,1 4 0-15,1 1-128 0,2-1 128 0,1-4-128 16,2-9 0-16,2-3 0 0,2-7 0 0,3-5 0 16,4-8-176-16,1-9-16608 0</inkml:trace>
  <inkml:trace contextRef="#ctx0" brushRef="#br0" timeOffset="-166347.22">21467 4137 12143 0,'-12'-18'256'0,"6"8"64"0,1 1 16 0,2 2 16 0,1 4-352 0,2 2 0 0,0-4 0 0,0-1 0 16,0-1 2448-16,0-3 432 0,3-3 64 0,1 1 32 15,2 2-448-15,1 0-96 0,2 2 0 0,1 1-16 16,1 4-992-16,-1 0-192 0,1 3-32 0,-3 6-16 16,1 1-576-16,-1 5-112 0,-2 4-32 0,-3 9 0 15,0 1-336-15,-3 2-128 0,-1 7 0 0,-3 1 0 16,1 1 0-16,0 0 0 0,0-5 0 0,2-4 0 15,2-5 0-15,2-5 0 0,2-2 0 0,1-2-160 16,1-3 160-16,2-5 144 0,1-1-16 0,0-2-128 0,0-3 0 16,0-4 0-16,1 0-192 0,0-2-16464 15</inkml:trace>
  <inkml:trace contextRef="#ctx0" brushRef="#br0" timeOffset="-166179.05">21636 3774 16575 0,'-4'0'736'0,"2"0"160"0,2 2-720 0,1 2-176 16,0-1 0-16,0 0 0 0,2 1 992 0,-1 5 160 15,2 1 48-15,2 8 0 0,4 4-656 0,-1 3-128 16,1 1-32-16,0 0 0 16,1 1-1568-16,0-1-320 0,4-4-64 0,1 1-16 0</inkml:trace>
  <inkml:trace contextRef="#ctx0" brushRef="#br0" timeOffset="-165878.72">21920 4198 11967 0,'2'0'528'0,"-1"0"112"0,1 3-512 0,0-3-128 0,-1 2 0 0,0-2 0 16,0 1 1440-16,0 2 256 0,1 3 48 0,0 0 16 15,2 2-816-15,-2 3-176 0,1-1-16 0,-2 2-16 0,0 2-608 0,-1 0-128 16,0 0 0-16,0-2 0 0,2 1 0 0,-1-1 0 16,0-2 0-16,3 2 0 0,-1-2 736 0,4-4 48 15,-2 4 16-15,2-4 0 0,0 1 352 0,1-1 80 16,0-4 16-16,0 2 0 0,1 0-400 0,-3-1-80 16,-1 2 0-16,-2-1-16 0,0 0-384 0,-3 1-80 15,-1 2-16-15,-3-1 0 0,-2 4-272 0,-3 3 0 16,-2 1 0-16,-4 6 0 0,-2-1 0 0,-2-1-176 15,1 5 176-15,-1-7-14224 16</inkml:trace>
  <inkml:trace contextRef="#ctx0" brushRef="#br0" timeOffset="-165646.96">22268 4129 22111 0,'0'-1'976'0,"1"1"208"0,2-3-944 0,0 2-240 0,0 1 0 0,-1 0 0 16,2 0 1968-16,1-3 336 0,5 3 80 0,3-2 16 16,3 1-400-16,3 1-80 0,-2 0 0 0,1 0-16 15,-2 3-1520-15,-3-3-384 0,1 3 0 0,-2-3-16640 16</inkml:trace>
  <inkml:trace contextRef="#ctx0" brushRef="#br0" timeOffset="-165011.65">22709 4095 10127 0,'-3'-6'896'0,"0"1"-704"16,2 4-192-16,0-1 0 0,1-1 1248 0,-3-1 224 16,-1-3 32-16,-1-4 16 0,-1-3 1216 0,0-2 240 15,1 0 48-15,1 1 16 0,4 2-560 0,2 0-112 16,4 3-32-16,1-1 0 0,3 4-736 0,3-2-160 15,3 3-32-15,0 2 0 0,1 1-784 0,-1 0-176 16,3 3-16-16,-2 3-16 0,-1 0-256 0,-1 6-160 16,-4 5 192-16,0 0-192 0,-3 9 0 0,-4 6 0 15,-1 5 0-15,-2 4 0 0,-2-2 0 0,0 2 0 16,-2 2 0-16,1-4 0 0,1-2 0 0,-1-3 0 16,4-6 0-16,0-5 0 0,2-7 0 0,2 0 0 0,1-5 0 15,2-1 0-15,1-7 0 0,0 0 0 16,2-3 0-16,0-1-12416 15,1-2-2416-15</inkml:trace>
  <inkml:trace contextRef="#ctx0" brushRef="#br0" timeOffset="-164846.11">23020 3524 21183 0,'-5'0'944'0,"2"0"192"0,2 6-912 0,0-2-224 0,1 2 0 0,0 0 0 15,0 3 1536-15,0 3 272 0,1 8 48 0,0 9 16 16,2 8-656-16,0 5-128 0,2-1-16 0,2-6-16 16,-1-1-1056-16,1-6-224 0,2-2-32 0,2-1-16 15</inkml:trace>
  <inkml:trace contextRef="#ctx0" brushRef="#br0" timeOffset="-164347.47">23288 4146 11967 0,'2'0'1072'0,"1"0"-864"0,-1 1-208 0,1-1 0 16,1 0 1264-16,-1 0 208 0,2 3 32 0,5-3 16 15,2 2 1168-15,5 0 224 0,0 1 48 0,-1 2 16 16,0 1-1616-16,-4 2-320 0,0 2-64 0,-6 2-16 0,-1 3-784 16,-5 1-176-16,-3 0 0 0,-2 3 0 0,-3-1 0 0,-2 2 0 15,-1-2 0-15,-2 1 0 0,3-5 0 0,2-2 0 16,3 0 0-16,-1-2 0 0,1-4 224 0,3 1 96 15,1-5 0-15,4 2 16 0,2-7 208 0,1 2 32 16,4-1 16-16,1-5 0 0,2 4-592 0,2-3 0 16,2-1 0-16,2 1-10288 15,0 0-2064-15</inkml:trace>
  <inkml:trace contextRef="#ctx0" brushRef="#br0" timeOffset="-164110.27">23759 3767 23951 0,'4'4'1056'0,"0"1"224"0,-1 3-1024 0,0-2-256 0,-2-1 0 0,-1-1 0 16,1 2 2672-16,-1 4 464 0,1 6 112 0,1 9 16 15,-2 4-1456-15,-2 5-272 0,-1 4-64 0,-3 0-16 16,-2 3-1136-16,-2 0-320 0,-1 1 144 0,-3 1-144 15,1-1 0-15,-3-1 0 0,2 0 0 0,-2-7 0 16,1-3-272-16</inkml:trace>
  <inkml:trace contextRef="#ctx0" brushRef="#br0" timeOffset="-163431.15">24296 3729 911 0,'-1'0'0'0,"-1"0"0"0,1 0 0 0,1 0 0 15,0 0 1008-15,0-2 112 0,0 2 32 0,0 0 0 0,1 0 1136 0,1 2 224 16,-1-2 48-16,-1 0 16 0,0 0 352 0,0 0 64 15,7 29 16-15,-7-16 0 0,-1 5-656 0,-2 2-128 16,0 2-32-16,-3 3 0 0,-2 4-720 0,0 2-128 16,-4 1-48-16,0 3 0 0,-3 2-896 0,0-2-176 15,0-1-32-15,3-5-16 0,1-3 16 0,0-7 16 16,1 2 0-16,0-4 0 0,4-5 144 0,1-2 32 16,5-6 0-16,1-2 0 0,4-2-144 0,4-6-32 15,3 0 0-15,3-2 0 0,2 0 16 0,3-1 0 16,0 1 0-16,1 0 0 0,0 0-16 0,2 2 0 15,1 0 0-15,1 2 0 0,1-1-208 0,-2 2 0 16,1 0 0-16,0 2 0 0,-2-2 0 0,1 3 0 0,-3-3-144 16,-1 3 144-16,-2 0 0 0,-2 0-144 0,-2 0 144 0,-2 1 0 15,-3 1-128-15,-3 1 128 0,0 1-128 0,-3-2 128 32,-2 2-1664-32,-1-2-256 0</inkml:trace>
  <inkml:trace contextRef="#ctx0" brushRef="#br0" timeOffset="-163245.91">24453 3818 13823 0,'-1'0'1216'16,"-1"3"-960"-16,2-1-256 0,0 2 0 16,0 0 1536-16,-1 2 272 0,0 3 48 0,-3 4 16 0,0 12 1584 15,-2 3 304-15,-2 8 64 0,-1 8 16 0,2 3-2384 0,-3 1-480 16,1 5-80-16,0 1-32 0,2 0-736 0,1-3-128 15,1-1 0-15,2-3-16672 16</inkml:trace>
  <inkml:trace contextRef="#ctx0" brushRef="#br0" timeOffset="-162380.99">23780 3831 5519 0,'0'0'496'16,"0"-4"-496"-16,0 4 0 0,-1-2 0 15,1 0 912-15,-1 2 96 0,-1-1 16 0,1 0 0 0,-3-3 704 0,2 2 128 16,-2 2 48-16,-1-3 0 0,0 3-560 15,2 0-96-15,-2 0-32 0,1 0 0 0,0 0-32 0,1-1-16 16,-1 1 0-16,0-2 0 0,3-2 16 0,-2 1 0 16,2-3 0-16,0 2 0 0,0-2-160 0,1 0-48 15,-1-3 0-15,-1 2 0 0,1-2-288 0,-1 2-64 16,-1 1-16-16,-1 0 0 0,1-1-208 0,-3-1-32 16,-1 0-16-16,0 2 0 0,-1 0-64 0,-1 2-16 15,0-2 0-15,-2 4 0 0,1 2-272 0,0 0 128 16,0 2-128-16,1 4 0 0,2 4 0 0,1 0-176 15</inkml:trace>
  <inkml:trace contextRef="#ctx0" brushRef="#br0" timeOffset="-160779.9">25232 3856 5519 0,'-6'-3'496'0,"-3"-1"-496"16,4 2 0-16,3 1 0 0,-1 1 784 0,1 0 64 15,-1-3 16-15,-8-1 0 0,-3-2 832 0,0 0 160 16,2 1 48-16,4 0 0 0,3 3 48 0,4-2 16 15,3 2 0-15,6 2 0 0,1 0-208 0,6 2-32 16,4 2-16-16,1-2 0 0,2 3-128 0,3 0-32 16,3-1 0-16,3-2 0 0,4 2-592 0,-1-2-112 15,2 2-16-15,-3-1-16 0,1 0-528 0,-2-1-96 16,1 0-32-16,-2 1 0 0,-1-2-160 0,-2-1 0 0,1-1-192 16,-4-3 192-16,-2 1-256 0,-3-3 64 0,-4 0 0 0,-1 0-16304 15</inkml:trace>
  <inkml:trace contextRef="#ctx0" brushRef="#br0" timeOffset="-160624.49">25597 3445 23039 0,'-10'9'1024'0,"4"-2"192"16,2 3-960-16,0 1-256 0,3-1 0 0,1 0 0 15,-1 2 1520-15,-1 8 256 0,0 13 48 0,-3 12 16 16,-1 13 272-16,-3 8 64 0,-1-3 16 0,0 3 0 15,0 5-1408-15,1 1-272 0,2 1-64 0,4-4-17584 16</inkml:trace>
  <inkml:trace contextRef="#ctx0" brushRef="#br0" timeOffset="-159047.28">24559 15951 12895 0,'27'-3'1152'0,"-2"0"-928"16,-5-1-224-16,-8-5 0 0,1-1 304 0,9-6 16 15,22-6 0-15,27-24 0 0,23-16 384 0,7-19 96 16,-4-11 16-16,-12 1 0 0,-13-1 112 0,-9 1 32 16,-8-1 0-16,-6 3 0 0,-7 4-496 0,-4-1-80 15,-1-5-32-15,-3 2 0 0,-5 1-96 0,-3 2 0 16,-5-6-16-16,-5 1 0 0,-2 2 304 0,-5-3 64 0,-5 1 16 15,-1-5 0-15,-3 0 112 0,-3-2 32 0,-3 2 0 0,-4-6 0 16,0 2-48-16,-3-4 0 0,-2 0 0 0,-2 2 0 16,-1 4-48-16,-1 0-16 0,-2 1 0 0,0 4 0 15,-3 5 48-15,-2 3 0 0,0 2 0 0,-1 4 0 16,-1 3-48-16,-1 5 0 0,-1 4 0 0,-2 6 0 16,0 7-208-16,-5 1-32 0,-3 6-16 0,-3 2 0 15,-5 7 0-15,-3 7 0 0,4 9 0 0,-2 6 0 16,-7 9-256-16,-2 11-144 0,-3 9 160 0,-3 8-160 15,-3 11 0-15,-3 8 0 0,-1 11 0 0,3 7 0 16,4 4 0-16,1 12 0 0,0 17 0 0,0 10 0 16,1 10 0-16,1 6-160 0,6 2 160 0,5 6-192 15,7 16 192-15,10-1 128 0,7 5-128 0,8 7 176 0,12 9-176 16,10 3 0-16,7 4 0 0,10-1 0 0,8-5 0 0,10-7-176 16,14-1 48-16,13-14-17744 15</inkml:trace>
  <inkml:trace contextRef="#ctx0" brushRef="#br0" timeOffset="-155546.83">24803 11338 21183 0,'-3'0'1888'0,"2"-2"-1504"0,0 2-384 0,0 0 0 15,1 0 1152-15,0 0 144 0,-2-3 48 0,0 2 0 16,1 1 656-16,-2-4 144 0,2 4 32 0,1 0 0 16,0 0-832-16,0 0-176 0,0 0-16 0,0 0-16 15,0 0-304-15,25-5-48 0,-18 10-16 0,2 3 0 16,1 0-336-16,-1 5-80 0,3 3-16 0,-2 0 0 16,1 2-112-16,-1 5-32 0,-1-1 0 0,0 0 0 15,1 3-192-15,-1-2 176 0,-1 2-176 0,0 0 160 16,-1-3-160-16,-1-2 160 0,0-4-160 0,1-1 160 15,-2-3 64-15,1-2 16 0,-1 0 0 0,-2-4 0 16,2-2 80-16,0-2 32 0,2-2 0 0,-3-2 0 0,1-2 0 0,0-2 0 16,0-6 0-16,2-2 0 0,-3-5 48 0,1-3 16 15,3-6 0-15,-1-3 0 0,2-1-160 16,1-3-48-16,1-2 0 0,1 1 0 0,2-1-208 0,1 2 0 16,1 1 0-16,0 0 0 0,-1 3-384 0</inkml:trace>
  <inkml:trace contextRef="#ctx0" brushRef="#br0" timeOffset="-152295.4">26204 3624 15663 0,'0'-8'1392'0,"0"4"-1120"16,1 1-272-16,0 3 0 0,-1 3 704 0,0-2 64 0,1 5 32 0,1 4 0 16,-1 8 1440-16,0 10 272 0,0 10 64 0,-3 7 16 15,-2 2-832-15,-2 4-160 0,-1 5-48 0,-3 1 0 16,1 4-976-16,-1-2-208 0,3-2-48 0,2-9 0 16,2-4-320-16,6-10 0 0,3-4 0 0,3-12-10240 15,3-1-2032-15</inkml:trace>
  <inkml:trace contextRef="#ctx0" brushRef="#br0" timeOffset="-152014.62">26661 3499 10127 0,'-3'3'896'0,"0"-1"-704"15,1 5-192-15,-2 0 0 0,1-1 960 0,2-3 144 16,-4 9 48-16,-5 10 0 0,-1 7 1392 15,-2 7 272-15,-1 7 64 0,4 1 16 0,3-3-1472 0,2-3-288 16,5-3-64-16,2-3-16 0,4-1-288 0,2-5-48 16,3-1-16-16,-1-2 0 0,2-2-128 0,-1-1-48 15,0-1 0-15,-1-1 0 0,-1-2-240 0,-3-1-48 16,-2-1-16-16,-2-2 0 0,-2 1-48 0,-1-1-16 16,-4-2 0-16,-2 2 0 0,-3-2-32 0,-1 0 0 15,-4 2 0-15,-1-2 0 0,-3 3-128 0,0-4 0 16,-4 1 0-16,1-1-176 15,-1 0-352-15,-1-4-80 0</inkml:trace>
  <inkml:trace contextRef="#ctx0" brushRef="#br0" timeOffset="-151864.83">26536 3732 16575 0,'15'-12'1472'0,"-1"3"-1168"0,-4 5-304 0,-4 2 0 15,-2 0 1280-15,2 0 208 0,7-4 48 0,10-4 0 16,5-2 1328-16,3 2 272 0,0 0 48 0,-4 4 16 15,-5 6-1984-15,-4 3-384 0,-2 3-64 0,-4 1-16448 16</inkml:trace>
  <inkml:trace contextRef="#ctx0" brushRef="#br0" timeOffset="-149696.15">27193 3821 6447 0,'-10'-3'576'0,"5"2"-576"0,1 1 0 0,0 0 0 16,1 0 640-16,3 0 32 0,0 0 0 0,0 0 0 0,-1-2 1056 16,2-1 192-16,2 0 64 0,1-1 0 0,6-2-256 0,3-1-32 15,3 1-16-15,2-4 0 0,2 4-464 0,2-4-112 16,2-1-16-16,1 4 0 0,-1-3 112 0,0 4 16 16,-1 1 0-16,-3 4 0 0,-3-2-448 15,-2 6-96-15,-4 3-16 0,-3 1 0 0,-3 5-416 0,-3 1-96 16,-3 3-16-16,-3 4 0 0,-1 1 128 0,-2-1 32 15,-2 2 0-15,1 0 0 0,-2 3-80 0,-1-1-16 16,1 1 0-16,0 1 0 0,1-4-192 0,3 1 0 16,1-5 0-16,1 1 0 0,2-3 0 0,2-4 0 15,0 2-176-15,2-4 176 16,1-2-576-16,2 0 16 0</inkml:trace>
  <inkml:trace contextRef="#ctx0" brushRef="#br0" timeOffset="-149529.22">27422 3417 18431 0,'0'-9'1632'0,"1"8"-1312"0,0-2-320 0,2 3 0 16,-2 3 144-16,-1-2-144 0,2 1 192 0,3 1-192 16,0 1 2048-16,1 4 288 0,1 6 64 0,-1 4 16 15,1 5-1664-15,-1 3-336 0,3 2-64 0,-1 3-8688 16,-1 0-1744-16</inkml:trace>
  <inkml:trace contextRef="#ctx0" brushRef="#br0" timeOffset="-145314.27">28839 16959 29487 0,'10'9'2624'0,"3"-1"-2112"16,2-2-512-16,0-1 0 0,2-4 256 0,6 5-64 16,14 3-16-16,20 8 0 0,19 7-176 0,23 2-176 0,22 2 48 0,4-5 0 15,-2-7 128-15,-8-4 0 0,-10-6 0 0,5-6 0 16,11-6 512-16,-4-9 192 0,-11-2 48 16,4-5 0-16,6-9 432 0,-1-4 96 0,-5 0 0 0,-4-3 16 15,-1-6-672-15,-2 3-144 0,-4 2-32 0,-8 2 0 16,-4-1-208-16,0-3-48 0,0-1-16 0,-1-1 0 15,-10-2 208-15,-5 1 32 0,-6-1 16 0,-3-4 0 16,-2 1-112-16,-2-2-32 0,2-1 0 0,0 3 0 16,-7 0-96-16,-4 1 0 0,-1-6-16 0,-6 2 0 15,-4 0-176-15,-4-2 160 0,0 0-160 0,-5 1 160 16,0 1-32-16,-2-2-128 0,-1 0 192 0,-4-1-64 16,0-3-128-16,-2 0 192 0,-1-2-192 0,-3 2 192 0,-4 5 0 15,-2-1 0-15,-1 4 0 0,-6-3 0 0,0 0-192 0,-4-1 160 16,-2-6-160-16,-3 1 160 0,-4 1-160 0,-3 1 0 15,-4 4 144-15,-1 2-144 0,-2 3 0 0,-2 2 0 16,-3-2 0-16,-2 3 0 0,-4-3 0 0,-2 0 0 16,-3 1 0-16,-5 3 0 0,-2 2 0 0,-7 5 0 15,-5 1 0-15,-5 2 0 0,2 7 0 0,-5 4 0 16,-4-1 0-16,-3 4 0 0,-3 4 0 0,-5 2-128 16,-4 6 0-16,-1 1 0 0,7 0 128 0,-1 3 0 15,0 3-144-15,0 0 144 0,-5 0 0 0,3 3 0 16,5-2 0-16,2 1 0 0,3 5 0 0,-2-1 0 15,-1 0 0-15,2 4 0 0,-1 2 0 0,5 2 0 16,5 2 0-16,2 5 0 0,-1 1-144 0,0 3 144 16,-3-2 0-16,-2 5 0 0,1 1-128 0,4 2 128 0,4 1 0 15,-1 5 0-15,0 4-160 0,-1 1 160 0,-3 5-128 0,2 1 128 16,-3 2 0-16,5 1 0 0,5-4 0 16,5-2-128-16,5 5 128 0,3 3 0 0,2 8 0 0,3 5 0 15,3 1 0-15,4 5 0 0,1 1 0 0,5 2 0 16,4 4 0-16,3 4 0 0,7 9 0 0,6-1 0 15,6-2 0-15,6 3 0 0,5-1 0 0,5 3 0 16,4 2 0-16,1-5 0 0,2-8 0 0,0-6 0 16,1-2 0-16,3-2 0 0,4-4 0 0,3-6 0 15,6-10 0-15,-1-6 0 0,6-8 0 0,-1-7 0 16,3-4 0-16,-2-5 0 0,-1-2 0 0,7-8-19328 16</inkml:trace>
  <inkml:trace contextRef="#ctx0" brushRef="#br0" timeOffset="-143247.18">27280 3281 13823 0,'-17'6'1216'0,"9"-3"-960"0,-1 4-256 0,-2 2 0 0,5 0 1056 0,5-6 160 16,-4 4 48-16,-6 12 0 0,-3 7 1840 0,-3 11 368 16,-4 16 80-16,0 9 16 15,3 3-1424-15,6 1-288 0,2 4-48 0,3 2-16 0,3 1-1008 0,5 4-208 16,3-1-32-16,4 0-16 0,5-1-528 0,3-6-176 15,5-6 0-15,1-2-17232 16</inkml:trace>
  <inkml:trace contextRef="#ctx0" brushRef="#br0" timeOffset="-142680.15">27903 3931 4607 0,'1'-3'400'0,"1"3"-400"16,-2-2 0-16,2 1 0 0,-1 1 1328 0,-1 0 176 15,1-3 32-15,2 0 16 0,0 0 688 0,1-3 128 16,0 2 16-16,1-2 16 0,-2 4 96 0,1 0 0 0,-1 0 16 0,-1 4 0 15,1 0-16-15,-2 4 0 0,0 2 0 16,-1 5 0-16,-2 3-1024 0,-1 6-192 0,-1 0-64 0,-2 7 0 16,1 2-736-16,-2-2-160 0,1 6-16 0,-2-3-16 15,2 2-160-15,-1-5-128 0,2 0 192 0,0-2-192 16,1-1 0-16,0-6 0 0,3 1 0 0,0-8 0 16,1 0-256-16,1-3-48 0</inkml:trace>
  <inkml:trace contextRef="#ctx0" brushRef="#br0" timeOffset="-142480.35">28200 3863 20271 0,'-2'5'1792'0,"2"-1"-1424"15,3-2-368-15,-2 2 0 0,1-4 1408 0,2 1 192 16,1 4 64-16,3 1 0 0,3 0 64 0,4 1 0 15,1 0 16-15,2-5 0 0,1 2-1264 0,0-4-256 16,1 0-48-16,-1-2-14800 16</inkml:trace>
  <inkml:trace contextRef="#ctx0" brushRef="#br0" timeOffset="-142226.21">28622 3823 22111 0,'7'2'976'0,"-2"-2"208"0,1 0-944 0,-1 0-240 0,-3 0 0 0,-1 2 0 16,2-2 1920-16,1 1 352 0,3 4 64 0,0 1 16 16,2 4-864-16,-4 6-160 0,-2 3-48 0,-2 3 0 15,-4 3-960-15,0 3-320 0,-2 2 160 0,-2 5-160 16,2-1 0-16,1 1 0 0,0-4 0 0,3-5 0 15,2-1 0-15,3-8-176 0,0-2 176 0,4-3-192 16,1-6 0-16,0-4 0 0</inkml:trace>
  <inkml:trace contextRef="#ctx0" brushRef="#br0" timeOffset="-142080.56">28817 3629 23951 0,'0'-1'2128'0,"0"1"-1696"15,0 1-432-15,0 2 0 0,0-1 2192 0,0 2 368 16,0 0 64-16,0 2 0 0,1 4-816 0,-1 5-160 16,0 1-48-16,1 3 0 15,0 2-1600-15,2 2-576 0,0 1 16 0,2 5 0 0</inkml:trace>
  <inkml:trace contextRef="#ctx0" brushRef="#br0" timeOffset="-141695.96">29049 3967 23039 0,'5'-3'1024'0,"-1"2"192"0,-1 1-960 0,1 0-256 0,-1 0 0 0,-2 0 0 16,1 0 2240-16,1 1 416 0,3 2 80 0,1 1 16 15,1 2-1280-15,-1 2-240 0,1 2-48 0,-5 3-16 16,-1-1-976-16,-2 4-192 0,-4 3 0 0,-1-1 0 16,-2 2-272-16,-1 0 64 0,1 1 16 0,-2-3 0 15,3 2-112-15,0-4-16 0,2 0 0 0,0-1 0 0,4-3 320 16,1-2 128-16,3-2-128 0,2-2 192 0,2-1-64 0,3-4 0 16,1 2-128-16,3-3 192 0,0 0-48 15,0 0-16-15,0-3 0 0,-1 2 0 0,0 1-128 0,-3 0 0 16,-2 0 0-16,-3 1 0 0,-1 2 0 0,-5-1 0 15,-1 3 0-15,-5 1 0 0,-2 3 704 0,-4 0 48 16,-6 2 16-16,-3 1 0 0,0 3-208 0,-3-3-48 16,-1 2 0-16,-1 1 0 0,-1-2-384 0,1 2-128 15,2-4 0-15,3 0 0 0,4-4 0 0,3-4-176 16,5-3 0-16,4-3-17936 0</inkml:trace>
  <inkml:trace contextRef="#ctx0" brushRef="#br0" timeOffset="-141463.18">29589 3628 19343 0,'14'7'1728'0,"-5"2"-1392"0,1 0-336 0,-3-2 0 16,-1-1 3456-16,-3 1 608 0,0-1 128 0,2 6 32 15,4 7-1552-15,2 8-304 0,1 6-64 0,-3 6-16 16,-5-2-1520-16,-4 5-320 0,-4-2-48 0,-5 3-16 16,-4 2-384-16,-3 4 0 0,-4-1 0 0,-1 1-13008 15,-3-2-2688-15</inkml:trace>
  <inkml:trace contextRef="#ctx0" brushRef="#br0" timeOffset="-140981.03">30288 3703 35935 0,'1'0'3200'0,"3"0"-2560"0,0 2-512 0,1-2-128 16,0 2 592-16,0-2 112 0,3 0 0 0,7 1 16 16,7 1 240-16,9-1 64 0,8 1 0 0,3-4 0 0,2 1-640 0,2-2-112 15,1-1-16-15,0-1-16 0,-3 2-240 0,-4-1 0 16,-3-1 0-16,-6 4 0 0,-5-3 0 0,-4 4 0 15,-4 1 0-15,-5 3 0 16,-4 1-704-16,-6 1-16 0,-4 0-16 0,-4 4 0 0</inkml:trace>
  <inkml:trace contextRef="#ctx0" brushRef="#br0" timeOffset="-140829.37">30284 3969 27647 0,'2'10'1216'0,"3"-1"256"0,3-2-1168 0,1-1-304 15,-2-3 0-15,1-2 0 0,2 2 1328 0,6 0 208 16,12 4 32-16,14 1 16 0,11 2 16 0,12-1 0 16,-1-4 0-16,-2 0 0 0,-5 1-1120 0,-8-2-224 0,-4-2-32 0,-6 2-11936 15,-2-1-2368-15</inkml:trace>
  <inkml:trace contextRef="#ctx0" brushRef="#br0" timeOffset="-140531.09">31333 3900 25791 0,'-4'19'2304'0,"2"-7"-1856"0,-1 4-448 0,2-6 0 16,1-3 1888-16,0-2 288 0,0 1 48 0,0 4 16 0,3 3 144 0,-1 5 48 16,4 5 0-16,4-4 0 0,2-4-1520 0,6-4-288 15,0-2-64-15,6-7-16 0,1-2-208 0,3-6-32 16,3 0-16-16,-1-6 0 0,0-1-32 0,-1-3-16 15,-1-2 0-15,-4-1 0 0,-4 2 16 0,-4-4 0 16,-5 2 0-16,-6-1 0 0,-4 2-32 0,-5-2 0 16,-6-2 0-16,-3 0 0 0,-7-1-96 0,-2 2-128 15,-3 2 176-15,-1 0-176 0,-1 3 0 0,1 5 0 16,-1 3 0-16,3 8 0 0,1 3 0 0,-1 3 0 16,2 4 0-16,0 4 0 15,2 2-480-15,3 0 0 0,4 1 0 0,10-3 0 0</inkml:trace>
  <inkml:trace contextRef="#ctx0" brushRef="#br0" timeOffset="-133380.4">27841 17099 32255 0,'-6'-1'2864'0,"2"1"-2288"16,4 0-576-16,1 0 0 0,2 0 224 0,0 0-64 0,1 0-16 0,2 0 0 16,8-3-144-16,5 0 0 0,11 1-192 15,11-5 192-15,9 0 0 0,4-5 0 0,4-1 0 0,3 0 0 16,-4 0 560-16,12-2 224 0,18 2 48 0,14-2 16 15,6 3 336-15,11 1 64 0,8 2 16 0,9 5 0 16,3 2-608-16,22-1-112 0,22 3-32 0,18 0 0 16,9-1-224-16,10-2-48 0,5-3-16 0,-5 0 0 15,-9-1 112-15,10-2 32 0,12-3 0 0,2-1 0 16,-5 2-48-16,-4-4 0 0,-4-1 0 0,-14 0 0 16,-18-2 48-16,-18 2 0 15,-21 0 0-15,-17-1 0 0,-12 5-368 0,-15-3 0 0,-11 2 0 0,-15 0 0 16,-14 3 0-16,-11 2 0 0,-8 0-192 0</inkml:trace>
  <inkml:trace contextRef="#ctx0" brushRef="#br0" timeOffset="-118447.58">30171 7163 2751 0,'-3'-3'256'0,"1"0"-256"0,0 2 0 0,2 1 0 16,0 0 144-16,-1 0-16 0,0 0 0 0,-2-2 0 15,0 0-128-15,-1 0 0 0,-1 2 0 0,1-3 0 16,2 3 0-16,-1-1 0 0</inkml:trace>
  <inkml:trace contextRef="#ctx0" brushRef="#br0" timeOffset="-116962.35">32697 6530 911 0,'-4'-6'0'15,"0"0"0"-15,2 2 0 0,1 1 0 0,0 1 560 0,1 1 16 16,-2-1 16-16,1 0 0 0,0 0 80 0,-2-2 16 16,1-2 0-16,-3 0 0 0,1 2 96 0,1-2 32 15,-1 0 0-15,0 1 0 0,2 1 128 0,-2-2 16 16,1 2 16-16,0 0 0 0,0 2-144 0,0-2-16 15,0 2-16-15,-1-2 0 0,2 4-32 0,-1-2-16 16,1 2 0-16,-1-3 0 0,2 2-16 0,-1 1 0 16,1 0 0-16,-1 0 0 0,1 0-208 0,0 1-32 15,1-1-16-15,0 3 0 0,0-1-224 0,2 2-64 0,0-1 0 0,1 2 0 16,1-1-48-16,1 2-16 0,0 1 0 0,1-4 0 16,1 3 160-16,1 1 32 0,-1 0 0 0,3 2 0 15,-1-1-16-15,-2 0 0 0,2 0 0 0,0 0 0 16,-3 0-32-16,1 0 0 0,-2 1 0 0,0-3 0 15,0 1-48-15,-1 2-16 0,-2-3 0 0,1 0 0 16,-1 0 16-16,-1 1 0 0,1-1 0 0,-1-3 0 16,0 4 0-16,-1-1 0 0,-1 0 0 0,0 0 0 15,-2 0-80-15,1 1-16 0,-3-1 0 0,0 1 0 16,-1 2-128-16,-2 1 192 0,-1-3-192 0,0 2 192 16,-1 1-192-16,-1 0 0 0,-1-2 144 0,1 1-144 15,0 1 0-15,0 0 144 0,0-2-144 0,0 0 0 16,1 0 128-16,-1 0-128 0,1 0 0 0,-1 2 0 15,1-1 128-15,0-3-128 0,0 4 144 0,0-4-144 0,3 0 0 16,-1-2 0-16,2 2-128 0,1-2 128 0,2-1 0 0,0 0 0 16,1-3 128-16,0 3-128 0,4-3 0 0,-2 1 0 15,2-1 0-15,-1 0 0 0,3-1 0 0,-2 1 0 16,3-3 0-16,-1 3-160 0,1-2 160 0,1 1 0 16,-1-2 160-16,1 3-160 0,2-2 128 0,0 0-128 15,1 0 0-15,0 1 0 0,1-2 192 0,0 3-64 16,1-2-128-16,0 0 192 0,0 2 192 0,0-2 16 15,1-1 16-15,0 2 0 0,0 1 80 0,0-2 16 16,1 2 0-16,-1 0 0 0,0-3-128 0,2 3 0 16,0 0-16-16,-2-1 0 0,2 1-64 0,-1 0-16 15,1 0 0-15,-2 1 0 0,3 2-48 0,-1-3-16 0,0 0 0 16,1 0 0-16,0 0-64 0,-1 0-16 0,1 0 0 0,-3 0 0 16,-1 0-144-16,0 0 128 0,-1 0-128 0,0 0 128 15,-1 0 0-15,-2-3 0 0,-1 3 0 0,0-1 0 16,-1 1 0-16,-1 0 0 0,-2-2 0 0,0 2 0 15,-1 0-128-15,-1 0 192 0,-1 0-192 0,-2 0 192 16,1 0-192-16,-1 0 0 0,0 0 0 0,-1 0 0 16,0 0 0-16,0 0 0 0,1 2-176 0,-1-2 176 15,2 0-400-15</inkml:trace>
  <inkml:trace contextRef="#ctx0" brushRef="#br0" timeOffset="-116297.95">32636 6502 1839 0,'-1'-4'160'0,"0"4"-160"16,1-2 0-16,1 2 0 0,0 0 336 0,-1 0 48 16,2-3 0-16,-1 2 0 0,-1-2-208 0,1 0-48 0,0-1 0 0,-1-2 0 15,0 3 176-15,0-3 16 0,-1 4 16 0,0-2 0 16,-2 2 496-16,0 0 80 0,-1-1 32 0,-1 3 0 15,0-3-144-15,-1 3-32 0,0 0 0 0,-1 0 0 16,0 3-160-16,0-3-32 0,-1 3-16 0,1-1 0 16,-1 0-16-16,3 2 0 0,2-2 0 0,-1 1 0 15,3 0-96-15,2 0-32 0,3 1 0 0,1-2 0 16,2 2-128-16,2-3-32 0,1 1 0 0,1 1 0 16,4-2 336-16,-1 2 64 0,4 0 16 0,-1 0 0 15,-1 3 544-15,0-3 128 0,-1 1 0 0,-1 1 16 16,-1 2-336-16,-3-4-80 0,-1 3-16 0,-2-2 0 0,-2 2-384 15,-1-2-80-15,-2 1-16 0,-2 1 0 16,-2-2-128-16,-2 2-48 0,0 0 0 0,-2 2 0 0,-1 0-32 0,-2 0-16 16,-2 0 0-16,-1 5 0 0,-2-3-224 15,0 2 0-15,-2 2 128 0,0 1-128 0,0-2 0 0,0 2 0 16,1 1 128-16,0-1-128 0,2-2 0 0,1 0 0 16,0-3 0-16,4 0 0 0,2 1 0 0,-1-4 0 15,5-1 0-15,1 1 0 0,2-1 0 0,1 0 0 16,1-2 0-16,2-2 0 0,2 2 0 0,2-2 0 15,0 2 0-15,2-2 0 0,0-2 0 0,0 2 0 16,4-2 0-16,0 0 0 0,-1 0 0 0,3 0 0 16,0 0 0-16,0 0 0 0,0-2 0 0,0 2 176 15,-1 0 0-15,-3 0 0 16,1 0 0-16,-3 0 0 0,0 0 0 0,-2 0 0 0,1 0-176 0,-3 2 0 0,-1 0 0 0</inkml:trace>
  <inkml:trace contextRef="#ctx0" brushRef="#br0" timeOffset="-115397.45">27283 7407 911 0,'-1'-5'0'0,"-1"3"0"0,2-1 0 0,0 2 0 16,0 1 400-16,0-3 0 0,-2 1 0 0,2-2 0 16,-1-4 240-16,0 0 32 0,1 2 16 0,1-3 0 15,0 3-16-15,3 2 0 0,-1 3 0 0,4 1 0 16,3 0-240-16,3 4-48 0,5 0-16 0,4 2 0 16,5 4 0-16,7 1 0 0,4 2 0 0,6 2 0 15,10 5-112-15,5 0 0 0,4 1-16 0,4-5 0 16,6-4-240-16,7-6 0 0,9-6 0 0,4-4 0 15,-3 2 0-15,2-8 0 0,0-4 0 0,2-5 144 16,4-1-144-16,-3-1 0 0,-1-2 0 0,-1-4 0 0,0-3 0 16,-4-5 0-16,-5 1 0 0,-7-7 128 0,-11 2-128 0,-5-5 128 15,-3-1-128-15,-2-5 128 0,-2-3-128 0,-2-1 0 16,-4 1 144-16,-4 1-144 0,-2-1 0 0,-9 0 0 16,-3-5 0-16,-7-2 128 0,-4 0 176 0,-6-3 32 15,-4 0 16-15,-4-4 0 0,-4 1 384 0,-5 0 80 16,-2-4 16-16,-4 1 0 0,-2 2-192 0,-5 1-16 15,-6 3-16-15,-4-1 0 0,-6 8 16 0,-6-4 0 16,-3 6 0-16,-3-1 0 0,0 11 208 0,-6 1 32 16,-7 1 16-16,-6 1 0 0,-5 2-48 0,-7 6-16 15,-6 5 0-15,-8 4 0 0,1 9-160 0,-2 2-16 16,-2 6-16-16,-3 5 0 0,-1 2-448 0,-2 6-176 16,-1 4 128-16,0 5-128 0,1-2 192 0,1 6-64 15,2 1 0-15,2 2 0 0,3 0 0 0,-1 3-128 0,0 6 192 16,2 4-64-16,6 5 0 0,4 5-128 0,7 3 192 15,4 2-64-15,4 2-128 0,7 1 160 0,11-3-160 16,5 1 160-16,5 10-160 0,9 7 0 0,7 8 144 0,7 4-144 16,10 5 0-16,8 4 0 0,6 9 0 0,8 5-128 15,7 9 128-15,5 0 0 0,3-4-144 0,4-5 144 16,7 0 0-16,0-5 0 0,4-13-144 0,2-12 144 16,-1-10 0-16,2-8-192 0,3-6 192 0,2-7-160 15,1-1 160-15,1-9-128 0,-2-1 128 0,-2-5-13184 16</inkml:trace>
  <inkml:trace contextRef="#ctx0" brushRef="#br0" timeOffset="-113845.03">27031 8703 15663 0,'-5'-10'1392'0,"3"3"-1120"0,2 7-272 0,1 0 0 15,0 0 928-15,-1 1 128 0,0-2 32 0,0 2 0 16,0 4-192-16,0 5-48 0,0 10 0 0,0 7 0 16,-1 9-400-16,-2 7-64 0,0 11-32 0,-2 7 0 15,-3 12 32-15,1 5 16 0,-2 2 0 0,-3-2 0 16,1-9-224-16,-2-2-48 0,0 0-128 0,-1-2 192 15,1-4-192-15,0-2-160 0,2-7 32 0,1-5 0 16,0-3 128-16,3-9 0 0,1-2 0 0,1-6 0 16,2-5-128-16,1-6 0 0,2-4 0 0,0-4-10992 15</inkml:trace>
  <inkml:trace contextRef="#ctx0" brushRef="#br0" timeOffset="-113613.08">27140 8626 16575 0,'21'-13'736'0,"-3"7"160"0,5 1-720 0,-4 3-176 15,-4 4 0-15,-1 0 0 0,3 2 672 0,12 1 96 16,19 5 32-16,15 3 0 0,7 6-240 0,-2 3-48 16,-11 6-16-16,-15 1 0 0,-12-1-496 0,-16 5 0 15,-12 0 0-15,-13 5 0 0,-11 1 0 0,-10 1 0 16,-10 7 128-16,-7 2-128 0,-1-2 0 0,-4-3 176 15,0 1-176-15,1-7 160 0,1-1-160 0,5-9 0 16,5-8 144-16,5-7-144 0,7-5 0 0</inkml:trace>
  <inkml:trace contextRef="#ctx0" brushRef="#br0" timeOffset="-112644.52">27881 8919 17503 0,'0'-2'1552'0,"0"-2"-1232"0,1 4-320 0,1 0 0 15,2 0 512-15,1 0 32 0,2 0 16 0,6-2 0 16,6 2-96-16,9 2-16 0,5 2 0 0,4 2 0 16,4 0 560-16,2 4 96 0,1-1 32 0,-2 1 0 15,-2 0-800-15,-3-3-144 0,-1 2-48 0,-2-3 0 16,-1 0-144-16,-3 0 0 0,-2 2 0 0,-4 0-176 0,-3 1-16 15</inkml:trace>
  <inkml:trace contextRef="#ctx0" brushRef="#br0" timeOffset="-112463.71">27930 9283 24879 0,'26'-3'1088'0,"-9"3"256"0,4 0-1088 0,-1-2-256 16,-3 1 0-16,-2 1 0 0,4-3 688 0,13 1 80 16,19 1 0-16,14-2 16 0,13 3-464 0,0 0-112 0,-5 3-16 0,-9 0 0 15,-9 6-192-15</inkml:trace>
  <inkml:trace contextRef="#ctx0" brushRef="#br0" timeOffset="-111797.23">27155 9831 11055 0,'5'-6'976'0,"-3"2"-784"0,1 0-192 0,-2 4 0 16,-1 0 1280-16,1 0 192 0,0-1 64 0,1 0 0 15,-1 1-624-15,-1 1-112 0,-1 5-32 0,-4 3 0 16,0 4-624-16,-3 5-144 0,1 1 0 0,-1 2 0 0,1 5 0 15,0 3 0-15,2 3-160 0,2-1 160 0,3-1 0 0,3-3 0 16,2-4 0-16,3-2 0 0,5-5 272 0,1-3-16 16,4-3 0-16,0-4 0 0,2-2-64 0,-1-2-32 15,2 1 0-15,-2-3 0 0,2 0-160 0,-1 0 0 16,1-3 0-16,-1 3 0 0,1-2-256 0,-2 0 80 16,-1 0 16-16,-1-2-8816 15</inkml:trace>
  <inkml:trace contextRef="#ctx0" brushRef="#br0" timeOffset="-111630.24">27346 9790 15663 0,'-11'6'688'0,"4"-2"144"0,1 5-656 0,-1-2-176 0,4 2 0 0,0-1 0 16,0 2 688-16,-2 4 96 0,-5 13 32 0,-4 11 0 15,-3 9-640-15,-2 8-176 0,1-1 0 0,0 2 0 16,4-2 0-16,1-6 128 0,5 2-128 0,1-8 0 15,6-3 0-15</inkml:trace>
  <inkml:trace contextRef="#ctx0" brushRef="#br0" timeOffset="-111064.84">27460 10369 13823 0,'-1'2'1216'0,"2"-2"-960"15,2 0-256-15,-1-2 0 0,2 0 432 0,-1 2 32 16,4-2 16-16,1-2 0 0,6-2 512 0,4 0 96 16,6-4 32-16,1-5 0 0,1 2 608 0,1-4 128 0,-2 3 32 0,-2-5 0 15,-1 3-1120-15,-2 0-240 0,-3 1-32 0,-3-1-16 16,-3 0-336-16,-1 2-144 0,-3-2 128 0,1 1-128 15,-3-1 0-15,0 0 0 0,-3 0 128 0,1-1-128 16,-3 1 0-16,-2-1 0 0,0-2 0 0,-2 0 0 16,-1 0 0-16,-1 0 128 0,0 1-128 0,1-1 0 15,1 5 0-15,2 2 0 0,2 6 128 0,1 0-128 16,2 6 528-16,2 2 80 0,2 2 16 0,3 2 0 16,0 4-48-16,2 0 0 0,0 5 0 0,2 1 0 15,0 4-400-15,-2 2-176 0,-2 5 128 0,0 1-128 16,-4 5 0-16,-1-1 0 0,-4 5 0 0,-2-1 0 15,-4 1 0-15,0-3 0 0,-2 1 0 0,-2-3 0 16,-1 0 0-16,3-1 0 0,-1-2 0 0,5-3 0 16,1-4 128-16,4-1-128 0,2-5 128 0,5-4-128 0,4-2 256 0,3-4-48 15,3-3 0-15,6-3 0 0,6 0-208 0,2-6 0 16,4 0 0-16,4-1-15200 16</inkml:trace>
  <inkml:trace contextRef="#ctx0" brushRef="#br0" timeOffset="-108864.28">29248 8874 8287 0,'-4'-2'736'0,"2"2"-592"16,1-2-144-16,-1 2 0 0,1 0 848 0,0 0 144 15,-1-3 32-15,-2 2 0 0,-1-1 688 0,0-2 144 16,2 2 16-16,2-2 16 0,4-2-160 0,2-1-16 0,3 0-16 0,5-2 0 15,3 0-480-15,1-4-80 16,3 3-32-16,3-5 0 0,5 2 112 0,-1 0 32 0,2 1 0 0,0 2 0 16,-3 2-224-16,-4 4-64 0,-6 4 0 0,-2 4 0 15,-6 4-544-15,-1 5-112 0,-6 4-32 0,-2 4 0 16,-4 4-272-16,-3 3 0 0,-4 8 0 0,-3 7 0 16,-2 2 0-16,-1 3 0 0,1 3 128 0,0-1-128 15,-1 4 0-15,5-7 0 0,2-3 128 0,2-9-128 16,5-6 0-16,4-1 0 0,3-9 0 0,3 0 0 15,3-4 0-15,3-4 0 0,3-2 0 0,3-3-16912 16</inkml:trace>
  <inkml:trace contextRef="#ctx0" brushRef="#br0" timeOffset="-108678.56">29551 8440 26719 0,'-5'-10'1184'0,"3"5"240"0,0 1-1136 0,2 4-288 16,2 0 0-16,-1 3 0 0,0-2 512 0,2 4 32 16,2 1 16-16,1 4 0 0,2 6-400 0,5 2-160 15,2 6 128-15,-1 3-128 0,1-1 0 0,3 3-176 16,-1 1 16-16,-1 3-12560 0</inkml:trace>
  <inkml:trace contextRef="#ctx0" brushRef="#br0" timeOffset="-108328.7">29803 9120 10127 0,'-1'0'896'0,"0"-3"-704"0,2 2-192 0,0 1 0 16,1 0 2416-16,-1 0 448 0,0 0 80 0,2 0 32 15,0 1-1376-15,2 2-256 0,3-1-64 0,-1 2-16 16,3 0-432-16,-3 2-64 0,0 2-32 0,-3 2 0 16,1 0-608-16,-2 3-128 0,-3-1 0 0,-1 4 0 15,-1-1 0-15,-1 1 0 0,-1 0 0 0,0 0-160 16,1-1 160-16,0 1 0 0,2-4 0 0,2 0 0 16,2-1 128-16,0-1-128 0,3-4 128 0,2 1-128 0,1-1 0 0,2 1 128 15,0-1-128-15,2-4 0 0,1 2 176 0,0 0-48 16,-1-2 0-16,0 1 0 0,-2 0 64 0,-4 0 0 15,-1 0 0-15,-3 4 0 0,-3-1-64 0,-4 4 0 16,-3 0 0-16,-3-1 0 0,-3 6-128 0,-1-1 0 16,-4 2 0-16,0 1 0 0,-1-1-144 0,1 0-16 15,2-3 0-15,2-3-12944 16</inkml:trace>
  <inkml:trace contextRef="#ctx0" brushRef="#br0" timeOffset="-108130.45">30310 9047 29487 0,'2'2'2624'0,"0"-1"-2112"0,1 2-512 0,-1-3 0 16,0 0 416-16,1 0-32 0,2 0 0 0,2 2 0 15,4-2 704-15,4 4 144 0,4-4 32 0,2 0 0 16,1 0-784-16,2 0-160 0,2 0-16 0,-2-4-16 15,-1 4-432-15,-2-2-96 0</inkml:trace>
  <inkml:trace contextRef="#ctx0" brushRef="#br0" timeOffset="-107879.41">30765 8867 15663 0,'9'-4'688'0,"-3"1"144"0,0-1-656 0,-1 4-176 16,-1-2 0-16,-1 2 0 0,-1 0 1472 0,2 0 256 16,3 2 48-16,1-2 16 0,0 7 176 0,0 0 32 15,-3 3 16-15,-3 5 0 0,-2 1-1440 0,-4 6-272 16,-3 4-64-16,-2 5-16 0,-3 6-224 0,-2 1 0 16,1 4 0-16,-1 2 0 0,1 0 0 0,1-3 0 15,5-6 0-15,2-3 0 0,1-4 0 0,4-6 0 16,5-3 0-16,1-7 0 0,3-1-192 0,1-4 192 15,1-2-192-15,1-5-13056 0</inkml:trace>
  <inkml:trace contextRef="#ctx0" brushRef="#br0" timeOffset="-107713.64">31039 8535 15663 0,'2'-13'1392'0,"-1"10"-1120"0,1-1-272 0,-2 4 0 15,1 1 1984-15,0 4 352 0,-1-1 64 0,1 2 16 16,1 6-256-16,-1 6-48 0,-1 4-16 0,-1 5 0 16,-1 2-1392-16,0-1-256 0,-2 2-64 0,2 1-14944 15</inkml:trace>
  <inkml:trace contextRef="#ctx0" brushRef="#br0" timeOffset="-107447.42">31146 9141 17503 0,'14'3'768'0,"-5"1"176"0,-1-1-752 0,-2 0-192 16,-3 0 0-16,-2-2 0 0,-1 2 768 0,1 3 128 15,2 4 32-15,-2 2 0 0,-1 4-416 0,-2 3-64 16,-6 3-32-16,-1-2 0 0,0 1-256 0,-1-3-160 15,0 2 192-15,2-6-192 0,3 0 1168 0,3-5 128 16,2 1 32-16,1-3 0 0,4-2-48 0,1-1 0 16,3-4 0-16,2 0 0 0,4-4-752 0,1-2-144 0,3 0-48 0,0-4 0 15,1 1-336-15,1-3 0 0,-1 2 0 0,1-2-14752 16</inkml:trace>
  <inkml:trace contextRef="#ctx0" brushRef="#br0" timeOffset="-107247.47">31773 8872 21183 0,'16'10'944'0,"-5"-1"192"0,1 2-912 0,-5-2-224 0,-2-1 0 0,-3-3 0 16,1 4 2432-16,1 3 448 0,3 8 96 0,0 9 16 0,2 9-560 0,-3 8-96 15,-2 4-32-15,-5 1 0 0,-5 3-1568 0,-6 3-320 16,-2 0-64-16,-6 0-16 0,-3 0-336 0,-4-4 0 15,-4 2 0-15,-4-6 0 0,-3-3 0 16,-2-7-240-16</inkml:trace>
  <inkml:trace contextRef="#ctx0" brushRef="#br0" timeOffset="-106847.48">29333 8582 21183 0,'-12'-22'944'0,"1"5"192"16,-1 0-912-16,2 6-224 0,1 5 0 0,3 3 0 16,-3 1 688-16,-4-2 80 0,-10 0 32 0,-8 2 0 15,-6 7 240-15,-5 9 48 0,0 16 16 0,1 11 0 16,4 11-336-16,3 8-80 0,4 4-16 0,4 8 0 15,3 7 256-15,4 12 48 0,5 11 16 0,7 3 0 0,5-3-608 0,8 0-112 16,9-1-16-16,11-6-16 0,9-9-240 0,11-13 0 16,6-13 0-16,5-10-15504 15</inkml:trace>
  <inkml:trace contextRef="#ctx0" brushRef="#br0" timeOffset="-106361.43">32213 8539 26719 0,'8'-4'2368'0,"-1"0"-1888"16,-1 2-480-16,-2 0 0 0,0 2 832 0,-2-1 64 15,4 0 0-15,3 1 16 0,1-4-336 0,1 4-64 16,-2 4 0-16,-4 0-16 0,-4 6-496 0,-3 2-160 16,-3 6 0-16,-4 1 0 0,2 3 160 0,-2 1 0 15,0-1 0-15,3 3 0 0,4-3 0 0,2 0 0 16,3-3 0-16,6-3 0 0,5-4 128 0,2-2-128 15,2 0 128-15,6-6-128 0,4-2 0 0,4-2 0 16,5-2 0-16,2 0-14000 0</inkml:trace>
  <inkml:trace contextRef="#ctx0" brushRef="#br0" timeOffset="-105498.3">32354 9303 28559 0,'2'2'2544'0,"-2"-2"-2032"16,0 0-512-16,1 0 0 0,-1 1 1648 0,0 2 224 0,0-1 48 0,0 0 16 15,1 4-288-15,-1 0-64 0,1 0-16 0,-1 3 0 16,2 1-1088-16,-2 0-224 0,1-3-32 0,-2 4-16 15,1-3-208-15,-2 0 0 0,1 2 0 0,-1-1-18624 16</inkml:trace>
  <inkml:trace contextRef="#ctx0" brushRef="#br0" timeOffset="-105180.52">32986 8952 35007 0,'8'-7'3120'0,"-3"4"-2496"16,-3 3-496-16,-2 0-128 0,-1 1 752 0,0 1 128 15,-2-2 16-15,1 2 16 0,-2 3-336 0,-5 1-80 16,-4 4-16-16,-5 3 0 0,0 5-480 0,-4 1-128 16,-2 6-16-16,2 1 0 0,-2 2 144 0,5 1-192 15,4 2 192-15,5-3-192 0,6 1 192 0,7-1 0 16,5-4 0-16,6-3 0 0,4-3 0 0,6-2 0 15,7-3 0-15,6-2 0 0,5-3 544 0,4-1 32 16,1-1 16-16,0-2 0 0,1 2 48 0,0-3 16 16,0 2 0-16,-3-5 0 0,-3 0-352 0,-4 0-80 15,-1-2-16-15,-5-1 0 0,-3 2-208 0,-8-1 0 16,-4-2 0-16,-6 0 0 0,-4-1 0 0,-5 2 0 16,-4-4-176-16</inkml:trace>
  <inkml:trace contextRef="#ctx0" brushRef="#br0" timeOffset="-105031.4">33122 8980 27647 0,'-2'12'2448'0,"1"2"-1952"0,1 1-496 0,1-3 0 16,-1 2 1680-16,0 4 240 0,-3 12 64 0,-2 23 0 16,-3 19-320-16,-5 24-64 0,-6 21-16 0,-4 3 0 15,0-4-928-15,1-9-176 0,1-5-32 0,6-3-16 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9-20T07:53:07.0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20130 12323 21183 0,'-9'-7'1888'0,"3"4"-1504"16,2 3-384-16,4 2 0 0,2-1 304 0,-2 2-16 16,-2-3 0-16,1 2 0 0,1 2-480 0,1 2-80 0,3 4-32 0,0 2 0 15</inkml:trace>
  <inkml:trace contextRef="#ctx0" brushRef="#br0" timeOffset="550.38">14730 12508 34095 0,'-13'-10'3024'0,"6"4"-2416"0,5 6-480 0,4 4-128 16,3 4 0-16,0 0-192 0,2 2 64 0,22 17-9904 31,3-5-1968-31</inkml:trace>
  <inkml:trace contextRef="#ctx0" brushRef="#br0" timeOffset="9916.56">12842 15742 2751 0,'5'0'256'16,"1"1"-256"-16,-1 1 0 0,0-2 0 16,0 3 0-16,2-2 0 0,5 4 0 0,7 0 0 15,9 4 448-15,7 3-16 0,5-2 0 0,-1 2 0 0,1 2-80 0,-1 1-16 16,1 3 0-16,-1-4 0 0,3-2-336 0,3 1 144 16,6-3-144-16,2-2 0 0,-3-4 0 0,4 0 0 15,3 1 0-15,-2-4 0 0,-8-2 0 0,5-2 0 16,7-7 128-16,6-1-128 0,3 0 0 0,4-1 0 15,2-1 0-15,1 1 0 0,-3-2 160 0,1-4-160 16,1-3 128-16,1-2-128 0,6 1 256 0,-5-1-16 16,1-5-16-16,-1-1 0 0,-2-6 496 0,4-4 112 15,3-7 0-15,-3-1 16 0,-7 2-32 0,-1-5-16 16,1-6 0-16,2-2 0 0,0-4 288 0,1-6 48 16,1-1 16-16,-3-4 0 0,-7-1-448 0,-2-1-96 15,-2 0-16-15,0-3 0 0,0-2-336 0,0-2-80 16,0-3-16-16,-4 6 0 0,-2 3-160 0,-5-1 0 0,-2 0 0 15,-4 0 128-15,0 0-128 0,-1 2 0 0,0-1 0 0,-1 0 0 16,0-2 0-16,-2-3 0 0,-4-4 0 0,-3 1 0 16,-3 1 128-16,-4 0-128 0,-3-2 0 0,0-7 128 15,-4-4 352-15,0 0 64 0,-3-1 16 0,-2-2 0 16,-3-2 160-16,-3 3 48 0,-1 0 0 0,-5 3 0 16,-3 6-64-16,-4-2 0 0,-5-5 0 0,-4 5 0 15,-1-1 192-15,-4 1 16 0,-5-3 16 0,-2 2 0 16,-1 3-512-16,-6 0-96 0,-4 5-32 0,-8 1 0 15,-4-2-160-15,-5 3-128 0,5 12 192 0,-9 1-192 16,-8 2 0-16,-7 6-224 0,-3 2 16 0,-6 5 0 16,8 10-320-16,-13 3-64 0,-9 6-16 0,-6 4 0 15,-3 5-144-15,-3 5-16 0,-4 11-16 0,-5 6 0 16,-6 10-48-16,-7 7 0 0,-4 6 0 0,-6 10 0 0,-2 8 528 0,-5 5 112 16,-3 11 0-16,4 2 16 0,8 4-16 0,-12 11 0 15,-7 21 0-15,1 10 0 0,4 10 48 0,12-1 0 16,17-4 0-16,0 14 0 0,6 12 144 0,7 8 0 15,7 6 0-15,10 7 0 0,12-10 0 0,5 22 0 16,12 12 0-16,15-7 0 0,14-15 0 0,16 6 0 16,14 1 0-16,13-4 0 0,10-4 0 0,11-5 144 15,5-9-144-15,6-2 0 0,7-2 0 0,7-6 0 16,8-4 0-16,3-8 0 0,-1-7 0 0,4-7-304 16,0-4 48-16,4-2-9168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7388" units="cm"/>
          <inkml:channel name="Y" type="integer" max="1825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3-09-20T07:53:27.71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77">
        <inkml:traceFormat>
          <inkml:channel name="X" type="integer" max="27388" units="cm"/>
          <inkml:channel name="Y" type="integer" max="18258" units="cm"/>
          <inkml:channel name="T" type="integer" max="2.14748E9" units="dev"/>
        </inkml:traceFormat>
        <inkml:channelProperties>
          <inkml:channelProperty channel="X" name="resolution" value="1000.29218" units="1/cm"/>
          <inkml:channelProperty channel="Y" name="resolution" value="1000.43835" units="1/cm"/>
          <inkml:channelProperty channel="T" name="resolution" value="1" units="1/dev"/>
        </inkml:channelProperties>
      </inkml:inkSource>
      <inkml:timestamp xml:id="ts1" timeString="2023-09-20T07:54:43.161"/>
    </inkml:context>
  </inkml:definitions>
  <inkml:trace contextRef="#ctx0" brushRef="#br0">12541 12979 20271 0,'-10'-10'1792'0,"3"4"-1424"16,6 6-368-16,2 0 0 16,3 4 720-16,-1-2 80 0,1-1 16 0,3 4 0 0,6 2-384 0,6 6-80 15,7 3-16-15,5 7 0 0,3 4-336 0,4 2 0 16,3 9 0-16,2-4 0 0,3 1 0 0,-2-7 0 15,2-2 0-15,0-6 0 0,0 1 0 0,-2-9-192 16,-2-4 64-16,-1-8 0 0,-1-4 128 0,-1-12 0 16,7-9 160-16,5-11-160 0,7-11 576 0,11-14 0 15,13-16 16-15,10-16 0 0,12-7-288 0</inkml:trace>
  <inkml:trace contextRef="#ctx0" brushRef="#br0" timeOffset="1584.39">26965 12812 32255 0,'12'3'2864'0,"-3"0"-2288"16,4 4-576-16,-2 1 0 16,-4 0-384-16,0 0-176 0,1 5-32 0,7 3-16 0,9 12 608 0,5 11 0 15,6 8 0-15,0-3 0 0,-3-6 0 0,-3-5 0 16,-1-6-224-16,-4-7 80 0,0-6 384 0,2-4 80 16,3-6 0-16,5-8 16 0,7-8 1600 0,2-8 320 15,8-11 64-15,4-7 16 0,2-7-1168 0,7-4-224 16,9-9-48-16,18-12-16 0,17-9-560 0,12-12-128 15,-2-1 0-15,15-15-19328 0</inkml:trace>
  <inkml:trace contextRef="#ctx0" brushRef="#br0" timeOffset="9033.86">1870 13928 15663 0,'-5'-4'1392'0,"0"1"-1120"0,2 3-272 0,2 3 0 15,1-2 1040-15,0 4 160 0,-2 0 16 0,-2 6 16 16,0 9-720-16,0 8-128 0,4 13-48 0,2 6 0 15,0 8-336-15,3 4 0 0,0 4 0 0,1 10-128 16,0 6 128-16,1 6 0 0,-1 1 0 0,-2-7 0 16,0-12 0-16,-1-10 0 0,-1-7-144 0,0-6 144 15,0-2 0-15,1-4 0 0,-1-1-144 0,1-5 144 16,-1-3 0-16,-1-5 0 0,2-4 0 0,-1-1 0 16,2-7-224-16,0-3 64 0</inkml:trace>
  <inkml:trace contextRef="#ctx0" brushRef="#br0" timeOffset="9367.31">2438 14180 20271 0,'-12'-6'896'0,"2"6"192"0,0 0-880 0,3 3-208 16,3 1 0-16,0 0 0 0,0 1 0 0,-6 2 0 16,-5 8 0-16,-6 1 0 0,-4 6-208 0,-3 1-48 15,-2 1 0-15,0 1 0 16,-1-3-608-16,0 1-128 0,2-4-32 0,0 0 0 0,3-3 832 0,2-1 192 0,3-2 0 0,2-4 0 16,3 1 432-16,4 0 128 0,2-1 16 0,2 0 16 15,6 4 560-15,1-1 128 0,3 4 0 0,3 2 16 16,0 0-704-16,2 3-144 0,2 1-16 15,1-2-16-15,1 1-160 0,0 1-16 0,2 1-16 0,-1-6 0 16,2 2-224-16,-2-3 0 0,1 1 128 0,1-3-128 16,1-2 0-16,0 0 0 0,0 1 0 0,1-3-10992 15</inkml:trace>
  <inkml:trace contextRef="#ctx0" brushRef="#br0" timeOffset="9934.78">2448 14326 19343 0,'2'0'1728'0,"-1"2"-1392"0,1 2-336 0,2 0 0 16,0 2 272-16,-1 0-16 0,4 4 0 0,4 9 0 15,4 5-256-15,2 8-176 0,0 7 32 0,-1-1 0 16,-1 2 144-16,-3-2-192 0,0-3 192 0,-5-3-192 15,2-4 192-15,-3-6 0 0,0-5-144 0,0-5 144 16,-1-3 0-16,0-6 0 0,0-2 192 0,-1-1-64 16,0-1 704-16,-1-5 144 0,1-3 32 0,-2-2 0 0,2-1 848 0,-1-7 160 15,-1 3 32-15,2-6 16 0,-1-3-912 0,0-1-176 16,1 2-32-16,-1-5-16 0,1 1-592 0,1-1-112 16,0-2-32-16,0 8 0 0,0-1-192 0,1 5 0 15,-1-1 0-15,1 5 0 0,-1 1-192 0,0 3 0 16,-1 5 16-16,-2 2-15040 0</inkml:trace>
  <inkml:trace contextRef="#ctx0" brushRef="#br0" timeOffset="10301.14">3028 14023 34095 0,'-15'-3'1504'0,"6"6"320"0,1 1-1456 0,4 4-368 0,4-2 0 0,0 1 0 16,3 5 0-16,-2 8 0 0,0 11-192 0,2 9 64 16,-1 9-32-16,2 1 0 0,1 4 0 0,-3 0 0 15,1 3 0-15,-2 2 0 0,0-1 0 0,-1-2 0 16,2-5-112-16,-1-9-32 0,0-5 0 0,2-9 0 15,2-9 304-15,-1-3 0 0,3-6 128 0,1-2-128 16,0-3 304-16,2 0-48 0,1-1 0 0,-1-4 0 16,1 2 192-16,0-2 16 0,1 0 16 0,2 0 0 0,-2 0-96 15,2 0 0-15,1 0-16 0,0 0 0 0,-2 2-368 16,1-2 128-16,-1 2-128 0,2-2 0 0,-1 3 0 0,-1 0 0 16,2 0 0-16,0-2 0 0,-1 2 0 0,1 0-160 15,-2-3 160-15,2 3-10624 16,-1-3-2016-16</inkml:trace>
  <inkml:trace contextRef="#ctx0" brushRef="#br0" timeOffset="12067.03">3849 14708 3679 0,'-1'-3'320'0,"0"3"-320"0,0 0 0 0,1 0 0 16,0-2 336-16,0 2 0 0,0-1 0 0,-2 1 0 15,2-3 432-15,0 0 96 0,0-1 16 0,0-1 0 16,0 1 400-16,-1-2 96 0,1 0 16 0,-1-2 0 0,0 2 400 0,-2-2 64 15,1 1 32-15,-2 1 0 0,0 0-416 0,-2 2-64 16,-1 1-32-16,-3 0 0 0,0 1-576 0,-2 4-112 16,-1 1-32-16,0 0 0 0,-2 10-224 0,0-1-48 15,-1 8-16-15,1 1 0 0,3 6-368 0,1 0 0 16,2 2 0-16,3 3 0 0,1 5 0 0,4 1 0 16,-1-2 0-16,5-2 0 0,0-6 192 0,4-6 32 15,0-6 0-15,3-3 0 0,1-7-32 0,1-6-16 16,3-3 0-16,0-7 0 0,2-2-176 0,-2-3 0 15,0 2 0-15,0-6 0 0,1-1 0 0,-1-4 0 0,-2 1 0 0,0-1 0 16,-1 0 272-16,-3 2 128 0,-2 1 32 16,-1 1 0-16,-1 2 528 0,-1 1 96 0,-1 5 32 0,-3 0 0 15,1 4-192-15,0 3-48 0,0 5 0 0,2 3 0 16,-1 4-384-16,3 6-80 0,1 3 0 0,1 2-16 16,0 4-96-16,0 3-16 0,3 1 0 0,0 5 0 15,1 4-32-15,3-1-16 0,0 2 0 0,0-2 0 16,1-8-208-16,0-8 0 0,1-6 128 0,1-4-128 15,1-6-160-15</inkml:trace>
  <inkml:trace contextRef="#ctx0" brushRef="#br0" timeOffset="12734.35">4505 14462 29487 0,'2'2'2624'0,"1"2"-2112"16,-1-3-512-16,1 2 0 0,-2-1 528 0,3 4 0 15,1 4 0-15,3 6 0 0,2 7-208 0,0-2-32 16,-1 1-16-16,-2-5 0 0,-1-1-272 0,-1-1-304 0,0-5 64 0,-1 0 16 16</inkml:trace>
  <inkml:trace contextRef="#ctx0" brushRef="#br0" timeOffset="12884.2">4632 14848 26719 0,'1'6'2368'0,"1"-2"-1888"0,-2-1-480 0,1 0 0 16,0-1 0-16,2 2 0 0,0 2 0 0,2 4-160 15,3 2 160-15,2-2 0 0,1-1 0 0,1-5 0 16</inkml:trace>
  <inkml:trace contextRef="#ctx0" brushRef="#br0" timeOffset="14884.57">5783 9664 7359 0,'-3'-4'656'0,"0"0"-528"16,2 2-128-16,2 2 0 0,0-3 944 0,1 2 144 15,0-5 48-15,2-3 0 0,3-3-416 0,4-2-80 16,4 0 0-16,3 0-16 0,3-1-432 0,1 2-192 16,5-4 160-16,3 3-160 0,1 0 304 0,1 2-48 15,2-3 0-15,3 4 0 0,3 0 288 0,0 1 48 16,-3 2 16-16,0 2 0 0,1 1-32 0,2 4 0 0,2 5 0 0,1 2 0 16,4 6-256-16,0 2-64 0,0 3-16 15,0 3 0-15,-4 0-240 0,-1 1 0 0,-1-3 0 0,-4 4 0 16,-5-4-128-16,3 6 128 0,0 2 0 15,-2 8 0-15,-2 0 0 0,-3 2 0 0,-2 5 0 0,-2 0 0 16,-2 3 0-16,0 7 0 0,-1 6 0 0,0 0 0 16,-1-4 0-16,-1-2 0 0,-1-3 0 0,1-5 0 15,-3-4 0-15,-1-2 0 0,0-4 0 0,-4-2 0 16,0 0 0-16,-4 1 0 0,-1 5 0 0,-3-2 0 16,-1 1 0-16,-3-4 0 0,-1 1 0 0,-2 2 0 15,-2-7 128-15,-3 1-128 0,-1-3 0 0,-2-4 144 16,1 0 0-16,-3-3 0 0,-2-1 0 0,0-2 0 0,0 0 304 15,0-3 64-15,0-1 16 0,0-2 0 0,0 0 96 16,0-1 16-16,3-3 0 0,2 1 0 0,1-1-192 0,0-2-48 16,3 2 0-16,-1-1 0 0,2 0-80 0,1 0 0 15,2 1-16-15,0 1 0 0,1-4-432 0</inkml:trace>
  <inkml:trace contextRef="#ctx0" brushRef="#br0" timeOffset="15383.65">6684 10887 22111 0,'-2'0'1968'0,"2"0"-1584"16,0 0-384-16,2 2 0 0,-1 2 560 0,1 0 16 16,1 4 16-16,0 5 0 0,2 5-592 0,-1 8 0 15,1 9 0-15,-4 3-192 0,1 1 48 0,-5 1 0 16,-1 1 0-16,-3-2 0 0,0-5 144 0,-1-3-208 15,-1-3 80-15,2-5 128 0,1-5 0 0,2-4 0 16,2-5 0-16,0-3 128 0,5-3 416 0,2-3 80 16,2-2 16-16,4-4 0 0,5-4 1392 0,5-4 272 15,5-3 64-15,8-3 16 0,7-5-1424 0,7-3-272 16</inkml:trace>
  <inkml:trace contextRef="#ctx0" brushRef="#br0" timeOffset="17919.68">5471 14649 30399 0,'-4'-4'2704'0,"3"1"-2160"0,2 3-544 0,1-2 0 15,2 2 0-15,1 0 0 0,5 2-240 0,3-2 80 16,10 3 352-16,8 1 80 0,4-2 16 0,4 2 0 16,-1-2 0-16,0-2 0 0,0 0 0 0,0 0 0 15,-1 0 288-15,-1 0 48 0,0 1 16 0,-3-1 0 16,-1-1-448-16,-5 1-64 0,-2 0-128 0,-4 0 176 16,-2-2-176-16,-3 2-144 0,-4-4 144 0,1 2-10288 15,-4-2-1936-15</inkml:trace>
  <inkml:trace contextRef="#ctx0" brushRef="#br0" timeOffset="18134.31">6226 14247 26719 0,'-5'6'2368'0,"3"-2"-1888"16,-1 2-480-16,1 1 0 0,0 2 960 0,1-1 112 15,0 5 16-15,-2 13 0 0,-1 15-416 0,-4 17-80 16,-2 17-16-16,0 3 0 0,2 1-64 0,-2-2 0 16,1-4-16-16,2-1 0 0,1-6-192 0,2-5-48 0,1-7 0 0,5-7 0 15,3-3-256-15,2-10 0 0,2-5 0 0,2-13-15744 16</inkml:trace>
  <inkml:trace contextRef="#ctx0" brushRef="#br0" timeOffset="18418.41">6496 14702 22111 0,'0'7'1968'0,"0"-2"-1584"0,0 1-384 0,0-1 0 16,1 0 2400-16,0-1 400 0,0 0 80 0,2 4 0 15,2 6-2080-15,1 2-416 0,0 1-96 0,2-3-16 0,-2-2 608 0,1-6 112 16,-1-2 32-16,2-1 0 0,-1-6 0 0,1-1 16 15,-1 1 0-15,0-6 0 0,0 3-672 0,0-4-144 16,-1 0-32-16,-1-2 0 0,0 2-192 0,-2-3 0 16,-2 4 0-16,-2-3 0 0,-2 5 0 0,-1-2 0 15,-2 3 0-15,-1 0 0 0,-2 2 0 0,0-2 0 16,-2 2 0-16,0 1 0 0,1 0 0 0,0 3-128 16,2 3 128-16,0-2 0 0,2 4-192 0,0 2 32 15,2-1 0-15,2 3-18080 0</inkml:trace>
  <inkml:trace contextRef="#ctx0" brushRef="#br0" timeOffset="18800.61">6519 14696 12895 0,'-9'-3'1152'0,"4"2"-928"16,-1 0-224-16,3-1 0 0,0 2 256 0,2-2 16 16,0 2 0-16,-2-1 0 15,-1-2-624-15,-2-3-128 0,0-3-32 0,0-2 0 0</inkml:trace>
  <inkml:trace contextRef="#ctx0" brushRef="#br0" timeOffset="19366.81">6854 14634 17503 0,'-4'0'1552'0,"1"-2"-1232"15,-1 2-320-15,2 0 0 0,-1 2 2048 0,2-1 336 16,0 3 80-16,-3-1 16 0,-1 6-1120 0,-1 5-208 16,-2 4-64-16,3 4 0 0,2 3-576 0,0 1-112 15,3-1-16-15,3-2-16 0,2 1 160 0,1-7 48 0,4 2 0 16,2-4 0-16,2 1 160 0,3-6 32 0,0-7 16 0,3-4 0 16,0-5-288-16,-3-5-64 0,3-3-16 0,-4-6 0 15,-1-1 288-15,-4 1 48 0,-2-4 16 0,-3 2 0 16,-4-1-352-16,-3 2-64 0,-1 4-16 0,-5-2 0 15,-1 5-144-15,-3 1-48 0,-3 2 0 0,-1 0 0 16,0 3-16-16,-3-1-128 0,-1 2 192 0,1 5-64 16,2-1-128-16,1 8 0 0,0 2 0 0,0 4-12784 15,0 4-2464-15</inkml:trace>
  <inkml:trace contextRef="#ctx0" brushRef="#br0" timeOffset="20551.57">7569 14651 11055 0,'-22'1'976'0,"9"-1"-784"0,1-1-192 0,2 1 0 16,4 0 816-16,1 0 112 0,-2 0 32 0,-5 0 0 15,-2-2 1216-15,-5 2 256 0,2 0 64 0,6 0 0 16,3 0-96-16,9 2-16 0,7 2 0 0,8-1 0 16,9 2-1104-16,7 3-208 0,5 0-48 0,4-1-16 15,2 3-304-15,4-4-64 0,1 0-16 0,3 0 0 16,0-2-192-16,-1-3-48 0,1 2 0 0,-3-1 0 16,-2-1-384-16,-5 2 0 0,-4-3 0 0,-5 0 0 15,-4 0 0-15,-5-3 0 0,-2 3-192 0,-4-1-17200 16</inkml:trace>
  <inkml:trace contextRef="#ctx0" brushRef="#br0" timeOffset="20750.39">8010 14247 25791 0,'-5'6'2304'0,"2"0"-1856"16,0 1-448-16,3 2 0 0,0-1 1136 0,-1 6 128 15,-1 6 16-15,-5 25 16 0,0 18-736 0,0 12-160 16,-1 3-16-16,1-1-16 0,-1-4-128 0,1-2-32 16,-1 0 0-16,3-2 0 0,3 0-208 0,4-4 0 15,6-6 0-15,4-8 0 0,4-13-224 0</inkml:trace>
  <inkml:trace contextRef="#ctx0" brushRef="#br0" timeOffset="21269.1">8833 14671 24879 0,'-3'0'2208'0,"2"2"-1760"16,1-2-448-16,0 0 0 0,1 0 992 0,2 0 112 16,0 0 32-16,4 2 0 0,4 0-688 0,4-2-128 0,4 0-16 0,5-2-16 15,2 0 224-15,2 2 32 0,3 0 16 0,-2 2 0 16,-2 2 416-16,-5 3 96 0,-3 3 16 0,-5 3 0 15,-1 6-672-15,-5 0-128 0,-1 5-32 0,-4-1 0 16,0 5-256-16,-4 0 0 0,-2 4 0 0,-2 0 0 16,0-1 0-16,-1-1 0 0,0-3 0 0,1-5 0 15,0 1 0-15,2-7 0 0,2-4 0 0,1-3 0 16,1-2 0-16,1-4-144 0,1-6 144 0,1-3-16336 16</inkml:trace>
  <inkml:trace contextRef="#ctx0" brushRef="#br0" timeOffset="21434.26">9202 14271 14735 0,'2'4'1312'0,"-2"-4"-1056"0,0 4-256 0,0 0 0 0,0 0 3264 16,0 3 576-16,1 3 128 0,1 3 32 0,1 9-2736 0,1 13-560 16,2 8-96-16,-1 2-32 0,1 2-576 0,1-3-320 15,1-3 48-15,0 4 0 0</inkml:trace>
  <inkml:trace contextRef="#ctx0" brushRef="#br0" timeOffset="21850.98">9552 14970 16575 0,'-1'-5'736'0,"0"4"160"0,0-4-720 0,-1 1-176 0,2 2 0 0,-1 1 0 15,0-2 1520-15,-2-1 272 0,-1-4 48 0,-4-2 16 16,-1 1 16-16,-2 2 16 0,0 1 0 0,-2 3 0 16,-1 3-800-16,-1 3-176 0,2 5-16 0,-4 6-16 15,1 4-288-15,0 7-48 0,1 4-16 0,3 3 0 16,2 2-224-16,2-2-48 0,1-1-16 0,5-5 0 15,2-1 512-15,2-9 96 0,3-6 32 0,5-1 0 16,1-8-368-16,3-2-64 0,2-6 0 0,1-1-16 16,6-6-432-16,0-7 128 0,3-2-128 0,0-2 0 15,0-2 0-15,-3 1 0 0,1 0 0 0,-5 1 0 0,-5 5 0 16,-1 3 0-16,-3 3-128 0,-4 5 128 0,0 2 0 0,-2 4 0 16,-2 3 0-16,-1 3 0 0,-1 5 0 0,-1 7 0 15,-1 3 0-15,-2 4 0 0,0 4 0 16,1 3 0-16,-1-3 0 0,3 1 0 0,-1-1 0 0,4-1 0 15,0-1 0-15,3-4 0 0,1-4 0 0,3-3 0 16,0-1 0-16,0-2 0 0,1-4-336 0,3-3-48 16</inkml:trace>
  <inkml:trace contextRef="#ctx0" brushRef="#br0" timeOffset="22116.57">9907 14752 32255 0,'-8'0'1424'0,"3"-2"304"0,0 2-1392 0,1 0-336 0,3 2 0 0,0-2 0 15,-1 2 448-15,1 0 32 0,0 1 0 0,1 3 0 16,4-2-16-16,2 2 0 0,5-3 0 0,5 0 0 15,4 1 48-15,2-4 0 0,4 2 0 0,2-2 0 16,2 1-128-16,0 2-32 0,-1-3 0 0,-3-3 0 16,-2 3-352-16,-1-1-160 0</inkml:trace>
  <inkml:trace contextRef="#ctx0" brushRef="#br0" timeOffset="22567.1">10513 14538 4607 0,'6'3'400'0,"-3"-3"-400"0,1 0 0 0,-1 0 0 15,0 0 4736-15,0 0 880 0,2 0 160 0,3 0 48 16,4 0-3856-16,4 2-768 0,4 2-160 0,-3 2-16 16,-2-2 160-16,-1 5 32 0,-3-2 16 0,-4 5 0 15,-1 1-144-15,-2 5-48 0,-3 0 0 0,-1 5 0 16,-1 3-544-16,-1 0-112 0,-2 1-32 0,0 2 0 16,1-1-224-16,-1-2-128 0,1 0 128 0,2-5-128 0,1-1 272 0,1-1-16 15,2 0 0-15,1-1 0 0,1-8-64 16,2-4 0-16,-1-3-16 0,0-3 0 0,2-6-368 0,-1 0-80 15</inkml:trace>
  <inkml:trace contextRef="#ctx0" brushRef="#br0" timeOffset="22751.36">10803 14151 39615 0,'0'0'1760'0,"0"0"352"0,0 2-1680 0,0 0-432 15,0 2 0-15,0 2 0 0,1 0 384 0,-1 4-16 0,0 9 0 0,-1 7 0 16,1 5-368-16,0 1 0 0,1 1 0 0,0-1 0 16,1 0 0-16,3 3-128 0,0 2 0 0,3 1-17952 15</inkml:trace>
  <inkml:trace contextRef="#ctx0" brushRef="#br0" timeOffset="23201.46">11130 14793 15663 0,'1'-6'1392'0,"-1"4"-1120"0,-1-2-272 0,1 1 0 0,-1 3 1872 0,0 0 320 15,-1 0 64-15,1 0 16 0,-2 0-704 0,-2 3-144 16,-2 3-16-16,1 4-16 0,1 2 448 0,0 4 80 16,0 4 32-16,-1 5 0 0,0 6-704 0,-1 1-144 15,-2 5-16-15,0 1-16 0,1 1-784 0,0-5-160 16,3-4-128-16,3-3 192 0,1-7-192 0,1-4 0 16,2-5 0-16,1-5 0 0,1-2 0 0,0-4 0 15,1-4 0-15,0-2 0 0,0-2 0 0,2-6 0 16,1-1 0-16,1-1 0 0,-1 0 0 0,3 0 0 15,2 0 0-15,-1 3 0 0,0 5 0 0,1 0 0 16,-2 6 0-16,1 3 0 0,1 4 0 0,-1 1 0 0,-2 4 0 0,0 0 0 16,-2 5-144-16,-3 1 144 0,0 3 0 0,-5 0 0 15,-2 6-128-15,-4-3 128 0,-2 1 0 0,-2-5 0 16,-2 2 0-16,0-5 0 0,-2 1 0 0,-1-4 0 16,2-2 0-16,-2-4 0 0,-1 0 128 0,1-2-128 15,1-4 288-15,-1 0-32 0,1-4-16 0,0-2 0 16,3 0-240-16,1-4 0 0,1 2 0 0,3-5-12080 15,2 0-2448-15</inkml:trace>
  <inkml:trace contextRef="#ctx0" brushRef="#br0" timeOffset="23434.52">11704 14598 15663 0,'22'13'1392'0,"-9"-4"-1120"16,-1 1-272-16,-3-1 0 0,-1-2 1648 0,-4 2 272 16,2 1 48-16,3 8 16 0,3 11-544 0,1 6-96 15,-5 9-32-15,-4 0 0 0,-7 6 240 0,-4-2 48 16,-5 0 16-16,-4 3 0 0,-3 1-304 0,-4 0-64 16,-1-3-16-16,-3-4 0 0,-3-3-816 0,-1-4-160 15,-2-4-48-15,-3-6 0 0,-1-2-464 0,-3-5-80 16,0 1-32-16,-3-6-16400 0</inkml:trace>
  <inkml:trace contextRef="#ctx0" brushRef="#br0" timeOffset="23853.05">8783 14208 28559 0,'-8'-5'2544'0,"0"2"-2032"16,3 3-512-16,3 0 0 0,-1 2 448 0,-3 2 0 15,-6 0 0-15,-8 5 0 0,-5 10 96 0,0 12 16 16,3 5 0-16,2 11 0 0,3 10-112 0,2 12-32 15,4 10 0-15,5 4 0 0,3 2-32 0,5 3-16 16,1 4 0-16,6-1 0 0,6-2-368 0,5-7 0 16,6-7 0-16,6-14 128 0,4-14-272 0</inkml:trace>
  <inkml:trace contextRef="#ctx0" brushRef="#br0" timeOffset="25000.81">12142 14521 9375 0,'-2'-2'192'0,"1"2"64"0,0-3 0 0,0 2 16 0,0 1-272 0,1-2 0 0,-2-1 0 0,2 2 0 16,-1-4 2416-16,0-1 416 0,1-2 96 0,1 2 16 16,2 0-592-16,0 0-112 0,2-2-32 0,3 3 0 15,-1 2-208-15,3 0-32 0,1 3-16 0,3 3 0 16,0-1-752-16,3 4-160 0,-1 2-16 0,-2 0-16 0,1 2-528 0,-2 3-96 15,-2 3-32-15,-3 0 0 0,-3 0-352 0,-1 5 144 16,-4-1-144-16,-4 2 0 0,1 0 0 16,-6 0 0-16,0 3 0 0,1-3 0 0,0 3 0 15,0-3 0-15,1 4 0 0,3-1 0 0,1-3 128 16,3-2 0-16,3 1 16 0,1 1 0 0,4-3 96 0,2-2 16 16,1 1 0-16,1-2 0 0,2-4-80 0,-1 2-16 15,1-2 0-15,-2-2 0 0,0 0-32 0,-3 1-128 16,-2 0 192-16,-4 0-64 0,-1-1 16 0,-4 0 0 15,0 2 0-15,-6-2 0 0,-1 3 48 0,-4-3 16 16,-2 2 0-16,-3 0 0 0,-3 1-208 0,-3-3 0 16,1 3 128-16,-2-2-128 15,0 3-384-15,1-6-112 0,1 2-16 0,1-2-18400 0</inkml:trace>
  <inkml:trace contextRef="#ctx0" brushRef="#br0" timeOffset="25317.94">12074 14917 32255 0,'-4'4'2864'0,"3"-2"-2288"16,0 2-576-16,-1-2 0 0,2-1 1744 0,0 2 240 15,0-1 64-15,0 2 0 0,0 2-1440 0,2 1-288 16,-1-1-48-16,0-6-16 15,0 0-1152-15,0-6-224 0,-2-3-48 0</inkml:trace>
  <inkml:trace contextRef="#ctx0" brushRef="#br0" timeOffset="26353.66">12719 14724 25791 0,'0'-2'2304'0,"-1"2"-1856"0,1 0-448 0,2 0 0 16,1 0 1168-16,1 0 144 0,3 2 32 0,7-2 0 16,8 0-784-16,9 1-160 0,8 2-16 0,6-3-16 15,4 2-160-15,4-2-16 0,4 1-16 0,-1 2 0 16,-2-3 144-16,-2 0 16 0,-1-3 16 0,-3 2 0 15,-1-4-352-15,-3 2 0 0,-5-1 0 0,-4 0 0 16,-4 2-176-16,-7-2-48 0,-4 1-16 0,-5 3-14544 16</inkml:trace>
  <inkml:trace contextRef="#ctx0" brushRef="#br0" timeOffset="26550.49">13226 14446 6447 0,'-4'0'576'0,"2"1"-576"16,-1 1 0-16,2 2 0 0,0 1 5888 0,1-1 1056 16,1 6 224-16,0 8 32 0,2 8-5184 0,1 15-1040 15,2 9-208-15,0 4-32 0,0 0-528 0,0 2-208 16,1 1 176-16,-1 3-176 0,0 4 240 0,-1-1-48 16,0 3-16-16,0-3 0 0,0-2 0 0,0-4 0 15,-2-9 0-15,2-2 0 0,0-2-176 0</inkml:trace>
  <inkml:trace contextRef="#ctx0" brushRef="#br0" timeOffset="27402.1">9031 9695 5519 0,'-8'-9'496'0,"2"2"-496"0,2 3 0 0,2-1 0 16,1 4 304-16,-2-4-48 0,-2-3 0 0,-4-6 0 16,0-3-256-16,-1-2 0 0,1 0 0 0,2 4 0 15,2 4 0-15,0-1 0 0,0 6-208 0,1-1 80 16,-1 4 128-16,0 0 144 0,-1 3-16 0,0 0-128 16</inkml:trace>
  <inkml:trace contextRef="#ctx0" brushRef="#br0" timeOffset="27900.52">8833 9534 1839 0,'-6'0'0'0,"1"0"160"0,0 2-160 0,0-2 0 16,2 0 0-16,-1 0 0 0,1 0 352 0,-3 0 32 16,-6 2 16-16,-2 0 0 0,-5-2-128 0,-2 3-16 15,1-2-16-15,-1 1 0 0,0 1 288 0,0-2 64 16,-1 4 16-16,-2-1 0 0,1 3-112 0,-2 2-32 0,0 1 0 15,-4 5 0-15,-3 3-272 0,-2 4-48 0,5 2-16 16,-1 1 0-16,-1 3-272 0,-2 7-64 0,-4 5-16 0,-4 5 0 31,-3 2-576-31,-1 4-112 0,0 6-32 0,2-1 0 16,0 7 224-16,3 1 32 0,5-8 16 0,3 1 0 0,3 4 448 0,-1 6 96 0,0 8 128 0,7 5-208 16,3 7 208-16,6 0 192 0,7-9-48 0,3 11 0 15,5 8 48-15,7 8 16 0,7 0 0 0,3 2 0 16,6-6-208-16,7 3 0 0,5 0 0 0,6-8 0 15,2-8-128-15,6-6 128 0,6-3-192 0,4-18 192 16,2-18 0-16,4-27 0 0,7-19 192 0,5-16-32 16,9-12-160-16,4-10 0 0,1-10 144 0,-3-3-144 15,-3-3 0-15,-3-2 0 0,-4-6 0 0,-8 2 0 0,-11 0 0 16,-9 4 0-16,-8 4 0 0,-7 6 0 0,-5 3 304 0,-7 0-48 16</inkml:trace>
  <inkml:trace contextRef="#ctx0" brushRef="#br0" timeOffset="29950.23">13900 14541 17503 0,'-1'-3'1552'0,"0"3"-1232"0,1 0-320 0,0 3 0 16,0-3 1088-16,0 2 144 0,0 5 48 0,1 0 0 15,3 12-448-15,2 3-96 0,4 9-16 0,1 3 0 16,1 5-192-16,0 2-32 0,3 3-16 0,-1 1 0 0,2 8 256 0,1-1 48 15,-2 5 16-15,0-7 0 0,0-5 0 0,0-8 0 16,1-6 0-16,-1-11 0 0,-1-6 672 16,0-9 128-16,0 0 16 0,-2-7 16 0,0-2-512 0,1-6-96 15,-2-2-32-15,-1-7 0 0,0-3-448 0,0-3-96 16,-1-3 0-16,3-4-16 0,0-3-240 0,0-2-32 16,2 1-16-16,-2-2 0 0,2 3-144 0,-3-2 0 15,-1 5 0-15,-3 0 0 0,-2 3 0 0,-2 1 0 16,-2 3 0-16,0 3-176 0,0 3-32 0,1 6-16 15,0 4 0-15,1 5-12528 16,-1 8-2512-16</inkml:trace>
  <inkml:trace contextRef="#ctx0" brushRef="#br0" timeOffset="30234.11">14861 14813 35935 0,'1'-6'1600'0,"-1"2"320"15,1 0-1536-15,2 2-384 0,-1-1 0 0,1 2 0 16,2 1 0-16,3-2-256 0,7-2 32 0,6 2 16 15,6-2 208-15,2 4-176 0,-1 6 176 0,0 1-160 16,-3 2 160-16,0-1 0 0,-1 0 0 0,-5-2-128 0,1 1 128 0,-4-1 0 16,-2-3 0-16,-3 1-128 0,-3 1-16 0</inkml:trace>
  <inkml:trace contextRef="#ctx0" brushRef="#br0" timeOffset="30436.3">14783 15053 28559 0,'14'6'1264'0,"-6"-2"272"0,2 0-1232 0,-1-2-304 0,-1 0 0 16,0 0 0-16,3 0 0 0,8 1-272 0,11 2 48 0,10 1 16 16,6-1 32-16,-4 2 16 0,-1 2 0 0,-7 1 0 31,-3 2-496-31,-5-3-112 0</inkml:trace>
  <inkml:trace contextRef="#ctx0" brushRef="#br0" timeOffset="30801.33">15467 15016 10127 0,'6'16'896'0,"-2"-5"-704"0,-1-1-192 0,1 0 0 0,0-2 1696 0,0-1 304 16,2 3 64-16,5 9 16 0,6 13 448 0,5 8 96 16,6 1 0-16,0-8 16 0,2-6-416 0,-1-10-96 15,1-5-16-15,0-8 0 0,1-4-320 0,-2-8-80 16,2-3-16-16,-2-5 0 0,-1-4-960 0,-2-2-192 15,-2-3-32-15,-5-3-16 0,-1-1-208 0,-5 1-32 16,-2-1-16-16,-4-1 0 0,-4 4-112 0,-4 0 0 16,-1 5-128-16,-6-2 192 0,-3 4 64 0,-6-4 16 15,-6 2 0-15,-2 1 0 0,-3 4-128 0,-3 0-16 16,2 5-128-16,-1 5 192 0,2 5-192 0,0 1 0 0,2 6 0 16,2 0 0-16,-2 4-272 0,-1 2 48 0,-1 4 16 0,-1 1-19632 15</inkml:trace>
  <inkml:trace contextRef="#ctx0" brushRef="#br0" timeOffset="32716.74">7853 9606 6447 0,'-3'-3'576'0,"0"3"-576"15,2 0 0-15,0 0 0 16,1 0-448-16,0 0-192 0,-2 3-32 0,2-3-16 0,0 1 688 0,0 1 0 0,0 1 0 0,0-3 0 15,0 0 0-15,0 0 0 0</inkml:trace>
  <inkml:trace contextRef="#ctx0" brushRef="#br0" timeOffset="33101.39">7905 9656 4607 0,'2'0'400'0,"-1"0"-400"0,0 2 0 0,0 0-1280 32,-1-6-352-32</inkml:trace>
  <inkml:trace contextRef="#ctx0" brushRef="#br0" timeOffset="35051.03">14192 15459 11967 0,'2'-2'1072'16,"1"0"-864"-16,-1 2-208 0,0-3 0 15,-1 3-384-15,0-1-112 0,2-1-16 0,0-2-16 0,3-2 736 16,-1 2 160-16,0-2 16 0,-1 0 16 0,-2 1-400 0,0 1 0 15,-2 0 0-15,-2 1 0 0,0 3-288 0,-2-3-32 16,-1 3-16-16,-2 0 0 16,0 3-768-16,-3-2-160 0,-2 4-16 0,0-4-16 0,0 3 1008 0,-2 1 288 15,1-2 0-15,-1 1 0 0,0 1-144 0,1-4 144 16,-1 4 0-16,1-4 0 0,0 2 1104 0,1-2 320 16,1 0 64-16,0-1 48 0,2 2 160 0,0-2 32 15,2-2 0-15,1 1 16 0,2 0-560 0,1 1-112 16,2-4-32-16,1 4 48 0,1-2-800 0,3-2-160 15,1 4-128-15,3-2 224 0,1 2-224 0,4 0 0 16,0 2 0-16,2-1 0 0,-1 2 320 0,2 3 160 16,2-2 32-16,1 2 32 0,0 2 224 0,-3-1 64 0,1-4 0 15,-2 4 32-15,-2-4 32 0,0 0 16 0,-3 0 0 0,0 0 32 16,-3 1-48-16,-3-2 0 0,-1-1 0 0,-3 2 48 16,0-2-560-16,-2 0-128 0,-2 1 0 0,-2-5-14960 15</inkml:trace>
  <inkml:trace contextRef="#ctx0" brushRef="#br0" timeOffset="37600.75">1767 15922 39615 0,'-5'-3'3520'0,"1"3"-2816"16,3 0-560-16,2 1-144 0,2 1 0 15,-1-2 0-15,1 3 0 0,-1 0 0 0,4 5 0 0,4 4 0 16,5 7 0-16,0 5 0 0,0 5-144 0,0 3-16 16,-3 3 0-16,0-1 0 0,0 5 160 0,-4-1-160 15,0 3 160-15,-1 0-160 0,-1-1 160 0,-1 2 0 16,3 5 0-16,-3-3 0 0,1 0 0 0,1-3 0 15,-1-3 0-15,-1-5 0 16,1-5-1024-16,1-8-128 0,-1-5-32 0,0-7-14816 0</inkml:trace>
  <inkml:trace contextRef="#ctx0" brushRef="#br0" timeOffset="37918.42">2379 16090 33167 0,'1'-16'1472'0,"-1"6"304"0,0 2-1424 0,-1 4-352 0,1 2 0 0,0 0 0 16,0 2 432-16,-1-2 16 0,-2 2 0 0,-2-3 0 15,-2 6-448-15,-5-1 0 0,-2 8-192 0,-3 0 192 32,-4 6-1328-32,-4 5-144 0,-3 3-16 0,-2 3-16 0,-1 1 160 0,3 1 16 15,3-1 16-15,3-2 0 0,2-1 1152 0,5-3 160 0,3-3 176 0,2 1-48 16,3-6 1280-16,4 2 256 0,2-3 64 0,3 0 0 15,2 0-624-15,2-1-112 0,3 2-32 0,2-2 0 16,0 1-608-16,2-1-128 0,4 0-32 0,1 1 0 16,1 0-16-16,2-3-16 0,1-1 0 0,1 1 0 0,2-4 32 15,0 0 0-15,2 0 0 0,-1-2 0 0,0 0-192 16,-1-2 0-16,1 1 0 0,-3-3 0 0,1 0 0 0,-2-3 0 16,-2-3-128-16,-3-1-10624 15,0-5-2112-15</inkml:trace>
  <inkml:trace contextRef="#ctx0" brushRef="#br0" timeOffset="38251.91">2608 16140 33167 0,'-4'1'2944'0,"2"4"-2352"0,0 2-464 0,2 2-128 16,2-3 1024-16,0 1 176 0,2 2 32 0,1 4 16 16,2 9-1040-16,4 6-208 0,3 2 0 0,0 1 0 15,0 0-176-15,0-3 48 0,1 1 0 0,-2-1 0 32,1-2-368-32,0-3-64 0,-3-1-16 0,0-7 0 0,0-5 576 0,0-1 0 0,0-2 0 0,-1-5 0 15,0-1 832-15,-1-2 192 0,1-8 16 0,0-5 16 16,-1-4-96-16,1-4 0 0,0-3-16 0,0-1 0 15,2-5-560-15,2-1-128 0,-2-2 0 0,1-3-16 16,-1 2-240-16,-1 0 0 0,-2 3 0 0,-2-3 0 16,-2 5-160-16,-1 0 32 0,0 3 0 0,-1 3 0 15,0 3-1152-15,1 8-240 0</inkml:trace>
  <inkml:trace contextRef="#ctx0" brushRef="#br0" timeOffset="38583.99">3225 15869 30399 0,'1'-7'1344'0,"-1"4"288"0,0 1-1312 0,1 4-320 16,1-2 0-16,-1 3 0 0,1 0 288 0,1 5-16 15,2 3 0-15,0 9 0 0,1 6-272 0,-1 7 0 16,-3 5 0-16,-2 1 0 0,-1 2-224 0,-3-1 0 0,-1 1 0 0,-1-3 0 15,1-3 224-15,-1-3 0 0,1-1 0 0,1-5-144 16,2-1 304-16,1-7 64 0,2-2 16 0,0 1 0 16,2-5 1376-16,2 4 288 0,1 4 48 0,0-2 16 15,3-3-1088-15,-1-4-224 0,1 2-32 0,1-1-16 16,1-3-272-16,0 1-48 0,3-1-16 0,-2 0 0 16,2-3-272-16,-1 1 0 0,2 0 0 0,0-1 0 15,0 0 0-15,1 0 0 0,-1 1 0 0,0-4 0 16,-2 4 0-16,0-5 0 0,-1-2 0 0,-1-2 0 15,-1-1 0-15,-1-1 0 0,-1-2 0 0,0-1-18464 16</inkml:trace>
  <inkml:trace contextRef="#ctx0" brushRef="#br0" timeOffset="39300.87">4001 16134 38703 0,'-3'7'3440'0,"2"2"-2752"16,2-2-560-16,1 2-128 0,1-3 0 0,-2 6 0 15,1 6-160-15,0 11 160 16,0 13-448-16,-1 7 0 0,1 6 0 0,-4 2 0 16,0-5-944-16,-1-5-176 0,1-4-32 0,-2-4-16 0,1-11 1104 0,1-3 240 15,1-9 32-15,1-2 16 0,0-5 224 0,1-2 208 16,1-2-32-16,0-5-16 0,-1-3-32 0,3-3 0 16,1 0 0-16,1-2 0 0,2 0-128 0,0-2 0 15,2 0 0-15,2 1 128 0,2 6-128 0,0 3 0 16,0 1-160-16,3 4 160 0,-1 5 0 0,-2 6 0 15,3 8 0-15,-4 0 0 0,-1-6 0 0,1 1 0 0,-2 1 0 0,-4-3 0 16,-2 3 0-16,-2-4 0 0,-4 3 0 16,-3-3 0-16,-4-2 176 0,-3 3-176 0,-1-1 160 0,-4-3-160 15,-1 0 1248-15,-4-1 160 0,0-3 16 0,-2-2 16 16,0-1-1008-16,-1 0-208 0,1-3-32 0,-1-3-16 16,1 1-176-16,5-1 0 0,4-1 0 0,-1 1 0 15,-1-6-144-15,1-1 144 0,4 1-192 0,3-2-16288 16</inkml:trace>
  <inkml:trace contextRef="#ctx0" brushRef="#br0" timeOffset="39584.19">4706 16495 42383 0,'-6'2'1872'0,"1"2"400"0,1 0-1824 0,2 1-448 15,3-4 0-15,-1 1 0 0,1 0 0 0,1 3 0 16,0 4 0-16,2 0 0 15,1-2-320-15,0 0-128 0,2-4 0 0,1 0-16 0,-1-3 320 0,0-3 144 16,1-3-128-16</inkml:trace>
  <inkml:trace contextRef="#ctx0" brushRef="#br0" timeOffset="39716.58">4761 16764 42383 0,'-6'5'3776'0,"1"2"-3024"0,3-1-608 0,4-5-144 15,-1 1 272-15,1 2 32 0,1 5 0 0,0-2 0 16</inkml:trace>
  <inkml:trace contextRef="#ctx0" brushRef="#br0" timeOffset="44267.03">5755 16058 11967 0,'0'-3'1072'0,"0"-2"-864"16,0 1-208-16,0 1 0 15,0 2-384-15,0-1-112 0,-1-6-16 0,1-4-16 0,-2 0 1504 0,1-3 304 16,-1 2 64-16,0 2 16 0,1 5 800 0,-1 0 144 16,1 0 48-16,-2 3 0 0,2 2-160 0,-2 2-16 15,1 3-16-15,-1 5 0 0,1 3-672 0,-1 6-128 16,2 6-16-16,0 7-16 0,0 10-816 0,0 3-144 0,-1 0-48 0,0-2 0 15,1-2-176-15,-2 9-144 0,-1 10 192 16,2 4-192-16,-1 4 144 0,1-7-144 0,-2-3 0 0,3-7 144 16,0-9-144-16,1-7 0 0,0-5 0 0,1-7 0 15,3-6 0-15,1-4 0 0,2-4 0 0,2-6 0 16,-1-2-256-16,5-6-16 0</inkml:trace>
  <inkml:trace contextRef="#ctx0" brushRef="#br0" timeOffset="44550.25">6191 16235 25791 0,'-5'22'1152'0,"3"-9"224"16,1 3-1104-16,1-3-272 0,0-1 0 0,0-5 0 0,1 3 0 0,0 12 128 16,3 13-128-16,0 6 0 0,2 2 448 0,0-11-32 15,1-6 0-15,2-5 0 0,1-9 768 0,0-5 160 16,2-6 16-16,2-2 16 0,-1-8-672 0,2-1-128 15,3-6-16-15,-2-3-16 0,1-3-96 0,-3 4 0 16,-5 1-16-16,-1-1 0 0,-1-1-304 0,-2 0-128 16,-2 0 128-16,-2 0-128 0,-4 1 0 0,-1 1 0 15,-3 1 128-15,-4-3-128 0,-1 3 0 0,-4 1 0 16,-3-1 0-16,-1 0 0 0,-1 1 0 0,0 1-144 16,4 2 144-16,1 2-160 0,4 4 32 0,3 0 0 15,4 6 0-15,4 0-15696 0</inkml:trace>
  <inkml:trace contextRef="#ctx0" brushRef="#br0" timeOffset="44884.19">6655 16208 26719 0,'-10'5'1184'0,"5"-5"240"0,3 0-1136 0,-1 1-288 0,2 2 0 0,0-3 0 15,2 2 752-15,0-1 80 0,3 4 32 0,1 0 0 16,5 1-672-16,0-1-192 0,2-1 0 0,1-2 128 0,0 2 432 0,2-1 80 16,0 2 32-16,-2 1 0 0,1 5 32 0,-3-1 16 15,0 6 0-15,-2 0 0 0,-4 3-592 0,0 0-128 16,-3 4 0-16,1 1 0 0,-2-3 0 0,1 2 0 15,-2-1-128-15,2-5 128 0,-1-2 0 0,-1-3 0 16,2-2 0-16,0-1 0 0,0-3 0 0,-1-2 0 16,2-3 0-16,-2 1 0 0,3-4 0 0,-2 1-128 15,3-5-16-15,1 2-15232 16</inkml:trace>
  <inkml:trace contextRef="#ctx0" brushRef="#br0" timeOffset="45038.26">6894 15853 28559 0,'-6'-9'1264'0,"3"6"272"0,1 0-1232 0,0 3-304 0,1 1 0 16,1 3 0-16,0 0 688 0,1 2 80 0,-1 4 0 0,2 8 16 15,-1 5-464-15,3 11-80 0,2 11-32 0,1 2 0 16,3-3-208-16,2-3-128 0,1-3 128 0,2 0-14272 16</inkml:trace>
  <inkml:trace contextRef="#ctx0" brushRef="#br0" timeOffset="45534.3">7176 16381 16575 0,'0'-2'1472'0,"-2"0"-1168"16,2 2-304-16,0 0 0 0,2 2 1040 0,-2 0 160 16,1-2 16-16,0 4 16 0,0 2 96 0,2 4 16 15,1 5 0-15,-2 3 0 0,1 6-16 0,-1 3 0 16,-1 5 0-16,-1 3 0 0,-1 2-576 0,0 1-112 15,-2 0-32-15,0-3 0 0,-2-4-448 0,1-3-160 16,0-5 0-16,1-1 144 0,0-5-144 0,-1-2 0 16,1-3 0-16,0-5 0 0,1-1 0 0,0-6 0 0,1-3 128 0,1 0-128 15,1-6 0-15,1-1 0 0,0-2 0 0,2-2 0 16,1-1 0-16,1 2 0 0,1-2 0 0,2 5 0 16,2 0 224-16,3 4 112 0,-1 2 32 0,2 2 0 15,1 2 352-15,0 2 80 0,2 2 16 16,0 3 0-16,0 4-640 0,-2 1-176 0,-2-1 0 0,-1 2 0 15,-3 0 0-15,-4-1 0 0,-1 0 0 0,-4 1 0 16,-1-2 464-16,-4 1 32 0,-2 1 0 0,-2 1 0 16,-5 0-64-16,-2-2-16 0,-1-2 0 0,-2 0 0 15,-1-4-416-15,-1-1 0 0,3-1 128 0,0-4-128 16,1-4 0-16,0 2 0 0,1-4 144 0,2-4-144 16,2 0 0-16,1-2-128 0,2-3 0 0,2-1-11904 15,2 0-2368-15</inkml:trace>
  <inkml:trace contextRef="#ctx0" brushRef="#br0" timeOffset="49436.11">8025 16296 20271 0,'-2'0'1792'16,"1"-3"-1424"-16,1 3-368 0,1 0 0 15,1 3 1840-15,2-3 288 0,1 2 64 0,2-2 16 16,4 4-1296-16,4 2-256 0,3 0-48 0,1 0-16 16,2 1-336-16,2-4-80 0,3 1-16 0,3-5 0 15,5 1 768-15,3 0 160 0,4 0 16 0,-1-3 16 0,2 0-720 16,-2 0-144-16,-2 1-16 0,-3 0-16 0,-4-1-224 0,-6 0-128 16,-4 0 128-16,-4-4-208 15,-5 5-304-15,-2-2-48 0,-1-1-16 0,-3 2-14560 16</inkml:trace>
  <inkml:trace contextRef="#ctx0" brushRef="#br0" timeOffset="49625.52">8370 15843 23951 0,'-16'0'1056'0,"7"0"224"0,2 4-1024 0,1 0-256 15,2 2 0-15,2 2 0 0,-1 2 1472 0,1 9 256 16,-3 10 32-16,0 17 16 0,-4 11-880 0,2 4-160 15,-2-1-32-15,0 3-16 0,1-2 144 0,-1 8 48 16,-1 13 0-16,3-1 0 0,1 0-112 0,1-8 0 0,2-10-16 0,2-4 0 16,2-6-496-16,3 2-112 0,3 2-16 15,2-7 0-15,2-6-416 0,3-10-96 0</inkml:trace>
  <inkml:trace contextRef="#ctx0" brushRef="#br0" timeOffset="50936.8">9128 16247 20271 0,'0'-2'1792'0,"0"2"-1424"0,1-2-368 0,1 0 0 15,-1 2 512-15,0-2 16 0,3-1 16 0,1 0 0 16,2-5 144-16,2 2 16 0,3-3 16 0,2 1 0 15,2 0 944-15,1 0 176 0,7 0 32 0,-2 0 16 16,1 4-560-16,0 0-112 0,0 2-32 0,-3 4 0 16,-1-1-736-16,-5 4-160 0,-1 5-32 0,-3 0 0 15,-3 0-256-15,-2 5 0 0,-1-3 0 0,-3 6 0 16,-1 0 128-16,-1 4-128 0,-3 6 144 0,-1 5-144 16,-2 10 0-16,-3 4 128 0,1 0-128 0,0-5 0 0,5-11 0 15,0-5 0-15,1-4 0 0,2-7 0 0,0-1 0 0,0-6-128 16,1-1 128-16,0-4-11024 15,-2 0-2112-15</inkml:trace>
  <inkml:trace contextRef="#ctx0" brushRef="#br0" timeOffset="51118.14">9432 16111 12895 0,'-7'-24'1152'0,"5"11"-928"15,-1 3-224-15,2 4 0 0,0 3 1856 0,1 3 336 16,1 0 64-16,0 0 16 0,0 3-352 0,3 3-80 15,1 4-16-15,-1 5 0 0,2 1-1136 0,-1 4-240 16,2 1-32-16,-1-1-16 0,3-2-240 0,-2-2-160 0,3 3 192 0,-1-3-192 16,0 0 0-16</inkml:trace>
  <inkml:trace contextRef="#ctx0" brushRef="#br0" timeOffset="51434.16">9837 16527 12895 0,'-3'-14'1152'0,"1"6"-928"0,1 2-224 0,-2 2 0 0,1 0 1728 15,-1 2 288-15,-1-2 64 0,-2 1 16 0,-4 0-1120 0,-3-1-208 16,-3 4-64-16,-2 1 0 0,1 8 336 0,0 1 64 16,2 5 16-16,0 4 0 0,3 0 688 0,1 7 144 15,2-4 32-15,2 3 0 0,2-3-624 0,2 0-112 16,2 1-32-16,5-5 0 0,-1-2-704 0,3-1-160 16,2-4-32-16,1 0 0 0,2-4-320 0,0-2 0 15,2 0 0-15,3-5 128 0,1 1-128 0,4-2 0 16,1 1-176-16,3-3-17424 0</inkml:trace>
  <inkml:trace contextRef="#ctx0" brushRef="#br0" timeOffset="51666.66">10116 16482 29487 0,'-2'-1'1296'0,"1"1"288"0,1 0-1264 0,0 1-320 0,1 2 0 0,0-3 0 16,1 1 288-16,3 2 0 0,3-1 0 0,3 2 0 15,4-2 64-15,2 0 16 0,3-4 0 0,2 2 0 16,4-5 736-16,1 2 160 0,3-4 16 0,0 1 16 16,-1 3-912-16,2-1-176 0,-1 4-32 0,-3-3-16560 15</inkml:trace>
  <inkml:trace contextRef="#ctx0" brushRef="#br0" timeOffset="52133.6">10806 16229 26719 0,'0'-4'2368'0,"0"2"-1888"0,0 2-480 0,1 0 0 15,2 0 1136-15,-1 0 128 0,3 0 16 0,2 0 16 16,4 0-640-16,2 2-128 0,5-1-16 0,-1 2-16 16,-1 1 288-16,-1 2 64 0,-3 0 16 0,-2 0 0 15,-3 3-144-15,0 2-16 0,-5 1-16 0,-1 4 0 0,-2 2-544 0,-1 4-144 16,-3 1 0-16,-3 8 0 15,-2 10 0-15,1 1 0 0,-1 2 0 0,2-6 0 16,3-7 208-16,3-5-16 0,1-6-16 0,2-6 0 0,1-4 80 0,2-1 32 16,1-3 0-16,0-5 0 0,1-1-288 0,1-1-224 15,2-5 32-15,1 0-11696 16,1-3-2336-16</inkml:trace>
  <inkml:trace contextRef="#ctx0" brushRef="#br0" timeOffset="52316.48">11131 15837 21183 0,'0'0'1888'0,"2"0"-1504"15,-2 1-384-15,0 2 0 0,1 0 2432 0,-1 4 432 0,1 1 80 0,0 8 0 16,2 4-1312-16,-2 10-272 0,2 8-48 0,-2 0-16 16,0 1-784-16,0-5-176 0,2 1-16 0,-1-4-16 15,2-3-304-15,1-2 0 0,-1-1 0 0,1-3-16704 16</inkml:trace>
  <inkml:trace contextRef="#ctx0" brushRef="#br0" timeOffset="52684.24">11306 16346 22111 0,'7'0'976'0,"-2"3"208"0,1-3-944 0,-1 4-240 0,-1-2 0 0,-2-1 0 15,2 4 1088-15,0 5 160 0,2 2 32 0,3 12 16 16,1 17-144-16,0 12-48 0,-6-2 0 0,-4-4 0 0,-3-7-16 0,-3-5 0 16,-3-2 0-16,-1-5 0 0,0-4-256 0,-1-4-48 15,1-4-16-15,1-6 0 0,2-1-592 0,1-7-176 16,0-2 0-16,2-2 0 0,3-4 0 0,1-3 0 16,2-1 0-16,3 0 0 0,3-2 0 0,3-1 0 15,1 1 0-15,3 1 0 0,2 2 0 0,3 1 304 16,2 0-48-16,0 5-16 0,3-2 208 0,0 3 64 15,-2 0 0-15,-2 4 0 0,-1 5-208 0,-4-1-48 16,0 4 0-16,-4-3 0 0,-5 2-256 0,-2-2 0 16,-1 2 0-16,-4-1 0 0,-3 0 160 0,-2 1-160 15,-1 0 128-15,-3-2-128 0,-1-1 160 0,-1 0-160 0,-2 0 192 0,-3 0-192 16,0-2 0-16,0 0 0 0,-2 2 0 0,0 0 0 16,2-2 0-16,-2 2 0 0,2 0 0 15,1 0 0-15,2 1-256 0,2-5-48 0,1 2-16 0,2-4-17792 16</inkml:trace>
  <inkml:trace contextRef="#ctx0" brushRef="#br0" timeOffset="52901.4">12007 16318 34095 0,'18'12'1504'0,"-9"-5"320"15,1 1-1456-15,-3 2-368 0,-3-4 0 0,-1 0 0 16,-2-2 704-16,3 10 80 0,2 10 16 0,-1 11 0 0,-2 10-560 0,-4-1-112 16,-4-1-128-16,-7-2 176 0,-4-6 560 0,-5-3 112 15,-4-7 32-15,-2-3 0 0,-3-2-880 0,-4-5-384 16,-4 1 16-16,-1-3-17280 16</inkml:trace>
  <inkml:trace contextRef="#ctx0" brushRef="#br0" timeOffset="53368.91">9089 15774 19343 0,'-11'-3'1728'16,"-1"2"-1392"-16,4 1-336 0,0 1 0 0,2 2 1296 0,-4-1 192 16,-8 2 48-16,-11 2 0 0,-9 4-928 0,-5 6-176 15,-4 10-48-15,2 14 0 0,7 14 448 0,6 12 96 16,7 8 16-16,6 1 0 0,7-5 1088 0,5 9 208 15,4 15 64-15,7 5 0 0,4-5-1312 0,9-12-256 16,5-11-48-16,7-9-16 0,9-8-672 0,11-4 0 16,13-5 0-16,6-11-11968 15,-3-18-2320-15</inkml:trace>
  <inkml:trace contextRef="#ctx0" brushRef="#br0" timeOffset="53918.18">12254 16517 26719 0,'-1'0'2368'0,"1"0"-1888"0,0 0-480 0,0 0 0 15,1 0 1312-15,-1 3 160 0,1-3 48 0,2 3 0 16,-1 0-1136-16,1 0-208 0,1 4-48 0,-1-4-128 16,1 3 0-16,-2-2 0 0,1 1-240 0,1-1-14128 15</inkml:trace>
  <inkml:trace contextRef="#ctx0" brushRef="#br0" timeOffset="54201.36">12727 16213 33167 0,'9'-3'1472'0,"-4"1"304"0,3 2-1424 0,-2 0-352 16,0 2 0-16,-1-2 0 0,3 3 544 0,3 1 32 15,5 2 16-15,4 2 0 0,3 6-352 0,-6 0-80 16,-4 3-16-16,-7 5 0 0,-5 2-144 0,-6 7 0 16,-6 3 0-16,-5 8 0 0,-4 4 0 0,0 0 288 15,-1 0-48-15,0-8-16 0,4-2 160 0,0-5 16 16,3-3 16-16,3-3 0 0,4-3 368 0,0-6 80 16,5-3 16-16,1-1 0 0,3-2-432 0,2 0-96 0,3-4-16 0,2 0 0 15,3 0-208-15,3-5-128 0,5-1 160 0,3 0-160 16,3-1 0-16,4-5 0 0,0 2 0 0,2-4-18912 15</inkml:trace>
  <inkml:trace contextRef="#ctx0" brushRef="#br0" timeOffset="55083.92">13283 16308 21183 0,'-2'0'1888'0,"-1"0"-1504"16,2 0-384-16,1 0 0 0,0 0 544 0,0 0 32 0,-1 0 16 0,-1 0 0 15,2 0 496-15,0 0 80 0,3 0 32 0,-3 0 0 16,0 0 1232-16,28 0 240 0,-8 0 48 0,5 0 16 16,7 3-1328-16,5-3-272 0,6 1-48 0,2-1-16 15,2 2-528-15,-1-4-96 0,-3 1-32 0,-5-2 0 16,-4 1-112-16,3 0-32 0,2-4 0 0,3 4 0 16,0-4-144-16,-3 2-128 0,-3 0 144 0,-7 2-144 15,-3-1 0-15,-6 2 0 0,-6-2 0 0,-5 3 0 16,-4-2 0-16,-3 2 0 0,-5-1 128 0,-2 1-128 15,-3 0-272-15,-2-3-112 0,-4 3 0 0,-2-3-12480 16,-1 3-2480-16</inkml:trace>
  <inkml:trace contextRef="#ctx0" brushRef="#br0" timeOffset="55750.97">13736 16046 14735 0,'-8'0'1312'0,"4"0"-1056"15,1 0-256-15,0 2 0 0,3 2 3840 0,0 2 704 16,0 0 128-16,2 4 48 0,-1 6-2288 0,0 9-448 15,0 6-80-15,0 5-32 0,1 5-1200 0,-4 3-240 0,0 3-48 0,0 8-16 16,-3 5 48-16,-2 2 16 0,-1 2 0 0,-1-2 0 16,2-7-240-16,-2-2-32 0,2-7-16 0,0-6-18672 15</inkml:trace>
  <inkml:trace contextRef="#ctx0" brushRef="#br0" timeOffset="57050.59">14736 15964 6447 0,'1'-17'576'0,"-1"6"-576"0,0 0 0 0,0 2 0 15,0 3 832-15,0 2 64 0,0-2 16 0,0-3 0 16,0-4 752-16,0-6 128 0,0-2 48 0,0-1 0 15,-1 2-64-15,-1 4-16 0,-2 1 0 0,-1 4 0 16,-1 5-96-16,-2 1-32 0,0 7 0 0,-2 2 0 16,-3 8-400-16,1 5-80 0,0 7 0 0,-1 11-16 15,0 16-384-15,-1 13-80 0,-1 14-16 0,2 1 0 16,0-16-384-16,3 0-80 0,0 6 0 0,2 10-16 16,3 8-176-16,4-3 0 0,4-10 0 0,7-14 0 15,3-13 0-15,3-13 0 0,3-8 0 0,4-10-15888 16</inkml:trace>
  <inkml:trace contextRef="#ctx0" brushRef="#br0" timeOffset="63203.48">9733 16200 11967 0,'-3'-3'1072'0,"2"0"-864"0,0 1-208 0,0 1 0 15,1 1 960-15,0-3 128 0,-2 3 48 0,2-2 0 16,-1 0 368-16,0-3 80 0,0 2 16 0,0-1 0 16,-2 2-112-16,2 0-16 0,0 0 0 0,-1 2 0 15,1 0-64-15,0 2-32 0,0 2 0 0,1 2 0 16,0 7-416-16,0-1-64 0,-2 4-32 0,2 4 0 15,0 0-480-15,-1 7-80 0,0 4-32 0,0 8 0 0,-1 8-16 16,1 3-16-16,0 2 0 0,0-2 0 0,0-3 16 0,-1-6 0 16,1-5 0-16,0-5 0 0,0-5 144 0,1-3 48 15,0-5 0-15,0-3 0 0,0-3-272 0,0-2-48 16,1 0-128-16,0-7 192 0,0 2-192 0,1-5 0 16,-1 0 0-16,0-6 0 0,1 0 0 0,1-4 0 15,-1-2 0-15,0-1 0 0,0-3-176 0,1 0 176 16,-1-2-160-16,-1-3 160 0,1 1 0 0,-1-2 0 15,-1-1-128-15,1-4 128 0,0 1 0 0,0-2 0 16,2 2 0-16,1-3 0 0,-2 7 0 0,3 1 0 16,-1 4 0-16,1 2 0 0,1 1 0 0,0 3 0 0,2 1 0 15,-1 0 0-15,2 4 0 0,-1 0 0 0,0 0 128 0,2 2-128 16,-1 0 192-16,3-1 0 0,-1 4-16 16,1-1 0-16,0 2 96 0,2 2 32 0,0 2 0 0,-2 2 0 15,2 4-176-15,-1 2-128 0,1 7 192 0,-2 4-192 16,-2 5 160-16,-3-2-160 0,-2 2 128 0,-1 0-128 15,-1-2 128-15,-5 2-128 0,1 0 0 0,-3-4 128 16,-1-1 48-16,-1-3 0 0,-1-2 0 0,-1-1 0 16,1-4-48-16,0 2 0 0,-2-3 0 0,-1 1 0 15,0 0-128-15,0 0 0 0,-2-1 144 0,0-2-144 16,-2 2 0-16,0-2 128 0,0-1-128 0,-1 1 0 16,-1-4 0-16,1-2 0 0,0-1 0 0,0 0 0 15,1-6 0-15,1 0 0 0,2-4 0 0,1 0 0 16,2-5 0-16,1-4 0 0,3-2 0 0,1 1 0 15,1-5 0-15,4 3-208 0,0-3 80 0,3 0-19072 16</inkml:trace>
  <inkml:trace contextRef="#ctx0" brushRef="#br0" timeOffset="63968.21">9714 16040 10127 0,'-1'2'896'16,"0"2"-704"-16,0 0-192 0,1-2 0 15,0 1 816-15,-2 3 128 0,1 1 16 0,-1 6 16 16,-2 5 0-16,2 4 0 0,-2 4 0 0,1-1 0 15,2 1-672-15,-1-1-144 0,0-3-32 0,1 3 0 16,0-3-288-16</inkml:trace>
  <inkml:trace contextRef="#ctx0" brushRef="#br0" timeOffset="65022.2">11633 16442 2751 0,'0'0'256'0,"0"0"-256"16,0 0 0-16,0 0 0 0,0 0 672 0,0-2 96 15,0 2 0-15,0 0 16 0,0-2 560 0,-1-1 128 16,0 0 0-16,1 3 16 0,0 0 256 0,0 0 48 16,0 0 16-16,-7-23 0 0,4 20-240 0,1-3-48 15,-1-1-16-15,-1 1 0 0,1 2-352 0,-1-2-80 16,-1 4-16-16,0-2 0 0,-1 0-416 0,0 2-64 15,0-1-32-15,-2 3 0 0,1-1 48 0,-2 2 16 16,0-1 0-16,0 3 0 0,-1-3 128 0,0 2 32 16,-1 2 0-16,0 0 0 0,-2 2-96 0,2 0-16 15,-3 3 0-15,3 1 0 0,0 0-160 0,1 0-48 16,0 2 0-16,0 3 0 0,-1 5-160 0,1-2-32 16,2 1-16-16,0 0 0 0,2 0-96 0,0-3-16 0,2 3 0 0,2-3 0 15,1 0 160-15,1 2 32 0,1-2 0 0,0 0 0 16,3-2-160-16,-1-2-32 0,2 3 0 0,2-5 0 15,0 0-128-15,0-1 128 0,2 1-128 0,0-4 128 16,-1 0-128-16,2 0 0 0,0-2 0 16,0 2 128-16,1-3-128 0,-1 0 0 0,0 0 0 0,-1 0 0 15,-1 0 0-15,0-3 0 0,-2 1 0 0,-1 2 0 16,0-3-160-16,-1 0 160 0,-1 0 0 0,0 0-12112 16,0-3-2320-16</inkml:trace>
  <inkml:trace contextRef="#ctx0" brushRef="#br0" timeOffset="65817.86">11706 16444 6447 0,'0'-2'576'0,"-1"0"-576"16,1 2 0-16,0-2 0 0,0 2 976 0,-1-3 96 16,1 0 16-16,-1-1 0 0,-1-2-208 0,0-3-48 15,0 2 0-15,-2-2 0 0,1 2 80 0,0 0 16 16,0 1 0-16,-1 1 0 0,2 0 352 0,-3 3 80 0,1-2 16 0,-1 2 0 15,2 2-288-15,-1 0-64 0,0 2-16 0,1-2 0 16,-1 1-480-16,1 2-80 0,0-1-32 0,0 0 0 16,1 0 32-16,0-1 16 0,0 2 0 0,0-3 0 15,0 2 272-15,0-2 48 0,1 4 16 0,-2-4 0 16,1 2-80-16,-1-2-16 0,1 2 0 0,-2 0 0 16,2-2-128-16,-1 3-16 0,-1-3-16 0,1 1 0 15,-1 1-224-15,0-2-64 0,0 3 0 0,0-3 0 16,-1 1-256-16,0 2 0 0,-2-2 0 0,1 1 0 15,0 1 0-15,0 0 0 0,0 0 0 0,-2 1 0 16,1-1 336-16,1 2-32 0,0-1-16 0,-2 0 0 16,2 2 48-16,-1 0 16 0,-2 0 0 0,0 2 0 15,1 0-352-15,-1 5 144 0,0-1-144 0,-1 0 0 0,2 2 176 0,-1-2-176 16,2 1 160-16,0-1-160 0,0 1 192 0,1-2-48 16,0 0-16-16,-1 0 0 0,4 0 80 0,-1-4 16 15,2 2 0-15,-1-1 0 0,2 0-96 0,0-2-128 16,-1 2 176-16,2-2-176 0,0 3 128 0,2-3-128 15,0 1 0-15,-1 2 0 0,2-3 128 0,-1 1-128 16,1 0 0-16,-1 1 0 0,1-1 0 0,-1-1 0 16,1 0 0-16,0 0 0 0,1 0 0 0,0 0 0 15,-1-1 0-15,2 0 0 0,-1 2 144 0,1-4-144 16,-1 3 0-16,1-2 144 0,-2 2-144 0,2-3 160 16,-1 3-160-16,1-2 160 0,-1-1-160 0,-1 2 128 15,2-1-128-15,-1 0 128 0,1-2-128 0,1 2 0 0,0 2 0 16,-1-3 0-16,2 0 0 0,-1 0 0 0,0 0 128 0,1 1-128 15,1 2 0-15,-1-3 0 0,1 3 0 0,-1-2 0 16,0-1 0-16,1 1 0 0,-1 1 0 0,2-1 0 16,-2-2 0-16,1 2 128 0,2-4-128 0,-3 2 0 15,1-2 176-15,-1-2-48 0,0 2-128 0,0-4 192 16,0 2-192-16,0-2 0 0,0-1 128 0,-1 0-128 16,1 0 0-16,-1 2 0 0,2-4 0 0,-2 1 0 15,0-1 0-15,0 1 0 0,-1-1 0 0,0 1 0 16,-1 0 0-16,0 0-192 0,-2 0 192 0,1-1-19024 15</inkml:trace>
  <inkml:trace contextRef="#ctx0" brushRef="#br0" timeOffset="66617.14">11758 16349 11967 0,'0'-4'1072'16,"-1"2"-864"-16,1 2-208 0,0-3 0 16,-1 3 352-16,1-1 32 0,-1-1 0 0,-2-2 0 0,1-1 688 15,-2-1 144-15,0 1 16 0,-1-1 16 0,0 3-64 0,2-1-16 16,-2-1 0-16,-1 2 0 0,1 0 288 0,-2 2 48 15,2-1 16-15,-2 0 0 0,0 1-480 0,-2 0-80 16,0 1-32-16,2 0 0 0,-3 0-96 0,1 0 0 16,1 0-16-16,-2 1 0 0,1 0-320 0,-1 3-64 15,-1 0-16-15,1-1 0 0,2 2-176 0,-2 2-48 16,0-1 0-16,-1 1 0 0,1 2 176 0,-1 1 16 16,0 0 16-16,-2-1 0 0,2 4-80 0,-1-3 0 15,-1 5-16-15,1-3 0 0,1 0-112 0,0 4-32 16,0 0 0-16,1 1 0 0,0-1-160 0,1 0 160 15,2 0-160-15,1 1 160 0,2-1-32 0,1-2 0 0,2 1 0 0,0-2 0 16,1 0 160-16,1 1 32 0,2 2 0 0,0 1 0 16,3-1-192-16,-1-4-128 0,2 2 192 0,-1 0-192 15,0-4 240-15,0 0-64 0,0-1-16 0,2-2 0 16,-1 2-160-16,2-3 0 0,-1 0 144 0,1 2-144 16,1 0 0-16,1-1 128 0,0 0-128 0,-1-1 0 15,0 0 0-15,0-1 144 0,0 0-144 0,-2 0 0 16,0-1 144-16,-1 0-144 0,0-2 0 0,-3-2 144 15,1 3-144-15,-1-6 0 0,-1 3 0 0,-1-4 0 16,1 2 0-16,-1-2 0 0,-1-2 0 0,-1 0 0 16,3-3-224-16,-2 2 32 0,0-3 0 0,0 1-18496 15</inkml:trace>
  <inkml:trace contextRef="#ctx0" brushRef="#br0" timeOffset="67200.92">11719 16308 11967 0,'-4'-2'528'0,"2"0"112"0,-1 0-512 0,1 2-128 0,0-3 0 0,1 2 0 15,-1 1 880-15,-1 0 144 0,-2-2 16 0,-2-1 16 16,-1 2 80-16,-1-1 16 0,0 0 0 0,-1 1 0 16,1 2 128-16,1-1 48 0,-2 4 0 0,0-3 0 15,0 2-304-15,-2 0-48 0,1 2-16 0,-2 2 0 16,1-1-384-16,-2 1-64 0,1 2-32 0,-2 1 0 15,-1 0 48-15,-2 2 16 0,2 0 0 0,0 4 0 16,1 0 160-16,-1 3 48 0,1 0 0 0,1 0 0 16,3 0-240-16,-1-1-64 0,4-1 0 0,0-1 0 15,2-4-160-15,1 0-32 0,0 2-16 0,2-2 0 16,0 1-240-16,2-1 144 0,0-1-144 0,1 4 128 0,1-3 112 16,3 2 16-16,0 1 0 0,3-3 0 0,0 1 48 15,2-4 16-15,-1 4 0 0,2-6 0 0,0 2-320 16,1-2 160-16,0 2-160 0,2-3 128 0,-1 0-128 15,2 1 0-15,-1-1 0 0,1-3 128 0,2 0 64 0,-1 1 16 16,1-4 0-16,-1 0 0 0,1 1-16 0,-1-2-16 16,0-3 0-16,-2 1 0 0,1-3-176 0,-3 3 0 15,-1-2 144-15,-2 0-144 0,0 0 128 0,-2 1-128 16,-1 1 128-16,-1 0-128 0,-2 0 0 0,-1 2 0 16,2 1 0-16,-3 0 0 0,0 0 0 0,0 0 0 15,-1 0 0-15,-2 0 0 0,1 1 0 0,-1 2 0 16,3-3 0-16,0 0-128 15,0 0-576-15,0 0-96 0</inkml:trace>
  <inkml:trace contextRef="#ctx0" brushRef="#br0" timeOffset="68317.83">9751 16162 1839 0,'-5'-5'160'0,"3"4"-160"0,0-2 0 0,0 0 0 0,1 0 656 0,0 2 112 16,0-1 0-16,-1-2 16 0,1-2 368 0,-1-3 80 15,0-1 16-15,0-2 0 0,1 2 32 0,-1 1 16 16,1 3 0-16,0 2 0 0,0 1 176 0,0 3 16 16,-1 3 16-16,0 4 0 0,1 5-400 0,-1 4-80 15,1 3 0-15,-1 3-16 0,0 4-144 0,0 1-32 16,1 0 0-16,-2 0 0 0,2-2-432 0,0 1-80 16,0 3-32-16,-1-1 0 0,1 0 0 0,0-3 0 15,0 1 0-15,2-6 0 0,-2-2 160 0,1-3 16 16,0-5 16-16,1-4 0 0,0-2-480 0,0-6 0 15</inkml:trace>
  <inkml:trace contextRef="#ctx0" brushRef="#br0" timeOffset="68785.07">9353 16685 11967 0,'0'3'1072'0,"0"-3"-864"16,2 0-208-16,-1 0 0 0,0 0 816 0,1-3 112 16,1 2 32-16,1-1 0 0,3-1 496 0,0-2 96 15,3-1 32-15,0-3 0 0,1-1-208 0,-1 0-32 0,0 4-16 0,0-5 0 16,2 4-1024-16,0 1-304 0,-3-1 128 0,3 4-11680 16</inkml:trace>
  <inkml:trace contextRef="#ctx0" brushRef="#br0" timeOffset="69416.92">9395 17224 7359 0,'0'0'656'0,"0"0"-528"0,2 0-128 0,-1 0 0 15,1 2 960-15,1-2 176 0,2 2 16 0,1-2 16 16,4 0 368-16,5 3 80 0,4 0 16 0,1-3 0 16,1 3-592-16,0-3-112 0,-1 1-32 0,-1-1 0 15,-2 0-400-15,-1 0-96 0,-4 0-16 0,-1 2 0 16,-1-2-384-16,-2 0 0 0,-2 0 0 0,-1 0 0 16,-1 0 0-16,-3 2 0 0,0 0 0 0,-2 1 0 15,0-2 0-15,-3 1 0 0,0 2-224 0,-2-1 80 16,0-1 144-16,-3-1-128 0,-1 2 128 0,-1-3-128 15,0 0 128-15,0 0 0 0,0-3 128 0,-2 2-128 0,2-1 176 0,0-2-48 16,1-1 0-16,3 1 0 0,1 0 416 0,2 2 80 16,3 1 16-16,1-2 0 0,3 1 272 0,2 1 64 15,3 1 16-15,0 0 0 0,2 0-560 0,1 1-112 16,2 1-32-16,-1-2 0 0,1 3-288 0,-1-3 0 16,0 1 0-16,-1-1 0 0,0-1 0 0,1-2 0 15,0 0-192-15,-2-2-12608 16</inkml:trace>
  <inkml:trace contextRef="#ctx1" brushRef="#br0">21412 17234 0,'0'0'0,"0"0"15,0 0 1,0 0 0,0 0-1,-53-2 1,39 1-1,0 1 1,0-3 0,0 3-1,2 4 1,5 1 0,-1 5-1,6-9 1,-1-2-1</inkml:trace>
  <inkml:trace contextRef="#ctx0" brushRef="#br0" timeOffset="77122.94">14961 16247 18431 0,'-6'2'1632'16,"0"-2"-1312"-16,2 0-320 0,1 0 0 15,2 2 1296-15,-2-2 192 0,-4 0 48 0,-3 3 0 16,-2-3 128-16,-2 1 48 0,6 1 0 0,2-2 0 16,6-2-320-16,5-2-64 0,4 0-16 0,8-2 0 15,4 0-208-15,3-3-32 0,4 2-16 0,0-4 0 16,3 3-496-16,-3-1-112 0,0 2 0 0,-6 2-16 0,-4 4-224 0,-3 2-32 16,-4 6-16-16,-3 4 0 0,-3 6-160 0,-4 4 160 15,-2 3-160-15,-1-1 160 0,-1-3-160 0,-2 6 0 16,-3 11-160-16,0 7 160 0,-2 3 0 0,1 2 0 15,2-6 0-15,1-5 0 0,1-7 0 0,2-5 0 16,3-4 208-16,0-9-64 0,3-3 16 0,0-4 0 16,2-6 0-16,1 0 0 0,1-6-160 0,-1-2 0 15,0-3 0-15,3-2-18624 0</inkml:trace>
  <inkml:trace contextRef="#ctx0" brushRef="#br0" timeOffset="77287.82">15212 15875 27647 0,'-2'3'1216'0,"0"-3"256"0,1 3-1168 0,1 1-304 0,0 1 0 0,0-1 0 15,0 2 1248-15,1 6 192 0,1 8 32 0,1 11 16 16,1 4-464-16,1 4-112 0,0-2-16 0,1 0 0 16,3-2-896-16,-1-5 0 0,2 1 0 0,0-3 0 15</inkml:trace>
  <inkml:trace contextRef="#ctx0" brushRef="#br0" timeOffset="77637.91">15463 16469 18431 0,'1'-6'816'0,"-1"3"160"0,2 3-784 0,-1-2-192 15,-1 2 0-15,0 2 0 0,1 1 1984 0,0 3 368 16,0 6 64-16,-1 6 16 0,-1 6-32 0,-1 1 0 15,-2 1 0-15,-1 0 0 0,-1-1-1328 0,0-1-272 16,0-4-48-16,-1 1-16 0,2-5-144 0,2-3-16 16,0-3-16-16,3-4 0 0,3-4-224 0,0-2-32 15,4-1-16-15,1-3 0 0,3-2-16 0,2 0 0 16,3-2 0-16,2 2 0 0,3 0-272 0,2 0 0 16,0 3 0-16,-1 3 0 0,-1 3 0 0,-3 3 0 15,-1 4 0-15,-2-1 0 0,-3 1 144 0,-1 2-144 16,-2 0 0-16,-3 1 144 0,-2 0-144 0,-3 0 0 0,-1 0 0 15,-4 3-176-15,0 2 176 0,-4-2 0 0,-1 2 0 0,-2 0 0 16,-1 0 0-16,-2 1 0 0,0-6 0 0,-3 0 0 16,1-5 0-16,0-4 0 0,1-4 0 0,2-7 0 15,3 0 0-15,0-8 0 0,3-1 0 0,3-6 0 32,1 0-512-32,6-3-32 0</inkml:trace>
  <inkml:trace contextRef="#ctx0" brushRef="#br0" timeOffset="77833.8">15787 16379 25791 0,'12'2'1152'0,"-4"-2"224"15,0 0-1104-15,0 0-272 0,-3 2 0 0,-1-2 0 16,2 2 1680-16,2 0 288 0,7 2 48 0,5 2 16 16,4 0-80-16,1 3-16 0,4-3 0 0,-3-2 0 0,0 0-1168 15,-1-2-224-15,-3 2-48 0,-4-4-16 0,0 0-352 0,-3 2-128 16,-4 4 0-16,-1-2 144 0,-4-1-352 0,-1-3-80 15,-3-3-16-15,-2 3-18064 16</inkml:trace>
  <inkml:trace contextRef="#ctx0" brushRef="#br0" timeOffset="79633.92">16488 16271 6447 0,'-1'-1'576'16,"0"-2"-576"-16,-1 3 0 0,1 0 0 0,1 0 944 0,-1 0 80 15,1 0 0-15,-1 0 16 0,0 0 112 0,-2 0 32 16,1 0 0-16,2 0 0 0,0 0 288 0,0 0 64 16,0 0 16-16,0 0 0 0,0 0 0 0,0 0 0 15,0 0 0-15,0 0 0 0,0 0-80 0,0 0-32 16,0 0 0-16,0 0 0 0,0 0-224 0,0 0-32 15,0 0-16-15,0 0 0 0,0 0-384 0,0 0-80 16,0 0 0-16,12 20-16 0,-6-17-208 0,3-1-32 16,-1-2-16-16,4 1 0 0,-1 2-32 0,2-3 0 15,1 0 0-15,-1 2 0 0,1-2-128 0,-2 0-16 0,0 1-16 16,-1 2 0-16,-3 1-112 0,0-2 0 0,-2 2-128 0,0-1 192 16,-2 4-192-16,0-1 128 0,-2 3-128 0,-1-1 0 15,1 3 128-15,-1 4-128 0,-1 1 0 0,-1 3 0 16,-1-1 0-16,0 6 0 0,-1 3 0 0,1 1 0 15,-2 5 0-15,0-5 0 0,1-2 0 0,0-1 0 16,1-3 0-16,-1-3 0 0,2-6 0 0,0-3 0 16,1-4 0-16,0-3 0 0,1-1 0 0,2-4 0 15,-1-2-624-15,2-5-64 0,-1 2-16 16,1-4-17200-16</inkml:trace>
  <inkml:trace contextRef="#ctx0" brushRef="#br0" timeOffset="79800.03">16705 16068 19343 0,'-8'-13'848'0,"4"6"192"0,1 2-832 0,0 2-208 16,2 3 0-16,0 0 0 0,1 0 1552 0,-1 2 272 15,-1 2 48-15,1 2 16 0,0 6 192 0,1 2 32 16,0 2 16-16,0 3 0 0,1-1-912 0,0 2-192 16,3 1-48-16,-2-1 0 0,3 1-784 0,0-3-192 15,2 0 0-15,0-2-16576 0</inkml:trace>
  <inkml:trace contextRef="#ctx0" brushRef="#br0" timeOffset="80200.8">16985 16511 14735 0,'-1'-1'1312'0,"0"-2"-1056"0,0 1-256 0,-1 0 0 16,1 2 2016-16,0-4 352 0,-4 0 64 0,0-2 0 15,-2-4 464-15,-3 4 96 0,-3-1 16 0,1 4 0 16,0 3-1536-16,-2 6-288 0,0 1-64 0,1 6-16 16,-1 5-400-16,2 4-96 0,-1 1-16 0,1 3 0 15,2 1-272-15,1-1-48 0,3 0-16 0,1-3 0 16,3 0 0-16,2-4-16 0,1-5 0 0,4-3 0 15,1-5-240-15,2-6 128 0,2-2-128 0,1-4 0 0,4-8 0 0,-1-1 0 16,2-3 0-16,2-1 0 0,-1-1 0 16,0-2 0-16,1-3 0 0,-2 5 0 0,-1 2-128 0,-2 4 128 15,0 6 0-15,-2 4 0 0,-1 10 0 0,-2 2 0 16,1 6 0-16,-2 4 0 0,0-1 0 0,-1 0 0 16,-1 1 0-16,0 1 0 0,0 0 0 0,-2 0 0 15,1 0 0-15,1-5 0 0,0-2 0 0,0-1 0 16,1-1 0-16,1 0 0 0,0-1 0 0,-1-5-128 15,0-4 128-15,-2-7-12560 16,1 1-2400-16</inkml:trace>
  <inkml:trace contextRef="#ctx0" brushRef="#br0" timeOffset="80466.99">17291 16160 25791 0,'3'2'2304'0,"2"2"-1856"0,-1-2-448 0,-3 2 0 16,2-1 1728-16,0 0 240 0,5 7 48 0,2 4 16 15,3 4 16-15,2 7 16 0,-2-3 0 0,-5 7 0 16,0-1-1232-16,-3 7-240 0,-4 6-48 0,-2 6-16 16,-4 3-288-16,-2 1-64 0,-1-9-16 0,-2-1 0 15,0-7-16-15,-2-3 0 0,-1-1 0 0,1-5 0 16,0-7-144-16,0-4 0 0,3-4-160 0,-3-4 160 15,4-1-128-15,-2-5 128 0,2 0 0 0,0-5-144 16,0 1-960-16,0-2-192 0</inkml:trace>
  <inkml:trace contextRef="#ctx0" brushRef="#br0" timeOffset="80934.1">17702 16353 27647 0,'0'-3'2448'16,"2"2"-1952"-16,-1 1-496 0,-1 0 0 0,0 0 1152 0,0 0 128 15,1 0 16-15,2 0 16 0,-1 1 128 0,1 2 32 16,0-3 0-16,-3 0 0 0,0 0-672 0,0 0-128 16,0 0-32-16,14 16 0 0,-12-13-512 0,0 2-128 15,-1 1 0-15,0-2-11840 16,0 2-2352-16</inkml:trace>
  <inkml:trace contextRef="#ctx0" brushRef="#br0" timeOffset="81266.42">17945 16135 24879 0,'6'0'1088'0,"-2"2"256"0,-1-2-1088 0,1 3-256 0,-1-2 0 0,-1 2 0 16,2 0 1344-16,1 3 192 0,2 1 64 0,2 3 0 16,2 2 112-16,-2 3 16 0,-2 1 16 0,-2-3 0 15,-1 4-1008-15,-3-1-208 0,-2 1-32 0,-1-1-16 16,-1 3-480-16,-2-3 0 0,0 1 0 0,0 4 0 16,1-1 0-16,0 1 0 0,2 1 0 0,2-3 0 15,4 0 464-15,2-4 112 0,1-1 0 0,3-4 16 16,1-2-16-16,2-4-16 0,-2 2 0 0,1-3 0 15,-1-3-256-15,0 1-48 0,-1 1-16 0,-1 1 0 16,0 4-240-16,-3 3 144 0,-1 1-144 0,-2-1 128 0,-1 0-128 16,-4 2 0-16,-1-2 0 0,-2 3 0 15,-4 0 0-15,-3 2 0 0,-2 1 0 0,-4-1 0 0,-2 1 0 0,-2 0-144 16,1 0 144-16,-3-1-19424 16</inkml:trace>
  <inkml:trace contextRef="#ctx0" brushRef="#br0" timeOffset="81667.73">18467 16282 32255 0,'-2'1'2864'15,"2"2"-2288"-15,0-3-576 0,2 1 0 16,0 0 1216-16,1-1 144 0,0 2 32 0,5 0 0 16,3-1-288-16,6 2-48 0,5-3-16 0,3 0 0 15,2 0-576-15,1 0-112 0,-1-4-32 0,-2 2 0 0,-2-1-176 0,-2-1-144 16,-1 3 192-16,-2-4-192 0,0 1 0 0,-2 1 0 16,-1 0 0-16,-4 1-12544 15,-1 1-2528-15</inkml:trace>
  <inkml:trace contextRef="#ctx0" brushRef="#br0" timeOffset="81851.02">18410 16580 31327 0,'1'3'2784'0,"0"0"-2224"15,2 0-560-15,-1-2 0 0,2-1 960 0,1 2 64 16,4 0 32-16,5 0 0 0,7 2-736 0,8-4-128 0,4-1-48 0,1 1 0 15,-1-3 368-15,-1-1 64 0,-1-2 0 0,-1-4 16 16,-3 2-592-16,-1-2 0 0</inkml:trace>
  <inkml:trace contextRef="#ctx0" brushRef="#br0" timeOffset="82149.98">19200 16391 29487 0,'1'21'1296'0,"-1"-11"288"15,0 2-1264-15,1-2-320 0,-1 0 0 0,2-1 0 0,-1 1 896 0,0 8 128 16,2 11 32-16,0 6 0 0,3 5 752 0,2-4 160 16,1-5 16-16,2-5 16 0,2-8-1104 0,2-5-240 15,4-7-32-15,0-9-16 0,6-3-256 0,-3-6-48 16,2-4-16-16,-2-7 0 0,2-5 48 0,-2-7 16 15,0-3 0-15,-3-3 0 0,-6 7-144 0,0 1-16 16,-5 1-16-16,-1-1 0 0,-6 4-48 0,-5 4 0 16,-3 0 0-16,-4 5 0 0,-6 4-128 0,-1 4 128 15,-3 2-128-15,0 7 128 0,-3 3-128 0,1 6 0 16,-3 4 0-16,1 3 0 0,-1 3-432 0,0 6 48 16</inkml:trace>
  <inkml:trace contextRef="#ctx0" brushRef="#br0" timeOffset="84234.54">2074 17333 11967 0,'-3'-6'1072'0,"1"1"-864"16,1 0-208-16,-1 4 0 0,2 1 1088 0,-1-5 192 16,-1 1 16-16,-3-6 16 0,-3 0 416 0,1 2 64 0,1 2 32 0,-2 3 0 15,2 6-16-15,1 5 0 0,1 6 0 0,2 11 0 16,2 9-448-16,1 11-80 0,0 14-32 0,2 8 0 16,-1 6-336-16,-2 0-64 0,2-4-16 0,-4 4 0 15,2 9-448-15,-2-2-80 0,1 4-32 0,-2-15 0 16,2-11-128-16,1-11-16 0,1-12-128 0,0-9 192 15,3-7-192-15,0-7-192 0,1-5 48 0,0-2 0 16,0-5 144-16,-2-5-192 0,2-2 192 0,0-5-16944 16</inkml:trace>
  <inkml:trace contextRef="#ctx0" brushRef="#br0" timeOffset="84485.15">2326 17623 28559 0,'-17'0'2544'0,"3"0"-2032"16,0 3-512-16,5 0 0 0,2-2 384 0,2 1 0 16,-3 5-16-16,-6-1 0 0,-1 4-368 0,-13 8 0 15,-6 8 0-15,4-1 0 0,1 3 0 0,3-2 0 16,4 3-160-16,3-1 160 0,3 1 544 0,5-3 224 16,4 2 32-16,4 1 16 0,3-2 464 0,3-1 80 15,3-2 32-15,3-1 0 0,0-3-624 0,4-2-112 16,-1-3-16-16,2-2-16 0,1 0-416 0,1-4-80 15,0-2 0-15,1-1-128 0,2-3 176 0,0 0-176 16,1-3 160-16,1 0-160 0,-1-2 0 0,0-2 0 0,1 0-176 16,0-1 176-16,-3 1-432 0,0-5 48 0</inkml:trace>
  <inkml:trace contextRef="#ctx0" brushRef="#br0" timeOffset="84833.86">2530 17683 36863 0,'-5'-6'1632'0,"3"4"336"15,0 2-1584-15,1 2-384 0,1-2 0 0,1 2 0 0,2 5 208 0,-1 4-32 16,2 7-16-16,1 11 0 0,0 8-160 0,-1 4 0 15,-2 4 0-15,1 5 0 0,-2 1 0 0,0-3 0 16,1-1 0-16,1-9 0 0,2-3 176 0,1-4 144 16,1-7 48-16,2-8 0 0,1-6 320 0,-1-3 64 15,-1-7 16-15,0-4 0 0,0-2-224 0,1-7-32 16,0-3-16-16,-2-2 0 0,2-7-128 0,1-4-32 16,-2-1 0-16,2-4 0 0,1 1-336 0,-2-3 0 15,3-2 0-15,2 3 128 0,-2 4-128 0,1 3 0 16,0 2 0-16,2 1-128 15,1 6-240-15,-1 3-32 0,0 4-16 0,1-2-18832 0</inkml:trace>
  <inkml:trace contextRef="#ctx0" brushRef="#br0" timeOffset="85134.23">3163 17453 33167 0,'-2'10'1472'0,"0"-4"304"0,2 3-1424 0,0 0-352 0,0-3 0 0,0 1 0 16,2 3 368-16,-1 9 0 0,1 12 0 0,-2 9 0 15,2 9-80-15,-4-2-16 0,-1 0 0 0,-2-2 0 16,0 0-144-16,0-2-128 0,0 2 192 0,1-5-192 16,0 1 256-16,3-5-64 0,1-5-16 0,1 0 0 15,6-1 656-15,0-6 128 0,0-8 16 0,3-3 16 0,0-7-384 16,3-4-80-16,0-2-16 0,3 0 0 0,3-2-96 15,1-2-32-15,2 2 0 0,1-2 0 0,2 2-96 0,0-2-32 16,0 4 0-16,1-3 0 0,-1 0-256 0,1 3 0 16,-1-4 0-16,-3 1 0 0,-2 0-192 0,-2-2 16 15,-1 1 0-15,-4-2-19232 16</inkml:trace>
  <inkml:trace contextRef="#ctx0" brushRef="#br0" timeOffset="85549.78">4217 17730 27647 0,'2'-5'2448'0,"1"1"-1952"0,-1-2-496 0,-1 5 0 16,1-4-160-16,0-1-128 0,3-6-32 0,1-6 0 16,-1-4 1696-16,-1 1 336 0,-5 5 64 0,-6 4 16 15,-4 4-1104-15,-4 6-224 0,-2 5-32 0,-3 6-16 0,-2 5 240 0,-1 4 48 16,-2 4 16-16,0 6 0 0,-1 4-464 0,3 0-80 15,-1 3-32-15,3-1 0 0,4-2 256 0,2 5 48 16,1 5 16-16,6 2 0 0,2 0-32 0,4-8-16 16,5-1 0-16,3-7 0 0,3-3-416 0,3-7 128 15,3-1-128-15,2-9 0 0,2 0 0 0,0-6 0 16,2-1 0-16,2 2 0 0,-1 3 0 0,1-4 0 16,1-2 0-16,-1-4 0 15,0 0-1248-15,0-4-176 0,3 3-48 0,-2-1-15120 0</inkml:trace>
  <inkml:trace contextRef="#ctx0" brushRef="#br0" timeOffset="85784.12">4805 18085 35935 0,'4'9'3200'0,"-3"-3"-2560"0,2 0-512 0,-1-2-128 16,1-1 512-16,-2 0 96 0,3 1 16 0,0-1 0 15,3 6-112-15,0 1 0 0,1-1-16 0,-4-3 0 16,0-3-1200-16,-3-3-256 0,-1 0-32 0,-1-2-15776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7047" cy="34154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9994" y="0"/>
            <a:ext cx="4307047" cy="34154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53F8F5-CBA8-4926-844A-B4EC1895904A}" type="datetimeFigureOut">
              <a:rPr lang="zh-CN" altLang="en-US" smtClean="0"/>
              <a:pPr/>
              <a:t>2024/9/6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27350" y="850900"/>
            <a:ext cx="4084638" cy="2297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3934" y="3275965"/>
            <a:ext cx="7951470" cy="268033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6465660"/>
            <a:ext cx="4307047" cy="34154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9994" y="6465660"/>
            <a:ext cx="4307047" cy="34154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80CB0A-298F-446B-BA93-C8C2997B1AE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4942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80CB0A-298F-446B-BA93-C8C2997B1AE0}" type="slidenum">
              <a:rPr lang="zh-CN" altLang="en-US" smtClean="0"/>
              <a:pPr/>
              <a:t>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53395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Example: applying basic laws (KCL, KVL, Ohm’s law) to directly solve a circuit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0CB0A-298F-446B-BA93-C8C2997B1AE0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91521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C6F12FD1-9C22-403C-A366-5DC23E85B3EF}" type="slidenum">
              <a:rPr lang="en-US" altLang="en-US"/>
              <a:pPr eaLnBrk="1" hangingPunct="1"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Nodal analysis applies to any circuit; while mesh only to planar circuits.</a:t>
            </a:r>
            <a:r>
              <a:rPr lang="en-US" alt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Computational circuit analysis using PSpice </a:t>
            </a: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Simulation Program with Integrated Circuit Emphasis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also requires </a:t>
            </a:r>
            <a:r>
              <a:rPr lang="en-US" altLang="en-US" sz="1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fundamentals</a:t>
            </a: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See also the user forum: </a:t>
            </a:r>
            <a:r>
              <a:rPr lang="en-US" alt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www.pspice.com</a:t>
            </a:r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82548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80CB0A-298F-446B-BA93-C8C2997B1AE0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79632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Number of meshes: b-(n-1)</a:t>
            </a:r>
            <a:r>
              <a:rPr lang="en-US" altLang="zh-CN"/>
              <a:t>=</a:t>
            </a:r>
            <a:r>
              <a:rPr lang="en-GB"/>
              <a:t>b</a:t>
            </a:r>
            <a:r>
              <a:rPr lang="en-GB" dirty="0" err="1"/>
              <a:t>_e</a:t>
            </a:r>
            <a:r>
              <a:rPr lang="en-GB" dirty="0"/>
              <a:t>-(n_e-1). The number of unknown is </a:t>
            </a:r>
            <a:r>
              <a:rPr lang="en-GB" dirty="0" err="1"/>
              <a:t>b_e</a:t>
            </a:r>
            <a:r>
              <a:rPr lang="en-GB" dirty="0"/>
              <a:t> (implying the number of independent equations is </a:t>
            </a:r>
            <a:r>
              <a:rPr lang="en-GB" dirty="0" err="1"/>
              <a:t>b_e</a:t>
            </a:r>
            <a:r>
              <a:rPr lang="en-GB" dirty="0"/>
              <a:t>); the number of independent KCL equations is n_e-1; the number of independent KVL equations is </a:t>
            </a:r>
            <a:r>
              <a:rPr lang="en-GB" altLang="zh-CN" dirty="0" err="1"/>
              <a:t>b_e</a:t>
            </a:r>
            <a:r>
              <a:rPr lang="en-GB" altLang="zh-CN" dirty="0"/>
              <a:t>-(n_e-1).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80CB0A-298F-446B-BA93-C8C2997B1AE0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67030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C6F12FD1-9C22-403C-A366-5DC23E85B3EF}" type="slidenum">
              <a:rPr lang="en-US" altLang="en-US"/>
              <a:pPr eaLnBrk="1" hangingPunct="1"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81662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Common ground and Ground both can be used to represent the real ground. (b) is </a:t>
            </a:r>
            <a:r>
              <a:rPr lang="en-US" altLang="zh-CN"/>
              <a:t>more commonly used.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0CB0A-298F-446B-BA93-C8C2997B1AE0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3698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actually a restatement of Ohm’s law: when current flows through a resistor, voltage drops.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0CB0A-298F-446B-BA93-C8C2997B1AE0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40443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A0BE758-68A2-452A-AD9A-FBAC7B00A129}" type="slidenum">
              <a:rPr lang="en-US" altLang="en-US"/>
              <a:pPr eaLnBrk="1" hangingPunct="1">
                <a:spcBef>
                  <a:spcPct val="0"/>
                </a:spcBef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79789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7855BB1E-A49F-4E9E-83A0-9053DDA7960D}" type="slidenum">
              <a:rPr lang="en-US" altLang="en-US"/>
              <a:pPr eaLnBrk="1" hangingPunct="1">
                <a:spcBef>
                  <a:spcPct val="0"/>
                </a:spcBef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53509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C49A1AF-3B2E-435A-8903-9F2BBA4D2A2B}" type="slidenum">
              <a:rPr lang="en-US" altLang="en-US"/>
              <a:pPr eaLnBrk="1" hangingPunct="1">
                <a:spcBef>
                  <a:spcPct val="0"/>
                </a:spcBef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94877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CBECD4B8-6812-4695-91C8-4C2CF4659447}" type="slidenum">
              <a:rPr lang="en-US" altLang="en-US"/>
              <a:pPr eaLnBrk="1" hangingPunct="1">
                <a:spcBef>
                  <a:spcPct val="0"/>
                </a:spcBef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05703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C6F12FD1-9C22-403C-A366-5DC23E85B3EF}" type="slidenum">
              <a:rPr lang="en-US" altLang="en-US"/>
              <a:pPr eaLnBrk="1" hangingPunct="1">
                <a:spcBef>
                  <a:spcPct val="0"/>
                </a:spcBef>
              </a:pPr>
              <a:t>30</a:t>
            </a:fld>
            <a:endParaRPr lang="en-US" altLang="en-US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Nodal analysis applies to any circuit; while mesh only to planar circuits.</a:t>
            </a:r>
            <a:r>
              <a:rPr lang="en-US" alt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Computational circuit analysis using </a:t>
            </a:r>
            <a:r>
              <a:rPr lang="en-US" altLang="en-US" sz="1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PSpice</a:t>
            </a:r>
            <a:r>
              <a:rPr lang="en-US" alt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Simulation Program with Integrated Circuit Emphasis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will also be introduced here</a:t>
            </a: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See also the user forum: www.pspice.com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95037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FF1DE995-E3FE-4871-97DE-2410DC5E87F1}" type="slidenum">
              <a:rPr lang="en-US" altLang="en-US"/>
              <a:pPr eaLnBrk="1" hangingPunct="1">
                <a:spcBef>
                  <a:spcPct val="0"/>
                </a:spcBef>
              </a:pPr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52202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z="1200" dirty="0"/>
              <a:t>Note: the outer loop is considered as a mesh from the </a:t>
            </a:r>
            <a:r>
              <a:rPr lang="en-US" altLang="en-US" sz="1200" dirty="0" err="1"/>
              <a:t>mappable</a:t>
            </a:r>
            <a:r>
              <a:rPr lang="en-US" altLang="en-US" sz="1200" dirty="0"/>
              <a:t> point of view.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22442161-3477-44D5-94C2-551F710ED745}" type="slidenum">
              <a:rPr lang="en-US" altLang="en-US"/>
              <a:pPr eaLnBrk="1" hangingPunct="1">
                <a:spcBef>
                  <a:spcPct val="0"/>
                </a:spcBef>
              </a:pPr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02267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7A4594B8-8859-4B5B-A5A0-5B7D332A7BB2}" type="slidenum">
              <a:rPr lang="en-US" altLang="en-US"/>
              <a:pPr eaLnBrk="1" hangingPunct="1">
                <a:spcBef>
                  <a:spcPct val="0"/>
                </a:spcBef>
              </a:pPr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07618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CD6C77B3-4268-4188-B1D7-F1DF3F95C361}" type="slidenum">
              <a:rPr lang="en-US" altLang="en-US"/>
              <a:pPr eaLnBrk="1" hangingPunct="1">
                <a:spcBef>
                  <a:spcPct val="0"/>
                </a:spcBef>
              </a:pPr>
              <a:t>39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17772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76897E58-736F-44E0-B0CB-0C7B21A537CA}" type="slidenum">
              <a:rPr lang="en-US" altLang="en-US"/>
              <a:pPr eaLnBrk="1" hangingPunct="1">
                <a:spcBef>
                  <a:spcPct val="0"/>
                </a:spcBef>
              </a:pPr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98756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CC216D2A-8B58-4304-B045-7190594C36FB}" type="slidenum">
              <a:rPr lang="en-US" altLang="en-US"/>
              <a:pPr eaLnBrk="1" hangingPunct="1">
                <a:spcBef>
                  <a:spcPct val="0"/>
                </a:spcBef>
              </a:pPr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10000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C6F12FD1-9C22-403C-A366-5DC23E85B3EF}" type="slidenum">
              <a:rPr lang="en-US" altLang="en-US"/>
              <a:pPr eaLnBrk="1" hangingPunct="1">
                <a:spcBef>
                  <a:spcPct val="0"/>
                </a:spcBef>
              </a:pPr>
              <a:t>45</a:t>
            </a:fld>
            <a:endParaRPr lang="en-US" altLang="en-US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Nodal analysis applies to any circuit; while mesh only to planar circuits.</a:t>
            </a:r>
            <a:r>
              <a:rPr lang="en-US" alt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Computational circuit analysis using </a:t>
            </a:r>
            <a:r>
              <a:rPr lang="en-US" altLang="en-US" sz="1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PSpice</a:t>
            </a:r>
            <a:r>
              <a:rPr lang="en-US" alt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Simulation Program with Integrated Circuit Emphasis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en-US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will also be introduced here</a:t>
            </a: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See also the user forum: www.pspice.com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316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9/4/2016</a:t>
            </a:r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#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8050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9/4/2016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#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solidFill>
                  <a:srgbClr val="000000"/>
                </a:solidFill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pic>
        <p:nvPicPr>
          <p:cNvPr id="7" name="Picture 17" descr="Culogo"/>
          <p:cNvPicPr>
            <a:picLocks noChangeAspect="1" noChangeArrowheads="1" noCrop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" y="80953"/>
            <a:ext cx="804672" cy="54083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29301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9/4/2016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#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5105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9/4/2016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#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1509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9/4/2016</a:t>
            </a:r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#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7498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9/4/2016</a:t>
            </a:r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#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1882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9/4/2016</a:t>
            </a:r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#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7519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9/4/2016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#</a:t>
            </a:r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8263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9/4/2016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#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9666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9/4/2016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#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9615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9/4/2016</a:t>
            </a:r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#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3C714-204C-4CF7-A5E3-73543894AB0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089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9/4/2016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#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 dirty="0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76698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customXml" Target="../ink/ink2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customXml" Target="../ink/ink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wmf"/><Relationship Id="rId4" Type="http://schemas.openxmlformats.org/officeDocument/2006/relationships/oleObject" Target="../embeddings/oleObject1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jpeg"/><Relationship Id="rId4" Type="http://schemas.openxmlformats.org/officeDocument/2006/relationships/image" Target="../media/image25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oleObject" Target="../embeddings/oleObject3.bin"/><Relationship Id="rId7" Type="http://schemas.openxmlformats.org/officeDocument/2006/relationships/image" Target="../media/image2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wmf"/><Relationship Id="rId11" Type="http://schemas.openxmlformats.org/officeDocument/2006/relationships/image" Target="../media/image30.png"/><Relationship Id="rId5" Type="http://schemas.openxmlformats.org/officeDocument/2006/relationships/oleObject" Target="../embeddings/oleObject4.bin"/><Relationship Id="rId10" Type="http://schemas.openxmlformats.org/officeDocument/2006/relationships/customXml" Target="../ink/ink4.xml"/><Relationship Id="rId4" Type="http://schemas.openxmlformats.org/officeDocument/2006/relationships/image" Target="../media/image27.wmf"/><Relationship Id="rId9" Type="http://schemas.openxmlformats.org/officeDocument/2006/relationships/image" Target="../media/image29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35.wmf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w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0" Type="http://schemas.openxmlformats.org/officeDocument/2006/relationships/image" Target="../media/image34.wmf"/><Relationship Id="rId4" Type="http://schemas.openxmlformats.org/officeDocument/2006/relationships/image" Target="../media/image32.wmf"/><Relationship Id="rId9" Type="http://schemas.openxmlformats.org/officeDocument/2006/relationships/oleObject" Target="../embeddings/oleObject9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7.wmf"/><Relationship Id="rId7" Type="http://schemas.openxmlformats.org/officeDocument/2006/relationships/image" Target="../media/image39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38.wmf"/><Relationship Id="rId4" Type="http://schemas.openxmlformats.org/officeDocument/2006/relationships/oleObject" Target="../embeddings/oleObject12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40.wmf"/><Relationship Id="rId7" Type="http://schemas.openxmlformats.org/officeDocument/2006/relationships/image" Target="../media/image42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41.wmf"/><Relationship Id="rId4" Type="http://schemas.openxmlformats.org/officeDocument/2006/relationships/oleObject" Target="../embeddings/oleObject15.bin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jpeg"/><Relationship Id="rId3" Type="http://schemas.openxmlformats.org/officeDocument/2006/relationships/image" Target="../media/image45.wmf"/><Relationship Id="rId7" Type="http://schemas.openxmlformats.org/officeDocument/2006/relationships/image" Target="../media/image47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46.wmf"/><Relationship Id="rId4" Type="http://schemas.openxmlformats.org/officeDocument/2006/relationships/oleObject" Target="../embeddings/oleObject18.bin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oleObject" Target="../embeddings/oleObject20.bin"/><Relationship Id="rId7" Type="http://schemas.openxmlformats.org/officeDocument/2006/relationships/image" Target="../media/image56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55.jpeg"/><Relationship Id="rId4" Type="http://schemas.openxmlformats.org/officeDocument/2006/relationships/image" Target="../media/image54.wmf"/><Relationship Id="rId9" Type="http://schemas.openxmlformats.org/officeDocument/2006/relationships/image" Target="../media/image5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customXml" Target="../ink/ink6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8.wmf"/><Relationship Id="rId7" Type="http://schemas.openxmlformats.org/officeDocument/2006/relationships/image" Target="../media/image60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59.wmf"/><Relationship Id="rId10" Type="http://schemas.openxmlformats.org/officeDocument/2006/relationships/image" Target="../media/image64.png"/><Relationship Id="rId4" Type="http://schemas.openxmlformats.org/officeDocument/2006/relationships/oleObject" Target="../embeddings/oleObject23.bin"/><Relationship Id="rId9" Type="http://schemas.openxmlformats.org/officeDocument/2006/relationships/customXml" Target="../ink/ink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png"/><Relationship Id="rId4" Type="http://schemas.openxmlformats.org/officeDocument/2006/relationships/customXml" Target="../ink/ink8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wmf"/><Relationship Id="rId11" Type="http://schemas.openxmlformats.org/officeDocument/2006/relationships/image" Target="../media/image70.png"/><Relationship Id="rId5" Type="http://schemas.openxmlformats.org/officeDocument/2006/relationships/oleObject" Target="../embeddings/oleObject26.bin"/><Relationship Id="rId10" Type="http://schemas.openxmlformats.org/officeDocument/2006/relationships/customXml" Target="../ink/ink9.xml"/><Relationship Id="rId4" Type="http://schemas.openxmlformats.org/officeDocument/2006/relationships/image" Target="../media/image63.wmf"/><Relationship Id="rId9" Type="http://schemas.openxmlformats.org/officeDocument/2006/relationships/image" Target="../media/image62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7.png"/><Relationship Id="rId4" Type="http://schemas.openxmlformats.org/officeDocument/2006/relationships/customXml" Target="../ink/ink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71.jpe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wmf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74.emf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F04565-2698-3A41-93C0-EF86E69363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031"/>
            <a:ext cx="4537300" cy="1017918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1524000" y="1038284"/>
            <a:ext cx="9144000" cy="1306710"/>
          </a:xfrm>
        </p:spPr>
        <p:txBody>
          <a:bodyPr>
            <a:normAutofit/>
          </a:bodyPr>
          <a:lstStyle/>
          <a:p>
            <a:r>
              <a:rPr lang="en-US" altLang="zh-CN" sz="4000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ECE 2001 Basic Circuit Theory</a:t>
            </a:r>
            <a:endParaRPr lang="zh-CN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1066800" y="2861186"/>
            <a:ext cx="10058400" cy="2480699"/>
          </a:xfrm>
        </p:spPr>
        <p:txBody>
          <a:bodyPr>
            <a:normAutofit/>
          </a:bodyPr>
          <a:lstStyle/>
          <a:p>
            <a:r>
              <a:rPr lang="en-US" altLang="zh-CN" sz="480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2 </a:t>
            </a:r>
            <a:endParaRPr lang="en-US" altLang="zh-CN" sz="48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4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 Analysis Techniques</a:t>
            </a:r>
            <a:endParaRPr lang="zh-CN" altLang="en-US" sz="4800" dirty="0">
              <a:solidFill>
                <a:srgbClr val="7030A0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99668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74706-4295-EF4F-922C-852603D43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 understanding of the operation and analysis of electronics is essential to an electrical engineer.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897A1BD-BB74-AC43-9129-E1531A64BB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124" y="1592769"/>
            <a:ext cx="3097985" cy="309798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705002-6195-8C4B-B4D8-015C376CF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solidFill>
                  <a:srgbClr val="000000"/>
                </a:solidFill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zh-CN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E28C7D-78B3-A64D-9BF0-22A8FF55407E}"/>
              </a:ext>
            </a:extLst>
          </p:cNvPr>
          <p:cNvSpPr txBox="1"/>
          <p:nvPr/>
        </p:nvSpPr>
        <p:spPr>
          <a:xfrm>
            <a:off x="4979878" y="2208494"/>
            <a:ext cx="666205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lecture focuses on analyzing voltages and currents in a circuit.</a:t>
            </a:r>
          </a:p>
          <a:p>
            <a:pPr algn="l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will be an application of KCL, KVL, and Ohm’s law.</a:t>
            </a:r>
          </a:p>
          <a:p>
            <a:pPr algn="l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also required to solve linear equations.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B86BBB5-C500-B54D-9920-2A84147897DC}"/>
              </a:ext>
            </a:extLst>
          </p:cNvPr>
          <p:cNvGrpSpPr/>
          <p:nvPr/>
        </p:nvGrpSpPr>
        <p:grpSpPr>
          <a:xfrm>
            <a:off x="421494" y="4389120"/>
            <a:ext cx="4558384" cy="2103755"/>
            <a:chOff x="705758" y="4821382"/>
            <a:chExt cx="3830617" cy="1609519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0DB67B07-7E05-BC43-BB6D-BE5951F382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5758" y="4917055"/>
              <a:ext cx="3830617" cy="1513846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C01F63D-32BF-0249-B3C4-C41290543933}"/>
                </a:ext>
              </a:extLst>
            </p:cNvPr>
            <p:cNvSpPr/>
            <p:nvPr/>
          </p:nvSpPr>
          <p:spPr>
            <a:xfrm>
              <a:off x="2529444" y="4821382"/>
              <a:ext cx="261257" cy="2256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812718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5" name="Content Placeholder 5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1"/>
          </a:xfrm>
        </p:spPr>
        <p:txBody>
          <a:bodyPr>
            <a:noAutofit/>
          </a:bodyPr>
          <a:lstStyle/>
          <a:p>
            <a:pPr marL="457200" indent="-457200">
              <a:lnSpc>
                <a:spcPct val="1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Nodal analysis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circuits w/o a voltage source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circuits w/ a voltage source (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supernode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trick)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Mesh analysis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Circuits w/o a current source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Circuits w/ a current source (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supermesh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trick)</a:t>
            </a:r>
          </a:p>
          <a:p>
            <a:pPr marL="457200" indent="-457200">
              <a:lnSpc>
                <a:spcPct val="10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Nodal analysis versus Mesh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zh-CN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1317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erminology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zh-CN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7" name="Picture 2" descr="Table 4-1.jpg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11" r="37830"/>
          <a:stretch/>
        </p:blipFill>
        <p:spPr bwMode="auto">
          <a:xfrm>
            <a:off x="814252" y="1539857"/>
            <a:ext cx="9140297" cy="5021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7740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Terminology Example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6301509" cy="4840741"/>
          </a:xfrm>
        </p:spPr>
        <p:txBody>
          <a:bodyPr>
            <a:noAutofit/>
          </a:bodyPr>
          <a:lstStyle/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nodes are a, b, c, d, e, f, and g. </a:t>
            </a:r>
            <a:r>
              <a:rPr lang="en-GB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GB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=7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Nodes b, c, e, and g are essential. </a:t>
            </a:r>
            <a:r>
              <a:rPr lang="en-GB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GB" sz="20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GB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=4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branches are </a:t>
            </a:r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pt-BR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pt-BR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pt-BR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pt-BR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pt-BR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pt-BR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pt-BR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pt-BR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pt-BR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pt-BR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=10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essential branches are </a:t>
            </a:r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pt-BR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pt-BR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pt-BR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pt-BR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pt-BR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pt-BR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pt-BR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pt-BR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pt-BR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pt-BR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pt-BR" sz="20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=7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meshes are </a:t>
            </a:r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pt-BR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pt-BR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pt-BR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pt-BR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pt-BR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pt-BR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pt-BR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pt-BR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pt-BR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pt-BR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pt-BR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pt-BR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pt-BR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pt-BR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pt-BR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=4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pt-BR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pt-BR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pt-BR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path, but it is not a loop, nor an essential branch.</a:t>
            </a:r>
          </a:p>
          <a:p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pt-BR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pt-BR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pt-BR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pt-BR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pt-BR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pt-BR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loop but not a mesh. </a:t>
            </a:r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pt-BR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pt-BR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also a loop but not a mesh.</a:t>
            </a:r>
          </a:p>
          <a:p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Remark: Alternatively, we may consider </a:t>
            </a:r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pt-BR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GB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pt-BR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GB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mesh and </a:t>
            </a:r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pt-BR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R</a:t>
            </a:r>
            <a:r>
              <a:rPr lang="pt-BR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R</a:t>
            </a:r>
            <a:r>
              <a:rPr lang="pt-BR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</a:t>
            </a:r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a mesh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altLang="zh-CN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6" name="Picture 2" descr="AAAZIOD0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9709" y="2213705"/>
            <a:ext cx="4838344" cy="3296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4693297" y="6171783"/>
            <a:ext cx="1739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Georgia" panose="02040502050405020303" pitchFamily="18" charset="0"/>
              </a:rPr>
              <a:t>Why is that so?</a:t>
            </a:r>
            <a:endParaRPr lang="zh-CN" altLang="en-US" dirty="0">
              <a:solidFill>
                <a:srgbClr val="FF0000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0333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study systematic methods for “not-so-simple” resistive circuits?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5" name="Content Placeholder 5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far, we have analyzed relatively simple resistive circuits.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as the circuits become more structurally complicated and involve more elements, applying the basic laws directly becomes cumbersome. 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techniques will be introduced here:</a:t>
            </a:r>
          </a:p>
          <a:p>
            <a:pPr lvl="1" eaLnBrk="1" hangingPunct="1">
              <a:lnSpc>
                <a:spcPct val="10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Nodal analysis (node-voltage method), which is based on Kirchhoff current law (KCL).</a:t>
            </a:r>
          </a:p>
          <a:p>
            <a:pPr lvl="1" eaLnBrk="1" hangingPunct="1">
              <a:lnSpc>
                <a:spcPct val="100000"/>
              </a:lnSpc>
              <a:spcAft>
                <a:spcPts val="120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Mesh analysis (mesh-current method), which is based on Kirchhoff voltage law (KVL).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Nodal analysis applies to any circuit; while mesh only to planar circuits.</a:t>
            </a:r>
            <a:r>
              <a:rPr lang="en-US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Aft>
                <a:spcPts val="120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techniques give two systematic methods of describing the circuits with the minimum number of simultaneous equations.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altLang="zh-CN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1511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3668D-C7F9-0A46-8643-5D4DF2B74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Nodal analysis in a nutshell: A simple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BE8E1A-2D1E-1140-874A-400C765B9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solidFill>
                  <a:srgbClr val="000000"/>
                </a:solidFill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zh-CN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597EDD-1FB6-4643-8236-DEF4B1C98624}"/>
              </a:ext>
            </a:extLst>
          </p:cNvPr>
          <p:cNvSpPr/>
          <p:nvPr/>
        </p:nvSpPr>
        <p:spPr>
          <a:xfrm>
            <a:off x="5148470" y="3538331"/>
            <a:ext cx="238539" cy="2953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AEF3BC-E0BA-AC44-83DA-05CD29A352CE}"/>
              </a:ext>
            </a:extLst>
          </p:cNvPr>
          <p:cNvSpPr/>
          <p:nvPr/>
        </p:nvSpPr>
        <p:spPr>
          <a:xfrm>
            <a:off x="7010400" y="3538331"/>
            <a:ext cx="238539" cy="2953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4AFA28-E5C1-E14C-87BC-08FF48509D81}"/>
              </a:ext>
            </a:extLst>
          </p:cNvPr>
          <p:cNvSpPr/>
          <p:nvPr/>
        </p:nvSpPr>
        <p:spPr>
          <a:xfrm>
            <a:off x="5497540" y="5050502"/>
            <a:ext cx="238539" cy="2953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9AF436-6BC7-D341-AF54-5374DB04F37B}"/>
              </a:ext>
            </a:extLst>
          </p:cNvPr>
          <p:cNvSpPr txBox="1"/>
          <p:nvPr/>
        </p:nvSpPr>
        <p:spPr>
          <a:xfrm>
            <a:off x="4582297" y="5266967"/>
            <a:ext cx="51548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 Find the voltages and currents in the circuit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8D8AA86-23D9-724A-B0C0-E8835900A49A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Focus on voltage variables</a:t>
            </a:r>
          </a:p>
          <a:p>
            <a:r>
              <a:rPr lang="en-US" dirty="0"/>
              <a:t>Currents are expressed in terms of voltages (using Ohm’s law)</a:t>
            </a:r>
          </a:p>
          <a:p>
            <a:r>
              <a:rPr lang="en-US" dirty="0"/>
              <a:t>Use KCL at each node to form equations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F9ED71F-C970-E845-A8C8-64E8FEBF58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544" y="3614031"/>
            <a:ext cx="2709378" cy="2742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274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15849-6138-684F-B671-F6A397F15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Nodal Analysis – 3 Basic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DBC83-5EF0-0C49-8E93-77F638DA1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Assign voltage variables to each node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Form equations: apply KCL at each node (with Ohm’s law)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Solve the resulting equations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0F7D26-A98C-2C46-BE1E-2ED177FFF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solidFill>
                  <a:srgbClr val="000000"/>
                </a:solidFill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altLang="zh-CN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76B0BC-4293-3440-A479-ABA1796237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544" y="3614031"/>
            <a:ext cx="2709378" cy="2742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90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15849-6138-684F-B671-F6A397F15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Nodal Analysis – 3 Basic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DBC83-5EF0-0C49-8E93-77F638DA1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Assign voltage variables to each node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Form equations: apply KCL at each node (with Ohm’s law)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Solve the resulting equations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0F7D26-A98C-2C46-BE1E-2ED177FFF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solidFill>
                  <a:srgbClr val="000000"/>
                </a:solidFill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zh-CN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9BC5F93-DA8F-1A4B-90B3-1BAB353CFF91}"/>
              </a:ext>
            </a:extLst>
          </p:cNvPr>
          <p:cNvGrpSpPr/>
          <p:nvPr/>
        </p:nvGrpSpPr>
        <p:grpSpPr>
          <a:xfrm>
            <a:off x="1332535" y="3551583"/>
            <a:ext cx="2815395" cy="2818020"/>
            <a:chOff x="1332535" y="3551583"/>
            <a:chExt cx="2815395" cy="281802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D76B0BC-4293-3440-A479-ABA1796237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85544" y="3614031"/>
              <a:ext cx="2709378" cy="2742319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B9FE829-791E-5048-838D-A8590E2B2C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332535" y="3551583"/>
              <a:ext cx="2815395" cy="2818020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E2005C2-8FA5-3C48-9EF8-5C93803CA3BD}"/>
              </a:ext>
            </a:extLst>
          </p:cNvPr>
          <p:cNvGrpSpPr/>
          <p:nvPr/>
        </p:nvGrpSpPr>
        <p:grpSpPr>
          <a:xfrm>
            <a:off x="4372827" y="3854529"/>
            <a:ext cx="1612900" cy="2540000"/>
            <a:chOff x="4958245" y="3822424"/>
            <a:chExt cx="1612900" cy="25400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CA421D2-D7F2-CE48-8E04-53F27B55B4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15396" y="3822424"/>
              <a:ext cx="1498600" cy="7239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93E149F-5EF9-CB4C-BA7B-72FDC550C37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58245" y="4723019"/>
              <a:ext cx="1612900" cy="69850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040DD98-B502-794A-8DD6-D3C3B5CC3E9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021746" y="5663924"/>
              <a:ext cx="1485900" cy="698500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B6150724-3162-1B47-8BC7-709E8FB1AA04}"/>
              </a:ext>
            </a:extLst>
          </p:cNvPr>
          <p:cNvSpPr txBox="1"/>
          <p:nvPr/>
        </p:nvSpPr>
        <p:spPr>
          <a:xfrm>
            <a:off x="3988904" y="3485321"/>
            <a:ext cx="13727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Ohm’s law: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236E68-1840-7043-AC25-C62645D2A3F7}"/>
              </a:ext>
            </a:extLst>
          </p:cNvPr>
          <p:cNvSpPr txBox="1"/>
          <p:nvPr/>
        </p:nvSpPr>
        <p:spPr>
          <a:xfrm>
            <a:off x="6475189" y="3476919"/>
            <a:ext cx="7697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KCL: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CEE778C-3C6D-1C4D-A7C3-01CCD4185E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0210" y="3994181"/>
            <a:ext cx="3073400" cy="17526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DB09428-1E4B-FB41-8CC5-D4B08594C6A6}"/>
              </a:ext>
            </a:extLst>
          </p:cNvPr>
          <p:cNvSpPr txBox="1"/>
          <p:nvPr/>
        </p:nvSpPr>
        <p:spPr>
          <a:xfrm>
            <a:off x="9719036" y="4128941"/>
            <a:ext cx="21978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(KCL at node 1)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DAFAEB-79F1-FF47-8455-0034E3AACFF9}"/>
              </a:ext>
            </a:extLst>
          </p:cNvPr>
          <p:cNvSpPr txBox="1"/>
          <p:nvPr/>
        </p:nvSpPr>
        <p:spPr>
          <a:xfrm>
            <a:off x="9720607" y="4978925"/>
            <a:ext cx="21978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(KCL at node 2)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098E04-D827-204F-AE49-7B8D6F338A6E}"/>
              </a:ext>
            </a:extLst>
          </p:cNvPr>
          <p:cNvSpPr txBox="1"/>
          <p:nvPr/>
        </p:nvSpPr>
        <p:spPr>
          <a:xfrm>
            <a:off x="6451078" y="5706361"/>
            <a:ext cx="48610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Question: do we need to apply KCL at node 0?</a:t>
            </a:r>
          </a:p>
        </p:txBody>
      </p:sp>
    </p:spTree>
    <p:extLst>
      <p:ext uri="{BB962C8B-B14F-4D97-AF65-F5344CB8AC3E}">
        <p14:creationId xmlns:p14="http://schemas.microsoft.com/office/powerpoint/2010/main" val="1427339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15849-6138-684F-B671-F6A397F15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Nodal Analysis – 3 Basic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DBC83-5EF0-0C49-8E93-77F638DA1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Assign voltage variables to each node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Form equations: apply KCL at each node (with Ohm’s law)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Solve the resulting equations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0F7D26-A98C-2C46-BE1E-2ED177FFF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solidFill>
                  <a:srgbClr val="000000"/>
                </a:solidFill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 altLang="zh-CN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EF4B883-13EB-3347-A4F2-C5EB82FD3A3A}"/>
              </a:ext>
            </a:extLst>
          </p:cNvPr>
          <p:cNvGrpSpPr/>
          <p:nvPr/>
        </p:nvGrpSpPr>
        <p:grpSpPr>
          <a:xfrm>
            <a:off x="1332535" y="3551583"/>
            <a:ext cx="2815395" cy="2818020"/>
            <a:chOff x="1332535" y="3551583"/>
            <a:chExt cx="2815395" cy="281802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D76B0BC-4293-3440-A479-ABA1796237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85544" y="3614031"/>
              <a:ext cx="2709378" cy="2742319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B9FE829-791E-5048-838D-A8590E2B2C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332535" y="3551583"/>
              <a:ext cx="2815395" cy="2818020"/>
            </a:xfrm>
            <a:prstGeom prst="rect">
              <a:avLst/>
            </a:prstGeom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A40A180D-DD94-6148-8BDB-7DD48945B0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1328" y="3972614"/>
            <a:ext cx="3835400" cy="9271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3F7C082-CB78-D34D-82AF-80ECCB0D86B6}"/>
              </a:ext>
            </a:extLst>
          </p:cNvPr>
          <p:cNvSpPr txBox="1"/>
          <p:nvPr/>
        </p:nvSpPr>
        <p:spPr>
          <a:xfrm>
            <a:off x="4121426" y="3485322"/>
            <a:ext cx="7037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we express resistance as conductance, e.g., G1=1/R1,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5AB2825-1752-3B40-8CFF-493E18B9C2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8221" y="5298938"/>
            <a:ext cx="5308600" cy="9779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E2837CB-1F4A-3F4D-BBBC-163884778C31}"/>
              </a:ext>
            </a:extLst>
          </p:cNvPr>
          <p:cNvSpPr txBox="1"/>
          <p:nvPr/>
        </p:nvSpPr>
        <p:spPr>
          <a:xfrm>
            <a:off x="4167809" y="4883427"/>
            <a:ext cx="56653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can write the equations in matrix form as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863B9E-87D7-E04A-97CF-E8D432845CD6}"/>
              </a:ext>
            </a:extLst>
          </p:cNvPr>
          <p:cNvSpPr txBox="1"/>
          <p:nvPr/>
        </p:nvSpPr>
        <p:spPr>
          <a:xfrm>
            <a:off x="4114801" y="6166020"/>
            <a:ext cx="57727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(This can be solved using techniques in linear algebra)</a:t>
            </a:r>
          </a:p>
        </p:txBody>
      </p:sp>
    </p:spTree>
    <p:extLst>
      <p:ext uri="{BB962C8B-B14F-4D97-AF65-F5344CB8AC3E}">
        <p14:creationId xmlns:p14="http://schemas.microsoft.com/office/powerpoint/2010/main" val="2175800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B5470-EF89-A148-8B8C-788C3908F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on Step 1: node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5A9EA-F45D-A944-99CD-2F2503267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Issue 1: Where to set the reference node?</a:t>
            </a:r>
          </a:p>
          <a:p>
            <a:r>
              <a:rPr lang="en-US" dirty="0"/>
              <a:t>Issue 2: Which nodes to pick for analysis? Do we pick nodes </a:t>
            </a:r>
            <a:r>
              <a:rPr lang="en-US" i="1" dirty="0"/>
              <a:t>a</a:t>
            </a:r>
            <a:r>
              <a:rPr lang="en-US" dirty="0"/>
              <a:t>, </a:t>
            </a:r>
            <a:r>
              <a:rPr lang="en-US" i="1" dirty="0"/>
              <a:t>c</a:t>
            </a:r>
            <a:r>
              <a:rPr lang="en-US" dirty="0"/>
              <a:t>, </a:t>
            </a:r>
            <a:r>
              <a:rPr lang="en-US" i="1" dirty="0"/>
              <a:t>d, f</a:t>
            </a:r>
            <a:r>
              <a:rPr lang="en-US" dirty="0"/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243768-E61A-0D4D-8965-E07A9EA8B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solidFill>
                  <a:srgbClr val="000000"/>
                </a:solidFill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 altLang="zh-CN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pic>
        <p:nvPicPr>
          <p:cNvPr id="6" name="Picture 2" descr="AAAZIOD0.jpg">
            <a:extLst>
              <a:ext uri="{FF2B5EF4-FFF2-40B4-BE49-F238E27FC236}">
                <a16:creationId xmlns:a16="http://schemas.microsoft.com/office/drawing/2014/main" id="{AAA7B008-1FA8-F449-BA2D-F99A82B967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158" y="3022318"/>
            <a:ext cx="5115625" cy="3485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706788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B5470-EF89-A148-8B8C-788C3908F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on Step 1: node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5A9EA-F45D-A944-99CD-2F2503267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Issue 1: Where to set the reference node?</a:t>
            </a:r>
          </a:p>
          <a:p>
            <a:pPr lvl="0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Issue 2: Which nodes to pick for analysis? Do we pick nodes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a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c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d, f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243768-E61A-0D4D-8965-E07A9EA8B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solidFill>
                  <a:srgbClr val="000000"/>
                </a:solidFill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altLang="zh-CN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pic>
        <p:nvPicPr>
          <p:cNvPr id="6" name="Picture 2" descr="AAAZIOD0.jpg">
            <a:extLst>
              <a:ext uri="{FF2B5EF4-FFF2-40B4-BE49-F238E27FC236}">
                <a16:creationId xmlns:a16="http://schemas.microsoft.com/office/drawing/2014/main" id="{AAA7B008-1FA8-F449-BA2D-F99A82B9670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158" y="3022318"/>
            <a:ext cx="5115625" cy="3485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3E02E8-3214-5248-92D6-2DC7B4B3D3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4452" y="5184892"/>
            <a:ext cx="2930951" cy="13472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52591A-2A02-F740-9669-A7C02BBE67DC}"/>
              </a:ext>
            </a:extLst>
          </p:cNvPr>
          <p:cNvSpPr txBox="1"/>
          <p:nvPr/>
        </p:nvSpPr>
        <p:spPr>
          <a:xfrm>
            <a:off x="6297105" y="3205113"/>
            <a:ext cx="49773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node selection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a node that can ease your computation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B45E6C-7831-244F-A5FD-BECE741336E9}"/>
              </a:ext>
            </a:extLst>
          </p:cNvPr>
          <p:cNvSpPr txBox="1"/>
          <p:nvPr/>
        </p:nvSpPr>
        <p:spPr>
          <a:xfrm>
            <a:off x="6334811" y="4364612"/>
            <a:ext cx="55806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symbols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indicating a reference node, (a) common ground, (b) ground, (c) chassis ground.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517028A-FCBF-5B4B-878D-DB8D5985A7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760863" y="4464386"/>
            <a:ext cx="383749" cy="534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2767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B5470-EF89-A148-8B8C-788C3908F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on Step 1: node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5A9EA-F45D-A944-99CD-2F2503267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Issue 1: Where to set the reference node?</a:t>
            </a:r>
          </a:p>
          <a:p>
            <a:r>
              <a:rPr lang="en-US" dirty="0"/>
              <a:t>Issue 2: Which nodes to pick for analysis? Do we pick nodes </a:t>
            </a:r>
            <a:r>
              <a:rPr lang="en-US" i="1" dirty="0"/>
              <a:t>a</a:t>
            </a:r>
            <a:r>
              <a:rPr lang="en-US" dirty="0"/>
              <a:t>, </a:t>
            </a:r>
            <a:r>
              <a:rPr lang="en-US" i="1" dirty="0"/>
              <a:t>c</a:t>
            </a:r>
            <a:r>
              <a:rPr lang="en-US" dirty="0"/>
              <a:t>, </a:t>
            </a:r>
            <a:r>
              <a:rPr lang="en-US" i="1" dirty="0"/>
              <a:t>d, f</a:t>
            </a:r>
            <a:r>
              <a:rPr lang="en-US" dirty="0"/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243768-E61A-0D4D-8965-E07A9EA8B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solidFill>
                  <a:srgbClr val="000000"/>
                </a:solidFill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 altLang="zh-CN" dirty="0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pic>
        <p:nvPicPr>
          <p:cNvPr id="6" name="Picture 2" descr="AAAZIOD0.jpg">
            <a:extLst>
              <a:ext uri="{FF2B5EF4-FFF2-40B4-BE49-F238E27FC236}">
                <a16:creationId xmlns:a16="http://schemas.microsoft.com/office/drawing/2014/main" id="{AAA7B008-1FA8-F449-BA2D-F99A82B967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158" y="3022318"/>
            <a:ext cx="5115625" cy="3485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11F4138-0E5A-804F-86E3-4778BDE0B6F0}"/>
              </a:ext>
            </a:extLst>
          </p:cNvPr>
          <p:cNvSpPr txBox="1"/>
          <p:nvPr/>
        </p:nvSpPr>
        <p:spPr>
          <a:xfrm>
            <a:off x="6117995" y="3780148"/>
            <a:ext cx="49744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Essential node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point where three or more circuit elements join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FB7CEC-DCC5-9A4E-BE1B-3D7B23E2D7ED}"/>
              </a:ext>
            </a:extLst>
          </p:cNvPr>
          <p:cNvSpPr txBox="1"/>
          <p:nvPr/>
        </p:nvSpPr>
        <p:spPr>
          <a:xfrm>
            <a:off x="6117996" y="3148552"/>
            <a:ext cx="58634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Rule: We only need to select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essential nodes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E1E4EE-0F88-8241-BB69-E31B3CB4613E}"/>
              </a:ext>
            </a:extLst>
          </p:cNvPr>
          <p:cNvSpPr txBox="1"/>
          <p:nvPr/>
        </p:nvSpPr>
        <p:spPr>
          <a:xfrm>
            <a:off x="6127423" y="4760537"/>
            <a:ext cx="49584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nodes </a:t>
            </a:r>
            <a:r>
              <a:rPr lang="en-GB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GB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essential.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FA2746-9542-3A47-B2E3-300BDF447CDE}"/>
              </a:ext>
            </a:extLst>
          </p:cNvPr>
          <p:cNvSpPr txBox="1"/>
          <p:nvPr/>
        </p:nvSpPr>
        <p:spPr>
          <a:xfrm flipH="1">
            <a:off x="6108568" y="5382705"/>
            <a:ext cx="51281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 How many variables?</a:t>
            </a:r>
          </a:p>
          <a:p>
            <a:pPr algn="l"/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 How many independent equations?</a:t>
            </a:r>
          </a:p>
        </p:txBody>
      </p:sp>
    </p:spTree>
    <p:extLst>
      <p:ext uri="{BB962C8B-B14F-4D97-AF65-F5344CB8AC3E}">
        <p14:creationId xmlns:p14="http://schemas.microsoft.com/office/powerpoint/2010/main" val="32598500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FE595-0FB9-BA48-A753-86A757B89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on Step 2: Using KCL and Ohm’s law to form equations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954A8-3B9F-E940-B29D-84E7C2172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lphaLcParenR"/>
            </a:pPr>
            <a:r>
              <a:rPr lang="en-US" dirty="0"/>
              <a:t>Define the </a:t>
            </a:r>
            <a:r>
              <a:rPr lang="en-US" i="1" dirty="0"/>
              <a:t>direction </a:t>
            </a:r>
            <a:r>
              <a:rPr lang="en-US" dirty="0"/>
              <a:t>of the current at each branch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Be careful about the 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E1121-9AE4-8B4D-9431-192F0EF04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solidFill>
                  <a:srgbClr val="000000"/>
                </a:solidFill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altLang="zh-CN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68F5CD-ECA6-6C49-BDF7-8D5F96022C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4170" y="2993116"/>
            <a:ext cx="3530993" cy="32699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60E352E-55F4-B345-B53E-61264A9E7D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277" y="3555427"/>
            <a:ext cx="8148653" cy="4871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670AFE-D8D9-E043-89FB-F6670F5C23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4018" y="4192208"/>
            <a:ext cx="2430647" cy="798836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4064856F-1880-1F42-A044-9C4A26FC9763}"/>
              </a:ext>
            </a:extLst>
          </p:cNvPr>
          <p:cNvGrpSpPr/>
          <p:nvPr/>
        </p:nvGrpSpPr>
        <p:grpSpPr>
          <a:xfrm>
            <a:off x="2050181" y="3012707"/>
            <a:ext cx="2345514" cy="644893"/>
            <a:chOff x="2050181" y="3012707"/>
            <a:chExt cx="2345514" cy="64489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E31FA06-5DC5-EA4A-8A59-9817E5C80DF8}"/>
                </a:ext>
              </a:extLst>
            </p:cNvPr>
            <p:cNvSpPr txBox="1"/>
            <p:nvPr/>
          </p:nvSpPr>
          <p:spPr>
            <a:xfrm>
              <a:off x="2050181" y="3012707"/>
              <a:ext cx="234551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24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Start of the arrow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2BD60EA4-2C02-5E4E-8C14-D3F058692B67}"/>
                </a:ext>
              </a:extLst>
            </p:cNvPr>
            <p:cNvCxnSpPr/>
            <p:nvPr/>
          </p:nvCxnSpPr>
          <p:spPr>
            <a:xfrm>
              <a:off x="3484345" y="3445844"/>
              <a:ext cx="125129" cy="211756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C039EC7-B519-2048-9858-E88C42FEBA63}"/>
              </a:ext>
            </a:extLst>
          </p:cNvPr>
          <p:cNvGrpSpPr/>
          <p:nvPr/>
        </p:nvGrpSpPr>
        <p:grpSpPr>
          <a:xfrm>
            <a:off x="5686926" y="3001477"/>
            <a:ext cx="2260555" cy="683263"/>
            <a:chOff x="5686926" y="3001477"/>
            <a:chExt cx="2260555" cy="683263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52B44FC-DE8F-8F48-B8BF-3BE08B87664C}"/>
                </a:ext>
              </a:extLst>
            </p:cNvPr>
            <p:cNvSpPr txBox="1"/>
            <p:nvPr/>
          </p:nvSpPr>
          <p:spPr>
            <a:xfrm>
              <a:off x="5686926" y="3001477"/>
              <a:ext cx="226055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24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End of the arrow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879D208-4C7B-D249-9F99-AD2E23D792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54762" y="3469710"/>
              <a:ext cx="196350" cy="21503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EDD571C7-BFEE-DF4E-A090-692F483F74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3604" y="5514165"/>
            <a:ext cx="1498600" cy="7239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C58287A-3891-4241-96BD-C1AD1CEA8B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31345" y="5525411"/>
            <a:ext cx="1612900" cy="6985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D84E230-8F00-5943-B7AB-82735B7064B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4688" y="5539390"/>
            <a:ext cx="1485900" cy="6985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040E936-35CA-2A41-BD5A-06C90D9EF8FB}"/>
              </a:ext>
            </a:extLst>
          </p:cNvPr>
          <p:cNvSpPr txBox="1"/>
          <p:nvPr/>
        </p:nvSpPr>
        <p:spPr>
          <a:xfrm>
            <a:off x="1507524" y="4349579"/>
            <a:ext cx="1732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(Ohm’s law)</a:t>
            </a:r>
          </a:p>
        </p:txBody>
      </p:sp>
    </p:spTree>
    <p:extLst>
      <p:ext uri="{BB962C8B-B14F-4D97-AF65-F5344CB8AC3E}">
        <p14:creationId xmlns:p14="http://schemas.microsoft.com/office/powerpoint/2010/main" val="19769733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06E4F-5457-2A43-8F04-8F13CEE21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on Step 2: What if there is a voltage source?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4956D-9B05-BA48-B1BF-AB53BD7B7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952989" cy="5032375"/>
          </a:xfrm>
        </p:spPr>
        <p:txBody>
          <a:bodyPr>
            <a:normAutofit/>
          </a:bodyPr>
          <a:lstStyle/>
          <a:p>
            <a:r>
              <a:rPr lang="en-US" dirty="0"/>
              <a:t>What is the problem with a voltage source?</a:t>
            </a:r>
          </a:p>
          <a:p>
            <a:pPr lvl="1"/>
            <a:r>
              <a:rPr lang="en-US" dirty="0"/>
              <a:t>Ans: Cannot use Ohm’s law to determine the </a:t>
            </a:r>
            <a:br>
              <a:rPr lang="en-US" dirty="0"/>
            </a:br>
            <a:r>
              <a:rPr lang="en-US" dirty="0"/>
              <a:t>current (required by KCL)</a:t>
            </a:r>
          </a:p>
          <a:p>
            <a:r>
              <a:rPr lang="en-US" dirty="0"/>
              <a:t>Solutions</a:t>
            </a:r>
          </a:p>
          <a:p>
            <a:pPr lvl="1"/>
            <a:r>
              <a:rPr lang="en-US" b="1" dirty="0"/>
              <a:t>Direct method</a:t>
            </a:r>
            <a:r>
              <a:rPr lang="en-US" dirty="0"/>
              <a:t>: (</a:t>
            </a:r>
            <a:r>
              <a:rPr lang="en-US" dirty="0" err="1"/>
              <a:t>i</a:t>
            </a:r>
            <a:r>
              <a:rPr lang="en-US" dirty="0"/>
              <a:t>) form an equation using the voltage difference, and/or (ii) analyze a relevant and possibly inessential node</a:t>
            </a:r>
            <a:br>
              <a:rPr lang="en-US" dirty="0"/>
            </a:br>
            <a:r>
              <a:rPr lang="en-US" dirty="0"/>
              <a:t>(Usually, an additional variable needed)</a:t>
            </a:r>
          </a:p>
          <a:p>
            <a:pPr lvl="1"/>
            <a:r>
              <a:rPr lang="en-US" b="1" dirty="0" err="1"/>
              <a:t>Supernode</a:t>
            </a:r>
            <a:r>
              <a:rPr lang="en-US" b="1" dirty="0"/>
              <a:t> method</a:t>
            </a:r>
            <a:r>
              <a:rPr lang="en-US" dirty="0"/>
              <a:t>: form a </a:t>
            </a:r>
            <a:r>
              <a:rPr lang="en-US" dirty="0" err="1"/>
              <a:t>supernode</a:t>
            </a:r>
            <a:r>
              <a:rPr lang="en-US" dirty="0"/>
              <a:t> and apply KCL on the </a:t>
            </a:r>
            <a:r>
              <a:rPr lang="en-US" dirty="0" err="1"/>
              <a:t>supernode</a:t>
            </a:r>
            <a:r>
              <a:rPr lang="en-US" dirty="0"/>
              <a:t>; then apply KVL </a:t>
            </a:r>
            <a:br>
              <a:rPr lang="en-US" dirty="0"/>
            </a:br>
            <a:r>
              <a:rPr lang="en-US" dirty="0"/>
              <a:t>(When you don’t want to introduce a new variable)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318AF8-FA92-B247-AEF5-6E7D48AD8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solidFill>
                  <a:srgbClr val="000000"/>
                </a:solidFill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 altLang="zh-CN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6DF92B8-8D4E-F44B-8808-430818478333}"/>
              </a:ext>
            </a:extLst>
          </p:cNvPr>
          <p:cNvGrpSpPr/>
          <p:nvPr/>
        </p:nvGrpSpPr>
        <p:grpSpPr>
          <a:xfrm>
            <a:off x="7711574" y="2492064"/>
            <a:ext cx="4263308" cy="3601849"/>
            <a:chOff x="5820144" y="2429434"/>
            <a:chExt cx="4263308" cy="360184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03F2D63-56A7-C04D-BB8F-2F5F0102BC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20144" y="2429434"/>
              <a:ext cx="4263308" cy="3601849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5B00CB7-6E96-9641-88F8-56F7DDD189B8}"/>
                </a:ext>
              </a:extLst>
            </p:cNvPr>
            <p:cNvSpPr/>
            <p:nvPr/>
          </p:nvSpPr>
          <p:spPr>
            <a:xfrm>
              <a:off x="9770301" y="2655518"/>
              <a:ext cx="313151" cy="2379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272403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06E4F-5457-2A43-8F04-8F13CEE21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Direct method</a:t>
            </a:r>
            <a:r>
              <a:rPr lang="en-US" dirty="0"/>
              <a:t>: (</a:t>
            </a:r>
            <a:r>
              <a:rPr lang="en-US" dirty="0" err="1"/>
              <a:t>i</a:t>
            </a:r>
            <a:r>
              <a:rPr lang="en-US" dirty="0"/>
              <a:t>) form an equation using the voltage difference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318AF8-FA92-B247-AEF5-6E7D48AD8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solidFill>
                  <a:srgbClr val="000000"/>
                </a:solidFill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 altLang="zh-CN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6DF92B8-8D4E-F44B-8808-430818478333}"/>
              </a:ext>
            </a:extLst>
          </p:cNvPr>
          <p:cNvGrpSpPr/>
          <p:nvPr/>
        </p:nvGrpSpPr>
        <p:grpSpPr>
          <a:xfrm>
            <a:off x="7711574" y="2492064"/>
            <a:ext cx="4263308" cy="3601849"/>
            <a:chOff x="5820144" y="2429434"/>
            <a:chExt cx="4263308" cy="360184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03F2D63-56A7-C04D-BB8F-2F5F0102BC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20144" y="2429434"/>
              <a:ext cx="4263308" cy="3601849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5B00CB7-6E96-9641-88F8-56F7DDD189B8}"/>
                </a:ext>
              </a:extLst>
            </p:cNvPr>
            <p:cNvSpPr/>
            <p:nvPr/>
          </p:nvSpPr>
          <p:spPr>
            <a:xfrm>
              <a:off x="9770301" y="2655518"/>
              <a:ext cx="313151" cy="2379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E09B820-CD1A-DC5B-D11B-383E0066F200}"/>
                  </a:ext>
                </a:extLst>
              </p14:cNvPr>
              <p14:cNvContentPartPr/>
              <p14:nvPr/>
            </p14:nvContentPartPr>
            <p14:xfrm>
              <a:off x="328680" y="1977480"/>
              <a:ext cx="10989000" cy="26438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E09B820-CD1A-DC5B-D11B-383E0066F20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9320" y="1968120"/>
                <a:ext cx="11007720" cy="266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3BA0C56D-BFFF-E474-891B-5C43843C51CE}"/>
                  </a:ext>
                </a:extLst>
              </p14:cNvPr>
              <p14:cNvContentPartPr/>
              <p14:nvPr/>
            </p14:nvContentPartPr>
            <p14:xfrm>
              <a:off x="440280" y="2502360"/>
              <a:ext cx="5555880" cy="2661840"/>
            </p14:xfrm>
          </p:contentPart>
        </mc:Choice>
        <mc:Fallback xmlns=""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3BA0C56D-BFFF-E474-891B-5C43843C51C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30920" y="2493000"/>
                <a:ext cx="5574600" cy="2680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157592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A0F34-5671-C44B-BFE8-B9CA05CC8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Supplementary on the direct method: analyze a relevant and possibly inessential node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1EC213-39F4-C543-BB7E-DAA37DABD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solidFill>
                  <a:srgbClr val="000000"/>
                </a:solidFill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 altLang="zh-CN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BB60C17-139B-6248-A7F8-7F21C39ADC89}"/>
              </a:ext>
            </a:extLst>
          </p:cNvPr>
          <p:cNvGrpSpPr/>
          <p:nvPr/>
        </p:nvGrpSpPr>
        <p:grpSpPr>
          <a:xfrm>
            <a:off x="1409628" y="1977082"/>
            <a:ext cx="5201236" cy="4409008"/>
            <a:chOff x="1335488" y="1964725"/>
            <a:chExt cx="5201236" cy="440900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9B479D3-23FB-0244-BD7B-D7AD9F7BB2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35488" y="1964725"/>
              <a:ext cx="5201236" cy="440900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DC5FC8F-5A30-264F-AE1C-C73298339B26}"/>
                </a:ext>
              </a:extLst>
            </p:cNvPr>
            <p:cNvSpPr/>
            <p:nvPr/>
          </p:nvSpPr>
          <p:spPr>
            <a:xfrm>
              <a:off x="6154680" y="2241473"/>
              <a:ext cx="382044" cy="2913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1F1ADDC-491B-9D45-A3A7-42C1772EBE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71244" y="3321399"/>
              <a:ext cx="1041596" cy="394200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E9FF2F4-E8AE-CE4A-A171-6B19D715DB4B}"/>
                </a:ext>
              </a:extLst>
            </p:cNvPr>
            <p:cNvSpPr/>
            <p:nvPr/>
          </p:nvSpPr>
          <p:spPr>
            <a:xfrm>
              <a:off x="4813496" y="3034506"/>
              <a:ext cx="408456" cy="2115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9EC8831-BC4B-2E49-A6B8-3B7362969B75}"/>
                </a:ext>
              </a:extLst>
            </p:cNvPr>
            <p:cNvSpPr txBox="1"/>
            <p:nvPr/>
          </p:nvSpPr>
          <p:spPr>
            <a:xfrm>
              <a:off x="4501664" y="2990335"/>
              <a:ext cx="5893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 V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9DEC92C-D4CB-A242-B613-1A235B3C0DA3}"/>
                </a:ext>
              </a:extLst>
            </p:cNvPr>
            <p:cNvSpPr txBox="1"/>
            <p:nvPr/>
          </p:nvSpPr>
          <p:spPr>
            <a:xfrm>
              <a:off x="5042829" y="2998180"/>
              <a:ext cx="994966" cy="414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 Ω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BC4309A-C20C-5B47-BCF0-5AA746B595CB}"/>
                </a:ext>
              </a:extLst>
            </p:cNvPr>
            <p:cNvSpPr/>
            <p:nvPr/>
          </p:nvSpPr>
          <p:spPr>
            <a:xfrm>
              <a:off x="5921295" y="2379934"/>
              <a:ext cx="432486" cy="2594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8B7AB20-F470-054C-8332-EE194923A6D8}"/>
                </a:ext>
              </a:extLst>
            </p:cNvPr>
            <p:cNvSpPr/>
            <p:nvPr/>
          </p:nvSpPr>
          <p:spPr>
            <a:xfrm>
              <a:off x="5585359" y="2576946"/>
              <a:ext cx="320635" cy="4750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249E1FFD-4E4C-004E-BE95-BACD4E6FEB5F}"/>
              </a:ext>
            </a:extLst>
          </p:cNvPr>
          <p:cNvSpPr/>
          <p:nvPr/>
        </p:nvSpPr>
        <p:spPr>
          <a:xfrm>
            <a:off x="5087809" y="3497306"/>
            <a:ext cx="62041" cy="6204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DD52CB-1EE8-4749-ABDC-DC35E241A933}"/>
              </a:ext>
            </a:extLst>
          </p:cNvPr>
          <p:cNvSpPr txBox="1"/>
          <p:nvPr/>
        </p:nvSpPr>
        <p:spPr>
          <a:xfrm>
            <a:off x="4975225" y="3546475"/>
            <a:ext cx="292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B02CEB-A23D-A543-9958-6AE16C5F92EE}"/>
              </a:ext>
            </a:extLst>
          </p:cNvPr>
          <p:cNvSpPr txBox="1"/>
          <p:nvPr/>
        </p:nvSpPr>
        <p:spPr>
          <a:xfrm>
            <a:off x="7043351" y="2236573"/>
            <a:ext cx="395416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Although node a is inessential (a node that connects only two circuit elements), adding node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nodal analysis helps:</a:t>
            </a:r>
          </a:p>
          <a:p>
            <a:pPr marL="342900" indent="-342900" algn="l"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more variable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342900" indent="-342900" algn="l">
              <a:buFontTx/>
              <a:buChar char="-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more equation: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F817F88-4876-4E66-9F31-184A7DE7856A}"/>
                  </a:ext>
                </a:extLst>
              </p14:cNvPr>
              <p14:cNvContentPartPr/>
              <p14:nvPr/>
            </p14:nvContentPartPr>
            <p14:xfrm>
              <a:off x="5613840" y="3412800"/>
              <a:ext cx="4275000" cy="22568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F817F88-4876-4E66-9F31-184A7DE7856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04480" y="3403440"/>
                <a:ext cx="4293720" cy="227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593273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More details on the </a:t>
            </a:r>
            <a:r>
              <a:rPr lang="en-US" altLang="en-US" dirty="0" err="1"/>
              <a:t>supernode</a:t>
            </a:r>
            <a:r>
              <a:rPr lang="en-US" altLang="en-US" dirty="0"/>
              <a:t> trick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6743257" cy="4736466"/>
          </a:xfrm>
        </p:spPr>
        <p:txBody>
          <a:bodyPr>
            <a:noAutofit/>
          </a:bodyPr>
          <a:lstStyle/>
          <a:p>
            <a:pPr eaLnBrk="1" hangingPunct="1">
              <a:lnSpc>
                <a:spcPct val="10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Depending on what nodes the source is connected to, the approach varies.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the reference node and a non-reference mode:</a:t>
            </a:r>
          </a:p>
          <a:p>
            <a:pPr lvl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the voltage at the non-reference node to the voltage of the source</a:t>
            </a:r>
          </a:p>
          <a:p>
            <a:pPr lvl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example circuit :</a:t>
            </a:r>
          </a:p>
          <a:p>
            <a:pPr>
              <a:lnSpc>
                <a:spcPct val="10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two non-reference nodes</a:t>
            </a:r>
          </a:p>
          <a:p>
            <a:pPr lvl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two nodes form a </a:t>
            </a:r>
            <a:r>
              <a:rPr lang="en-US" alt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supernode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 altLang="zh-CN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7173" name="Picture 6" descr="C:\Users\Joel\Documents\Teaching\McGraw Hill\Fundamentals of Electric Circuits 5e\figures\Ch03\Color Labeled\ale80571_03_007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2735" y="2011809"/>
            <a:ext cx="4078120" cy="3229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0727661"/>
              </p:ext>
            </p:extLst>
          </p:nvPr>
        </p:nvGraphicFramePr>
        <p:xfrm>
          <a:off x="4586272" y="4034207"/>
          <a:ext cx="1003101" cy="473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57200" imgH="215640" progId="Equation.3">
                  <p:embed/>
                </p:oleObj>
              </mc:Choice>
              <mc:Fallback>
                <p:oleObj name="Equation" r:id="rId4" imgW="457200" imgH="215640" progId="Equation.3">
                  <p:embed/>
                  <p:pic>
                    <p:nvPicPr>
                      <p:cNvPr id="9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6272" y="4034207"/>
                        <a:ext cx="1003101" cy="4732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/>
          <p:cNvSpPr/>
          <p:nvPr/>
        </p:nvSpPr>
        <p:spPr>
          <a:xfrm>
            <a:off x="1048836" y="5523249"/>
            <a:ext cx="6668857" cy="10156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lvl="1" algn="just"/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GB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supernode</a:t>
            </a: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formed by enclosing a (dependent or independent</a:t>
            </a:r>
            <a:r>
              <a:rPr lang="en-GB" alt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voltage source connected between two non-reference nodes</a:t>
            </a: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any elements connected in parallel with it.</a:t>
            </a:r>
          </a:p>
        </p:txBody>
      </p:sp>
    </p:spTree>
    <p:extLst>
      <p:ext uri="{BB962C8B-B14F-4D97-AF65-F5344CB8AC3E}">
        <p14:creationId xmlns:p14="http://schemas.microsoft.com/office/powerpoint/2010/main" val="893951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More details on the </a:t>
            </a:r>
            <a:r>
              <a:rPr lang="en-US" altLang="en-US" dirty="0" err="1"/>
              <a:t>supernode</a:t>
            </a:r>
            <a:r>
              <a:rPr lang="en-US" altLang="en-US" dirty="0"/>
              <a:t> trick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838200" y="1600201"/>
            <a:ext cx="6535526" cy="475614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Supernode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Nodal analysis requires applying KCL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current through the voltage source cannot be known in advance (Ohm’s law does not apply)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lumping the nodes together, the current balance can still be described</a:t>
            </a:r>
          </a:p>
          <a:p>
            <a:pPr eaLnBrk="1" hangingPunct="1">
              <a:lnSpc>
                <a:spcPct val="10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the following properties of a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supernode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 algn="just">
              <a:lnSpc>
                <a:spcPct val="100000"/>
              </a:lnSpc>
              <a:spcBef>
                <a:spcPts val="600"/>
              </a:spcBef>
              <a:buFontTx/>
              <a:buAutoNum type="arabicPeriod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voltage source inside the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supernode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 constraint equation needed to solve for the node voltages</a:t>
            </a:r>
          </a:p>
          <a:p>
            <a:pPr marL="800100" lvl="1" indent="-342900">
              <a:lnSpc>
                <a:spcPct val="100000"/>
              </a:lnSpc>
              <a:spcBef>
                <a:spcPts val="600"/>
              </a:spcBef>
              <a:buFontTx/>
              <a:buAutoNum type="arabicPeriod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supernode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no voltage of its own</a:t>
            </a:r>
          </a:p>
          <a:p>
            <a:pPr marL="800100" lvl="1" indent="-342900">
              <a:lnSpc>
                <a:spcPct val="100000"/>
              </a:lnSpc>
              <a:spcBef>
                <a:spcPts val="600"/>
              </a:spcBef>
              <a:buFontTx/>
              <a:buAutoNum type="arabicPeriod"/>
            </a:pP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supernode</a:t>
            </a:r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requires the application of both KCL and KVL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 altLang="zh-CN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22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0534267"/>
              </p:ext>
            </p:extLst>
          </p:nvPr>
        </p:nvGraphicFramePr>
        <p:xfrm>
          <a:off x="7679679" y="2780886"/>
          <a:ext cx="3776605" cy="4301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06600" imgH="228600" progId="Equation.3">
                  <p:embed/>
                </p:oleObj>
              </mc:Choice>
              <mc:Fallback>
                <p:oleObj name="Equation" r:id="rId3" imgW="2006600" imgH="228600" progId="Equation.3">
                  <p:embed/>
                  <p:pic>
                    <p:nvPicPr>
                      <p:cNvPr id="9221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9679" y="2780886"/>
                        <a:ext cx="3776605" cy="43017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222" name="Picture 7" descr="C:\Users\Joel\Documents\Teaching\McGraw Hill\Fundamentals of Electric Circuits 5e\figures\Ch03\Color Labeled\ale80571_03_008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1596" y="3484137"/>
            <a:ext cx="3449740" cy="1942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7348673" y="1457929"/>
            <a:ext cx="432690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order to apply KVL to the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supernode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example, the circuit is redrawn as shown.</a:t>
            </a:r>
          </a:p>
          <a:p>
            <a:pPr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Going around this loop in the clockwise direction gives:</a:t>
            </a:r>
          </a:p>
        </p:txBody>
      </p:sp>
    </p:spTree>
    <p:extLst>
      <p:ext uri="{BB962C8B-B14F-4D97-AF65-F5344CB8AC3E}">
        <p14:creationId xmlns:p14="http://schemas.microsoft.com/office/powerpoint/2010/main" val="7627125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More details on the </a:t>
            </a:r>
            <a:r>
              <a:rPr lang="en-US" altLang="en-US" dirty="0" err="1"/>
              <a:t>supernode</a:t>
            </a:r>
            <a:r>
              <a:rPr lang="en-US" altLang="en-US" dirty="0"/>
              <a:t> trick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example circuit node 2 and 3 form a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supernode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Ohm’s Law:</a:t>
            </a:r>
          </a:p>
          <a:p>
            <a:pPr eaLnBrk="1" hangingPunct="1">
              <a:lnSpc>
                <a:spcPct val="100000"/>
              </a:lnSpc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KCL at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supernode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eaLnBrk="1" hangingPunct="1">
              <a:lnSpc>
                <a:spcPct val="100000"/>
              </a:lnSpc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</a:pPr>
            <a:endParaRPr lang="en-US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00000"/>
              </a:lnSpc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this can be expressed as: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US" altLang="zh-CN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19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0687165"/>
              </p:ext>
            </p:extLst>
          </p:nvPr>
        </p:nvGraphicFramePr>
        <p:xfrm>
          <a:off x="3596587" y="4297084"/>
          <a:ext cx="1945901" cy="538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25500" imgH="228600" progId="Equation.3">
                  <p:embed/>
                </p:oleObj>
              </mc:Choice>
              <mc:Fallback>
                <p:oleObj name="Equation" r:id="rId3" imgW="825500" imgH="228600" progId="Equation.3">
                  <p:embed/>
                  <p:pic>
                    <p:nvPicPr>
                      <p:cNvPr id="819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6587" y="4297084"/>
                        <a:ext cx="1945901" cy="53886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0933727"/>
              </p:ext>
            </p:extLst>
          </p:nvPr>
        </p:nvGraphicFramePr>
        <p:xfrm>
          <a:off x="2830512" y="5557200"/>
          <a:ext cx="3969591" cy="788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81200" imgH="393700" progId="Equation.3">
                  <p:embed/>
                </p:oleObj>
              </mc:Choice>
              <mc:Fallback>
                <p:oleObj name="Equation" r:id="rId5" imgW="1981200" imgH="393700" progId="Equation.3">
                  <p:embed/>
                  <p:pic>
                    <p:nvPicPr>
                      <p:cNvPr id="819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0512" y="5557200"/>
                        <a:ext cx="3969591" cy="7889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 descr="C:\Users\Joel\Documents\Teaching\McGraw Hill\Fundamentals of Electric Circuits 5e\figures\Ch03\Color Labeled\ale80571_03_007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5092" y="2530793"/>
            <a:ext cx="4078120" cy="3229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3776205"/>
              </p:ext>
            </p:extLst>
          </p:nvPr>
        </p:nvGraphicFramePr>
        <p:xfrm>
          <a:off x="2354936" y="2739232"/>
          <a:ext cx="4920744" cy="82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336760" imgH="393480" progId="Equation.3">
                  <p:embed/>
                </p:oleObj>
              </mc:Choice>
              <mc:Fallback>
                <p:oleObj name="Equation" r:id="rId8" imgW="2336760" imgH="393480" progId="Equation.3">
                  <p:embed/>
                  <p:pic>
                    <p:nvPicPr>
                      <p:cNvPr id="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4936" y="2739232"/>
                        <a:ext cx="4920744" cy="8264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A0B3DCD1-9810-3E82-5213-95C1ECF829FD}"/>
                  </a:ext>
                </a:extLst>
              </p14:cNvPr>
              <p14:cNvContentPartPr/>
              <p14:nvPr/>
            </p14:nvContentPartPr>
            <p14:xfrm>
              <a:off x="7058160" y="5893920"/>
              <a:ext cx="2870280" cy="34848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A0B3DCD1-9810-3E82-5213-95C1ECF829F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048800" y="5884560"/>
                <a:ext cx="2889000" cy="36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241472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details on the direct method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3736"/>
            <a:ext cx="10515600" cy="4865683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branch currents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KCL to nodes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KCL to node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1 ,</a:t>
            </a:r>
          </a:p>
          <a:p>
            <a:pPr>
              <a:lnSpc>
                <a:spcPct val="10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Ohm’s law to the branches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Constraints: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 arriving at the same 3 equations as before.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en-US" altLang="zh-CN" dirty="0">
              <a:ea typeface="黑体" panose="02010609060101010101" pitchFamily="49" charset="-122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7202988" y="1915825"/>
            <a:ext cx="4029805" cy="3194581"/>
            <a:chOff x="7978843" y="1825625"/>
            <a:chExt cx="4029805" cy="3194581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978843" y="1825625"/>
              <a:ext cx="4029805" cy="3194581"/>
            </a:xfrm>
            <a:prstGeom prst="rect">
              <a:avLst/>
            </a:prstGeom>
          </p:spPr>
        </p:pic>
        <p:cxnSp>
          <p:nvCxnSpPr>
            <p:cNvPr id="6" name="Straight Arrow Connector 5"/>
            <p:cNvCxnSpPr/>
            <p:nvPr/>
          </p:nvCxnSpPr>
          <p:spPr>
            <a:xfrm flipV="1">
              <a:off x="8451273" y="3256661"/>
              <a:ext cx="0" cy="29556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8409242" y="3345250"/>
              <a:ext cx="3694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baseline="-25000" dirty="0">
                  <a:solidFill>
                    <a:srgbClr val="FF0000"/>
                  </a:solidFill>
                </a:rPr>
                <a:t>6</a:t>
              </a:r>
              <a:endParaRPr lang="en-GB" baseline="-25000" dirty="0">
                <a:solidFill>
                  <a:srgbClr val="FF0000"/>
                </a:solidFill>
              </a:endParaRPr>
            </a:p>
          </p:txBody>
        </p:sp>
        <p:cxnSp>
          <p:nvCxnSpPr>
            <p:cNvPr id="9" name="Straight Arrow Connector 8"/>
            <p:cNvCxnSpPr/>
            <p:nvPr/>
          </p:nvCxnSpPr>
          <p:spPr>
            <a:xfrm>
              <a:off x="10058400" y="3001819"/>
              <a:ext cx="249382" cy="923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9984509" y="2887329"/>
              <a:ext cx="3694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baseline="-25000" dirty="0">
                  <a:solidFill>
                    <a:srgbClr val="FF0000"/>
                  </a:solidFill>
                </a:rPr>
                <a:t>5</a:t>
              </a:r>
              <a:endParaRPr lang="en-GB" baseline="-25000" dirty="0">
                <a:solidFill>
                  <a:srgbClr val="FF0000"/>
                </a:solidFill>
              </a:endParaRPr>
            </a:p>
          </p:txBody>
        </p:sp>
      </p:grpSp>
      <p:graphicFrame>
        <p:nvGraphicFramePr>
          <p:cNvPr id="1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5262642"/>
              </p:ext>
            </p:extLst>
          </p:nvPr>
        </p:nvGraphicFramePr>
        <p:xfrm>
          <a:off x="4573540" y="1704789"/>
          <a:ext cx="542157" cy="44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79360" imgH="228600" progId="Equation.3">
                  <p:embed/>
                </p:oleObj>
              </mc:Choice>
              <mc:Fallback>
                <p:oleObj name="公式" r:id="rId3" imgW="279360" imgH="228600" progId="Equation.3">
                  <p:embed/>
                  <p:pic>
                    <p:nvPicPr>
                      <p:cNvPr id="1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3540" y="1704789"/>
                        <a:ext cx="542157" cy="4440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8957617"/>
              </p:ext>
            </p:extLst>
          </p:nvPr>
        </p:nvGraphicFramePr>
        <p:xfrm>
          <a:off x="1220642" y="2653573"/>
          <a:ext cx="4609907" cy="47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34880" imgH="228600" progId="Equation.3">
                  <p:embed/>
                </p:oleObj>
              </mc:Choice>
              <mc:Fallback>
                <p:oleObj name="Equation" r:id="rId5" imgW="2234880" imgH="228600" progId="Equation.3">
                  <p:embed/>
                  <p:pic>
                    <p:nvPicPr>
                      <p:cNvPr id="1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0642" y="2653573"/>
                        <a:ext cx="4609907" cy="471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7593739"/>
              </p:ext>
            </p:extLst>
          </p:nvPr>
        </p:nvGraphicFramePr>
        <p:xfrm>
          <a:off x="1633111" y="4738684"/>
          <a:ext cx="4048555" cy="6799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336760" imgH="393480" progId="Equation.3">
                  <p:embed/>
                </p:oleObj>
              </mc:Choice>
              <mc:Fallback>
                <p:oleObj name="Equation" r:id="rId7" imgW="2336760" imgH="393480" progId="Equation.3">
                  <p:embed/>
                  <p:pic>
                    <p:nvPicPr>
                      <p:cNvPr id="1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3111" y="4738684"/>
                        <a:ext cx="4048555" cy="67995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3794880"/>
              </p:ext>
            </p:extLst>
          </p:nvPr>
        </p:nvGraphicFramePr>
        <p:xfrm>
          <a:off x="3118239" y="5444207"/>
          <a:ext cx="2328863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104840" imgH="228600" progId="Equation.3">
                  <p:embed/>
                </p:oleObj>
              </mc:Choice>
              <mc:Fallback>
                <p:oleObj name="公式" r:id="rId9" imgW="1104840" imgH="228600" progId="Equation.3">
                  <p:embed/>
                  <p:pic>
                    <p:nvPicPr>
                      <p:cNvPr id="1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8239" y="5444207"/>
                        <a:ext cx="2328863" cy="4810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1712371"/>
              </p:ext>
            </p:extLst>
          </p:nvPr>
        </p:nvGraphicFramePr>
        <p:xfrm>
          <a:off x="2540583" y="3804782"/>
          <a:ext cx="2233613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079280" imgH="228600" progId="Equation.3">
                  <p:embed/>
                </p:oleObj>
              </mc:Choice>
              <mc:Fallback>
                <p:oleObj name="公式" r:id="rId11" imgW="1079280" imgH="228600" progId="Equation.3">
                  <p:embed/>
                  <p:pic>
                    <p:nvPicPr>
                      <p:cNvPr id="1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583" y="3804782"/>
                        <a:ext cx="2233613" cy="4730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820049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Discussion on Step 3: How to solve the equations in a more general way? – Cramer’s rule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linear algebra, 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matrix,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vector.</a:t>
            </a:r>
          </a:p>
          <a:p>
            <a:pPr marL="0" indent="0" algn="just">
              <a:buNone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has non-zero determinant, then the theorem states that in this case the system has a unique solution, whose individual values for the unknowns are given by:</a:t>
            </a:r>
          </a:p>
          <a:p>
            <a:pPr marL="0" indent="0" algn="just">
              <a:buNone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matrix formed by replacing the 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column of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the column vector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solidFill>
                  <a:srgbClr val="000000"/>
                </a:solidFill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en-US" altLang="zh-CN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690257" y="1825625"/>
                <a:ext cx="1441580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𝐴𝑥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0257" y="1825625"/>
                <a:ext cx="1441580" cy="369332"/>
              </a:xfrm>
              <a:prstGeom prst="rect">
                <a:avLst/>
              </a:prstGeom>
              <a:blipFill>
                <a:blip r:embed="rId2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662972" y="4297969"/>
                <a:ext cx="1761880" cy="7859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3200" i="1" dirty="0"/>
                  <a:t>=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zh-CN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3200" b="0" i="0" smtClean="0">
                            <a:latin typeface="Cambria Math" panose="02040503050406030204" pitchFamily="18" charset="0"/>
                          </a:rPr>
                          <m:t>det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sSub>
                          <m:sSubPr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3200" b="0" i="0" smtClean="0">
                            <a:latin typeface="Cambria Math" panose="02040503050406030204" pitchFamily="18" charset="0"/>
                          </a:rPr>
                          <m:t>det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zh-CN" altLang="en-US" sz="3200" i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2972" y="4297969"/>
                <a:ext cx="1761880" cy="785984"/>
              </a:xfrm>
              <a:prstGeom prst="rect">
                <a:avLst/>
              </a:prstGeom>
              <a:blipFill>
                <a:blip r:embed="rId3"/>
                <a:stretch>
                  <a:fillRect t="-775" b="-85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51282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1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7"/>
            <a:ext cx="10635672" cy="5030787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the nodal voltages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essential nodes?</a:t>
            </a:r>
          </a:p>
          <a:p>
            <a:pPr>
              <a:lnSpc>
                <a:spcPct val="12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Taking node 0 as the reference node, 3 unknown nodal voltages remain. There are also 4 unknown branch currents. Use Ohm’s law equations to replace the currents in the form of three nodal voltages, resulting in 3 equations.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en-US" altLang="zh-CN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/>
          <a:srcRect r="51446" b="8974"/>
          <a:stretch/>
        </p:blipFill>
        <p:spPr>
          <a:xfrm>
            <a:off x="992366" y="2176153"/>
            <a:ext cx="3692058" cy="238641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/>
          <a:srcRect l="52015" r="-569" b="8974"/>
          <a:stretch/>
        </p:blipFill>
        <p:spPr>
          <a:xfrm>
            <a:off x="7125592" y="2189574"/>
            <a:ext cx="3671293" cy="2372997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>
            <a:off x="5041499" y="3039425"/>
            <a:ext cx="1706252" cy="50904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4830873" y="2498102"/>
            <a:ext cx="21275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 unknowns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39996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1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of current in A and voltage in V.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node 1: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node 2: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node 3: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en-US" altLang="zh-CN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3747407"/>
              </p:ext>
            </p:extLst>
          </p:nvPr>
        </p:nvGraphicFramePr>
        <p:xfrm>
          <a:off x="3101975" y="2262188"/>
          <a:ext cx="3459163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968480" imgH="634680" progId="Equation.3">
                  <p:embed/>
                </p:oleObj>
              </mc:Choice>
              <mc:Fallback>
                <p:oleObj name="公式" r:id="rId2" imgW="1968480" imgH="634680" progId="Equation.3">
                  <p:embed/>
                  <p:pic>
                    <p:nvPicPr>
                      <p:cNvPr id="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1975" y="2262188"/>
                        <a:ext cx="3459163" cy="11144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84292"/>
              </p:ext>
            </p:extLst>
          </p:nvPr>
        </p:nvGraphicFramePr>
        <p:xfrm>
          <a:off x="3058152" y="3654069"/>
          <a:ext cx="3687302" cy="10888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45960" imgH="634680" progId="Equation.3">
                  <p:embed/>
                </p:oleObj>
              </mc:Choice>
              <mc:Fallback>
                <p:oleObj name="Equation" r:id="rId4" imgW="2145960" imgH="634680" progId="Equation.3">
                  <p:embed/>
                  <p:pic>
                    <p:nvPicPr>
                      <p:cNvPr id="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8152" y="3654069"/>
                        <a:ext cx="3687302" cy="108881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1338802"/>
              </p:ext>
            </p:extLst>
          </p:nvPr>
        </p:nvGraphicFramePr>
        <p:xfrm>
          <a:off x="3058152" y="5081235"/>
          <a:ext cx="4294755" cy="10770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27200" imgH="634680" progId="Equation.3">
                  <p:embed/>
                </p:oleObj>
              </mc:Choice>
              <mc:Fallback>
                <p:oleObj name="Equation" r:id="rId6" imgW="2527200" imgH="634680" progId="Equation.3">
                  <p:embed/>
                  <p:pic>
                    <p:nvPicPr>
                      <p:cNvPr id="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8152" y="5081235"/>
                        <a:ext cx="4294755" cy="107703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8" cstate="print"/>
          <a:srcRect l="51340" b="8809"/>
          <a:stretch/>
        </p:blipFill>
        <p:spPr>
          <a:xfrm>
            <a:off x="7352907" y="1401727"/>
            <a:ext cx="4328495" cy="279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6394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1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986047" cy="4726004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equations with three unknowns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’s to solve: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Applying Cramer’s rule: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Similarly,  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en-US" altLang="zh-CN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3245277"/>
              </p:ext>
            </p:extLst>
          </p:nvPr>
        </p:nvGraphicFramePr>
        <p:xfrm>
          <a:off x="2241590" y="2575428"/>
          <a:ext cx="3381061" cy="1424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88760" imgH="711000" progId="Equation.3">
                  <p:embed/>
                </p:oleObj>
              </mc:Choice>
              <mc:Fallback>
                <p:oleObj name="Equation" r:id="rId2" imgW="1688760" imgH="711000" progId="Equation.3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1590" y="2575428"/>
                        <a:ext cx="3381061" cy="142411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3036012"/>
              </p:ext>
            </p:extLst>
          </p:nvPr>
        </p:nvGraphicFramePr>
        <p:xfrm>
          <a:off x="5323172" y="3707307"/>
          <a:ext cx="5744980" cy="2316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403440" imgH="1371600" progId="Equation.3">
                  <p:embed/>
                </p:oleObj>
              </mc:Choice>
              <mc:Fallback>
                <p:oleObj name="Equation" r:id="rId4" imgW="3403440" imgH="1371600" progId="Equation.3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3172" y="3707307"/>
                        <a:ext cx="5744980" cy="23164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8493623"/>
              </p:ext>
            </p:extLst>
          </p:nvPr>
        </p:nvGraphicFramePr>
        <p:xfrm>
          <a:off x="2831976" y="6242667"/>
          <a:ext cx="2200287" cy="4438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30040" imgH="228600" progId="Equation.3">
                  <p:embed/>
                </p:oleObj>
              </mc:Choice>
              <mc:Fallback>
                <p:oleObj name="Equation" r:id="rId6" imgW="1130040" imgH="228600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1976" y="6242667"/>
                        <a:ext cx="2200287" cy="44389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1340" b="8809"/>
          <a:stretch/>
        </p:blipFill>
        <p:spPr>
          <a:xfrm>
            <a:off x="7352907" y="1401727"/>
            <a:ext cx="4328495" cy="279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8386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Nodal analysis –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voltage source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voltage source is the only element between two essential nodes, the node-voltage method can be simplified.</a:t>
            </a:r>
          </a:p>
          <a:p>
            <a:pPr>
              <a:lnSpc>
                <a:spcPct val="12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general, when you use the node-voltage method to solve circuits that have voltage sources connected directly between essential nodes, the number of unknown node voltages is reduced. </a:t>
            </a:r>
          </a:p>
          <a:p>
            <a:pPr>
              <a:lnSpc>
                <a:spcPct val="120000"/>
              </a:lnSpc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reason is that, whenever a voltage source connects two essential nodes, it constrains the difference between the node voltages at these nodes to equal the voltage of the source.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en-US" altLang="zh-CN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2847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of Nodal Analysis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68732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aim is to </a:t>
            </a:r>
            <a:r>
              <a:rPr lang="en-US" alt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</a:t>
            </a:r>
            <a:r>
              <a:rPr lang="en-US" alt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nodal voltages</a:t>
            </a:r>
            <a:r>
              <a:rPr lang="en-US" alt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relative to that of </a:t>
            </a:r>
            <a:r>
              <a:rPr lang="en-US" alt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reference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1" hangingPunct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a circuit with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nodes,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voltage sources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nodal analysis is accomplished via three steps:</a:t>
            </a:r>
          </a:p>
          <a:p>
            <a:pPr marL="914400" lvl="1" indent="-457200">
              <a:buFontTx/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a convenient node as the reference node. Assign voltages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,v</a:t>
            </a:r>
            <a:r>
              <a:rPr lang="en-US" alt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,…</a:t>
            </a:r>
            <a:r>
              <a:rPr lang="en-US" alt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remaining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n-1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nodes.</a:t>
            </a:r>
          </a:p>
          <a:p>
            <a:pPr marL="914400" lvl="1" indent="-457200">
              <a:buFontTx/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KCL to each of the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n-1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non-reference nodes. </a:t>
            </a:r>
          </a:p>
          <a:p>
            <a:pPr marL="914400" lvl="1" indent="-457200">
              <a:buFontTx/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Ohm’s law to express the branch currents in terms of node voltages.</a:t>
            </a:r>
          </a:p>
          <a:p>
            <a:pPr marL="914400" lvl="1" indent="-457200">
              <a:buFontTx/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 the resulting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n-1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simultaneous equations to obtain the unknown node voltages.</a:t>
            </a:r>
          </a:p>
          <a:p>
            <a:pPr eaLnBrk="1" hangingPunct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cas</a:t>
            </a:r>
            <a:r>
              <a:rPr lang="en-US" altLang="en-US" dirty="0"/>
              <a:t>e of with voltage sources, a </a:t>
            </a:r>
            <a:r>
              <a:rPr lang="en-US" altLang="en-US" dirty="0" err="1"/>
              <a:t>supernode</a:t>
            </a:r>
            <a:r>
              <a:rPr lang="en-US" altLang="en-US" dirty="0"/>
              <a:t> method with KVL may be used (or via the direct method)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1" hangingPunct="1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en-US" altLang="zh-CN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59613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solidFill>
                  <a:srgbClr val="000000"/>
                </a:solidFill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en-US" altLang="zh-CN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pic>
        <p:nvPicPr>
          <p:cNvPr id="5" name="Picture 2" descr="AAAZIOM0.jpg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7449" y="2989411"/>
            <a:ext cx="7809911" cy="3366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4913427" y="3571142"/>
            <a:ext cx="414780" cy="1828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989815" y="1611984"/>
            <a:ext cx="10363986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 Use Nodal analysis to find the branch current through three resistors. </a:t>
            </a:r>
          </a:p>
          <a:p>
            <a:pPr algn="just">
              <a:spcBef>
                <a:spcPts val="1200"/>
              </a:spcBef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Find the power associated with each source, and state whether the source is delivering or absorbing power. 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4475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7" name="Picture 2" descr="AAAZIOU0.jpg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4668" y="1992228"/>
            <a:ext cx="7682663" cy="3400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>
            <a:off x="3838209" y="2838424"/>
            <a:ext cx="311085" cy="16308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8"/>
          <p:cNvSpPr/>
          <p:nvPr/>
        </p:nvSpPr>
        <p:spPr>
          <a:xfrm>
            <a:off x="5300935" y="2838423"/>
            <a:ext cx="311085" cy="16308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9"/>
          <p:cNvSpPr/>
          <p:nvPr/>
        </p:nvSpPr>
        <p:spPr>
          <a:xfrm>
            <a:off x="7011737" y="2877238"/>
            <a:ext cx="311085" cy="16308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6270325" y="3111801"/>
            <a:ext cx="741412" cy="4430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ounded Rectangle 11"/>
          <p:cNvSpPr/>
          <p:nvPr/>
        </p:nvSpPr>
        <p:spPr>
          <a:xfrm>
            <a:off x="5525608" y="1914596"/>
            <a:ext cx="2253006" cy="1272619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11636" y="1330506"/>
            <a:ext cx="433290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combine node 2 and 3 to form a </a:t>
            </a:r>
            <a:r>
              <a:rPr lang="en-US" altLang="zh-CN" sz="2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Supernode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KCL on the closed</a:t>
            </a:r>
          </a:p>
          <a:p>
            <a:pPr algn="r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boundary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3438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6299201" cy="4351338"/>
          </a:xfrm>
        </p:spPr>
        <p:txBody>
          <a:bodyPr>
            <a:normAutofit lnSpcReduction="10000"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=4 essential nodes.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-1=3 nodal voltages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variables.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Voltage of node 1 is fixed.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Nodes 2 and 3 make up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supernode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Variables:</a:t>
            </a:r>
            <a:r>
              <a:rPr lang="en-US" dirty="0"/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i="1" baseline="-25000" dirty="0"/>
              <a:t>3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KCL to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supernode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Constraints: 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lang="en-US" altLang="zh-CN">
              <a:ea typeface="黑体" panose="02010609060101010101" pitchFamily="49" charset="-122"/>
            </a:endParaRPr>
          </a:p>
        </p:txBody>
      </p:sp>
      <p:graphicFrame>
        <p:nvGraphicFramePr>
          <p:cNvPr id="1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1336473"/>
              </p:ext>
            </p:extLst>
          </p:nvPr>
        </p:nvGraphicFramePr>
        <p:xfrm>
          <a:off x="5865128" y="4759558"/>
          <a:ext cx="2886874" cy="818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84200" imgH="393480" progId="Equation.3">
                  <p:embed/>
                </p:oleObj>
              </mc:Choice>
              <mc:Fallback>
                <p:oleObj name="Equation" r:id="rId2" imgW="1384200" imgH="393480" progId="Equation.3">
                  <p:embed/>
                  <p:pic>
                    <p:nvPicPr>
                      <p:cNvPr id="19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5128" y="4759558"/>
                        <a:ext cx="2886874" cy="81845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9804781"/>
              </p:ext>
            </p:extLst>
          </p:nvPr>
        </p:nvGraphicFramePr>
        <p:xfrm>
          <a:off x="3127720" y="5900148"/>
          <a:ext cx="4521200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349360" imgH="393480" progId="Equation.3">
                  <p:embed/>
                </p:oleObj>
              </mc:Choice>
              <mc:Fallback>
                <p:oleObj name="公式" r:id="rId4" imgW="2349360" imgH="393480" progId="Equation.3">
                  <p:embed/>
                  <p:pic>
                    <p:nvPicPr>
                      <p:cNvPr id="2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7720" y="5900148"/>
                        <a:ext cx="4521200" cy="7540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4137979"/>
              </p:ext>
            </p:extLst>
          </p:nvPr>
        </p:nvGraphicFramePr>
        <p:xfrm>
          <a:off x="5168049" y="3248976"/>
          <a:ext cx="959373" cy="4502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57200" imgH="215640" progId="Equation.3">
                  <p:embed/>
                </p:oleObj>
              </mc:Choice>
              <mc:Fallback>
                <p:oleObj name="Equation" r:id="rId6" imgW="457200" imgH="215640" progId="Equation.3">
                  <p:embed/>
                  <p:pic>
                    <p:nvPicPr>
                      <p:cNvPr id="21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8049" y="3248976"/>
                        <a:ext cx="959373" cy="45022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" name="Picture 2" descr="AAAZIOV0.jpg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1751" y="1925841"/>
            <a:ext cx="5176511" cy="2234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876566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5" name="Content Placeholder 5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1"/>
          </a:xfrm>
        </p:spPr>
        <p:txBody>
          <a:bodyPr>
            <a:noAutofit/>
          </a:bodyPr>
          <a:lstStyle/>
          <a:p>
            <a:pPr marL="457200" indent="-457200">
              <a:lnSpc>
                <a:spcPct val="1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en-US" sz="3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Nodal analysis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altLang="en-US" sz="2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circuits w/o a voltage source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altLang="en-US" sz="2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circuits w/ a voltage source (</a:t>
            </a:r>
            <a:r>
              <a:rPr lang="en-US" altLang="en-US" sz="2800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supernode</a:t>
            </a:r>
            <a:r>
              <a:rPr lang="en-US" altLang="en-US" sz="2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trick)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Mesh analysis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Circuits w/o a current source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Circuits w/ a current source (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supermesh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trick)</a:t>
            </a:r>
          </a:p>
          <a:p>
            <a:pPr marL="457200" indent="-457200">
              <a:lnSpc>
                <a:spcPct val="10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US" altLang="en-US" sz="3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Nodal analysis versus Mesh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en-US" altLang="zh-CN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05439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259A7-D249-0244-A271-8CCB18BB1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mesh?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92551-E6D5-0044-9F2C-E34D78FDF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5045"/>
            <a:ext cx="10515600" cy="4561918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dirty="0"/>
              <a:t>A </a:t>
            </a:r>
            <a:r>
              <a:rPr lang="en-US" altLang="en-US" b="1" dirty="0"/>
              <a:t>mesh</a:t>
            </a:r>
            <a:r>
              <a:rPr lang="en-US" altLang="en-US" dirty="0"/>
              <a:t> is a loop that does not contain any other loop within it, where a </a:t>
            </a:r>
            <a:r>
              <a:rPr lang="en-US" altLang="en-US" b="1" dirty="0"/>
              <a:t>loop</a:t>
            </a:r>
            <a:r>
              <a:rPr lang="en-US" altLang="en-US" dirty="0"/>
              <a:t> is a closed path with no node passed more than once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8BC373-789C-9F40-B128-92653D571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solidFill>
                  <a:srgbClr val="000000"/>
                </a:solidFill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en-US" altLang="zh-CN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73DD9F-3CD7-D345-AADB-313D4991D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934" y="2743200"/>
            <a:ext cx="5343565" cy="37747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4ED2151-0AD5-B845-9749-B4F3FC4401A3}"/>
              </a:ext>
            </a:extLst>
          </p:cNvPr>
          <p:cNvSpPr txBox="1"/>
          <p:nvPr/>
        </p:nvSpPr>
        <p:spPr>
          <a:xfrm>
            <a:off x="7683336" y="2826328"/>
            <a:ext cx="34319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a mesh and the current </a:t>
            </a: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called mesh-current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14C24E4-1A62-CB43-AE5B-7EC136E56D54}"/>
              </a:ext>
            </a:extLst>
          </p:cNvPr>
          <p:cNvCxnSpPr/>
          <p:nvPr/>
        </p:nvCxnSpPr>
        <p:spPr>
          <a:xfrm flipH="1">
            <a:off x="6056416" y="3123210"/>
            <a:ext cx="1555667" cy="415637"/>
          </a:xfrm>
          <a:prstGeom prst="straightConnector1">
            <a:avLst/>
          </a:prstGeom>
          <a:ln>
            <a:solidFill>
              <a:srgbClr val="C00000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C00F466-5463-6246-AA5E-C84C8ED8F76C}"/>
              </a:ext>
            </a:extLst>
          </p:cNvPr>
          <p:cNvGrpSpPr/>
          <p:nvPr/>
        </p:nvGrpSpPr>
        <p:grpSpPr>
          <a:xfrm>
            <a:off x="3372593" y="4441372"/>
            <a:ext cx="8263247" cy="1935678"/>
            <a:chOff x="3372593" y="4441372"/>
            <a:chExt cx="8263247" cy="1935678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46F058A-4517-B34B-A386-816C175D131A}"/>
                </a:ext>
              </a:extLst>
            </p:cNvPr>
            <p:cNvSpPr/>
            <p:nvPr/>
          </p:nvSpPr>
          <p:spPr>
            <a:xfrm>
              <a:off x="3372593" y="4441372"/>
              <a:ext cx="3610099" cy="1935678"/>
            </a:xfrm>
            <a:custGeom>
              <a:avLst/>
              <a:gdLst>
                <a:gd name="connsiteX0" fmla="*/ 11875 w 3610099"/>
                <a:gd name="connsiteY0" fmla="*/ 1638795 h 1935678"/>
                <a:gd name="connsiteX1" fmla="*/ 0 w 3610099"/>
                <a:gd name="connsiteY1" fmla="*/ 1330036 h 1935678"/>
                <a:gd name="connsiteX2" fmla="*/ 23751 w 3610099"/>
                <a:gd name="connsiteY2" fmla="*/ 1163782 h 1935678"/>
                <a:gd name="connsiteX3" fmla="*/ 35626 w 3610099"/>
                <a:gd name="connsiteY3" fmla="*/ 1080654 h 1935678"/>
                <a:gd name="connsiteX4" fmla="*/ 47501 w 3610099"/>
                <a:gd name="connsiteY4" fmla="*/ 985652 h 1935678"/>
                <a:gd name="connsiteX5" fmla="*/ 71252 w 3610099"/>
                <a:gd name="connsiteY5" fmla="*/ 866898 h 1935678"/>
                <a:gd name="connsiteX6" fmla="*/ 95002 w 3610099"/>
                <a:gd name="connsiteY6" fmla="*/ 653143 h 1935678"/>
                <a:gd name="connsiteX7" fmla="*/ 106878 w 3610099"/>
                <a:gd name="connsiteY7" fmla="*/ 570015 h 1935678"/>
                <a:gd name="connsiteX8" fmla="*/ 130628 w 3610099"/>
                <a:gd name="connsiteY8" fmla="*/ 391885 h 1935678"/>
                <a:gd name="connsiteX9" fmla="*/ 178130 w 3610099"/>
                <a:gd name="connsiteY9" fmla="*/ 273132 h 1935678"/>
                <a:gd name="connsiteX10" fmla="*/ 225631 w 3610099"/>
                <a:gd name="connsiteY10" fmla="*/ 201880 h 1935678"/>
                <a:gd name="connsiteX11" fmla="*/ 320634 w 3610099"/>
                <a:gd name="connsiteY11" fmla="*/ 130628 h 1935678"/>
                <a:gd name="connsiteX12" fmla="*/ 356260 w 3610099"/>
                <a:gd name="connsiteY12" fmla="*/ 106878 h 1935678"/>
                <a:gd name="connsiteX13" fmla="*/ 475013 w 3610099"/>
                <a:gd name="connsiteY13" fmla="*/ 71252 h 1935678"/>
                <a:gd name="connsiteX14" fmla="*/ 581891 w 3610099"/>
                <a:gd name="connsiteY14" fmla="*/ 59376 h 1935678"/>
                <a:gd name="connsiteX15" fmla="*/ 1211283 w 3610099"/>
                <a:gd name="connsiteY15" fmla="*/ 71252 h 1935678"/>
                <a:gd name="connsiteX16" fmla="*/ 1793174 w 3610099"/>
                <a:gd name="connsiteY16" fmla="*/ 47501 h 1935678"/>
                <a:gd name="connsiteX17" fmla="*/ 1876301 w 3610099"/>
                <a:gd name="connsiteY17" fmla="*/ 35626 h 1935678"/>
                <a:gd name="connsiteX18" fmla="*/ 1923802 w 3610099"/>
                <a:gd name="connsiteY18" fmla="*/ 23750 h 1935678"/>
                <a:gd name="connsiteX19" fmla="*/ 2030680 w 3610099"/>
                <a:gd name="connsiteY19" fmla="*/ 11875 h 1935678"/>
                <a:gd name="connsiteX20" fmla="*/ 2125683 w 3610099"/>
                <a:gd name="connsiteY20" fmla="*/ 0 h 1935678"/>
                <a:gd name="connsiteX21" fmla="*/ 2766951 w 3610099"/>
                <a:gd name="connsiteY21" fmla="*/ 11875 h 1935678"/>
                <a:gd name="connsiteX22" fmla="*/ 3063834 w 3610099"/>
                <a:gd name="connsiteY22" fmla="*/ 23750 h 1935678"/>
                <a:gd name="connsiteX23" fmla="*/ 3503221 w 3610099"/>
                <a:gd name="connsiteY23" fmla="*/ 35626 h 1935678"/>
                <a:gd name="connsiteX24" fmla="*/ 3526971 w 3610099"/>
                <a:gd name="connsiteY24" fmla="*/ 71252 h 1935678"/>
                <a:gd name="connsiteX25" fmla="*/ 3562597 w 3610099"/>
                <a:gd name="connsiteY25" fmla="*/ 106878 h 1935678"/>
                <a:gd name="connsiteX26" fmla="*/ 3574473 w 3610099"/>
                <a:gd name="connsiteY26" fmla="*/ 142504 h 1935678"/>
                <a:gd name="connsiteX27" fmla="*/ 3598223 w 3610099"/>
                <a:gd name="connsiteY27" fmla="*/ 237506 h 1935678"/>
                <a:gd name="connsiteX28" fmla="*/ 3610099 w 3610099"/>
                <a:gd name="connsiteY28" fmla="*/ 463137 h 1935678"/>
                <a:gd name="connsiteX29" fmla="*/ 3598223 w 3610099"/>
                <a:gd name="connsiteY29" fmla="*/ 522514 h 1935678"/>
                <a:gd name="connsiteX30" fmla="*/ 3586348 w 3610099"/>
                <a:gd name="connsiteY30" fmla="*/ 1092530 h 1935678"/>
                <a:gd name="connsiteX31" fmla="*/ 3550722 w 3610099"/>
                <a:gd name="connsiteY31" fmla="*/ 1413163 h 1935678"/>
                <a:gd name="connsiteX32" fmla="*/ 3515096 w 3610099"/>
                <a:gd name="connsiteY32" fmla="*/ 1531917 h 1935678"/>
                <a:gd name="connsiteX33" fmla="*/ 3491345 w 3610099"/>
                <a:gd name="connsiteY33" fmla="*/ 1615044 h 1935678"/>
                <a:gd name="connsiteX34" fmla="*/ 3467595 w 3610099"/>
                <a:gd name="connsiteY34" fmla="*/ 1650670 h 1935678"/>
                <a:gd name="connsiteX35" fmla="*/ 3431969 w 3610099"/>
                <a:gd name="connsiteY35" fmla="*/ 1721922 h 1935678"/>
                <a:gd name="connsiteX36" fmla="*/ 3325091 w 3610099"/>
                <a:gd name="connsiteY36" fmla="*/ 1769423 h 1935678"/>
                <a:gd name="connsiteX37" fmla="*/ 3230088 w 3610099"/>
                <a:gd name="connsiteY37" fmla="*/ 1793174 h 1935678"/>
                <a:gd name="connsiteX38" fmla="*/ 2695699 w 3610099"/>
                <a:gd name="connsiteY38" fmla="*/ 1781298 h 1935678"/>
                <a:gd name="connsiteX39" fmla="*/ 2339439 w 3610099"/>
                <a:gd name="connsiteY39" fmla="*/ 1793174 h 1935678"/>
                <a:gd name="connsiteX40" fmla="*/ 2078182 w 3610099"/>
                <a:gd name="connsiteY40" fmla="*/ 1816924 h 1935678"/>
                <a:gd name="connsiteX41" fmla="*/ 1603169 w 3610099"/>
                <a:gd name="connsiteY41" fmla="*/ 1828800 h 1935678"/>
                <a:gd name="connsiteX42" fmla="*/ 593766 w 3610099"/>
                <a:gd name="connsiteY42" fmla="*/ 1816924 h 1935678"/>
                <a:gd name="connsiteX43" fmla="*/ 629392 w 3610099"/>
                <a:gd name="connsiteY43" fmla="*/ 1793174 h 1935678"/>
                <a:gd name="connsiteX44" fmla="*/ 712519 w 3610099"/>
                <a:gd name="connsiteY44" fmla="*/ 1733797 h 1935678"/>
                <a:gd name="connsiteX45" fmla="*/ 760021 w 3610099"/>
                <a:gd name="connsiteY45" fmla="*/ 1721922 h 1935678"/>
                <a:gd name="connsiteX46" fmla="*/ 653143 w 3610099"/>
                <a:gd name="connsiteY46" fmla="*/ 1769423 h 1935678"/>
                <a:gd name="connsiteX47" fmla="*/ 617517 w 3610099"/>
                <a:gd name="connsiteY47" fmla="*/ 1781298 h 1935678"/>
                <a:gd name="connsiteX48" fmla="*/ 581891 w 3610099"/>
                <a:gd name="connsiteY48" fmla="*/ 1793174 h 1935678"/>
                <a:gd name="connsiteX49" fmla="*/ 570015 w 3610099"/>
                <a:gd name="connsiteY49" fmla="*/ 1828800 h 1935678"/>
                <a:gd name="connsiteX50" fmla="*/ 617517 w 3610099"/>
                <a:gd name="connsiteY50" fmla="*/ 1840675 h 1935678"/>
                <a:gd name="connsiteX51" fmla="*/ 676893 w 3610099"/>
                <a:gd name="connsiteY51" fmla="*/ 1864426 h 1935678"/>
                <a:gd name="connsiteX52" fmla="*/ 712519 w 3610099"/>
                <a:gd name="connsiteY52" fmla="*/ 1876301 h 1935678"/>
                <a:gd name="connsiteX53" fmla="*/ 748145 w 3610099"/>
                <a:gd name="connsiteY53" fmla="*/ 1900052 h 1935678"/>
                <a:gd name="connsiteX54" fmla="*/ 783771 w 3610099"/>
                <a:gd name="connsiteY54" fmla="*/ 1935678 h 1935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3610099" h="1935678">
                  <a:moveTo>
                    <a:pt x="11875" y="1638795"/>
                  </a:moveTo>
                  <a:cubicBezTo>
                    <a:pt x="7917" y="1535875"/>
                    <a:pt x="0" y="1433032"/>
                    <a:pt x="0" y="1330036"/>
                  </a:cubicBezTo>
                  <a:cubicBezTo>
                    <a:pt x="0" y="1254135"/>
                    <a:pt x="12786" y="1229568"/>
                    <a:pt x="23751" y="1163782"/>
                  </a:cubicBezTo>
                  <a:cubicBezTo>
                    <a:pt x="28353" y="1136172"/>
                    <a:pt x="31927" y="1108399"/>
                    <a:pt x="35626" y="1080654"/>
                  </a:cubicBezTo>
                  <a:cubicBezTo>
                    <a:pt x="39844" y="1049020"/>
                    <a:pt x="42254" y="1017132"/>
                    <a:pt x="47501" y="985652"/>
                  </a:cubicBezTo>
                  <a:cubicBezTo>
                    <a:pt x="73064" y="832273"/>
                    <a:pt x="45117" y="1075984"/>
                    <a:pt x="71252" y="866898"/>
                  </a:cubicBezTo>
                  <a:cubicBezTo>
                    <a:pt x="80144" y="795761"/>
                    <a:pt x="84863" y="724113"/>
                    <a:pt x="95002" y="653143"/>
                  </a:cubicBezTo>
                  <a:cubicBezTo>
                    <a:pt x="98961" y="625434"/>
                    <a:pt x="103179" y="597760"/>
                    <a:pt x="106878" y="570015"/>
                  </a:cubicBezTo>
                  <a:cubicBezTo>
                    <a:pt x="108913" y="554756"/>
                    <a:pt x="125916" y="412305"/>
                    <a:pt x="130628" y="391885"/>
                  </a:cubicBezTo>
                  <a:cubicBezTo>
                    <a:pt x="139125" y="355065"/>
                    <a:pt x="157927" y="306803"/>
                    <a:pt x="178130" y="273132"/>
                  </a:cubicBezTo>
                  <a:cubicBezTo>
                    <a:pt x="192816" y="248655"/>
                    <a:pt x="202795" y="219007"/>
                    <a:pt x="225631" y="201880"/>
                  </a:cubicBezTo>
                  <a:cubicBezTo>
                    <a:pt x="257299" y="178129"/>
                    <a:pt x="287697" y="152585"/>
                    <a:pt x="320634" y="130628"/>
                  </a:cubicBezTo>
                  <a:cubicBezTo>
                    <a:pt x="332509" y="122711"/>
                    <a:pt x="343218" y="112674"/>
                    <a:pt x="356260" y="106878"/>
                  </a:cubicBezTo>
                  <a:cubicBezTo>
                    <a:pt x="373399" y="99261"/>
                    <a:pt x="448595" y="75316"/>
                    <a:pt x="475013" y="71252"/>
                  </a:cubicBezTo>
                  <a:cubicBezTo>
                    <a:pt x="510441" y="65801"/>
                    <a:pt x="546265" y="63335"/>
                    <a:pt x="581891" y="59376"/>
                  </a:cubicBezTo>
                  <a:lnTo>
                    <a:pt x="1211283" y="71252"/>
                  </a:lnTo>
                  <a:cubicBezTo>
                    <a:pt x="1445821" y="71252"/>
                    <a:pt x="1579938" y="60828"/>
                    <a:pt x="1793174" y="47501"/>
                  </a:cubicBezTo>
                  <a:cubicBezTo>
                    <a:pt x="1820883" y="43543"/>
                    <a:pt x="1848762" y="40633"/>
                    <a:pt x="1876301" y="35626"/>
                  </a:cubicBezTo>
                  <a:cubicBezTo>
                    <a:pt x="1892359" y="32706"/>
                    <a:pt x="1907671" y="26232"/>
                    <a:pt x="1923802" y="23750"/>
                  </a:cubicBezTo>
                  <a:cubicBezTo>
                    <a:pt x="1959230" y="18299"/>
                    <a:pt x="1995080" y="16063"/>
                    <a:pt x="2030680" y="11875"/>
                  </a:cubicBezTo>
                  <a:lnTo>
                    <a:pt x="2125683" y="0"/>
                  </a:lnTo>
                  <a:lnTo>
                    <a:pt x="2766951" y="11875"/>
                  </a:lnTo>
                  <a:cubicBezTo>
                    <a:pt x="2865959" y="14381"/>
                    <a:pt x="2964845" y="20557"/>
                    <a:pt x="3063834" y="23750"/>
                  </a:cubicBezTo>
                  <a:lnTo>
                    <a:pt x="3503221" y="35626"/>
                  </a:lnTo>
                  <a:cubicBezTo>
                    <a:pt x="3511138" y="47501"/>
                    <a:pt x="3517834" y="60288"/>
                    <a:pt x="3526971" y="71252"/>
                  </a:cubicBezTo>
                  <a:cubicBezTo>
                    <a:pt x="3537722" y="84154"/>
                    <a:pt x="3553281" y="92904"/>
                    <a:pt x="3562597" y="106878"/>
                  </a:cubicBezTo>
                  <a:cubicBezTo>
                    <a:pt x="3569541" y="117293"/>
                    <a:pt x="3571179" y="130427"/>
                    <a:pt x="3574473" y="142504"/>
                  </a:cubicBezTo>
                  <a:cubicBezTo>
                    <a:pt x="3583062" y="173996"/>
                    <a:pt x="3598223" y="237506"/>
                    <a:pt x="3598223" y="237506"/>
                  </a:cubicBezTo>
                  <a:cubicBezTo>
                    <a:pt x="3602182" y="312716"/>
                    <a:pt x="3610099" y="387823"/>
                    <a:pt x="3610099" y="463137"/>
                  </a:cubicBezTo>
                  <a:cubicBezTo>
                    <a:pt x="3610099" y="483321"/>
                    <a:pt x="3598984" y="502344"/>
                    <a:pt x="3598223" y="522514"/>
                  </a:cubicBezTo>
                  <a:cubicBezTo>
                    <a:pt x="3591056" y="712425"/>
                    <a:pt x="3594603" y="902663"/>
                    <a:pt x="3586348" y="1092530"/>
                  </a:cubicBezTo>
                  <a:cubicBezTo>
                    <a:pt x="3583326" y="1162026"/>
                    <a:pt x="3569689" y="1318326"/>
                    <a:pt x="3550722" y="1413163"/>
                  </a:cubicBezTo>
                  <a:cubicBezTo>
                    <a:pt x="3531871" y="1507421"/>
                    <a:pt x="3545395" y="1410717"/>
                    <a:pt x="3515096" y="1531917"/>
                  </a:cubicBezTo>
                  <a:cubicBezTo>
                    <a:pt x="3511290" y="1547143"/>
                    <a:pt x="3499865" y="1598003"/>
                    <a:pt x="3491345" y="1615044"/>
                  </a:cubicBezTo>
                  <a:cubicBezTo>
                    <a:pt x="3484962" y="1627809"/>
                    <a:pt x="3473978" y="1637905"/>
                    <a:pt x="3467595" y="1650670"/>
                  </a:cubicBezTo>
                  <a:cubicBezTo>
                    <a:pt x="3448280" y="1689300"/>
                    <a:pt x="3465998" y="1687893"/>
                    <a:pt x="3431969" y="1721922"/>
                  </a:cubicBezTo>
                  <a:cubicBezTo>
                    <a:pt x="3403742" y="1750149"/>
                    <a:pt x="3360363" y="1757666"/>
                    <a:pt x="3325091" y="1769423"/>
                  </a:cubicBezTo>
                  <a:cubicBezTo>
                    <a:pt x="3270320" y="1787680"/>
                    <a:pt x="3301733" y="1778844"/>
                    <a:pt x="3230088" y="1793174"/>
                  </a:cubicBezTo>
                  <a:cubicBezTo>
                    <a:pt x="3051958" y="1789215"/>
                    <a:pt x="2873873" y="1781298"/>
                    <a:pt x="2695699" y="1781298"/>
                  </a:cubicBezTo>
                  <a:cubicBezTo>
                    <a:pt x="2576880" y="1781298"/>
                    <a:pt x="2458061" y="1786330"/>
                    <a:pt x="2339439" y="1793174"/>
                  </a:cubicBezTo>
                  <a:cubicBezTo>
                    <a:pt x="2252139" y="1798211"/>
                    <a:pt x="2165599" y="1814738"/>
                    <a:pt x="2078182" y="1816924"/>
                  </a:cubicBezTo>
                  <a:lnTo>
                    <a:pt x="1603169" y="1828800"/>
                  </a:lnTo>
                  <a:cubicBezTo>
                    <a:pt x="1266701" y="1824841"/>
                    <a:pt x="930032" y="1829226"/>
                    <a:pt x="593766" y="1816924"/>
                  </a:cubicBezTo>
                  <a:cubicBezTo>
                    <a:pt x="579503" y="1816402"/>
                    <a:pt x="617778" y="1801470"/>
                    <a:pt x="629392" y="1793174"/>
                  </a:cubicBezTo>
                  <a:cubicBezTo>
                    <a:pt x="635474" y="1788830"/>
                    <a:pt x="698527" y="1739794"/>
                    <a:pt x="712519" y="1733797"/>
                  </a:cubicBezTo>
                  <a:cubicBezTo>
                    <a:pt x="727521" y="1727368"/>
                    <a:pt x="744187" y="1725880"/>
                    <a:pt x="760021" y="1721922"/>
                  </a:cubicBezTo>
                  <a:cubicBezTo>
                    <a:pt x="703565" y="1759558"/>
                    <a:pt x="737934" y="1741159"/>
                    <a:pt x="653143" y="1769423"/>
                  </a:cubicBezTo>
                  <a:lnTo>
                    <a:pt x="617517" y="1781298"/>
                  </a:lnTo>
                  <a:lnTo>
                    <a:pt x="581891" y="1793174"/>
                  </a:lnTo>
                  <a:cubicBezTo>
                    <a:pt x="577932" y="1805049"/>
                    <a:pt x="562504" y="1818786"/>
                    <a:pt x="570015" y="1828800"/>
                  </a:cubicBezTo>
                  <a:cubicBezTo>
                    <a:pt x="579808" y="1841857"/>
                    <a:pt x="602033" y="1835514"/>
                    <a:pt x="617517" y="1840675"/>
                  </a:cubicBezTo>
                  <a:cubicBezTo>
                    <a:pt x="637740" y="1847416"/>
                    <a:pt x="656934" y="1856941"/>
                    <a:pt x="676893" y="1864426"/>
                  </a:cubicBezTo>
                  <a:cubicBezTo>
                    <a:pt x="688614" y="1868821"/>
                    <a:pt x="700644" y="1872343"/>
                    <a:pt x="712519" y="1876301"/>
                  </a:cubicBezTo>
                  <a:cubicBezTo>
                    <a:pt x="724394" y="1884218"/>
                    <a:pt x="737181" y="1890915"/>
                    <a:pt x="748145" y="1900052"/>
                  </a:cubicBezTo>
                  <a:cubicBezTo>
                    <a:pt x="761047" y="1910803"/>
                    <a:pt x="783771" y="1935678"/>
                    <a:pt x="783771" y="1935678"/>
                  </a:cubicBezTo>
                </a:path>
              </a:pathLst>
            </a:cu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CDF80B5-1705-DA4B-857A-624759297ECE}"/>
                </a:ext>
              </a:extLst>
            </p:cNvPr>
            <p:cNvSpPr txBox="1"/>
            <p:nvPr/>
          </p:nvSpPr>
          <p:spPr>
            <a:xfrm>
              <a:off x="8203871" y="4795653"/>
              <a:ext cx="34319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24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This is NOT</a:t>
              </a:r>
              <a:r>
                <a:rPr lang="zh-CN" altLang="en-US" sz="24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 mesh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377385FE-5A36-114B-A64B-3C72C8FFB6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40091" y="5118265"/>
              <a:ext cx="1058880" cy="283029"/>
            </a:xfrm>
            <a:prstGeom prst="straightConnector1">
              <a:avLst/>
            </a:prstGeom>
            <a:ln>
              <a:solidFill>
                <a:srgbClr val="0070C0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30108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259A7-D249-0244-A271-8CCB18BB1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Mesh analysis </a:t>
            </a:r>
            <a:r>
              <a:rPr lang="en-US" dirty="0">
                <a:solidFill>
                  <a:srgbClr val="C00000"/>
                </a:solidFill>
              </a:rPr>
              <a:t>only</a:t>
            </a:r>
            <a:r>
              <a:rPr lang="en-US" dirty="0"/>
              <a:t> applies to </a:t>
            </a:r>
            <a:r>
              <a:rPr lang="en-US" i="1" dirty="0"/>
              <a:t>planar</a:t>
            </a:r>
            <a:r>
              <a:rPr lang="en-US" dirty="0"/>
              <a:t> circuits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92551-E6D5-0044-9F2C-E34D78FDF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5045"/>
            <a:ext cx="10515600" cy="4561918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/>
              <a:t>A </a:t>
            </a:r>
            <a:r>
              <a:rPr lang="en-US" b="1" dirty="0"/>
              <a:t>planar</a:t>
            </a:r>
            <a:r>
              <a:rPr lang="en-US" dirty="0"/>
              <a:t> circuit is one that can be drawn in a plane with no branches crossing one another; otherwise it is </a:t>
            </a:r>
            <a:r>
              <a:rPr lang="en-US" i="1" dirty="0"/>
              <a:t>nonplanar. </a:t>
            </a:r>
            <a:endParaRPr lang="en-US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altLang="en-US" i="1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8BC373-789C-9F40-B128-92653D571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solidFill>
                  <a:srgbClr val="000000"/>
                </a:solidFill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32</a:t>
            </a:fld>
            <a:endParaRPr lang="en-US" altLang="zh-CN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2C6428-2AA1-0F40-A1CF-5C2AADF7A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28" y="2636321"/>
            <a:ext cx="3766304" cy="25947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97F004-6180-154E-A0DC-A96D5ACA3137}"/>
              </a:ext>
            </a:extLst>
          </p:cNvPr>
          <p:cNvSpPr txBox="1"/>
          <p:nvPr/>
        </p:nvSpPr>
        <p:spPr>
          <a:xfrm>
            <a:off x="605642" y="5264589"/>
            <a:ext cx="530827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of a nonplanar circuit</a:t>
            </a: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branch with the 13</a:t>
            </a:r>
            <a:r>
              <a:rPr lang="el-GR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resistor prevents the circuit from being drawn without crossing branches.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Question: what if the diagonal 13 W resistor is removed?                                   </a:t>
            </a:r>
            <a:endParaRPr lang="en-GB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AFC9C5-1AE3-E043-A4DD-3F871520C468}"/>
              </a:ext>
            </a:extLst>
          </p:cNvPr>
          <p:cNvSpPr txBox="1"/>
          <p:nvPr/>
        </p:nvSpPr>
        <p:spPr>
          <a:xfrm>
            <a:off x="6161315" y="5425045"/>
            <a:ext cx="57140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 (a) is a planar circuit because it can be equivalently drawn as (b), which has no cross branches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5E3F810-F080-2244-9DE9-79EE67BB4A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7834" y="2560513"/>
            <a:ext cx="1916134" cy="29251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FF61039-0A11-EF49-9233-2A2328C848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0188" y="2897578"/>
            <a:ext cx="2991783" cy="2636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9096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098EE-E695-0445-9DA2-A8A57ECE8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Mesh analysis in a nutshell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54F09-42CF-8C4A-AC66-0D48B8587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Focus on current variables</a:t>
            </a:r>
          </a:p>
          <a:p>
            <a:r>
              <a:rPr lang="en-US" dirty="0"/>
              <a:t>Voltages are expressed using currents (Ohm’s law)</a:t>
            </a:r>
          </a:p>
          <a:p>
            <a:r>
              <a:rPr lang="en-US" dirty="0"/>
              <a:t>Use KVL for each mesh to form equations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1E931-7300-A24D-BB8E-D3F3D31A4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solidFill>
                  <a:srgbClr val="000000"/>
                </a:solidFill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en-US" altLang="zh-CN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259676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Steps for Mesh Analysis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838200" y="1464907"/>
            <a:ext cx="10515600" cy="2170064"/>
          </a:xfrm>
        </p:spPr>
        <p:txBody>
          <a:bodyPr>
            <a:norm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mesh currents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each mesh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KVL along each mesh loop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 the resulting equations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34</a:t>
            </a:fld>
            <a:endParaRPr lang="en-US" altLang="zh-CN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" name="Picture 2" descr="AAAZIPB0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325" y="3551843"/>
            <a:ext cx="6548484" cy="2897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292819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Mesh currents are NOT branch currents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6874"/>
            <a:ext cx="10515600" cy="460009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mesh current is the current that exists only in the perimeter of a mesh; it may pass through many different branches.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always equal to a branch current.</a:t>
            </a:r>
          </a:p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not be measurable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e.g.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(all elements in that mesh are shared)</a:t>
            </a:r>
            <a:endParaRPr 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35</a:t>
            </a:fld>
            <a:endParaRPr lang="en-US" altLang="zh-CN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6" name="Picture 2" descr="AAAZIPB0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197" y="3658721"/>
            <a:ext cx="6548484" cy="2897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257E13D2-CB9C-5943-AFD2-1E2A686F9610}"/>
              </a:ext>
            </a:extLst>
          </p:cNvPr>
          <p:cNvGrpSpPr/>
          <p:nvPr/>
        </p:nvGrpSpPr>
        <p:grpSpPr>
          <a:xfrm>
            <a:off x="3484607" y="4077730"/>
            <a:ext cx="444842" cy="400110"/>
            <a:chOff x="3484607" y="4077730"/>
            <a:chExt cx="444842" cy="400110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AE1C73D-E9B2-5F42-90CC-D6C2263C4173}"/>
                </a:ext>
              </a:extLst>
            </p:cNvPr>
            <p:cNvCxnSpPr/>
            <p:nvPr/>
          </p:nvCxnSpPr>
          <p:spPr>
            <a:xfrm>
              <a:off x="3496962" y="4473145"/>
              <a:ext cx="432487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CCB6682-3352-4042-85FF-FD60F7FEE3A8}"/>
                </a:ext>
              </a:extLst>
            </p:cNvPr>
            <p:cNvSpPr txBox="1"/>
            <p:nvPr/>
          </p:nvSpPr>
          <p:spPr>
            <a:xfrm>
              <a:off x="3484607" y="4077730"/>
              <a:ext cx="35458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2000" i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2000" baseline="-250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80BF1AE3-D85F-1947-BCAA-E4D941F4E09F}"/>
              </a:ext>
            </a:extLst>
          </p:cNvPr>
          <p:cNvSpPr txBox="1"/>
          <p:nvPr/>
        </p:nvSpPr>
        <p:spPr>
          <a:xfrm>
            <a:off x="7488194" y="3459892"/>
            <a:ext cx="446079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Note: Mesh current is just a </a:t>
            </a: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component. For example, the </a:t>
            </a: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actual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current </a:t>
            </a: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flows in </a:t>
            </a: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400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equals to </a:t>
            </a: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E9C45E-3D9D-044E-915C-22142C876E82}"/>
              </a:ext>
            </a:extLst>
          </p:cNvPr>
          <p:cNvSpPr txBox="1"/>
          <p:nvPr/>
        </p:nvSpPr>
        <p:spPr>
          <a:xfrm>
            <a:off x="7492313" y="5082746"/>
            <a:ext cx="446079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Caution: KVL computes the </a:t>
            </a: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actual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voltage, which is computed using the </a:t>
            </a:r>
            <a:r>
              <a:rPr lang="en-US"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actual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current over the Ohm’s law.</a:t>
            </a:r>
          </a:p>
        </p:txBody>
      </p:sp>
    </p:spTree>
    <p:extLst>
      <p:ext uri="{BB962C8B-B14F-4D97-AF65-F5344CB8AC3E}">
        <p14:creationId xmlns:p14="http://schemas.microsoft.com/office/powerpoint/2010/main" val="1045369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Mesh Analysis Example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442274" y="1414387"/>
            <a:ext cx="7297132" cy="3626719"/>
          </a:xfrm>
        </p:spPr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essential nodes and branches,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=2,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=3,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-(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-1)=2.</a:t>
            </a:r>
          </a:p>
          <a:p>
            <a:pPr algn="just">
              <a:lnSpc>
                <a:spcPct val="12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above circuit has two loops that are meshes (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abefa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bcdeb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just">
              <a:lnSpc>
                <a:spcPct val="12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outer loop (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abcdefa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a loop, but not a mesh. </a:t>
            </a:r>
          </a:p>
          <a:p>
            <a:pPr algn="just">
              <a:lnSpc>
                <a:spcPct val="12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First, </a:t>
            </a:r>
            <a:r>
              <a:rPr lang="en-US" alt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mesh currents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0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assigned to the two meshes.</a:t>
            </a:r>
          </a:p>
          <a:p>
            <a:pPr algn="just">
              <a:lnSpc>
                <a:spcPct val="12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Applying KVL to the meshes: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36</a:t>
            </a:fld>
            <a:endParaRPr lang="en-US" altLang="zh-CN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31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4032867"/>
              </p:ext>
            </p:extLst>
          </p:nvPr>
        </p:nvGraphicFramePr>
        <p:xfrm>
          <a:off x="726419" y="5129234"/>
          <a:ext cx="5658978" cy="1227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162300" imgH="685800" progId="Equation.3">
                  <p:embed/>
                </p:oleObj>
              </mc:Choice>
              <mc:Fallback>
                <p:oleObj name="Equation" r:id="rId3" imgW="3162300" imgH="685800" progId="Equation.3">
                  <p:embed/>
                  <p:pic>
                    <p:nvPicPr>
                      <p:cNvPr id="1331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419" y="5129234"/>
                        <a:ext cx="5658978" cy="122711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318" name="Picture 7" descr="C:\Users\Joel\Documents\Teaching\McGraw Hill\Fundamentals of Electric Circuits 5e\figures\Ch03\Color Labeled\ale80571_03_017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6120" y="2152855"/>
            <a:ext cx="3970803" cy="2145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44341"/>
              </p:ext>
            </p:extLst>
          </p:nvPr>
        </p:nvGraphicFramePr>
        <p:xfrm>
          <a:off x="7427180" y="5267731"/>
          <a:ext cx="3817411" cy="9501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42920" imgH="482400" progId="Equation.3">
                  <p:embed/>
                </p:oleObj>
              </mc:Choice>
              <mc:Fallback>
                <p:oleObj name="Equation" r:id="rId6" imgW="1942920" imgH="482400" progId="Equation.3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7180" y="5267731"/>
                        <a:ext cx="3817411" cy="95011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ight Arrow 1"/>
          <p:cNvSpPr/>
          <p:nvPr/>
        </p:nvSpPr>
        <p:spPr>
          <a:xfrm>
            <a:off x="6636470" y="5582018"/>
            <a:ext cx="539637" cy="321547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D82A2780-5BE6-8BE7-9C87-4D1ACD352469}"/>
                  </a:ext>
                </a:extLst>
              </p14:cNvPr>
              <p14:cNvContentPartPr/>
              <p14:nvPr/>
            </p14:nvContentPartPr>
            <p14:xfrm>
              <a:off x="681120" y="1934280"/>
              <a:ext cx="11109600" cy="454032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D82A2780-5BE6-8BE7-9C87-4D1ACD35246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71760" y="1924920"/>
                <a:ext cx="11128320" cy="455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728015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Mesh Analysis with Current Sources: Direct method and </a:t>
            </a:r>
            <a:r>
              <a:rPr lang="en-US" alt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supermesh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as the voltage source in Nodal Analysis, the presence of a current source makes the mesh analysis simpler in that it reduces the number of equations.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current source is located on only one mesh, the current for that mesh is defined by the source.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example:</a:t>
            </a:r>
          </a:p>
          <a:p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the current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equal to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-5A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37</a:t>
            </a:fld>
            <a:endParaRPr lang="en-US" altLang="zh-CN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4341" name="Picture 6" descr="C:\Users\Joel\Documents\Teaching\McGraw Hill\Fundamentals of Electric Circuits 5e\figures\Ch03\Color Labeled\ale80571_03_022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8545" y="3506771"/>
            <a:ext cx="4633750" cy="1944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68E4CD04-F45C-628A-B5CD-469DE0E425DE}"/>
                  </a:ext>
                </a:extLst>
              </p14:cNvPr>
              <p14:cNvContentPartPr/>
              <p14:nvPr/>
            </p14:nvContentPartPr>
            <p14:xfrm>
              <a:off x="4752000" y="4285800"/>
              <a:ext cx="5820120" cy="12747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68E4CD04-F45C-628A-B5CD-469DE0E425D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42640" y="4276440"/>
                <a:ext cx="5838840" cy="129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31550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2804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method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2804" y="1825624"/>
            <a:ext cx="10515600" cy="4530726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circuit as before.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the voltage on the 6 A current source be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</a:p>
          <a:p>
            <a:endParaRPr 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KVL to meshes 1 and 2: note the sign of the common elements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Eliminating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KCL to ground node: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two equations as using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supermesh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case.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825204" y="6356350"/>
            <a:ext cx="2743200" cy="365125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38</a:t>
            </a:fld>
            <a:endParaRPr lang="en-US" altLang="zh-CN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3507568"/>
              </p:ext>
            </p:extLst>
          </p:nvPr>
        </p:nvGraphicFramePr>
        <p:xfrm>
          <a:off x="4090278" y="3633786"/>
          <a:ext cx="3479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39880" imgH="457200" progId="Equation.3">
                  <p:embed/>
                </p:oleObj>
              </mc:Choice>
              <mc:Fallback>
                <p:oleObj name="Equation" r:id="rId2" imgW="1739880" imgH="457200" progId="Equation.3">
                  <p:embed/>
                  <p:pic>
                    <p:nvPicPr>
                      <p:cNvPr id="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0278" y="3633786"/>
                        <a:ext cx="3479800" cy="914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9029772"/>
              </p:ext>
            </p:extLst>
          </p:nvPr>
        </p:nvGraphicFramePr>
        <p:xfrm>
          <a:off x="5334878" y="5118104"/>
          <a:ext cx="1600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99920" imgH="215640" progId="Equation.3">
                  <p:embed/>
                </p:oleObj>
              </mc:Choice>
              <mc:Fallback>
                <p:oleObj name="Equation" r:id="rId4" imgW="799920" imgH="215640" progId="Equation.3">
                  <p:embed/>
                  <p:pic>
                    <p:nvPicPr>
                      <p:cNvPr id="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878" y="5118104"/>
                        <a:ext cx="1600200" cy="4318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6895199"/>
              </p:ext>
            </p:extLst>
          </p:nvPr>
        </p:nvGraphicFramePr>
        <p:xfrm>
          <a:off x="4331513" y="4618836"/>
          <a:ext cx="2844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22360" imgH="215640" progId="Equation.3">
                  <p:embed/>
                </p:oleObj>
              </mc:Choice>
              <mc:Fallback>
                <p:oleObj name="Equation" r:id="rId6" imgW="1422360" imgH="215640" progId="Equation.3">
                  <p:embed/>
                  <p:pic>
                    <p:nvPicPr>
                      <p:cNvPr id="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1513" y="4618836"/>
                        <a:ext cx="2844800" cy="4318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12"/>
          <p:cNvGrpSpPr/>
          <p:nvPr/>
        </p:nvGrpSpPr>
        <p:grpSpPr>
          <a:xfrm>
            <a:off x="7196429" y="1047093"/>
            <a:ext cx="4371975" cy="2343150"/>
            <a:chOff x="7196429" y="1047093"/>
            <a:chExt cx="4371975" cy="2343150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196429" y="1047093"/>
              <a:ext cx="4371975" cy="2343150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9382416" y="2034002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1"/>
                  </a:solidFill>
                </a:rPr>
                <a:t>+</a:t>
              </a:r>
              <a:endParaRPr lang="zh-CN" alt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9408064" y="2302741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endParaRPr lang="zh-CN" altLang="en-US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9395240" y="247565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i="1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_</a:t>
              </a:r>
              <a:endParaRPr lang="zh-CN" altLang="en-US" i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Left Brace 13"/>
          <p:cNvSpPr/>
          <p:nvPr/>
        </p:nvSpPr>
        <p:spPr>
          <a:xfrm>
            <a:off x="3900199" y="3715672"/>
            <a:ext cx="143429" cy="750627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9761A86D-A5D2-117C-AC48-51D6B43EEBCF}"/>
                  </a:ext>
                </a:extLst>
              </p14:cNvPr>
              <p14:cNvContentPartPr/>
              <p14:nvPr/>
            </p14:nvContentPartPr>
            <p14:xfrm>
              <a:off x="4064760" y="938520"/>
              <a:ext cx="8095680" cy="489672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9761A86D-A5D2-117C-AC48-51D6B43EEBC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055400" y="929160"/>
                <a:ext cx="8114400" cy="491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354115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Supermesh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 (when I don’t want to introduce an additional variable)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rmAutofit/>
          </a:bodyPr>
          <a:lstStyle/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 to the case of nodal analysis where a voltage source shared two non-reference nodes, current sources (dependent or independent) that are shared by more than one mesh need special treatment.</a:t>
            </a:r>
          </a:p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voltage across a current source cannot be known in advance.</a:t>
            </a:r>
          </a:p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two meshes must be joined together, resulting in a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supermesh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supermesh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constructed by merging the two meshes and excluding the shared source and any elements in series with it.</a:t>
            </a:r>
          </a:p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supermesh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required because mesh analysis uses KVL.</a:t>
            </a:r>
          </a:p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Intersecting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supermeshes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 circuit must be combined to form a larger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supermesh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39</a:t>
            </a:fld>
            <a:endParaRPr lang="en-US" altLang="zh-CN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2475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Supermesh</a:t>
            </a:r>
            <a:r>
              <a:rPr lang="en-US" altLang="en-US" dirty="0"/>
              <a:t> method with an example: Apply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KVL over a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supermesh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loop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838201" y="4623990"/>
            <a:ext cx="9593424" cy="1502402"/>
          </a:xfrm>
        </p:spPr>
        <p:txBody>
          <a:bodyPr>
            <a:noAutofit/>
          </a:bodyPr>
          <a:lstStyle/>
          <a:p>
            <a:pPr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example, a 6A current course is shared between mesh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supermesh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formed by merging the two meshes.</a:t>
            </a:r>
          </a:p>
          <a:p>
            <a:pPr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current source and the 2</a:t>
            </a:r>
            <a:r>
              <a:rPr lang="el-G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resistor in series with it are also removed.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40</a:t>
            </a:fld>
            <a:endParaRPr lang="en-US" altLang="zh-CN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6389" name="Picture 6" descr="C:\Users\Joel\Documents\Teaching\McGraw Hill\Fundamentals of Electric Circuits 5e\figures\Ch03\Color Labeled\ale80571_03_023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4796" y="1775175"/>
            <a:ext cx="7780234" cy="2618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4DF90365-BEAF-4427-8280-52D5863655C1}"/>
                  </a:ext>
                </a:extLst>
              </p14:cNvPr>
              <p14:cNvContentPartPr/>
              <p14:nvPr/>
            </p14:nvContentPartPr>
            <p14:xfrm>
              <a:off x="2772720" y="2081160"/>
              <a:ext cx="6885000" cy="280008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4DF90365-BEAF-4427-8280-52D5863655C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63360" y="2071800"/>
                <a:ext cx="6903720" cy="2818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078739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Supermesh Example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40489"/>
          </a:xfrm>
        </p:spPr>
        <p:txBody>
          <a:bodyPr>
            <a:noAutofit/>
          </a:bodyPr>
          <a:lstStyle/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KVL to the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supermesh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next apply KCL to the node in the branch where the two meshes intersect.</a:t>
            </a:r>
          </a:p>
          <a:p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Solving these two equations we get:</a:t>
            </a:r>
          </a:p>
          <a:p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that the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supermesh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required using both KVL and KCL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41</a:t>
            </a:fld>
            <a:endParaRPr lang="en-US" altLang="zh-CN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741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1235880"/>
              </p:ext>
            </p:extLst>
          </p:nvPr>
        </p:nvGraphicFramePr>
        <p:xfrm>
          <a:off x="2276669" y="2461121"/>
          <a:ext cx="6440993" cy="5022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68600" imgH="215900" progId="Equation.3">
                  <p:embed/>
                </p:oleObj>
              </mc:Choice>
              <mc:Fallback>
                <p:oleObj name="Equation" r:id="rId3" imgW="2768600" imgH="215900" progId="Equation.3">
                  <p:embed/>
                  <p:pic>
                    <p:nvPicPr>
                      <p:cNvPr id="1741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6669" y="2461121"/>
                        <a:ext cx="6440993" cy="50222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7696227"/>
              </p:ext>
            </p:extLst>
          </p:nvPr>
        </p:nvGraphicFramePr>
        <p:xfrm>
          <a:off x="5375438" y="3903124"/>
          <a:ext cx="1438398" cy="5194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96880" imgH="215640" progId="Equation.3">
                  <p:embed/>
                </p:oleObj>
              </mc:Choice>
              <mc:Fallback>
                <p:oleObj name="Equation" r:id="rId5" imgW="596880" imgH="215640" progId="Equation.3">
                  <p:embed/>
                  <p:pic>
                    <p:nvPicPr>
                      <p:cNvPr id="1741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5438" y="3903124"/>
                        <a:ext cx="1438398" cy="51948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6450844"/>
              </p:ext>
            </p:extLst>
          </p:nvPr>
        </p:nvGraphicFramePr>
        <p:xfrm>
          <a:off x="4669999" y="5253134"/>
          <a:ext cx="2851051" cy="4486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71600" imgH="215900" progId="Equation.3">
                  <p:embed/>
                </p:oleObj>
              </mc:Choice>
              <mc:Fallback>
                <p:oleObj name="Equation" r:id="rId7" imgW="1371600" imgH="215900" progId="Equation.3">
                  <p:embed/>
                  <p:pic>
                    <p:nvPicPr>
                      <p:cNvPr id="1741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9999" y="5253134"/>
                        <a:ext cx="2851051" cy="44869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6" descr="C:\Users\Joel\Documents\Teaching\McGraw Hill\Fundamentals of Electric Circuits 5e\figures\Ch03\Color Labeled\ale80571_03_023.jpg"/>
          <p:cNvPicPr>
            <a:picLocks noChangeAspect="1" noChangeArrowheads="1"/>
          </p:cNvPicPr>
          <p:nvPr/>
        </p:nvPicPr>
        <p:blipFill rotWithShape="1"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747" t="17074" b="16706"/>
          <a:stretch/>
        </p:blipFill>
        <p:spPr bwMode="auto">
          <a:xfrm>
            <a:off x="7521050" y="365125"/>
            <a:ext cx="3883286" cy="2098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B28F0596-0B8B-9FB5-D7C3-F9B0427E000E}"/>
                  </a:ext>
                </a:extLst>
              </p14:cNvPr>
              <p14:cNvContentPartPr/>
              <p14:nvPr/>
            </p14:nvContentPartPr>
            <p14:xfrm>
              <a:off x="2226600" y="243000"/>
              <a:ext cx="9381240" cy="559008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B28F0596-0B8B-9FB5-D7C3-F9B0427E000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217240" y="233640"/>
                <a:ext cx="9399960" cy="5608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388341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solidFill>
                  <a:srgbClr val="000000"/>
                </a:solidFill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42</a:t>
            </a:fld>
            <a:endParaRPr lang="en-US" altLang="zh-CN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pic>
        <p:nvPicPr>
          <p:cNvPr id="5" name="Picture 2" descr="AAAZIPI0.jpg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192" y="2237882"/>
            <a:ext cx="8229600" cy="403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5402425" y="2911150"/>
            <a:ext cx="1539551" cy="7931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4142792" y="4377521"/>
            <a:ext cx="1259633" cy="10715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7"/>
          <p:cNvSpPr/>
          <p:nvPr/>
        </p:nvSpPr>
        <p:spPr>
          <a:xfrm>
            <a:off x="7190792" y="4377521"/>
            <a:ext cx="1259633" cy="10715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951722" y="1502229"/>
            <a:ext cx="9591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mesh analysis to determine the power dissipated in the 4</a:t>
            </a:r>
            <a:r>
              <a:rPr lang="el-GR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resistor. 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60F81911-8707-5F3E-56D0-C5B8EEEE97EF}"/>
                  </a:ext>
                </a:extLst>
              </p14:cNvPr>
              <p14:cNvContentPartPr/>
              <p14:nvPr/>
            </p14:nvContentPartPr>
            <p14:xfrm>
              <a:off x="0" y="160920"/>
              <a:ext cx="12072600" cy="601524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60F81911-8707-5F3E-56D0-C5B8EEEE97E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9360" y="151560"/>
                <a:ext cx="12091320" cy="6033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45313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solidFill>
                  <a:srgbClr val="000000"/>
                </a:solidFill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43</a:t>
            </a:fld>
            <a:endParaRPr lang="en-US" altLang="zh-CN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pic>
        <p:nvPicPr>
          <p:cNvPr id="5" name="Picture 2" descr="AAAZIPK0.jpg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9729" y="2255322"/>
            <a:ext cx="6699379" cy="3900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838200" y="1690688"/>
            <a:ext cx="5391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three mesh currents in the circuit.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A701D727-47BA-0D79-9F89-2DBDE528CCAA}"/>
                  </a:ext>
                </a:extLst>
              </p14:cNvPr>
              <p14:cNvContentPartPr/>
              <p14:nvPr/>
            </p14:nvContentPartPr>
            <p14:xfrm>
              <a:off x="4413600" y="3776760"/>
              <a:ext cx="2833560" cy="195480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A701D727-47BA-0D79-9F89-2DBDE528CCA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04240" y="3767400"/>
                <a:ext cx="2852280" cy="1973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867516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solidFill>
                  <a:srgbClr val="000000"/>
                </a:solidFill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44</a:t>
            </a:fld>
            <a:endParaRPr lang="en-US" altLang="zh-CN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pic>
        <p:nvPicPr>
          <p:cNvPr id="5" name="Picture 2" descr="AAAZIPK0.jpg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222601"/>
            <a:ext cx="4432041" cy="2580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 descr="AAAZIPM0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3025" y="2222601"/>
            <a:ext cx="5235758" cy="28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43AA9BE3-8709-5358-02DD-21D92D1FC1E6}"/>
                  </a:ext>
                </a:extLst>
              </p14:cNvPr>
              <p14:cNvContentPartPr/>
              <p14:nvPr/>
            </p14:nvContentPartPr>
            <p14:xfrm>
              <a:off x="632520" y="3394440"/>
              <a:ext cx="9573840" cy="320724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43AA9BE3-8709-5358-02DD-21D92D1FC1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3160" y="3385080"/>
                <a:ext cx="9592560" cy="3225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4197933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5" name="Content Placeholder 5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1"/>
          </a:xfrm>
        </p:spPr>
        <p:txBody>
          <a:bodyPr>
            <a:noAutofit/>
          </a:bodyPr>
          <a:lstStyle/>
          <a:p>
            <a:pPr marL="457200" indent="-457200">
              <a:lnSpc>
                <a:spcPct val="1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en-US" sz="3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Nodal analysis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altLang="en-US" sz="2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circuits w/o a voltage source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altLang="en-US" sz="2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circuits w/ a voltage source (</a:t>
            </a:r>
            <a:r>
              <a:rPr lang="en-US" altLang="en-US" sz="2800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supernode</a:t>
            </a:r>
            <a:r>
              <a:rPr lang="en-US" altLang="en-US" sz="2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trick)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en-US" sz="3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Mesh analysis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altLang="en-US" sz="2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Circuits w/o a current source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altLang="en-US" sz="2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Circuits w/ a current source (</a:t>
            </a:r>
            <a:r>
              <a:rPr lang="en-US" altLang="en-US" sz="2800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supermesh</a:t>
            </a:r>
            <a:r>
              <a:rPr lang="en-US" altLang="en-US" sz="2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trick)</a:t>
            </a:r>
          </a:p>
          <a:p>
            <a:pPr marL="457200" indent="-457200">
              <a:lnSpc>
                <a:spcPct val="10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Nodal analysis versus Mesh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45</a:t>
            </a:fld>
            <a:endParaRPr lang="en-US" altLang="zh-CN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07860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54746-A999-B042-B3BB-7BA8E32EB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Nodal analysis or mesh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0C60B3-8C52-B44B-973B-CE6DACCD7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solidFill>
                  <a:srgbClr val="000000"/>
                </a:solidFill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46</a:t>
            </a:fld>
            <a:endParaRPr lang="en-US" altLang="zh-CN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pic>
        <p:nvPicPr>
          <p:cNvPr id="5" name="Picture 7" descr="C:\Users\Joel\Documents\Teaching\McGraw Hill\Fundamentals of Electric Circuits 5e\figures\Ch03\Color Labeled\ale80571_03_017.jpg">
            <a:extLst>
              <a:ext uri="{FF2B5EF4-FFF2-40B4-BE49-F238E27FC236}">
                <a16:creationId xmlns:a16="http://schemas.microsoft.com/office/drawing/2014/main" id="{65F114F4-FF2A-2D45-A01C-8ACD4C42670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1026" y="2112253"/>
            <a:ext cx="6891224" cy="3707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3186386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Nodal vs Mesh Analysis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3115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greatest advantage of both methods is that they reduce the number of simultaneous equations that must be manipulated. 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then determines if one is going to be more efficient for solving a circuit problem?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factors that dictate the better choice: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nature of the particular network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information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solidFill>
                  <a:srgbClr val="000000"/>
                </a:solidFill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47</a:t>
            </a:fld>
            <a:endParaRPr lang="en-US" altLang="zh-CN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134197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Nodal vs Mesh Analysis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685106" cy="4766095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nature of the particular network</a:t>
            </a:r>
          </a:p>
          <a:p>
            <a:pPr lvl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mesh analysis:</a:t>
            </a:r>
          </a:p>
          <a:p>
            <a:pPr lvl="1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nodal analysis:</a:t>
            </a:r>
          </a:p>
          <a:p>
            <a:pPr lvl="1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information required: </a:t>
            </a:r>
          </a:p>
          <a:p>
            <a:pPr lvl="1"/>
            <a:r>
              <a:rPr lang="en-US" alt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voltage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alt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branch/mesh current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wanted?</a:t>
            </a:r>
          </a:p>
          <a:p>
            <a:pPr lvl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nonplanar networks, can only use nodal analysis, because mesh analysis only applies to planar networks.</a:t>
            </a:r>
          </a:p>
          <a:p>
            <a:pPr marL="0" indent="0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solidFill>
                  <a:srgbClr val="000000"/>
                </a:solidFill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48</a:t>
            </a:fld>
            <a:endParaRPr lang="en-US" altLang="zh-CN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119396" y="2227662"/>
            <a:ext cx="4239208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</a:t>
            </a:r>
            <a:r>
              <a:rPr lang="en-US" altLang="en-US" u="sng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series</a:t>
            </a:r>
            <a:r>
              <a:rPr lang="en-US" altLang="en-US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connected elements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Voltage sources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Supermeshes</a:t>
            </a:r>
            <a:endParaRPr lang="en-US" altLang="en-US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circuit with fewer meshes than nodes</a:t>
            </a:r>
          </a:p>
        </p:txBody>
      </p:sp>
      <p:sp>
        <p:nvSpPr>
          <p:cNvPr id="6" name="Left Brace 5"/>
          <p:cNvSpPr/>
          <p:nvPr/>
        </p:nvSpPr>
        <p:spPr>
          <a:xfrm>
            <a:off x="4907902" y="2361295"/>
            <a:ext cx="211494" cy="933061"/>
          </a:xfrm>
          <a:prstGeom prst="leftBrac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5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119396" y="3519149"/>
            <a:ext cx="4239208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</a:t>
            </a:r>
            <a:r>
              <a:rPr lang="en-US" altLang="en-US" u="sng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parallel</a:t>
            </a:r>
            <a:r>
              <a:rPr lang="en-US" altLang="en-US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connected elements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sources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 err="1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Supernodes</a:t>
            </a:r>
            <a:endParaRPr lang="en-US" altLang="en-US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circuit with fewer nodes than meshes</a:t>
            </a:r>
          </a:p>
        </p:txBody>
      </p:sp>
      <p:sp>
        <p:nvSpPr>
          <p:cNvPr id="8" name="Left Brace 7"/>
          <p:cNvSpPr/>
          <p:nvPr/>
        </p:nvSpPr>
        <p:spPr>
          <a:xfrm>
            <a:off x="4907902" y="3652782"/>
            <a:ext cx="211494" cy="933061"/>
          </a:xfrm>
          <a:prstGeom prst="leftBrac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73368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30894"/>
            <a:ext cx="10515600" cy="2781352"/>
          </a:xfrm>
        </p:spPr>
        <p:txBody>
          <a:bodyPr>
            <a:noAutofit/>
          </a:bodyPr>
          <a:lstStyle/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faster way to construct a matrix for solving a circuit by nodal analysis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Recall, for this circuit the nodal voltage can be solved as:</a:t>
            </a:r>
          </a:p>
          <a:p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general, for a circuit that contains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independent current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sources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non-reference nodes, the node-voltage equations may be written as: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solidFill>
                  <a:srgbClr val="000000"/>
                </a:solidFill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49</a:t>
            </a:fld>
            <a:endParaRPr lang="en-US" altLang="zh-CN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119273"/>
            <a:ext cx="10515600" cy="1325563"/>
          </a:xfrm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Nodal Analysis by Inspection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2129338"/>
              </p:ext>
            </p:extLst>
          </p:nvPr>
        </p:nvGraphicFramePr>
        <p:xfrm>
          <a:off x="3121222" y="2172732"/>
          <a:ext cx="4039535" cy="9032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158920" imgH="482400" progId="Equation.3">
                  <p:embed/>
                </p:oleObj>
              </mc:Choice>
              <mc:Fallback>
                <p:oleObj name="公式" r:id="rId2" imgW="2158920" imgH="482400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1222" y="2172732"/>
                        <a:ext cx="4039535" cy="90321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8" descr="C:\Users\Joel\Documents\Teaching\McGraw Hill\Fundamentals of Electric Circuits 5e\figures\Ch03\Color Labeled\ale80571_03_002.jpg"/>
          <p:cNvPicPr>
            <a:picLocks noChangeAspect="1" noChangeArrowheads="1"/>
          </p:cNvPicPr>
          <p:nvPr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11" t="1656" r="12838" b="54399"/>
          <a:stretch/>
        </p:blipFill>
        <p:spPr bwMode="auto">
          <a:xfrm>
            <a:off x="8070980" y="887175"/>
            <a:ext cx="3131701" cy="28264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2360859"/>
              </p:ext>
            </p:extLst>
          </p:nvPr>
        </p:nvGraphicFramePr>
        <p:xfrm>
          <a:off x="3927351" y="4184995"/>
          <a:ext cx="3764845" cy="16295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71700" imgH="939800" progId="Equation.3">
                  <p:embed/>
                </p:oleObj>
              </mc:Choice>
              <mc:Fallback>
                <p:oleObj name="Equation" r:id="rId5" imgW="2171700" imgH="939800" progId="Equation.3">
                  <p:embed/>
                  <p:pic>
                    <p:nvPicPr>
                      <p:cNvPr id="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7351" y="4184995"/>
                        <a:ext cx="3764845" cy="162950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ounded Rectangle 9"/>
          <p:cNvSpPr/>
          <p:nvPr/>
        </p:nvSpPr>
        <p:spPr>
          <a:xfrm rot="2021439">
            <a:off x="3915638" y="4865109"/>
            <a:ext cx="2577496" cy="32712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ight Triangle 10"/>
          <p:cNvSpPr/>
          <p:nvPr/>
        </p:nvSpPr>
        <p:spPr>
          <a:xfrm>
            <a:off x="4078957" y="4561080"/>
            <a:ext cx="1792190" cy="1217353"/>
          </a:xfrm>
          <a:prstGeom prst="rtTriangle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ight Triangle 11"/>
          <p:cNvSpPr/>
          <p:nvPr/>
        </p:nvSpPr>
        <p:spPr>
          <a:xfrm rot="10800000">
            <a:off x="4537346" y="4279623"/>
            <a:ext cx="1792190" cy="1217353"/>
          </a:xfrm>
          <a:prstGeom prst="rtTriangle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ounded Rectangle 12"/>
          <p:cNvSpPr/>
          <p:nvPr/>
        </p:nvSpPr>
        <p:spPr>
          <a:xfrm>
            <a:off x="7270462" y="4205869"/>
            <a:ext cx="279919" cy="1629509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1007707" y="4057303"/>
            <a:ext cx="2499390" cy="86177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Diagonal term </a:t>
            </a:r>
            <a:r>
              <a:rPr lang="en-US" altLang="zh-CN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16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kk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sum of all conductance connecting to the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node.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ight Arrow 18"/>
          <p:cNvSpPr/>
          <p:nvPr/>
        </p:nvSpPr>
        <p:spPr>
          <a:xfrm>
            <a:off x="3507097" y="4336133"/>
            <a:ext cx="571860" cy="21596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1511560" y="5266759"/>
            <a:ext cx="2262668" cy="1384995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 diagonal terms 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jk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kj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the negative sum of all conductance between the 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i="1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node.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Bent-Up Arrow 21"/>
          <p:cNvSpPr/>
          <p:nvPr/>
        </p:nvSpPr>
        <p:spPr>
          <a:xfrm>
            <a:off x="3774228" y="5764264"/>
            <a:ext cx="1163226" cy="452878"/>
          </a:xfrm>
          <a:prstGeom prst="bentUpArrow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Bent-Up Arrow 22"/>
          <p:cNvSpPr/>
          <p:nvPr/>
        </p:nvSpPr>
        <p:spPr>
          <a:xfrm>
            <a:off x="4693482" y="4972503"/>
            <a:ext cx="1163226" cy="1243500"/>
          </a:xfrm>
          <a:prstGeom prst="bentUpArrow">
            <a:avLst>
              <a:gd name="adj1" fmla="val 9401"/>
              <a:gd name="adj2" fmla="val 10556"/>
              <a:gd name="adj3" fmla="val 10963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8112450" y="4184995"/>
            <a:ext cx="2416629" cy="1631216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The sum of all independent current sources directly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injecting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to the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en-US" i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</a:t>
            </a:r>
            <a:r>
              <a:rPr lang="en-US" altLang="en-US" sz="1600" i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node are denoted as </a:t>
            </a:r>
            <a:r>
              <a:rPr lang="en-US" altLang="en-US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Current entering the node are treated as positive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ight Arrow 24"/>
          <p:cNvSpPr/>
          <p:nvPr/>
        </p:nvSpPr>
        <p:spPr>
          <a:xfrm flipH="1">
            <a:off x="7540590" y="4804656"/>
            <a:ext cx="571860" cy="215967"/>
          </a:xfrm>
          <a:prstGeom prst="righ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Straight Arrow Connector 25"/>
          <p:cNvCxnSpPr/>
          <p:nvPr/>
        </p:nvCxnSpPr>
        <p:spPr>
          <a:xfrm flipH="1" flipV="1">
            <a:off x="6674618" y="5710913"/>
            <a:ext cx="0" cy="45173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03384" y="6162651"/>
            <a:ext cx="2274412" cy="33855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Unknown nodal voltages</a:t>
            </a:r>
            <a:endParaRPr lang="en-US" altLang="en-US" sz="1600" b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46BC9A-191B-FB45-BCCA-F4F09A76E12C}"/>
              </a:ext>
            </a:extLst>
          </p:cNvPr>
          <p:cNvSpPr txBox="1"/>
          <p:nvPr/>
        </p:nvSpPr>
        <p:spPr>
          <a:xfrm>
            <a:off x="4053016" y="3855307"/>
            <a:ext cx="542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(conceptually: flow out current = flow in current)</a:t>
            </a:r>
          </a:p>
        </p:txBody>
      </p:sp>
    </p:spTree>
    <p:extLst>
      <p:ext uri="{BB962C8B-B14F-4D97-AF65-F5344CB8AC3E}">
        <p14:creationId xmlns:p14="http://schemas.microsoft.com/office/powerpoint/2010/main" val="450088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1609301"/>
              </p:ext>
            </p:extLst>
          </p:nvPr>
        </p:nvGraphicFramePr>
        <p:xfrm>
          <a:off x="3954273" y="4179157"/>
          <a:ext cx="3759277" cy="16562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33600" imgH="939800" progId="Equation.3">
                  <p:embed/>
                </p:oleObj>
              </mc:Choice>
              <mc:Fallback>
                <p:oleObj name="Equation" r:id="rId2" imgW="2133600" imgH="939800" progId="Equation.3">
                  <p:embed/>
                  <p:pic>
                    <p:nvPicPr>
                      <p:cNvPr id="2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4273" y="4179157"/>
                        <a:ext cx="3759277" cy="16562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30894"/>
            <a:ext cx="10515600" cy="2781352"/>
          </a:xfrm>
        </p:spPr>
        <p:txBody>
          <a:bodyPr>
            <a:noAutofit/>
          </a:bodyPr>
          <a:lstStyle/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Similarly, there is a faster way to construct a matrix for solving a circuit by mesh analysis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Recall, for this circuit the mesh current can be solved as:</a:t>
            </a:r>
          </a:p>
          <a:p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general, for a circuit that contains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independent voltage sources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non-reference nodes, the mesh-current equations may be written as: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solidFill>
                  <a:srgbClr val="000000"/>
                </a:solidFill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50</a:t>
            </a:fld>
            <a:endParaRPr lang="en-US" altLang="zh-CN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119273"/>
            <a:ext cx="10515600" cy="1325563"/>
          </a:xfrm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Mesh Analysis by Inspection</a:t>
            </a:r>
          </a:p>
        </p:txBody>
      </p:sp>
      <p:sp>
        <p:nvSpPr>
          <p:cNvPr id="10" name="Rounded Rectangle 9"/>
          <p:cNvSpPr/>
          <p:nvPr/>
        </p:nvSpPr>
        <p:spPr>
          <a:xfrm rot="2021439">
            <a:off x="3906585" y="4847003"/>
            <a:ext cx="2577496" cy="32712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ight Triangle 10"/>
          <p:cNvSpPr/>
          <p:nvPr/>
        </p:nvSpPr>
        <p:spPr>
          <a:xfrm>
            <a:off x="4078957" y="4552027"/>
            <a:ext cx="1792190" cy="1217353"/>
          </a:xfrm>
          <a:prstGeom prst="rtTriangle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ight Triangle 11"/>
          <p:cNvSpPr/>
          <p:nvPr/>
        </p:nvSpPr>
        <p:spPr>
          <a:xfrm rot="10800000">
            <a:off x="4519240" y="4252464"/>
            <a:ext cx="1792190" cy="1217353"/>
          </a:xfrm>
          <a:prstGeom prst="rtTriangle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ounded Rectangle 12"/>
          <p:cNvSpPr/>
          <p:nvPr/>
        </p:nvSpPr>
        <p:spPr>
          <a:xfrm>
            <a:off x="7288568" y="4205869"/>
            <a:ext cx="279919" cy="1629509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923453" y="4057303"/>
            <a:ext cx="2583644" cy="83099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Diagonal term </a:t>
            </a:r>
            <a:r>
              <a:rPr lang="en-US" altLang="zh-CN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16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kk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sum of all sum of resistances in mesh </a:t>
            </a:r>
            <a:r>
              <a:rPr lang="en-US" altLang="zh-C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ight Arrow 18"/>
          <p:cNvSpPr/>
          <p:nvPr/>
        </p:nvSpPr>
        <p:spPr>
          <a:xfrm>
            <a:off x="3507097" y="4336133"/>
            <a:ext cx="571860" cy="215967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1300458" y="5469818"/>
            <a:ext cx="2461476" cy="1138773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 diagonal terms 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jk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kj</a:t>
            </a:r>
            <a:r>
              <a:rPr lang="en-US" altLang="zh-CN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the 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sum of all resistances in common with the mesh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Bent-Up Arrow 21"/>
          <p:cNvSpPr/>
          <p:nvPr/>
        </p:nvSpPr>
        <p:spPr>
          <a:xfrm>
            <a:off x="3774228" y="5764264"/>
            <a:ext cx="1163226" cy="452878"/>
          </a:xfrm>
          <a:prstGeom prst="bentUpArrow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Bent-Up Arrow 22"/>
          <p:cNvSpPr/>
          <p:nvPr/>
        </p:nvSpPr>
        <p:spPr>
          <a:xfrm>
            <a:off x="4693482" y="4972503"/>
            <a:ext cx="1163226" cy="1243500"/>
          </a:xfrm>
          <a:prstGeom prst="bentUpArrow">
            <a:avLst>
              <a:gd name="adj1" fmla="val 9401"/>
              <a:gd name="adj2" fmla="val 10556"/>
              <a:gd name="adj3" fmla="val 10963"/>
            </a:avLst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8112450" y="4184995"/>
            <a:ext cx="2416629" cy="1354217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The sum taken </a:t>
            </a:r>
            <a:r>
              <a:rPr lang="en-US" alt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clockwise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of all voltage sources in mesh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are denoted as </a:t>
            </a:r>
            <a:r>
              <a:rPr lang="en-US" altLang="en-US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en-US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Voltage rises are treated as positive.</a:t>
            </a:r>
          </a:p>
        </p:txBody>
      </p:sp>
      <p:sp>
        <p:nvSpPr>
          <p:cNvPr id="25" name="Right Arrow 24"/>
          <p:cNvSpPr/>
          <p:nvPr/>
        </p:nvSpPr>
        <p:spPr>
          <a:xfrm flipH="1">
            <a:off x="7540590" y="4804656"/>
            <a:ext cx="571860" cy="215967"/>
          </a:xfrm>
          <a:prstGeom prst="righ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2437"/>
          <a:stretch/>
        </p:blipFill>
        <p:spPr>
          <a:xfrm>
            <a:off x="7262014" y="1492869"/>
            <a:ext cx="3732997" cy="1877786"/>
          </a:xfrm>
          <a:prstGeom prst="rect">
            <a:avLst/>
          </a:prstGeom>
        </p:spPr>
      </p:pic>
      <p:graphicFrame>
        <p:nvGraphicFramePr>
          <p:cNvPr id="26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8707362"/>
              </p:ext>
            </p:extLst>
          </p:nvPr>
        </p:nvGraphicFramePr>
        <p:xfrm>
          <a:off x="2959100" y="2090738"/>
          <a:ext cx="3956050" cy="976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955520" imgH="482400" progId="Equation.3">
                  <p:embed/>
                </p:oleObj>
              </mc:Choice>
              <mc:Fallback>
                <p:oleObj name="公式" r:id="rId5" imgW="1955520" imgH="482400" progId="Equation.3">
                  <p:embed/>
                  <p:pic>
                    <p:nvPicPr>
                      <p:cNvPr id="26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2090738"/>
                        <a:ext cx="3956050" cy="9763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Straight Arrow Connector 14"/>
          <p:cNvCxnSpPr/>
          <p:nvPr/>
        </p:nvCxnSpPr>
        <p:spPr>
          <a:xfrm flipH="1" flipV="1">
            <a:off x="6674618" y="5710913"/>
            <a:ext cx="0" cy="45173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16915" y="6162651"/>
            <a:ext cx="2416629" cy="58477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Unknown mesh currents in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clockwise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direction</a:t>
            </a:r>
            <a:endParaRPr lang="en-US" altLang="en-US" sz="1600" b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B7EDFEB-38F2-6A49-AB3C-9A0D54D82ACF}"/>
              </a:ext>
            </a:extLst>
          </p:cNvPr>
          <p:cNvSpPr txBox="1"/>
          <p:nvPr/>
        </p:nvSpPr>
        <p:spPr>
          <a:xfrm>
            <a:off x="4238368" y="3842950"/>
            <a:ext cx="542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(conceptually: voltage drops = voltage rises)</a:t>
            </a:r>
          </a:p>
        </p:txBody>
      </p:sp>
    </p:spTree>
    <p:extLst>
      <p:ext uri="{BB962C8B-B14F-4D97-AF65-F5344CB8AC3E}">
        <p14:creationId xmlns:p14="http://schemas.microsoft.com/office/powerpoint/2010/main" val="1981642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BC699-C55D-5047-B7A1-A25F4A3B2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learning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7AA8D-6A1B-794E-8970-6A6393620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able to apply the </a:t>
            </a:r>
            <a:r>
              <a:rPr lang="en-US" i="1" dirty="0"/>
              <a:t>mesh analysis </a:t>
            </a:r>
            <a:r>
              <a:rPr lang="en-US" dirty="0"/>
              <a:t>and </a:t>
            </a:r>
            <a:r>
              <a:rPr lang="en-US" i="1" dirty="0"/>
              <a:t>nodal analysis </a:t>
            </a:r>
            <a:r>
              <a:rPr lang="en-US" dirty="0"/>
              <a:t>along relevant tricks to find the voltages and currents in a circuit.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5A4466-1BB5-FD4D-B766-FDB42F014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358D07-F0F5-4139-BFD3-58198AE99F66}" type="slidenum">
              <a:rPr lang="en-US" altLang="zh-CN" smtClean="0">
                <a:solidFill>
                  <a:srgbClr val="000000"/>
                </a:solidFill>
                <a:ea typeface="黑体" panose="02010609060101010101" pitchFamily="49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51</a:t>
            </a:fld>
            <a:endParaRPr lang="en-US" altLang="zh-CN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52535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2400" dirty="0" smtClean="0">
            <a:latin typeface="Times New Roman" panose="02020603050405020304" pitchFamily="18" charset="0"/>
            <a:cs typeface="Times New Roman" panose="020206030504050203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16424</TotalTime>
  <Words>3442</Words>
  <Application>Microsoft Macintosh PowerPoint</Application>
  <PresentationFormat>宽屏</PresentationFormat>
  <Paragraphs>434</Paragraphs>
  <Slides>52</Slides>
  <Notes>20</Notes>
  <HiddenSlides>1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52</vt:i4>
      </vt:variant>
    </vt:vector>
  </HeadingPairs>
  <TitlesOfParts>
    <vt:vector size="62" baseType="lpstr">
      <vt:lpstr>DengXian</vt:lpstr>
      <vt:lpstr>DengXian</vt:lpstr>
      <vt:lpstr>Arial</vt:lpstr>
      <vt:lpstr>Calibri</vt:lpstr>
      <vt:lpstr>Cambria Math</vt:lpstr>
      <vt:lpstr>Georgia</vt:lpstr>
      <vt:lpstr>Times New Roman</vt:lpstr>
      <vt:lpstr>Office Theme</vt:lpstr>
      <vt:lpstr>Equation</vt:lpstr>
      <vt:lpstr>公式</vt:lpstr>
      <vt:lpstr>ECE 2001 Basic Circuit Theory</vt:lpstr>
      <vt:lpstr>An understanding of the operation and analysis of electronics is essential to an electrical engineer. </vt:lpstr>
      <vt:lpstr>Outline</vt:lpstr>
      <vt:lpstr>Terminology</vt:lpstr>
      <vt:lpstr>Terminology Example</vt:lpstr>
      <vt:lpstr>Why study systematic methods for “not-so-simple” resistive circuits?</vt:lpstr>
      <vt:lpstr>Nodal analysis in a nutshell: A simple problem</vt:lpstr>
      <vt:lpstr>Nodal Analysis – 3 Basic Steps</vt:lpstr>
      <vt:lpstr>Nodal Analysis – 3 Basic Steps</vt:lpstr>
      <vt:lpstr>Nodal Analysis – 3 Basic Steps</vt:lpstr>
      <vt:lpstr>Discussion on Step 1: node selection</vt:lpstr>
      <vt:lpstr>Discussion on Step 1: node selection</vt:lpstr>
      <vt:lpstr>Discussion on Step 1: node selection</vt:lpstr>
      <vt:lpstr>Discussion on Step 2: Using KCL and Ohm’s law to form equations</vt:lpstr>
      <vt:lpstr>Discussion on Step 2: What if there is a voltage source? </vt:lpstr>
      <vt:lpstr>Direct method: (i) form an equation using the voltage difference</vt:lpstr>
      <vt:lpstr>Supplementary on the direct method: analyze a relevant and possibly inessential node</vt:lpstr>
      <vt:lpstr>More details on the supernode trick</vt:lpstr>
      <vt:lpstr>More details on the supernode trick</vt:lpstr>
      <vt:lpstr>More details on the supernode trick</vt:lpstr>
      <vt:lpstr>More details on the direct method</vt:lpstr>
      <vt:lpstr>* Discussion on Step 3: How to solve the equations in a more general way? – Cramer’s rule</vt:lpstr>
      <vt:lpstr>Example 1</vt:lpstr>
      <vt:lpstr>Example 1</vt:lpstr>
      <vt:lpstr>Example 1</vt:lpstr>
      <vt:lpstr>Nodal analysis – with voltage source</vt:lpstr>
      <vt:lpstr>Summary of Nodal Analysis</vt:lpstr>
      <vt:lpstr>Practice</vt:lpstr>
      <vt:lpstr>Practice</vt:lpstr>
      <vt:lpstr>Practice</vt:lpstr>
      <vt:lpstr>Outline</vt:lpstr>
      <vt:lpstr>What is a mesh?</vt:lpstr>
      <vt:lpstr>Mesh analysis only applies to planar circuits</vt:lpstr>
      <vt:lpstr>Mesh analysis in a nutshell</vt:lpstr>
      <vt:lpstr>Basic Steps for Mesh Analysis</vt:lpstr>
      <vt:lpstr>Mesh currents are NOT branch currents</vt:lpstr>
      <vt:lpstr>Mesh Analysis Example</vt:lpstr>
      <vt:lpstr>Mesh Analysis with Current Sources: Direct method and supermesh method</vt:lpstr>
      <vt:lpstr>Direct method</vt:lpstr>
      <vt:lpstr>Supermesh method (when I don’t want to introduce an additional variable)</vt:lpstr>
      <vt:lpstr>Supermesh method with an example: Apply KVL over a supermesh loop</vt:lpstr>
      <vt:lpstr>Supermesh Example</vt:lpstr>
      <vt:lpstr>Practice</vt:lpstr>
      <vt:lpstr>Practice</vt:lpstr>
      <vt:lpstr>Practice</vt:lpstr>
      <vt:lpstr>Outline</vt:lpstr>
      <vt:lpstr>Nodal analysis or mesh analysis</vt:lpstr>
      <vt:lpstr>Nodal vs Mesh Analysis</vt:lpstr>
      <vt:lpstr>Nodal vs Mesh Analysis</vt:lpstr>
      <vt:lpstr>Nodal Analysis by Inspection</vt:lpstr>
      <vt:lpstr>Mesh Analysis by Inspection</vt:lpstr>
      <vt:lpstr>Expected learning outcome</vt:lpstr>
    </vt:vector>
  </TitlesOfParts>
  <Company>The Chinese University of Hong Kong, Shenzhen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Scientific Method</dc:title>
  <dc:creator>Skhark</dc:creator>
  <cp:lastModifiedBy>Prof. Shuguang Cui (SSE)</cp:lastModifiedBy>
  <cp:revision>956</cp:revision>
  <cp:lastPrinted>2019-09-08T12:10:40Z</cp:lastPrinted>
  <dcterms:created xsi:type="dcterms:W3CDTF">2015-01-13T03:48:29Z</dcterms:created>
  <dcterms:modified xsi:type="dcterms:W3CDTF">2024-09-06T07:39:48Z</dcterms:modified>
</cp:coreProperties>
</file>