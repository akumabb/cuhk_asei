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9.xml" ContentType="application/vnd.openxmlformats-officedocument.presentationml.notesSlide+xml"/>
  <Override PartName="/ppt/ink/ink4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5.xml" ContentType="application/inkml+xml"/>
  <Override PartName="/ppt/notesSlides/notesSlide13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18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9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97" r:id="rId1"/>
  </p:sldMasterIdLst>
  <p:notesMasterIdLst>
    <p:notesMasterId r:id="rId49"/>
  </p:notesMasterIdLst>
  <p:sldIdLst>
    <p:sldId id="652" r:id="rId2"/>
    <p:sldId id="536" r:id="rId3"/>
    <p:sldId id="537" r:id="rId4"/>
    <p:sldId id="538" r:id="rId5"/>
    <p:sldId id="539" r:id="rId6"/>
    <p:sldId id="623" r:id="rId7"/>
    <p:sldId id="540" r:id="rId8"/>
    <p:sldId id="542" r:id="rId9"/>
    <p:sldId id="624" r:id="rId10"/>
    <p:sldId id="640" r:id="rId11"/>
    <p:sldId id="641" r:id="rId12"/>
    <p:sldId id="627" r:id="rId13"/>
    <p:sldId id="543" r:id="rId14"/>
    <p:sldId id="628" r:id="rId15"/>
    <p:sldId id="629" r:id="rId16"/>
    <p:sldId id="656" r:id="rId17"/>
    <p:sldId id="541" r:id="rId18"/>
    <p:sldId id="639" r:id="rId19"/>
    <p:sldId id="654" r:id="rId20"/>
    <p:sldId id="644" r:id="rId21"/>
    <p:sldId id="642" r:id="rId22"/>
    <p:sldId id="657" r:id="rId23"/>
    <p:sldId id="643" r:id="rId24"/>
    <p:sldId id="545" r:id="rId25"/>
    <p:sldId id="546" r:id="rId26"/>
    <p:sldId id="547" r:id="rId27"/>
    <p:sldId id="548" r:id="rId28"/>
    <p:sldId id="552" r:id="rId29"/>
    <p:sldId id="630" r:id="rId30"/>
    <p:sldId id="633" r:id="rId31"/>
    <p:sldId id="549" r:id="rId32"/>
    <p:sldId id="550" r:id="rId33"/>
    <p:sldId id="551" r:id="rId34"/>
    <p:sldId id="631" r:id="rId35"/>
    <p:sldId id="632" r:id="rId36"/>
    <p:sldId id="554" r:id="rId37"/>
    <p:sldId id="556" r:id="rId38"/>
    <p:sldId id="645" r:id="rId39"/>
    <p:sldId id="634" r:id="rId40"/>
    <p:sldId id="557" r:id="rId41"/>
    <p:sldId id="635" r:id="rId42"/>
    <p:sldId id="646" r:id="rId43"/>
    <p:sldId id="560" r:id="rId44"/>
    <p:sldId id="562" r:id="rId45"/>
    <p:sldId id="563" r:id="rId46"/>
    <p:sldId id="564" r:id="rId47"/>
    <p:sldId id="655" r:id="rId48"/>
  </p:sldIdLst>
  <p:sldSz cx="12192000" cy="6858000"/>
  <p:notesSz cx="10234613" cy="710406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4" autoAdjust="0"/>
    <p:restoredTop sz="86317" autoAdjust="0"/>
  </p:normalViewPr>
  <p:slideViewPr>
    <p:cSldViewPr snapToGrid="0">
      <p:cViewPr varScale="1">
        <p:scale>
          <a:sx n="93" d="100"/>
          <a:sy n="93" d="100"/>
        </p:scale>
        <p:origin x="69" y="9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478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. Shuguang Cui (SSE)" userId="85de1bb4-a53e-4ccf-9dc2-65b85f685fb4" providerId="ADAL" clId="{CCDB8F54-E727-4940-B8AB-967D3C56FB36}"/>
    <pc:docChg chg="custSel modSld">
      <pc:chgData name="Prof. Shuguang Cui (SSE)" userId="85de1bb4-a53e-4ccf-9dc2-65b85f685fb4" providerId="ADAL" clId="{CCDB8F54-E727-4940-B8AB-967D3C56FB36}" dt="2023-10-08T09:07:51.889" v="1" actId="478"/>
      <pc:docMkLst>
        <pc:docMk/>
      </pc:docMkLst>
      <pc:sldChg chg="delSp mod delAnim">
        <pc:chgData name="Prof. Shuguang Cui (SSE)" userId="85de1bb4-a53e-4ccf-9dc2-65b85f685fb4" providerId="ADAL" clId="{CCDB8F54-E727-4940-B8AB-967D3C56FB36}" dt="2023-10-08T09:07:51.889" v="1" actId="478"/>
        <pc:sldMkLst>
          <pc:docMk/>
          <pc:sldMk cId="1905919656" sldId="646"/>
        </pc:sldMkLst>
        <pc:spChg chg="del">
          <ac:chgData name="Prof. Shuguang Cui (SSE)" userId="85de1bb4-a53e-4ccf-9dc2-65b85f685fb4" providerId="ADAL" clId="{CCDB8F54-E727-4940-B8AB-967D3C56FB36}" dt="2023-10-08T09:07:51.889" v="1" actId="478"/>
          <ac:spMkLst>
            <pc:docMk/>
            <pc:sldMk cId="1905919656" sldId="646"/>
            <ac:spMk id="5" creationId="{00000000-0000-0000-0000-000000000000}"/>
          </ac:spMkLst>
        </pc:spChg>
        <pc:picChg chg="del">
          <ac:chgData name="Prof. Shuguang Cui (SSE)" userId="85de1bb4-a53e-4ccf-9dc2-65b85f685fb4" providerId="ADAL" clId="{CCDB8F54-E727-4940-B8AB-967D3C56FB36}" dt="2023-10-08T09:07:46.752" v="0" actId="478"/>
          <ac:picMkLst>
            <pc:docMk/>
            <pc:sldMk cId="1905919656" sldId="646"/>
            <ac:picMk id="9" creationId="{00000000-0000-0000-0000-000000000000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9-28T06:36:45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11055 0 0,'-13'2'984'0'0,"-2"-2"-792"0"0,1 0-192 0 0,2 1 2456 0 0,29 6-6952 0 0,0-1 40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9-28T06:47:43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4143 0 0,'0'0'5079'0'0,"3"-1"-4903"0"0,1 1-139 0 0,-3 0-28 0 0,0 0 0 0 0,0 0 0 0 0,0 0 1 0 0,0 0-1 0 0,1 0 0 0 0,-1-1 0 0 0,0 1 0 0 0,0 0 1 0 0,0-1-1 0 0,0 1 0 0 0,0-1 0 0 0,0 1 0 0 0,0-1 1 0 0,1 0-1 0 0,6-5 76 0 0,0 0-61 0 0,-6 5-197 0 0,0 1-91 0 0,9 0-22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28T06:49:51.2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30920 12319 4607 0,'0'0'400'0,"0"0"-400"0,0 0 0 0,0 0 0 0,5-2 1888 16,3-10 288-16,-1 4 64 0,-1-2 16 0,0 2-592 0,-1 0-112 0,-5 8-16 0,5-9-16 16,2 1-336-16,-7 8-64 0,3-9-16 0,-3 9 0 15,8-8-176-15,-8 8-32 0,0 0-16 0,0 0 0 16,0 0 16-16,0 0 16 0,2 15 0 0,-5 4 0 0,-2 5-96 0,-3 0-32 15,-4 4 0-15,-1 3 0 0,-3 2-16 0,1 3 0 0,-2 2 0 0,0 4 0 0,0 3-192 32,0-2-32-32,-1 0-16 0,2-2 0 0,2-2-208 0,2-3-64 0,2-4 0 15,1-4 0-15,2-2-112 0,2-2-16 0,1-5-128 0,0-4 192 16,1-2-192-16,3-3 128 0,0-10-128 0,0 0 0 16,0 0-160-16,0 0-128 0,0 0-32 0,0 0 0 31,11-10-512-31,-1-6-96 15,2-5-32-15,0-5 0 0,-1-5-2112 0,1-2-448 0,0-3-64 0,1-3-7472 0</inkml:trace>
  <inkml:trace contextRef="#ctx0" brushRef="#br0" timeOffset="192.08">30902 12506 18879 0,'4'-16'832'0,"0"7"192"0,0 0-832 15,0 1-192-15,0 0 0 0,-4 8 0 0,6-6 2256 0,-6 6 416 0,11-2 80 0,-1 5 0 16,2 2-928-16,-1 2-192 0,0 1-32 0,1 3-16 0,-1 2-384 0,4 4-80 16,-4 0-16-16,1 3 0 0,0-1-336 0,0 2-64 15,-2 0 0-15,2-1-16 0,-1-1-272 0,0 0-48 0,-2-1-16 0,-1-1 0 31,-2 0-96-31,0-4-32 0,-2-2 0 0,-1 0 0 0,0-2-80 0,-3-9-16 16,0 12 0-16,0-3 0 16,0-9-128-16,0 0-224 0,0 0 48 0,-4 9 16 31,4-9-2592-31,-10 5-512 0,-1-5-96 0</inkml:trace>
  <inkml:trace contextRef="#ctx0" brushRef="#br0" timeOffset="1386.16">30945 11319 10127 0,'0'0'896'0,"3"-7"-704"0,-1-4-192 0,1 1 0 16,1-1 2560-16,0 2 464 0,0 0 112 0,-4 9 0 15,5-9-976-15,-5 9-208 16,0 0-32-16,10 0-16 0,1 5-704 0,-2 7-144 16,-3 4-32-16,2 4 0 0,-1 6-560 0,-1 7-112 15,-2 5-32-15,0 8 0 0,0 4-32 0,0 4-16 0,1 2 0 0,0-1 0 16,2-2-32-16,-1-7-16 0,1-5 0 0,-1-3 0 16,2-1 96-16,-3-6 0 15,1-4 16-15,-3-1 0 0,1-3 224 0,0-5 32 0,0-4 16 0,1-2 0 16,-5-12 32-16,0 0 0 0,0 0 0 0,10-1 0 15,0-10 240-15,0-2 48 0,-3-5 16 0,2-6 0 16,0-8-240-16,2-6-64 0,3-6 0 0,-1-8 0 16,0-12-352-16,3-1-80 0,1-6-16 0,1 5 0 0,-1 2-192 0,0 6 128 15,-2 6-128-15,1 5 0 0,-2 3 0 0,-1 5 0 16,-1 2 0-16,-1 9 0 0,-1 7 0 0,-2 5 0 16,-3 4 0-16,-5 12 0 0,0 0 0 0,0 0-160 15,0 0 32-15,0 19 0 31,-1 3-1264-31,-4 4-240 0,-1 1-48 0,1 2-16 0,0 1-1504 0,1 0-320 0,1-4-48 0</inkml:trace>
  <inkml:trace contextRef="#ctx0" brushRef="#br0" timeOffset="1970.5">31365 11797 8287 0,'0'0'736'16,"1"-12"-592"-16,0 0-144 0,2 0 0 15,0 1 2352-15,-1-1 432 0,1 2 96 0,1 0 0 16,0 3-752-16,-4 7-144 0,5-8-48 0,-5 8 0 0,9-3-432 0,-9 3-96 16,0 0 0-16,10 11-16 0,-3 3-656 0,-2 4-128 15,-1 6-32-15,0-1 0 0,-1 1-320 0,-1 2-80 16,-2 1-16-16,0 2 0 0,-1-2-160 0,0 0 0 0,-1 1 144 0,0-2-144 16,-3 0 0-16,-1-1 144 15,1-6-144-15,-1-3 0 0,-1-4 192 0,7-12-192 16,0 0 192-16,0 0-192 0,0 0 672 0,0 0 32 0,1-15 0 0,3-4 0 15,1-6 368-15,2-1 80 0,0-1 0 0,3-3 16 16,2-2-528-16,3 2-96 0,1 2-32 0,1-1 0 16,1 0-320-16,2 1-64 0,-1-1 0 0,1 3-128 15,-2 2 0-15,-1 4 0 0,0 0 0 0,0 3 0 16,-3 1-784-16,1 5-272 0,-4 4-48 16,0 3-16-16,-11 4-2608 0,10 3-528 0</inkml:trace>
  <inkml:trace contextRef="#ctx0" brushRef="#br0" timeOffset="2446.44">31635 12033 25791 0,'0'0'1152'0,"0"0"224"0,0 0-1104 0,10-3-272 0,2 2 0 0,0-6 0 0,1-1 976 0,0-1 144 16,-2-1 32-16,2-2 0 0,2-1-192 0,0-1-16 15,1-3-16-15,-2 0 0 16,-1 1-576-16,0-1-112 0,-2 2-32 0,-3 0 0 15,-3 2-208-15,-1 0 128 0,-2 1-128 0,-3 2 0 16,-1 2 0-16,-4-2 0 0,0 1 0 0,-2 3 0 0,-2 4-176 0,-1 4 32 16,1 4 0-16,-1 4 0 0,-2 3-96 0,0 4-16 0,0 1 0 0,0 4 0 15,-1 3 112-15,2 1 16 0,2-1 0 0,3 0 0 16,3 0 128-16,4-2 0 0,4-1-144 0,5-5 144 16,3-1 0-16,2-3 128 0,3-5 0 0,4-6 0 0,4-4 208 31,2-6 48-31,3-1 0 0,4-8 0 0,3-3-80 0,0-3-16 0,0-2 0 0,2 0 0 15,1-5-96-15,0 2 0 16,-5 0-16-16,-4-2 0 0,-4-4-48 0,-3 2-128 0,-6-1 192 0,-2-2-64 16,-4-6 64-16,-3 4 16 0,-3 1 0 0,-1 6 0 0,-2 6 320 0,-2 3 64 15,-3 4 16-15,-1 6 0 0,1 5 112 0,2 6 32 16,-10 4 0-16,0 8 0 0,-3 6-304 0,0 8-64 16,-3 7-16-16,2 6 0 0,0 8-224 0,1 2-144 15,1 2 192 1,4 4-192-16,0 2 160 0,2 7-160 0,-2 5 128 0,7 4-128 15,4 4 0-15,3-3 0 0,-1-7 0 0,1-2 0 16,2-8 0-16,0-2 0 0,-3 0 0 0,-1-6 0 16,-4-4-176-16,-1-6-112 0,-3-5-32 0,-3-6 0 31,0-4-1104-31,-4-10-240 0,-1-6-32 0,-1-7-9808 0,-1-5-1952 0</inkml:trace>
  <inkml:trace contextRef="#ctx0" brushRef="#br0" timeOffset="2547.46">32017 11962 2751 0,'6'-15'128'0,"2"5"16"0,1 1-144 0,5 1 0 0,5 2 0 0,3 5 0 16,1-5 7664-16,1 5 1488 0,-2 1 320 0,-1 0 48 15,-2 4-8064-15,1 3-1616 0,0 2-320 0</inkml:trace>
  <inkml:trace contextRef="#ctx0" brushRef="#br0" timeOffset="3846.8">32094 11861 1839 0,'0'0'0'16,"0"0"160"-16,0 0-160 0,0 0 0 0,0 0 0 0,0 0 0 0,-15 5 3568 0,15-5 672 16,0 0 144-16,0 0 32 0,0 0-2736 0,0 0-528 0,0-8-128 0,0 8 0 15,0 0-16-15,3-9 0 16,-3 9 0-16,2-9 0 0,-2 9-48 0,0 0 0 0,0-9 0 0,0 9 0 15,0 0-208-15,0 0-48 0,0 0-16 0,-6-4 0 16,6 4-224-16,-9-3-32 0,1 3-16 0,8 0 0 16,0 0-48-16,0 0-16 0,-9 5 0 0,9-5 0 0,0 0-128 0,0 0-32 15,-3 11 0-15,3-11 0 0,4 11-192 0,1 1 128 16,1 1-128-16,0-4 0 0,2 0 128 0,1 1-128 0,2-1 0 16,0 1 0-1,0-1 192-15,0-1-64 0,1-3-128 0,1 0 192 16,0 2 32-16,2-1 0 0,-4 0 0 0,0-1 0 15,-1-1 0-15,-1-2 0 0,-9-2 0 0,0 0 0 0,9 6-64 0,-9-6-16 0,0 0 0 0,0 0 0 16,0 0 0-16,0 0 0 0,0 0 0 0,0 0 0 16,0 0-16-16,0 0 0 0,0 0 0 0,0 0 0 15,0 0 0-15,0 0 0 0,-4-11 0 0,4 11 0 32,-10-8-128-32,2 3 160 0,-1-1-160 0,-1 0 160 0,-3 0-160 15,1 2 0-15,0 1 144 0,0 1-144 0,1-1 128 0,-1 1-128 16,2-1 128-16,10 3-128 0,-10-1 0 0,10 1 0 15,-7-3 0-15,7 3 0 0,0 0 0 0,0 0 0 0,0 0 0 0,0 0 0 16,0 0 0-16,0 0 0 0,10 0 0 0,2 3 0 16,0-2 0-16,1 3 0 15,-2 1 0-15,1 2 0 0,1-1 0 0,-1 1 0 16,-3-1 0-16,0 2 0 0,-1 0 0 0,1 0 0 16,-9-8 0-16,6 13 0 15,0 0-1472-15,-2 1-384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28T06:51:41.5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8558 10967 911 0,'0'0'0'0,"1"-5"0"0,12-5 0 0,-13 10 0 0,0-7 0 0,0 1 0 16,0 2 3696-16,0 4 656 0,0-7 128 0,0 7 16 0,-1-7-1888 0,1 7-384 0,-2-7-80 0,2 7-16 0,-1-5-400 16,1 5-64-1,0 0-32-15,0 0 0 0,0 0-400 0,0 0-80 16,0 0 0-16,8-3-16 0,1 2-320 0,1 1-64 15,1-3-16-15,2 1 0 0,3 0-48 0,-1-2-16 16,2 2 0-16,1-5 0 0,5 2-288 0,-3 0-64 0,-1-2-16 0,1 1 0 16,1 1-304-16,0-1 128 0,0 4-128 0,-3-3 0 0,-1 1 0 0,-2 1 0 15,-2 2 0-15,-3-1 0 16,-2 2-1664-16,-8 0-384 0,0 0-64 0,0 0-14000 16</inkml:trace>
  <inkml:trace contextRef="#ctx0" brushRef="#br0" timeOffset="183.35">8568 11113 23039 0,'0'0'2048'16,"0"0"-1648"-16,0 0-400 0,0 0 0 0,0 0 1552 0,9 4 240 0,0-2 32 0,3-2 16 0,-2-2-192 0,6 1-48 16,2-3 0-16,3 0 0 0,3-1-272 0,0 0-64 0,1 1-16 15,3-3 0-15,0 1-736 0,1-2-160 0,-2 3-32 0,-2 2 0 0,-3 1-320 0,-2 0 0 31,-3 2 0-31,-3 2-192 16,-2 0-1408-16,-3 2-304 0,-3 1-48 0,-2 2-14208 0</inkml:trace>
  <inkml:trace contextRef="#ctx0" brushRef="#br0" timeOffset="2617.5">9207 10922 6447 0,'0'0'576'0,"0"0"-576"0,0 0 0 0,0 0 0 0,-8 1 2352 0,8-1 352 0,-8 1 80 0,8-1 16 16,0 0-656-16,0 0-128 0,0 0-32 0,0 0 0 0,0 0-176 0,0 0-32 31,0 0-16-31,4-5 0 0,3-1-560 0,3 0-112 16,3 4-32-16,3-2 0 0,1 1-416 0,2 3-64 15,3-2-32-15,3 2 0 0,3 0-64 0,-1 2-16 0,0-2 0 0,-1 3 0 16,-1 1-208-16,-1-2-64 16,-4 1 0-16,-1 0 0 0,-4-1-192 0,1 1 176 15,-3 0-176-15,-3-1 160 16,0 1-528-16,-4-1-96 0,1 0-32 0,-7-2 0 0,0 0-2896 0,0 0-576 0</inkml:trace>
  <inkml:trace contextRef="#ctx0" brushRef="#br0" timeOffset="2823.86">9415 10703 15663 0,'0'0'1392'0,"0"0"-1120"0,0 0-272 0,0 0 0 0,0 0 2752 0,-1 9 512 16,1 1 80-16,0 3 32 0,-1 2-1568 0,0 2-304 16,-1 1-64-16,0 4-16 0,-1 3-208 0,0 5-64 0,-1 1 0 0,1 4 0 15,-1-2-592-15,1 0-128 0,2-2-32 0,1-1 0 16,1-2-400-16,3 0 128 15,0-2-128-15,1-5 0 16,2 1-352-16,-1-5-160 0,-1-3-16 16,2 1-16-16,-2-6-2928 0,0-1-592 0</inkml:trace>
  <inkml:trace contextRef="#ctx0" brushRef="#br0" timeOffset="3237.33">9724 10681 4607 0,'0'0'400'15,"0"0"-400"-15,0 0 0 0,0 0 0 0,0 0 4720 0,0 9 848 16,-2-1 192-16,2 1 16 0,1 1-3024 0,2 3-624 0,-2 3-112 0,0-2-32 0,2 3-720 0,1 1-160 16,1 2-16-16,0 3-16 15,1 3-480-15,-3 4-80 0,4 2-32 0,-1 0 0 16,1 2-320-16,2-2-160 0,2-1 160 0,0-3-160 0,1 0 128 0,-3-5-128 16,-1-2 0-16,1-3 144 0,0-3-16 0,0-3 0 15,-1-2 0-15,0-6 0 0,-8-4 528 0,9-1 112 0,-1-5 0 0,0-4 16 16,0-6 272-16,-1-3 48 0,3-5 16 0,0-2 0 15,0-3-400 1,1 1-80-16,1-2 0 0,1-1-16 0,-2-1-352 0,1 5-64 16,1 1-16-16,-1 4 0 0,0 1-192 0,-1 4 0 15,2 0 0-15,-2 4 0 16,-2 0-1920-16,-1 2-336 0,-2 2-64 0,2 3-17024 0</inkml:trace>
  <inkml:trace contextRef="#ctx0" brushRef="#br0" timeOffset="6438.82">12800 15107 7359 0,'0'0'656'0,"0"0"-528"0,0 0-128 0,0 0 0 16,6-9 3456-1,-15 10 640-15,0 2 144 0,3-1 32 0,6-2-2096 0,0 0-432 0,0 0-80 0,0 0 0 0,0 0-304 16,0 0-48-16,9 5-16 0,1-2 0 0,3-2-464 0,3-1-112 16,1-1-16-16,1 0 0 0,3-1 0 0,0 1-16 15,0-3 0-15,0 2 0 0,-1-2-128 0,0 4-32 32,-1-4 0-32,-2 2 0 0,-1 1-272 0,-3 1-64 0,-2 0-16 0,-1 0 0 15,-1 0-176-15,-9 0 128 16,7 0-128-16,-7 0 128 15,0 0-912-15,0 0-192 0,0 0-48 0,7 0 0 16,-7 0-2464-16,0 0-496 0</inkml:trace>
  <inkml:trace contextRef="#ctx0" brushRef="#br0" timeOffset="6755.21">13246 14872 23951 0,'0'0'2128'0,"0"0"-1696"0,0 0-432 0,0 0 0 0,0 0 1840 0,0 0 272 15,8 5 64-15,-2 2 16 16,1 2-800-16,-1 3-176 0,2 2-16 0,0 2-16 0,-2 2-224 0,2 4-32 16,0 0-16-16,-2 3 0 0,1 1-528 0,0 1-96 15,0 0-32-15,1 0 0 0,0-1-256 0,-2 1 0 0,1-2 128 0,0-4-128 16,-1-1 0-16,2-3 160 16,0-4-160-16,0-3 128 0,-1-4 128 0,1-3 32 15,1-3 0-15,0-4 0 0,-1-5 368 0,1-5 80 0,0-5 16 0,2-1 0 16,-1-4-48-16,1-5-16 15,1-2 0-15,-1 0 0 0,-2 0-288 0,2-2-48 0,-1-4-16 0,1 1 0 16,-1-1-208-16,1 2-128 0,-4 4 160 0,1 4-160 0,-1 2 0 0,-2 4 0 16,0 4 0-16,-1 0 0 0,-1 5-160 0,-2 3-128 31,-1 4-32-31,0 5 0 16,0 0-2336-16,0 0-480 0,0 0-80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0-08T01:03:37.4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1592 2549 16287 0,'0'0'720'0,"5"-6"160"0,-8-6-704 0,1 3-176 15,-2 0 0-15,1 4 0 0,1-1 1136 0,-2 1 192 16,-1 0 32-16,-2 0 16 0,7 5-368 0,-6-3-80 0,6 3-16 0,-11 1 0 15,2 2-352-15,1 2-80 0,2 3-16 0,0 0 0 16,0 4-112-16,-1 3-32 0,3 6 0 0,-1 17 0 16,-1 5 160-16,1 1 32 15,1 1 0-15,0-1 0 0,1 0-128 0,2-11 0 0,-2 2-16 0,2 2 0 16,0-1-368-16,1-1 144 16,2 2-144-16,2-5 0 0,1 1 128 0,2-6-128 15,-1-1 0-15,3-2 0 0,3-5 0 0,1-2 0 0,0-1 0 0,3-4 0 31,1-3-1392-31,2-4-272 0,1-1-64 0</inkml:trace>
  <inkml:trace contextRef="#ctx0" brushRef="#br0" timeOffset="384.02">2143 2482 911 0,'0'0'0'0,"0"0"0"16,-5 0 0-16,-3 2 0 0,0 3 3216 0,-1 1 560 16,-2 0 128-16,-2 2 0 0,-2 0-1888 0,0 3-384 15,-2 4-80-15,-2 2-16 0,0 4-336 0,-2 3-80 16,-1 4-16-16,2 2 0 0,1 0-256 0,2 1-48 16,1 0-16-16,3-1 0 0,3-1-368 0,2-3-80 15,3-1-16-15,2-2 0 0,3-1-192 0,3-2-128 16,2-3 160-16,3-3-160 0,1-2 144 0,1-4-144 15,2-3 128-15,1-2-128 0,3-3 144 0,-1-3-144 0,3-3 160 0,-1-4-160 16,-1-5 192-16,0-2-48 0,-1-3-16 0,1-1 0 16,-2-3-128-16,-1-2 160 0,-1-2-160 0,-1 0 160 15,-2-1-160-15,-1 0 0 16,-1-1 144-16,0 3-144 0,-2 3 192 0,0 2-48 16,0 8 0-16,1 1 0 0,-2 5 448 0,-4 8 96 15,0 0 16-15,5 8 0 0,0 5-336 0,-2 5-64 0,1 4-16 16,-1 6 0-16,3 2-160 0,0 1-128 0,1-1 192 0,-1-1-192 15,2-2 144-15,0-4-144 0,0 1 0 0,1-3 144 16,3-3-320-16,-1-1-64 16,-2-4-16-16,1-1 0 15,-1-1-672-15,-1-4-144 0,-1-1-16 0,1 0-16 16,-8-6-2048-16,8 2-416 0</inkml:trace>
  <inkml:trace contextRef="#ctx0" brushRef="#br0" timeOffset="618.29">2605 2355 25455 0,'0'0'560'0,"0"0"112"0,0 0 32 0,12 9 0 0,-2 3-560 0,0 4-144 0,3 1 0 0,-1 3 0 15,-1 3 896-15,0 1 128 0,1 6 48 0,-3 4 0 16,0 3-432-16,-1 2-64 0,1 1-32 0,-1-1 0 0,-3-2-320 15,-2-1-64-15,-4 0-16 0,-2 1 0 0,-2 2 0 16,-6 2 0-16,-3-1 0 0,-3 3 0 16,-2 3-2512-16,-2 1-512 15,-3-1-112-15</inkml:trace>
  <inkml:trace contextRef="#ctx0" brushRef="#br0" timeOffset="6146.95">3487 2484 7359 0,'-3'-6'320'0,"0"-2"80"0,3 8-400 0,0-9 0 16,0 0 0-16,0 9 0 0,1-8 3264 0,-1 8 560 0,0 0 112 16,7-7 32-16,-7 7-2272 0,0 0-448 0,10 2-96 0,1 4 0 15,-2 6-384-15,1 3-80 0,1 9-16 0,-1 8 0 16,-1 10-80-16,2 6-16 0,0 7 0 15,2 0 0-15,-1 0-144 0,-1-3-48 0,-1-7 0 0,2 0 0 16,-1-2-256-16,0-3-128 0,-2-1 0 0,1 0 128 16,0-5-128-16,-1-1 0 0,-2-4 144 0,1-5-144 15,0-3 176-15,1-2-48 0,-1-6 0 0,1-3 0 16,-1-2 432-16,-8-8 80 0,0 0 0 0,0 0 16 0,10-4 224 0,-2-4 32 16,-3-5 16-16,1-6 0 0,0-8-128 0,1-4-32 15,1-1 0-15,1-6 0 0,0-1-384 0,-1 0-64 16,-3-2-32-16,0-1 0 0,-1-2-288 0,2-2 160 15,1-3-160-15,0-2 128 0,-5-1-128 0,3 2 0 16,3 0 0-16,-3 5 128 0,-5 6-128 0,3 5 0 16,4 4 0-16,-4 7 0 0,-3 6-352 0,3 2 0 15,1 6 0-15,-4 9 0 16,0 0-1312-16,0 0-256 0,0 0-48 0,0 0-16 16,0 0-1200-16,0 0-240 0</inkml:trace>
  <inkml:trace contextRef="#ctx0" brushRef="#br0" timeOffset="6428.19">4087 3154 17503 0,'0'0'1552'0,"0"0"-1232"0,0 0-320 0,0 0 0 15,13 3 2752-15,0-2 512 0,2 0 80 0,-2-1 32 16,0 0-1920-16,0 2-384 16,0-1-80-16,0 3-16 0,0-3-272 0,0 2-48 0,0 0-16 0,0-3 0 15,1 0-320-15,1 1-64 0,0-1 0 0,0 0-16 16,-2-1-240-16,1-2 176 0,-1-1-176 0,0 1 160 0,-3 1-160 16,1-2 0-16,-11 4 0 0,10-7 0 15,-2 1-1792 1,-8 6-320-16,7-8-80 0,-1-2-11856 0</inkml:trace>
  <inkml:trace contextRef="#ctx0" brushRef="#br0" timeOffset="7099.98">4832 2569 18431 0,'0'0'816'0,"0"0"160"0,-11-5-784 0,11 5-192 16,0 0 0-16,0 0 0 0,-4-8 2400 0,4 8 432 16,5-9 96-16,3 2 16 0,3 3-1648 0,3-1-320 0,4 1-64 0,3 2-16 15,4-1-384-15,2 3-96 0,1 1-16 0,4 2 0 16,2-1-400-16,1 4 128 0,-1-2-128 0,-2 2 0 15,-4-1-160-15,-2 2-112 0,-2-1-32 0,-6 2 0 32,-5 1-2096-32,-5 0-416 0,-3 3-96 0</inkml:trace>
  <inkml:trace contextRef="#ctx0" brushRef="#br0" timeOffset="7269.19">4865 2907 28559 0,'0'0'1264'0,"0"0"272"0,19 0-1232 0,0 0-304 0,2 0 0 0,5 0 0 16,4 0 880-16,1 0 112 0,5 0 32 0,-2 0 0 0,-1 0-112 0,1 2-16 16,-2 1 0-16,-4-1 0 15,-3 0-1936-15,0 0-400 0,-2 2-80 0,-4 1-12704 16</inkml:trace>
  <inkml:trace contextRef="#ctx0" brushRef="#br0" timeOffset="7800.38">5742 2534 3679 0,'0'0'320'0,"0"0"-320"0,0 0 0 0,3 13 0 16,3 4 5760-16,0 5 1088 0,1 5 224 0,1 5 32 16,1 1-4992-16,-1 4-1024 0,-3 1-192 0,3-2-32 15,-1-1-144-15,1-3-16 0,0-5-16 0,1-2 0 16,0-3-368-16,2-2-64 0,-1-5 0 0,2-3-16 0,-3-4 64 0,1-3 16 16,1-2 0-16,-1-5 0 0,-1-4 448 0,2-2 80 15,-1-1 32-15,-1-4 0 0,-1-4 208 0,1-4 64 16,2-2 0-16,-1-2 0 0,1-3-480 0,-1-4-96 15,-1-6 0-15,2-1-16 0,-1-5-336 0,-1-3-64 16,-2-2-16-16,-1 2 0 0,-2 2-144 0,1-1 0 16,-2 4 0-16,0 5 0 15,-2 3-464-15,1 1 16 0,1 7 16 0,2 3 0 16,2 3-1376-16,-1 8-288 0,-6 12-48 0,0 0-9888 16,9 11-1968-16</inkml:trace>
  <inkml:trace contextRef="#ctx0" brushRef="#br0" timeOffset="8034.73">6224 3020 28559 0,'0'0'2544'0,"12"1"-2032"0,2 2-512 0,2 0 0 15,3 0 992-15,3 0 96 16,2-2 32-16,1-1 0 0,-2-1-288 0,3-3-64 0,3-1-16 15,0 1 0-15,1-3-320 0,-1 1-64 0,4-2-16 0,-3 0 0 16,-3 0-352-16,-2-2 0 0,-1 2 0 0,-3 0 0 16,-3 3 0-16,-3 0-288 0,-2-2 48 0,-2 2 16 15,-3 0-1312 1,-8 5-272-16,1-9-48 0,-1 9-7616 0,-1-11-1536 0</inkml:trace>
  <inkml:trace contextRef="#ctx0" brushRef="#br0" timeOffset="8144.1">6442 2852 24879 0,'0'0'2208'16,"0"15"-1760"-16,0 1-448 0,1 2 0 0,0 2 1344 0,3 2 176 16,0 2 32-16,1 2 16 0,2 2-752 0,1 5-160 15,-3 1-16-15,1 4-16 16,0 2-1680-16,-2-1-336 0</inkml:trace>
  <inkml:trace contextRef="#ctx0" brushRef="#br0" timeOffset="8884.83">7339 2620 27471 0,'-8'-12'1216'0,"8"12"256"0,-4-8-1184 0,4 8-288 0,0 0 0 0,0-8 0 15,0 8 864-15,5-9 112 16,2 3 32-16,3 1 0 0,3-1-48 0,3 2 0 15,1 0 0-15,2 2 0 0,1-1-384 0,2 2-96 16,1 0-16-16,4-1 0 0,-4 2-336 0,0 0-128 0,2 2 0 0,0-2 144 16,-2-2-336-16,-2 2-64 15,-2 3 0-15,-4 1-16 16,-2-3-2304-16,-13-1-464 0,8 9-96 0</inkml:trace>
  <inkml:trace contextRef="#ctx0" brushRef="#br0" timeOffset="9056.68">7292 2869 29135 0,'17'6'1280'0,"-4"-2"288"0,4-1-1248 0,5-1-320 0,3 0 0 0,2-1 0 16,0 0 688-16,5 2 80 0,0-3 0 0,2-3 16 16,0 2-272-16,2 0-48 0,1-2-16 0,1 0 0 31,-2 0-1792-31,0-1-352 0,-5 0-80 0,-3 2-16 0,-3-1-624 0,-3 0-128 0,-1-4-16 0</inkml:trace>
  <inkml:trace contextRef="#ctx0" brushRef="#br0" timeOffset="9369.14">8018 2246 29199 0,'0'0'1280'0,"5"15"288"0,-2 2-1248 0,1 3-320 16,0 3 0-16,2 6 0 0,2 5 1056 0,0 5 160 15,-2 5 16-15,1 8 16 0,-1 8-304 0,2 0-64 16,1 3-16-16,3-7 0 0,1-8-560 0,4-6-112 0,1-7-32 16,3-6 0-16,1-7-160 0,2-5 0 15,0-5 0-15,2-5 0 0,2-3 320 0,-2-4 0 16,-3-4-16-16,0-6 0 0,-1-7 720 0,-1-4 160 16,-3-4 32-16,1-3 0 0,1-6-304 0,-2-8-48 15,-1-6-16-15,-1-7 0 0,-2-2-464 0,0 1-112 16,2 2-16-16,-2 5 0 0,-2 4-256 0,-1 4 160 0,-2 2-160 0,0 3 128 15,-1 4-128-15,-2 2 0 0,-3 4 0 0,-1 5 0 32,1 3-880-32,-2 5-96 0,-1 3-32 0,0 10 0 15,0 0-1888-15,0 0-384 0,0 0-80 0</inkml:trace>
  <inkml:trace contextRef="#ctx0" brushRef="#br0" timeOffset="11644.39">8792 2691 7359 0,'0'0'320'0,"0"0"80"0,0 0-400 0,0 0 0 0,0 0 0 0,-2 13 0 16,-1 2 3696-16,0 4 656 0,1 5 128 0,-1 2 16 16,1 4-3024-16,-2 0-592 0,0 2-128 0,0 4-32 15,-5 2-176-15,0 1-32 0,0 4-16 0,-1-3 0 16,0-2-176-16,1-2-48 0,2-2 0 0,1-2 0 0,-1-10-144 0,2-1-128 15,1-6 192-15,2-3-192 0,2-12 176 0,0 0-176 16,0 0 160-16,0 0-160 0,0 0 128 0,0 0-128 16,3-13 0-16,3-1 144 0,0-6-144 0,5 3 0 15,2-2 0-15,1-1 0 0,-1 3 384 0,3 4 160 16,1 3 32-16,1 4 0 0,1 1 160 0,1 5 32 16,-2 5 16-16,0 2 0 0,-1 2-432 0,-1 4-96 15,1 0 0-15,-5 4-16 0,-3-1-240 0,-4-1-240 16,-2 1 48-16,-3 1 16 0,-2-1-48 0,0-1-16 15,-5 1 0-15,-2-1 0 0,0-3 240 0,-1-3 0 16,-3-2 0-16,1-3 0 0,0-2 0 0,0-2 192 16,-1-2-48-16,2-2 0 0,0-1-144 0,2-2 0 15,1-2 0-15,2-1 0 16,0-3-1760-16,1-2-288 0,3-2-48 0</inkml:trace>
  <inkml:trace contextRef="#ctx0" brushRef="#br0" timeOffset="11878.69">9354 2572 28559 0,'0'0'1264'0,"13"-3"272"0,0-1-1232 0,2 1-304 0,2 1 0 0,1-1 0 15,1-1 1472-15,1 0 256 0,-1 2 32 0,1-1 16 16,1 2-816-16,-3 1-176 0,0 0-16 0,1 0-16 15,-4 0-608-15,0 0-144 0,-1 0 0 0,-1 0 0 16,0 0-416-16,-3 1-112 16,-2 0-32-16,-8-1 0 0,0 0-1584 15,9 6-320-15,-9-6-64 0,0 0-10784 0</inkml:trace>
  <inkml:trace contextRef="#ctx0" brushRef="#br0" timeOffset="12035.06">9439 2761 27647 0,'0'0'2448'0,"10"3"-1952"16,5 0-496-16,0 0 0 0,5 2 896 0,1-2 64 16,0 0 32-16,1-1 0 0,-1 0 240 0,-1 1 48 15,1 0 16-15,2 0 0 0,-4 1-928 0,-1 2-192 16,-1-3-48-16,-2 1 0 16,-4-2-2880-16,0-1-576 0</inkml:trace>
  <inkml:trace contextRef="#ctx0" brushRef="#br0" timeOffset="15504.33">10307 2424 23039 0,'0'0'2048'0,"-6"5"-1648"0,-1 3-400 0,3 1 0 0,0 4 576 0,-1 4 48 0,1 4 0 0,0 7 0 0,-1 4-96 0,2 6-16 15,2 5 0-15,1 18 0 16,3-6 48-16,2-9 0 0,4-10 0 0,4-5 0 16,4-7 16-16,4-7 16 0,4-3 0 0,3-5 0 0,4-5-16 0,2-4 0 15,1-4 0-15,-1-3 0 0,-2-5 240 0,-2-3 32 16,-2-7 16-16,-4-1 0 0,-1-3 160 0,-5-3 48 16,-1-5 0-16,-3-1 0 0,-3 0-304 0,-2 1-64 15,-3 0-16-15,-3 1 0 0,-3 2-160 0,-4 2-16 16,-5 3-16-16,-2 0 0 0,-2 4-128 0,-4 1-32 15,-5-1 0-15,-1 4 0 0,-3 1-112 0,-2 6-32 16,0 4 0-16,-2 3 0 0,-2 2-448 0,1 6-112 16,4 3-16-16,1 2 0 15,-2 0-2480-15,2 5-496 0</inkml:trace>
  <inkml:trace contextRef="#ctx0" brushRef="#br0" timeOffset="18432.73">12084 2522 13647 0,'0'0'592'0,"-4"-5"144"0,-5 2-592 0,9 3-144 15,-8 0 0-15,8 0 0 0,-10-1 1152 0,10 1 192 16,-7-5 32-16,7 5 16 0,0 0 0 0,0 0 0 15,6-8 0-15,3 0 0 0,4 1-160 0,5 4-16 16,4 0-16-16,4 0 0 0,3 3-480 0,2 0-80 16,0 0-32-16,2 2 0 0,-2-1-240 0,1 0-48 15,-1 1-16-15,0-1 0 0,1-1-112 0,0 1-32 16,1 0 0-16,-2-1 0 0,-2-1-160 0,-1 0 0 16,1 0 0-16,-3-1 0 15,-4 1-576-15,-2 1 0 0,-5 0 0 0,-3 1 0 16,-12-1-2128-16,0 0-432 0</inkml:trace>
  <inkml:trace contextRef="#ctx0" brushRef="#br0" timeOffset="18684.3">12025 2733 27807 0,'12'-6'1232'0,"0"3"256"0,6 0-1184 0,6 1-304 0,4-2 0 0,6 0 0 0,3 1 512 0,2-1 32 15,-4 2 16-15,2-2 0 0,-1 1 144 0,1 1 48 16,-1 2 0-16,2-2 0 0,0 2-416 0,3 0-80 16,4 4 0-16,-1-2-16 0,-1 3-240 0,-1-5 0 15,-4 0 0-15,-6 1 0 0,-3 0-240 0,-3 1-80 16,-4 0-32-16,-2-4 0 16,-5-1-224-16,1 2-64 0,-4-4 0 0,-2 1 0 15,-2 0-1584-15,-8 4-320 0,5-11-64 0</inkml:trace>
  <inkml:trace contextRef="#ctx0" brushRef="#br0" timeOffset="18919.97">12702 2259 26719 0,'0'0'1184'0,"0"0"240"15,14 4-1136-15,2 2-288 0,1 3 0 0,3 3 0 0,0 2 864 0,3 1 112 16,-1-1 32-16,0 3 0 0,0 4 16 0,0 0 0 0,0-1 0 0,1 1 0 15,-1-1-256-15,-1-1-64 0,-1 1 0 0,0 1 0 16,0 2-368-16,-5-2-80 0,-3 1 0 0,-4-2-16 16,-4 1 32-16,-6 0 16 0,-3-1 0 0,-5 4 0 15,-6 1 176-15,-3 1 48 0,-4 0 0 0,-1 0 0 16,-5 1-1120 0,-1-1-224-16,-3-3-32 0,-1-3-10544 0,-2 0-2112 0</inkml:trace>
  <inkml:trace contextRef="#ctx0" brushRef="#br0" timeOffset="22888.45">13566 2579 21183 0,'0'0'1888'0,"-2"-15"-1504"0,2 15-384 0,9-8 0 15,3 1 960-15,2 1 112 16,0-1 16-16,6-1 16 0,3-1-48 0,4 0-16 16,0 0 0-16,2 0 0 0,1 0-80 0,0 0-32 15,-2 1 0-15,0 0 0 0,-4-1-144 0,-1 0-16 0,-3-2-16 0,0 2 0 16,-6 4-64-16,-2 0-16 0,-2 1 0 0,-2 0 0 15,-8 4-160-15,0 0-16 0,0 0-16 0,0 0 0 16,0 0-48-16,0 0-16 0,2 10 0 0,-5 5 0 16,-2-1-160-16,-2 4-16 0,-2 3-16 0,0 1 0 15,1 3-64-15,0 4-16 0,1 1 0 0,1 2 0 0,2 2-144 0,2-5 160 16,0-2-160-16,4-3 160 0,0-2-160 0,4-4 0 16,1-2 0-16,1-4 0 0,0-1 0 0,0-1 0 15,0-3 0-15,2 1 0 16,-1-3-320-16,0-1-112 0,2-1-16 0,-1-3 0 15,1 0-1792-15,-2-3-384 0,0-1-64 0,1-2 0 16,1-3-544-16,1-4-96 0</inkml:trace>
  <inkml:trace contextRef="#ctx0" brushRef="#br0" timeOffset="23013.43">14105 2002 17503 0,'-4'-15'1552'0,"1"2"-1232"16,3 13-320-16,-2-10 0 0,2 10 3904 0,0 0 704 15,0 0 160-15,0 0 32 0,0 0-3056 0,0 0-592 16,0 0-128-16,4 16-32 0,-2 3-768 0,2 3-224 16,1 4 0-16,3 2 128 15,-3 2-2416-15,1 0-464 0,-1-2-112 0,0 4-11344 0</inkml:trace>
  <inkml:trace contextRef="#ctx0" brushRef="#br0" timeOffset="23539.51">14373 2620 25791 0,'0'0'2304'0,"0"0"-1856"16,0 0-448-16,8 9 0 0,3-1 768 0,-1 1 64 15,1-1 16-15,-4 1 0 0,0 1 16 0,-1 1 0 16,1 0 0-16,-2 2 0 0,0-1-432 0,-1 2-96 16,-1 3-16-16,0 2 0 0,-3-1-320 0,-2 0 144 15,0 0-144-15,0 1 0 0,2-1 128 0,-1-2-128 16,0-2 0-16,1-4 0 0,1 2 512 0,3-1 0 0,1-1 0 16,0-4 0-16,-5-6 16 0,12 3 0 0,1-3 0 0,0-3 0 15,3 1-304-15,-2-5-64 0,2-2-16 0,-1 0 0 31,0 0-528-31,0-1-128 0,1-2 0 0,0 0-16 0,-1-1-1392 16,4-3-256-16,0-1-64 0,1 0-16 0,-5-2 880 0,0-1 176 0,-1 1 48 0,-2-1 0 16,1 2 496-16,0 0 96 0,-3 2 32 0,-1 4 0 0,-2 3 752 0,-7 9 160 15,0 0 16-15,0 0 16 0,0 0 672 0,0 0 144 16,0 0 32-16,-4 13 0 0,-1 2-256 0,0 0-48 16,-2 1-16-16,2 1 0 0,0 2-288 0,1 0-48 15,1 0-16-15,3 1 0 0,3-1-64 0,2 0-16 16,3-1 0-16,2-1 0 0,2-2-112 0,1 1-16 15,0 0-16-15,0-2 0 0,0 0-112 0,1 1 0 16,-2-2-16-16,-3 0 0 0,-2 0-80 0,-2 0-16 31,-2-1 0-31,-3-1 0 0,-3 1-144 0,-2 1 192 16,-6 1-192-16,-2 1 192 16,-2-1-992-16,-4 1-192 0,-4-2-32 0,-2-2-9632 0,-2 1-1920 0</inkml:trace>
  <inkml:trace contextRef="#ctx0" brushRef="#br0" timeOffset="23680.12">14755 2732 31327 0,'20'-12'2784'15,"3"-4"-2224"-15,4 0-560 0,3-3 0 0,1 2 928 0,-2-1 80 16,-2 2 16-16,-1 5 0 0,-4 2-560 0,-2 3-96 16,-2 0-32-16,2-1 0 15,-2 3-2496-15,-1 2-496 0,-3-1-96 0,-1 2-10560 16</inkml:trace>
  <inkml:trace contextRef="#ctx0" brushRef="#br0" timeOffset="23978.34">15383 2433 24879 0,'0'0'1088'0,"0"0"256"0,13-4-1088 0,0 3-256 0,2 1 0 0,2-1 0 16,3-6 2160-16,-1 3 368 0,1-1 80 0,-1 1 16 15,1 2-1472-15,1-2-304 0,-2 0-48 0,1 0-16 16,0 1-576-16,-2-2-208 0,-4 1 144 0,-1 2-144 15,-1 2-304 1,-2 0-144-16,-10 0-16 0,11 2-16 0,-11-2-2512 0,0 0-496 0,0 0-96 16</inkml:trace>
  <inkml:trace contextRef="#ctx0" brushRef="#br0" timeOffset="24119.03">15501 2594 29423 0,'0'0'1296'15,"0"0"288"-15,0 0-1264 0,13 5-320 0,0 1 0 0,2-3 0 0,0-3 1392 0,0-1 208 16,0-3 64-16,2 1 0 0,1 1-640 0,-1 0-128 16,-1 2-32-16,0 0 0 15,-2-1-1616-15,-1 1-320 0,0 0-64 0</inkml:trace>
  <inkml:trace contextRef="#ctx0" brushRef="#br0" timeOffset="24868.91">16462 2454 26031 0,'0'0'1152'0,"-12"-1"240"0,2-2-1120 0,2 2-272 0,8 1 0 0,0 0 0 16,0 0 864-16,0 0 112 0,0 0 32 0,0 0 0 16,0 0 304-16,8-4 64 0,6 0 16 0,6 3 0 15,5 1-432-15,3 1-96 0,6 0-16 0,4 1 0 16,4 0 32-16,7 0 0 0,7-2 0 0,7-2 0 0,5 1-128 16,1 0-32-16,2-1 0 0,0 1 0 0,-5-1-224 0,1 0-48 15,-2 0-16-15,1-2 0 0,1-3-144 0,-7 3-32 16,-4 0 0-16,-9 0 0 0,-8 2-80 0,-6-2-32 15,-7 0 0-15,-4 3 0 0,-6-2-144 0,-5 2 192 16,-3-3-192-16,-8 4 192 0,0 0-464 0,0 0-96 16,0 0-16-16,0 0 0 15,-9-7-2752-15,-1 5-544 0,-5-2-112 0</inkml:trace>
  <inkml:trace contextRef="#ctx0" brushRef="#br0" timeOffset="27471.55">16207 1585 20271 0,'-3'-8'896'0,"2"-3"192"0,1 1-880 0,0-2-208 0,1 3 0 0,2 0 0 16,-3 9 1296-16,2-8 224 0,-2 8 32 0,0 0 16 16,4-9-224-16,-4 9-64 0,10 3 0 0,1 7 0 15,1 4-592-15,1 10-128 0,4 6-32 0,-2 4 0 16,0 4-32-16,-2 2-16 0,-3 3 0 0,2 3 0 16,0-3-192-16,-1 1-32 0,1-1-16 0,0 0 0 0,-1-1-240 0,1-4 0 15,-1-3 0-15,0-5 0 0,0-3 224 0,1-5-48 16,-2-4-16-16,-1-4 0 0,0-3 416 0,-1-6 64 15,-8-5 32-15,10 3 0 0,-10-3 208 0,12-8 32 16,-1-5 16-16,0-8 0 0,1-6-160 0,4-4-16 16,-2-6-16-16,2-3 0 0,-1 1-416 0,2-3-96 15,2-1-16-15,-4-1 0 0,0-3-208 0,-1-3 144 16,-1-2-144-16,0 0 128 0,-1 0-128 0,-1 3 0 16,1 4 0-16,0 7 128 0,-2 8-128 0,-1 3 0 15,-1 4 0-15,0 4 0 0,-1 6-304 0,-1 4-32 16,-6 9-16-16,0 0 0 15,11 5-2192-15,-4 3-432 0,-1 5-96 0,-2 4-13312 0</inkml:trace>
  <inkml:trace contextRef="#ctx0" brushRef="#br0" timeOffset="27929.17">16974 1688 28559 0,'0'0'2544'0,"0"0"-2032"16,7 7-512-16,-2 5 0 0,0 2 288 0,-1 1-32 15,-2 0-16-15,-2 4 0 0,-2-1 672 0,0 0 144 16,-2 0 32-16,-1 5 0 0,-2-2-640 0,2 1-128 0,-3-1-32 0,0 1 0 16,0-4-288-16,1 0 0 0,3-1 0 0,-2-4 0 15,1-5 0-15,5-8 0 16,0 0 0-16,0 0 0 0,0 0 0 0,0 0 0 0,11-8 0 0,3-4 0 16,2-3 0-16,2-1 0 0,1 2-128 15,0-2 128-15,-1 1 0 0,-1 1 128 0,-3 4 0 16,-1 6-128-16,0 0 512 0,-1 6-16 0,-2 0 0 0,-2 5 0 15,-8-7-240-15,8 9-32 0,-1 3-16 0,-5 3 0 0,-2-2-208 16,-2 4 0-16,-5-2 0 0,-2 1-160 0,-1 3 160 0,-2-5-160 16,-3 2 160-16,1-3-160 0,0 1 160 0,-1-2 0 15,0-4 160-15,-2-3-160 0,1-1 384 0,2-2-32 16,-1-3 0-16,2 0 0 0,0-2-128 0,3 1-32 16,-2-2 0-16,2 0 0 0,-1-3-192 0,2 1 0 15,3-3-144-15,1-1 144 16,-1 0-2832-16,4 0-480 0</inkml:trace>
  <inkml:trace contextRef="#ctx0" brushRef="#br0" timeOffset="29328.1">17382 1761 18431 0,'0'0'1632'0,"0"0"-1312"15,0 0-320-15,0 0 0 0,0 0 1840 0,6-11 288 16,-6 11 64-16,0 0 16 0,0 0-432 0,0 0-96 16,10-6-16-16,2 3 0 0,0 2-704 0,1-1-128 15,1 2-48-15,0 0 0 0,2 2-448 0,-2-1-80 16,-1 0-32-16,3 1 0 0,-3 0-224 0,1 0 128 16,1-2-128-16,-1 1 0 0,0-1-208 0,-1 0-144 15,0-1-32-15,0-1 0 16,1 0-2320-16,0-1-480 0</inkml:trace>
  <inkml:trace contextRef="#ctx0" brushRef="#br0" timeOffset="29610.75">17894 1678 22111 0,'-7'16'976'0,"3"-3"208"0,-1 7-944 0,0 2-240 0,-2 0 0 0,2 4 0 16,1-4 2464-16,0 2 448 15,-1-1 96-15,1-2 0 0,3-1-1392 0,2-5-272 0,3-2-64 0,2-2-16 16,4-3-304-16,3-3-48 16,2-1-16-16,3-4 0 0,1-7-480 0,2 1-96 0,2-7-32 0,2-2 0 15,0-2-96-15,-2 2-32 0,-1-5 0 0,-2 2 0 16,-2 0 16-16,-1-3 0 0,-4-1 0 0,-3 1 0 0,-2 0 64 0,-4 3 16 16,-3-2 0-16,-2 3 0 0,-3-2-128 0,-2 0 0 15,-3 2-128-15,-3 3 192 0,0 4-192 0,0 0 0 16,1 7 0-16,-2 3-160 15,-4 2-1264-15,0 6-256 0,-3 1-48 16,3 4-10304-16,-1 4-2048 0</inkml:trace>
  <inkml:trace contextRef="#ctx0" brushRef="#br0" timeOffset="32018.6">16505 3045 18079 0,'0'0'800'0,"0"0"160"0,0 0-768 0,0 0-192 0,0 0 0 0,0 0 0 0,7-9 1312 0,-1 1 224 15,2 0 32-15,2 1 16 0,2 1 272 0,1 2 64 16,3 1 16-16,-1 1 0 0,1-2-816 0,0 3-160 15,-2 2-48-15,0 2 0 0,1 0-512 0,-4 4-96 16,0-1-32-16,-3 4 0 0,0-1-272 0,-3 4 160 16,-4-2-160-16,-1 4 128 0,-1 0 0 0,-3 1-128 15,-3 5 192-15,-1-1-64 0,1 3-128 0,-1-2 160 16,0 1-160-16,0-4 160 0,2-2-160 0,-1 0 0 16,1-5 144-16,2 2-144 0,0-1 0 0,1-1 0 15,3-11 0-15,0 13 128 0,3-4 0 0,2-2 0 16,-5-7 0-16,9 10 0 0,-1-4-128 0,4-1 0 15,-1 1 128-15,2-4-128 0,1-1 0 0,-1-1 0 0,0-1 0 0,1 0 128 16,2 0-128-16,-1-5 0 0,0-1-176 0,2 0 176 31,5-1-848-31,-3-1-80 0,-3-3-16 0,2 1-9328 0,0-2-1872 0</inkml:trace>
  <inkml:trace contextRef="#ctx0" brushRef="#br0" timeOffset="32284.19">17055 2909 10127 0,'0'0'448'0,"0"0"96"0,0 0-544 0,0 0 0 0,0 0 0 0,-2 15 0 0,0-2 4672 16,0 2 832-16,-1 3 176 0,2 2 16 15,1-3-4080-15,1 3-816 0,2-1-160 0,1 2-48 0,2 0-144 0,3 1-16 16,0 0-16-16,2 0 0 0,-1 0 32 0,2-1 16 15,0-2 0-15,-3-1 0 0,-1-3 0 0,-2 1 0 16,1-2 0-16,-1 2 0 0,-3-4-192 0,-2 0-32 16,-2-2-16-16,-2 0 0 0,-1 1-80 0,-2 1-16 15,-3-2 0-15,-3 0 0 16,-1 1-1120-16,-3-2-224 0,-2 0-64 0,-2-2-9472 16,1-2-1920-16</inkml:trace>
  <inkml:trace contextRef="#ctx0" brushRef="#br0" timeOffset="32456.04">17150 2930 32255 0,'11'-3'2864'0,"2"0"-2288"15,3-1-576-15,2 1 0 0,3-1 704 0,-1 1 48 16,0 1 0-16,0-1 0 0,-2 2 48 0,0 1 16 0,-2-3 0 0,-1 2 0 16,2 2-688-16,-2-1-128 0,-2 0 0 0,0 3 0 31,0 0-1056-31,1-1-112 0,-1 1-32 0,0-1-9248 0,-1 0-1856 0</inkml:trace>
  <inkml:trace contextRef="#ctx0" brushRef="#br0" timeOffset="32671.49">17676 2768 31327 0,'0'0'2784'0,"2"13"-2224"0,1 2-560 0,0 0 0 15,-1 1 608-15,0 2 16 0,-2 2 0 0,-2 2 0 16,-2 5 528-16,0 3 128 0,-1 3 0 0,1-2 16 16,0 3-672-16,0 5-144 0,2 4-32 0,2-1 0 15,1-3-576-15,2-1-128 0,1-4-32 0,1-4 0 16,1-4-1840-16,4-5-368 16,0-4-80-16,2-4-7376 0,-1-2-1472 0</inkml:trace>
  <inkml:trace contextRef="#ctx0" brushRef="#br0" timeOffset="32891.56">17959 2867 25743 0,'0'0'1136'0,"-13"3"240"0,-4 1-1104 0,-2 2-272 16,1 5 0-16,-1-1 0 0,-1 5 912 0,2 3 128 0,-2 3 32 0,2 1 0 16,1 1 80-16,4 4 0 0,3-4 16 0,4 2 0 15,4 0-80-15,3-1-32 16,4-2 0-16,4 1 0 0,4-1-224 0,4-1-64 15,2-4 0-15,2-3 0 0,1-2-112 0,4-2-16 0,1-1-16 0,2 0 0 16,2-1-288-16,-2-1-48 16,-3-3-16-16,-4 1 0 0,-2 0-416 0,-5-1-96 0,-2 0-16 0,-2-2 0 31,-11-2-2944-31,0 0-608 0</inkml:trace>
  <inkml:trace contextRef="#ctx0" brushRef="#br0" timeOffset="33769.44">19101 2251 2751 0,'0'0'256'0,"0"0"-256"16,4-8 0-16,-4 8 0 0,7-10 4864 0,3 2 912 15,1-1 192-15,1 2 48 0,2 2-3168 0,2 2-624 0,1-1-128 0,1 4-32 16,3 0-736-16,1 2-160 0,2 0-16 0,1 1-16 15,-1-1-480-15,4 0-80 0,-4-1-32 0,4 0 0 16,1 1-352-16,-1 0-192 0,-2 0 192 0,2-2-192 0,-2 0 0 0,-3 0 0 16,-1 1 0-16,-2 0 0 15,-3-1-1184-15,-5 3-288 0,-12-3-64 0,0 0-8848 16,0 0-1776-16</inkml:trace>
  <inkml:trace contextRef="#ctx0" brushRef="#br0" timeOffset="33956.98">19126 2527 22111 0,'0'0'976'0,"15"0"208"0,2-1-944 0,5 1-240 16,4 0 0-16,3-1 0 0,1-1 3216 0,3 1 608 16,-2-3 112-16,2 0 32 0,-4 0-2288 0,3 2-448 15,0 0-80-15,-2 0-32 0,-2-1-736 0,-1 2-160 16,-1 2-32-16,-2 0 0 15,-5-1-1728-15,1 4-368 0,-6-2-64 0</inkml:trace>
  <inkml:trace contextRef="#ctx0" brushRef="#br0" timeOffset="37416.71">20910 1646 6447 0,'2'-11'272'0,"2"1"80"0,-2 0-352 0,1-6 0 16,-1 0 0-16,1 1 0 0,-2-2 2432 0,2 1 400 16,-1-1 96-16,2 4 16 0,-1 1-960 0,-2 2-176 0,1 1-32 0,-2 9-16 15,0 0-160-15,0 0-48 16,0 0 0-16,0 0 0 0,0 0-480 0,2 15-112 0,-2 5 0 0,-1 9-16 15,-2 6-128-15,1 4-32 0,-1 1 0 0,-1 2 0 16,-2-1-144-16,0-1-48 0,1-2 0 0,0 0 0 16,-3 1-400-16,0-3-64 0,1 1-128 0,0-1 176 15,1-6-176-15,0-1-256 0,0-4 64 0,-1-3 16 16,2-4-1456-16,1-2-288 0,0-3-64 16,4-13-12480-16</inkml:trace>
  <inkml:trace contextRef="#ctx0" brushRef="#br0" timeOffset="37762.1">20369 2452 8287 0,'0'0'368'0,"0"0"80"0,-6-7-448 0,6 7 0 16,0 0 0-16,0 0 0 0,0 0 3648 0,8-9 656 16,5 0 128-16,4 2 32 0,3 2-2544 0,8 0-496 15,2 0-96-15,8-1-32 0,5 1-32 0,9 1-16 16,6 0 0-16,5 2 0 0,1-6-304 0,-3 1-64 0,-2 1-16 0,0-2 0 15,-2-2-288-15,-1-1-48 0,-3 1-16 0,-3 3 0 16,-3-2-240-16,-7 5-48 0,-6-1-16 0,-5 1 0 0,-6 0-80 0,-4 0-128 16,-6 2 176-16,-13 2-176 15,0 0-1664-15,0 0-448 0,0 0-96 0,0 0-8176 16,-8 0-1648-16</inkml:trace>
  <inkml:trace contextRef="#ctx0" brushRef="#br0" timeOffset="38091.6">20440 2824 29487 0,'0'0'2624'0,"13"0"-2112"0,2 2-512 0,4-2 0 15,0 0 576-15,2 0 0 16,1 0 0-16,2 0 0 0,2 2 192 0,-4 2 64 0,-4 0 0 0,-4 4 0 15,1 2-496-15,-3 3-80 16,-5-3-32-16,-1 1 0 0,-6 5-224 0,-3 2-256 0,-2 2 48 0,-3-1 16 16,-2 0 192-16,2-1-144 0,1 0 144 0,1 0-128 15,-3-2 128-15,3 0 0 0,5-2 0 0,0-1 128 16,1-13 176-16,2 10 32 0,-2-10 16 0,7 12 0 16,-7-12-32-16,9 8 0 0,1-4 0 0,3 0 0 15,2-2-128-15,-1 1-48 0,2-3 0 0,-1-3 0 0,1 1-144 0,1 1-192 16,0-3 32-16,1-3 16 15,-1-2-2016 1,1 0-400-16,1 1-64 0</inkml:trace>
  <inkml:trace contextRef="#ctx0" brushRef="#br0" timeOffset="38341.61">21079 2732 24879 0,'0'0'1088'0,"-7"6"256"16,0 4-1088-16,2 3-256 0,1 2 0 0,0 3 0 0,1 2 1200 0,0 0 176 16,2 0 32-16,2 0 16 0,3 0-464 0,1 2-80 15,2 2-32-15,3-3 0 0,0-1-400 0,3-2-64 16,3 0-32-16,0-1 0 0,-3 0-112 0,1 0-32 16,0 1 0-16,-2-4 0 0,-4-1 32 0,-1-2 0 15,-2 1 0-15,-3 0 0 0,-3-1 64 0,-2 3 16 16,-2-5 0-16,-1 1 0 0,-2 1-192 0,-4-4-128 15,-5 2 192-15,0 1-192 16,0-3-2368-16,-1-3-592 0</inkml:trace>
  <inkml:trace contextRef="#ctx0" brushRef="#br0" timeOffset="38497.82">21056 2776 28559 0,'0'0'1264'0,"0"0"272"0,8-8-1232 0,3 3-304 0,2 0 0 0,1 0 0 15,2 1 1504-15,1 0 240 0,0 0 48 0,-1 1 16 0,0 1-1136 0,2 0-224 16,2 1-64-16,-1 0 0 16,0 1-1040-1,2-4-224-15,-2 4-32 0,1-1-9328 0,-1-1-1872 0</inkml:trace>
  <inkml:trace contextRef="#ctx0" brushRef="#br0" timeOffset="39425.68">21926 2205 5519 0,'0'0'240'0,"0"0"64"0,0 0-304 0,1-9 0 15,-2 1 0-15,1-4 0 0,0-1 3712 0,0 2 672 16,1-1 144-16,1 0 16 0,-2 2-2096 0,2 1-416 16,-2 9-96-16,4-8-16 0,-4 8-288 0,0 0-64 0,0 0-16 0,0 0 0 15,0 0-592-15,8 14-112 16,-2 7-16-16,-2 5-16 0,-4 2-416 0,0 4-80 16,-1 2 0-16,-2 1-16 0,-2-1 96 0,0 1 32 15,0 2 0-15,-2-3 0 0,-1-4-256 0,1 0-48 0,0-2-128 0,2-2 192 16,0-3-48-16,1-5-16 0,0-4 0 0,0-2 0 15,1-2 48-15,3-10 0 0,0 0 0 0,0 0 0 16,0 0 128-16,0 0 16 0,2-10 16 0,0-2 0 16,2-2-48-16,1-3-16 0,1-3 0 0,-1 1 0 0,-1-3-272 15,1-2 0 1,1-1 0-16,2 2-144 0,3-2 144 0,-1 4 0 16,2-1 0-16,0 4 0 0,-1 1 0 0,1 4 0 15,-2 4 128-15,1 2-128 0,-2 3 0 0,1 6 0 16,1 2-160-16,-1 2 160 0,-2 3 0 0,0 2-128 0,0-1 128 0,-2 2 0 0,-1-2 0 0,-1 3 0 15,-1-2 0-15,-2-1 0 0,-1 1 0 0,0 0 0 16,3-2 0-16,-3-9 0 0,0 0 128 0,0 0-128 16,0 0 0-16,0 0 144 0,0 0-144 0,0 0 0 15,10 0 144-15,1-2-144 0,-2-7 0 0,1-2 128 16,1-2-128-16,-2 0 0 0,1 1 0 0,2-1 0 16,-2-2 0-16,1-2 0 0,1 0 0 0,-1 3 0 15,2-2 0-15,-2 7 0 0,-5-2 0 0,-6 11 0 0,0 0 0 0,12 2-128 16,-12-2 128-16,9 11 0 15,-2 4 0-15,-3 4 0 0,-2 0 0 0,0 0 128 16,-4 1 0-16,2 2 0 0,-1-1-128 0,1 1 176 0,-1-5-176 0,2-2 192 16,2-2-192-16,-1-2 128 0,-2-11-128 15,5 12 128-15,-5-12-128 0,7 7 0 0,-7-7 0 0,0 0 0 32,10 2-1040-32,1-4-240 0,0-3-64 0,0 0 0 0,-1-2-2096 0,-1-2-416 0</inkml:trace>
  <inkml:trace contextRef="#ctx0" brushRef="#br0" timeOffset="39691.28">22885 2088 32191 0,'0'0'1424'0,"0"0"304"0,0 0-1392 0,0 0-336 16,0 0 0-16,0 0 0 0,-5 13 1808 0,-4 5 304 15,-4 4 48-15,-4 4 16 0,0 3-768 0,-4 2-160 16,-2 3-32-16,-1-1 0 0,0 2-608 0,0 3-128 16,1 0-32-16,1-2 0 0,1-1-128 0,2-3-48 15,4 0 0-15,3 0 0 0,4-2-272 0,3-3 0 16,1-6 0-16,4-3 0 16,5-5-1344-16,1-6-256 0,-6-7-64 0,10-6-16 15,3-4-992-15,3-7-192 0,2-7-32 0,0-2-12368 0</inkml:trace>
  <inkml:trace contextRef="#ctx0" brushRef="#br0" timeOffset="39863.11">22909 2178 2751 0,'19'-22'256'0,"-5"11"-256"16,-3 1 0-16,0 5 0 0,-11 5 6096 0,11 2 1184 15,0 3 224-15,-2 7 48 0,-1 4-3840 0,-2 3-784 0,0 5-160 0,-1 2-16 16,0 1-1104-16,0-1-224 0,-4-1-32 0,1 4-16 16,-1-1-496-16,2 5-112 0,-2-2 0 0,3 1-16 15,0 0-464-15,0 1-96 0,-2-2 0 0,2 0-16 16,0-5-304-16,0-2-64 0,-1-6-16 0,1-2 0 15,-2-6-1264 1,-2-10-256-16,0 0-64 0,0 0 0 0,0 0-2240 0,0 0-464 0</inkml:trace>
  <inkml:trace contextRef="#ctx0" brushRef="#br0" timeOffset="40034.99">22719 2399 34207 0,'0'0'1520'0,"0"0"304"0,7-2-1456 0,5-3-368 15,4 3 0-15,-1-3 0 0,1 1 1664 0,2 0 272 16,2 2 48-16,-1 0 16 0,1 2-544 0,-2 2-112 16,-2 0-32-16,0 1 0 0,-1 1-976 0,-2-3-192 15,-1 4-144-15,-2-2 192 16,-10-3-1840-16,11 4-352 0,-11-4-80 0,0 0-16480 0</inkml:trace>
  <inkml:trace contextRef="#ctx0" brushRef="#br0" timeOffset="45647.59">23604 2521 15663 0,'0'0'688'0,"8"-11"144"0,-2 1-656 0,5-2-176 16,0 4 0-16,4-1 0 0,2 1 3216 0,3-3 624 15,3 0 112-15,1 1 16 0,4-1-2160 0,2 2-432 16,1 0-96-16,6 1 0 0,3 0-624 0,2 3-112 16,-2 1-32-16,1 2 0 0,-2 0-512 0,-4 2 0 15,-6-1 0-15,-3 0 0 16,-3 1-384-16,-2 1-192 0,-5 0-48 0,-2-1 0 16,-2 0-1952-16,-2 3-400 0,-10-3-80 0</inkml:trace>
  <inkml:trace contextRef="#ctx0" brushRef="#br0" timeOffset="45854.7">23662 2656 11967 0,'0'0'1072'0,"11"-9"-864"16,2 0-208-16,4 0 0 0,2 0 4320 0,8 0 816 0,3-3 176 0,6 0 16 15,4 0-3504-15,5 2-704 0,0 1-144 0,2 0-16 16,2 1-480-16,-6 3-96 0,-6 1 0 0,-1 1-16 15,-3 2-544-15,-3 0-96 0,-3-1-32 0,-3 1 0 16,-2 0-2240 0,-1 1-448-16,-4 0-80 0</inkml:trace>
  <inkml:trace contextRef="#ctx0" brushRef="#br0" timeOffset="46061.04">24338 2102 19343 0,'0'0'1728'16,"18"-1"-1392"-16,7 2-336 0,1 3 0 0,1 3 2944 0,5 2 512 16,5 1 96-16,1 3 32 0,-1 0-1728 0,-3 3-320 0,-6 1-80 0,-2 2-16 15,-6 2-592-15,-3 1-112 16,-4 2-32-16,-3 1 0 0,-6-3-352 0,-4 3-80 0,-2 3-16 0,-8 0 0 16,-5 0-80-16,-6 2-32 0,-6 2 0 0,-5 3 0 31,-2 1-1536-31,-2 1-304 0,-3-2-64 0,1-4-14880 0</inkml:trace>
  <inkml:trace contextRef="#ctx0" brushRef="#br0" timeOffset="49215.8">25065 2463 25791 0,'0'0'2304'0,"7"-9"-1856"16,1-1-448-16,3-1 0 0,5-2 1472 0,4-2 208 0,3 0 48 0,2 1 0 15,1 1-400-15,1-3-80 16,2-2-16-16,0 0 0 0,-1-4-464 0,1 1-112 16,-2 0-16-16,1 1 0 0,-2 1-256 0,-4 2-48 15,-4 0-16-15,-1 3 0 0,-3 3-160 0,0 2-32 0,-7 2-128 0,-7 7 192 16,0 0-192-16,0 0 176 15,0 0-176-15,0 0 160 0,-4 19-160 0,-1 0 160 0,-3 6-160 0,-1 4 160 16,-1 1-160-16,-2 2 0 0,0 1 0 16,2 1 0-16,1-4 0 0,1 1 0 0,4 0 0 0,-1 2 0 15,0-2 0-15,1-1 0 0,4-2 128 0,0-2-128 16,1-3 0-16,3-2 128 0,2-3-128 0,1-1 0 16,0-2 0-16,0-1 128 0,4-4-128 0,1 1 0 15,1-2-320-15,-3-3-160 0,-10-6-32 0,12 7 0 16,-1-6-1600-16,0-1-336 0,-1-1-64 0,1-6-12496 15</inkml:trace>
  <inkml:trace contextRef="#ctx0" brushRef="#br0" timeOffset="49356.4">25632 1761 35295 0,'0'0'1568'0,"0"0"320"0,0 0-1504 0,0 0-384 16,0 0 0-16,0 0 0 0,4 13 720 0,-4 1 80 15,0 4 16-15,0 3 0 0,0 3-608 0,0 2-208 16,0 1 144-16,3 3-144 16,0 1-2016-16,-2 3-480 0,1 4-112 0</inkml:trace>
  <inkml:trace contextRef="#ctx0" brushRef="#br0" timeOffset="49606.38">25872 2547 31263 0,'0'0'1392'0,"-4"17"272"0,2 2-1328 0,-2 5-336 0,0 3 0 0,0 2 0 15,0-1 800-15,-1 2 96 0,0 0 0 0,-1-2 16 16,3 2-208-16,-3-4-32 0,2 0-16 0,2-3 0 15,1 1-656-15,-1-2-176 0,2-4-16 0,3 1 0 16,1-3-2544-16,0-1-512 16,-2-3-96-16</inkml:trace>
  <inkml:trace contextRef="#ctx0" brushRef="#br0" timeOffset="50095.9">26149 2740 11967 0,'0'0'528'0,"0"0"112"0,0 0-512 0,0 0-128 16,0 0 0-16,0 0 0 0,0 0 3376 0,0 0 640 0,0 0 128 0,0 0 16 0,-7-4-2496 0,7 4-512 15,0 0-112-15,-10 4-16 0,1 1-688 0,2 1-144 16,2 4-16-16,0 1-16 0,-1 5 112 0,1 2 32 16,3 0 0-16,-1 2 0 0,2-2 288 0,1 0 64 15,2-1 16-15,4 0 0 0,0-1-80 0,3-2-16 16,2-1 0-16,2-2 0 0,2-5-176 0,2 1-32 15,1-5-16-15,3-2 0 0,0-2-16 0,-1-2 0 16,-2-5 0-16,2-2 0 0,-4-2 112 0,-1-1 0 16,-2-2 16-16,-1 2 0 0,-3-3-176 0,-3 1-32 15,-1-2-16-15,-2 1 0 0,-4 0-64 0,-3 0-16 0,-4 0 0 0,-1 3 0 16,-2 0 48-16,0 1 16 0,-4 1 0 0,0 3 0 16,-2 2-224-16,1 5-160 0,1 2 32 0,0 2 0 31,0 4-288-31,0-1-48 0,3 4-16 0,3 1 0 15,2 1-1696-15,3-1-352 0,4-10-64 0,0 0-13056 0</inkml:trace>
  <inkml:trace contextRef="#ctx0" brushRef="#br0" timeOffset="50314.63">26528 2754 23039 0,'0'14'1024'0,"0"-1"192"0,-1 6-960 0,-1 2-256 0,0-1 0 0,-1 1 0 15,1 0 3024-15,0 0 560 0,2-4 128 0,2 0 0 16,0-3-1776-16,3-1-352 0,2-1-80 0,3-6-16 15,2-3-336-15,0-2-64 0,-2-2 0 0,3-4-16 16,2-4-464-16,-1-2-96 0,0 0 0 0,-1-1-16 16,0-1-256-16,-2 0-48 0,-5 0-16 0,-2 0 0 0,-2-2-176 0,-5 2 192 15,-4-5-192-15,-3 2 192 0,-3 1-192 0,-3 0 0 16,-1 2 0-16,-2 0 0 16,-2 3-1536-16,0 3-192 0,0-2-48 0,2 5 0 15,0 4-1856-15,4 0-368 0</inkml:trace>
  <inkml:trace contextRef="#ctx0" brushRef="#br0" timeOffset="50942.83">26893 2226 23039 0,'0'0'2048'0,"0"0"-1648"0,0 0-400 0,0 0 0 16,11-1 2208-16,0-3 352 0,1 1 80 0,2-1 16 31,2 2-816-31,1-1-176 0,0 0-16 0,2 1-16 0,1 1-800 0,1 1-176 16,2 1-16-16,-1 1-16 15,-1 2-448-15,0 0-176 0,0 0 128 0,0 3-128 16,-3-3-1568-16,-2 5-400 15,-3-3-80-15,-5 2-14080 0</inkml:trace>
  <inkml:trace contextRef="#ctx0" brushRef="#br0" timeOffset="51158.32">26794 2519 23039 0,'0'0'2048'0,"0"0"-1648"15,14-2-400-15,2-1 0 0,4 2 2880 0,-1-2 512 16,1 1 80-16,2 0 32 0,1-3-1200 0,2 4-224 0,-1-3-48 0,-1 0-16 16,0 0-1024-16,4 1-208 0,0 3-32 0,-2 0-16 15,-3 0-608-15,-3 0-128 0,0 0 0 0,-4 0 0 32,0 2-448-32,-2-1-16 0,-13-1-16 0,10 1 0 0,-10-1-2384 0,0 0-464 0,0 0-112 0</inkml:trace>
  <inkml:trace contextRef="#ctx0" brushRef="#br0" timeOffset="54407.57">27584 2522 3679 0,'0'0'320'0,"0"0"-320"15,0 0 0-15,0 0 0 0,0 0 4736 0,0 0 864 16,0 0 176-16,-4-7 48 0,7-2-3136 0,2-1-608 16,1 1-128-16,8 1-32 0,0 1-320 0,2 1-64 0,0 1 0 0,7 1-16 15,3 1-432-15,2 2-64 0,2 1-32 0,2 0 0 16,0-3-288-16,-2 3-64 15,-2 0-16-15,-1 2 0 0,-4-2-240 0,0 1-64 16,-4 3 0-16,1-4 0 0,-1 1-160 0,-3 0-32 0,-3-1-128 0,-1 0 192 16,-12 0-192-16,10 0 176 15,-2 2-176-15,-8-2 160 0,0 0-304 0,0 0-64 0,0 0-16 0,0 0 0 32,0 0-2464-32,0 0-512 0,0 0-80 0</inkml:trace>
  <inkml:trace contextRef="#ctx0" brushRef="#br0" timeOffset="54829.41">28323 2180 29487 0,'0'0'2624'0,"0"0"-2112"15,0 0-512-15,12-2 0 0,2-1 1264 0,3-3 144 16,3-3 16-16,1 1 16 0,2-4-96 0,2 0-32 16,0-1 0-16,-1 1 0 0,1 2-560 0,-3 2-112 15,-1-2-32-15,-2 3 0 0,-4 5-224 0,-2 2-32 16,-1 0-16-16,-12 0 0 0,8 6-160 0,-3 5-48 15,-2 2 0-15,-5 6 0 0,-2 5 0 0,-2 2 0 0,-1 4 0 0,0 0 0 16,-3 0 144-16,1 1 32 0,-1-2 0 0,1 1 0 16,1 1 64-16,0 0 16 0,0-2 0 0,3-2 0 15,1-2-240-15,2 0-144 0,0 0 192 0,4-3-192 16,1-3 128-16,3-2-128 0,-1-2 0 0,3-4 0 16,1-2 0-16,3-3 0 0,-2-4-176 0,2-2 176 31,1-2-1344-31,1-4-144 0,-1-1-48 0,3-5 0 15,-2-5-2560-15,2-3-512 0,5-10-96 0,2 0-32 0</inkml:trace>
  <inkml:trace contextRef="#ctx0" brushRef="#br0" timeOffset="54970.01">28873 1599 33167 0,'-13'-4'2944'0,"13"4"-2352"0,-7 3-464 0,7-3-128 0,-10 10 1344 0,4 2 240 16,1 2 48-16,-1 6 16 0,1 2-976 0,3 3-192 15,0 1-32-15,4 1-16 16,0-3-2304-16,2 3-464 0,0 2-96 0</inkml:trace>
  <inkml:trace contextRef="#ctx0" brushRef="#br0" timeOffset="55300.78">29017 2394 17503 0,'0'0'768'0,"14"3"176"0,-2-2-752 0,1 2-192 16,1 1 0-16,2 2 0 0,0 5 4800 0,-2 0 912 15,-2 1 192-15,-2 1 48 0,-2 1-4304 0,-3 5-864 16,-1 3-160-16,-3 1-48 0,-2 5-432 0,-3 0-144 0,-1-2 0 0,0 2 0 0,-2-1 0 0,1-1 0 15,-1-4 0-15,2-1 0 0,0 0 0 0,1-3 0 16,1-2 0-16,2-2 0 0,2-1 256 0,2-5-64 16,-3-8-16-16,0 0 0 0,8 8 0 0,1-3 0 15,0-3 0-15,4-4 0 0,-1-3-176 0,2-3 0 16,3-2 0-16,4-1 0 16,0-4-2064-16,2 0-448 0,1-3-96 0,0 1-8368 0,1 0-1680 15</inkml:trace>
  <inkml:trace contextRef="#ctx0" brushRef="#br0" timeOffset="55505.8">29605 2504 15663 0,'0'0'688'0,"0"0"144"0,0 0-656 0,0 0-176 0,0 0 0 0,0 0 0 15,-9 6 4176-15,9-6 816 0,-8 11 144 0,3 0 48 32,-1 2-2992-32,4 3-592 0,1 4-112 0,1 2-16 15,1 4-672-15,3 0-128 0,0 1-32 0,1 1 0 16,1 0-496-16,2-3-144 0,-1 0 0 0,-1-2 0 15,1-2 0-15,-2-2 0 0,0-3 0 0,0-3 0 16,-2 2 128-16,-3-3-128 0,-4-2 128 0,-1 0-128 16,-2 1 192-16,0 1-48 0,-4-2 0 0,-1 0 0 15,-2-3-592-15,-4-1-128 16,-6 1-32-16,0-2-11680 0,-1 0-2320 0</inkml:trace>
  <inkml:trace contextRef="#ctx0" brushRef="#br0" timeOffset="55647.68">29680 2536 12895 0,'8'-10'1152'0,"-1"3"-928"16,1 1-224-16,-1-1 0 0,3 2 5376 0,0 1 1040 0,0 2 208 0,1 0 32 15,-1 1-4768-15,2 2-960 0,2 2-192 0,-1 1-32 32,-2-4-2464-32,1 0-480 0</inkml:trace>
  <inkml:trace contextRef="#ctx0" brushRef="#br0" timeOffset="56997.17">30181 2197 11055 0,'0'0'976'0,"0"0"-784"16,0 0-192-16,0 0 0 0,0 0 2912 0,0 0 544 16,4-9 96-16,2 1 32 0,2 1-1184 0,1 1-224 15,2 1-64-15,1 1 0 0,1 2-752 0,2-1-144 16,2 2-48-16,3 1 0 0,-1 0-528 0,2 1-96 15,-1 2-32-15,2 1 0 0,3-1-384 0,-3 3-128 16,0-2 0-16,-1-2 0 0,-2 3-192 0,-3 1-128 16,-3-1-48-16,-2 3 0 15,-5-1-2784-15,-3 4-560 0,-5-1-128 0</inkml:trace>
  <inkml:trace contextRef="#ctx0" brushRef="#br0" timeOffset="57169.14">30118 2472 2751 0,'0'0'256'0,"0"0"-256"0,0 0 0 0,0 0 0 16,10-2 5872-16,1-3 1120 0,2 3 240 0,3-2 32 15,0 2-4752-15,-1 2-944 0,0-3-192 0,0 3-32 16,2 3-896-16,0-3-160 0,0 1-32 0,1 0-16 31,5 3-2160-31,-3 0-448 0,-1 1-64 0</inkml:trace>
  <inkml:trace contextRef="#ctx0" brushRef="#br0" timeOffset="57512.74">30862 2401 27647 0,'0'0'1216'0,"0"0"256"0,0 0-1168 0,0 0-304 16,0 0 0-16,14 0 0 0,2-2 1328 0,4 2 208 15,8 0 32-15,4 2 16 0,6 0-368 0,4 2-64 16,2 1 0-16,3 1-16 0,-1-4-192 0,2 0-48 0,2-4 0 16,4 4 0-16,6 3-48 0,0-3-16 0,2 2 0 15,-5-1 0-15,-6 0-288 0,-4-2-64 0,-6-1-16 0,-3-1 0 16,-4-1-256-16,-3 0-48 0,-2 0-16 0,-3-3 0 15,-5-1-16-15,-1-2-128 0,-2 1 192 0,-5 1-64 32,-4-1-832-32,-2 1-160 0,-7 6-32 0,0-9-16 15,-4-1-1792-15,-3 1-368 0,-2-4-64 0,-1 2 0 0</inkml:trace>
  <inkml:trace contextRef="#ctx0" brushRef="#br0" timeOffset="57903.42">31163 1854 25791 0,'0'0'2304'0,"0"0"-1856"0,0 0-448 0,0 0 0 15,0 0 1760-15,5-7 256 0,-5 7 48 0,9-7 16 16,2 1-480-16,2 2-80 0,2 0-32 0,3 1 0 16,2 3-736-16,0 0-160 0,-2 1-16 0,0 2-16 15,0 0-560-15,2 1 0 0,-2 0 0 0,2-1 0 32,1 3-1600-32,-1-2-320 0,0 1-64 0,0-1-8832 0,0-4-1760 0</inkml:trace>
  <inkml:trace contextRef="#ctx0" brushRef="#br0" timeOffset="58075.18">31816 1413 15663 0,'0'0'1392'0,"0"0"-1120"16,0 0-272-16,0 0 0 0,-4 14 4080 0,0 4 752 16,0 2 160-16,-1 4 16 0,-4 4-3504 0,1 6-704 15,0 4-144-15,0 3-16 16,-1 4-1648-16,0 0-320 0,-1 2-64 0</inkml:trace>
  <inkml:trace contextRef="#ctx0" brushRef="#br0" timeOffset="58437.56">31064 2721 15663 0,'0'0'688'0,"0"0"144"0,0 0-656 0,14 2-176 0,2 2 0 0,-2 1 0 16,-1 1 4064-16,-1 1 784 0,-4 3 144 0,-1 2 48 15,0 2-4016-15,-3 1-784 0,-3 0-240 0,-2 2 0 16,-2 2-256-1,-2 1-128-15,-4 0-48 0,-3 1 0 0,-3 1 176 0,-1 0 16 0,0 0 16 0,2 1 0 0,0 0 352 0,1-2 80 16,1 1 16-16,1-2 0 0,4-3 464 0,3-4 80 16,2 0 32-16,4-2 0 0,-2-11-160 0,9 12-16 15,2-3-16-15,4-1 0 0,2-1-304 0,2-5-64 16,1 2-16-16,1-3 0 0,0-1-224 0,-2 0-256 16,1-1 48-16,1-4 16 15,2 0-2304-15,0-2-448 0,1-1-80 0</inkml:trace>
  <inkml:trace contextRef="#ctx0" brushRef="#br0" timeOffset="58642.23">31528 2821 26495 0,'0'0'1168'0,"-3"11"240"0,2 2-1120 0,1 3-288 0,0-3 0 0,2 4 0 15,2-1 1168-15,2 2 176 0,-1 1 48 0,1 2 0 16,3 0-560-16,1 1-128 0,-1 0 0 0,1 1-16 15,1-1-368-15,-1 0-80 0,-1-1-16 0,-1-2 0 16,-2 0-224-16,1-2 176 0,-2-3-176 0,-2 2 160 16,-4-6 16-16,-3 0 0 0,-3 0 0 0,-1-3 0 15,-3 0-880 1,-4-1-160-16,-2 0-32 0,-2-4-14080 0</inkml:trace>
  <inkml:trace contextRef="#ctx0" brushRef="#br0" timeOffset="58767.34">31437 2849 12895 0,'14'-9'1152'0,"7"0"-928"16,5-3-224-16,2 2 0 0,4-1 4736 0,-1 1 896 16,-1 1 176-16,-3 1 32 0,0 1-4144 0,-3 2-832 15,-3 0-160-15,0 2-11168 16,-1-2-2224-16</inkml:trace>
  <inkml:trace contextRef="#ctx0" brushRef="#br0" timeOffset="59424.94">32361 2226 14735 0,'0'0'640'0,"0"0"160"0,0 0-640 0,0 0-160 0,0 0 0 0,0 0 0 0,-4 16 4112 0,0 3 800 15,-1 3 144-15,1 6 48 0,-4-2-3264 0,-1 4-656 16,0 2-128-16,0 2-32 0,0-2-384 0,1-1-64 16,0-1-32-16,3 0 0 0,2 0-224 0,2-4-32 15,0-3-16-15,2-3 0 0,1-3-16 0,1-7-16 16,-3-10 0-16,0 0 0 0,0 0 144 0,0 0 48 15,0 0 0-15,12-13 0 0,0-4 48 0,-1-2 16 16,1-5 0-16,1 1 0 0,0-3-304 0,1 0-64 16,1-2-128-16,-2-6 192 0,0-3-192 0,1-1 0 15,2-4 128-15,1 4-128 16,0-2 0-16,-2 6 0 0,1 4 0 0,-2 5 0 16,-1 6 0-16,-2 8 0 0,-5 5 144 0,-6 6-144 15,11 8 384-15,-3 8-16 0,-2 7 0 0,-2 4 0 16,-1 4-96-16,-3 1-16 0,-3-4 0 0,0 4 0 0,1 0-32 0,-2-1-16 0,0-2 0 0,1-5 0 15,2-6-32-15,1-4-16 0,1-2 0 0,-1-12 0 16,0 0 96-16,9 5 32 0,2-4 0 0,3-6 0 16,4-5-80-16,1-8-16 0,0-3 0 0,3-1 0 15,-1 1-192-15,0-5 0 16,-1-6 0-16,-1-3-160 0,-2-4-64 0,0-7-16 0,0-4 0 0,0 3 0 16,0 4 64-16,-1 6 16 0,-1 7 0 0,-2 9 0 15,-2 8 160-15,-3 7 0 0,-8 6 0 0,6 4 0 16,-2 9 0-16,-3 9 128 0,-2 8 0 0,0 8 0 15,-2 7 128-15,-1 0 16 0,0-1 16 0,-1-1 0 16,0-1 32-16,0-1 16 0,-1-3 0 0,3-3 0 0,-1-5-160 16,1-2-48-16,2-4 0 0,1-3 0 0,1-4-128 0,2-4 128 15,-1-2-128-15,-2-11 128 0,0 0-128 0,0 0-176 16,0 0 48-16,11-7 0 16,-2-1-1216-1,0-2-224-15,0-3-48 0,0-1-16 0,0-3-1440 0,0 0-272 0,2-2-64 0</inkml:trace>
  <inkml:trace contextRef="#ctx0" brushRef="#br0" timeOffset="59692.13">33311 1943 20271 0,'0'0'1792'0,"0"0"-1424"0,0 0-368 0,0 0 0 15,0 0 3312-15,0 0 592 0,0 14 112 0,-2 6 16 16,-4 3-1664-16,-1 9-352 0,-4 8-64 0,-1 6-16 16,-2 2-720-16,-2-1-128 0,0-4-48 0,-1-3 0 15,1-2-496-15,2-4-96 0,1-5-32 0,2-2 0 16,2 1-416-16,1-1 0 0,2 0 0 0,0-3 0 31,3-2-448-31,0-2-192 0,0-6-16 0,2-4-16 0,1-10-1728 0,0 0-352 16,0 0-64-16</inkml:trace>
  <inkml:trace contextRef="#ctx0" brushRef="#br0" timeOffset="59879.64">33376 2000 1839 0,'0'0'160'16,"0"0"-160"-16,8 10 0 0,0 5 0 0,0 7 7360 0,0 10 1456 0,0 7 272 0,-2 1 64 0,-2 1-5840 0,0-1-1184 15,0-1-224-15,0-2-48 0,0-5-768 0,1 0-160 16,-1-2-32-16,2 2 0 0,1 3-624 0,1 10-128 15,-1 13-16-15,1-3-128 0,1-5 0 0,-2-10 0 16,-3-10 0-16,-2-5 0 0,0-7-288 0,-2-4-64 16,0-3-16-16,0-11 0 15,0 0-1200-15,0 0-240 0,0 0-48 0</inkml:trace>
  <inkml:trace contextRef="#ctx0" brushRef="#br0" timeOffset="60037.2">33294 2176 23951 0,'0'0'2128'0,"15"-1"-1696"0,0 4-432 0,2 2 0 0,0 3 2912 0,-1 2 496 0,-2 2 112 0,-1 0 0 16,0-3-2112-16,0-1-416 0,0-1-96 0,0 0 0 31,0-2-1632-31,2 2-320 0,-1-6-64 0</inkml:trace>
  <inkml:trace contextRef="#ctx0" brushRef="#br0" timeOffset="64606.81">31795 1452 7359 0,'0'0'656'0,"0"0"-528"0,0 0-128 0,0 0 0 0,0 0 1728 0,0 0 320 0,0 0 64 0,0 0 16 0,-6-3-656 0,6 3-144 16,0 0-32-16,0 0 0 0,0 0-464 0,0 0-112 15,0 0-16-15,0 0 0 0,0 0-80 0,0 0-32 16,-4-9 0-16,4 9 0 0,0 0 16 0,0 0 0 16,0 0 0-16,0 0 0 0,0 0 16 0,0 0 0 15,0 0 0-15,0 0 0 0,0 0-48 0,0 0-16 16,0 0 0-16,0 0 0 0,0 0 0 0,0 0 0 15,0 0 0-15,0 0 0 0,0 0 32 0,0 0 16 16,0 0 0-16,0 0 0 0,0 0-160 0,0 0-48 0,0 0 0 0,-2 10 0 16,2-10 16-16,0 12 0 0,0-12 0 0,0 13 0 15,-1-1 64-15,0 0 16 0,-1-2 0 0,1 3 0 16,-1 0 32-16,-2 1 16 0,-2 2 0 0,1 4 0 16,-3 0-176-16,2 1-48 0,1-1 0 0,-2 1 0 15,-1 0-144-15,0 2-48 0,2 2 0 0,-1 0 0 16,0-6-128-16,-1 5 0 0,0-4 144 0,1 4-144 15,2-1 0-15,0 3 0 0,-3 3 0 0,0 1 128 16,1 0-128-16,0 4 0 0,0 5 0 0,2 0 0 16,-1 0 0-16,1-1 128 0,-1-1-128 0,4-5 0 0,-1-4-144 0,1-4-112 15,-1-3 0-15,2-1-16 0,-2-6 48 0,2-2 16 16,-2-2 0-16,0 1 0 0,3-11 208 0,0 0 0 16,0 0 0-16,0 0 160 0,-5 6 48 0,5-6 16 15,0 0 0-15,0 0 0 0,0 0-96 0,0 0 0 16,-6 3-128-16,6-3 192 0,0 0-192 0,0 0 0 15,0 0 0-15,0 0 0 0,0 0 0 0,0 0 0 16,0 0-208-16,0 0-12624 16,0 0-2528-16</inkml:trace>
  <inkml:trace contextRef="#ctx0" brushRef="#br0" timeOffset="70336.82">3907 4595 16575 0,'-9'-11'1472'0,"3"-2"-1168"0,4 2-304 0,0 0 0 0,-4 0 1296 0,5 1 208 16,1 10 32-16,0 0 16 0,0 0-96 0,0 0-32 16,12 3 0-16,-2 7 0 0,1 5-832 0,-2 10-160 15,-3 8-48-15,1 8 0 0,-1 7 0 0,2 7-16 16,-1 4 0-16,-2 0 0 0,0 0-176 0,0 1-16 16,1 0-16-16,-1-1 0 0,-1-2-160 0,1-3 0 15,2-5 0-15,-1-5 128 0,1-4-128 0,2-7 0 16,-2-3 0-16,1-5 0 0,0-5 144 0,0-6-144 15,0-3 160-15,0-4-160 0,-8-7 800 0,10-2 64 16,-2-5 16-16,2-6 0 0,2-8 528 0,1-7 96 16,0-8 32-16,3-9 0 0,1-7-592 0,1-2-112 15,0 5-32-15,0-3 0 0,1-2-368 0,-5 1-80 16,-2-2-16-16,1 0 0 0,2 0-192 0,0 5-144 0,-5-1 192 0,1 8-192 16,0 6 128-16,0 8-128 15,-5 1 0-15,2 8 0 16,1 6-864-16,-2 5-224 0,-7 9-64 0,0 0 0 15,0 0-1856-15,5 15-384 0,-4 6-80 0</inkml:trace>
  <inkml:trace contextRef="#ctx0" brushRef="#br0" timeOffset="70633.78">4453 5360 21183 0,'0'0'944'0,"2"11"192"16,-1 2-912-16,0 2-224 0,1 2 0 0,-2 0 0 0,-2 3 912 0,4-3 144 15,2-4 32-15,1-3 0 0,3-2-272 0,2-3-48 16,2-2-16-16,1-2 0 0,3-1-208 0,-1-3-32 16,1-4-16-16,1-4 0 0,2-2-80 0,0-4-16 15,-2-5 0-15,-1 1 0 0,-1-6 112 0,-2 1 0 16,-1 0 16-16,-3 0 0 0,-1 2 304 0,-5 3 48 15,-3 2 16-15,-1 3 0 0,-3 6-80 0,-1 1-16 16,-3 2 0-16,-2 4 0 0,-2 3-432 0,-1 6-96 16,1 0-16-16,1 6 0 0,-3 0-432 0,1 5-80 0,0 2-32 0,2 3 0 31,2 0-2592-31,-1-1-528 0</inkml:trace>
  <inkml:trace contextRef="#ctx0" brushRef="#br0" timeOffset="70836.78">5035 5006 15663 0,'16'-8'1392'0,"2"1"-1120"0,3 1-272 0,0-1 0 0,1 2 2992 0,0-3 528 16,1-2 128-16,0 1 0 15,-4 2-1872-15,1 1-384 0,-5 2-80 0,4 1-16 0,-1 3-1296 0,-3-3-176 16,-2 3-80-16,3 3 0 15,-2-3-2496-15,-2 1-512 0,-12-1-80 0</inkml:trace>
  <inkml:trace contextRef="#ctx0" brushRef="#br0" timeOffset="71024.35">5098 5238 18431 0,'0'0'816'0,"10"-2"160"16,4 1-784-16,2-2-192 0,1-1 0 0,2 1 0 0,2 0 2528 0,0-1 464 16,0 0 80-16,0-2 32 0,1 0-1504 0,-2 5-320 0,-1 1-48 0,-1 3-16 15,1 1-832-15,-1-2-160 16,-2 2-32-16,-1 0-16 16,-3 1-2160-16,-2 0-416 0</inkml:trace>
  <inkml:trace contextRef="#ctx0" brushRef="#br0" timeOffset="105225.93">6053 4982 15663 0,'-10'1'1392'0,"-1"2"-1120"0,3 0-272 0,1 1 0 15,-1-4 1472-15,8 0 256 0,-11 0 32 0,11 0 16 16,-10 0-176-16,10 0-48 0,0 0 0 0,0 0 0 16,-8 0-400-16,8 0-64 0,0 0-32 0,0 0 0 15,0 0-352-15,11-11-64 0,2 1 0 0,4-1-16 0,2 1-160 0,1-1-16 16,-1 0-16-16,3 0 0 16,2-3-48-16,2 0-16 0,1-2 0 0,1 2 0 0,-2-3-48 0,-1 1 0 15,-2 0 0-15,-2 2 0 0,-2-2 16 0,-2 3 0 16,-2 2 0-16,-4 1 0 0,-3 4-96 0,-8 6-32 15,0 0 0-15,0 0 0 0,7 9-48 0,-5 4-16 16,-3 5 0-16,-2 6 0 0,-2 3-16 0,-3 4-128 16,2 6 192-16,-2 2-64 0,-1 1-128 0,0 6 0 15,0 1 0-15,1 3 0 0,1-5 0 0,3 0 0 16,2-4 0-16,2-4 0 0,4-6 0 0,1-4 128 16,3 0-128-16,-2-5 0 0,1-7 128 0,1 1-128 15,-1-2 0-15,3 1 128 0,0-2-320 0,-2-3-80 16,0-1-16-16,1-5 0 15,1-1-1696-15,2-3-320 0,1-3-80 0,0-3-16 16,-1-5-1056-16,0-4-224 0</inkml:trace>
  <inkml:trace contextRef="#ctx0" brushRef="#br0" timeOffset="105366.52">6483 4251 21183 0,'0'0'1888'0,"-7"9"-1504"0,0 4-384 0,3 5 0 16,2 4 2064-16,2 6 352 0,0 2 64 0,0 4 16 16,-2 3-2000-16,2 5-496 0,0 5 0 0,-1 1-13312 15</inkml:trace>
  <inkml:trace contextRef="#ctx0" brushRef="#br0" timeOffset="105741.51">6735 5247 21183 0,'0'0'944'0,"5"-9"192"0,-5 9-912 0,7-7-224 0,-7 7 0 0,0 0 0 15,11 4 2112-15,-1 5 384 0,-4 4 80 0,-2 2 16 16,-1 7-1040-16,-3 1-208 0,-2 3-32 0,0 4-16 15,-2 0-624-15,0-1-128 0,-3 0-32 0,2-1 0 16,1-3-272-16,0-2-64 0,3 0-16 0,0-5 0 31,2-4-1152-31,2-1-224 0,1-2-64 0,2-5-9088 0,-6-6-1840 0</inkml:trace>
  <inkml:trace contextRef="#ctx0" brushRef="#br0" timeOffset="105977.28">7036 5429 9215 0,'0'0'816'0,"5"17"-656"15,-3-2-160-15,0 0 0 0,0 1 1968 0,-1-2 352 16,-1-1 80-16,3-2 16 0,-3-11-704 0,0 0-144 16,0 0-32-16,6 7 0 0,-6-7 384 0,0 0 80 15,12-2 16-15,-2-5 0 0,1 1-672 0,0-5-128 16,2-3-16-16,-1 0-16 0,-3 1-784 0,-1-2-144 16,-1 1-48-16,-4 0 0 0,-3 1-48 0,-2 2-16 15,-1 5 0-15,-3-1 0 0,-6 3-16 0,0 3 0 16,1 1 0-16,-1 3 0 0,-1 2-320 0,1 3-80 15,0 3-16-15,2 4 0 16,1 0-1632-16,2 2-336 0,3 0-64 0,2-4-11184 0</inkml:trace>
  <inkml:trace contextRef="#ctx0" brushRef="#br0" timeOffset="106159.16">7300 5505 13823 0,'13'4'1216'0,"1"1"-960"0,2 2-256 0,0-2 0 15,3-1 2464-15,-4 0 448 0,0-3 96 0,-1-2 0 0,-1-3-736 0,-1 0-160 16,-2-5-16-16,-2 2-16 0,-8 7-544 0,8-8-128 15,-4-1 0-15,-2 0-16 0,-3-1-624 0,-3 0-112 16,-2 3-16-16,-2 3-16 0,8 4-320 0,-12-5-64 16,-2 3-16-16,-1 2 0 0,1 2-224 0,1 0 176 0,1 3-176 0,2 1 160 15,-1-3-352-15,4 1-64 0,7-4 0 0,0 0-16 32,0 0-2640-32,0 0-528 0</inkml:trace>
  <inkml:trace contextRef="#ctx0" brushRef="#br0" timeOffset="107234.08">8074 4638 7359 0,'0'0'656'0,"0"0"-528"16,0 0-128-16,0 0 0 0,0 0 3104 0,0 0 592 15,0 0 112-15,0 0 32 0,-9 8-1824 0,0 3-352 16,-2 6-80-16,1 6-16 0,-1 4-544 0,1 4-128 16,-2 2 0-16,0-1-16 0,-1 4-176 0,-1-2-16 15,-3-4-16-15,4-2 0 0,0 0-16 0,0-2 0 0,-1-3 0 0,1 1 0 0,-2-6-224 0,5 0-48 16,1-2-16-16,0-1 0 0,0 1-368 0,1-2 0 15,1-1 0-15,2-1 0 16,0-8-1632-16,5-4-400 0,-7 5-80 0,7-5-11808 0</inkml:trace>
  <inkml:trace contextRef="#ctx0" brushRef="#br0" timeOffset="107455.76">7708 4796 26719 0,'0'0'2368'0,"5"14"-1888"0,5 6-480 0,2-2 0 16,2 0 1088-16,3 0 128 0,0 1 32 0,1-4 0 15,2 2-48-15,1 3-16 0,-2-3 0 0,1 0 0 0,1 0-512 0,0 0-96 16,-2 1-32-16,-1-3 0 0,-1-2-336 0,-2 0-64 16,-3 1-16-16,-2 0 0 0,-2-2-128 0,-2 1 160 15,1-3-160-15,-5 2 160 0,0-2-32 0,-4 1 0 16,-1-2 0-16,0 1 0 15,0 2-1664-15,-1 0-320 0,4-12-80 0</inkml:trace>
  <inkml:trace contextRef="#ctx0" brushRef="#br0" timeOffset="109354.61">8641 4481 11055 0,'-8'-11'480'0,"4"7"112"0,3 0-464 0,1 4-128 16,0 0 0-16,0 0 0 0,0 0 3536 0,0 19 688 15,-3 2 144-15,1 7 32 0,-6 3-2432 0,1 5-496 16,0 8-80-16,-1 4-32 0,-4 7-352 0,2 1-80 16,1 0-16-16,-2-3 0 0,-1-5-416 0,-1-3-96 15,3-2-16-15,1-2 0 0,0-2-176 0,2-2-32 16,1-4-16-16,3-5 0 0,2-4-160 0,-1-3 0 15,2-4 0-15,-1-4 0 16,1-13-1280-16,0 0-352 0,0 0-64 0,11-2-13088 0</inkml:trace>
  <inkml:trace contextRef="#ctx0" brushRef="#br0" timeOffset="109590.34">8766 5002 12895 0,'-6'17'1152'0,"-1"3"-928"0,1 9-224 0,0 1 0 15,1-4 2496-15,1 2 464 0,3-2 96 0,1-3 16 16,0-6-848-16,3-3-176 0,-3-14-16 0,6 12-16 16,-6-12-464-16,12 1-80 0,-2-2-32 0,1-9 0 15,0-3-720-15,4-7-144 0,-1-3-16 0,2-2-16 0,-1 0-240 0,0 0-48 16,-4-1-16-16,0 0 0 0,-5 0-112 0,0 0-128 16,-4 0 176-16,-2 0-176 0,-1 0 208 0,-2 1-64 15,-2 0-16-15,-1 4 0 0,-1 3-128 0,1 3 0 16,-1 4-160-16,3 5 160 15,4 6-1552-15,0 0-224 0,-6 2-32 0,6-2-8880 16,-6 9-1760-16</inkml:trace>
  <inkml:trace contextRef="#ctx0" brushRef="#br0" timeOffset="109824.68">9083 5062 13823 0,'10'2'1216'0,"2"0"-960"0,1-2-256 0,0-3 0 16,2-2 3040-16,-2-2 560 0,0-2 112 0,0-3 32 15,-2 1-1360-15,2-2-272 0,-1-3-48 0,-1 2-16 16,-4-3-800-16,0 4-160 16,-2-3-48-16,-2 3 0 0,-3-1-336 0,-4 2-80 15,-1 1-16-15,-2 2 0 0,-2 1-144 0,-3 5-16 0,-1-3-16 0,-4 6 0 16,-2 3-240-16,0 1-64 0,1 2 0 0,-1 2 0 16,-1 1-128-16,1 3 0 0,-1-4-160 0,2 2 160 31,0 2-1232-31,2-4-160 0,3 4-16 0,4-7-16 0,9-5-2016 0,0 0-400 0</inkml:trace>
  <inkml:trace contextRef="#ctx0" brushRef="#br0" timeOffset="110171.26">9677 4397 8287 0,'0'0'736'0,"0"0"-592"16,0 13-144-16,0 2 0 0,-1-2 4480 0,1 4 880 0,0-1 160 15,-2 5 48-15,-2 4-2768 0,0 2-560 0,0 2-96 0,-1 5-32 16,-1 3-576-16,1 6-128 0,0 2-32 0,0 0 0 16,0 1-720-16,-1-3-144 0,2-3-16 0,3 1-16 15,1-3-352-15,0-2-128 0,0-1 0 0,0-3 144 0,1-6-352 0,2-5-80 16,0-4-16-16,-1-3 0 16,0-2-848-16,-2-12-160 0,0 0-32 0,0 0-16 15,0 0-1152-15,7-6-240 0,3-1-32 0</inkml:trace>
  <inkml:trace contextRef="#ctx0" brushRef="#br0" timeOffset="110421.27">9943 4536 21183 0,'0'0'1888'0,"0"0"-1504"16,0 0-384-16,-10 5 0 0,-4-2 1984 0,-2 7 320 16,-2 2 64-16,-2 6 0 0,-1 1-1216 0,1 5-240 15,-3 4-48-15,2 2-16 0,2 1 176 0,2-2 16 16,3-1 16-16,3-3 0 0,3 0-16 0,4-3 0 15,4-1 0-15,3 0 0 0,2-3-320 0,3-2-64 16,1-3-16-16,2 0 0 0,2-1 0 0,0-1-16 16,1 1 0-16,2-5 0 0,-1-1-256 0,0 2-48 0,-2-2-16 0,-2 1 0 15,0 0-176-15,-1-1-128 16,-1-1 144-16,-9-5-144 16,11 4-1168-16,-11-4-336 0,0 0-64 0,0 0-11200 15,0 0-2240-15</inkml:trace>
  <inkml:trace contextRef="#ctx0" brushRef="#br0" timeOffset="111506.12">10383 4807 12895 0,'-11'3'1152'0,"2"0"-928"15,9-3-224-15,0 0 0 0,0 0 1984 0,0 0 336 0,-9 4 80 0,9-4 16 16,0 0-320-16,0 0-64 16,0 0-16-16,13 3 0 0,2 0-784 0,4-2-144 15,6-1-48-15,4 2 0 0,4-2 0 0,1 0 0 0,0-2 0 0,-1 2 0 16,-1-1-352-16,0 1-80 0,-4-3-16 15,0 2 0-15,-1 0-336 0,-2 0-64 0,-4-2 0 0,-2 2-16 16,-2 1-176-16,-2 0 0 31,-2 0 144-31,-13 0-144 0,10-2-304 16,-10 2-128-16,0 0-16 0,10-4-10912 0,-10 4-2176 0</inkml:trace>
  <inkml:trace contextRef="#ctx0" brushRef="#br0" timeOffset="111724.9">10762 4462 9215 0,'0'0'816'0,"-2"16"-656"16,2 6-160-16,0 2 0 0,-2 3 5344 0,2 3 1040 16,-2 3 208-16,-2 4 32 0,-4 6-4656 0,-1 4-944 15,0 1-176-15,0 0-32 0,-1 1-400 0,0-2-80 16,0-4-16-16,-2 0 0 15,0 0-1088-15,2 1-208 0,1 2-48 0,-1-2-14464 0</inkml:trace>
  <inkml:trace contextRef="#ctx0" brushRef="#br0" timeOffset="113900.4">11332 4480 8287 0,'0'0'736'0,"0"0"-592"0,0 0-144 0,0-8 0 16,0 8 3008-16,0 0 560 0,0 0 112 0,0 0 32 15,0 0-1792-15,0 0-336 0,13 6-80 0,0 7-16 16,0 7-512-16,-1 1-96 0,-3 3-32 0,0 4 0 15,0 2-240-15,2 3-48 0,-4 0-16 0,3 2 0 16,-3 1-224-16,2 0-32 0,1-4-16 0,-3-1 0 0,-1-2-48 0,-1-3-16 16,1-2 0-16,1-5 0 0,-2-4 208 0,2-2 32 15,-1-3 16-15,2-2 0 0,-8-8 192 0,10 5 48 16,-10-5 0-16,11 3 0 16,-11-3 32-16,12-4 16 0,-2-3 0 0,2-2 0 0,-1-7-96 0,2-2-16 15,2-4 0-15,-1-5 0 0,2-6-304 0,-1-3-64 16,2-5-16-16,0-2 0 0,-1-3-128 0,1 3-128 15,0-2 192-15,-1 3-192 0,-2 0 128 0,0 3-128 16,-1 1 0-16,0 2 0 0,-1 1 128 0,0 2-128 16,-2 3 0-16,-1 3 0 0,-2 1 0 0,-1 5 0 15,0 3 0-15,-3 5 0 16,0 3-1424-16,-3 10-192 0,0 0-48 0,0 0-10432 16,0 0-2112-16</inkml:trace>
  <inkml:trace contextRef="#ctx0" brushRef="#br0" timeOffset="116098.35">12070 4707 19055 0,'0'0'832'0,"0"0"192"0,0-12-816 0,0 3-208 16,0 9 0-16,2-9 0 0,-2 9 1728 0,0 0 320 15,0 0 48-15,0 0 16 0,0 0-544 0,8 7-96 16,0 7-32-16,1 5 0 0,0 9-592 0,-3 3-112 15,-3 4-32-15,-1 3 0 0,-4 3-128 0,0-2-16 16,-3 1-16-16,-2-1 0 0,-2-1-208 0,0 1-32 16,0 1-16-16,0 0 0 0,-2-8-160 0,3-2-128 15,1-4 192-15,0-2-192 0,2-1 192 0,1-7-192 16,4-4 192-16,-1-3-192 0,1-9 176 0,0 0-176 16,0 0 160-16,0 0-160 0,0 0 192 0,2-13-64 15,5-6-128-15,3 1 192 0,3-3-192 0,3-1 0 16,2 0 0-16,2 2 0 0,-1 1 0 0,1 5-128 15,-2 3 128-15,0 5 0 0,2 2 0 0,-2 2 144 16,-2 5 16-16,-2 2 0 0,-1 2-160 0,0 1 160 16,-4 1-160-16,-2 1 160 0,-3 3-160 0,-3 0 0 15,-2 0 0-15,-3 2 0 0,-1 0 0 0,-2 0-176 16,-3 0 176-16,-1-2-128 0,1-2 128 0,-2-2 0 16,-1-3 0-16,1-2 0 0,0-1 128 0,1-3 64 0,-2-3 16 0,1-1 0 15,2-1 32-15,0-1 0 16,1-4 0-16,1 0 0 0,2-2-240 0,-1 1-128 0,0-1 128 0,1-1-208 31,2-2-2800-31,1-2-544 0</inkml:trace>
  <inkml:trace contextRef="#ctx0" brushRef="#br0" timeOffset="116457.77">12826 4751 19343 0,'0'0'1728'0,"0"0"-1392"16,0 0-336-16,9-6 0 0,0-1 2512 0,2 1 432 15,-1-1 96-15,2 3 16 0,1 0-960 0,2 1-192 16,2-3-48-16,2 2 0 0,0 0-960 0,2 1-192 16,0 0-32-16,0-2-16 0,0 0-464 0,-2 2-192 15,-4 2 176-15,0-1-176 0,1 1 0 0,-3 1 0 16,-3 1-208-16,-10-1 64 15,12 4-1776-15,-12-4-368 0,0 0-64 0,0 0-12704 0</inkml:trace>
  <inkml:trace contextRef="#ctx0" brushRef="#br0" timeOffset="116645.16">12762 4965 29487 0,'11'0'2624'0,"2"0"-2112"16,5 1-512-16,0-1 0 0,2-1 1440 0,-1 0 176 15,1 0 48-15,2-1 0 0,1 1 0 0,1 1 0 16,-2 1 0-16,3 2 0 0,0-1-1056 0,-3 2-208 16,-3-1-32-16,1 0-16 15,-1-3-800-15,0 1-144 0,-4 0-48 0,-2 0-11632 16,-1 2-2320-16</inkml:trace>
  <inkml:trace contextRef="#ctx0" brushRef="#br0" timeOffset="143799.99">13899 4860 11055 0,'0'0'976'0,"0"0"-784"15,0 0-192-15,0 0 0 0,0 0 1472 0,0 0 240 16,0 0 48-16,3-7 16 0,-15 4-336 0,1 2-64 16,1 0-16-16,1 1 0 0,1 0-144 0,1 0-48 15,1-1 0-15,6 1 0 0,-9 1-160 0,9-1-48 16,-9-3 0-16,9 3 0 0,-9 0-160 0,9 0-32 15,0 0-16-15,-10 0 0 0,4 0-128 0,6 0-32 16,-8 2 0-16,8-2 0 0,0 0-80 0,0 0-32 16,0 0 0-16,0 0 0 0,0 0-96 0,0 0 0 15,0 0-16-15,17 6 0 0,3-2-176 0,0 2-16 16,1 2-16-16,3-1 0 0,-1-2 64 0,3-1 16 16,0 0 0-16,2 1 0 0,-2-8 16 0,1 3 16 15,2-1 0-15,0-1 0 0,-2-1-32 0,0 0-16 16,2-1 0-16,-2 0 0 0,0 1 64 0,-4-1 16 0,-1 1 0 15,-2-2 0-15,-2 1-96 0,-2 0-16 0,-3 0 0 0,-2 0 0 16,1 0 16-16,-12 4 0 16,11-4 0-16,-11 4 0 0,0 0-64 0,0 0-16 0,0 0 0 0,0 0 0 15,0 0-128-15,0 0 0 0,0 0 0 16,0 0 0 0,0 0-336-16,0 0-160 0,0 0-16 0,0 0-16 0,0 0-2768 0,-11 4-544 0</inkml:trace>
  <inkml:trace contextRef="#ctx0" brushRef="#br0" timeOffset="144587.31">15203 4260 12895 0,'-6'-24'576'0,"4"11"112"0,1 0-560 0,-1-1-128 0,1-3 0 0,-2 1 0 0,1-1 3200 0,0 4 592 15,2 3 128-15,-1 1 32 16,0-3-1776-16,1 12-368 0,0 0-64 0,0 0-16 16,0 0-464-16,0 0-112 0,0 0 0 0,0 0-16 0,-3 13-512 0,1 3-112 15,2 3 0-15,-3 1-16 0,-2-1-208 0,1 4-32 16,0 1-16-16,0 1 0 0,-1-3-240 0,0 0 144 16,-1 2-144-16,1-1 128 0,0 1-128 15,-2 1-176-15,0-3 48 0,-1 1 0 16,1 2-1424-16,2-2-288 0,-3 2-48 0,3-3-8784 15,0-3-1744-15</inkml:trace>
  <inkml:trace contextRef="#ctx0" brushRef="#br0" timeOffset="145388.65">14703 4866 14735 0,'0'0'1312'0,"0"0"-1056"15,-10 0-256-15,1-3 0 0,9 3 1472 0,-9-1 224 16,0 0 48-16,9 1 16 0,0 0-16 0,0 0 0 16,0 0 0-16,0 0 0 0,0 0-704 0,19 0-144 15,3 0-16-15,7 0-16 0,4 0-352 0,3 0-80 16,3 0-16-16,0 0 0 0,0-1-32 0,0-3 0 15,1 1 0-15,-4-2 0 0,-1 0-128 0,-1-1-16 0,-1 1-16 0,-1 3 0 16,-2-2-224-16,-1 1 144 16,-2-1-144-16,-2 2 128 0,-4-1-128 0,-1 2 0 15,-5-1 0-15,-2 2 0 16,-13 0-992-16,11 3-288 0,-11-3-48 0</inkml:trace>
  <inkml:trace contextRef="#ctx0" brushRef="#br0" timeOffset="145687.06">14654 5191 23039 0,'18'-8'2048'0,"-4"5"-1648"0,2 1-400 0,4 2 0 0,2 0 848 0,0 4 96 15,-3 1 16-15,0 5 0 0,-5 3-832 0,-2 3-128 16,-4 2 0-16,-3 3 0 15,-3 2-592-15,-3 1 0 0,-1 1 0 0,-1-2 0 0,-1 1 368 0,1-2 80 16,-1-4 16-16,3 0 0 0,2-2 656 0,2-3 144 16,0-1 32-16,1-3 0 0,2-3 144 0,2 1 48 15,0-3 0-15,4 0 0 0,-2-2-320 0,3 0-64 16,0 0-16-16,1-2 0 0,3 0-256 0,-2-2-48 16,-2-1-16-16,1 2 0 0,3-3-176 0,-3 0-176 15,1-1 48-15,-1 1-9232 0,2 0-1840 0</inkml:trace>
  <inkml:trace contextRef="#ctx0" brushRef="#br0" timeOffset="145906.66">15178 5199 11967 0,'-4'18'1072'0,"3"-7"-864"0,-1 3-208 0,4 2 0 16,2 4 2976-16,2 2 544 0,5-4 128 0,-2 2 0 15,-3-3-2560-15,2-1-528 0,2-1-112 0,0 2 0 0,0-1-192 0,-1-1-48 16,-1 1 0-16,0-2 0 0,-3 0-208 0,-1-1 128 16,-2-2-128-16,-2 0 0 0,-2-1 0 0,-2 1 0 15,-3 0 0-15,1 1 0 16,-2 0-864-16,-4-1-272 0,-3 1-48 0,0-3-16 0</inkml:trace>
  <inkml:trace contextRef="#ctx0" brushRef="#br0" timeOffset="146047.31">15132 5300 30175 0,'0'0'1344'0,"15"-5"256"0,-1 1-1280 0,4 1-320 15,4 0 0-15,1-1 0 0,-3 0 400 0,3 1 16 16,0 1 0-16,2-1 0 0,-2 0-272 0,2 1-144 16,-2-2 160-16,1 1-14304 0</inkml:trace>
  <inkml:trace contextRef="#ctx0" brushRef="#br0" timeOffset="146407.94">16160 4643 21471 0,'0'0'960'0,"0"0"192"0,6-8-928 0,-6 8-224 16,0 0 0-16,0 0 0 0,0 0 1856 0,0 0 320 15,0 0 64-15,-5 12 0 0,-4 2-576 0,-3 7-112 16,-2 5-16-16,-3 4-16 0,-2 3-816 0,0 1-144 16,-3 0-48-16,1 0 0 0,0-2-336 0,3-2-176 15,-3-4 160-15,3-2-160 0,3-2 0 0,2-1 0 16,4 0-176-16,3-6-10784 16,-1-2-2160-16</inkml:trace>
  <inkml:trace contextRef="#ctx0" brushRef="#br0" timeOffset="146564.19">16008 4833 29487 0,'0'0'1296'0,"8"14"288"0,3 1-1264 0,-1 2-320 0,0 3 0 0,1 1 0 16,-2-1 960-16,1 1 128 0,1 0 16 0,2-3 16 15,1 1-656-15,1-2-128 0,0-2-16 0,2 0-10432 16,-1-2-2096-16</inkml:trace>
  <inkml:trace contextRef="#ctx0" brushRef="#br0" timeOffset="147913.44">16686 4459 16575 0,'0'0'736'0,"0"0"160"0,0 0-720 0,0 0-176 15,0 11 0-15,-1 3 0 0,0 4 3008 0,-5 3 576 0,0 5 128 0,-2 3 0 16,-2 4-1680-16,-2 2-352 0,0 5-64 16,0 4-16-16,1 2-624 0,-1 1-128 0,0-4-16 0,2-5-16 15,-1-2-544-15,4-3-96 0,0-3-32 16,3-4 0-16,2-4-144 0,0-1-272 0,2-1 64 16,3-5 16-1,-1 0-672-15,2-2-128 0,2-3-32 0,-6-10-9776 0,9 7-1952 0</inkml:trace>
  <inkml:trace contextRef="#ctx0" brushRef="#br0" timeOffset="148210.28">16926 4777 28559 0,'15'4'2544'0,"3"2"-2032"15,3 1-512-15,-1 0 0 16,0-1-384-16,-2 1-192 0,1 2-16 0,-5 0-16 0,-1 2 1328 0,-3-1 272 15,-1 3 48-15,-3-1 16 0,-6 3-752 0,-3 1-160 16,-3 1-16-16,-4-1-128 0,-4 1 304 0,-3 1-48 16,-2 0-16-16,-1 0 0 0,-2-2 48 0,0 0 16 15,0-2 0-15,2-1 0 0,0 0 32 0,2-6 16 0,1-1 0 0,2-3 0 16,2-3 0-16,1-2 0 16,1-1 0-16,2-4 0 0,1-5 32 0,2-1 0 15,-1-1 0-15,3-3 0 0,2 0-384 0,2-3 0 16,0 0 0-16,2-5-192 15,1 0-1632-15,2-2-336 0,2 3-64 0,1 2-7136 0,3-1-1440 0</inkml:trace>
  <inkml:trace contextRef="#ctx0" brushRef="#br0" timeOffset="148491.51">17572 4754 13823 0,'10'9'608'0,"-4"1"128"0,1 4-592 0,-1 1-144 0,1 1 0 0,-3 3 0 0,-1 4 4208 0,-6 0 800 16,-2 2 176-16,-3 0 16 0,-1-6-3360 0,-3 2-688 15,-4 0-128-15,-1 0-16 0,-2-2-320 0,-2 2-64 16,-1-4-16-16,1 0 0 0,1-3-32 0,3-2 0 16,-2-3 0-16,3-4 0 0,3-2 192 0,4-3 16 15,9 0 16-15,-9-4 0 0,1-5-96 0,3-1-32 16,4-3 0-16,1-4 0 0,0-3-336 0,1 0-64 15,2 1-16-15,-1-2 0 0,2-2-256 0,1-1 0 16,3 2 0-16,-1 2 0 16,-1 2-944-16,2 2-288 0,0 2-64 0,2 2-11760 15,1 1-2336-15</inkml:trace>
  <inkml:trace contextRef="#ctx0" brushRef="#br0" timeOffset="150295.65">18128 4848 19343 0,'0'0'848'0,"0"0"192"0,0 0-832 0,0 0-208 16,1-9 0-16,-1 9 0 0,11-7 1440 0,2 2 240 15,4 2 48-15,1 2 16 0,2-2-528 0,1 2-128 16,2 0 0-16,3 0-16 0,0-2-480 0,0 0-80 0,0 2-32 0,2-3 0 16,-1 0-224-16,0 2-32 15,-2-1-16-15,-1 0 0 0,-2-1-208 0,-4 2 0 0,0 1 0 0,-2-2 0 32,-3 2-336-32,-3-1-112 0,-10 2-32 0,0 0-8704 15,0 0-1744-15</inkml:trace>
  <inkml:trace contextRef="#ctx0" brushRef="#br0" timeOffset="150781.76">18405 4369 24015 0,'0'0'1056'0,"0"0"224"0,0 0-1024 0,0 0-256 16,1 13 0-16,0 0 0 0,0 0 1392 0,1 6 208 15,-4-1 64-15,1 7 0 0,0 3-256 0,0 5-64 0,-3 1 0 0,0 4 0 16,-1 2-560-16,1 3-112 0,0 3-32 0,0-1 0 15,0-2-448-15,1-2-192 0,1-5 128 0,2 0-128 16,-2-5-128-16,1-2-128 0,1-3 0 0,0-3-16 16,0-2-80-16,0-2-16 0,-1-3 0 0,-1-4 0 31,4 0-1472-31,-2-2-288 0,0-10-64 0,0 0-11184 0</inkml:trace>
  <inkml:trace contextRef="#ctx0" brushRef="#br0" timeOffset="151384.03">19068 4600 10127 0,'0'0'448'0,"0"0"96"0,-10 1-544 0,1 1 0 15,-1 0 0-15,1 4 0 0,0 0 3936 0,0 6 672 16,-1 3 144-16,-1 5 32 0,0 5-2544 0,0 2-512 0,2 2-112 0,1-1-16 16,2 0-656-16,3 1-144 0,3-6-32 0,4-3 0 15,2-2-320-15,5-3-64 16,3-1 0-16,2-7-16 0,1-1 16 0,1-6 16 0,3 0 0 0,1-6 0 16,3 0 32-16,-2-5 0 15,-1-3 0-15,-1-4 0 0,-4 0 240 0,0-2 48 16,-2-1 16-16,-2 0 0 0,-4 0-160 0,-3 1-48 0,-2 0 0 0,-3 0 0 15,-2 3-256-15,-3 3-48 0,-4 0-16 0,-2-1 0 0,-2 1-208 0,-2 1 128 16,-4 1-128-16,-1 3 0 16,0 1-1200-16,-2 6-336 0,0 2-64 15,0 6-10944-15,2 3-2208 0</inkml:trace>
  <inkml:trace contextRef="#ctx0" brushRef="#br0" timeOffset="151745.28">19990 4678 35183 0,'0'0'1552'0,"12"-2"336"0,2-2-1504 0,6 0-384 15,3 0 0-15,4 0 0 0,3 1 736 0,3 0 80 16,1 1 16-16,2 1 0 0,1 1-224 0,-2 0-32 15,-1 0-16-15,0 1 0 0,0-2-432 0,-3 1-128 16,-1-1 0-16,-4 1 0 16,-5-2-512-16,-3 2-144 0,-3 2-48 0,-15-2-10800 15,0 0-2160-15</inkml:trace>
  <inkml:trace contextRef="#ctx0" brushRef="#br0" timeOffset="151918.54">19970 4930 29487 0,'0'0'1296'0,"0"0"288"0,11 5-1264 0,2-1-320 0,2 0 0 0,4-1 0 16,3-2 2464-16,3 1 432 0,1 1 96 0,2 1 16 15,4 0-1488-15,0 0-304 0,2 1-48 0,-1-1-16 16,-2-1-960-16,-2-3-192 0,-3 0 0 0,-3 1 0 31,-2 0-2976-31,-1-1-528 0</inkml:trace>
  <inkml:trace contextRef="#ctx0" brushRef="#br0" timeOffset="159643.84">20883 4892 16575 0,'0'0'736'0,"0"0"160"16,0 0-720-16,0 0-176 0,0 0 0 0,-5-6 0 0,5 6 2144 0,0 0 400 0,0 0 80 0,0 0 0 15,1-10-496-15,-1 10-96 0,5-6-32 0,-5 6 0 16,13-1-624-16,2-1-128 0,-1 2-32 0,0 0 0 16,2 2-384-16,2 0-64 0,0 1-32 0,1 1 0 0,-1-2-240 0,-1 2-48 15,0-1-16-15,0 0 0 0,0-3-224 0,0 0-32 16,0 0-16-16,0 0 0 0,0-3-160 0,-3 2 160 15,0-1-160-15,1 0 160 0,-2-1-32 0,-2 0 0 16,0 1 0-16,-11 2 0 0,12-4-128 0,-3 0-176 16,-9 4 48-16,9-4 0 15,-9 4-1600-15,8-5-320 0,-8 5-64 0,6-8-9280 16,-6 8-1840-16</inkml:trace>
  <inkml:trace contextRef="#ctx0" brushRef="#br0" timeOffset="159990.31">21620 4450 10127 0,'7'-10'896'0,"4"2"-704"16,1-1-192-16,-1 2 0 0,0 2 4000 0,-11 5 768 0,0 0 160 0,0 0 16 15,0 0-2880-15,0 0-576 0,4 10-112 0,-6 4-32 16,-3 0-704-16,-4 2-160 0,-1 2-32 0,-1 1 0 15,-2 2-208-15,0 1-48 0,-1-1-16 0,1-1 0 16,1-1-48-16,1 0-128 0,2-4 192 0,3 1-64 16,1 0 128-16,3-1 0 0,2-1 16 0,4 0 0 0,1-3 144 0,3 1 32 31,1-2 0-31,3 1 0 0,0-2-128 0,2-3-32 16,2 1 0-16,2 0 0 0,0-5-96 0,3 1-32 15,1-3 0-15,4 0 0 0,2 0-160 0,-1-3 0 16,-1 1 144-16,0-4-144 0,0 1 0 0,-2-1 0 15,-1-1 0-15,-2 2 0 16,-3-2-368-16,-2 1-32 0,-3-2-16 0,-1 1 0 16,-2 2-720-16,-2 0-144 0,-8 5-16 0,7-9-9248 15,-2 1-1840-15</inkml:trace>
  <inkml:trace contextRef="#ctx0" brushRef="#br0" timeOffset="160179.2">21914 4333 30863 0,'0'0'1360'0,"0"0"304"0,0 0-1344 0,0 0-320 0,0 0 0 0,-4 10 0 15,0 3 1152-15,-2 2 144 0,-2 0 48 0,0 4 0 16,-1 1-192-16,-1 0-16 0,-1 3-16 0,1 2 0 16,-2 6-608-16,0 2-112 0,1 2-16 0,0 3-16 15,1 3-368-15,-1-4 0 0,3 5 0 0,3 0 0 16,0-2-1968-16,1 1-352 0,2-1-80 0</inkml:trace>
  <inkml:trace contextRef="#ctx0" brushRef="#br0" timeOffset="161880.31">21811 4395 4607 0,'0'0'400'0,"0"0"-400"15,0 0 0-15,0 0 0 0,0 0 1712 0,0 0 256 16,0 0 48-16,0 0 16 0,0 0-1072 0,4-5-224 16,-4 5-32-16,0 0-16 0,0 0-112 0,4-6 0 15,-3 0-16-15,-1 6 0 0,0 0-112 0,0 0 0 16,0-6-16-16,0 6 0 0,0 0-16 0,3-5 0 0,-3 0 0 0,0 5 0 16,1-7 112-16,-1 7 32 0,0-8 0 0,0 8 0 15,0 0-32-15,0 0 0 16,0 0 0-16,0-6 0 0,0-1-64 0,0 7-16 15,0 0 0-15,0 0 0 0,0 0 32 0,0 0 0 0,0 0 0 0,0 0 0 16,0 0 48-16,0 0 16 0,0 0 0 0,-5 13 0 16,1 2 144-16,1-1 16 0,0 5 16 0,-1 1 0 15,0 3-96-15,0 4-32 0,-1 1 0 0,-1 3 0 16,-1 2-96-16,0 2-32 0,1 2 0 0,0 5 0 16,0-2-160-16,1-1-48 0,-1-2 0 0,2-5 0 15,1-1-96-15,-1-3-32 0,0-6 0 0,1-1 0 16,2-2 272-16,0-2 48 0,-1-2 16 0,0-1 0 15,-2-1-48-15,1 0-16 0,1-5 0 0,-1 0 0 16,-1 0-144-16,4-8-16 0,0 0-16 0,-4 9 0 16,4-9 32-16,0 0 0 0,0 0 0 0,0 0 0 15,0 0-80-15,-4 7-16 0,4-7 0 0,0 0 0 0,0 0-160 16,0 0 192-16,0 0-192 0,0 0 192 0,0 0-192 0,0 0 0 16,0 0 144-16,0 0-144 0,0 0 0 0,0 0 128 15,0 0-128-15,0 0 0 0,0 0 0 0,0 0 0 16,0 0 0-16,0 0 0 0,0 0 0 0,0 0 0 15,-9-1-176-15,9 1 176 0,0 0-368 0,0 0 32 16,0 0 0-16,0 0 0 16,0 0-496-16,0 0-80 0,0 0-32 0,0 0 0 15,-5-5-576-15,5 5-112 0,0 0-32 0,0 0 0 16,0 0 48-16,0 0 0 0,-3-9 0 0</inkml:trace>
  <inkml:trace contextRef="#ctx0" brushRef="#br0" timeOffset="163410.56">22535 4468 20271 0,'31'-27'1792'0,"-31"27"-1424"0,0 0-368 0,0 0 0 0,0 0 1888 0,0 0 304 0,0 0 64 0,5 14 16 16,2-1-896-16,-2 3-176 0,-2 2-48 0,-1 3 0 15,2 4-320-15,-1 2-80 0,-3-1-16 0,0 4 0 16,0 3-224-16,0 3-64 0,0-2 0 0,2-1 0 16,2-4-128-16,0-2-48 0,1-5 0 0,1-1 0 15,-1-4 0-15,1-3 0 0,2-3 0 0,0-2 0 16,-8-9 208-16,9 5 32 0,-9-5 16 0,12 0 0 16,-3-2 288-16,1-5 48 0,0-3 16 0,0-3 0 15,0-8-112-15,2-1-32 0,0-2 0 0,3-5 0 0,4-1-384 0,-4-1-80 16,0-4-16-16,2 1 0 0,1 0-80 0,0 0-32 15,0 0 0-15,2 0 0 0,-2 4-144 0,0 0 128 16,1-3-128-16,-4 1 128 0,0 5-128 0,-1 3-176 16,-2 0 48-16,-2 3 0 15,-1 1-1088-15,-1 3-192 0,-3 2-64 0,1 3 0 16,-4 3-1216-16,-2 9-256 0,0 0-64 0</inkml:trace>
  <inkml:trace contextRef="#ctx0" brushRef="#br0" timeOffset="179922.4">1901 6417 28799 0,'0'0'1280'0,"-4"-3"256"0,-5-4-1232 0,-2 4-304 16,0 3 0-16,-1 6 0 0,-2 4 704 0,-2 7 64 15,-1 1 32-15,0 6 0 0,0 3-224 0,0 3-32 16,1 1-16-16,1 2 0 0,-1 2-96 0,10-10-32 16,-1 10 0-16,2 8 0 0,1 4-80 0,1 3-32 15,2 3 0-15,0-1 0 0,1 2-288 0,0 38 0 16,-2-20 128-16,5-11-128 0,4-11 0 0,-1-8 0 0,1-7-128 0,3-7 128 31,6-5-1792-31,-2-5-272 0,-1-5-48 0</inkml:trace>
  <inkml:trace contextRef="#ctx0" brushRef="#br0" timeOffset="180298.86">2206 6420 24879 0,'0'0'2208'0,"0"0"-1760"16,0 0-448-16,6 11 0 0,1 5 2000 0,-1 5 320 15,0 4 64-15,-4 5 16 0,-3 4-1856 0,-2 5-368 16,-1 3-176-16,-2 3 160 0,-5 5-160 0,1 0 0 16,0-1 0-16,1-3 128 0,-1-5-128 0,5-3 0 15,1-6-192-15,2-8 192 0,0-7-128 0,2-5 128 16,0-12 0-16,0 0 0 0,0 0 0 0,13-4 0 0,-1-6 0 0,2-6 0 16,3-4 208-16,4-3 64 0,4-2 16 0,4 2 0 15,2 1-288-15,2 2 0 16,-1 6 0-16,-2 1 0 0,-4 6 0 0,0 4 0 15,-1 3 0-15,-5 7 0 0,-6 3 0 0,-4 5-192 16,-4 0 16-16,-2 4 16 0,-2-1-112 0,-4 4-32 0,-5 0 0 0,-2 0 0 16,-2 1 128-16,1-1 32 0,-4-1 0 0,-1-3 0 15,0-2 144-15,-2-2 128 0,0-1-128 0,0-1 176 16,1-2-176-16,2-2 192 0,0-2-192 0,1 0 192 0,1-2-192 0,3-2-224 16,0 1 48-16,9-3-9552 15,-8 0-1904-15</inkml:trace>
  <inkml:trace contextRef="#ctx0" brushRef="#br0" timeOffset="180503.21">2855 6464 17503 0,'18'10'1552'0,"-5"-4"-1232"0,2 4-320 0,0 5 0 16,2 2 2288-16,-2 1 400 15,-2 2 64-15,-3 0 32 0,-1 1-1312 0,-2 4-272 16,-6 2-48-16,-3 6-16 0,-6 5-384 0,-1 1-80 15,-3 0-16-15,-4 5 0 0,-3 5-288 0,-2-2-64 16,-3-3-16-16,1-4 0 0,1-3-288 0,0-3 0 16,-2-2 0-16,1-3-10432 15,-1-3-1984-15</inkml:trace>
  <inkml:trace contextRef="#ctx0" brushRef="#br0" timeOffset="-190422.55">3763 6706 16575 0,'-6'-12'736'0,"2"3"160"0,4 9-720 0,-2-8-176 0,-2 0 0 0,4 8 0 16,0 0 3104-16,0 0 592 0,0 0 112 0,5 16 32 16,-1 5-2608-16,-1 5-512 15,-3 5-96-15,-2 9-32 0,2 10-400 0,2 2-192 0,0 0 160 0,0 2-160 16,0-5 128-16,1-2-128 0,-1-3 0 0,1-6 0 15,0-6 192-15,2-4-48 0,1-4-16 0,1-5 0 16,1-7 320-16,-1-2 64 16,4-2 16-16,-1-4 0 0,-10-4 256 0,16-4 48 0,0-5 16 0,-2-4 0 15,-1-1 16-15,0-6 0 0,0-1 0 0,0-3 0 16,3-5-336-16,1 0-64 0,0-3-16 0,0-2 0 16,-3-3-272-16,0-2-176 0,-1 1 192 0,0-1-192 15,-1 0-128-15,0 0-144 0,-2 1-32 0,1 4 0 31,0 4-2256-31,1 6-464 0,-1 4-96 0,0 6-12560 0</inkml:trace>
  <inkml:trace contextRef="#ctx0" brushRef="#br0" timeOffset="-190180.85">4169 7239 4607 0,'0'0'400'0,"0"0"-400"0,0 0 0 0,0 0 0 16,15 6 6048-16,-2 0 1120 0,-2-1 240 0,4-4 32 15,-1 2-5520-15,2-1-1120 0,1 0-224 0,-2-2-32 16,0-2-144-16,0 1-16 0,1-2-16 0,-2 1 0 16,1-5-368-16,0 2 0 0,2 1 0 0,-2-2 0 15,-1-2-1632-15,-1 1-352 16,0 1-64-16</inkml:trace>
  <inkml:trace contextRef="#ctx0" brushRef="#br0" timeOffset="-189571.56">5034 6845 27359 0,'0'0'1216'0,"0"0"240"0,-7-5-1168 0,7 5-288 15,0 0 0-15,0 0 0 0,3-9 1168 0,-3 9 176 0,13-5 48 16,2 1 0-16,6-2-496 0,4 5-80 16,1 1-32-16,4 0 0 0,4 3-544 0,-3 1-112 15,1-2-128-15,0 2 176 0,2 1-176 0,-3-1-224 0,-3-2 48 0,2-1 16 32,2 1-2064-32,-2 1-400 0,-5 0-96 0</inkml:trace>
  <inkml:trace contextRef="#ctx0" brushRef="#br0" timeOffset="-189399.7">5184 7121 24879 0,'0'0'2208'0,"0"0"-1760"0,0 0-448 0,19 0 0 15,6 0 1584-15,1 0 224 0,1 0 48 0,1 0 16 16,-2-1-1552-16,0 1-320 0,-1 0 0 0,-1 0 0 15,0 0-1856-15,2 1-304 0,1 1-48 16</inkml:trace>
  <inkml:trace contextRef="#ctx0" brushRef="#br0" timeOffset="-189051.13">5948 6724 28559 0,'0'0'2544'0,"0"0"-2032"0,0 0-512 0,0 0 0 15,0 0 960-15,0 0 80 0,2 12 32 0,2 7 0 16,0 7-800-16,-1 6-144 0,-2 7-128 0,0 0 144 15,1 4-144-15,0 0 128 0,2 0-128 0,0-5 128 16,1-6-128-16,2-2 0 0,2-2 0 0,1-6 0 16,2-5 0-16,2-4 0 0,5-5 0 0,-4-3 0 0,-2-1 256 15,2-2 128-15,2-6 32 0,-1-2 0 0,0-7 400 0,1-4 80 16,-1-3 0-16,2 1 16 0,-1-6-336 0,0 0-80 16,-1-5-16-16,-1-4 0 0,-2-1-272 0,0-3-48 15,-1-5-16-15,0 0 0 0,-2 2-144 0,1 1 0 16,-2 4 0-16,0 6 0 15,0 4-1664-15,1 6-256 0,-2 6-48 0</inkml:trace>
  <inkml:trace contextRef="#ctx0" brushRef="#br0" timeOffset="-188820.19">6409 7179 30687 0,'12'-5'1360'0,"0"2"288"0,3-1-1328 16,3 0-320-16,2-1 0 0,1-2 0 0,0-2 496 0,-2 0 16 0,2 4 16 0,0 0 0 15,-1 0-32-15,-1 1-16 0,2-2 0 0,-1 1 0 16,-2-4-608-16,-1 3-128 16,-3 2-32-16,-1-2 0 15,-2 3-1584-15,-1 0-320 0,-10 3-64 0</inkml:trace>
  <inkml:trace contextRef="#ctx0" brushRef="#br0" timeOffset="-188639.59">6563 6906 21183 0,'-5'16'1888'0,"2"0"-1504"0,3-1-384 0,-1 7 0 16,1 3 1984-16,0 3 336 0,0-1 64 0,0 2 16 0,0 2-1264 0,-2 3-256 15,0 4-48-15,-1 1-16 16,-1 4-512-16,2 2-112 0,-2 2 0 0,1 2-14944 15</inkml:trace>
  <inkml:trace contextRef="#ctx0" brushRef="#br0" timeOffset="-185351.84">7345 7037 10127 0,'0'0'896'0,"0"0"-704"15,0 0-192-15,-4-8 0 0,4 8 3008 0,0 0 576 16,0 0 128-16,3-11 0 0,1 1-2032 0,4 4-400 0,1 0-96 0,4 4-16 0,2 0-400 0,6 2-64 16,1-1-32-16,4 2 0 0,-1 2-224 0,0-2-64 15,0 1 0-15,1-1 0 0,0 0-160 0,1-1-32 16,-1-1-16-16,0 0 0 0,1-1-176 0,-3 1 128 15,0 0-128-15,-2-2 128 0,-4 3 0 0,-1-1-128 16,-1 0 192-16,-3-1-64 16,-3 0 64-16,-1 0 16 0,-9 2 0 0,0 0 0 0,0 0-32 0,0 0-16 15,0 0 0-15,0 0 0 16,0 0-2288-16,0 0-464 0</inkml:trace>
  <inkml:trace contextRef="#ctx0" brushRef="#br0" timeOffset="-185164.36">7603 7179 30399 0,'13'0'2704'16,"7"2"-2160"-16,5 4-544 0,5-1 0 0,4-3 752 0,1 1 32 15,1 0 16-15,-1-2 0 0,-2 4-800 0,-2-1-144 16,-1-4-48-16,0 0-9552 15,-2 3-1920-15</inkml:trace>
  <inkml:trace contextRef="#ctx0" brushRef="#br0" timeOffset="-183749.63">8311 6651 15663 0,'-4'-11'1392'0,"0"4"-1120"0,4 7-272 0,0 0 0 0,0-11 2640 0,0 11 480 0,0 0 80 0,13 4 32 15,2 5-2208-15,0 8-432 0,2 5-80 0,0 7-32 16,-1 6-112-16,0 10-32 0,-1 7 0 0,1 2 0 15,1 2-208-15,-2-1-128 0,0-1 160 0,-3-5-160 0,-1-7 0 0,0-4 128 16,-1-4-128-16,-1-6 0 0,0-3 128 0,1-5-128 16,-3-5 176-16,2-2-176 0,2-5 608 0,-2-3 16 15,-1-3 0-15,1-4 0 0,0-3 384 0,0-3 80 16,2-3 0-16,0-6 16 0,0-4-304 0,-1-4-64 16,1-4-16-16,2 1 0 0,1-2-352 0,0-3-80 15,-1-5-16-15,-1-3 0 0,-3-2-144 0,2-3-128 16,0-1 144-16,1 0-144 0,0 1 0 0,0 6-160 15,-2 4 0-15,-1 2 0 16,0 0-672-16,0 8-144 0,1 6-32 0,-3 7 0 16,1 3-1792-16,-8 10-352 0,0 0-80 0</inkml:trace>
  <inkml:trace contextRef="#ctx0" brushRef="#br0" timeOffset="-183390.28">8940 6910 19343 0,'0'0'1728'0,"0"0"-1392"0,0 0-336 0,6 12 0 16,3 1 1920-16,0 3 304 0,0 2 64 0,1 3 16 16,-1 4-1616-16,-3 1-320 0,-1 2-64 0,-1 0-16 15,-1-2-96-15,0 0 0 0,-2 1-16 0,3-3 0 16,0-3-176-16,1-3-272 0,1-4 64 15,1-1 16-15,-1-5 0 0,4-3 0 0,-10-5 0 0,13 0 0 16,-2 0 320-16,2-2 64 0,2-2 0 0,-1 0 16 16,-1-3 176-16,0 3 48 0,0 2 0 0,-1 2 0 15,-12 0-32-15,12 2 0 0,-2 2 0 0,-2 3 0 0,-8-7-112 0,5 12-32 16,-2 1 0-16,-3 0 0 0,-4 0-256 0,0 0 0 16,-3 1 0-16,1 0 0 0,-3 1-320 0,-2-1 16 15,-2-2 16-15,2-2 0 0,-1-2 288 0,0-3-128 16,0-2 128-16,2-3 0 0,0-1 0 0,-1-3 0 15,2-3 0-15,2-1 0 16,2-2-1600-16,0-2-256 0,2-9-48 0,6-2-16 0</inkml:trace>
  <inkml:trace contextRef="#ctx0" brushRef="#br0" timeOffset="-183232.5">9546 6944 33167 0,'21'-2'1472'0,"-7"0"304"0,0 2-1424 0,3 0-352 16,3-1 0-16,-2 0 0 0,0-3 288 0,1 1-16 15,-4 1 0-15,0-1 0 16,-4-1-1104-16,1 1-208 0,-1 1-48 0,-11 2-12992 0</inkml:trace>
  <inkml:trace contextRef="#ctx0" brushRef="#br0" timeOffset="-183060.64">9568 7111 26543 0,'0'0'1168'0,"0"0"256"0,10 9-1136 0,1-1-288 15,-1 0 0-15,1-2 0 0,-1 1 1200 0,2-2 176 16,0 0 32-16,1-1 16 0,0-1-240 0,2 1-48 16,0-2-16-16,-1 2 0 15,-1 0-1600-15,-1 0-320 0,0 0-64 0,-2 0-9184 16,-10-4-1856-16</inkml:trace>
  <inkml:trace contextRef="#ctx0" brushRef="#br0" timeOffset="-173075.01">10288 6845 21471 0,'0'0'960'0,"-8"-8"192"0,12-3-928 0,1 0-224 16,1 2 0-16,2 2 0 0,0 1 1008 0,0 1 144 16,1 0 48-16,3 2 0 0,1 4-144 0,0 3-32 15,1 1 0-15,1 4 0 0,-2 2-384 0,1 3-96 0,0 3-16 0,2 1 0 16,-2 3-112-16,1 0-32 0,-4 0 0 0,0 1 0 16,-2 2-48-16,-4-2-16 15,-2 0 0-15,-3 0 0 0,-3 0-48 0,-2 0-16 16,-3 1 0-16,-2-1 0 0,-3 1-16 0,-3 2-16 0,-1 0 0 0,-3 0 0 15,2-2-80-15,0 1-16 16,0-2 0-16,-1-1 0 0,2-2-128 0,1-2 160 0,-1-3-160 0,2-2 160 16,2-3-160-16,0-1 128 0,0-3-128 0,1-2 128 15,2-3-128-15,10 0 128 0,0 0-128 0,0 0 128 16,-9-3-128-16,9 3 160 0,0 0-160 0,0 0 160 16,0 0-160-16,0 0 0 0,14 0 0 0,2 4 0 15,1 0 0-15,2 1 0 0,2 2 0 0,1-3 0 16,2 1 0-16,-1 0 192 0,2 0-32 0,4-1 0 15,2-1 96-15,-1-2 32 0,-1-1 0 0,-2 3 0 0,-1-3-128 0,-1 0-32 16,-3 1 0-16,-5 2 0 0,-4-1-128 0,-1-2 192 16,-2 2-192-16,-10-2 192 0,0 0-192 0,8 2 0 15,-8-2 144-15,0 0-144 0,0 0-240 0,0 0-112 16,0 0-32-16,0 0 0 16,0 0-2240-16,0 0-464 0,0 0-96 0</inkml:trace>
  <inkml:trace contextRef="#ctx0" brushRef="#br0" timeOffset="-170794.75">12065 6990 16175 0,'0'0'704'0,"0"0"176"0,-10 2-704 0,10-2-176 0,0 0 0 0,-9 4 0 16,9-4 1056-16,0 0 176 0,0 0 48 0,0 0 0 16,0 0 80-16,0 0 32 0,16 8 0 0,4-5 0 15,2 1-240-15,5 0-32 0,3-1-16 0,4 0 0 16,0-3-336-16,0 3-80 0,0-2-16 0,1-1 0 16,-4-1-336-16,0 1-64 0,-1 4-16 0,-1-2 0 15,-2 0-256-15,-2 0 160 0,-5 1-160 0,-2 1 128 16,-1 0-576-16,0-1-112 15,-3 0-16-15,-2 1-8960 0,-3 1-1776 0</inkml:trace>
  <inkml:trace contextRef="#ctx0" brushRef="#br0" timeOffset="-170576">12055 7279 14735 0,'0'0'1312'0,"0"0"-1056"15,0 0-256-15,16 2 0 0,4-2 2048 0,6-2 336 16,4 2 80-16,4-2 16 0,2-1-1200 0,2 0-256 0,0 2-32 0,2 1-16 16,-1-1-400-16,0 0-96 15,1-1-16-15,-1 4 0 0,-2 0-464 0,-1 2 0 16,-1-1 0-16,-3 2 0 16,0 0-1360-16,-5 0-224 0,-1-2-32 0,-5 1-16 15,-3-4-1312-15,-2 0-272 0</inkml:trace>
  <inkml:trace contextRef="#ctx0" brushRef="#br0" timeOffset="-170337.91">12692 6906 11055 0,'19'3'976'16,"6"2"-784"-16,2 2-192 0,3 3 0 0,2 1 2816 0,-1 0 512 15,0 1 96-15,1 0 32 0,-1 1-1872 0,-2 1-368 16,-1-1-80-16,-2 0-16 15,-5 2-608-15,-1 0-128 0,-2 1-32 0,-4 2 0 0,-3 0-144 0,-5 3-16 16,-6 0-16-16,-5 1 0 0,-4 2 0 0,-4 3 0 16,-4 4 0-16,-5 1 0 0,-6 0-176 0,-2 2 0 15,-1 5 0-15,0-5 0 32,-1-1-1504-32,-1-5-288 0,-4 0-48 0</inkml:trace>
  <inkml:trace contextRef="#ctx0" brushRef="#br0" timeOffset="-169712.56">13696 7072 21183 0,'0'0'944'0,"0"0"192"0,0 0-912 0,0 0-224 0,0 0 0 0,0 0 0 15,0 0 1872-15,14 0 336 0,0-1 64 0,3-1 16 16,4 1-1200-16,-1-2-256 0,0 1-32 0,3-1-16 16,-1-3-224-16,0-1-48 0,-2-1-16 0,-2 2 0 15,-1-1 64-15,-3 1 16 0,-1-1 0 0,0 2 0 16,-2 1-64-16,-11 4-16 0,9-5 0 0,-9 5 0 16,0 0-112-16,0 0 0 0,0 0-16 0,6 8 0 0,-3 2-144 0,-3 3-32 15,-3 4 0-15,-1 0 0 0,-1 4-192 0,2 1 0 16,-2 0 128-16,1 3-128 15,0 1 0-15,2 2 0 0,1-4 0 0,-1 1 0 0,2-1 0 0,3-1 0 16,1-1 0-16,1-4 0 0,0-3 0 0,2-2 0 16,0-1 0-16,4-1 0 15,-2-4-1440-15,1 1-336 0,0-2-64 16,-10-6-16-16,10 5-1216 0,0-3-240 0,0-5-48 0</inkml:trace>
  <inkml:trace contextRef="#ctx0" brushRef="#br0" timeOffset="-169556.33">14033 6783 8287 0,'0'-17'736'0,"2"0"-592"16,0 1-144-16,1 2 0 0,-2 1 4480 0,2 1 880 15,-3 12 160-15,0 0 48 0,5-9-3200 0,-5 9-640 16,12-4-128-16,-2 3-32 0,0 1-880 0,1 3-176 0,1 3-48 0,1 1 0 31,1 4-1040-31,0 2-224 0,-1 0-32 0,-2 3-9216 16,-6-1-1856-16</inkml:trace>
  <inkml:trace contextRef="#ctx0" brushRef="#br0" timeOffset="-169243.86">14278 7239 24879 0,'0'0'1088'0,"0"0"256"0,0 0-1088 0,15-3-256 0,-1 2 0 0,2 0 0 0,-2 1 1312 0,0 1 208 16,2 2 32-16,-2 2 16 0,-1-3-672 0,-1 5-128 15,-3 1-16-15,-2 2-16 0,-2 2-464 0,-1 2-80 16,-2 4-32-16,-2-2 0 0,-2-2-160 0,1 3 128 16,1 4-128-16,0 0 128 0,-2-1-128 0,2-3 0 15,4-4 144-15,-1-2-144 0,1 0 256 0,-4-11 0 16,7 8-16-16,3-1 0 0,-1-3 64 0,1-1 16 15,3 0 0-15,-1-3 0 0,0-2-176 0,2 0-16 16,-1-4-128-16,1-1 192 16,-1-4-2064-16,2 1-432 0,0-1-64 0,1-4-7040 15,-2-4-1392-15</inkml:trace>
  <inkml:trace contextRef="#ctx0" brushRef="#br0" timeOffset="-169039.35">14784 7170 11967 0,'0'0'1072'0,"0"0"-864"0,0 0-208 0,-1 14 0 16,0 2 1984-16,1-1 336 0,-2 0 80 0,2 4 16 15,2 0-1408-15,1 0-288 0,1 1-48 0,2-2-16 16,1-2 224-16,1-1 32 0,0 2 16 0,2 3 0 16,1 2-128-16,-1-1-32 0,-1-3 0 0,1 0 0 15,-3 0-256-15,1 1-48 0,0-1-16 0,-3-1 0 16,-1 0-192-16,-3-3-64 0,-2 2 0 0,0-1 0 16,-4-3-64-16,-3 0 0 0,-4 0-128 0,-1 1 192 15,-1 0-320-15,-2 2-80 0,-2-3-16 0,0 1-9072 16,-1-1-1824-16</inkml:trace>
  <inkml:trace contextRef="#ctx0" brushRef="#br0" timeOffset="-168914.26">14885 7301 24879 0,'13'-6'2208'0,"5"-1"-1760"16,1 2-448-16,2-1 0 0,1-2 1008 0,1 4 112 15,-1 0 32-15,-1 1 0 0,-1 1-976 0,-1-1-176 16,-2 1 0-16,-2 0-12896 0</inkml:trace>
  <inkml:trace contextRef="#ctx0" brushRef="#br0" timeOffset="-168631.8">15922 7054 21183 0,'0'0'1888'0,"0"0"-1504"0,13 0-384 0,2-3 0 0,0 2 1904 0,1 1 304 15,0-2 64-15,2 2 16 0,1 0-1616 0,0-1-320 16,-4 1-64-16,1 0-16 16,1 0-1168-16,-1 0-256 0,-3 0-32 0,0-2-7104 15,-2-2-1424-15</inkml:trace>
  <inkml:trace contextRef="#ctx0" brushRef="#br0" timeOffset="-168428.68">15899 7326 28559 0,'15'-1'2544'0,"4"-2"-2032"0,0-1-512 0,3 0 0 15,2 1 992-15,-1-1 96 0,0-2 32 0,-1 4 0 16,-1 2-16-16,-2 1 0 0,-1 0 0 0,-2 1 0 16,-2-1-784-16,-2 0-144 0,-1-1-48 0,-11 0 0 31,0 0-1728-31,9 4-368 0,-9-4-64 0,0 0-16 0</inkml:trace>
  <inkml:trace contextRef="#ctx0" brushRef="#br0" timeOffset="-166366.53">16684 7288 14735 0,'0'0'1312'0,"0"0"-1056"16,0 0-256-16,-7 6 0 0,1-6 1840 0,6 0 304 15,0 0 64-15,-7 1 16 0,1-1-432 0,6 0-64 16,-7 1-32-16,7-1 0 0,0 0-480 0,0 0-80 16,-5-1-32-16,5 1 0 0,0 0-224 0,0 0-48 15,0 0-16-15,0 0 0 0,9 5-224 0,4 0-32 16,4-1-16-16,5 0 0 0,4-1 160 0,8-1 16 15,8 2 16-15,9-4 0 0,7 0-112 0,1-2-32 16,6 2 0-16,2 0 0 0,0-2-304 0,4 1-64 16,2 1-16-16,1 0 0 0,1 0-208 0,-4 3 0 15,-2 2 128-15,-1 1-128 0,-1-2 192 0,-1-1 0 16,-3-2 0-16,-1 1 0 0,0-2 96 0,-5 0 16 16,-2-2 0-16,-3 1 0 0,-1 1-48 0,-2-1-16 15,-3-1 0-15,-3 2 0 0,-4-2-80 0,-3 0-16 16,-2 1 0-16,-1 1 0 0,-6-1 32 0,-3-3 0 15,-3 1 0-15,-4 1 0 0,-3-1-176 0,-4 0 160 16,-2 1-160-16,-8 2 160 0,0 0-160 0,0 0 0 0,-1-7-192 0,-4-2 192 31,-6 1-3024-31,-2 3-496 0,-2 1-80 16</inkml:trace>
  <inkml:trace contextRef="#ctx0" brushRef="#br0" timeOffset="-159237.1">17081 1765 18191 0,'0'0'800'0,"0"0"176"0,0 0-784 0,15 2-192 0,-15-2 0 0,6-10 0 16,2 2 1856-16,-3 0 336 0,-1-1 64 0,0 1 16 15,-4 8-768-15,5-6-160 0,-5 6-16 0,5-10-16 16,-1 3-368-16,-4 7-80 0,3-9-16 0,-3 9 0 15,0 0 0-15,3-10 0 0,-3 3 0 0,0 7 0 0,0 0-64 0,-2-10-16 16,0 3 0-16,2 7 0 0,-4-7-160 0,4 7-32 16,-7-6-16-16,1 2 0 0,-1-2-160 0,7 6-16 15,-12-1-16-15,1 5 0 0,-1-1-176 0,0 2-48 16,1 0 0-16,-1 3 0 0,-1 1-144 0,-2 4 0 16,4 0 144-16,-2 4-144 0,-2 3 0 0,2-2 0 15,0 4 0-15,2 2 0 0,0-2 0 0,3-5 0 16,0 2 0-16,2 2 128 0,-1 2-128 0,3 1-128 15,2-1 128-15,1 1-192 0,2 1 192 0,1-6 0 16,2-1 0-16,2-2-128 0,1-3 128 0,3-4 0 16,-3-1 0-16,3-1 0 0,1-3 0 0,2-4 0 0,0-2 0 0,0-4 0 15,0-1 0-15,-1-3 192 16,0-2-32-16,1-1-16 0,-1-3 16 0,-1 1 0 16,0-4 0-16,-1 3 0 0,-1 1-16 0,2-3 0 15,-2 0 0-15,3-6 0 0,-3 5 0 0,-3-1 0 0,-2-1 0 0,0 3 0 16,-1 0 32-16,-1 1 0 15,0 1 0-15,-1-1 0 0,-1 0 0 0,0 3 0 0,0 2 0 0,0 3 0 16,-1 1-32-16,1 8 0 0,0 0 0 0,0 0 0 16,0 0 48-16,0 0 0 0,0 0 0 0,0 0 0 15,0 0-64-15,0 0 0 0,0 15 0 16,1 0 0-16,0 1-128 0,2 2 160 0,-1 3-160 0,0-5 160 16,-1-3-160-16,2 4 0 0,1 2 0 0,1-1 128 15,-1 1-128-15,0 0 0 0,1 1 0 0,0-1 0 16,0 2 0-16,0-4 0 0,1 0 0 0,0-1 0 15,1-1 0-15,1 0 0 0,-2-5 0 0,-1 1 0 0,0-2 0 0,-5-9 0 16,6 4 0-16,-6-4 0 0,0 0 0 0,0 0-272 16,0 0 32-16,9-4 16 15,-3-3-1456-15,0-2-304 16,-1-3-48-16,-3 3-17392 0</inkml:trace>
  <inkml:trace contextRef="#ctx0" brushRef="#br0" timeOffset="-156789.54">16646 6236 22335 0,'0'-8'992'0,"10"-9"208"0,-10 17-960 0,0-9-240 15,0 9 0-15,0 0 0 0,3-10 1232 0,-3 10 208 16,0 0 32-16,0 0 16 0,0 0-144 0,0 0-48 16,0 0 0-16,10 12 0 0,-2 6-672 0,-4-5-144 15,1 8-32-15,0 4 0 0,1 3-160 0,-1 2-32 16,0 4-16-16,2 0 0 0,-2 1-48 0,4 29 0 16,-2-9 0-16,-1-9 0 0,-1-7-192 0,0-4 128 15,-1-1-128-15,0-3 0 0,0-4 128 0,0-3-128 16,0-5 0-16,0-2 144 0,1-4 144 0,0-1 32 15,-5-12 0-15,0 0 0 0,0 0 320 0,13 0 64 16,0-6 0-16,-1-5 16 0,0-6 0 0,0-5 0 0,1-4 0 0,0-4 0 16,-2-3-272-16,2 0-64 0,1-3-16 0,-1 1 0 15,0 0-144-15,-3 1-32 16,0-5 0-16,1 0 0 16,-1-2-192-16,-1 1 176 0,-1 3-176 0,1 1 160 15,1 3-160-15,-3 6 0 0,-1 4 0 0,0 4 0 16,1 5-1216-16,-1 5-208 0,-6 9-48 0,0 0-16 15,0 0-2016-15,9 13-400 0</inkml:trace>
  <inkml:trace contextRef="#ctx0" brushRef="#br0" timeOffset="-156265.78">17229 6713 21535 0,'0'0'960'0,"0"0"192"0,-3-7-928 0,3 7-224 0,-5-10 0 0,-2 4 0 16,-1-2 1088-16,1 3 192 0,-1 1 16 0,-1 3 16 16,0 2-128-16,-2 4-32 0,1 3 0 0,-1 1 0 15,2 2-400-15,1 3-96 0,1 2-16 0,0-1 0 16,-1 1-144-16,4 2-48 0,3-2 0 0,4-2 0 15,-3-14-192-15,7 13-32 0,3-6-16 0,1-3 0 0,2-6-32 16,3-3-16-16,0-5 0 0,2-3 0 0,0-3-368 0,0 2-80 0,1-6-16 0,-4 3 0 16,-2 0 80-16,0 2 16 0,-1-2 0 0,-3 2 0 0,-4 1 208 0,1 6 0 15,-6 8 192-15,0 0-192 16,0 0 512-16,0 0 0 0,0 0 0 0,0 0 0 0,2 13-16 0,-1 4-16 16,-1 3 0-16,2 4 0 15,-1 4-176-15,0-1-48 0,-2-1 0 0,4-1 0 16,1-3-256-16,1-1 0 0,0-4 0 0,2-3 0 15,2-3-240-15,2-5-144 16,2-1-48-16,-1-2 0 0,-12-3-2256 0,15-3-448 0,-2-2-80 0</inkml:trace>
  <inkml:trace contextRef="#ctx0" brushRef="#br0" timeOffset="-156055.31">17599 6592 32367 0,'0'0'1424'0,"0"0"304"0,16 3-1376 0,-2-3-352 16,2-2 0-16,-1 2 0 0,-1 0 960 0,3 0 112 15,2 2 16-15,0-2 16 16,0-3-432-16,-1 1-96 0,0 2 0 0,-1-3-16 0,-3 2-384 0,1-2-176 16,-2 0 160-16,0 2-160 15,-3 1-256-15,-10 0-160 0,11 1-32 0,-11-1-10736 0,0 0-2144 0</inkml:trace>
  <inkml:trace contextRef="#ctx0" brushRef="#br0" timeOffset="-154774.22">18098 6296 19055 0,'0'0'832'0,"0"0"192"0,0 0-816 0,0 0-208 0,0 0 0 0,0 0 0 16,0-10 1664-16,4 2 304 0,-4 8 48 0,11-9 16 16,2 2-208-16,2 3-32 0,2 1-16 0,3 3 0 15,1 1-624-15,-1 1-112 0,4 2-16 0,-2 3-16 16,-1 2-336-16,-2-1-64 0,-3 2-16 0,-2 2 0 15,-3 1-304-15,-5 4-64 0,-3 3-16 0,-2 0 0 0,-3 3-80 16,-6 4 0-16,-4 2-128 0,-2 2 192 16,-3 0-64-16,-3 0 0 0,-2 2-128 0,1-3 192 0,2-3-192 0,2-2 128 15,0-1-128-15,4-2 0 0,4-4 128 0,2 2-128 16,1-3 0-16,4 0 0 0,5-2 224 0,1 0-48 16,1-4-16-16,4 1 0 0,3-2-32 0,1 2 0 15,3-4 0-15,-1 1 0 0,2-1-128 0,1-2 160 16,2 0-160-16,0-2 160 0,-1-1-336 0,1 0-64 15,-2 0-16-15,0-1 0 16,-1 0-3152-16,-1-2-640 0</inkml:trace>
  <inkml:trace contextRef="#ctx0" brushRef="#br0" timeOffset="-151414.1">17014 7815 18431 0,'0'0'1632'0,"0"0"-1312"16,0 0-320-16,0 0 0 0,3-9 1152 0,3 0 176 15,1 0 16-15,4 2 16 0,2 1-80 0,3 0-32 16,1 1 0-16,2 1 0 0,2 0-352 0,-2 4-64 16,0 0 0-16,-2 2-16 0,0 3-336 0,-2 1-64 15,1 1-16-15,-3 2 0 0,-3 2-272 0,-2-1-128 16,-1 2 128-16,-3 2-128 0,-2 2 192 0,1 2-32 15,-2-1-16-15,0 1 0 0,-1 3 128 0,2-4 32 0,0 2 0 0,1-3 0 16,-2-2 64-16,2-1 16 0,2-1 0 0,-1 0 0 16,0 1 0-16,1-5 0 0,-5-8 0 0,8 10 0 15,-2-2-224-15,1 0-32 0,-7-8-128 0,8 6 192 16,-8-6-192-16,13 6 144 0,1-4-144 0,-1-2 128 16,-2-1-1088-16,0-3-240 15,4-1-32-15,0-3-16 0,1-2-2000 0,2-1-400 0,7-7-64 0,-4-2-32 0</inkml:trace>
  <inkml:trace contextRef="#ctx0" brushRef="#br0" timeOffset="-151210.91">17762 7647 19583 0,'0'0'864'0,"0"0"176"0,0 0-832 0,2 14-208 16,1 2 0-16,0-2 0 0,-2 2 992 0,2 3 160 15,-1-2 16-15,2 3 16 0,1-3-224 0,1 2-32 16,-1-2-16-16,0 3 0 0,0 2-320 0,3 2-64 15,0 0-16-15,0 0 0 0,-1-2-256 0,0-4-48 0,-1 0-16 0,1-2 0 16,-2-3 128-16,-1 1 0 16,-3-3 16-16,-1 1 0 0,-1-2-16 0,0 2 0 15,-4-2 0-15,-1 2 0 0,-1 2-160 0,-1-1-32 16,-1-1-128-16,-2-1 192 16,-1-4-1632-16,1 1-336 0,-1-1-64 0</inkml:trace>
  <inkml:trace contextRef="#ctx0" brushRef="#br0" timeOffset="-151070.4">17787 7745 23039 0,'14'-7'1024'0,"-4"2"192"0,3-2-960 0,6 1-256 0,3-1 0 0,3 0 0 0,-1-1 1360 0,4 0 240 16,-1 1 32-16,1 2 16 16,-2 0-1248-16,0 0-240 0,-3 1-160 0</inkml:trace>
  <inkml:trace contextRef="#ctx0" brushRef="#br0" timeOffset="-150724.28">18289 7567 24879 0,'0'0'1088'0,"0"0"256"0,0 0-1088 0,0 0-256 0,0 0 0 0,11 7 0 15,0 2 1728-15,-2 5 272 0,0-1 64 0,-1 6 16 16,-2 1-656-16,0 5-128 0,-3 3-16 0,0 3-16 16,-3 2-624-16,0 0-128 0,-1 4-32 0,-1-1 0 0,2 5-320 0,0-1-160 15,0 2 160-15,2-4-160 16,-1-2-720-16,0-3-240 0,1-4-64 16,2-6-9888-16,-1-5-1984 0</inkml:trace>
  <inkml:trace contextRef="#ctx0" brushRef="#br0" timeOffset="-150521.15">18573 7734 19055 0,'4'-17'832'0,"-4"17"192"0,0-11-816 0,0 11-208 15,0 0 0-15,0 0 0 0,0 0 1216 0,-12 2 208 16,-1 6 48-16,1 5 0 0,-1 1-736 0,1 6-144 16,2-1-16-16,3 5-16 0,4 1 128 0,0-2 16 15,2-2 16-15,2-1 0 0,3-3 224 0,4-2 32 16,2 0 16-16,4-2 0 0,2-2 16 0,1-2 0 0,0-1 0 0,1 1 0 15,2 0-496-15,-2-3-112 0,-2 0-16 0,-1 1 0 32,1-1-2064-32,-2 2-432 0,2-1-64 0</inkml:trace>
  <inkml:trace contextRef="#ctx0" brushRef="#br0" timeOffset="-150132.68">19484 7155 31327 0,'0'0'1392'0,"0"0"272"0,0 0-1328 0,12-2-336 15,2-2 0-15,3 3 0 0,1 1 1008 0,2 1 128 16,1 1 16-16,2 0 16 0,1-2-640 0,0 0-128 15,1 0-16-15,-3 0-16 0,1 2-368 0,-1 1 0 16,-1 0-192-16,1 1 64 16,-4-3-2080-16,-4 3-416 0,-2 2-64 0</inkml:trace>
  <inkml:trace contextRef="#ctx0" brushRef="#br0" timeOffset="-149945.28">19449 7464 30399 0,'0'0'2704'0,"18"4"-2160"0,3 0-544 0,2 0 0 16,2-1 1472-16,3-3 192 0,0 0 48 0,4 0 0 15,0 0-256-15,2 0-48 0,0-2-16 0,0 1 0 16,0 1-992-16,-2 0-192 0,0-1-32 0,-1 1-16 31,0-3-2640-31,-3 3-528 0,-6 0-96 0</inkml:trace>
  <inkml:trace contextRef="#ctx0" brushRef="#br0" timeOffset="-148943.84">20511 7226 4607 0,'0'0'400'0,"0"0"-400"16,0 0 0-16,0 0 0 0,0 0 4960 0,13-5 912 16,3 1 176-16,5 0 32 0,2 0-3968 0,7 1-816 15,6 1-144-15,7 0-48 0,5 1 64 0,5 0 16 16,3 1 0-16,3-3 0 0,0-2-160 0,2 1-16 15,3 1-16-15,4 1 0 0,1-1-368 0,-1 2-80 16,-6 3-16-16,-3-2 0 0,-3-1-144 0,-8 0-16 16,-6 0-16-16,-4 2 0 0,-5 1-96 0,-4 2 0 15,-4 0-16-15,-4 0 0 0,-2-1-96 0,-3 1-16 16,-3-4 0-16,-3 0 0 0,-10 0-128 0,0 0 0 16,0 0 144-16,0 0-144 15,0 0-1056-15,0 0-288 0,0 0-48 0,0 0-10512 0,-6-8-2096 0</inkml:trace>
  <inkml:trace contextRef="#ctx0" brushRef="#br0" timeOffset="-148520.75">21357 6361 17503 0,'-5'-14'768'0,"4"5"176"0,2 0-752 0,1-2-192 16,-1 2 0-16,3-1 0 0,0-1 3056 0,0 4 576 16,-4 7 112-16,0 0 32 0,0 0-1856 0,0 0-352 15,0 0-80-15,0 0-16 0,0 0-656 0,4 22-144 0,-2 5-32 0,-1 2 0 16,-2 2-224-16,-1 3-48 15,-4 3-16-15,0 0 0 0,-2 1-176 0,-1 3-48 16,0-2 0-16,0 1 0 16,-1-1-1424-16,1 4-304 0,-2 0-48 0</inkml:trace>
  <inkml:trace contextRef="#ctx0" brushRef="#br0" timeOffset="-141977.78">20755 6643 16575 0,'0'0'1472'0,"0"0"-1168"15,0 0-304-15,0 0 0 0,-5-3 784 0,5 3 112 16,-4-2 0-16,4 2 16 0,-6 0 112 0,0 1 0 16,0 0 16-16,6-1 0 0,-5-1 112 0,5 1 0 15,-6-2 16-15,6 2 0 0,0 0-16 0,0 0 0 16,0 0 0-16,0 0 0 0,0 0-320 0,12-7-64 15,1 3 0-15,1 0-16 0,5 2-128 0,0-2-32 16,1 1 0-16,1 3 0 0,2 0-208 0,1 0-64 16,-5 0 0-16,2 0 0 0,-1 1-320 0,-2-1 144 15,0 0-144-15,0 0 0 16,1 2-1728-16,-4-1-464 0,0 2-96 0</inkml:trace>
  <inkml:trace contextRef="#ctx0" brushRef="#br0" timeOffset="-141288.05">20724 7728 25631 0,'0'0'1136'0,"-7"-8"224"0,3 1-1088 0,4 7-272 0,0-9 0 0,4 0 0 16,-1-1 1568-16,3-1 256 16,4 1 48-16,4 1 16 0,2 1-400 0,2 1-80 15,1 1 0-15,2 1-16 0,3 2-752 0,-2 0-128 16,-1 2-48-16,-3 4 0 0,-2 1-304 0,-2 1-160 15,-2 3 160-15,-3 2-160 0,-3 3 0 0,0 3 0 16,-2 1 0-16,-3 2 0 0,-2 1 0 0,2 1 0 16,-1 0 0-16,0-3 0 0,0-3 0 0,1 0 0 15,0 0 0-15,2-3 0 0,0 0 0 0,2-2 128 16,0-1-128-16,2-2 0 0,-7-7 128 0,10 7 0 16,-10-7-128-16,13 3 192 0,-1 0-192 0,-2-4 0 15,-10 1 128-15,13-3-128 16,0-1-1152-16,0 0-288 0,0-1-48 0,0-4-16 15,2-3-1216-15,-1-1-240 0,-1 1-48 0,0-6-5424 16,1 0-1072-16</inkml:trace>
  <inkml:trace contextRef="#ctx0" brushRef="#br0" timeOffset="-141116.22">21304 7535 3679 0,'0'0'320'0,"5"-7"-320"16,-5 7 0-16,0 0 0 0,0 0 4064 0,0 0 736 0,0 0 160 0,-1 17 32 16,-2 1-2928-16,2 1-576 0,2 0-112 0,1 1-32 15,0 1-592-15,3 1-128 0,2 0-32 0,2 0 0 16,2 0-208-16,-1 0-32 0,0 3-16 0,2-3 0 15,-1 1-208-15,0-1-128 0,-3 1 128 0,0-1-128 16,0-1 128-16,-2-1-128 0,0-1 160 0,-3 0-160 16,-1-4 144-16,-2 0-144 0,-2-1 128 0,-1 0-128 15,-4 1-832-15,-2-4-240 16,0-2-48-16</inkml:trace>
  <inkml:trace contextRef="#ctx0" brushRef="#br0" timeOffset="-140959.97">21373 7618 25791 0,'0'0'2304'0,"0"0"-1856"16,13-2-448-16,2-1 0 0,0 0 1696 0,1 1 240 15,-1-2 48-15,1 0 16 0,-2 1-736 0,1-2-160 16,0 1-16-16,1 2-16 0,0 2-896 0,-1 1-176 16,0-2 0-16,0-1-10928 15,0 1-2128-15</inkml:trace>
  <inkml:trace contextRef="#ctx0" brushRef="#br0" timeOffset="-140319.43">22115 7187 31039 0,'0'0'1376'0,"0"0"288"0,0 0-1344 0,0 0-320 0,0 0 0 0,0 0 0 0,0 0 1056 0,-3 14 144 15,1 4 16-15,-1 6 16 0,-1 2-400 0,0 6-96 16,0 6-16-16,2 3 0 0,-1 0-480 0,2-2-112 15,0-3 0-15,-1-5-128 0,2-2 272 0,0-11-48 16,2-1-16-16,1-2 0 0,1-3 64 0,2-3 16 16,-1-2 0-16,5-5 0 0,-10-2-32 0,13-5 0 15,0-6 0-15,0-5 0 0,2-8 16 0,2-2 0 16,0-4 0-16,0 0 0 0,-3-4-272 0,0 2 0 16,-1-3 0-16,0-2 0 0,-4-2 0 0,2 4 0 15,-2 4 192-15,0 3-192 0,0 5 464 0,-1 3-16 16,-1 10 0-16,-7 10 0 0,0 0 16 0,0 0 0 15,3 14 0-15,-1 6 0 0,-4 3-192 0,0 6-32 16,-5 2-16-16,2 4 0 0,-1-3-80 0,2-1-16 16,0-1 0-16,3-7 0 0,1-2-128 0,3-5 0 15,3-3 144-15,1-7-144 0,1 0 192 0,4-6-48 16,2-3 0-16,2-4 0 0,1-4 16 0,1-5 0 16,0-2 0-16,2-7 0 0,0 0-160 0,-1-2 0 15,-1 0 0-15,-2-1 128 0,-3 1-128 0,1 1 0 0,-1 0 0 0,-1 2-176 16,-3 2 176-16,-1 5 0 0,0 5 0 0,-2 4 0 15,-6 8 0-15,0 0-160 0,0 0 160 0,4 12 0 16,-1 5-144-16,-3 3 144 0,-1 1 0 0,-2 3-144 16,0 2 144-16,1 3 0 0,-1 1 0 0,2 0 0 0,0 0 0 0,2-3 0 15,2-2 0-15,2-4 0 0,3-3-256 16,2-5 0-16,0-1-16 0,1-4 0 16,-11-8-1488-16,12 1-288 0,1-3-64 0,-2-4-16 15,1-1-1904-15,1-5-384 0</inkml:trace>
  <inkml:trace contextRef="#ctx0" brushRef="#br0" timeOffset="-139944.46">23205 6862 3679 0,'0'0'320'0,"-1"12"-320"15,-2 2 0-15,-1 3 0 0,-2 4 6784 0,-1 4 1296 16,-1 2 256-16,-2 6 48 0,-5-1-4976 0,0 2-992 15,-2 0-208-15,-1 1-32 0,-1 2-768 0,0-1-160 16,-1-2-32-16,5-1 0 0,2-1-640 0,3-2-128 16,4-4-16-16,2-3-16 15,1-5-1088-15,5-8-224 0,-2-10-32 0,0 0-16 16,11-1-1136-16,4-7-224 0,-1-6-64 0,3-3 0 16,0-5-1664-16,0-3-352 0,0-1-64 0,-1 0-16 15,-3-3 2064-15,-2 0 416 0,1-3 64 0,-3-1 32 0,-1 3 1312 0,1 0 272 0,2-1 48 0,-1 6 16 16,-4-1 2672-16,1 9 512 0,-2 3 128 0,-5 14 0 15,0 0-448-15,0 0-112 0,5 12-16 0,1 4 0 16,-2 5-608-16,-2 3-128 0,-1 3-32 0,1 2 0 16,-1 3-688-16,2 2-144 0,-2 0-16 0,2 0-16 15,-1 5-352-15,3-2-64 0,-1-3 0 0,3 0-16 16,3-2-224-16,1-2-32 0,-1-1-16 0,-1-10 0 16,-1-2-1600-16,0-6-320 0,0-5-64 15,-8-6-16-15,0 0-1232 0,0 0-240 0</inkml:trace>
  <inkml:trace contextRef="#ctx0" brushRef="#br0" timeOffset="-139803.83">23043 7305 35007 0,'0'0'1552'0,"0"0"320"0,0 0-1488 0,0 0-384 16,0 0 0-16,0 0 0 0,0 0 1232 0,13 3 176 16,-2-4 48-16,0-2 0 0,2 0-560 0,0 1-128 15,-1-1 0-15,3 1-16 16,-2-2-1184-16,0 1-224 0,1 2-48 0,-2-3-17680 0</inkml:trace>
  <inkml:trace contextRef="#ctx0" brushRef="#br0" timeOffset="-137464.4">24021 7111 8287 0,'-10'-3'368'0,"2"1"80"0,8 2-448 0,0 0 0 15,0 0 0-15,0 0 0 0,0 0 3872 0,0 0 688 16,0 0 144-16,11-1 32 0,5-1-2496 0,6 2-480 15,7 0-96-15,2 2-32 0,2-4-400 0,2 2-80 16,3-5 0-16,-2 1-16 0,1 0-496 0,1 0-112 16,2 2-16-16,1 2 0 0,-2-3-352 0,-3 2-160 15,-3 1 128-15,-3 4-128 16,-3-2-256-16,-3 2-128 0,-6 3-16 0,-3-3-10416 16,-5 2-2096-16</inkml:trace>
  <inkml:trace contextRef="#ctx0" brushRef="#br0" timeOffset="-137291.22">23982 7329 27119 0,'0'0'1200'0,"0"0"256"0,0 0-1168 0,16 0-288 0,2-3 0 0,4 1 0 16,4-4 576-16,1 1 48 0,2 0 16 0,1 1 0 16,1-1 112-16,1 2 16 0,-5-1 16 0,-1-1 0 15,-1 1-512-15,0 0-96 0,-1 0-32 0,0 2 0 31,-3 0-816-31,0 2-160 0,-1 0-48 0,-1 0-8304 0,-4 0-1664 0</inkml:trace>
  <inkml:trace contextRef="#ctx0" brushRef="#br0" timeOffset="-137041.25">24548 6809 23039 0,'15'0'2048'0,"6"1"-1648"15,4 5-400-15,1 4 0 0,1 3 1840 0,-1 4 272 16,-1 1 64-16,0 0 16 0,-1 0-720 0,-4 3-160 16,-1-1-32-16,-5 1 0 0,-1 1-736 0,-4 1-160 15,-2-3-16-15,-3 3-16 0,-4 1-112 0,-3-1-32 16,-1 3 0-16,-4 0 0 0,-2-1-32 0,-3-1-16 16,-3-2 0-16,-1 1 0 0,-1-1-160 0,-2 2-144 15,-1-1 144-15,1-2-208 16,-5 1-2736-16,-1-3-560 0</inkml:trace>
  <inkml:trace contextRef="#ctx0" brushRef="#br0" timeOffset="-136088.15">25316 7045 8287 0,'0'0'736'0,"0"0"-592"15,7 9-144-15,-21-15 0 0,1 1 4368 0,4 0 848 16,2-1 160-16,3-2 48 0,2-3-2848 0,4 2-560 16,4-3-112-16,2 2-32 0,2-2-768 0,3 1-144 0,5 0-48 15,3 1 0-15,3-2-272 0,3 0-48 16,3-1-16-16,1 3 0 0,0 1-16 0,1 1-16 16,0 0 0-16,0 3 0 0,-2 2-192 0,-4 3-32 0,-4 0-16 0,-3 4 0 15,0 4-80-15,-5 4-16 16,-5 5 0-16,-2 2 0 0,-3 3-208 0,-6 6 0 15,-3 2 0-15,-3 4 0 0,-2 2 0 0,-2 1 144 0,-2 0-144 0,-1-1 128 16,2-4-128-16,3 1 128 0,0-3-128 0,2-3 128 16,0-2-128-16,3-4-176 0,2-2 48 0,-1-4 0 31,3-2-1488-31,1-3-304 0,0-10-48 0,0 0-16 16,0 0-1408-16,0 0-304 0</inkml:trace>
  <inkml:trace contextRef="#ctx0" brushRef="#br0" timeOffset="-135947.59">25767 6461 28559 0,'0'0'1264'0,"0"0"272"0,0 0-1232 0,0 0-304 15,1 16 0-15,0 4 0 0,2 0 1792 0,-1 3 288 16,2-2 64-16,0 5 16 0,2 1-1392 0,0 3-288 16,1 2-48-16,0 2-16 15,3-2-2784-15,0 5-544 0,-1-1-112 0</inkml:trace>
  <inkml:trace contextRef="#ctx0" brushRef="#br0" timeOffset="-135635.15">26038 7144 23039 0,'0'0'1024'0,"0"0"192"0,0 0-960 0,0 0-256 0,0 0 0 0,0 0 0 16,1 13 2928-16,-1 1 528 0,-2 4 128 0,-4 3 0 15,0 0-2016-15,-3 4-416 0,2 1-64 0,-1 3-32 16,1-1-800-16,0 1-256 0,3 0 160 0,3-3-160 15,-1-4-624 1,5-3-208-16,2-2-32 0,2-2-16 0,-1-2-1552 16,3-4-320-16,2-5-64 0</inkml:trace>
  <inkml:trace contextRef="#ctx0" brushRef="#br0" timeOffset="-135436.72">26194 7312 1839 0,'0'0'160'0,"-9"12"-160"15,0 1 0-15,1 2 0 0,2 5 5312 0,-1-2 1024 16,2 3 192-16,2-3 64 0,3-2-4608 0,4-3-896 15,1-3-192-15,3-3-48 0,4-3 496 0,5-4 112 16,1-3 16-16,2-3 0 0,1-4-512 0,-2-1-112 16,1-5-16-16,-3 0 0 0,-3 1-448 0,-1-1-80 15,-2 2-32-15,-4-2 0 0,-1 2-272 0,-3 2 160 16,-3 12-160-16,0-10 128 0,-2-1-128 0,-3 2-272 16,-4 3 64-16,-2 0 16 15,-1 4-1696-15,1-2-336 0,-2 3-64 0,0 3-12048 16</inkml:trace>
  <inkml:trace contextRef="#ctx0" brushRef="#br0" timeOffset="-135231.15">26438 7389 22175 0,'8'10'976'0,"-2"-1"208"0,2-2-944 0,3 2-240 16,0-1 0-16,2-2 0 0,0 1 1904 0,3-5 336 0,0 2 64 0,-2-4 0 16,-2 0-528-16,2-5-112 0,-1 0-32 15,0-2 0-15,-1 0-416 0,-2-3-96 0,0 1-16 0,-4 0 0 16,-1-1-528-16,-2-1-128 0,-3 2 0 0,-1 1-16 15,-5 1-240-15,0-1-64 0,-3 0 0 0,0 1 0 16,-1 2-288-16,0 1-64 0,-2 0-16 0,1 2 0 31,-1 0-1472-31,0 4-288 0,2 0-64 0,-1 2-14320 0</inkml:trace>
  <inkml:trace contextRef="#ctx0" brushRef="#br0" timeOffset="-135043.6">27048 6853 29487 0,'0'0'2624'0,"0"0"-2112"16,0 0-512-16,0 0 0 0,13 3 1120 0,-1 0 112 15,0 3 32-15,-1-4 0 0,1 2-608 0,3 0-112 16,0 0-32-16,1 1 0 15,1 0-1840-15,-2 1-368 0,1 0-80 0</inkml:trace>
  <inkml:trace contextRef="#ctx0" brushRef="#br0" timeOffset="-134856.18">26999 7103 16575 0,'0'0'1472'0,"0"0"-1168"0,0 0-304 0,13 5 0 15,1 1 3824-15,3-4 704 0,1 0 144 0,3-1 16 16,3 0-2240-16,3-1-448 0,3-1-80 0,1 1-32 16,1 2-1680-16,-1 1-208 0,0 0-288 0,-4 1-11552 15,-2 2-2304 1</inkml:trace>
  <inkml:trace contextRef="#ctx0" brushRef="#br0" timeOffset="-134243.15">27511 7174 23951 0,'0'0'2128'0,"0"0"-1696"0,0 0-432 0,8-4 0 16,2-1 2112-16,3-1 352 0,4 1 64 0,4 0 16 0,3 1-880 0,0 1-160 0,0 1-32 0,2 2-16 15,3-3-864-15,2 6-160 0,0-2-48 0,0 2 0 16,-1-1-256-16,-1 1-128 0,-1 1 0 0,-4 0 128 31,0 2-1152-31,-3-2-224 0,-2 1-48 0,1-1-9744 0,-2-1-1952 0</inkml:trace>
  <inkml:trace contextRef="#ctx0" brushRef="#br0" timeOffset="-133855.4">28069 6876 18431 0,'0'0'1632'0,"0"0"-1312"0,0 0-320 0,0 0 0 15,13-2 3520-15,1 0 640 0,2 1 128 0,2 0 32 16,3-2-2416-16,1 1-496 0,0-2-80 0,5-1-32 16,1-2-512-16,4 0-96 0,-2 1-32 0,0-1 0 15,-3 1-112-15,-2 2-32 0,-4 3 0 0,-3 1 0 16,-4 1-224-16,-5 4-48 0,-9-5-16 0,5 16 0 16,-3 5-64-16,-5 6-16 0,-3-1 0 0,-3 7 0 15,-2 2-144-15,-3 0 192 0,-5 2-192 0,3 1 192 16,-1 3-192-16,2-2 128 0,1-1-128 0,3-1 128 0,4-3-128 0,3-4 160 15,2-4-160-15,4-4 160 0,3-1-160 0,3-3 0 16,2-1 144-16,2-5-144 0,0-1 0 0,2-4 0 16,2-1-160-16,1-2 160 15,-2-4-2544-15,2-2-400 0,-1-5-64 0</inkml:trace>
  <inkml:trace contextRef="#ctx0" brushRef="#br0" timeOffset="-133689.03">28605 6347 26719 0,'0'0'2368'0,"0"0"-1888"15,0 0-480-15,8 11 0 0,-2 2 2400 0,1 1 384 16,-1 2 80-16,1 3 16 16,-1 5-2880-16,2 0-688 0,1 2-80 0,0 2-9744 15,-1-1-1968-15</inkml:trace>
  <inkml:trace contextRef="#ctx0" brushRef="#br0" timeOffset="-133438.9">28842 7097 28559 0,'0'0'2544'0,"0"0"-2032"15,12 2-512-15,0 2 0 0,1-1 976 0,-4 2 112 16,-9-5 0-16,8 9 16 0,-3 0 176 0,-1 3 48 0,-4 2 0 0,0 5 0 15,-2 1-1040-15,0 0-288 0,-3 0 0 0,1-2 128 16,1-1-128-16,2 0 0 0,1-3 0 0,2 0-176 16,4-3 176-16,0-1 128 0,-6-10-128 0,12 7 176 15,-2-3-32-15,3-3 0 0,0-2 0 0,2-3 0 16,0-3-144-16,1 1 0 0,0-5 0 0,2 2 0 16,-1 0-1744-1,1 1-384-15,3-5-80 0,0-1-16 0,-3-2-1744 0,-1-3-336 0</inkml:trace>
  <inkml:trace contextRef="#ctx0" brushRef="#br0" timeOffset="-133289.12">29272 7078 21247 0,'0'0'944'0,"0"0"192"0,0 0-912 0,0 0-224 16,0 0 0-16,-1 12 0 0,-2-3 1952 0,2 2 352 16,-1 0 64-16,2 5 0 0,1 5-1088 0,3 0-208 15,1 0-48-15,1 1-16 0,0-1-368 0,2 1-64 16,1 0 0-16,1 0-16 0,-1-2-144 0,2-3-32 0,-1-3 0 0,-1 0 0 0,-1 1-80 0,-1-2-32 16,-4 0 0-16,-1-4 0 0,-4 1-144 0,2-10-128 15,-6 11 192-15,-3-3-192 16,-2-2-240-16,0 1-144 0,-5-2-48 0,0 0 0 15,-1 0-2656-15,0-3-544 0</inkml:trace>
  <inkml:trace contextRef="#ctx0" brushRef="#br0" timeOffset="-133164.06">29222 7176 16575 0,'19'-11'736'0,"-3"4"160"0,5-2-720 0,3 1-176 0,4 0 0 0,-1 2 0 15,0-1 3712-15,-2 3 704 16,-3 0 128-16,1 3 48 15,-3 1-4992-15,-1 0-1008 0</inkml:trace>
  <inkml:trace contextRef="#ctx0" brushRef="#br0" timeOffset="-132555.4">29746 6833 8287 0,'0'0'736'0,"0"0"-592"16,6-9-144-16,3 0 0 0,4 3 6176 0,3-5 1200 16,5 2 240-16,6-1 64 0,4-1-4960 0,3 2-992 15,0 1-192-15,4 3-32 0,0 4-736 0,-3-1-128 16,-2 2-48-16,-1 2 0 0,0 2-592 0,-5 0-208 16,-2-1 0-16,-2 4 0 15,-2-1-1776-15,-3 4-336 0,-5 0-80 0,-2 3-8800 16,-5 0-1744-16</inkml:trace>
  <inkml:trace contextRef="#ctx0" brushRef="#br0" timeOffset="-132414.78">29867 7084 27647 0,'0'0'1216'0,"0"0"256"0,13 2-1168 0,4 2-304 0,4-2 0 0,3 0 0 16,4 1 2048-16,2-1 368 0,1 2 64 0,2-2 16 15,-3 0-1312-15,1-1-256 0,0 1-48 0,1-1-16 31,-2-1-2816-31,-2 1-560 0</inkml:trace>
  <inkml:trace contextRef="#ctx0" brushRef="#br0" timeOffset="-130736.54">30551 6990 21183 0,'0'0'944'0,"0"0"192"0,0 0-912 0,15-5-224 0,3-3 0 0,3 1 0 15,4 2 2784-15,3 0 512 0,5 1 96 0,5 0 32 16,1 0-1632-16,8 1-320 0,4 2-64 0,7 1 0 16,7 1-512-16,-3 2-112 0,-6 1-16 0,-3-3 0 15,-2 1-240-15,-1-2-48 0,-6 0-16 0,0 1 0 0,-1-1-288 0,-2 1-176 16,-4 1 192-16,-4-1-192 0,-6 0 0 0,-4-1 0 15,-5 0-192-15,-4 0 48 16,-5-1-1088-16,-9 1-224 0,0 0-32 0,0 0-16 16,-2-9-2368-16,-5-3-480 0</inkml:trace>
  <inkml:trace contextRef="#ctx0" brushRef="#br0" timeOffset="-130607.11">31181 6150 33167 0,'0'0'2944'0,"0"0"-2352"0,-3 12-464 0,1 0-128 0,0 3 1008 0,0 6 176 16,-2 4 32-16,0 9 16 0,0 6-432 0,0 5-96 16,-1 0 0-16,-3 3-16 0,0-1-496 0,-1 2-192 15,-2-2 176-15,-4 3-12080 16,2 4-2432-16</inkml:trace>
  <inkml:trace contextRef="#ctx0" brushRef="#br0" timeOffset="-130308.24">30693 7460 35711 0,'16'-5'1584'0,"-3"3"320"0,1 0-1520 0,1 2-384 15,-1 0 0-15,-1 3 0 0,-2 1 128 0,-2 1-128 0,-9-5 128 0,6 12-128 16,-3 1-224-16,-3 2-112 0,-1 4-32 0,-2-1 0 31,-1 0-96-31,0 0-32 0,0-1 0 16,3 0 0-16,0-4 304 0,1 0 192 0,1-1-208 0,1 0 80 0,-2-12 304 0,7 10 64 16,-7-10 16-16,12 8 0 0,-2-1-80 0,2-1-16 15,1-2 0-15,0-1 0 16,-1-1-1376-16,2-2-256 0,3-2-64 0</inkml:trace>
  <inkml:trace contextRef="#ctx0" brushRef="#br0" timeOffset="-130103.05">31214 7309 13823 0,'0'26'1216'0,"-2"4"-960"0,1 2-256 0,4 0 0 15,2 1 3040-15,1-1 560 0,-2 1 112 0,1 1 32 16,2-4-2208-16,1 0-432 0,1-3-80 0,0 2-32 15,-1-8-352-15,0 1-80 0,0-4-16 0,-2 0 0 16,-1 1 64-16,-1-1 16 0,-1-4 0 0,-3-1 0 16,0-1 80-16,-3-2 32 0,-2-3 0 0,5-7 0 15,-12 5-560-15,-1-1-176 0,-2-3 0 0,-1-2-11120 16,-1-3-2304-16</inkml:trace>
  <inkml:trace contextRef="#ctx0" brushRef="#br0" timeOffset="-129960.8">31297 7368 27647 0,'13'-1'2448'0,"3"-1"-1952"16,3-2-496-16,3 2 0 0,3-1 976 0,-3 2 112 15,-3 0 0-15,-1-1 16 16,-1 1-2208-16,-2 0-448 0,1-2-96 0,5-2-16 0</inkml:trace>
  <inkml:trace contextRef="#ctx0" brushRef="#br0" timeOffset="-129412.68">31988 6664 33167 0,'8'10'2944'0,"-2"5"-2352"0,1 6-464 0,-1 7-128 16,1 7 960-16,-3 7 160 0,-4 1 32 0,-4 3 16 16,0 3-448-16,-3 0-80 0,-2-4-32 0,3-2 0 15,1-4-400-15,-1-2-80 0,2-3 0 0,1-8-128 16,0-3 192-16,2-6-192 0,-1-2 192 0,4-4-192 16,-2-11 176-16,0 0-176 0,0 0 160 0,0 0-160 15,10-13 224-15,4 0-48 0,1-4-16 0,0-5 0 16,2-1-160-16,-1-3 0 0,-2-3 0 0,2-2 128 0,0-3-128 15,-3-3 0-15,-2-8 0 0,2 2 0 0,2 0-128 0,-1 7 128 16,-1 8 0-16,-1 7 0 0,-2 5 0 0,-2 10 0 16,-8 6 192-16,7 6-64 0,-5 11 32 0,0 7 0 15,-2 8 0-15,0 2 0 0,-3 0-160 0,2-1 0 16,-1-2 0-16,2-4 0 0,3-3 0 0,1-5 128 16,2-2-128-16,2-4 192 0,0-5 272 0,2-1 64 15,2-6 16-15,3-4 0 0,0-3-240 0,3-5-48 16,2-4-16-16,1-2 0 0,-3-4-240 0,2-3 0 15,1-3 0-15,-1 0-160 0,1-3 160 0,0-2 0 16,0 0-144-16,-1-3 144 0,0-3 0 0,0 5 240 0,-2 2-48 0,-2 9 0 16,-3 5-16-16,-3 5-16 0,-2 5 0 0,-8 7 0 15,0 0-32-15,0 0 0 0,0 20 0 0,-2 4 0 16,-5 3-128-16,-1 3 192 0,-1 1-192 0,0 2 192 16,-1 1-192-16,-2-4 0 0,3 1-192 0,1 0 192 15,3-1-432-15,2-4 48 0,2-4 0 0,5-3 0 31,0-6-1648-31,2-3-320 0,2-3-64 0,2-5-16 16,2-3-1120-16,1-3-224 0</inkml:trace>
  <inkml:trace contextRef="#ctx0" brushRef="#br0" timeOffset="-129225.18">32948 6604 15663 0,'0'0'1392'0,"10"-3"-1120"0,-10 3-272 0,10 3 0 15,-10-3 4288-15,7 13 784 0,-3 4 176 0,-4 5 16 16,-3 5-2768-16,-1 9-544 0,-2 3-112 0,-3 4-32 15,-2 2-608-15,1 0-128 0,-2-2-32 0,-1 0 0 0,-1 0-176 0,1-3-32 16,1-3-16-16,0-1 0 0,2 1-368 0,1-7-80 16,2-6-16-16,3-3 0 15,2-2-1600-15,0-8-320 0,2-11-64 0,0 0-16 16,0 0-1872-16,0 0-368 0,12-9-80 0</inkml:trace>
  <inkml:trace contextRef="#ctx0" brushRef="#br0" timeOffset="-129084.58">33001 6674 2751 0,'0'0'256'0,"0"0"-256"0,10 12 0 0,1 8 0 0,-2 6 5728 0,-4-8 1104 16,0 5 208-16,1 6 64 0,-1 4-4192 0,1 1-832 0,1-1-160 0,-1 0-48 15,1 0-800-15,5 19-176 0,-2-10-16 0,1-10-16 32,-2-6-1184-32,0-4-256 0,-1-3-32 0,-2-6-16 15,-2-4-2352-15,-4-9-480 0</inkml:trace>
  <inkml:trace contextRef="#ctx0" brushRef="#br0" timeOffset="-128942.39">32940 6899 26719 0,'0'0'2368'0,"8"6"-1888"0,3 2-480 0,4 2 0 16,3 1 2048-16,-6-5 304 0,1 2 64 0,2 0 16 0,2 0-384 0,1-2-80 16,1 1-16-16,0-1 0 0,1 0-1776 0,12 0-368 15,-5-2-64-15</inkml:trace>
  <inkml:trace contextRef="#ctx0" brushRef="#br0" timeOffset="-123296.14">3962 9009 21183 0,'0'0'944'0,"0"0"192"0,0 0-912 0,0 0-224 0,0 0 0 0,0 0 0 16,0 0 640-16,0 0 64 16,13 11 32-16,-4-1 0 0,6 7-32 0,-4 5 0 0,1 7 0 0,0 5 0 15,-1 4 16-15,2 3 0 16,1 2 0-16,-4 2 0 0,0-1-288 0,-1 0-64 16,1 3-16-16,-1-1 0 0,0-8-352 0,-1-3 144 15,1-9-144-15,-1-3 0 0,-1-4 416 0,3-5-32 0,-1-4 0 0,-1-3 0 16,-1-6 656-16,2-3 128 15,-1-4 32-15,1-4 0 0,-1-4-16 0,3-5 0 0,-1-8 0 0,2-3 0 16,1-2-512-16,0-6-96 0,0-7-32 0,3 1 0 16,2 1-304-16,-2 0-64 0,-3-1-16 0,1-3 0 15,2 0-160-15,-2-3 0 0,-1 2 144 0,-3 1-144 16,1 3 0-16,-2 2 128 0,-4 2-128 0,0 6 0 16,1 0-416-1,-1 10-160-15,-1 6-16 0,0 5-16 0,-1 4-1824 0,-3 9-384 0,0 0-64 0,4 16-12448 16</inkml:trace>
  <inkml:trace contextRef="#ctx0" brushRef="#br0" timeOffset="-122999.2">4746 9527 29599 0,'0'0'1312'0,"1"13"272"0,-2 0-1264 0,1 1-320 16,0 3 0-16,1 1 0 0,-1 1 464 0,0-1 48 16,0 0 0-16,1-2 0 0,3-4-240 0,3-3-32 0,-7-9-16 0,9 4 0 15,1-4 112-15,1-3 32 0,-2-3 0 0,1-4 0 16,1-3 16-16,-1-5 16 0,2-3 0 0,-1-2 0 16,-1-1 144-16,-3 0 32 0,-1 0 0 0,-1-2 0 15,-1 1 112-15,-2 4 16 0,1 4 16 0,-3 0 0 16,-1 2-192-16,-1 2-32 0,0 1-16 0,-1 3 0 15,-2 0-240-15,-2 2-48 0,7 7-16 0,0 0 0 16,-7-4-432-16,7 4-96 0,0 0-16 0,-4 11 0 31,0 1-3152-31,1 1-640 0</inkml:trace>
  <inkml:trace contextRef="#ctx0" brushRef="#br0" timeOffset="-122749.33">5434 9303 17503 0,'0'0'1552'0,"0"0"-1232"15,0 0-320-15,0 0 0 0,0 0 3392 0,0 0 640 16,9-6 112-16,-1 0 16 0,-8 6-2608 0,12-5-528 15,1 1-96-15,0 0-32 0,0-4-512 0,1 1-128 16,0 1 0-16,2-3-16 16,2-2-816-16,1 1-176 0,-3 1-16 0,0-2-9616 15,-2 2-1920-15</inkml:trace>
  <inkml:trace contextRef="#ctx0" brushRef="#br0" timeOffset="-122546.23">5427 9545 27647 0,'0'0'2448'0,"13"1"-1952"0,3 2-496 0,4-2 0 15,2-2 1696-15,0 0 240 0,-3-1 48 0,2 1 16 16,3-2-464-16,1 1-112 0,-1-1-16 0,2 2 0 16,1 1-800-16,-3-1-160 0,-2-1-48 0,1 1 0 15,-3 0-400-15,0-1-176 0,-6-1 16 0,-1 0 0 16,0 0-2000-1,-1 2-400-15,-3-2-64 0</inkml:trace>
  <inkml:trace contextRef="#ctx0" brushRef="#br0" timeOffset="-115483.27">6253 9262 14735 0,'0'0'640'0,"0"0"160"0,0 0-640 0,0 0-160 0,0 0 0 0,0 0 0 15,13-6 2512-15,-4-1 480 0,-1 1 80 0,3 0 32 16,2 3-1696-16,3-1-352 16,0 0-64-16,3 0-16 0,1-5-416 0,1 1-96 15,0-3-16-15,-1 1 0 0,-3-4-112 0,3 1-16 0,-2 1-16 0,0 0 0 16,-2-1 144-16,-2 3 48 0,-2-1 0 0,-1 5 0 16,-11 6-48-16,0 0 0 0,0 0 0 0,0 0 0 15,0 0-176-15,1 11-32 0,-2 5-16 0,-3 4 0 16,-3 2-96-16,-1 1-128 0,-2 3 176 0,1 4-176 0,0 2 0 0,1-1 0 15,0-1 0-15,3-3 0 0,2 3 0 0,2-2 0 16,1-4 0-16,0-3 0 0,1 1 0 0,3-1 0 16,1-2 0-16,0-4 0 15,-1-2-944-15,2-1-240 0,-6-12-48 0,6 12-13808 16</inkml:trace>
  <inkml:trace contextRef="#ctx0" brushRef="#br0" timeOffset="-115311.33">6769 8649 31327 0,'0'0'2784'0,"0"0"-2224"0,9 15-560 0,1-1 0 16,2 6 224-16,-3-2-64 0,0 4-16 0,-2 3 0 31,-2 0-1248-31,-1 3-256 0,-3 4-48 0</inkml:trace>
  <inkml:trace contextRef="#ctx0" brushRef="#br0" timeOffset="-115070.83">6923 9481 28559 0,'0'0'2544'0,"-2"13"-2032"0,0 2-512 0,1 2 0 16,-1 1 736-16,1 1 48 15,0 1 16-15,-1-1 0 0,0 1-432 0,-1 0-96 0,0-1-16 0,2 2 0 16,0-5-256-16,2 1 0 0,4-2 0 0,1-3-9600 31,0-3-1872-31</inkml:trace>
  <inkml:trace contextRef="#ctx0" brushRef="#br0" timeOffset="-114864.99">7168 9636 2751 0,'1'17'256'0,"0"-5"-256"0,2 2 0 0,-2-1 0 0,2-1 3456 0,0-1 640 16,-3-11 128-16,5 10 16 0,-5-10-2080 0,8 8-432 15,-8-8-64-15,9 4-32 0,-9-4 192 0,8-3 32 16,-1-1 16-16,5-6 0 0,-1-2-672 0,-1-1-144 15,-2-4-32-15,-2 0 0 0,1 1-528 0,-2-2-112 16,-1 1-32-16,-1 4 0 0,-3 2-160 0,-2 0-48 16,1-1 0-16,-3 3 0 0,0 0 32 0,0 3 0 15,4 6 0-15,0 0 0 16,-8-3-1728-16,8 3-352 0,0 0-64 0</inkml:trace>
  <inkml:trace contextRef="#ctx0" brushRef="#br0" timeOffset="-114660.6">7509 9776 21183 0,'0'0'944'0,"0"0"192"0,15-3-912 0,-4-2-224 0,-3-1 0 0,0-4 0 15,0 1 2048-15,0-1 352 0,-2-5 80 0,1 2 16 16,-2 2-928-16,0-1-176 0,0-8-48 0,-2 3 0 16,-3 4-560-16,0-2-112 0,1 3-32 0,-1 3 0 15,-2-3 16-15,-1 4 0 0,3 8 0 0,0 0 0 16,-5-9-288-16,5 9-64 0,-7-4-16 0,7 4 0 15,0 0-928-15,-7 6-192 0,0 0-48 16,1 3-16336-16</inkml:trace>
  <inkml:trace contextRef="#ctx0" brushRef="#br0" timeOffset="-113819.9">8309 8985 1839 0,'0'0'0'0,"0"0"160"0,0 0-160 0,0 0 0 0,0 0 0 0,0 0 0 16,0 0 3152-16,0 0 608 0,-8-6 112 0,8 6 32 15,0 0-1808-15,-8-2-368 0,8 2-64 0,-9 2 0 16,9-2-112-16,-9 6-16 0,1 3 0 0,0 4 0 0,-1 4-624 0,1 5-128 16,0 4-16-16,-2 4-16 0,-3 0-416 0,0 1-80 15,-2-1 0-15,4 0-16 0,-1 1-112 16,2-5-128-16,-1-1 176 0,2-1-176 0,1-1 144 0,2-2-144 16,-1-4 0-16,3-3 144 15,0-2-2032-15,3-2-416 0,1-10-64 0</inkml:trace>
  <inkml:trace contextRef="#ctx0" brushRef="#br0" timeOffset="-113646.68">8104 9037 20271 0,'0'0'896'0,"8"11"192"0,1 4-880 0,3 2-208 15,-1 5 0-15,5 1 0 0,4 2 1664 0,-2 0 272 16,-3 0 64-16,2 1 16 0,3 2-1248 0,-1-2-256 15,1-2-64-15,1-3 0 0,0-2-288 0,0 1-160 16,-1-7 160-16,0 3-160 16,-2-5-2304-16,-3 1-544 0</inkml:trace>
  <inkml:trace contextRef="#ctx0" brushRef="#br0" timeOffset="-113396.73">8770 8837 13823 0,'-10'-6'1216'0,"10"6"-960"16,0 0-256-16,-6 11 0 0,3 4 4608 0,0 6 896 15,2 3 160-15,-1 6 32 0,0 4-4640 0,-2 3-928 16,-4-1-128-16,0 5-160 0,0 4 160 0,1-2 0 15,-3-4-144-15,6 2 144 0,1 2-320 0,0-3 16 16,0-1 0-16,2-2-9536 16,0-6-1904-16</inkml:trace>
  <inkml:trace contextRef="#ctx0" brushRef="#br0" timeOffset="-112846.88">9057 9108 25791 0,'0'0'2304'0,"0"0"-1856"0,0 0-448 0,0 0 0 16,5 11 704-16,2-1 32 0,0-1 16 0,-1-1 0 15,-6-8-624-15,2 12-128 0,1-2 0 0,-2-1 0 16,-1-9 0-16,0 11 0 0,0-11 0 0,0 12 0 15,0-12 224-15,-1 11 0 0,1-11 0 0,-3 12 0 16,1 0 288-16,-1-3 48 0,3-9 16 0,-5 13 0 0,0 1-144 0,1 1-32 16,0-2 0-16,-1 0 0 0,-1-2-208 0,1 0-64 15,1-1 0-15,4-10 0 0,-4 11-128 0,4-11 0 16,-4 10 0-16,4-10 128 0,0 0-128 0,0 0 160 16,0 0-160-16,0 0 160 0,0 0 32 0,0 0 0 15,0 0 0-15,0 0 0 0,0 0 176 0,7-6 32 16,-7 6 16-16,5-9 0 0,-5 9-80 0,0 0-16 15,5-10 0-15,-5 10 0 0,6-9-96 0,-6 9-32 16,4-10 0-16,-4 10 0 0,0 0-192 0,0 0 144 0,0 0-144 0,0 0 128 16,0 0-128-16,1-9 0 15,-1 9 144-15,0 0-144 0,1-11 0 0,-1 11 128 16,0 0-128-16,0 0 0 0,-4-10 0 0,0-1 144 16,2 4-144-16,2 7 0 0,-3-11 176 0,0 5-176 15,3 6 160-15,0 0-160 0,-7-12 192 0,-1 3-64 0,1 2-128 0,1-1 192 16,-2-1-48-16,0 0-16 0,-1 0 0 0,0 0 0 15,1 0-128-15,-1 0 160 16,0 1-160-16,1 1 160 0,2 2-160 0,-2 0 0 0,1 0 0 0,7 5 128 16,-5-4-128-16,5 4 0 0,0 0 0 0,0 0 0 31,0 0-1120-31,4-11-208 0,1 4-32 0,3-3-15008 0</inkml:trace>
  <inkml:trace contextRef="#ctx0" brushRef="#br0" timeOffset="-112425.05">9318 9065 14735 0,'0'0'1312'0,"0"0"-1056"15,0 0-256-15,0 0 0 0,13 8 2096 0,-2 1 352 16,0-2 80-16,-1-1 16 0,1 1-1088 0,-2 1-224 16,-1 1-32-16,-1 4-16 0,0-3-480 0,-2 3-112 15,-1 0-16-15,-3-1 0 0,-1-3-320 0,-1 2-64 0,-3 2 0 0,0-3-16 16,4-10 160-16,-8 12 48 0,-1 1 0 0,0-4 0 15,0-3 256-15,1 0 48 0,0-2 16 0,8-4 0 16,-10 1 64-16,10-1 0 0,-9-3 16 0,9 3 0 16,-7-8-176-16,2-1-32 15,0 0-16-15,1 0 0 0,4 9-240 0,-4-13-32 0,0 1-16 16,2-1 0-16,0 0-144 0,2 3-128 0,3-2 192 0,0 2-192 16,-1-1 0-16,1 1 0 0,-3-2 0 15,1 2 0 1,0 2-896-16,2-1-224 0,-3 9-48 0,5-9-10240 0,0-2-2048 0</inkml:trace>
  <inkml:trace contextRef="#ctx0" brushRef="#br0" timeOffset="-111906.72">9903 8758 18431 0,'0'0'816'0,"0"0"160"0,0-13-784 0,0 2-192 0,0 11 0 0,0 0 0 16,0 0 2768-16,0 0 512 0,0 0 112 0,0 0 0 0,3 13-1824 0,-3 3-368 16,0 5-80-16,-3 3-16 0,-2 8-496 0,-2 6-96 15,-1 2-32-15,1 4 0 0,-2 3-208 0,1 0-32 16,1 0-16-16,-1-3 0 0,-1-2-96 0,1 0 0 15,5-2-128-15,0-2 192 0,-1-5-192 0,0-5 0 16,1-2 0-16,0-2 0 0,-1-7 160 0,0-3-160 16,1-2 160-16,3-12-160 0,0 0 192 0,0 0-48 15,-4 8-16-15,4-8 0 0,0 0 80 0,0 0 16 16,0 0 0-16,0 0 0 0,0 0-224 0,0 0 128 16,-5-8-128-16,5 8 0 0,0 0 0 0,0 0 0 15,0 0 0-15,0 0 0 0,0 0 0 0,0 0 0 0,0 0-144 16,0 0 144-1,-5-7-1792-15,5 7-256 0,0 0-48 0,0 0-13136 0</inkml:trace>
  <inkml:trace contextRef="#ctx0" brushRef="#br0" timeOffset="-111625.5">10170 8966 27647 0,'0'0'2448'0,"0"0"-1952"0,-9 11-496 0,0-1 0 16,-1-1 1280-16,-2 4 144 0,-2 0 48 0,-5 0 0 15,-3-1-816-15,1 2-144 0,-1 1-48 0,1-1 0 16,2-1-336-16,-1 0-128 0,1-1 0 0,2 0 144 16,2-1-16-16,5 0-128 0,3-3 192 0,7-8-64 0,-4 10 608 0,4-10 112 15,0 0 32-15,8 14 0 0,3-1-304 0,0-1-48 16,1-3-16-16,2-1 0 0,1-1-272 0,0 2-64 15,1 1-16-15,-2 1 0 0,-1-4-160 0,1 4 160 16,-1-3-160-16,1 1 160 16,0-4-784-16,1 3-144 0,-2 2-48 0,-2-1-10864 15,-11-9-2176-15</inkml:trace>
  <inkml:trace contextRef="#ctx0" brushRef="#br0" timeOffset="-110875.56">10550 9030 25631 0,'0'0'1136'0,"0"0"224"0,0 0-1088 0,0 0-272 0,0 0 0 0,0 0 0 0,0 0 1344 0,0 0 224 16,15 3 32-16,4-1 16 0,1 0-576 0,3 0-112 16,-1 1-32-16,4 1 0 0,1-3-288 0,5 0-64 15,-1 1-16-15,0-2 0 0,-1 0-144 0,1 0-16 16,1 0-16-16,0 0 0 0,1 0-160 0,-2 0-48 15,-1 0 0-15,-1 0 0 0,-3 2-144 0,-4-2 0 16,-4 0-160-16,-2 0 160 16,-3 3-960-16,-1 1-112 0,-12-4-16 0,9 0 0 15,-9 0-1936-15,0 0-400 0,0 0-80 0</inkml:trace>
  <inkml:trace contextRef="#ctx0" brushRef="#br0" timeOffset="-110703.73">10902 8829 26719 0,'0'13'2368'0,"-2"4"-1888"16,2 6-480-16,3 3 0 0,0 2 1440 0,-2 2 192 15,-2 2 32-15,-2 3 16 0,-1 4-880 0,0 0-176 16,-1 0-48-16,0 3 0 0,-3 3-304 0,0 2-64 16,0 0-16-16,0 3-10624 15,1-1-2144-15</inkml:trace>
  <inkml:trace contextRef="#ctx0" brushRef="#br0" timeOffset="-109850.54">11701 8887 1839 0,'-4'-15'160'0,"-1"1"-160"0,-2-3 0 0,3 3 0 0,0-2 6368 0,2 3 1248 0,0 0 240 0,2 1 48 0,0 12-5344 0,0 0-1056 15,0 0-224-15,0 0-32 0,14 2-656 0,-3 8-128 16,2 7-16-16,-1 9-16 0,0 7-272 0,-3 7-160 16,-1 11 192-16,-2 0-192 0,1 1 304 0,-3-1-48 15,-4-2-16-15,0 1 0 0,1 1-16 0,-1-6 0 16,0-4 0-16,0-3 0 0,1-5 96 0,2-5 0 16,-1-3 16-16,2-5 0 0,0-7 96 0,2-3 16 15,-6-10 0-15,0 0 0 0,0 0 336 0,10-10 80 16,-2-3 16-16,1-7 0 0,0-6-160 0,1-4-16 15,3-2-16-15,-1-3 0 0,0-5-448 0,1-2-96 16,0 1-16-16,1-2 0 0,-1-2-128 0,3-5-144 16,1 1 144-16,-1 1-208 0,-2 2-112 0,2 7 0 15,-1 2-16-15,1 5 0 16,0 4-1536-16,-2 10-304 0,-1 5-64 0,0 8-9936 16,0 9-1984-16</inkml:trace>
  <inkml:trace contextRef="#ctx0" brushRef="#br0" timeOffset="-109397.47">12453 9119 26895 0,'5'17'1184'0,"-2"-3"256"0,-2 2-1152 0,1 5-288 16,-1 3 0-16,-1 1 0 0,-1 1 832 0,-2 3 96 15,-1-2 32-15,0 2 0 0,-2 1-400 0,-2-4-80 16,0 3-16-16,3-2 0 0,0-2-208 0,1-4-64 16,1-3 0-16,2-5 0 0,1-13-192 0,1 9 0 15,-1-9 0-15,0 0 0 0,0 0 0 0,0 0-128 16,10-9-16-16,1-3 0 0,1-2 400 0,1 1 64 15,1 2 32-15,0 1 0 0,2 1 64 0,1 4 16 16,0 3 0-16,-2 2 0 0,-1 2-112 0,1 5-32 16,1 5 0-16,-3 8 0 0,-1 5-480 0,-5-1-80 15,-3-2-32-15,-2 2 0 0,-5-3-48 0,-2 1-16 16,-6-2 0-16,4-6 0 0,-4 3 368 0,-2-3 0 16,0 0 160-16,0-3-160 0,-3-1 576 0,1-1 0 15,-1-1 0-15,2-1 0 0,1 1-192 0,0-4-48 16,2-3 0-16,1-1 0 0,1-1-336 0,1-2 0 15,1-5 0-15,1-1 128 16,3-3-2928-16,5-1-576 0</inkml:trace>
  <inkml:trace contextRef="#ctx0" brushRef="#br0" timeOffset="-109178.74">13175 9138 35247 0,'0'0'1552'0,"0"0"336"0,0 0-1504 0,9 7-384 16,-9-7 0-16,10 5 0 0,0-2 720 0,4 1 80 16,1-2 16-16,0 1 0 0,1-1-272 0,1-2-48 15,0-1-16-15,1 6 0 16,2-1-1664-16,-5 0-336 0,0-3-64 0,-1 1-16 15,-1-2-1168-15,-1 0-240 0</inkml:trace>
  <inkml:trace contextRef="#ctx0" brushRef="#br0" timeOffset="-108986.08">13097 9365 32127 0,'0'0'1424'0,"0"0"304"0,7 5-1392 0,2 2-336 15,3-4 0-15,2 0 0 0,2 3 1280 0,0-2 192 0,1-1 48 0,2 1 0 16,0-1-448-16,2 1-96 16,0 2-16-16,-2 0 0 0,0-1-960 0,-1 1-256 0,0 2-32 0,-1-1-11712 31,0-2-2336-31</inkml:trace>
  <inkml:trace contextRef="#ctx0" brushRef="#br0" timeOffset="-102546.81">14569 8792 22911 0,'1'-8'1024'0,"-1"-3"192"0,0 11-960 0,2-10-256 16,-2 10 0-16,0 0 0 0,0 0 960 0,0 0 128 0,0 0 48 0,0 0 0 16,0 0-176-16,-7 14-16 0,1 3-16 0,-1 4 0 15,-1 2-160-15,0 5-16 0,-2 1-16 0,1 6 0 16,-2 1-96-16,5 2 0 0,-3-1-16 16,0-2 0-16,1 1-160 0,0-3-16 0,0-3-16 15,2-3 0-15,0-1-272 0,3-2-160 0,0-5 192 16,2 1-192-1,1-6-1792-15,0 2-448 0,1-3-112 0</inkml:trace>
  <inkml:trace contextRef="#ctx0" brushRef="#br0" timeOffset="-102305.63">14010 9484 27647 0,'0'0'2448'0,"11"-4"-1952"16,4-3-496-16,4 3 0 0,6-1 1024 0,4-1 96 16,5-2 32-16,4-1 0 0,2-2-336 0,3 1-64 15,1 0-16-15,2 0 0 16,0 3-352-16,-1-1-64 0,1 1 0 0,-1-1-16 0,-4 2-176 0,-2-1-128 16,-1 1 192-16,-3-1-192 0,-1 1 0 0,-3 2 0 15,-2-3-160-15,-6 7 160 0,-3 0-2432 0,-6 3-352 0,-14-3-80 16</inkml:trace>
  <inkml:trace contextRef="#ctx0" brushRef="#br0" timeOffset="-102024.4">14119 9801 21183 0,'0'0'1888'0,"13"0"-1504"16,-1-2-384-16,2 1 0 0,2 1 992 0,0 0 128 15,-1-4 32-15,1 4 0 0,-2 4-736 0,-2-1-144 16,-2 2-16-16,0 1-16 0,-3 2-240 0,-1 3 176 16,-2 0-176-16,-1 1 160 0,1 0 32 0,-1 2 0 15,0 0 0-15,-1 2 0 0,2-2 560 0,0 1 112 0,1 0 32 0,2-3 0 16,-1-4-80-16,1 0-16 16,-1 0 0-16,2-2 0 0,1-1-352 0,0-1-80 15,-9-4-16-15,15 2 0 0,-1-4-192 0,0 0-32 16,-1-4-128-16,3-1 192 15,0-4-1552-15,2 0-320 0,2-3-64 0,0 0-7552 16,3-3-1520-16</inkml:trace>
  <inkml:trace contextRef="#ctx0" brushRef="#br0" timeOffset="-101852.55">14724 9645 3679 0,'0'0'160'0,"0"0"32"0,0 0-192 0,0 0 0 0,0 14 0 0,-1 2 0 16,-2 4 4576-16,-2 1 864 0,-1 1 192 0,0 2 16 15,0-1-3888-15,2-1-784 0,0-1-144 0,4 1-48 0,1 2 48 0,3 2 16 16,3 1 0-16,-1-2 0 15,-3-4-176-15,2 0-32 0,2-3-16 0,-1 3 0 16,1-2-16-16,-2 2 0 0,-1-5 0 0,-3-1 0 0,-2 1-304 0,-1-4-64 16,-3 0-16-16,-4 7 0 15,-3 1-832-15,-1-2-160 0,-2-2-48 0,-2-3-14016 16</inkml:trace>
  <inkml:trace contextRef="#ctx0" brushRef="#br0" timeOffset="-101694">14728 9773 26719 0,'12'-10'1184'0,"0"5"240"0,3 2-1136 0,2-2-288 16,3 1 0-16,1 0 0 0,1 0 1760 0,1 1 288 0,1 1 64 0,-2-1 16 31,-1 2-1472-31,1 0-288 16,-3-1-64-16,0 1-16 15,-1 1-1952-15,0-4-400 0,3 3-80 0,-1-1-11440 0</inkml:trace>
  <inkml:trace contextRef="#ctx0" brushRef="#br0" timeOffset="-101506.45">15898 9188 31263 0,'0'0'1392'0,"0"0"272"0,-6 12-1328 0,0 2-336 0,-5 2 0 0,-2 3 0 0,-5 6 352 0,-5 2 0 15,-5 3 0-15,0 5 0 0,-1 3-160 0,-1 1-16 16,-1 1-16-16,1-3 0 0,1-1-160 0,3-4 0 16,2-6 0-16,2-4 0 15,3-3-2176-15,3-8-448 0</inkml:trace>
  <inkml:trace contextRef="#ctx0" brushRef="#br0" timeOffset="-101330">15566 9322 23039 0,'0'0'2048'0,"8"12"-1648"16,3-3-400-16,2 5 0 0,1-1 1648 0,2 2 240 0,-1 2 48 0,1 1 16 15,-2 0-592-15,2-1-112 0,-2 1-32 0,2-1 0 16,0 6-688-16,1 0-144 0,-1-3-16 0,3-1-16 31,0-2-1680-31,1-4-336 0,-2-2-64 0,0-5-7808 0,-1-1-1552 0</inkml:trace>
  <inkml:trace contextRef="#ctx0" brushRef="#br0" timeOffset="-101094.39">16243 9258 13823 0,'0'0'1216'0,"0"0"-960"16,0 0-256-16,7 9 0 0,-2 3 4432 0,0 2 848 0,-2 3 160 0,-3 3 48 15,-2 2-3504-15,-2 6-688 16,-3 3-144-16,-3 3-16 0,1 2-432 0,-1-1-96 16,-1-2-16-16,1 0 0 0,0 1-368 0,-1-5-80 0,2-4-16 0,2-3 0 31,4-2-896-31,0-7-192 0,3-13-48 0,0 0 0 16,0 0-2416-16,0 0-480 0</inkml:trace>
  <inkml:trace contextRef="#ctx0" brushRef="#br0" timeOffset="-100828.79">16470 9382 1839 0,'0'0'160'0,"10"5"-160"15,-1-1 0-15,2 0 0 0,1 1 5840 0,-2-3 1136 16,-10-2 240-16,12 6 32 0,-3 1-4912 0,-4 1-992 16,0 1-192-16,-5-9-32 0,0 0-320 0,0 11-64 15,-2 2-16-15,-2-1 0 0,-3 0-160 0,-1 1-48 16,-1-1 0-16,0-1 0 0,0 0-128 0,-1-2-16 15,-1-4-16-15,1-1 0 0,1-1 64 0,0-2 16 16,-1-2 0-16,10 1 0 0,-10-4 16 0,1-1 16 16,1-2 0-16,3-2 0 0,1-3-144 0,3 2-16 15,-1-2-16-15,5 0 0 0,1-1-288 0,1-1 160 16,0-3-160-16,2 1 128 0,-1 2-336 0,1 1-80 16,-1 0-16-16,1 1 0 15,-1 0-2064-15,1 2-400 0,-1 2-96 0</inkml:trace>
  <inkml:trace contextRef="#ctx0" brushRef="#br0" timeOffset="-100563.2">16973 9344 23039 0,'0'0'2048'0,"9"9"-1648"0,0 3-400 0,-1 3 0 15,-1 3 2448-15,-3 0 416 0,-3 0 80 0,-2 1 0 16,-2-1-848-16,-2 1-176 0,-3 2-48 0,-2 1 0 15,-2-2-784-15,-1-1-144 0,0-4-48 0,1 0 0 16,0-3-400-16,1 0-96 0,0-6-16 0,1 1 0 16,-2-4-240-16,5-2-144 0,0-1 160 0,-4-4-160 15,2-1 240-15,3-2-48 0,-2-2-16 0,1 0 0 16,2-1-48-16,1-2 0 0,0-3 0 0,3 2 0 16,1-2-128-16,1 3-272 0,2-2 64 0,1 3 16 15,0 2-2176-15,1 4-416 16,3-2-96-16</inkml:trace>
  <inkml:trace contextRef="#ctx0" brushRef="#br0" timeOffset="-99388.54">17629 9430 9215 0,'-13'-6'816'0,"2"-1"-656"0,11 7-160 0,-4-4 0 0,-7-2 2624 0,0 1 512 0,2 1 80 0,3-1 32 0,-1-1-1104 0,7 6-224 16,0 0-32-16,0 0-16 0,4-9-304 0,5 3-64 15,4 2-16-15,7 2 0 0,5 6-624 0,5-2-128 16,3 3-32-16,4-2 0 0,2 0-128 0,0 1-48 16,2 0 0-16,0 0 0 0,2 1-112 0,0-2-32 15,-1 1 0-15,-3-1 0 0,-1 0-384 0,-4 1 128 16,-5-1-128-16,-3 0 0 15,-4-1-464-15,-4 2-176 0,-4 0-48 0,-2 1 0 16,-3 0-1888-16,-9-5-384 0,0 0-80 0,0 0-10112 0</inkml:trace>
  <inkml:trace contextRef="#ctx0" brushRef="#br0" timeOffset="-99216.7">17970 9138 21183 0,'0'0'1888'0,"0"0"-1504"15,0 0-384-15,-3 12 0 0,-1 4 2688 0,2 3 448 16,2 3 112-16,0 5 16 0,-1 2-1712 0,0 7-336 0,-2 4-64 0,-2 4 0 16,-2 2-368-16,0 6-64 15,-1 6-16-15,-1-1 0 0,-2-5-400 0,2 3-96 0,0 0-16 0,1-1 0 32,0 0-1424-32,3 2-304 0,4-1-48 0</inkml:trace>
  <inkml:trace contextRef="#ctx0" brushRef="#br0" timeOffset="-95832.46">19012 9115 15663 0,'0'0'1392'0,"9"-8"-1120"16,-1-2-272-16,4 3 0 0,1 2 2272 0,4 2 400 31,1 3 80-31,3 0 0 0,1 3-1200 0,2 2-240 15,0 2-48-15,1-1-16 0,0 2-368 0,-3 2-80 16,-2 3-16-16,-4 2 0 0,0 0-448 0,-5 1-80 16,-5 2-32-16,-3 2 0 0,-5 1-224 0,-3 2 176 15,-4 1-176-15,-3 0 160 0,-3 1-32 0,-4 1-128 0,-1 0 192 0,-1 0-64 16,-1-1-128-16,-1-1 192 16,1-3-192-16,3-2 192 0,-1-2-64 0,2-1-128 0,1-6 192 0,3-1-64 15,2-2 192-15,5-1 16 0,7-6 16 0,0 0 0 16,0 0 160-16,0 0 48 0,0 0 0 0,0 0 0 15,0 0-112-15,9 11 0 0,3-2-16 0,3 0 0 16,1-1-160-16,4-2-16 0,0 0-16 0,2 0 0 0,1-1 64 0,3 0 16 16,0-5 0-16,0 0 0 0,0 0-64 0,1 0 0 15,-4-2 0-15,2 1 0 0,-3-1-256 0,-4 1-272 16,-3 0 48-16,-4 1 16 16,0 0-2096-16,-11 0-432 0,0 0-80 0,10-2-13120 0</inkml:trace>
  <inkml:trace contextRef="#ctx0" brushRef="#br0" timeOffset="-95051.29">20291 9248 21183 0,'0'0'944'0,"0"0"192"0,0 0-912 0,0 0-224 16,0 0 0-16,14-5 0 0,1 3 2448 0,2-2 448 15,1 2 96-15,3 1 16 0,0 1-1584 0,3 0-304 16,3-3-64-16,-1 2-16 0,1-1-592 0,0 0-112 16,1-2-16-16,0 1-16 0,2 2-304 0,0-2-256 15,-1 2 64-15,-2 0 0 16,-1-1-2032-16,-5 2-400 0,-5 0-64 0,-3 0-10672 0</inkml:trace>
  <inkml:trace contextRef="#ctx0" brushRef="#br0" timeOffset="-94863.81">20307 9421 26719 0,'0'0'2368'0,"0"0"-1888"16,9 9-480-16,3-2 0 0,2-1 1728 0,3-2 240 15,2-1 48-15,5 0 16 0,1-1-656 0,2 1-128 0,2-1-32 0,-2 0 0 16,-1-2-640-16,3 0-128 16,2 2-16-16,-2 0-16 0,-4-2-416 0,-1 1-144 15,1 1 0-15,0 2 0 16,-3-2-2272-16,-1-1-448 0,0 0-80 0</inkml:trace>
  <inkml:trace contextRef="#ctx0" brushRef="#br0" timeOffset="-94040.49">21883 8988 24879 0,'8'-22'2208'0,"-3"11"-1760"0,0 1-448 0,-5 10 0 0,3-9 1232 0,-3 9 176 16,0 0 16-16,0 0 16 0,-11 3-160 0,-3 7-16 15,-4 9-16-15,-3 5 0 0,-3 6-944 0,-2 8-304 16,-1 6 160-16,-2 3-160 0,2 3 0 0,-2 3 0 16,2-2 0-16,1 4 0 0,1 2 192 0,4-1 144 15,4-5 48-15,3-6 0 0,3-5 320 0,6-10 64 16,3-9 0-16,3-4 16 0,5-2-368 0,5-5-80 15,1-7-16-15,1-1 0 0,1-6-112 0,2-5-16 16,-1-6-16-16,1-2 0 0,-2 0 48 0,2-2 16 16,1-2 0-16,-2-4 0 0,-3 1-112 0,-1 1 0 15,-4 1-128-15,-1 0 192 0,-4 0-64 0,1 0 0 16,-3 2-128-16,-4 3 192 0,-5 2-192 0,-3 3 0 16,-1 3 128-16,-1 3-128 15,-1 4-432-15,1 3-128 0,0 4-16 0,1 5-16 16,1 3-1392-16,-1 1-256 0,0-1-64 0,2 0-13248 0</inkml:trace>
  <inkml:trace contextRef="#ctx0" brushRef="#br0" timeOffset="-93678.13">22402 9112 28559 0,'0'0'1264'0,"0"0"272"0,10-2-1232 0,-10 2-304 15,12 9 0-15,-2 4 0 0,2 5 1968 0,-1 3 336 16,-6 4 64-16,-1 3 0 0,-2 5-1280 0,-4 3-256 16,-2 5-48-16,0 2-16 0,0 0-176 0,0 0-32 15,1 0-16-15,2-4 0 0,1-2 32 0,4-9 16 16,4-4 0-16,0-6 0 0,2-4 96 0,2-3 16 15,0-3 0-15,1-8 0 0,1-7 128 0,-1-5 48 16,0-5 0-16,1-2 0 0,2-2-224 0,1-9-32 16,0-4-16-16,1-2 0 0,-1 0-384 0,0 0-80 31,1-1-16-31,1 1 0 0,-3 1-128 0,1 3 0 16,0 2 0-16,0 2 128 15,-2 0-640-15,-2 4-128 0,-3 3-16 0,-1 1-16 16,-1 1-2176-16,-3 4-432 0,-1 5-96 0,-4 10-16 0</inkml:trace>
  <inkml:trace contextRef="#ctx0" brushRef="#br0" timeOffset="-74467.77">2293 11452 30687 0,'-10'6'1360'0,"-2"3"288"0,-1 3-1328 0,0 6-320 15,0 4 0-15,0 8 0 0,0 5 192 0,1 7-48 16,0 6 0-16,6-10 0 0,2 6-144 0,-1 3 192 15,-2 3-192-15,2 3 192 0,1 1 240 0,4 0 48 16,0 1 16-16,3 0 0 0,1-3-112 0,1-4 0 16,1-3-16-16,2-4 0 0,0-7-16 0,2 0 0 15,0-4 0-15,-1-4 0 16,-1-2-960-16,1-2-192 0,1-3-32 0,1-6-9312 16,-1-2-1856-16</inkml:trace>
  <inkml:trace contextRef="#ctx0" brushRef="#br0" timeOffset="-74165.34">2674 11785 17503 0,'-13'9'1552'0,"6"-4"-1232"16,-2 2-320-16,0 2 0 0,-1 4 2128 0,1 1 368 16,-2 2 80-16,5 2 16 0,-2 3-1088 0,3 1-224 15,-1 2-32-15,2-1-16 0,2 3-224 0,1-1-48 16,1 1-16-16,2 3 0 0,3-3-272 0,2 0-48 16,1-1-16-16,1-5 0 0,3-1-384 0,1-5-80 15,2-3-16-15,1-4 0 16,-2-3-448-16,3-4-112 0,1-5-16 0,1-3 0 15,2-4-2448-15,-1-2-496 0</inkml:trace>
  <inkml:trace contextRef="#ctx0" brushRef="#br0" timeOffset="-73913.09">3195 11518 30751 0,'11'17'1360'0,"-5"-4"288"0,2 5-1328 0,0 5-320 0,0 3 0 0,0 4 0 0,-1 3 960 0,-1 2 128 15,-2 3 32-15,-2 1 0 0,0-1 16 0,-4 4 0 16,-2-2 0-16,-2 2 0 0,-2 1-880 0,-2 1-256 16,-2 2 128-16,-3-2-128 0,0-2 208 15,-2-3-16-15,0-3-16 0,-4 0 0 0,-4-6-176 0,-1-2 0 16,-1-4-192-16,-2-5-17376 15</inkml:trace>
  <inkml:trace contextRef="#ctx0" brushRef="#br0" timeOffset="-48595.36">3969 12433 15663 0,'0'0'1392'0,"0"0"-1120"0,-4-11-272 0,4 11 0 0,1-11 2032 0,-1 11 336 0,-1-9 80 0,1 9 16 0,0 0-720 0,0 0-144 16,0 0-16-16,0 0-16 0,0 0-672 0,1 11-128 16,-1 4-16-16,0 3-16 15,0 3-320-15,-1 5-64 0,-2-1-16 0,-2 6 0 0,2 1-96 0,1 2-32 16,-2-5 0-16,2 0 0 0,1-1 32 0,1-2 0 15,0-1 0-15,0-1 0 0,0-2-48 0,-1-3 0 16,-1-3 0-16,4-2 0 0,-2-1-192 0,-2-1 176 16,0-3-176-16,2-9 160 0,0 0-32 0,-3 11-128 15,3-11 192-15,0 0-64 0,0 0-272 0,0 0-64 16,0 0-16-16,0 0 0 16,0 0-2080-16,0 0-400 0,-8-5-96 0</inkml:trace>
  <inkml:trace contextRef="#ctx0" brushRef="#br0" timeOffset="-48402.76">3851 12008 33919 0,'0'0'1504'0,"0"0"304"0,0 0-1440 0,0 0-368 0,0 0 0 0,0 0 0 15,5 10 400-15,-5-10 16 0,2 12 0 0,2 0 0 16,2 1-288-16,1-2-128 0,-2 1 128 0,1-4-128 31,2-1-320-31,0-2-160 0,-8-5-32 0,13 4-9728 0,-1-2-1968 0</inkml:trace>
  <inkml:trace contextRef="#ctx0" brushRef="#br0" timeOffset="-48162.69">4300 12061 16575 0,'10'13'1472'0,"-2"-1"-1168"0,2 4-304 0,5 1 0 0,0 3 3024 0,4 3 560 16,0 3 96-16,-2 0 32 0,-4 5-2176 0,-1 2-416 15,-2 1-96-15,-3 1 0 0,-6-3-656 0,-2 4-128 16,-2 1-32-16,-7 5 0 0,-8 1-208 0,-3 5-208 16,1-1 32-16,-2 3 16 15,-3-1-224-15,-1-6-64 0,1-2 0 0,1-6 0 16,-1-5-1200-16,0-7-240 0,2-6-48 0</inkml:trace>
  <inkml:trace contextRef="#ctx0" brushRef="#br0" timeOffset="-47414.15">5229 12188 27647 0,'0'0'1216'0,"0"0"256"0,-9-4-1168 0,9 4-304 0,0 0 0 0,0 0 0 16,0 0 976-16,0 0 144 0,-5 10 32 0,5 2 0 16,4 8-672-16,2 4-128 0,3 6-32 0,-2-5 0 15,-1 4 0-15,1 5-16 0,-1 2 0 0,0 3 0 16,-2 2 16-16,2 3 0 0,-1 0 0 0,2-1 0 16,-1 0-80-16,1-5-16 0,-1-3 0 0,1-3 0 15,-1-4 288-15,1-2 64 0,0-7 16 0,-2 0 0 16,-1-3 64-16,0-3 16 0,-1-5 0 0,1-2 0 0,-4-6 208 0,0 0 32 15,0 0 16-15,7-5 0 0,-1-4 32 0,0-4 0 16,-1-7 0-16,0-3 0 0,2-6-544 0,-1-2-96 16,-1-8-32-16,2-2 0 0,2-2-144 0,3-19-16 15,-4 4-128-15,1 5 192 0,0 3-192 0,0 2 0 16,0-3 0-16,-1 6 0 16,-3 2-384-16,4 6-112 0,2 5-16 0,-2 4-16 15,-4 6-1744-15,1 8-352 0,2 3-64 0,-8 11-9568 16,0 0-1920-16</inkml:trace>
  <inkml:trace contextRef="#ctx0" brushRef="#br0" timeOffset="-47039.2">5769 12682 31551 0,'0'0'1408'0,"0"0"272"0,-1 8-1344 0,-1-1-336 0,2 4 0 0,0-2 0 16,0 0 896-16,0 3 128 0,0-3 0 0,3 3 16 15,1-2-240-15,0-1-48 0,1-1-16 0,0-1 0 16,-5-7-304-16,8 4-64 0,0-3-16 0,1-2 0 0,-1-3 64 15,1-3 16-15,1-2 0 0,-1-3 0 0,-1-1 16 0,-1-1 16 16,-1-3 0-16,0 0 0 16,-1 1-144-16,-1 2-16 0,0-2-16 0,-2 2 0 0,-1 2-48 0,-1 2-16 15,-2-2 0-15,-1 3 0 0,-2 0-32 0,1 2 0 16,-4 1 0-16,1 2 0 0,-3 1-192 0,0 3 128 16,0 2-128-16,-1 3 0 0,-1-1-176 0,2 2-128 15,0 3-16-15,0 2-16 16,0 2-1600-16,2-4-320 0,3 0-64 0,2-1-14880 15</inkml:trace>
  <inkml:trace contextRef="#ctx0" brushRef="#br0" timeOffset="-46836.01">6244 12372 16575 0,'0'0'1472'0,"0"0"-1168"15,0 0-304-15,9 0 0 0,-2 0 4688 0,1 0 880 16,1 1 192-16,1-2 16 0,-1-2-3792 0,0 0-752 16,0 1-144-16,0-1-48 0,0 1-736 0,0-2-160 15,2-2-16-15,-3 4-128 16,-2-2-1200-16,-6 4-336 0,7-3-80 0,0 3-16 16,-7 0-1632-16,8 7-336 0,-1-1-64 0,-3 2-8528 0</inkml:trace>
  <inkml:trace contextRef="#ctx0" brushRef="#br0" timeOffset="-46664.22">6138 12572 14735 0,'0'0'1312'0,"0"0"-1056"0,0 0-256 0,0 0 0 0,8 0 4432 0,1 0 832 15,0 0 176-15,3 0 16 0,1 2-3184 0,1-2-640 16,2 0-128-16,-1-2-32 0,2 2-480 0,0 0-96 16,2 0-32-16,-1 2 0 0,0 0-864 0,2 2-416 15,-2 1 32-15,1-3-12096 16,1 0-2416-16</inkml:trace>
  <inkml:trace contextRef="#ctx0" brushRef="#br0" timeOffset="-46054.19">7092 11917 7359 0,'0'0'656'0,"0"0"-528"15,0 0-128-15,0 0 0 0,0 0 4096 0,-5 0 768 16,-3 0 176-16,8 0 16 0,-6 5-2176 0,0 3-448 16,1 2-96-16,0 6-16 0,1 1-656 0,0 6-128 15,0 6-16-15,0 5-16 0,-1 5-288 0,0 4-64 16,2 4-16-16,-1-3 0 0,-1 3-368 0,1 0-64 16,-1 0 0-16,1-3-16 0,0-1-384 0,3-1-80 15,0-2-16-15,2-1 0 16,2-5-1104-16,2-4-240 0,1-4-32 0,2-6-16 15,3-7-2656-15,0-6-544 0,4-10-96 0</inkml:trace>
  <inkml:trace contextRef="#ctx0" brushRef="#br0" timeOffset="-45835.47">7349 12291 18431 0,'0'22'816'0,"1"-9"160"0,2 4-784 0,1 4-192 16,0 1 0-16,0 0 0 0,1-1 3248 0,3-2 592 15,-2 0 128-15,2-2 32 0,-1-2-1296 0,2-4-256 16,-1-2-48-16,1-3-16 0,1-2-816 0,2-5-160 15,2-4-48-15,-2-3 0 0,-2-4-752 0,1-2-160 16,-1-2-16-16,-1-1-16 0,0-4-144 0,-2 3-16 16,-2-1-16-16,-4-1 0 0,-2-1 64 0,-3-1 16 15,-4 1 0-15,-3 2 0 0,-4 0-128 0,0 4 0 16,-4 2-16-16,0 4 0 16,-2 2-704-16,0 6-144 0,-2 2-32 0,-1 6 0 15,1 4-1536-15,-1 4-320 0,1 0-64 0</inkml:trace>
  <inkml:trace contextRef="#ctx0" brushRef="#br0" timeOffset="-45036.12">7692 12139 20783 0,'0'0'912'0,"0"0"208"0,-4-10-896 16,1 1-224-16,2 0 0 0,0 2 0 0,0-1 1872 0,1 1 336 15,-2-2 64-15,4 1 16 0,-1 1-256 0,-1 7-48 16,0 0-16-16,0 0 0 0,0 0-448 0,0 0-96 16,0 0-16-16,6 9 0 0,1 4-624 0,1 6-128 15,-1 5-16-15,3 9-16 0,-1 5-48 0,0 3-16 16,0 3 0-16,1 0 0 0,0 3-112 0,-1-3 0 15,0 0-16-15,0-2 0 0,1-3-48 0,2-2 0 16,2-5 0-16,-1-4 0 0,1-5-48 0,-1-3-16 16,1-5 0-16,-1-4 0 0,1-5 80 0,-1-3 16 15,-1-7 0-15,1-5 0 0,-1-4 96 0,1-8 0 16,1-1 16-16,1-8 0 0,0-1-208 0,2-5-64 16,-3-1 0-16,-1-4 0 0,1-2-256 0,-3-4 128 15,0-5-128-15,-1 1 0 0,1 0 0 0,-2 2-144 16,0 1-16-16,0-14 0 15,-1 14-1248-15,-2 9-240 0,1 8-48 0,-2 3-16 16,-1 9-2416-16,-3 3-480 0</inkml:trace>
  <inkml:trace contextRef="#ctx0" brushRef="#br0" timeOffset="-43022.46">9582 12326 7359 0,'0'0'656'0,"0"0"-528"0,-10-5-128 0,3 1 0 0,7 4 4192 0,0 0 800 15,0 0 176-15,6-7 16 0,1 2-3072 0,4 1-608 0,2 0-128 0,3 4-32 16,3 0-448-16,3 0-112 16,3-2-16-16,0 0 0 0,0 2-176 0,1-1-32 0,2-2-16 0,1 0 0 15,0-1-304-15,1 0-64 16,-2 0-16-16,1-3 0 0,-2 1-160 0,-2 1 0 0,-3-1 0 0,-3 1 128 31,-5 0-496-31,-2 2-96 0,-12 3-32 0,0 0 0 16,0 0-2288-16,0 0-464 0,0 0-80 0</inkml:trace>
  <inkml:trace contextRef="#ctx0" brushRef="#br0" timeOffset="-42834.97">9499 12514 23039 0,'0'0'1024'0,"0"0"192"0,0 0-960 0,0 0-256 0,4 10 0 0,5 2 0 0,4-3 1616 0,3-1 288 16,2-2 48-16,3 0 16 0,2-1-1008 0,2-1-192 16,1-2-32-16,3-2-16 0,-2-2-96 0,2-2-32 15,1 0 0-15,0-1 0 0,-3-3-336 0,2 1-64 16,-1-1 0-16,1 1-16 16,-1-1-1440-16,-4 1-272 0,0 1-64 0,-5-1-7936 15,-2-1-1600-15</inkml:trace>
  <inkml:trace contextRef="#ctx0" brushRef="#br0" timeOffset="-42531.44">9915 12012 31215 0,'18'0'1376'0,"-2"2"288"0,5 4-1328 0,3 0-336 15,5 3 0-15,1 0 0 0,0 2 624 0,1 0 48 0,-1 4 16 16,3 0 0-16,-3 1-144 0,0 2-32 0,-3 3 0 0,1 0 0 16,-1-1-64-16,-4-1 0 0,0 1-16 0,-5-1 0 15,-1 1 208-15,-3-2 64 0,-3 0 0 0,-4 1 0 16,-3-2 320-16,-5 2 64 0,-3-1 0 0,-4 3 16 16,-2 5-256-16,-6-2-48 0,-6 1-16 0,-1 1 0 15,-5 1-432-15,-2 2-96 0,-1-1 0 0,-3 2-16 16,-1-1-240-16,-2 1-288 0,-3-3 64 0,-3-1 16 15,-3-2-2880-15,1-5-576 0</inkml:trace>
  <inkml:trace contextRef="#ctx0" brushRef="#br0" timeOffset="-14630.19">11709 11870 13823 0,'0'0'608'0,"0"0"128"0,0 0-592 0,0 0-144 15,0 0 0-15,0 0 0 0,0 0 2480 0,0 0 464 16,0 0 80-16,0 0 32 0,0 0-1520 0,0 0-320 16,0 0-48-16,0 0-16 0,0 0-336 0,0 0-80 15,0 0-16-15,0 0 0 0,1 6-176 0,-9-15-32 16,8 9-16-16,-5-6 0 0,5 6 16 0,0 0 0 16,0 0 0-16,0 0 0 0,-7-7 32 0,7 7 16 15,0 0 0-15,0 0 0 0,0 0-32 0,-6-5 0 16,6 5 0-16,0 0 0 0,0 0-80 0,0 0 0 15,0 0-16-15,0 0 0 0,-5-7-112 0,5 7 0 16,0 0-16-16,0 0 0 0,0 0-112 0,0 0 0 16,0 0-16-16,2 11 0 0,4 2-176 0,-1 6 160 15,0 9-160-15,0 4 160 0,-2 3-32 0,-2 8-128 16,-1 6 192-16,-1 0-64 0,-2 3 80 0,-1 2 16 0,-1-2 0 0,1-2 0 16,-2-5-80-16,-1-2-16 15,1-2 0-15,0 0 0 0,1-2-128 0,-1 2 0 0,0-5 144 0,1-2-144 16,0 0 0-16,0-3 128 15,0-1-128-15,1-5 0 16,1-3-1504-16,2-2-368 0,-1-7-80 0,2-13-16 16,0 0-1520-16,0 0-304 0</inkml:trace>
  <inkml:trace contextRef="#ctx0" brushRef="#br0" timeOffset="-14346.63">12045 12179 19343 0,'-3'13'1728'15,"0"6"-1392"-15,-3 9-336 0,0 2 0 0,-1 2 2032 0,-1 2 336 16,-1 1 64-16,-1-1 0 0,1 1-896 0,0-2-192 16,1-3-48-16,3-1 0 0,2-3 128 0,3-4 32 15,1-8 0-15,3-2 0 0,-4-12-224 0,9 5-32 16,-9-5-16-16,16-1 0 0,-4-7-432 0,3-5-96 16,2-5-16-16,3-3 0 0,1-3-224 0,0 0-48 15,-2-5-16-15,1 2 0 0,-2-2-160 0,-2-1-48 16,-2-1 0-16,-4-3 0 0,-1 1 0 0,-3 1 0 15,-4 0 0-15,0 0 0 0,-4 2-144 0,0 2 192 16,-4 4-192-16,1 3 192 0,-3 1-192 0,-1 6-144 16,-1 2 144-16,-2 4-208 15,0 4-1280-15,1 4-256 0,-2 6-48 0,1 4-16 16,0 6-2304-16,3 2-464 0,-4 13-96 0,18 3 0 0</inkml:trace>
  <inkml:trace contextRef="#ctx0" brushRef="#br0" timeOffset="-14118.36">12849 12205 35247 0,'0'0'1552'0,"13"-3"336"0,-1 0-1504 0,1 0-384 0,3-1 0 0,3 0 0 16,1-3 784-16,2 2 96 0,2-3 16 0,2 0 0 15,1-1-480-15,0-3-96 16,1 2 0-16,2-2-16 0,1 3-304 0,-1-1 0 16,-1 2 0-16,-2 0 0 15,1-1-1312-15,-4 1-224 0,-2 3-32 0,-2 0-9168 0,-3 1-1824 0</inkml:trace>
  <inkml:trace contextRef="#ctx0" brushRef="#br0" timeOffset="-13915.25">12922 12494 37199 0,'0'0'1648'0,"0"0"336"0,0 0-1584 0,0 0-400 16,0 0 0-16,13 1 0 0,1-1 1664 0,1 2 240 15,3 0 48-15,3-4 16 0,4-1-672 0,2 2-128 16,2-2-16-16,4 2-16 0,2-2-480 0,1 2-80 16,2 0-32-16,-1-1 0 0,-1 0-368 0,-2 0-176 15,-4 4 160-15,-1-2-160 16,-1-2-384-16,-1 2-160 0,-3 0-32 0,-3 0-16 15,-3 0-2560-15,-2 0-512 0</inkml:trace>
  <inkml:trace contextRef="#ctx0" brushRef="#br0" timeOffset="9648.57">14394 12317 10127 0,'0'0'896'0,"0"0"-704"16,0 0-192-16,0 0 0 0,-7-3 1632 0,7 3 288 16,0 0 64-16,-7-2 16 0,7 2-672 0,0 0-144 15,0 0-32-15,0 0 0 0,-5-7 0 0,5 7 0 16,0 0 0-16,0 0 0 0,0 0 96 0,0 0 16 16,-4-6 0-16,4 6 0 0,0 0-304 0,0 0-48 15,0 0-16-15,0 0 0 0,0 0-336 0,0 0-80 16,0 0-16-16,0 0 0 0,0 0-80 0,14 5 0 15,1-4-16-15,-1 2 0 0,2 1 80 0,2 1 0 16,1-4 16-16,2 2 0 0,3-1 48 0,3 0 0 16,0-2 0-16,3 1 0 0,2 0-96 0,0 1-16 15,0-1 0-15,0 0 0 0,2 0-96 0,-1 2-32 16,-1 0 0-16,0-1 0 0,-4 0 0 0,1-1 0 0,-6 3 0 16,-2-4 0-16,-3 0-32 0,-1 0-16 15,-2 0 0-15,-1 0 0 0,-3-3 48 0,-11 3 16 0,10 0 0 0,-10 0 0 16,0 0 16-16,10-1 0 0,-10 1 0 15,0 0 0-15,0 0-96 0,0 0-16 0,0 0 0 0,0 0 0 16,0 0-192-16,6-7 144 0,-6 7-144 16,0 0 128-1,2-9-912-15,-2 9-192 16,2-9-48-16,-2 9 0 0,1-8-2864 0,0-1-576 0</inkml:trace>
  <inkml:trace contextRef="#ctx0" brushRef="#br0" timeOffset="14732.24">15651 12362 11967 0,'0'0'1072'0,"0"0"-864"0,0 0-208 0,0 0 0 0,-9 3 2176 0,9-3 384 16,0 0 64-16,0 0 32 0,-10 3-688 0,10-3-144 15,-8 4-32-15,8-4 0 0,0 0-288 0,0 0-64 16,0 0-16-16,0 0 0 0,0 0-176 0,0 0-32 16,0 0-16-16,0 0 0 0,15-4-384 0,5-2-80 15,2 0-16-15,7-1 0 0,5 2-256 0,5 1-48 16,4-2-16-16,6 1 0 0,6 1 0 0,1 0 0 15,3 0 0-15,1-3 0 0,0 2-16 0,5 1-16 16,7 3 0-16,3 5 0 0,4 5-160 0,-3 0-16 16,-3 0-16-16,-1 2 0 0,0-2-176 0,-2 0 0 15,-1-1 0-15,-3 1 128 0,-3 0-128 0,-3 0 0 16,-5-1 0-16,-4 0 0 0,-3-2 128 0,-1-1-128 16,-4 1 128-16,-4-1-128 0,-5-3 144 0,-1 2-144 15,-3 0 160-15,-4-1-160 0,-5-2 160 0,-4 0-160 16,-3-1 160-16,-2 0-160 0,-3-1 192 0,-9 1-48 15,0 0-16-15,0 0 0 16,6-9-912-16,-6 9-192 0,-2-12-48 0,-5-1-18528 0</inkml:trace>
  <inkml:trace contextRef="#ctx0" brushRef="#br0" timeOffset="15484.51">15668 11394 14735 0,'0'0'1312'15,"0"0"-1056"-15,0 0-256 0,-4-8 0 16,-1-2 1552-16,2 3 256 0,3 7 48 0,0 0 16 16,-1-10-672-16,1 10-144 0,0 0-32 0,0 0 0 0,0 0 144 0,0 0 32 15,0 0 0-15,10 3 0 0,-2 5-656 0,3 7-128 16,-1 6-32-16,1-1 0 0,-2 5-128 0,0 4-16 16,0 3-16-16,0 0 0 0,3 0-64 0,0 1-16 15,-1-1 0-15,0 1 0 0,-2-3-16 0,0-3 0 16,0-2 0-16,0-3 0 0,0-2 16 0,0-4 0 15,-1-3 0-15,1 0 0 0,-1-3 208 0,0-1 32 16,-8-9 16-16,10 5 0 0,-10-5 112 0,12 2 32 16,-3-4 0-16,2 0 0 0,-2-5 224 0,1-2 64 15,1-4 0-15,2-4 0 0,2-2-128 0,1-7-32 16,1-3 0-16,0-2 0 0,0-6-160 0,1-2-16 16,0 0-16-16,2 1 0 0,0 2-224 0,-1-1-32 15,-1 1-16-15,-1 2 0 0,0 4-208 0,-2 2 0 16,-2 3 0-16,-2 1 0 0,0 3-272 0,-2 4-112 15,-3 1 0-15,0 5-16 16,-6 11-2144-16,0 0-416 0,0 0-96 0,0 0-12992 0</inkml:trace>
  <inkml:trace contextRef="#ctx0" brushRef="#br0" timeOffset="15973.5">16247 11528 8287 0,'0'0'736'0,"0"0"-592"15,0 0-144-15,0 0 0 0,8 5 3200 0,0 6 592 16,-1 0 128-16,1 5 32 0,-1 1-2288 0,-2 4-448 16,0 4-80-16,-2 1-32 0,-3 1-272 0,-2 3-64 15,1 0-16-15,0-1 0 0,-3-2-176 0,1-2-16 16,1-2-16-16,-1-2 0 0,1-3-160 0,0-1-16 16,2-2-16-16,2-3 0 0,-2-12 0 0,0 0 0 15,0 0 0-15,0 0 0 0,0 0 96 0,0 0 32 16,10 0 0-16,0-4 0 0,1-4-128 0,-2 1-32 15,-1 1 0-15,1-1 0 0,1 1-320 0,-1 2 0 16,-9 4 0-16,12 0 0 0,-1 5 0 0,-1 0 0 0,-2 2 0 0,0 3-128 16,-2-1 128-16,-1 3-192 0,-2 0 192 15,-3-1-192-15,-1 1 192 0,-3 1 0 16,-1 0 0-16,-3 0-128 0,-1 2 128 0,0-5 0 0,-3 1 0 0,3-2 0 0,1-2 144 0,0 0-144 16,-1-2 192-16,-2-3-192 0,1-2 208 0,0-2-64 15,0-2-16-15,3-1 0 0,-1-3-304 0,1-1-64 16,1 0-16-16,2-1 0 15,1-3-1664-15,1 0-320 0,-1 1-80 0,3-3-11296 0</inkml:trace>
  <inkml:trace contextRef="#ctx0" brushRef="#br0" timeOffset="16271.64">16667 11668 29487 0,'0'0'1296'0,"0"0"288"0,0 0-1264 0,0 0-320 0,0 0 0 0,0 0 0 16,0 0 960-16,11 3 144 0,1 0 32 0,1-2 0 0,2-1-240 0,0 0-64 15,3-1 0-15,2-2 0 0,0 1 16 0,2-2 0 16,1 0 0-16,-1 0 0 0,-3-1-400 15,-1 4-64-15,0-3-32 0,-1 2 0 0,-4 1-352 0,0 1 144 16,-1 0-144-16,-12 0 0 0,0 0 128 0,12 0-128 16,-12 0 0-16,0 0 0 15,0 0-1376-15,0 0-336 0,0 0-64 0,0 0-9328 16,0 0-1872-16</inkml:trace>
  <inkml:trace contextRef="#ctx0" brushRef="#br0" timeOffset="22592.8">16298 11737 11967 0,'0'0'528'0,"0"0"112"0,0 0-512 0,0 0-128 15,0 0 0-15,0 0 0 0,0 0 1536 0,0 0 288 16,0 0 48-16,-3-8 16 0,-1 3-384 0,4 5-80 15,-4-11-16-15,4 2 0 0,2 0-96 0,-1 1-32 16,-1-2 0-16,0 1 0 0,0-1-336 0,0 3-80 16,0-3-16-16,0 10 0 0,-3-9-128 0,3 9-16 15,-5-7-16-15,5 7 0 0,-6-6-112 0,-1 4 0 16,7 2-16-16,-12 2 0 0,2 4-272 0,-1 1-48 0,0 5-16 0,0 4 0 16,1 1-224-16,1 4 0 15,1 1 0-15,1 5 0 0,-2 0-176 0,1 6 176 0,3 0-160 0,3-2 160 16,-1 0 0-16,2-2 0 15,1-3 0-15,2-1 0 0,2-4 0 0,1-2 0 16,3-3 0-16,0-2 0 0,1-1 0 0,2-2 0 16,-1-4 160-16,1-1-160 0,-1-2 240 0,0-4-48 15,1-3 0-15,-1-2 0 0,2-2 192 0,1-2 48 0,0-3 0 0,-1-1 0 16,-4-2-16-16,1-1 0 0,0-1 0 0,0 0 0 16,-1 0-112-16,-2-2-32 0,1-2 0 0,-2 1 0 15,-1 1-32-15,-1-1-16 0,-3 1 0 0,-2-1 0 16,0-1-80-16,-1 2-16 0,-1-2 0 0,0 2 0 15,0 5-128-15,0 1 160 0,-1 7-160 0,5 6 160 0,0 0-160 16,0 0 128-16,0 0-128 0,-2 13 128 0,0 2-128 0,2 6 0 16,3 3 0-16,1 0 0 0,0 1 0 0,1 1 0 15,1 2 0-15,5-2 0 0,-2-5 0 0,1 1 0 16,1-1 0-16,1-3 0 0,-1-4 0 0,2 2 0 16,0 1 0-16,0-6 0 0,1 1 0 0,-1-4 0 15,-2 1 0-15,1-1 128 0,-2-3-128 0,0 2 0 16,-10-7 0-16,7 2 128 0,-7-2-128 0,0 0 0 15,0 0-192-15,0 0 192 16,0 0-2416-16,0 0-352 0,0 0-80 0</inkml:trace>
  <inkml:trace contextRef="#ctx0" brushRef="#br0" timeOffset="23657.37">16336 11726 12831 0,'0'0'576'0,"0"0"112"0,0 0-560 0,0 0-128 16,0 0 0-16,0 0 0 0,0 0 1024 0,0 0 192 0,-4-8 16 0,4 8 16 15,-4-6-160-15,4 6-48 0,0 0 0 0,0 0 0 16,-2-9-144-16,2 9-48 0,0 0 0 0,-2-9 0 15,-2 2-96-15,4 7-32 0,0 0 0 0,-5-6 0 16,0-1-64-16,5 7-16 0,-6-6 0 0,6 6 0 16,-9-8-128-16,1 4-16 0,8 4-16 0,-7-3 0 15,7 3-160-15,0 0-16 0,-11 0-16 0,11 0 0 0,-9 4-144 0,1 3-16 16,8-7-128-16,-9 6 192 0,0 1-192 0,2 1 128 16,1-1-128-16,1 2 0 0,-1 2 0 0,1 2 128 15,1 1-128-15,0 3 0 0,0 4 0 0,2 0 0 16,1 0 128-16,-1 0-128 0,1 1 0 0,1 0 0 15,0 1 0-15,3 0 0 0,-3-4 0 0,2 1 0 16,1-2 0-16,1-1 0 0,0-1 128 0,0-1-128 16,1-3 0-16,0 0 0 0,1-3 160 0,-6-9-160 15,7 10 160-15,-7-10-160 0,9 5 416 0,-9-5-16 16,0 0 0-16,0 0 0 0,12-1 128 0,-12 1 32 16,9-4 0-16,0-2 0 0,-1-6-64 0,0-1-16 0,0 1 0 0,-2-1 0 15,-1-2-160-15,2 0-16 16,-1 2-16-16,0-1 0 0,-4-2-144 0,-1-2-16 0,-1 1-128 0,0 1 192 15,-1 2-192-15,2 0 176 16,3-2-176-16,-2 2 160 0,-4 1-160 0,1-2 0 0,-2 2 0 0,1 1 128 16,-1 2-128-16,2 1 0 0,0 1 0 0,1 8 0 15,0 0 0-15,0 0 0 0,0 0 0 0,0 0 0 16,0 0 0-16,0 0 0 0,0 0 0 0,0 0 0 16,0 0 0-16,4 12 0 0,-2 0 0 15,1 2 0-15,-1 2 0 0,2 1 0 0,0 1 0 0,1 3 0 16,1-1 160-16,-1 3-160 0,1-2 192 0,2 1-192 15,1-1 144-15,2 1-144 0,-3-5 0 0,3-2 144 0,1-2-144 0,0-2 0 16,-1-1 0-16,1-3 128 0,0-1-128 0,-2-3 160 16,-10-3-160-16,12 0 160 0,-12 0-160 0,12-3 0 15,-2 1 0-15,1-2 0 16,-3-3-2944-16,-3-2-608 0</inkml:trace>
  <inkml:trace contextRef="#ctx0" brushRef="#br0" timeOffset="24327.03">17256 11338 19343 0,'0'0'1728'16,"0"0"-1392"-16,0 0-336 0,0 0 0 0,-8-6 2368 0,8 6 384 15,0 0 96-15,0 0 16 0,0 0-1200 0,0 0-224 16,0 0-48-16,0 0-16 0,4 15-816 0,0 2-176 16,0 4-16-16,0 3-16 0,0 2-160 0,0 2-48 15,-2 6 0-15,0 0 0 0,0 2 64 0,2 2 16 16,0 1 0-16,1-1 0 0,0-3-96 0,2-4 0 16,-1-3-128-16,1-3 192 0,-1-6-32 0,1-2-16 15,-2-4 0-15,2-1 0 0,-1-2 304 0,-6-10 64 16,0 0 16-16,0 0 0 0,12 4 224 0,-2-3 32 0,-10-1 16 0,12-6 0 15,-4-4-48-15,-1-5-16 16,-1-3 0-16,2-3 0 0,1-4-288 0,0-2-64 0,2-4-16 0,-2-6 0 16,1-2-176-16,1-1-48 15,0-6 0-15,1 2 0 0,1-1-144 0,0 4 0 16,0 3 0-16,0 6 0 0,-1 2 0 0,0 3-272 16,-3 5 32-16,-1 4 16 15,-2 2-496-15,1 4-112 0,-2 5 0 0,-5 7-16 16,0 0-1984-16,0 0-400 0,6 10-80 0,0 3-12736 0</inkml:trace>
  <inkml:trace contextRef="#ctx0" brushRef="#br0" timeOffset="24764.47">17763 11524 20271 0,'0'0'1792'0,"0"0"-1424"15,0 0-368-15,0 0 0 0,0 0 2240 0,11 7 384 16,-2 4 80-16,-3 5 16 0,-1-2-1504 0,-2 9-288 16,-3 4-64-16,0 2-16 0,-3 1-240 0,0 0-48 15,-3 3-16-15,0 1 0 0,-1-1-192 0,1-2-32 16,-1-2-16-16,2-2 0 0,0-3-304 0,1-3 160 15,3-6-160-15,-2 0 128 0,2-5-128 0,1-10 160 16,0 0-160-16,0 0 160 0,0 0-32 0,0 0 0 16,0 0 0-16,11-1 0 0,0-3 0 0,1-1-128 15,-1-2 192-15,1 1-64 0,-2 2-128 0,1 0 0 16,-11 4-192-16,10 0 192 0,-10 0-160 0,11 4 160 16,-11-4 0-16,8 6-144 0,-8-6 144 0,2 13-192 15,-2 0 192-15,-2 0-192 0,-2 0 192 0,-2 2 0 0,-1-2 0 0,-2-3-128 16,-2 1 128-16,1-2 128 0,1-3-128 0,-2-3 176 15,1-1 176-15,-1-2 32 0,1 0 16 0,1-1 0 16,0-3-144-16,2-1-48 0,1 0 0 0,0-2 0 16,1 1-432-16,1-3-96 0,0-2 0 0,0 1-11072 15,-1-1-2192-15</inkml:trace>
  <inkml:trace contextRef="#ctx0" brushRef="#br0" timeOffset="25851.12">16115 12842 17503 0,'0'0'1552'0,"0"0"-1232"15,0 0-320-15,0 0 0 16,13-1 1680-16,3 1 288 0,2 1 48 0,0 2 16 16,1-1-960-16,-2 2-192 0,0 2-48 0,-2 0 0 15,0 3-304-15,-2 3-64 0,-2-3-16 0,1 3 0 0,-4 1-320 0,-2 2-128 0,0-2 0 0,-4 6 144 16,-4 0 0-16,-1 3 0 0,0-3 0 0,0 2 0 15,-5-1-144-15,1 3 192 0,3-1-192 0,0-1 192 16,0-2 144-16,2-1 48 0,1-1 0 0,1-1 0 16,2 0 96-16,3-2 32 0,1-1 0 0,1 0 0 0,5-2-176 0,-1-1-16 15,-11-10-16-15,11 12 0 0,1-2-80 0,0-2-16 16,-1-3 0-16,1 0 0 0,0 1-16 0,0-3-16 16,-1 0 0-16,1-2 0 0,-1 1-176 0,-1-2 0 15,0-2 144-15,1 1-144 16,-1-5-320-16,1-1-144 0,-1-2-32 0,2 0 0 15,0-3-2720-15,1-1-560 0</inkml:trace>
  <inkml:trace contextRef="#ctx0" brushRef="#br0" timeOffset="26101.09">16750 12924 14735 0,'-4'17'640'0,"2"-4"160"0,-1 4-640 0,2 2-160 16,1 0 0-16,1-1 0 0,2 1 3088 0,1-1 592 16,2 0 112-16,2-1 32 0,0-1-2720 0,1-2-528 15,-3 2-128-15,5-1 0 0,-1-2-224 0,2 0-32 16,1-1-16-16,-3-1 0 0,2-4 80 0,-3 2 0 0,-9-9 16 16,7 14 0-16,-2-1 208 0,-5-13 32 0,4 10 16 0,-3 3 0 15,-1-13-80-15,-2 13-32 0,-1-1 0 16,-4 0 0-16,-4-2-416 0,-4 0 0 0,0 0 0 0,-2 0-10416 15,-3-1-2000-15</inkml:trace>
  <inkml:trace contextRef="#ctx0" brushRef="#br0" timeOffset="26226.15">16751 13038 21183 0,'17'-8'1888'0,"-5"4"-1504"15,1 1-384-15,5 1 0 0,3 1 2656 0,1-3 464 16,1 2 80-16,-1 1 32 0,0 1-2064 0,-2 0-400 15,-1 0-96-15,-2 0-16 16,-1 0-3216-16,-2 1-656 0</inkml:trace>
  <inkml:trace contextRef="#ctx0" brushRef="#br0" timeOffset="27279.27">18674 12151 11055 0,'0'0'976'0,"0"0"-784"15,0 0-192-15,0 0 0 0,0 0 2304 0,0 0 432 16,-6 8 80-16,-3 2 0 0,-2 4-1664 0,-2 1-352 15,-1 5-64-15,-2 1-16 0,-1 5-48 0,-2 1-16 16,-2 2 0-16,1 1 0 0,1 2-48 0,-1-2-16 16,-2 2 0-16,3-1 0 0,-1-1 128 0,2-4 32 15,1 0 0-15,1-1 0 0,3-3-352 0,1-3-64 16,2 1-16-16,1-4 0 16,1-2-2144-16,0-2-432 0</inkml:trace>
  <inkml:trace contextRef="#ctx0" brushRef="#br0" timeOffset="27498">18269 12278 27695 0,'9'13'1216'0,"-1"0"272"0,4 6-1184 15,1 2-304-15,1 3 0 0,2-1 0 0,-1 3 768 0,2 0 80 0,0 2 32 0,0 0 0 16,-2 2-224-16,3 0-32 0,3 0-16 0,-2-1 0 15,-2-3-432-15,1-2-176 0,-1-4 128 0,2-3-128 16,-1-4 0-16,-3 0 0 0,0-3 0 0,-3-1 0 16,-2-3-384-1,-2-1-64-15,-8-5-16 0,0 0-9088 0,0 0-1824 0</inkml:trace>
  <inkml:trace contextRef="#ctx0" brushRef="#br0" timeOffset="27701.19">19073 12073 28559 0,'-1'21'2544'0,"0"6"-2032"16,-2 10-512-16,1 2 0 0,-4 3 1104 0,1-1 128 16,-3 0 32-16,0 2 0 0,-1 0-560 0,0 1-96 0,-2-1-32 0,-1-1 0 15,0-2-320-15,3-1-80 16,2-5-16-16,2-2 0 15,3-9-3008-15,0-5-608 0</inkml:trace>
  <inkml:trace contextRef="#ctx0" brushRef="#br0" timeOffset="28372.91">19307 12308 4607 0,'0'0'192'0,"0"0"64"0,0 0-256 0,0 0 0 15,0 0 0-15,0 0 0 0,0 0 4208 0,0 0 784 16,0 0 176-16,0 0 16 0,0 0-2960 0,0 0-608 15,0 0-112-15,0 10-32 0,0-10-544 0,-2 12-112 16,0 0-32-16,1-1 0 0,-1 0-240 0,2-11-48 16,-2 10-16-16,0 1 0 0,2-11-256 0,-1 10-48 15,1-10-16-15,0 9 0 0,0-9-32 0,0 0 0 16,0 0 0-16,0 11 0 0,0-11 96 0,1 11 16 0,-1-11 0 0,2 11 0 16,0-1-96-16,-2-10-16 15,2 12 0-15,-2-2 0 0,0-10-128 0,-2 12 0 16,1 0 144-16,1-12-144 0,-4 9 128 0,-1-1-128 0,-2-2 128 0,1 1-128 15,-2-1 0-15,-1 1 144 0,-3-1-144 0,2-3 0 16,-2 1 0-16,0-3 0 16,-2 0 0-16,1-1 0 0,0 0 0 0,-2-1 0 0,2 0 160 0,2-6-160 15,-1 3 320-15,1-1 0 0,1-1-16 0,1-1 0 16,1-1 80-16,2 2 32 0,2-3 0 0,1 1 0 16,2-1-96-16,3 0 0 0,2-2-16 0,2 1 0 15,1-2-304-15,4 2 0 0,2-1 0 0,1 1 0 16,2 1 0-16,-1 1 0 0,1-3-176 0,2 2 176 15,2 0-864 1,1-3-64-16,0 1-16 0,1-1 0 0,-3 0-1392 0,1 2-288 0,-1-1-48 0,1 1-6416 16,-3 1-1296-16</inkml:trace>
  <inkml:trace contextRef="#ctx0" brushRef="#br0" timeOffset="28622.87">19751 12224 25279 0,'0'0'1120'0,"11"8"224"0,0 2-1072 0,3 2-272 16,1 1 0-16,-2 0 0 0,0 0 1920 0,-2 2 336 16,-2 0 64-16,-1 2 16 0,-3 2-672 0,0-1-144 15,-2 0-32-15,-3 0 0 0,-3 2-528 0,-1-1-128 16,-2 1 0-16,-1 1-16 0,-3-4-272 0,-3 0-48 16,-2-2-16-16,2-3 0 0,0 0-288 0,1-4-48 0,-1-3-16 0,2-3 0 15,-2-4 208-15,1-1 48 0,2-1 0 0,0-2 0 16,1-3 48-16,3-2 16 0,-1 1 0 0,2-3 0 15,0-2-192-15,1 0-16 16,3-2-16-16,2 0 0 0,1 1-416 0,2 3-64 16,2 0-32-16,1 3 0 15,3-1-2016-15,1 2-384 0,1-1-96 0</inkml:trace>
  <inkml:trace contextRef="#ctx0" brushRef="#br0" timeOffset="29772.39">20515 12361 23951 0,'-11'-2'1056'0,"0"-1"224"0,1 0-1024 0,-1-1-256 16,2-1 0-16,3 3 0 0,6 2 2096 0,0 0 352 16,0 0 80-16,0 0 16 0,0 0-1104 0,0 0-224 15,13 5-32-15,2 1-16 0,4-2-544 0,3 0-112 16,2 0-32-16,4-1 0 0,1-2 176 0,3 0 48 0,3 1 0 0,2-2 0 0,-1 0-304 0,0 0-48 15,-5 0-16-15,-2 0 0 0,-3 0-336 0,-3 0 0 16,-2 0 0-16,-3 0 0 16,-1 0-352-16,-4 1-96 0,-2-1 0 0,-11 0-16 15,10 0-1120-15,-10 0-208 0,0 0-64 0,0 0 0 16,0 0-928-16,0 0-192 0,0 0-32 0</inkml:trace>
  <inkml:trace contextRef="#ctx0" brushRef="#br0" timeOffset="29975.48">20866 11910 11055 0,'0'-16'976'0,"0"7"-784"16,0 9-192-16,0-8 0 0,0 8 4560 0,0 0 880 0,0 0 160 0,0 0 32 15,9 12-3328-15,-1 6-688 0,-3 7-128 0,-1 5-16 16,-3 3-528-16,-3 7-112 0,-1 3 0 0,-2 4-16 16,-2 4-224-16,0 4-32 0,-4-3-16 0,2-1 0 15,-1-2-320-15,0-4-64 0,1 0-16 0,2 0 0 16,-1-4-144-16,1-2 0 0,3-1 0 0,2-3 0 15,0-2-2304-15,1-3-352 0,0-4-64 16,-1-4-13152-16</inkml:trace>
  <inkml:trace contextRef="#ctx0" brushRef="#br0" timeOffset="30579.97">21716 11943 30175 0,'-5'-12'1344'0,"5"12"256"0,-4-9-1280 0,4 9-320 0,-1-9 0 0,1 9 0 16,0 0 1152-16,0 0 144 0,0 0 48 0,0 0 0 15,5 10-576-15,0 6-96 0,0 3-32 16,-1 9 0-16,-3 3-272 0,1 7-64 0,-2 1-16 0,1 1 0 16,0 5 32-16,1 0 16 0,-1-2 0 0,2-5 0 15,0-3 64-15,3-2 16 0,-1-6 0 0,1-1 0 16,4-6-32-16,0-2-16 0,0-5 0 0,2-2 0 15,0-5 144-15,0-1 16 0,-1-3 16 0,1-4 0 16,0-2 128-16,1-3 32 0,0-5 0 0,3-4 0 16,0-2-192-16,4-4-16 0,0-8-16 0,-1-3 0 0,1-6-288 0,-1-5-64 15,0-4-128-15,1-3 192 0,1-1-192 0,0 1 0 16,-3 1 0-16,1 3 0 0,-5 3 0 0,-1 5 0 16,0 2 0-16,-1 6-160 15,-3 4-832-15,-1 7-160 0,-2 6-48 0,-1 5 0 16,-5 9-1120-16,0 0-240 0,3 13-32 0,-4 4-14560 15</inkml:trace>
  <inkml:trace contextRef="#ctx0" brushRef="#br0" timeOffset="30987.67">22453 12074 26719 0,'0'0'2368'0,"0"0"-1888"16,0 0-480-16,7 11 0 0,1 0 2080 0,-1 5 320 15,-2 2 64-15,-2 5 16 0,-5 3-1392 0,1 0-256 16,-4 1-64-16,-2 2-16 0,-2 2-272 0,-1-2-48 16,-1-2-16-16,0 2 0 0,0-4-192 0,3-1-32 0,0-4-16 0,3-2 0 15,3-4-176-15,-1-3 0 0,3-11 0 0,0 0 0 16,0 0 0-16,0 0 192 0,9 1-64 0,3-3 0 15,2-4 0-15,4 0-128 0,2-1 192 0,2 1-64 16,0 1-128-16,-2 3 0 0,-3 0 0 0,0 4 0 0,0 0 0 0,0 3 0 16,-4 1 0-16,-2 1 0 0,-1 3 0 0,-4 1 0 15,-2-1 0-15,-4 1 0 0,-3 0 0 0,0 2 0 16,-8 3 0-16,-1-2 0 0,-1-1 256 0,0 0 128 16,-1-1 32-16,0-3 0 0,-3-2 432 0,2-5 96 15,1-2 16-15,0-2 0 0,-1-2-352 0,2-1-64 16,0-2-16-16,3-5 0 0,1-1-528 0,3 0-144 15,3-1-16-15,1 1 0 16,4-3-2416-16,1-1-496 0,5 0-80 0</inkml:trace>
  <inkml:trace contextRef="#ctx0" brushRef="#br0" timeOffset="32166.16">23257 11888 15663 0,'0'0'688'0,"0"0"144"0,-7-8-656 0,2 4-176 16,5 4 0-16,-6-6 0 0,-1-1 1680 0,7 7 304 15,-5-6 64-15,5 6 16 0,0 0-224 0,-5-8-48 16,5 8-16-16,0 0 0 0,0 0-320 0,4-9-64 15,4 2-16-15,1 2 0 0,0 0-288 0,8 1-64 16,5 1-16-16,3 2 0 0,1 0-416 0,2 1-80 16,5 0 0-16,1 2-16 0,1 1-272 0,-1-1-48 0,-1 1-16 0,-5 0 0 15,-2 1-160-15,-3-1 0 0,-5 3 0 0,-3-2 0 32,-2-1-1120-32,-2 1-208 0,-11-4-32 0,9 6-16 15,-9-6-992-15,0 0-192 0,3 10-32 0</inkml:trace>
  <inkml:trace contextRef="#ctx0" brushRef="#br0" timeOffset="32369.28">23227 12047 1839 0,'0'0'0'0,"0"0"160"0,0 0-160 0,0 0 0 16,8 14 0-16,4-2 0 0,2-3 6960 0,5-1 1360 15,1 0 256-15,2-3 64 0,0 0-5984 0,4-1-1200 16,2 0-240-16,2 0-64 0,0 0-384 0,1 0-64 15,-1 1-32-15,-1 0 0 0,-2 2-672 0,-2-3 0 16,-3 0 0-16,-2 1 0 16,-2-4-640-16,-2 2-128 0,-2 1 0 0,0-2-16 15,-1 1-2656-15,-2-2-528 0</inkml:trace>
  <inkml:trace contextRef="#ctx0" brushRef="#br0" timeOffset="36297.28">24514 11979 11055 0,'-9'-1'976'0,"-2"0"-784"15,0-2-192-15,-1 2 0 0,0-1 2176 0,2 1 400 16,10 1 80-16,-8-3 16 0,-1 2-848 0,9 1-160 16,-9-1-48-16,9 1 0 0,0 0-320 0,0 0-64 15,0 0-16-15,0 0 0 0,0 0-320 0,0 0-64 16,16 4 0-16,9 0-16 0,9-2-176 0,9 2-16 16,7 3-16-16,4-1 0 0,6-3 224 0,3 1 64 15,2-3 0-15,8-1 0 0,8 0-256 0,2 0-64 16,2 0 0-16,-4-1 0 0,-4-3-96 0,1 1-32 0,3-2 0 0,0 4 0 15,0-2 16-15,-3 3 0 0,-9 3 0 0,-4-2 0 16,-5 2-160-16,-4-3-48 0,-1-2 0 0,-4 2 0 16,-6-1 176-16,-5 1 16 0,-8 1 16 0,-4-1 0 15,-8-1-240-15,-4 1-48 0,-4-1-16 0,-12 1 0 16,0 0-160-16,0 0 0 0,-8-8 0 0,-4-1-176 31,-3-3-2032-31,-8 0-416 0,-4 1-64 0,5 1-15712 0</inkml:trace>
  <inkml:trace contextRef="#ctx0" brushRef="#br0" timeOffset="36770.03">24702 10898 17503 0,'-4'-19'1552'0,"0"-3"-1232"0,0-1-320 0,1 3 0 16,1-1 2128-16,2 4 368 0,1-3 80 0,1 6 16 15,1 2-768-15,0 3-160 0,-3 9-16 0,0 0-16 0,0 0-448 0,10 5-96 16,-1 8 0-16,2 6-16 0,-2 8-784 0,1 7-160 15,1 4-128-15,-2 7 192 0,0 6-192 0,-1 4 160 16,-3 1-160-16,0 0 160 0,2 0-160 0,-1-5 128 16,-1-5-128-16,2-3 128 0,-3-3-128 0,0-7 0 15,0-6 144-15,0-1-144 0,0-5 336 0,-1-2 0 16,0-3 0-16,0-4 0 0,-3-12 288 0,0 0 48 16,6 8 16-16,-6-8 0 0,0 0 144 0,12-12 48 15,0-2 0-15,-1-9 0 0,1-3-240 0,4-4-64 16,1-4 0-16,0-3 0 0,0-5-368 0,1-5-80 15,4-3 0-15,1-2-128 0,2 3 0 0,-1 1 0 16,0-1 0-16,3 6 0 0,-3 5-192 0,1 6-112 0,-4 2-16 0,-3 4 0 31,-1 5-1664-31,-3 5-320 0,-2 5-80 0,-1 5-16 16,-11 6-1760-16,0 0-336 0</inkml:trace>
  <inkml:trace contextRef="#ctx0" brushRef="#br0" timeOffset="37207.48">25321 11057 21759 0,'0'0'960'0,"5"10"208"0,0 4-928 0,2 2-240 0,-1 3 0 0,-1 5 0 0,-2 3 1008 0,-2 0 144 16,-1 1 48-16,0 0 0 0,-4 2-80 0,1-2-16 16,-3-2 0-16,2 2 0 0,1-4-352 0,-1-3-80 15,0-3-16-15,1-1 0 0,0-3-336 0,1-2-64 16,2-12 0-16,0 0-16 0,0 0 176 0,0 0 32 16,0 0 16-16,0 0 0 0,10 4-32 0,-1-4-16 15,-9 0 0-15,12-4 0 0,-12 4-288 0,11-4-128 16,-11 4 0-16,10-2 128 0,-10 2-128 0,0 0 0 15,0 0 0-15,10 6-176 0,-10-6 176 0,6 12-208 16,-5 0 80-16,-2-2 128 0,-3-1-304 0,-1 3 64 0,-5 1 16 0,0-1 0 16,-2-2 96-16,1 0 128 15,-1 1-208-15,1-3 80 0,1 0 128 0,1-6 0 16,0 2 0-16,0-4 128 0,-1 0-128 0,1-4 0 16,1 2 0-16,8 2 128 0,-9-7-320 0,3 1-48 15,1-5-16-15,1-1 0 16,1-1-1472-16,4 0-320 0,5 2-48 0,0 1-10960 0</inkml:trace>
  <inkml:trace contextRef="#ctx0" brushRef="#br0" timeOffset="37441.87">25604 11176 28799 0,'0'0'1280'0,"0"0"256"0,0 0-1232 0,0 0-304 0,0 0 0 0,0 0 0 0,0 0 1504 0,0 0 240 16,0 0 48-16,14 0 16 0,3-1-720 0,0 2-160 16,0 3-32-16,2-1 0 0,2 0-256 0,0 1-48 15,-1 0-16-15,-1 2 0 0,-2 0-336 0,1-1-80 16,-2 0-16-16,0-3 0 0,-2-2-144 0,-1 1 0 16,0 0 0-16,-1-1 0 15,0-2-1344-15,-3 0-208 0,-1-3-48 0,-8 5-9584 16,7-5-1920-16</inkml:trace>
  <inkml:trace contextRef="#ctx0" brushRef="#br0" timeOffset="37694.44">26192 10810 14735 0,'0'0'1312'0,"0"0"-1056"0,10 5-256 0,-1 3 0 16,0 2 3568-16,-1 6 656 16,-3-1 128-16,-1 6 16 0,-2-1-2784 0,-4 3-560 0,-3 2-128 0,-1 4 0 15,-2 3 176-15,-1 2 32 16,-2 5 16-16,1-1 0 0,-1 0-336 0,1 0-64 16,1-3-16-16,1-2 0 0,0-5-416 0,3-2-96 15,0-2 0-15,1-2-16 0,0-1-176 0,1-4-192 16,1-4 32-16,0-3 16 0,2-10-2800 0,0 0-544 0</inkml:trace>
  <inkml:trace contextRef="#ctx0" brushRef="#br0" timeOffset="37852.25">26297 11283 24879 0,'0'0'1088'0,"5"13"256"15,-2 0-1088-15,1 1-256 0,1 2 0 0,0 1 0 0,-2-4 2032 0,0 1 336 16,-2-1 80-16,0-1 16 0,-1 0-1632 0,2-2-336 15,-2-10-64-15,0 0-16 32,0 0-2512-32,0 0-496 0,7 5-96 0,-7-5-10256 0</inkml:trace>
  <inkml:trace contextRef="#ctx0" brushRef="#br0" timeOffset="38070.99">26606 10898 11967 0,'0'0'1072'0,"2"12"-864"0,-4 1-208 0,1 3 0 0,0 2 3504 16,1 4 656-16,0 2 128 0,0 0 16 0,-3 3-2656 0,2 1-544 16,-1 5-96-16,1-2-32 0,0 0 16 0,1 2 0 15,0-6 0-15,0-1 0 0,1-2-304 0,0-2-64 16,2 1-16-16,-3-4 0 0,0-1-176 0,1-1-48 16,1-1 0-16,-4-1 0 0,-3-3-160 0,-3-2-32 15,-2 1-16-15,-1-2 0 0,1 4-176 0,-3-6 0 16,-1-1 144-16,-1 1-144 15,0-2-2000-15,-1 0-480 0,0-2-80 0</inkml:trace>
  <inkml:trace contextRef="#ctx0" brushRef="#br0" timeOffset="38227.32">26587 11012 36623 0,'11'-7'1616'0,"1"3"352"0,4-1-1584 0,5 0-384 16,1-3 0-16,1 3 0 0,-1 0 1152 0,1 1 128 0,-1 0 48 0,0 1 0 15,-2 3-864-15,-2 0-160 16,-3 0-48-16,0 3 0 16,-2-2-3328-16,-3 0-656 0</inkml:trace>
  <inkml:trace contextRef="#ctx0" brushRef="#br0" timeOffset="46742.75">27133 10661 8287 0,'0'0'368'0,"0"0"80"0,5-8-448 0,-5 8 0 15,7-10 0-15,-1 2 0 0,1 3 3648 0,-7 5 656 16,9-7 128-16,1 5 32 0,2 4-2240 0,1 5-448 16,3 3-96-16,2 10-16 0,3 7-528 0,2 4-112 15,2 3-32-15,0 5 0 0,-3 6-352 0,-1-2-80 0,-3 0-16 0,-2 2 0 16,-3 2-96-16,-1 2 0 16,-2-1-16-16,-2 1 0 0,-6 1-128 0,-3-6-32 0,-5-1 0 0,-4-2 0 15,-3-1 0-15,-5-2 0 0,-5-3 0 0,-5 0 0 16,-3 1-80-16,-3 0 0 15,-1-3-16-15,1-2 0 0,1-2-368 0,1-6-64 16,-2-3 0-16,4-3-16 31,3-4-2352-31,0-8-448 0</inkml:trace>
  <inkml:trace contextRef="#ctx0" brushRef="#br0" timeOffset="47338.21">24825 10357 4607 0,'0'0'400'0,"0"0"-400"0,0 0 0 0,0 0 0 0,0 0 1760 0,0 0 272 0,-2-9 48 0,2 9 16 16,0 0-640-16,-5-5-128 0,-2-2-32 0,-1 4 0 15,0-1 80-15,-1 2 16 0,-1 1 0 0,-2 2 0 0,-2 2-176 0,-2 2-16 16,-2 2-16-16,-3 0 0 0,-4 4-192 0,-1 5-32 16,-4 3-16-16,0 10 0 0,0 7-368 0,-1 6-80 15,1 8-16-15,4 8 0 0,1 5-16 0,3 6 0 16,0 4 0-16,2 5 0 0,2 4-32 0,4 0-16 16,3-5 0-16,5-5 0 0,3-9-192 0,3-9-32 15,3-1-16-15,3-10 0 0,5-4-176 0,3-5 0 16,3-7 0-16,2-2 0 15,1-4-1200-15,5-3-320 0,2-3-64 0,6 2-12400 0</inkml:trace>
  <inkml:trace contextRef="#ctx0" brushRef="#br0" timeOffset="49452.21">27897 11364 13823 0,'-10'0'1216'15,"-1"0"-960"-15,2 0-256 0,9 0 0 16,-10 1 3456-16,10-1 656 0,-8 0 128 0,8 0 32 15,0 0-2160-15,0 0-448 0,0 0-64 0,0 0-32 16,14 0-384-16,7 0-80 0,8 0-16 0,3-1 0 0,6-1-256 0,5 2-64 16,3-5-16-16,4 1 0 0,8 0-224 0,3 2-32 15,4-1-16-15,-2 2 0 0,-4 0-240 0,-3-1-48 16,-7 0-16-16,-5-1 0 0,-3 0-176 0,-3 1 0 16,-4-1 144-16,-2 2-144 0,-2-2 0 0,-4 2 144 15,-5-2-144-15,-5 3 0 16,-5-3-912-16,-11 3-304 0,0 0-48 0,0 0-11056 15,0 0-2208-15</inkml:trace>
  <inkml:trace contextRef="#ctx0" brushRef="#br0" timeOffset="49666.24">28503 10944 6447 0,'0'0'272'0,"0"0"80"0,0 0-352 0,0 0 0 15,3 13 0-15,-1 5 0 0,-2 4 6848 0,0 6 1280 16,0 6 272-16,0 2 48 0,-2 3-6464 0,-2 4-1280 16,-1 3-272-16,-4 1-48 0,-3-1-208 0,-3 0-48 15,-1 1 0-15,0 3 0 0,0 3-128 0,2 1 128 16,0-1-128-16,2-2 128 16,3-3-1264-16,2-6-256 0,5-5-48 0</inkml:trace>
  <inkml:trace contextRef="#ctx0" brushRef="#br0" timeOffset="52033.28">24116 10618 3679 0,'-6'-12'320'0,"6"12"-320"0,1-7 0 0,-1 7 0 16,0 0 4992-16,0 0 912 16,-3-8 192-16,3 8 48 0,-7 0-4320 0,-4 4-864 0,-2 3-160 0,-1 5-32 15,-5 4-464-15,0 2-96 0,-3 7-16 0,-2 2 0 16,0 3-16-16,0 1-16 0,2 3 0 0,1 0 0 16,0-1 16-16,4-2 0 0,3 0 0 0,5-2 0 15,2-2 256-15,5-3 48 0,2-4 16 0,4-2 0 16,3-1-144-16,5-2-32 0,2 0 0 0,2-2 0 0,1-3-144 0,3-1-48 15,3 0 0-15,2-2 0 0,0-2 0 0,1 0-128 16,1-1 192-16,0-1-64 0,-1-3-128 0,1-1 0 16,-3-1 0-16,-2 0 0 15,-2-2-368-15,0 0-96 0,-3-3-32 0,-2 1 0 16,-2-3-1872-16,-1 0-368 0,-2-1-80 0</inkml:trace>
  <inkml:trace contextRef="#ctx0" brushRef="#br0" timeOffset="52252.01">24181 10648 13823 0,'0'0'1216'0,"0"0"-960"0,0 0-256 16,0 0 0-16,-7 12 3072 0,1 0 576 0,1 2 128 0,1 5 0 15,2 5-2320-15,-4 2-480 0,1 3-80 0,-1 3-32 16,-2 3 0-16,-1 6 0 15,1 4 0-15,-1 8 0 0,-2 4-432 0,1 3-96 0,-2 3-16 0,0-1 0 16,-1 2-320-16,0 0 144 0,2-2-144 0,-1 4-10304 31,1 1-2112-31</inkml:trace>
  <inkml:trace contextRef="#ctx0" brushRef="#br0" timeOffset="54282.91">29284 10821 12895 0,'0'0'576'0,"0"0"112"0,0 13-560 0,1 8-128 0,2 3 0 0,-2 7 0 16,-1 6 3312-16,0 4 624 0,-1 5 128 0,1 1 32 15,0 5-3104-15,-1-1-608 16,-3 0-128-16,0-2-32 0,-1 1-16 0,2-5 0 16,-1-2 0-16,2-1 0 0,0-3 48 0,1-4 16 0,0-5 0 0,2-3 0 15,2-5 496-15,0-1 80 0,1-6 32 0,2-3 0 16,-6-12-96-16,0 0-16 0,0 0 0 0,0 0 0 16,10 0 96-16,0-7 16 0,1-6 0 15,2-5 0-15,3-5-208 0,0-6-32 0,3-6-16 0,0-3 0 16,3-2-368-16,2-2-64 0,2 0 0 0,-1-4-16 15,-2-2-176-15,1-4 0 0,-2-4 0 0,-1 4 128 16,0 0-128-16,-1 6 0 0,0 6 0 0,-3 5 0 16,-3 5 0-16,-1 5-224 0,-4 5 48 0,-1 7 16 15,-2 5-1488-15,-6 8-288 16,0 0-64-16,0 0-16 0,0 0-1360 0,5 15-272 0</inkml:trace>
  <inkml:trace contextRef="#ctx0" brushRef="#br0" timeOffset="54689.12">30049 11133 19343 0,'8'25'1728'0,"-3"6"-1392"16,-2 4-336-16,0 6 0 0,-3-1 1280 0,-2 3 192 16,-3 3 48-16,-3 2 0 0,-1 2-288 0,0-1-48 15,-1 2-16-15,0-4 0 0,1-5-592 0,3-6-128 16,1-5-32-16,2-6 0 0,0-7-160 0,3-3-48 16,0-15 0-16,0 0 0 0,0 0 256 0,0 0 48 0,8-8 16 0,4-4 0 15,1-5-48-15,0-1-16 0,1-3 0 0,1 2 0 16,-1 3-464-16,0 2 0 0,1 2 0 0,-2 3 0 15,-1 4 448-15,1 3 32 0,0 5 16 0,0 2 0 16,-2 2-144-16,1 3-32 0,-1 2 0 0,-4 2 0 16,0 6-64-16,-3-1-32 0,-3 7 0 0,-2-1 0 0,-1-3-64 0,-1-1-16 15,-5-1 0-15,-3-3 0 0,0-3 224 0,-2 0 32 16,0 3 16-16,-3-5 0 0,-1 0 32 0,-1-6 0 16,-5-2 0-16,3-1 0 0,-1-2-448 0,0-2 0 15,-1-3 0-15,2-3-12512 16,1-3-2432-16</inkml:trace>
  <inkml:trace contextRef="#ctx0" brushRef="#br0" timeOffset="59670.16">25535 12267 20271 0,'0'0'1792'0,"0"0"-1424"0,0 0-368 0,0 0 0 16,0 0 1824-16,-7 13 288 16,3-5 64-16,0 4 16 0,2 1-1024 0,-1 3-208 15,-1 3-32-15,0 2-16 0,0 0-512 0,-1 2-96 0,0-3-32 0,0 3 0 16,-1-1-112-16,3-6-32 0,0 4 0 16,0 2 0-1,1 3-848-15,0 2-176 0,1 2-48 0</inkml:trace>
  <inkml:trace contextRef="#ctx0" brushRef="#br0" timeOffset="62984.35">23234 13349 18431 0,'0'0'1632'0,"0"0"-1312"16,0 0-320-16,0 0 0 0,0 0 1904 0,0 0 304 16,0 0 64-16,7-4 16 0,12-5-1200 0,-4 7-256 15,6 0-32-15,4 1-16 0,1 1-304 0,3 0-64 16,3 3-16-16,2-1 0 0,1 1-256 0,2 0-144 15,-1-1 160-15,-2-1-160 0,-1 1-160 0,-4-2-128 0,-3 0-32 0,-3 1-8736 32,-3 0-1760-32</inkml:trace>
  <inkml:trace contextRef="#ctx0" brushRef="#br0" timeOffset="63156.25">23312 13637 16575 0,'0'0'736'0,"0"0"160"16,9 7-720-16,1-2-176 0,2-2 0 0,4-1 0 0,6 2 2752 0,5-2 528 16,6-4 112-16,2 1 0 15,3-4-2320-15,0 2-480 0,-2 1-80 0,1-1-32 16,0-2-224-16,-1 2-64 0,-4-2 0 0,1 1-9360 16,-1 0-1888-16</inkml:trace>
  <inkml:trace contextRef="#ctx0" brushRef="#br0" timeOffset="64281.01">24410 12983 24879 0,'0'0'2208'0,"0"0"-1760"16,0 0-448-16,0 0 0 0,0 0 1376 0,1 12 192 16,0 1 32-16,2 4 16 0,-1 7-1216 0,-3 3-240 0,-4 5-160 0,-3 5 192 15,-1 2 0-15,1 1 0 0,-1 1 0 0,2 0 0 16,3 1-48-16,2-4 0 0,1-4 0 0,2 0 0 16,4-3 272-16,4-2 48 15,3-3 16-15,1-2 0 0,-1-3 64 0,2 0 16 16,3-4 0-16,3-3 0 0,-1-2-176 0,1-1-48 15,-2-2 0-15,-2 1 0 0,-2-2-144 0,0 1-48 0,-3-2 0 0,-3-1 0 16,-8-6-16-16,3 11-128 0,-3-11 192 0,-1 11-64 16,-3 1 32-16,-2-1 0 0,-6 0 0 0,-2-2 0 15,-5 2-288-15,-2-1-64 0,-3-2-16 0,7-3 0 16,-3 2-2672-16,-10 1-544 16</inkml:trace>
  <inkml:trace contextRef="#ctx0" brushRef="#br0" timeOffset="64408.66">24428 13328 30175 0,'0'0'1344'0,"17"7"256"0,2-2-1280 0,3 0-320 15,4-1 0-15,2-1 0 0,2 0 352 0,1-3 0 16,-1 1 0-16,-1 0-9504 16,-1-1-1920-16</inkml:trace>
  <inkml:trace contextRef="#ctx0" brushRef="#br0" timeOffset="64752.39">24906 13194 23951 0,'0'0'1056'0,"0"0"224"0,2 15-1024 0,-1-1-256 0,1 5 0 0,2 4 0 15,2 3 1744-15,-1 2 304 0,0 1 48 0,0 2 16 0,2 1-1632 0,-1 2-320 16,-1-2-160-16,1 1 160 16,-4-3 128-16,2 0 32 0,3-4 0 0,1-1 0 0,1-3 432 0,1-8 80 15,-1-1 32-15,2-4 0 0,-1-2 80 0,2-5 16 16,-2-2 0-16,2-5 0 0,0-4-144 0,-1-4-32 16,2-3 0-16,1-3 0 0,0-3-208 0,0-3-32 15,2-3-16-15,1 4 0 0,-3-2-368 0,0-3-160 16,2-2 128-16,0 1-128 0,-3-3 0 0,0 6-144 15,0 1 0-15,0 0 0 16,-1 5-832-16,-1 4-176 0,0 2-16 0,-3 8-16 16,-1 0-1920-16,-7 7-384 0</inkml:trace>
  <inkml:trace contextRef="#ctx0" brushRef="#br0" timeOffset="65196.12">25498 13434 28799 0,'0'0'1280'0,"0"0"256"0,0 0-1232 0,9 3-304 0,-1 3 0 0,0 2 0 0,0 1 1088 0,0 3 144 15,-2 4 48-15,-2 0 0 0,-1 3-576 0,-3 3-128 16,-3 3 0-16,0-2-16 0,-1 3-96 0,-1 0-16 16,0-1 0-16,0-1 0 0,0-5-160 0,1-1-32 15,0-2-16-15,0-4 0 0,3-3-64 0,1-9-16 0,0 0 0 16,0 0 0-16,0 0 160 0,7-1 48 16,2-5 0-16,3 1 0 0,1 1-368 0,0-2 128 15,0 2-128-15,2 1 0 0,-1 1 0 0,0 2 0 16,-1 1 0-16,-1 3-192 0,1 2 192 0,-2 2 0 0,-4 1-144 0,-1 0 144 15,-2 2-192-15,-3-1 48 16,-2 1 0-16,-3 0 0 0,-2 0 144 0,-1 1 0 0,-1-1 0 0,-3 0 0 16,0-1 0-16,-2-1 128 0,0-2-128 15,-1-1 128-15,0 0-128 0,1-1 176 0,0-4-176 0,1-1 192 32,3-1-192-32,0-2 0 0,0-1 0 0,1-2 128 15,2-3-1968 1,0-2-400-16,2-1-64 0,2-1-12992 0</inkml:trace>
  <inkml:trace contextRef="#ctx0" brushRef="#br0" timeOffset="70681.1">26211 13424 24879 0,'0'0'1088'0,"0"0"256"0,0 0-1088 0,0 0-256 0,0 0 0 0,0 0 0 15,0 0 1472-15,5-9 224 0,1 1 48 0,0 1 16 16,1 1-160-16,3-1-16 0,2 2-16 0,2 0 0 15,2 2-480-15,2-2-80 0,-1 1-32 0,1 0 0 0,1 0-368 0,0 3-80 16,2-3-16-16,-1 1 0 16,0 2-160-16,-1 0-32 0,-1 1-16 0,1 0 0 0,1 0-176 0,0 0-128 15,-1 1 192-15,-2 0-192 0,-4 2 128 0,0 0-128 16,-1-1 0-16,0 2 0 0,-12-4 0 0,11 3 0 16,-11-3 0-16,9 5-144 15,-9-5-1056-15,0 0-208 0,0 0-32 0,0 0-16 16,0 0-1120-16,0 0-240 0,0 0-32 0</inkml:trace>
  <inkml:trace contextRef="#ctx0" brushRef="#br0" timeOffset="71149.81">27280 12910 16575 0,'8'-5'1472'0,"3"0"-1168"16,-2-1-304-16,1 2 0 0,1-2 2304 0,-1 1 416 0,-2-1 80 0,-8 6 16 16,0 0-832-16,0 0-144 0,0 0-48 0,0 0 0 15,6 11-608-15,-6-5-128 0,-4 5-32 0,-2 2 0 16,-5 3-336-16,-2 3-80 0,-4 3-16 0,-2 6 0 15,-3 2-240-15,-2 4-48 0,-2 5-16 0,-9 19 0 16,4-3 176-16,3 0 48 0,6 0 0 0,8-16 0 16,-1 1-48-16,4 3 0 0,-1 0 0 0,3-4 0 0,2-1-176 0,3-1-32 15,3-4-16-15,4-1 0 0,2-5-112 0,4-3-128 16,0-6 176-16,4-4-176 0,4-3 144 0,3-5-144 16,-1-2 0-16,3-5 144 0,3-4-16 0,0-6-128 15,2-2 192-15,2-3-64 0,-2-2-128 0,-2-4 0 16,-1 1 0-16,-3 0 0 0,-3 0 224 0,-3 3-32 15,-4 0-16-15,-3 1 0 0,-3 0-176 0,-4 1 0 16,-3 2 0-16,-6-6 0 0,-4 6 176 0,-5 2-48 16,-4 5-128-16,4 4 192 0,-2 2-192 0,-14 2-208 15,-1 4 32-15,11 2 16 0,-2 1-48 0,-1 1-16 16,-1 1 0-16,-9 10 0 16,8-2-1632-16,3-2-336 0,5-3-64 0</inkml:trace>
  <inkml:trace contextRef="#ctx0" brushRef="#br0" timeOffset="80251.36">11488 14477 11055 0,'0'0'976'0,"4"-9"-784"0,-1-3-192 0,-1 3 0 0,-2 9 3792 0,0 0 720 0,6-8 144 0,-6 8 16 0,0 0-3184 0,0 0-640 15,10 8-128-15,1 6-16 0,-2 6-384 0,-1 6-64 16,-3 8 0-16,0 2-16 0,-1 7-48 0,-2 2 0 15,1 4 0-15,-2 1 0 0,1-2-64 0,0-4 0 16,0-2-128-16,0-5 192 0,2-7 192 0,0-6 48 16,1-1 0-16,2-9 0 0,-1-2 400 0,2-2 96 15,-1-6 16-15,-7-4 0 0,10 0-64 0,0-3-16 0,1-2 0 0,1-4 0 16,-2-4-176-16,2-4-48 16,2-2 0-16,0-5 0 0,0-5-352 0,-1 1-80 0,1-4-16 0,2 1 0 15,0-1-192-15,0-2 128 16,0 1-128-16,-1-1 0 0,1 4 0 0,-2 1 0 0,1 2 0 0,-2 2 0 31,0-1-448-31,-1 3-64 0,-1 2-32 0,1 4 0 16,-2 4-1840-16,1 0-368 0,-1 4-80 0,-2 4-12784 0</inkml:trace>
  <inkml:trace contextRef="#ctx0" brushRef="#br0" timeOffset="80688.88">12158 14554 17503 0,'0'0'1552'0,"0"0"-1232"15,0 0-320-15,8 10 0 0,-1 3 2496 0,-2 2 448 16,-1 2 96-16,0 4 16 0,-2 1-1712 0,-2 4-352 15,-2 3-64-15,-2 1-16 0,-3-1-432 0,0-1-96 16,-1 1 0-16,0-5-16 0,0-2-176 0,3-1-16 16,0-1-16-16,2-4 0 0,2-7-160 0,1-9 128 15,0 0-128-15,0 0 128 0,0 0 144 0,0 0 32 16,0 0 0-16,13-3 0 0,1-3-48 0,1 0 0 16,0 1 0-16,1 1 0 0,-1 3-256 0,4 1 0 15,-2 3 0-15,0 2 0 0,-3 0 0 0,-1 4 0 16,-4-2 0-16,0 3-144 0,-2 0 144 0,-3 2 0 15,-3 0 0-15,-2 1 0 0,-1-3 0 0,-3 2 0 16,-1-4 0-16,-5 1 128 0,-2 0 144 0,1-1 48 16,-2-1 0-16,-2-1 0 0,-1-1 0 0,1-1 16 0,-1 0 0 0,1-4 0 15,2 0-144-15,-1-3-48 0,2 2 0 0,3-1 0 16,1-2-144-16,2-2 0 0,2-1-192 0,2 0 192 31,2-3-1984-31,2-1-256 0,6-1-64 0,2-1-12464 0</inkml:trace>
  <inkml:trace contextRef="#ctx0" brushRef="#br0" timeOffset="80891.92">12713 14517 31439 0,'0'0'1392'0,"13"3"288"0,1 1-1344 0,2 0-336 16,3 0 0-16,-1 0 0 0,1-2 1424 0,-1 1 224 15,-1-3 32-15,0 0 16 0,-2 0-832 0,1 0-160 16,1-3-48-16,-1 2 0 0,-3-2-656 0,-2 0 0 16,0 0 0-16,-2 0 0 15,-9 3-1360-15,9-2-160 0,-9 2-16 0,0 0-16 16,0 0-1792-16,0 0-368 0</inkml:trace>
  <inkml:trace contextRef="#ctx0" brushRef="#br0" timeOffset="81080.5">12540 14819 20271 0,'13'-7'896'0,"-2"5"192"15,2-5-880-15,5 2-208 0,6-3 0 0,3 0 0 0,3-1 4416 0,3 0 832 16,-1 0 160-16,1-2 32 0,-2 0-3232 0,0 1-656 16,-1 5-128-16,-1 1-16 0,-2 0-784 0,-3 1-160 0,-3-1-16 0,0-2-16 15,-2 2-432-15,1-2-320 0,-2-1 48 0,-5 4 16 31,-3-3-2336-31,-2 1-464 0,-8 5-80 0</inkml:trace>
  <inkml:trace contextRef="#ctx0" brushRef="#br0" timeOffset="85574.58">13621 14663 3679 0,'0'0'320'0,"-10"-5"-320"0,-1 0 0 0,11 5 0 0,-4-3 4640 0,4 3 864 0,-5-5 160 0,5 5 32 16,0 0-3424-16,0 0-688 0,2-9-144 0,-2 9-32 0,13-6-304 0,2 0-64 16,3 4-16-16,6 0 0 0,5 2-224 0,2 0-48 15,2 2-16-15,3-2 0 0,3 0-304 0,0 0-64 16,2 0-16-16,-2-2 0 0,-1-4-128 0,-2-1-32 16,-1 0 0-16,-1-1 0 0,-1 0-192 0,-3-2 0 15,-2 2 128-15,-3 0-128 16,-4 0-1184-16,-3 3-288 0,-5 2-48 0,-13 3-8720 15,9-4-1760-15</inkml:trace>
  <inkml:trace contextRef="#ctx0" brushRef="#br0" timeOffset="85911.75">13924 14738 23951 0,'0'0'2128'0,"0"0"-1696"0,0 0-432 0,-4 9 0 0,0 4 1536 0,-1 0 240 16,-2 1 32-16,-1 1 16 0,3 2-1424 0,-1 1-272 16,-2 1-128-16,0 4 0 0,0 1 0 0,3 5 0 15,0-3 0-15,1 2 0 0,2-1 384 0,2 2-32 16,3-2 0-16,1-2 0 0,1-6 384 0,2 0 80 16,1-4 16-16,1 0 0 0,0-4-256 0,1 1-32 15,1-4-16-15,-1 0 0 0,1-2-288 0,-4-2-64 16,-7-4-16-16,11 3 0 0,-1-1-160 0,-10-2 160 15,0 0-160-15,0 0 160 0,0 0-160 0,0 0 0 16,0 0 144-16,0 0-144 0,0 0 0 0,-6 5 0 0,-3 1 0 0,-4-1-192 31,-4 1-400-31,-3 1-96 0,-1 1-16 0,-2-2 0 16,-2 0-1712-16,1-3-336 0,0-1-80 0,0-5-9904 0</inkml:trace>
  <inkml:trace contextRef="#ctx0" brushRef="#br0" timeOffset="86036.73">13859 14906 20271 0,'15'-3'1792'0,"3"2"-1424"0,1-3-368 0,2 2 0 0,2-1 1648 0,2-1 256 16,0-1 48-16,-2 0 16 15,0-1-912-15,-2 2-176 0,0-1-48 0,0 0 0 16,-1-1-1616-16,-2-1-336 0,-1 0-64 16,-3 1-11104-16</inkml:trace>
  <inkml:trace contextRef="#ctx0" brushRef="#br0" timeOffset="86351.64">13832 13817 14735 0,'0'0'1312'0,"0"0"-1056"16,0 0-256-16,0 0 0 0,0 0 4352 0,2 12 800 0,-5 6 160 0,1 10 48 15,-1 4-4272-15,-2 6-832 16,-4 4-256-16,-2 5 0 0,-2 4 240 0,-1 3-48 0,-1 6-16 0,2 0 0 16,0-6-176-16,3-6 128 15,2-4-128-15,3-8 128 0,2-8-128 0,2-3 0 16,1-5 0-16,3-3 0 15,0-3-2112-15,3-4-288 0,-6-10-64 0,0 0-10544 0</inkml:trace>
  <inkml:trace contextRef="#ctx0" brushRef="#br0" timeOffset="86648.47">14320 13643 30399 0,'-9'22'1344'0,"0"1"288"0,-3 11-1312 0,-4 4-320 15,-3 5 0-15,-2 5 0 0,-2 3 1200 0,-4 3 160 16,0 0 48-16,0 6 0 16,1-4-1808-16,2-2-368 0,3-3-64 0,6-6 0 0,0-6 1104 0,6-9 240 15,4-7 32-15,4-3 16 0,5-5 240 0,1-5 48 16,1-3 16-16,3-7 0 0,2-4-448 0,2-4-96 16,1-4 0-16,3-2-16 0,-1-4-112 0,1-1 0 15,0-3-16-15,-3 1 0 0,-4-2-176 0,0 3 0 16,-3-1 0-16,-1 3 0 0,-4 0 240 0,0 2-48 15,-4 2 0-15,1 2 0 0,-2 4-192 0,3 8 0 16,-10-2 0-16,-2 3 0 0,-1 4-160 0,-1 1 32 16,-1 1 0-16,1 5 0 15,1 1-256-15,1-1-64 0,1-2 0 0,0-2-10960 0,3 0-2208 16</inkml:trace>
  <inkml:trace contextRef="#ctx0" brushRef="#br0" timeOffset="168247.23">3836 16675 11967 0,'0'0'1072'0,"0"0"-864"16,-7-1-208-16,3-7 0 0,0 0 2176 0,0 0 384 16,-1-1 64-16,1 1 32 0,0 3-880 0,0 0-176 15,0 1-48-15,4 4 0 0,0 0-208 0,0 0-32 16,0 0-16-16,0 0 0 0,-3 9-560 0,-1 4-112 16,0 5-32-16,1 5 0 0,2 4-304 0,-2 6-64 15,1 3-16-15,0 3 0 0,0 8-208 0,2 4 128 0,2 1-128 0,-2-1 0 16,-1-1 0-16,1-2 0 0,0-4 0 0,1-3 0 15,1-6 0-15,-1-5 0 0,0-7 0 0,2-2 0 16,1-3-176-16,0-5 176 0,-2-5-160 0,-2-8 160 31,0 0-1648-31,12-2-224 0,-3-5-48 0</inkml:trace>
  <inkml:trace contextRef="#ctx0" brushRef="#br0" timeOffset="168668.91">4049 16804 10127 0,'0'0'448'0,"0"0"96"16,0 0-544-16,0 0 0 0,0 0 0 0,0 0 0 0,4 11 5088 0,0-1 912 15,1 3 176-15,1 4 32 0,-1 3-4944 0,-1 0-1008 0,0 3-256 0,0 0 0 16,-1 3 208-16,3 0-32 0,-1 2-16 0,0-2 0 16,0 0-160-16,1 0 0 0,-1-3 144 15,1-1-144-15,1-2 0 0,-1-2 0 0,1-1 0 0,1 3-128 32,-3-6-368-32,-1-2-64 0,0-4-16 0,-4-8 0 0,0 0-1312 15,0 0-272-15,0 0-48 0,0 0-9376 0</inkml:trace>
  <inkml:trace contextRef="#ctx0" brushRef="#br0" timeOffset="168840.76">3720 16394 35071 0,'-14'-12'1552'0,"14"12"320"0,0 0-1488 0,0 0-384 16,0 0 0-16,0 0 0 0,0 0 256 0,4 12-32 15,3 1 0-15,1 4 0 16,-2-4-2176-16,3 1-432 0,3 2-96 0</inkml:trace>
  <inkml:trace contextRef="#ctx0" brushRef="#br0" timeOffset="168997">4137 16229 22111 0,'0'0'1968'0,"0"0"-1584"15,0 0-384-15,9 7 0 0,0-2 2656 0,0 2 448 16,0 0 96-16,-1 2 0 0,-3-1-2576 0,2 3-624 16,1 0 0-16,-1 2-14864 0</inkml:trace>
  <inkml:trace contextRef="#ctx0" brushRef="#br0" timeOffset="169215.71">4808 16469 43199 0,'11'9'1920'0,"-2"4"384"0,4 8-1856 0,-2 7-448 16,1 2 0-16,-1 2 0 0,-1 5 288 0,-2 2-32 16,-3 1-16-16,-4 7 0 0,-2 3-240 0,-5 4 0 15,-4 2 0-15,-1 2 0 16,-4-1-464-16,-6 1-144 0,-6 0-32 0,5-15 0 15,-7 7-1792-15,-3 3-352 0,-5 3-80 0</inkml:trace>
  <inkml:trace contextRef="#ctx0" brushRef="#br0" timeOffset="170071.66">5391 16577 10127 0,'-1'-13'896'0,"-1"-2"-704"0,0-1-192 0,0-4 0 15,2 5 3568-15,0 0 672 0,2 2 144 0,-1 3 32 16,0 4-2432-16,-1 6-464 0,0 0-112 0,0 0 0 16,0 0-704-16,13 15-144 0,0 9-32 0,-1 7 0 15,-1 4-384-15,-1 6-144 0,-1 3 0 0,0 5 144 0,-1 5-144 16,1-1 192-16,2 2-192 0,0-3 192 15,1-4-192-15,0-5 0 0,-3-7 0 0,0-8 128 0,3-3 48 0,-3-11 0 16,0-2 0-16,0-1 0 0,0-2 512 0,0-3 96 16,1-2 32-16,3-3 0 0,-2-3 176 0,2-5 32 15,0-2 16-15,2-8 0 0,0-5-272 0,2-5-48 16,-2-8-16-16,-1-5 0 0,0-4-432 0,1-3-80 16,-1-2-32-16,0 0 0 0,-2 0-160 0,0 2 0 15,0 3 0-15,-3 3 0 16,-3 2-768-16,1 5-224 0,-1 5-48 0,1 7-16 15,-2 5-1664-15,-2 7-336 0</inkml:trace>
  <inkml:trace contextRef="#ctx0" brushRef="#br0" timeOffset="170368.52">5980 17141 33167 0,'0'0'2944'0,"0"0"-2352"16,0 0-464-16,5 6-128 0,-5-6 704 0,8 7 112 16,0-3 16-16,-8-4 16 0,9 0-528 0,3-2-96 0,-3-6-32 0,1-1 0 15,1-2 112-15,-3-3 16 0,-2-1 0 0,1-1 0 16,-1-2-48-16,-1 0 0 0,-2-1 0 0,-2 4 0 16,-2 0 96-16,0 2 16 0,-3-1 0 0,-1 4 0 15,-6 1 32-15,-1 2 16 0,-1 2 0 0,-1 3 0 16,0 2-304-16,-1 4-128 0,1 4 0 0,0 3 128 0,1-1-128 0,0 2-224 15,-2 1 48-15,2 1 16 0,0 1-176 16,1 0-48-16,2-2 0 0,2-1 0 16,2-3-3440-1,6-9-688-15</inkml:trace>
  <inkml:trace contextRef="#ctx0" brushRef="#br0" timeOffset="170524.87">6555 16613 28559 0,'0'0'2544'0,"13"0"-2032"16,1-3-512-16,1 3 0 0,-1 3 1920 0,2-3 304 0,2 1 48 0,0-1 16 15,1 0-1552-15,-1 0-304 16,-1 0-64-16,-2 1-16 16,1 0-1760-16,-3 2-336 0,-13-3-80 0</inkml:trace>
  <inkml:trace contextRef="#ctx0" brushRef="#br0" timeOffset="170712.21">6390 16903 35007 0,'0'0'3120'0,"0"0"-2496"0,0 0-496 0,9-2-128 16,2-4 1920-16,4 3 384 0,2-1 64 0,2 1 0 15,2 0-1696-15,0 2-352 0,1-3-64 0,3 2 0 16,2-1-256-16,1 2 0 0,-1-2 128 0,3 3-128 15,3 1-1920-15,-1 6-448 0,1 5-64 16,-2 1-14912-16</inkml:trace>
  <inkml:trace contextRef="#ctx0" brushRef="#br0" timeOffset="171055.94">7002 16997 33167 0,'-13'3'2944'0,"1"1"-2352"16,2-2-464-16,10-2-128 0,0 0 960 0,0 0 160 15,0 0 32-15,0 0 16 0,8-5-704 0,4-1-144 0,3-2-16 0,4-1-16 16,1-1 288-16,8-1 64 16,3-2 16-16,2 1 0 0,-1 0 256 0,2 2 48 0,1 1 16 15,2-2 0-15,-2 3-496 0,0 1-96 0,0-3-32 0,-1 0 0 16,0 0-352-16,0 0 0 0,-1 3 0 0,-1 3 128 31,-4 2-1440-31,-4 1-288 0,-1-3-48 0,-3 2-16 16,-3-2-2368-16,-2 1-496 0</inkml:trace>
  <inkml:trace contextRef="#ctx0" brushRef="#br0" timeOffset="171321.53">8060 16380 30399 0,'0'0'2704'0,"0"0"-2160"15,-6 12-544-15,2 3 0 0,1 4 2080 0,-1 6 304 16,0 9 64-16,-4 4 16 0,-3 5-2080 0,-2 4-384 16,-2-2 0-16,-2 7-224 0,-3 3 224 0,1 2-176 0,0 2 176 0,5-3-160 15,4-4 160-15,3-3 0 16,5-8 0-16,3-3 128 15,3-5-1728-15,5-7-320 0,3-7-80 0</inkml:trace>
  <inkml:trace contextRef="#ctx0" brushRef="#br0" timeOffset="171555.89">8234 16808 25919 0,'-6'29'1152'0,"1"-6"224"0,-2 7-1104 0,2 2-272 0,0-1 0 0,3 1 0 16,2 0 960-16,3-6 144 0,1-3 32 0,2-2 0 15,3-8 144-15,-1-4 48 0,0-4 0 0,4-5 0 16,1-1-64-16,3-5-16 0,-1-5 0 0,2-7 0 16,0 0-608-16,0-4-128 0,-3-2-32 0,-1 2 0 15,-1-3-160-15,-5-1-48 0,-2 0 0 0,-4 0 0 16,-3-3 240-16,-4 2 32 0,-3 0 16 0,0 2 0 0,-3 4-240 0,1 5-64 16,-1 7 0-16,-1 3 0 15,-1 2-672-15,-1 8-144 0,0 2-16 16,-1 5-16-16,-1 5-2288 0,1 7-448 0</inkml:trace>
  <inkml:trace contextRef="#ctx0" brushRef="#br0" timeOffset="171977.73">8667 16614 35007 0,'0'0'1552'0,"0"0"320"0,5 12-1488 0,2 1-384 0,-1 4 0 0,3 5 0 16,1 5 432-16,-1 10 16 0,-1 2 0 0,-2 6 0 15,-2 4-96-15,0 0-16 0,0-2 0 0,0-1 0 16,2-3 256-16,2-5 48 0,1-7 16 0,2-2 0 16,-1-5 96-16,3-4 16 0,3-6 0 0,-1-3 0 0,1-6 160 15,0-4 32-15,-2-3 16 0,0-5 0 16,-1-5 96-16,2-3 16 0,-1-5 0 0,0-1 0 0,2-7-512 0,-2-4-80 16,-1-7-32-16,-1-4 0 0,-1-6-288 0,-2-4-176 15,-1-1 192-15,-1-1-192 0,1 0 0 0,-1 0 0 16,-1 2-240-16,2 5 80 15,1 5-1552-15,2 6-304 0,-1 7-64 0,0 8-12032 16,0 6-2400-16</inkml:trace>
  <inkml:trace contextRef="#ctx0" brushRef="#br0" timeOffset="172309.56">10365 16729 18431 0,'0'0'1632'0,"0"0"-1312"0,0 0-320 0,6-7 0 0,2-1 4608 0,6 3 832 16,3 1 192-16,5-1 16 0,6 1-4032 0,3 0-800 16,2 0-176-16,1 2-16 0,1-1-304 0,0 0-48 15,-1-1-16-15,0 2 0 0,0 1-256 0,-4-3 160 16,-4 0-160-16,-4 1 128 0,-3 0-352 0,-3 2-80 16,-4 0-16-16,-12 1 0 15,0 0-1808-15,0 0-368 0,0 0-80 0,-8 13-8016 0,-6-1-1600 0</inkml:trace>
  <inkml:trace contextRef="#ctx0" brushRef="#br0" timeOffset="172481.42">10156 16965 11055 0,'-22'5'976'0,"10"-1"-784"0,2 0-192 0,10-4 0 15,0 0 5088-15,0 0 976 0,0 0 192 0,0 0 32 16,11 7-3936-16,8 0-800 0,4-3-144 0,6-2-48 16,3 0-736-16,9-2-160 0,6-2-16 15,6 2-16-15,5-1 400 0,3 4 96 0,4 1 16 0,-1 2 0 16,-5-3-432-16,-3 2-64 0,-4-1-32 0,-5 1 0 31,-7 0-1456-31,-5 3-304 0,-6-1-48 0,-6-3-16 16,-4 0-1248-16,-8-2-256 0,-11-2-48 0</inkml:trace>
  <inkml:trace contextRef="#ctx0" brushRef="#br0" timeOffset="172674.15">10951 16523 37439 0,'29'17'1664'0,"-7"-4"320"0,5 4-1584 0,3 2-400 16,3 2 0-16,1 0 0 0,0 0 1392 0,-3 0 192 16,-5 1 32-16,-4-1 16 0,-5-2-864 0,-4 2-192 15,-5 1-16-15,-4 0-16 0,-4 2 32 0,-5 1 16 16,-7 1 0-16,-6 1 0 0,-7 2-144 0,-10 2-16 16,-9 3-16-16,-10 1 0 15,-8 2-1232-15,-5 2-240 0,-3 2-48 0,-9 1-12720 0,-5 1-2528 0</inkml:trace>
  <inkml:trace contextRef="#ctx0" brushRef="#br0" timeOffset="173991.33">12525 16632 16575 0,'-11'12'1472'0,"1"-10"-1168"16,0 1-304-16,-5-3 0 0,2 1 1920 0,3-1 336 15,1-1 64-15,9 1 16 0,0 0-1088 0,0 0-224 16,-8 0-32-16,8 0-16 0,0 0-128 0,0 0-16 16,0 0-16-16,0 0 0 0,12 0-192 0,8-3-48 15,8 2 0-15,3 1 0 0,3 1-128 0,4 2-48 16,3-2 0-16,2 2 0 0,2 0 64 0,-1-3 16 16,-2 0 0-16,-3 0 0 0,-1-4-192 0,-3 1-32 15,-1-1-16-15,-3 2 0 0,-1-2-240 0,-2 1 128 16,-4 0-128-16,-2 1 0 0,-1-2 128 0,-2 3-128 15,-4-3 0-15,0 2 0 16,-2 1-336-16,-2 1-176 0,-2-4-16 0,-9 4-16 16,11-1-2688-16,-11 1-544 0</inkml:trace>
  <inkml:trace contextRef="#ctx0" brushRef="#br0" timeOffset="174205.83">13719 16172 33167 0,'0'0'1472'0,"0"0"304"0,0 16-1424 0,0 7-352 0,-1 8 0 0,-2 7 0 16,-1 3 1216-16,0 4 192 0,-1 6 16 0,-1-1 16 16,-2-4-1120-16,-1 1-320 0,-2-1 144 0,3-3-144 15,2-6 128-15,1-1-128 0,1 1 128 0,1-5-128 0,2-2 0 0,1-2-240 31,1-2 48-31,3-4-11184 0,1-3-2224 0</inkml:trace>
  <inkml:trace contextRef="#ctx0" brushRef="#br0" timeOffset="174502.69">14089 16616 25791 0,'0'0'2304'0,"5"16"-1856"16,2 2-448-16,0 2 0 0,0-2 1344 0,1-1 192 15,1-1 16-15,2-2 16 0,2-2-672 0,-2-3-144 16,-11-9-32-16,14 5 0 0,0-1 336 0,0-7 64 16,1 0 16-16,-1-3 0 0,-1-1-528 0,0-3-96 15,-3 0-32-15,1-2 0 0,-2-2-208 0,-3 1-32 16,-2 1-16-16,-1 2 0 0,-2-2 80 0,-2 2 16 16,-3-1 0-16,-2 2 0 0,-4 0 16 0,-1 1 16 15,-4 2 0-15,-2 0 0 0,-2 2-176 0,-5 3-48 16,-2-2 0-16,-1 3 0 15,1 3-432-15,0 0-80 0,2 2-32 0,1 0 0 16,-1-1-1024-16,5 3-208 0,2-1-32 0,5 2-15312 0</inkml:trace>
  <inkml:trace contextRef="#ctx0" brushRef="#br0" timeOffset="174737.05">15015 16513 12895 0,'0'0'1152'0,"0"0"-928"15,0 0-224-15,-3-6 0 0,3 6 5312 0,0 0 1008 0,0 0 208 0,0 0 32 16,0 0-4544-16,0 0-912 0,13-3-176 16,2 2-32-16,0 2-576 0,5-1-128 0,1 0 0 0,2 0-16 15,1-1-176-15,2 1 128 0,2-3-128 0,1 2 128 16,0-1-128-16,-1-1 0 0,1 0 0 0,0 2 0 31,-3-3-1040-31,-3 3-192 0,-3 1-48 0,-4 2-9968 0,-3 1-2000 0</inkml:trace>
  <inkml:trace contextRef="#ctx0" brushRef="#br0" timeOffset="174896.02">14938 16862 46015 0,'0'0'2048'0,"0"0"400"0,0 0-1952 0,16 0-496 0,2 1 0 0,3 1 0 16,1 1 384-16,5 0 0 16,5-2-16-16,1-1 0 0,1-1-368 0,3-1 0 15,2 1 0-15,1 0 0 16,1-2-1504-16,-1 1-320 0,-2-1-64 0</inkml:trace>
  <inkml:trace contextRef="#ctx0" brushRef="#br0" timeOffset="179983.42">16253 16032 22751 0,'2'-11'1008'0,"9"-1"208"0,-9 2-976 0,-1 0-240 0,-1 10 0 0,0 0 0 16,0 0 1392-16,0 0 224 0,0 0 48 0,0 0 16 15,-4 13-880-15,2 4-176 0,-4 3-48 0,1 5 0 0,0 5-112 0,-2 4-16 16,1 2-16-16,-1 3 0 0,0 3-96 0,3 2-16 16,1 1 0-16,2-2 0 0,2-2-16 0,3-2-16 15,2 1 0-15,0-8 0 0,0-2-32 0,2 0-16 16,0-5 0-16,-2 0 0 0,1-2-240 0,-1-5 144 16,0 1-144-16,-1-2 128 0,-1-2-128 0,-2 0 160 15,0-4-160-15,-2 1 160 0,-2 0-32 0,0-1-128 0,-3 0 192 0,-2 1-64 16,-2-3-128-16,-3 0 0 0,-2 0 0 0,-3 0 0 31,-4 0-1424-31,-2 2-176 0,-4-1-16 0,-1 1-8144 16,-2-2-1632-16</inkml:trace>
  <inkml:trace contextRef="#ctx0" brushRef="#br0" timeOffset="180124.03">16059 16468 30575 0,'24'-17'1344'0,"-10"10"304"0,4 0-1328 0,4-3-320 0,2 1 0 0,3 1 0 15,3-2 736-15,2 1 80 0,-2-2 16 0,0 5 0 16,1-2-576-16,-1 3-96 0,-2 1-32 0,0 1 0 31,-2 1-2128-31,-1 1-432 0</inkml:trace>
  <inkml:trace contextRef="#ctx0" brushRef="#br0" timeOffset="181563.7">16881 16099 8287 0,'0'0'736'15,"0"0"-592"-15,0 0-144 0,0 0 0 0,0 0 4096 0,0 0 768 16,0 0 176-16,3 10 16 0,3 6-3568 0,-1 4-720 16,1 4-128-16,1 8-48 0,-1 4 176 0,1 4 16 15,-2 5 16-15,0 3 0 0,1 3-208 0,-4 1-32 16,2-2-16-16,0-2 0 0,-1 0-224 0,1-4-32 16,-1-2-16-16,4-4 0 0,-1-5 240 0,1-6 64 15,2-2 0-15,2-4 0 0,-1-6 208 0,0-3 48 16,1-4 16-16,1-4 0 0,-1-4-160 0,1-7-48 15,-2-2 0-15,4-5 0 0,1-5 64 0,0-4 16 16,0-4 0-16,1-5 0 0,2-3-400 0,-1-5-96 16,0-3-16-16,0-4 0 0,-1-4-208 0,-1 0 0 15,1-5 128-15,-2 2-128 0,1 2 0 0,-1 4 0 16,-1 2 0-16,5-12 0 16,-5 13-496-16,-1 10-32 0,-3 8-16 0,-1 9 0 15,-3 6-1632-15,-5 12-320 0,0 0-64 0,0 0-14112 0</inkml:trace>
  <inkml:trace contextRef="#ctx0" brushRef="#br0" timeOffset="182903.2">16274 15979 10127 0,'0'0'896'0,"0"0"-704"0,0-12-192 0,0 4 0 16,0 8 1776-16,0-9 320 16,0 9 64-16,0 0 16 0,0 0-992 0,0 0-192 0,0 0-32 0,0 0-16 15,0 0-144-15,0 0-32 16,-4 12 0-16,0 2 0 0,1 2-128 0,0-3-48 0,2 4 0 0,-2 1 0 16,-1 0 16-16,-1 5 0 0,0 1 0 0,-1 2 0 15,0 2-192-15,-1-1-32 0,0 2-16 0,-2 1 0 16,-2 1-176-16,-1 0-16 15,1-1-16-15,0-2 0 0,2-2-16 0,0-3 0 0,0-3 0 0,1 0 0 16,0-5 48-16,2-1 16 0,-1 0 0 0,2-1 0 16,0-4-16-16,-1-1-16 0,1-2 0 0,5-6 0 0,0 0 48 0,0 0 16 15,0 0 0-15,0 0 0 0,0 0 32 0,0 0 16 16,0 0 0-16,0 0 0 0,0 0-160 0,4-8-128 16,1 0 144-16,1 2-144 0,-1-2 128 0,1 3-128 31,2 0 0-31,0-1 0 0,0 2 0 0,1 2 0 15,0 1 0-15,1 1 0 0,0 1 0 0,0 3 0 0,-1 1 0 0,0 2 0 16,0 0 128-16,1 1-128 0,-3 1 0 0,2 0 0 16,-1 2 224-16,0-1-48 0,0 1-16 0,-2 0 0 15,0 1-16-15,-2 1 0 0,-2 2 0 0,0-2 0 16,-2 4 32-16,-2-2 0 16,-2 2 0-16,-1 1 0 0,-1-1-48 0,-2 2 0 15,-1 1 0-15,-1 0 0 0,0 0-128 0,-3-1 192 0,-1 1-192 0,-2-2 192 16,0-2-192-16,1-1 192 15,-1 0-192-15,0-2 192 0,1-2-192 0,-1-2 160 0,1-1-160 16,-1-1 160-16,0-3-160 0,2-2 128 0,0 0-128 0,-1-2 128 16,2-2-128-16,0 0 0 0,1-2 0 0,1 1 0 15,0-3 0-15,1 0-320 0,1 1 48 0,1-1 16 16,1-1-1488 0,3 1-304-16,2-6-48 0,1-4-12320 0</inkml:trace>
  <inkml:trace contextRef="#ctx0" brushRef="#br0" timeOffset="183184.43">16295 16319 14735 0,'0'0'640'0,"0"0"160"0,-8-2-640 0,1 0-160 16,7 2 0-16,-7-1 0 0,0-2 2432 0,7 3 464 0,0 0 96 0,0 0 16 16,0 0-1440-16,0 0-288 0,0 0-48 0,0 0-16 15,0 0-288-15,7 6-64 0,2-2-16 0,2-1 0 16,2 0-272-16,1 0-48 16,2-2-16-16,2 0 0 0,1-1-208 0,4 0-48 15,-1-1-16-15,8 1 0 16,-2 0-720-16,-3 0-144 0,0-1-16 0</inkml:trace>
  <inkml:trace contextRef="#ctx0" brushRef="#br0" timeOffset="184574.92">17633 16412 11967 0,'0'0'1072'0,"5"-9"-864"0,-2 3-208 0,-2 0 0 15,0-1 2912-15,-1 7 544 0,0 0 96 0,0 0 32 16,0 0-1968-16,0 0-384 15,7 7-80-15,-2 3 0 0,0 6-352 0,-1 5-64 0,-1 4-16 16,-2 6 0-16,-4 3-80 0,-1 2 0 0,-2 3-16 0,-2 2 0 16,-2 1-144-16,1-3-32 0,-1 1 0 0,3-1 0 15,-1-2-48-15,0-5-16 0,1-3 0 0,2-4 0 16,0-2-192-16,1-5-32 0,0-2-16 0,2-4 0 16,0-3-144-16,2-9 160 0,0 0-160 0,0 0 160 0,0 0 0 15,7-4 0-15,-2-4 0 0,3-1 0 0,1-1-160 0,1-3 0 16,2-2 0-16,1 4 0 0,0 1 0 0,0 5-192 15,0 3 64-15,0 2 128 0,-1 4-192 0,0 2 192 16,0 4-192-16,-2 1 192 0,-1 1-128 0,-1 1 128 16,-3 0 0-16,-1 4 0 0,-5-2 0 0,-3 2 0 15,-3 0-144-15,-1 0 144 0,-2 0 0 0,-2 0 0 16,-2-1 0-16,-3-2 0 0,-1-1 144 0,0 0-144 16,-2-4 128-16,0-2-128 0,1-2 0 0,-2-1 0 15,-1 0-224-15,4-3 80 16,-1-2-1360-16,2-3-272 0,2-3-48 0,-5-4-12848 0</inkml:trace>
  <inkml:trace contextRef="#ctx0" brushRef="#br0" timeOffset="184856.14">18196 16619 28559 0,'0'0'1264'0,"0"0"272"0,8 0-1232 0,1 0-304 0,3 0 0 0,2 0 0 16,6 0 1216-16,0-3 176 0,4 0 32 0,1-3 16 15,1 1-960-15,0-1-192 0,1-1-32 0,11-6-16 0,-5 1 80 0,-2 3 0 16,-4 0 16-16,1 3 0 0,-4-1-336 0,-1 1 0 15,-4 0 0-15,-1 2 128 16,-3 0-528-16,-2 1-112 0,-2 3 0 0,-11 0-14912 16</inkml:trace>
  <inkml:trace contextRef="#ctx0" brushRef="#br0" timeOffset="185311.58">19874 15983 25791 0,'0'0'1152'0,"-4"-7"224"0,4 7-1104 0,-10-1-272 0,-1 4 0 0,-2 4 0 0,-4 7 1872 0,-2 4 320 16,-5 4 64-16,-3 8 16 0,-8 2-1872 0,-3 10-400 15,-3 6 0-15,0 7 0 0,-2 8 176 0,2 2 96 16,3 3 32-16,14-20 0 0,0 3 816 0,2 2 160 16,1-1 48-16,3 1 0 0,3-4-640 0,6-2-128 15,4-4-32-15,5-4 0 0,3-4-528 0,5-2 0 16,3-4 0-16,4-7 0 0,0-4-256 0,2-4 0 15,0-2 0-15,0-8 0 0,-1-1 256 0,-1-9 0 16,2-1 0-16,-1-4-144 0,0-2 144 0,1-2 176 16,0-4-48-16,-3-2 0 0,-4-2 0 0,-1 1-128 15,-2 0 192-15,-2-2-64 0,-2 1 0 0,-3-1-128 0,-3 2 192 16,-1 3-64-16,-1 2-128 0,-3 2 0 16,-4 2 0-16,-6-2 0 15,-1 4-1104-15,-1 5-208 0,1 2-32 0,-4 4-15760 0</inkml:trace>
  <inkml:trace contextRef="#ctx0" brushRef="#br0" timeOffset="187687.46">21961 16584 11055 0,'0'0'976'0,"0"0"-784"0,-4-4-192 0,0 0 0 0,-1 0 3968 0,5 4 736 16,0 0 160-16,7-2 16 0,2-4-3456 0,4 2-688 0,2 2-144 0,5 0-16 15,5 2-176-15,1 0-16 16,1 2-16-16,4-2 0 0,2 0 80 0,1 0 32 0,0 1 0 0,2-1 0 16,2 1-336-16,-3 1-144 15,-1-2 128-15,-1 1-128 16,-2 2-512-16,-3-3-192 0,-5-2-48 0,-5 1-8864 0,-3 0-1776 0</inkml:trace>
  <inkml:trace contextRef="#ctx0" brushRef="#br0" timeOffset="187879.3">21862 16666 32831 0,'0'0'1456'0,"0"0"288"0,0 0-1392 0,0 0-352 15,8 5 0-15,5 2 0 0,4 1 336 0,5-2 0 16,5 1 0-16,5-1 0 0,-1-3-336 0,4 1 0 15,2 1 0-15,2-3 0 0,2 0 0 0,4-1 0 16,2-1 128-16,1 1-128 0,3-1 0 0,-3 0 0 16,-2-1-192-16,-3 0 64 15,-2-2-2752-15,-3 2-560 0,-8-3-96 0</inkml:trace>
  <inkml:trace contextRef="#ctx0" brushRef="#br0" timeOffset="188083.9">22738 16322 14735 0,'7'5'1312'0,"2"2"-1056"0,1 3-256 0,2 0 0 0,2 3 3776 0,1 3 688 15,0-2 144-15,1 3 16 0,-2 2-3424 0,-2-1-688 16,-3 1-144-16,-4 4-32 0,-2 0-336 0,-6 1 0 16,-4 0 0-16,-5 2 128 0,-4 4-128 0,-3 2 0 15,-5 2 0-15,-2-2 0 16,-3 5-2624-16,-3-1-560 0</inkml:trace>
  <inkml:trace contextRef="#ctx0" brushRef="#br0" timeOffset="188552.61">23717 16249 23951 0,'0'0'1056'0,"0"0"224"0,0 0-1024 0,0 0-256 0,-1 9 0 0,2 5 0 15,2 6 2656-15,-1 5 480 0,2 3 80 0,0 7 32 16,0-2-2640-16,-1 4-608 0,-3 3 0 0,0-1 0 16,0 2 0-16,1-2 0 0,0 1 0 0,1-6 0 0,-1-1 0 0,3-5 0 15,0-3 128-15,1-5-128 0,2-3 320 0,-1-2 16 16,2-4 0-16,0-5 0 0,0-5 400 0,2-3 80 15,2-6 16-15,-1-5 0 0,2-7 304 0,2-3 64 16,0-3 16-16,4-4 0 0,2-1-640 0,1-6-112 16,0-2-16-16,1-1-16 0,2-10-304 0,0 0-128 15,2-2 128-15,2 3-128 0,0 3 0 0,-1 6 0 16,0 2 0-16,8-6 0 16,-7 10-432-16,-6 10-160 0,-4 9-48 0,-5 3 0 15,-2 5-2448-15,-12 7-496 0,10 9-112 0</inkml:trace>
  <inkml:trace contextRef="#ctx0" brushRef="#br0" timeOffset="188974.44">24426 16586 31503 0,'0'0'1392'0,"4"10"288"0,-1 1-1344 0,0 8-336 0,-2 1 0 0,-1 5 0 15,-3 0 0-15,-1 1 0 0,-1 3 0 0,-3 1 0 0,1 0-144 0,-1 0 144 16,0-3-160-16,1-1 160 16,2-4 0-16,0-1 0 0,1-4 0 0,1-3 0 0,2-2-176 0,1-3 176 15,0-9-192-15,0 0 192 0,0 0-256 0,7-4 48 16,0-1 16-16,3-1 0 0,0-3 192 0,2 2 0 15,1 2 0-15,1 2 160 0,0 2 384 0,2 2 80 16,0 2 16-16,-1 2 0 0,0 2 0 0,-2 2 0 16,-3 1 0-16,-2 3 0 0,-3 1-480 0,-2 2-160 15,-4 1 0-15,-5-1 144 0,-2-3-144 0,-2-2 0 16,-4 1 0-16,-2-1 0 0,-1-2 336 0,-1-3 48 16,-2 0 0-16,1-1 0 0,-1-4 128 0,1-1 16 15,-1-1 16-15,2-2 0 0,1-1-304 0,1-2-64 16,1-5-16-16,0 1 0 15,4-3-2528-15,1 0-512 0</inkml:trace>
  <inkml:trace contextRef="#ctx0" brushRef="#br0" timeOffset="190899.56">25076 16573 4607 0,'-6'-3'400'0,"1"-5"-400"16,-1 0 0-16,1 1 0 0,1 1 5312 0,1 1 992 0,2-1 192 0,1 6 32 0,2-6-4624 0,2 1-944 15,3 1-176-15,2 1-32 0,4 3-592 0,4 0-160 16,2 1 0-16,5 2 0 0,2 2 288 0,3 2-16 16,-1-1 0-16,1 2 0 0,1 0-80 0,0-2-32 15,-3-2 0-15,2 3 0 16,1-3-480-16,-1 1-80 0,-1-5-32 0,10 3-13552 0</inkml:trace>
  <inkml:trace contextRef="#ctx0" brushRef="#br0" timeOffset="191071.4">25074 16693 38351 0,'0'0'832'0,"0"0"192"0,10 6 16 0,3 0 48 0,5-1-864 0,4 2-224 0,3 1 0 0,2-2 0 0,2-1 0 0,-1 1 0 15,2-5 128-15,3 3-128 0,-2-3 0 0,2 2 128 16,2-1-128-16,3 2-11392 15,0 0-2320-15</inkml:trace>
  <inkml:trace contextRef="#ctx0" brushRef="#br0" timeOffset="195310.54">25965 16700 23039 0,'0'0'1024'15,"-8"-1"192"-15,8 1-960 0,0 0-256 0,-5-4 0 0,5 4 0 0,0 0 1328 0,0 0 208 16,2-8 64-16,4 3 0 0,0 3-832 0,7 2-144 15,3-2-48-15,3-2 0 0,-2 0 176 0,4 1 16 16,5 3 16-16,3-2 0 0,4-1 64 0,0-2 16 16,1 6 0-16,0-2 0 0,9-3-192 0,-6 1-32 15,-5 3-16-15,0-1 0 0,-4-3-304 0,-3 0-48 16,-4 3-16-16,-2 0 0 0,-2 2-256 0,-2-1 0 16,-3-1 128-16,-3-1-128 15,-2 1-320-15,1-3-112 0,-4-2-16 0,-4 6-16 16,0 0-3104-16,-2-7-608 0</inkml:trace>
  <inkml:trace contextRef="#ctx0" brushRef="#br0" timeOffset="196477.34">26933 16675 11055 0,'-15'4'480'0,"8"-4"112"15,0-3-464-15,-1 2-128 0,0 4 0 0,0-3 0 16,2-4 3856-16,-1 1 752 0,7 3 160 0,0 0 32 0,0 0-2544 0,0 0-496 16,8-1-96-16,2 0-32 0,3-1-880 0,4 1-176 15,3 0-48-15,1-1 0 0,0 2-240 0,2-1-48 16,3 1-16-16,1-5 0 0,3 0-64 0,2 2-16 15,0 3 0-15,4 0 0 0,-1-8-144 0,-3 4 0 16,1 4 0-16,-1-2 0 16,-2-3-2288-16,-2 1-384 0,-5-3-80 0</inkml:trace>
  <inkml:trace contextRef="#ctx0" brushRef="#br0" timeOffset="196758.52">27089 16769 23039 0,'-15'13'2048'0,"10"-3"-1648"0,-1 6-400 0,-2 1 0 0,3 4 1904 0,1 1 288 0,1 2 64 0,2-2 16 15,1 1-1120-15,2 2-240 16,2-2-32-16,0 5-16 0,3 2-288 0,2 0-48 16,1-7-16-16,1 3 0 0,-1 4-256 0,2-1-64 15,0-4-16-15,-1-3 0 0,1 3-176 0,-2-3 128 0,0 0-128 0,-1-1 128 16,-3-3-128-16,-1-1 160 0,-3-4-160 0,-1 0 160 15,-2 0 80-15,-3-2 16 0,-3-1 0 0,-1 2 0 16,-2-4-64-16,-4 1-16 0,-1 0 0 0,0-4 0 16,-2 2-432-16,0-4-64 0,-1 1-32 0,-1 0 0 15,1-4-1360 1,1-4-272-16,-4-2-48 0</inkml:trace>
  <inkml:trace contextRef="#ctx0" brushRef="#br0" timeOffset="196883.62">27081 17013 21183 0,'10'-3'1888'0,"3"-1"-1504"16,2 2-384-16,4-2 0 0,5-1 2688 0,-1 1 480 16,3 1 96-16,2 0 0 0,0-2-2528 0,-2 3-512 15,-2-1-96-15,-2-1-128 16,-1 0-2496-16,-3-2-608 0</inkml:trace>
  <inkml:trace contextRef="#ctx0" brushRef="#br0" timeOffset="197180.36">27156 15610 27647 0,'-11'-12'1216'0,"5"6"256"0,0 1-1168 0,-2 1-304 0,-1 1 0 0,0 3 0 16,0 3 2256-16,0 3 400 15,-2 3 80-15,-1 6 16 0,1 4-2368 0,-1 5-384 0,0 4-224 0,2 2 32 16,2 2 48-16,2 3 16 0,2 1 0 0,4 2 0 16,5 0 128-16,1-3 0 0,5-2 0 0,3-1 0 15,4 1 0-15,3-8 0 0,4-1 0 0,5 0 0 16,4-3 0-16,1-4 0 0,0-3 0 0,3-1 0 31,-1-2-1344-31,-4-1-224 0,0-7-48 0,-6 0-8192 0,-2-3-1648 0</inkml:trace>
  <inkml:trace contextRef="#ctx0" brushRef="#br0" timeOffset="197320.96">27392 15615 13823 0,'-17'13'608'0,"8"-4"128"0,-2 6-592 0,-2 6-144 16,-2 6 0-16,2 8 0 0,-1 6 4528 0,1 2 864 15,-2 6 176-15,0 7 48 0,-2 3-4400 0,-3 1-896 16,-1 6-160-16,1 0-32 0,-1 3-128 0,1 5-160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8T01:19:27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54 11519 0 0,'-14'-8'644'0'0,"-18"-14"0"0"0,30 21 510 0 0,1 0-1104 0 0,1 1 0 0 0,-1-1 1 0 0,0 1-1 0 0,1-1 1 0 0,-1 1-1 0 0,1-1 0 0 0,-1 0 1 0 0,1 0-1 0 0,-1 1 1 0 0,1-1-1 0 0,0 0 0 0 0,-1 1 1 0 0,1-1-1 0 0,-1-2 1 0 0,0-5-98 0 0,1 6-241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8T01:19:27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53 5063 0 0,'-17'-17'224'0'0,"8"8"48"0"0,-1-2-272 0 0,-7-4 7664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27T13:00: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24575,'11'-2'0,"-1"1"0,2-1 0,0 1 0,7 0 0,1-1 0,4 2 0,0-1 0,0 1 0,1 0 0,-3 0 0,3 0 0,-3 0 0,2 0 0,-2 0 0,0 0 0,0 0 0,-1 0 0,4 0 0,-1 0 0,3 0 0,-2-1 0,-2 1 0,-2-1 0,1 1 0,-3-1 0,4 0 0,1 0 0,4 1 0,-3 0 0,0 0 0,-9 0 0,-2 0 0,2 0 0,1 0 0,5 0 0,5 0 0,3 0 0,2 0 0,1 0 0,-7 0 0,-2 0 0,-3 0 0,3 0 0,11 2 0,1-2 0,11 1 0,-12-1 0,-1 0 0,-14-1 0,1 1 0,-4-1 0,6 1 0,4 0 0,6 0 0,-2 0 0,2 0 0,-6 0 0,1 0 0,-4 0 0,3 1 0,3 1 0,3-1 0,6 1 0,-4-1 0,-2 1 0,-6-2 0,-3 2 0,-1-1 0,0 2 0,7-1 0,3-1 0,4 1 0,-3-1 0,-5 1 0,-6-2 0,2 1 0,-6-1 0,8 0 0,-2 0 0,4 0 0,-1 0 0,-4 0 0,1 0 0,-6 0 0,4-1 0,-2 1 0,3-1 0,-1 1 0,2 0 0,0 0 0,-1 0 0,5 0 0,-1 0 0,2 0 0,-3 0 0,-1 0 0,-4 0 0,1 0 0,-2 0 0,0 1 0,-2 0 0,0 2 0,0-1 0,2 0 0,0 0 0,-1 0 0,3 1 0,0 0 0,0 0 0,-4-1 0,-6 1 0,-4-1 0,1 1 0,3 1 0,5 1 0,-1 0 0,-6-2 0,-3-1 0,-6 0 0,3 3 0,-2-1 0,-1 1 0,0-2 0,-2 1 0,2 2 0,-1 5 0,3 1 0,1 5 0,-1-4 0,-1 1 0,-1-5 0,0 1 0,-2-1 0,2 3 0,-1 1 0,2 2 0,-1 0 0,1 0 0,0 0 0,-1-3 0,0 3 0,0-3 0,-1 0 0,1 0 0,-1 1 0,1 3 0,0 4 0,-1 1 0,1 2 0,0-6 0,-1 0 0,0-3 0,0-1 0,1 7 0,0 2 0,3 9 0,1-2 0,-1-1 0,-2-8 0,-2-10 0,-1-6 0,0-2 0,1 1 0,-1 0 0,1 0 0,1 0 0,-3-2 0,3 0 0,-2 1 0,1 0 0,0 2 0,1 0 0,-1-1 0,0 1 0,-1 2 0,0 1 0,0 2 0,0 0 0,0 0 0,0-2 0,0-2 0,0 1 0,0-2 0,0 3 0,0 1 0,0 4 0,0 1 0,0 6 0,0 6 0,0 6 0,0 0 0,0 1 0,0-7 0,0 1 0,0-2 0,0 7 0,0 1 0,1 7 0,0 0 0,2 0 0,-1-3 0,0-3 0,-1-4 0,0-3 0,0 1 0,-1-1 0,1 4 0,0 3 0,1 2 0,-2 0 0,1-5 0,0-4 0,-1-3 0,1 0 0,-1 5 0,2 8 0,-1-1 0,2 6 0,-1-8 0,0-4 0,0-6 0,-2-8 0,0 1 0,1 2 0,1 7 0,2 9 0,0 5 0,0-1 0,-1-2 0,0-9 0,-1 0 0,-1-7 0,3 10 0,-1 1 0,2 7 0,0 11 0,1-2 0,-1 4 0,-2-12 0,-1-9 0,0-7 0,-1 6 0,3-1 0,1 13 0,2-2 0,0 2 0,-2-4 0,-2-8 0,-1 0 0,-2-2 0,5 10 0,-2 6 0,5 17 0,-2-5 0,0 4 0,-1-14 0,-1-9 0,0 0 0,-2-4 0,1 6 0,0 0 0,-1 0 0,1 2 0,0 0 0,-1 1 0,1 4 0,0-3 0,-1 2 0,1-6 0,-2 2 0,0-4 0,-1 2 0,0 6 0,2 2 0,-2 10 0,1-10 0,-2 4 0,0-17 0,-1 5 0,1-8 0,1 5 0,-1 0 0,1-1 0,-2 5 0,1-6 0,1 9 0,-1-10 0,1 4 0,-1-12 0,1-2 0,-2-5 0,1 2 0,0 2 0,1-1 0,-1-3 0,0-6 0,1-2 0,0-1 0,0 4 0,0 1 0,-1 4 0,0-3 0,1 1 0,0 2 0,-1 0 0,1 4 0,-2-1 0,2 2 0,-1 0 0,1 6 0,0 6 0,0 8 0,-1-4 0,1 3 0,-1-9 0,1 0 0,-2 7 0,1 2 0,-2 14 0,1 1 0,-2 15 0,3-5 0,-2 3 0,3-14 0,0-2 0,0-12 0,0 5 0,0-9 0,0 4 0,0-6 0,0 1 0,0 4 0,0-8 0,0 2 0,0-8 0,1 1 0,0-1 0,2 7 0,-1-2 0,0 3 0,-1-10 0,-1-5 0,1 2 0,-1 2 0,2 18 0,-1 1 0,1 13 0,0-9 0,-1-5 0,0-12 0,-1-7 0,1 3 0,-1 4 0,1 11 0,0-1 0,0-2 0,1-9 0,-2-4 0,1-7 0,-1 2 0,0-3 0,1 4 0,0 2 0,0 0 0,1 0 0,-1-6 0,0-2 0,-1-6 0,0-1 0,3-2 0,-1 3 0,1-2 0,-1 1 0,1-1 0,0 0 0,4 4 0,1-2 0,2 1 0,0-4 0,-4-3 0,0-2 0,0 0 0,2 0 0,12 3 0,7 2 0,10 1 0,1-1 0,4-1 0,-2-2 0,-4-1 0,-2 0 0,-9-1 0,0 2 0,0 0 0,3 2 0,-1 0 0,2-1 0,-5-2 0,2 0 0,-2 0 0,-2 0 0,4 0 0,-4-2 0,5 0 0,-2 0 0,6 1 0,2 3 0,0-2 0,6 4 0,-5-1 0,1 0 0,-6 0 0,-4-2 0,-4 0 0,2 2 0,1-1 0,2 4 0,0-2 0,-2 0 0,-7-2 0,-7-3 0,-8 0 0,-2 0 0,-1-2 0,0-3 0,-3-4 0,0-1 0,-3-4 0,-3 1 0,-4-3 0,0-1 0,-1 3 0,3 2 0,2 2 0,1 3 0,-2-2 0,-5 0 0,3 0 0,-4 0 0,5 3 0,2 1 0,1 3 0,0 0 0,0-1 0,0 1 0,2-1 0,2 2 0,2 1 0,-2-1 0,0 1 0,1 0 0,1 0 0,6 3 0,4 3 0,4 4 0,2 0 0,2-1 0,-4-2 0,1-3 0,-2 1 0,2 0 0,-1 0 0,2 1 0,-2-2 0,1 3 0,0-1 0,-1-1 0,-1 0 0,-2-1 0,-1-2 0,-1 2 0,0-2 0,-1 0 0,2 1 0,2 0 0,3 3 0,-1-1 0,-3 0 0,-1-3 0,-4 0 0,5 1 0,3 2 0,0 0 0,0 0 0,-6-2 0,-2-1 0,1 2 0,0-1 0,-1 0 0,2 0 0,3 2 0,1 1 0,0 0 0,-3-3 0,-5-1 0,0-3 0,-4-1 0,0 1 0,-2-1 0,-3 2 0,-2 0 0,-9-1 0,1 0 0,-6 0 0,8 0 0,1 1 0,8 0 0,0 0 0,2 0 0,-1 0 0,-1 0 0,-3 0 0,-1 2 0,-1-1 0,3 2 0,1-2 0,1 2 0,0-2 0,-5 2 0,0-1 0,-6-1 0,-1 0 0,1 1 0,2 0 0,1-1 0,-1 1 0,1 0 0,-3 0 0,7 0 0,-3-1 0,4 1 0,0-1 0,-1 0 0,1 1 0,3-1 0,2 0 0,2-1 0,-2 2 0,-3-1 0,-2 4 0,-1-1 0,2 2 0,4-2 0,2-1 0,-1 0 0,0 1 0,-1 0 0,2-1 0,0-1 0,2-1 0,-1 0 0,1 0 0,-1 0 0,-4 1 0,-3 4 0,-2-2 0,0 4 0,2-5 0,4 0 0,-15-10 0,-19 0 0,13-2 0,-6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27T13:00:43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2106 6321 24575,'-16'0'0,"-3"0"0,3 0 0,-3 0 0,-1 0 0,-1 0 0,-5 1 0,4 0 0,-1 0 0,6-1 0,1 0 0,6-1 0,2 0 0,0 0 0,0-1 0,-4 2 0,0-1 0,0 1 0,0-1 0,1 1 0,0-1 0,1 1 0,-1 0 0,-2-2 0,-4 0 0,-1 0 0,0 0 0,4 1 0,6-1 0,1 2 0,-1-3 0,-3 1 0,-4-1 0,1-1 0,-2 1 0,2 0 0,1 0 0,2 1 0,-3-3 0,-2 0 0,1 1 0,-2-2 0,7 3 0,0-2 0,4 2 0,1-3 0,1 1 0,0-2 0,-2-2 0,2-1 0,-4-2 0,3 1 0,-1-2 0,3 0 0,-1-2 0,0-3 0,-1-5 0,1-5 0,-1 0 0,3-7 0,1 2 0,-1-3 0,2 3 0,-1 2 0,1 6 0,0 1 0,0 4 0,1 0 0,-1 1 0,1 0 0,0 0 0,-1 3 0,1-1 0,0 1 0,-1-2 0,2-3 0,-1 3 0,1-3 0,-1 4 0,1-3 0,-2 1 0,1 2 0,0 1 0,0 5 0,1-1 0,-1-1 0,0-4 0,-1-1 0,1-1 0,-1 1 0,1 0 0,0 0 0,-1 0 0,2-2 0,-1 2 0,0 0 0,0-1 0,-1 2 0,0-2 0,0 3 0,0-1 0,0 3 0,1-1 0,-1 2 0,1-3 0,-1 3 0,0-2 0,0 0 0,0 3 0,0-6 0,0 4 0,0-4 0,0-2 0,0 0 0,0 2 0,0 0 0,0 0 0,0-3 0,0-4 0,0 0 0,0-2 0,0 1 0,1-1 0,0 1 0,1-2 0,-1 0 0,-1-5 0,0 2 0,0-1 0,0-2 0,0 4 0,0-2 0,0 3 0,0-4 0,-2 0 0,1-3 0,-2 3 0,2 0 0,0 6 0,1 0 0,-1-1 0,1 4 0,-4-3 0,4 3 0,-2-5 0,2 3 0,0-8 0,-1 7 0,1-8 0,-2 9 0,0-3 0,1 4 0,0 0 0,1-3 0,0 1 0,-1-6 0,1 2 0,-2-4 0,2 5 0,0-3 0,0 0 0,0 0 0,0-3 0,-1 4 0,1 0 0,-1 3 0,0 0 0,-2 3 0,1 0 0,-1 2 0,0 1 0,2 3 0,-2 1 0,0 0 0,1 2 0,1-2 0,-1 2 0,1-1 0,0 2 0,-1 0 0,1 2 0,-1-3 0,0 1 0,0-2 0,0-1 0,0 1 0,-1-1 0,0-1 0,0 0 0,0-4 0,0-1 0,0 0 0,-1-1 0,1-1 0,-3 1 0,0-7 0,-2 2 0,0-5 0,1 3 0,-1-6 0,1 6 0,0-7 0,2 12 0,2-5 0,2 7 0,0-3 0,-1 0 0,-1 2 0,-1 0 0,0 2 0,-1-2 0,2 1 0,-2-3 0,4 8 0,-3 0 0,3 4 0,-2-3 0,3-6 0,-1 1 0,0-9 0,0 7 0,-2-10 0,2 3 0,-2-8 0,3 7 0,-1-9 0,1 4 0,0-3 0,0-6 0,-2 6 0,1-8 0,-2 8 0,1-4 0,1 6 0,1-6 0,0 7 0,0-2 0,0 4 0,0 3 0,0-2 0,-1 8 0,1-6 0,-1 6 0,0-4 0,1 2 0,-2-1 0,2 5 0,0-4 0,-1 3 0,0-2 0,0-1 0,0-1 0,1-1 0,0 3 0,0-1 0,0 0 0,-2 0 0,2 4 0,-2 2 0,2 4 0,-1 2 0,1-3 0,0 0 0,0-2 0,0 0 0,0 2 0,0 3 0,0 1 0,0 0 0,0 0 0,-1 0 0,1 3 0,-1-3 0,0 3 0,0-4 0,-1 4 0,1-3 0,0 3 0,-1 0 0,1 2 0,-1 0 0,1 4 0,-1-2 0,1 1 0,0 1 0,0 0 0,-1 2 0,1 0 0,0 1 0,-1-1 0,1 1 0,-1-2 0,1 2 0,-2 0 0,2 0 0,-1 3 0,-1-3 0,0 2 0,-2-3 0,0 1 0,1 0 0,-1 1 0,2 0 0,0 2 0,-1 0 0,1-1 0,0 1 0,-2-2 0,2 1 0,-2-1 0,1 1 0,-1-1 0,-2-1 0,0-1 0,-3-1 0,0 0 0,0 2 0,3 1 0,0 2 0,0 0 0,1-1 0,-3-2 0,-1 0 0,-1-1 0,2 1 0,1 3 0,1 0 0,0 1 0,-3 0 0,-1 1 0,-6-1 0,1 0 0,0 1 0,4-1 0,4 2 0,0 0 0,-1 0 0,-3 0 0,-5 0 0,0 0 0,1 0 0,-2 0 0,5 0 0,-3 0 0,-1 0 0,-1 1 0,-5-1 0,5 1 0,-1-1 0,4 0 0,-3 0 0,2 1 0,-6-1 0,2 1 0,1 0 0,-1-1 0,0 2 0,-3-2 0,-6 2 0,5-2 0,0 1 0,6 0 0,0 0 0,-3-1 0,-5 0 0,-3 0 0,-2 0 0,8 0 0,3 0 0,10 0 0,4 0 0,1 0 0,-5 0 0,1-1 0,-3 0 0,3 1 0,0 0 0,-3 0 0,-4 0 0,-5 0 0,-1 0 0,6-1 0,9 0 0,4 1 0,6-2 0,1-2 0,5-3 0,2-1 0,2-1 0,5-2 0,0 2 0,3-2 0,-5 4 0,-3 1 0,-5 2 0,-2-1 0,0 3 0,-1-2 0,1 2 0,-1 0 0,2-1 0,-2-1 0,2 0 0,-1-1 0,1 1 0,-3 0 0,2 1 0,-2 0 0,0 0 0,0 0 0,-1 1 0,-2 1 0,-8 6 0,-3 1 0,-6 6 0,3-5 0,1 0 0,3-3 0,-5 0 0,3 0 0,-2 1 0,-2 1 0,4 0 0,-3-2 0,2 2 0,0-2 0,0 1 0,-1 0 0,0 0 0,0 2 0,-1 0 0,-4 3 0,3 0 0,0-2 0,8-2 0,4-3 0,5-3 0,0 2 0,3 0 0,1 3 0,4 1 0,0 4 0,3-1 0,-3 3 0,1-2 0,0 3 0,1 0 0,2 0 0,-2-1 0,-2-2 0,-3-1 0,-2-5 0,-3-1 0,-1-1 0,0 0 0,1 0 0,1 1 0,4 3 0,4 4 0,3 3 0,0-1 0,-2 0 0,-4-5 0,-6-3 0,-3-2 0,-1-2 0,1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27T13:04:39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0-08T02:44:31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7194 2764 911 0,'0'0'0'0,"0"0"0"0,0 0 0 0,0 0 0 0,0 0 2528 0,0 0 416 15,0-5 96-15,-7-3 16 0,2-1-1712 0,1 1-320 0,0-1-80 0,0 2-16 16,1-1-64-16,-1 1-16 0,4 7 0 0,-6-12 0 16,1 1-144-16,4 3-48 0,1-1 0 0,0 9 0 15,-4-11 112-15,3 4 0 0,1 7 16 0,0 0 0 16,0 0 96-16,0 0 16 0,0 0 0 0,0 0 0 15,0 0-144-15,0 0-32 0,0 0 0 0,0 0 0 16,0 0-336-16,0 14-80 0,0 0-16 0,0 3 0 16,0 1-32-16,0 1-16 0,0 2 0 0,0 1 0 15,0 1 128-15,2 2 16 0,3-2 16 0,1 3 0 16,-1 1-80-16,1 4 0 0,1 5-16 0,1 5 0 0,1 0-64 16,1 5-16-16,-1 5 0 0,2 4 0 0,-1 2-80 0,1 2-16 15,-3-2 0-15,-1 6 0 0,-1 3-128 0,-1-2 0 16,-1 1 144-16,0-5-144 0,0-5 0 0,-2-3 0 15,1-6 0-15,1-3 0 0,1 0 0 0,-1-4 128 16,1 1-128-16,-2 5 0 0,-2-2 544 0,0 1 32 16,2 0 16-16,-3 3 0 0,0-1 0 0,0-3 0 15,0 0 0-15,0-5 0 0,-1-2-304 0,-1 1-64 16,1-2-16-16,1-8 0 0,-4 2-208 0,1 2 0 0,1 4 0 16,-1-2 0-16,1 1 128 0,-1 0-128 15,0 0 0-15,1 1 144 0,-1 1-144 0,1-2 0 16,-1-1 0-16,-1-3 128 0,0 0-128 0,0-1 192 0,0-2-192 0,0 0 192 15,-1-1-64-15,1 1 0 0,0 0 0 0,0-1 0 16,1 0 112-16,-1-2 16 16,0-1 0-16,1-1 0 0,2-2 112 0,0-1 16 15,-1 1 16-15,1 1 0 0,0-3-80 0,1 0 0 16,0-1-16-16,0-3 0 0,-2-1-128 0,1-1-32 16,0 1 0-16,-1-2 0 0,2-2-144 0,0-1 0 15,-1-2 144-15,0 1-144 0,-1 1 0 0,2-8 0 16,0 0 0-16,0 0 0 0,-3 5 144 0,3-5 16 0,-6 2 0 0,0 0 0 31,-1 0-2400-31,1-4-464 0,-2-2-112 0</inkml:trace>
  <inkml:trace contextRef="#ctx0" brushRef="#br0" timeOffset="1650.95">7131 2891 21247 0,'0'0'944'0,"0"0"192"0,0 0-912 0,0 0-224 0,8-7 0 0,-1 1 0 16,-1-1 1424-16,2 0 240 15,0-1 64-15,0 0 0 0,-1 0-752 0,1 2-144 0,0-1-16 0,0-1-16 16,-2 0-512-16,2 2-96 0,0-1-32 0,0 1 0 16,0-1-160-16,-8 7 0 0,8-6 0 0,-8 6-176 31,7-7-496-31,-7 7-96 0,0 0-32 0,0 0 0 0,0 0-384 0,0 0-80 16,0 0-16-16,0 0 0 0,0 0 496 0,0 0 80 0,0 0 32 0,0 0 0 0,8-6 672 0,-8 6 0 15,0 0 0-15,4-8 0 0,-4 8 448 16,3-7 80-16,-1-3 16 0,-2 10 0 0,0 0 288 0,0 0 64 15,0-9 16-15,0 9 0 0,-1-8-144 0,1 8-16 16,0-8-16-16,0 8 0 0,0 0-160 0,0 0-48 16,0 0 0-16,-1-8 0 0,1 8-64 0,0 0-16 15,0-9 0-15,0 9 0 0,0 0-64 0,0 0 0 16,0 0-16-16,0 0 0 0,-3-8-128 0,3 8-32 16,0 0 0-16,-2-7 0 0,2 7-80 0,0 0 0 15,-3-9-128-15,3 9 192 0,-1-10 48 0,1 10 0 16,0 0 0-16,0 0 0 0,-2-9 192 0,2 9 32 15,0 0 16-15,0 0 0 0,0 0-16 0,0 0 0 16,-2-6 0-16,2 6 0 0,0 0-80 0,0 0 0 0,-6-5-16 0,6 5 0 16,0 0-176-16,-6-3-16 15,6 3-16-15,0 0 0 0,-8-3-160 0,8 3 160 0,-6-4-160 0,6 4 160 16,0 0-160-16,0 0 0 0,0 0 0 0,-8-1 0 16,8 1 0-16,0 0 0 0,-9-1 128 0,9 1-128 15,0 0 0-15,-8-2 0 0,8 2 0 0,-8-2 0 16,8 2 0-16,-6-4 0 0,6 4 144 0,-7-3-144 15,-1-2 256-15,8 5 0 0,-6-4-16 0,6 4 0 16,0 0-16-16,0 0 0 0,-8-2 0 0,8 2 0 16,0 0-96-16,0 0 0 0,0 0-128 0,0 0 192 15,0 0-192-15,0 0 144 0,0 0-144 0,-9 0 128 16,9 0-128-16,0 0 0 0,0 0 0 0,0 0 128 16,0 0-128-16,0 0 0 0,0 0 0 0,0 0 0 0,0 0 0 0,0 0 0 15,0 0 144-15,0 0-144 0,0 0 0 0,0 0 0 16,2 11 0-16,-2-11 0 0,0 0 0 0,7 12 0 15,-1-4 0-15,-6-8 0 0,8 10 0 0,0-1 0 16,0-2 0-16,2 0 0 0,1-1 0 0,0 1 0 16,2 0 0-16,2 0 0 0,0-1 0 0,2 1 0 15,2-1 0-15,1 2 128 0,4-1-128 0,-1 2 176 16,1-3-176-16,-1 2 192 0,2-1-192 0,0-1 128 16,1 1-128-16,-1 2 128 0,-3-1-128 0,3 2 0 15,-1-1 0-15,3 0 128 0,0-1-128 0,0 0 0 0,-1 0 0 0,3 1 0 16,0 1 0-16,1 2 0 0,1 0 128 0,0-2-128 15,1 2 0-15,-2 2 0 0,-2-1 0 0,0 3 0 16,-2-2 0-16,1 1 0 0,-2-1 0 0,1 2 0 16,0 2 0-16,-1-1 0 0,1 0 0 0,0 2 0 15,1-2 0-15,2 0 0 0,2 0 0 0,2 0 0 16,1 2 0-16,1-4 0 0,1 2 0 0,0 0 0 16,-1-4 0-16,0 0 0 0,3-1 0 0,0 1 0 15,-2 0 0-15,6 0 0 0,1-1 0 0,0-1 128 16,-3-1 0-16,1-1-128 0,-1 0 192 0,-1 0-64 15,-1 0-128-15,1 2 0 0,-4 0 0 0,-1 0 0 16,0-1 0-16,-4-1 0 0,-2-1 128 0,2 1-128 16,-2 2 0-16,1 2 0 0,1-2 0 0,0 2 0 15,-1 0 0-15,2-1 0 0,1-1 128 0,2 2-128 16,0-3 0-16,3 3 0 0,-2 0 0 0,-1-4 0 0,-2 0 0 16,0 1 0-16,-1-1 144 0,2 0-144 0,-5-1 128 15,1-1-128-15,-2 0 160 0,2-1-160 0,-3 1 128 0,0 2-128 16,-1 2 0-16,0 0 0 0,0-3 128 0,-2 1-128 15,-1 2 0-15,0 2 0 0,-1 0 192 0,0-2-48 16,-1 1-16-16,-2-3 0 0,0-1-128 0,2 1 0 16,-1 2-192-16,2-1 192 0,-1-1 0 0,-2 0 0 15,1 2 0-15,0-3 0 0,-1-3 0 0,-1 0 0 16,-1 0 0-16,-2 1 0 0,0-1 0 0,1 1 0 16,0-2 0-16,0 0 128 0,-2 1-128 0,0-1 0 15,-2-1 0-15,1 1 128 0,1 0-128 0,-1 1 0 16,1-1 144-16,0 2-144 0,0-2 0 0,-1 3 0 0,-1-2 0 0,2 0 0 15,-2 0 0-15,-1-1 128 0,-10-4-128 0,12 7 128 16,0-5-128-16,-2 2 0 0,-10-4 0 0,12 5 0 16,-2-2 0-16,1 1 0 0,-11-4 0 0,12 4 128 15,-2 1-128-15,2-1 0 0,-4 1 0 0,-8-5 0 16,0 0 176-16,11 3-48 0,0-2 0 0,-11-1 0 16,0 0 64-16,10 4 0 0,-10-4 0 0,9 3 0 15,-9-3-16-15,0 0 0 0,0 0 0 0,0 0 0 16,0 0-176-16,0 0 128 0,8 2-128 0,-8-2 128 15,0 0-128-15,0 0 0 0,0 0 0 0,0 0 0 32,-9-4-1504-32,-3 2-336 0,-3-1-64 0</inkml:trace>
  <inkml:trace contextRef="#ctx0" brushRef="#br0" timeOffset="2824.07">7210 5526 2751 0,'0'0'256'0,"0"0"-256"0,0 0 0 0,0 0 0 15,7-7 4944-15,0 1 944 0,-7 6 192 0,6-8 48 16,-6 8-4416-16,0 0-880 0,0 0-192 0,0 0-16 16,4-9-464-16,-4 9-160 0,0 0 0 0,0 0 144 15,0 0-144-15,0 0 0 0,0 0-192 0,-1-9 192 16,1 9 0-16,0 0 0 0,0 0 0 0,0 0 0 16,-1-8 256-16,1 8 160 0,0 0 32 0,0 0 16 15,0 0 304-15,6-7 64 0,1 1 16 0,1 1 0 16,2-1-176-16,3 0-32 0,0-3-16 0,1 1 0 15,1 0-64-15,3-2-16 0,2-1 0 0,0-1 0 16,3 2-32-16,3-2 0 0,2 1 0 0,1-2 0 16,1-2-64-16,1 2-32 0,1 0 0 0,0 0 0 0,2-3-224 0,3 2-32 0,2 0-16 0,1-1 0 0,2 0-144 15,1 0 0-15,1 1 0 0,-1 0 0 0,2-2 176 0,-1-1-48 32,-2-1-128-32,1-2 192 0,1-1 48 0,2 2 0 0,-2 1 0 0,3-2 0 0,1-3-64 0,2 3-16 31,-3-3 0-31,1 0 0 0,0 0-160 0,-1 0 128 15,-1-1-128-15,-2 1 128 0,0-3-128 0,2 1 160 0,1 1-160 0,0 0 160 0,-3 1 176 0,0 2 48 32,-1-1 0-32,-1 3 0 0,-1-2 0 0,-2 1 16 0,-2-1 0 0,3 2 0 0,-1-5-176 0,1 1-32 31,2 1-16-31,0 1 0 0,-2 1-176 0,2-2 192 0,-2 1-192 0,-1-1 192 0,0-3-192 0,-1 1 0 16,-3-1 0-16,1 0 0 0,0 0 0 0,-2-2 0 0,0 0 128 31,0 2-128-31,0 3 0 0,1 2 0 0,-1 2 0 0,0 1 0 0,-2 1 0 0,1 3 128 0,-5 3-128 0,1-2 0 15,-1 4 192-15,0-2-32 0,-2 2-16 0,0 0 0 16,0-1-16-16,-1-1-128 0,0 1 192 0,0-1-64 16,-3 1-128-16,1 0 0 0,2 1 0 0,0 0 128 15,-2-1-128-15,1 2 128 0,-1-1-128 0,2 0 128 16,-1 0-128-16,-2 2 0 0,0-1 0 0,-1 1 0 16,-2-2 0-16,1 2 0 0,-2 1 0 0,0-1 0 15,-1 1 128-15,-1 1-128 0,0 0 128 0,-3 0-128 16,-3 0 144-16,0 0-144 0,1 1 160 0,-1-1-160 15,2 1 144-15,-1-1-144 0,-1 0 128 0,-2 1-128 16,-8 3 176-16,10-4-48 0,-2 2-128 0,-8 2 192 16,7-4-64-16,-7 4 0 0,0 0-128 0,0 0 192 15,0 0-192-15,0 0 144 0,3-8-144 0,-3 8 128 16,-2-9-1056-16,2 9-224 16,-7-7-32-16,-1 1-12688 0,-2-1-2528 0</inkml:trace>
  <inkml:trace contextRef="#ctx0" brushRef="#br0" timeOffset="4778.85">10196 4020 11967 0,'24'17'1072'0,"-24"-17"-864"0,0 0-208 0,0 0 0 16,8-3 1104-16,-1-1 176 16,1 2 48-16,0-3 0 0,-1-1 0 0,2 2 0 0,1 1 0 0,2 0 0 15,1 0-624-15,0-1-128 0,1 2-32 0,2-2 0 16,1 1-96-16,1-2-32 0,2-1 0 0,1 2 0 16,-1 0 240-16,-1 1 48 0,0 0 16 0,0 1 0 15,-3 1 0-15,0-1 0 0,-3 2 0 0,-1 0 0 16,-3 0-208-16,3 0-64 0,-12 0 0 0,0 0 0 15,0 0-176-15,0 0-32 0,0 0-16 0,0 0 0 16,0 0-64-16,0 0-16 0,0 0 0 0,0 0 0 0,0 0 96 0,0 0 16 16,0 0 0-16,0 0 0 0,0 0 384 0,0 0 64 15,0 0 32-15,0 0 0 0,0 0-48 0,0 0-16 16,0 0 0-16,0 0 0 0,-5-4-128 0,-1 2-32 16,6 2 0-16,-6 0 0 0,-1 1-128 0,7-1-16 15,0 0-16-15,-5 1 0 0,5-1 48 0,0 0 16 16,0 0 0-16,0 0 0 0,0 0-80 0,0 0-16 15,-5-1 0-15,5 1 0 0,0 0 64 0,0 0 0 16,0 0 0-16,0 0 0 0,-5-1-80 0,5 1-16 16,0 0 0-16,0 0 0 0,0 0-96 0,0 0 0 0,0 0-16 0,0 0 0 15,0 0-176-15,0 0 160 16,0 0-160-16,0 0 160 0,0 0-160 0,0 0 0 0,0 0 0 0,0 0 0 16,0 0 192-16,0 0-32 0,0 0-16 0,0 0 0 15,0 0-144-15,0 0 192 0,0 0-192 0,0 0 192 16,0 0-64-16,0 0-128 0,7-3 192 0,1 2-64 15,0 0-128-15,4 1 192 16,0 0-192-16,-3 0 192 0,0 0-192 0,1 0 0 0,1-2 144 0,0 4-144 16,1 0 0-16,2 2 0 0,1-3 0 0,-1 1 0 15,2 0 0-15,1 1 0 0,1-1 0 0,2 1 128 16,-2 0-128-16,3 1 0 0,0 0 0 16,2-2 128-16,0-2-128 0,4 1 144 0,0 3-144 0,2 0 160 15,-1-4-160-15,2 3 0 0,-1 1 144 0,4-3-144 16,-2 2 0-16,0-1 0 15,-2 1 0-15,1 0 0 0,-2-1 0 0,1 1 0 0,1-1 0 0,-1-2 128 0,0 0-128 0,-1 0 0 16,2 0 0-16,0 2 0 0,3-1 0 0,-2 2 0 16,2-2 0-16,1 3 0 0,-1-3 0 0,3 2 0 15,-1-1 0-15,1 1 128 0,0-2-128 0,0-2 0 16,2-2 0-16,0-3 0 0,-1-1 128 0,4 1-128 16,3-2 128-16,3-1-128 0,1 0 0 0,2 1 128 0,-1 0-128 0,18-1 0 15,-10 0 0-15,-6 2 0 0,-4-1 0 0,-3 2 128 16,-3-3 16-16,-1 0 16 15,-1 1 0-15,0 3 0 0,1-1 32 0,-3 1 16 16,-1-3 0-16,-4 3 0 16,-2 1-48-16,-2-2-16 0,-2 1 0 0,-3 1 0 15,-2 0-144-15,0 1 128 0,-3 0-128 0,0 1 128 16,1 1-128-16,-4-1 0 0,0 2 0 0,-1-2 0 16,0 2 0-16,1 0 0 0,-2-2 0 0,0 1 0 15,-2 0 0-15,1-3 0 0,0 1 0 0,-2-1 0 0,-1 2 0 0,-9 2 0 16,11-2 0-16,-11 2 0 0,10-1 0 0,-10 1 0 15,0 0 0-15,0 0 0 0,0 0 0 0,0 0 0 16,0 0 0-16,0 0 0 16,0 0-624-16,0 0-144 0,-10 3-48 15,-7 3-22096-15</inkml:trace>
  <inkml:trace contextRef="#ctx0" brushRef="#br0" timeOffset="7347.06">8807 1488 11391 0,'-20'-6'512'0,"20"6"96"0,-3-8-480 0,0-1-128 16,-1 0 0-16,0-2 0 0,0 2 1056 0,0 0 192 16,-1-2 32-16,-1 2 16 0,1 1 80 0,0 1 16 15,1-2 0-15,0 2 0 0,-1-2-16 0,1 2 0 16,4 7 0-16,0 0 0 0,0 0-160 0,0 0-48 16,0 0 0-16,0 0 0 0,0 0-464 0,0 0-80 15,-4 11-32-15,3 6 0 0,3 4-336 0,0 6-80 16,-2 6-16-16,0 7 0 0,1 7-160 0,3 5 128 15,0 0-128-15,-1 6 128 0,-1-2-128 0,2 5 160 0,1 3-160 0,-1 2 160 16,-3 1-160-16,2-1 0 16,2 1 0-16,2-5 0 0,-1-4 0 0,2-1 0 15,1 0 0-15,0 2 0 0,1 2 0 0,-1-1 0 0,-2-2 0 0,1-4 0 16,0 0 0-16,0-8 0 0,-2-6 0 0,2-2 0 16,-1-2 0-16,-3-10 0 0,0 0 0 0,-2 0 0 15,1-2 128-15,-1-2-128 0,0-1 0 0,-1 1 128 16,-1-1-128-16,0-1 160 0,-1-1-160 0,-2 1 160 0,1-2-32 15,-2-1-128-15,-2-1 192 0,2-2-64 0,-1-1 32 0,0-1 0 16,-3-1 0-16,2 0 0 0,-1-3 32 0,1-2 0 16,-2 1 0-16,1-2 0 0,0 0-192 0,0-2 160 15,0-1-160-15,7-2 160 0,-6 0-160 0,6 0 0 16,0 0 0-16,0 0 0 0,0 0-320 0,-4-4 48 16,0 0 16-16,4 4 0 15,0 0-1088-15,0 0-224 0</inkml:trace>
  <inkml:trace contextRef="#ctx0" brushRef="#br0" timeOffset="8208.82">8791 4845 9215 0,'0'-12'816'0,"0"9"-656"0,0-7-160 0,0 3 0 16,-1-3 2160-16,1 3 400 16,-2-1 64-16,1 3 32 0,1 5-608 0,0 0-112 15,0 0-16-15,0 0-16 0,0 0-480 0,-5 4-80 0,0 1-32 0,1 3 0 0,2 2-240 0,1 3-48 16,0 1-16-16,-2 3 0 0,1 2-112 0,-1 0-32 15,0 3 0-15,2 3 0 0,1 2-272 0,0 6-48 16,0 4-16-16,0 4 0 0,0 6-256 0,0 4-48 16,1 4-16-16,-1 3 0 0,0 4-208 0,0 2 176 15,0 1-176-15,0 3 160 0,0 5-160 0,3 2 0 16,-2 3 0-16,1 1 0 0,-1-4 0 0,-1 1 0 16,0 0 0-16,0 0 0 0,0-3 224 0,0-2-32 15,1-3-16-15,0-4 0 0,2-6 16 0,0 0 0 16,-1-1 0-16,1 2 0 0,1-3-192 0,1-2 0 15,-1 1 144-15,1-5-144 0,2-1 0 0,1-2 0 16,-2-4 0-16,1-2 0 0,-2-2 0 0,0-1 0 16,0-2 0-16,0-1-128 0,-1-5 128 0,-1-2-128 15,0-4 128-15,-2-5-128 0,0-4 128 0,-1-2 0 16,0-5 128-16,-1-1-128 0,1-7 0 0,0 0 0 16,-7 0 0-16,1-6-128 15,-2-3-2560-15,-1-4-512 0</inkml:trace>
  <inkml:trace contextRef="#ctx0" brushRef="#br0" timeOffset="30822.6">9006 1296 27471 0,'-5'-6'1216'0,"24"-15"256"0,-24 22-1184 0,-3-1-288 16,1 0 0-16,0 0 0 0,7 0 1840 0,0 0 304 0,0 0 64 0,0 0 16 16,0 0-576-16,0 0-112 15,0 0-32-15,0 0 0 0,12-1-640 0,1 1-128 0,2 0-32 0,2 0 0 16,3 0-240-16,1 0-48 15,0 1-16-15,0 2 0 0,-1 0-272 0,3-1-128 0,0-2 128 0,0 2-128 16,0 1 0-16,-1-3 0 16,0 0 0-16,-1 0 0 15,-2 0-416-15,0 0-64 0,-4 0-16 0,0-2 0 16,-4 2-1488-16,0-1-320 0,-3-2-48 0,-8 3-9024 0,6-7-1808 0</inkml:trace>
  <inkml:trace contextRef="#ctx0" brushRef="#br0" timeOffset="30994.46">9226 826 21183 0,'0'0'1888'0,"0"0"-1504"16,0 0-384-16,0 0 0 0,0 0 2784 0,4 9 480 15,0 3 112-15,0 3 16 0,-1 1-1088 0,-1 6-192 16,2 4-64-16,0 7 0 0,0 5-896 0,-1 5-176 16,-3 6-32-16,-2-1-16 0,0 1-512 0,-1-1-96 15,-1 1-32-15,2-2 0 16,0 3-1360-16,1-2-272 0,0-2-48 0,2-4-11136 15,3-5-2224-15</inkml:trace>
  <inkml:trace contextRef="#ctx0" brushRef="#br0" timeOffset="31253.73">9821 955 33279 0,'0'0'1472'0,"6"9"320"0,-2 3-1440 0,2 3-352 0,-1 5 0 0,0 5 0 16,0 3 1488-16,0 2 240 0,1 2 32 0,0 0 16 0,1 0-1008 0,-1-2-208 16,2-3-48-16,2-5 0 0,1-1-304 0,1-5-64 15,1-2-16-15,1-5 0 0,2-1 128 0,2-5 0 16,3-6 16-16,-2-1 0 0,1-5 128 0,1-2 32 16,-2-6 0-16,1-5 0 0,1-4-16 0,-2-4 0 15,-1-4 0-15,1-2 0 0,-1-6-288 0,-2-2-128 16,-2-2 128-16,4-16-128 15,-3 8-928-15,-4 10-272 0,-2 3-48 0,-1 9-16 16,0-2-1936-16,-1 7-384 0</inkml:trace>
  <inkml:trace contextRef="#ctx0" brushRef="#br0" timeOffset="33169.51">12744 2965 17503 0,'0'0'1552'0,"0"0"-1232"16,1-6-320-16,2-1 0 0,-1 2 2032 0,-2 5 336 0,0 0 80 0,6-7 16 15,-6 7-384-15,0 0-80 16,0 0-16-16,10 7 0 0,0 3-896 0,0 10-176 15,-1 5-32-15,0 6-16 0,-1 3-416 0,-1 5-96 16,1 3-16-16,1-2 0 0,2-2-144 0,1-3-48 0,1-4 0 0,2-3 0 16,1-6-16-16,-2-2-128 0,-1-7 192 0,0-3-64 15,0-2 512-15,0-3 80 0,2-2 32 0,-2-6 0 16,-2-3 336-16,1-4 80 0,3-1 16 0,-1-5 0 16,-1-5-384-16,1-1-80 0,1-1-16 0,0-7 0 15,1-4-320-15,0-2-80 0,-3-1-16 0,0-1 0 0,-2 0-128 0,0 0-32 16,-5 0 0-16,0 2 0 0,-5 2-128 0,0 3 160 15,-1 1-160-15,0 2 160 0,0 0-160 0,0 6 0 16,-1 3 0-16,1 6 128 0,0 5-384 0,0 8-64 16,0 0-32-16,0 0 0 15,0 0-1984-15,0 0-400 0,0 0-80 0,4 15-16080 16</inkml:trace>
  <inkml:trace contextRef="#ctx0" brushRef="#br0" timeOffset="33419.48">13510 3086 21183 0,'-1'20'1888'0,"0"-3"-1504"16,0 4-384-16,1 4 0 0,-2 2 1344 0,2-1 192 15,0-1 32-15,2-3 16 0,-1-1 0 0,1-5 0 16,2-3 0-16,3-7 0 0,-7-6-576 0,13 7-112 0,3-7-32 0,2-6 0 16,0-1-224-16,2-6-32 15,-2-1-16-15,0 0 0 0,0-3 208 0,-1-1 32 16,-2-2 16-16,-4 2 0 0,1 0 16 0,-3 0 0 15,-2-2 0-15,-5 3 0 0,-2 3-160 0,-2 1-16 0,-3-2-16 0,-2 1 0 16,-3 1-304-16,-2 0-64 0,-1 0-16 16,0 3 0-16,-2 3-288 0,1 0 0 0,1 4 128 0,-1 0-128 31,-2 3-1248-31,3 0-304 0,1 0-64 0</inkml:trace>
  <inkml:trace contextRef="#ctx0" brushRef="#br0" timeOffset="36347.4">7323 3274 22111 0,'0'0'976'0,"0"0"208"0,0 0-944 0,0 0-240 16,0 0 0-16,0 0 0 0,0 0 2368 0,9-5 448 0,4 2 64 0,3 2 32 15,3 2-1696-15,2 2-352 16,0 0-64-16,3-1-16 0,0 0-224 0,2-2-48 16,2 0-16-16,0 0 0 0,0-3-192 0,-1 0-48 15,1 2 0-15,-2 0 0 0,-3-2-16 0,-2 0-16 16,0 1 0-16,-2 1 0 0,0-2-16 0,-4 2 0 0,0-1 0 0,-4 1 0 16,0 1-208-16,-11 0 176 15,0 0-176-15,10 0 160 16,-10 0-3008-16,0 0-608 0</inkml:trace>
  <inkml:trace contextRef="#ctx0" brushRef="#br0" timeOffset="36943.25">7512 4892 24991 0,'0'0'1104'0,"0"0"240"0,0 0-1088 0,-4-2-256 0,0-5 0 0,4 7 0 0,-1-8 1792 0,1 0 288 16,3 1 64-16,2 0 16 0,1 2-752 0,3 0-128 15,3-1-48-15,1 2 0 0,1 1-528 0,3-1-96 16,3-2-32-16,0 3 0 0,-1-1-256 0,1 1-64 15,2-1-16-15,1 1 0 0,2 0-240 0,0-1 0 16,0-2-144-16,-2 3 144 0,-2-3 0 0,-2 2 0 16,-2 0 0-16,-1 1 0 0,-2-1-320 0,-1 1-32 15,-2 0 0-15,1 0 0 16,-12 3-2976-16,0 0-608 0,0-12-112 16,0 12-9056-16</inkml:trace>
  <inkml:trace contextRef="#ctx0" brushRef="#br0" timeOffset="37099.47">7661 4631 12895 0,'0'0'1152'0,"0"0"-928"16,0 0-224-16,6 11 0 0,-1 4 3936 0,1-1 736 15,-2 0 160-15,-2 3 32 0,-2 2-2672 0,0 4-528 0,0 0-96 0,0 3-32 16,0 0-768-16,-1 0-176 0,-3 2-16 0,3-2-16 31,-2 1-912-31,3-2-176 0,1 0-48 0,1-1-15712 0</inkml:trace>
  <inkml:trace contextRef="#ctx0" brushRef="#br0" timeOffset="39425.75">3172 3437 9215 0,'0'0'816'0,"0"0"-656"16,0 0-160-16,0 0 0 0,0 0 960 0,6 12 144 16,6-13 48-16,-1-2 0 0,-1 0 48 0,0 2 16 15,1-3 0-15,2 2 0 0,1-2-192 0,1 1-48 16,0 0 0-16,4 0 0 0,1 0-368 0,4 2-80 16,2 1-16-16,1-3 0 0,3 2-112 0,3 1-16 15,1 1-16-15,2-1 0 0,3 3-128 0,1-3-32 16,0-3 0-16,-2 2 0 0,-2-2 64 0,15-1 16 15,-4 2 0-15,1-1 0 0,2-1-32 0,-1 4 0 16,0-3 0-16,-1 6 0 0,1 1-112 0,1 0-16 16,-1-1-128-16,-2-1 192 0,-2-1-192 0,2 2 176 15,2 0-176-15,3 1 160 0,2-2-32 0,1 2-128 0,-1 0 192 0,0-1-64 16,-2-3 64-16,-3-2 16 0,-3 0 0 0,1-2 0 16,0 0 48-16,1 0 0 0,0-1 0 0,1 2 0 15,-2-1 128-15,2 3 16 0,-2 0 16 0,-1-3 0 16,-3 1-64-16,-3-2-16 0,-2 1 0 0,0 0 0 15,-3-1-16-15,-1 0-16 0,1 1 0 0,0 1 0 16,2 0-48-16,-3 2 0 0,-2 0 0 0,0 1 0 16,-3 0-48-16,0 0-16 0,-1 0 0 0,-1-1 0 15,-2 1 96-15,-1-3 16 0,1 0 0 0,0 3 0 0,0 6-128 0,-2-6-32 16,-1 0 0-16,2-4 0 0,2 1-144 16,-1-1 0-1,-4 0 144-15,1 2-144 0,0-1 0 0,1 2 128 16,2-1-128-16,1 5 0 0,0 0 144 0,0-1-144 15,0-2 192-15,-1-1-192 0,-1 0 144 0,-3-2-144 16,-1-1 0-16,0 0 144 0,0 2-144 0,-1-1 192 0,-1-1-192 0,1 4 192 0,-1 0-192 0,0 0 0 16,-1-3 0-16,0 3 128 0,-1-1-128 0,2 0 0 15,0 0 0-15,-2-2 0 0,-3-2 0 0,0 2 128 16,0 1-128-16,1-1 0 0,2-1 0 0,0 1 0 16,-2 2 128-16,1-3-128 0,1 2 0 0,1 2 0 15,0 0 0-15,0-3 128 0,-4 2-128 0,0-1 0 16,1 2 0-16,2 0 0 0,0 3 0 0,-1-3 0 15,1-1 0-15,0-1 0 0,-2 1 0 0,-1 1 0 16,0-4 0-16,1 2 0 0,-1-1 0 0,2-1 0 16,-1-1 144-16,0 1-144 0,-2-1 0 0,1-1 128 15,0 3-128-15,-1-4 0 0,-2 2 192 0,2 0-48 16,0-2 0-16,-2 2 0 0,-2 0 96 0,1 2 16 0,2-3 0 16,-1 2 0-16,-1 1-128 0,-9 3-128 15,9-3 176-15,-9 3-176 0,12-2 128 0,-12 2-128 16,13-2 0-16,-1 1 0 0,-12 1 128 0,10-1-128 15,1 0 144-15,-11 1-144 0,11-2 288 0,-11 2-32 16,11-2-16-16,-11 2 0 0,0 0-48 0,0 0 0 16,0 0 0-16,0 0 0 0,0 0-32 0,0 0-16 15,0 0 0-15,0 0 0 16,0 0-656-16,0 0-128 0,0 0-16 0,-12 2-11696 0,-2 1-2320 0</inkml:trace>
  <inkml:trace contextRef="#ctx0" brushRef="#br0" timeOffset="41646.33">5112 2105 12895 0,'0'0'576'0,"0"0"112"0,0 0-560 0,-3-7-128 0,3 7 0 0,0 0 0 16,0 0 1456-16,3-6 256 0,-1-1 48 0,2 2 16 15,2 0-592-15,1 2-112 0,3 3-32 0,1 0 0 16,2 0-336-16,4 0-64 0,2 1 0 0,1 5-16 16,3-4-112-16,1 5-32 0,2 1 0 0,3-1 0 15,-3 0-176-15,3 1-48 0,2-2 0 0,15 3 0 16,-5-1-256-16,2 0 160 0,3-1-160 0,2-1 128 16,2-1-128-16,1 1 160 0,0-1-160 0,2-3 160 0,-1 1-160 15,2-3 128-15,0-1-128 0,5 1 128 0,4 0 0 0,1 2 0 16,-1 2 0-16,1-1 0 0,0 1 64 0,-5-3 0 15,-4 0 0-15,-2 3 0 0,1-1-192 0,-2-1 128 16,-2 1-128-16,1 0 128 0,-1-3 64 0,-1 0 0 16,-3-2 0-16,-2 1 0 0,1 0 16 0,-1-3 16 15,-1-3 0-15,0 0 0 0,-3-1 32 0,1 0 16 16,1 1 0-16,-2 1 0 0,2-1 96 0,-2 5 16 16,1-3 0-16,-2 1 0 0,-1 0-112 15,-3-2-16-15,-1 1 0 0,-2-1 0 0,1 2-64 0,-2 1 0 16,-2 1-16-16,-1 0 0 0,1 1-176 0,-1 1 160 15,-2 1-160-15,0 5 160 0,1 4-160 0,2-2 128 16,-2-4-128-16,-2-2 128 0,-3 2-128 0,-1-4 128 16,1-2-128-16,-1 0 128 0,0 2 48 0,0-1 0 15,-2-2 0-15,1-1 0 0,-1 1 16 0,0-3 16 16,0 1 0-16,-1 1 0 0,1-1-208 0,-1 0 144 16,0 2-144-16,0 1 128 0,-2-2-128 0,0 1 0 15,-1 2 0-15,1-1 128 0,-2 0-128 0,1-1 0 16,-2 3 0-16,0 0 0 0,0 0 0 0,0 0 0 15,-1 0 0-15,-1 0 0 0,1 0 0 0,0 0 0 16,-3 0 0-16,3 3 0 0,2 3 0 0,-1 1 0 16,-1-5 0-16,-2 1 0 0,1-3 0 0,-2 3 0 15,0-6 0-15,1 0 128 0,-1 1-128 0,0-2 0 16,-1 0 0-16,0 0 128 0,-8 4-128 0,11-4 0 16,-2 0 144-16,-9 4-144 0,9-2 0 0,-9 2 0 15,10 0 0-15,-10 0 128 0,9-4-128 0,-9 4 128 16,0 0-128-16,11 0 128 0,-11 0-128 0,10-2 0 15,-2 2-128-15,-8 0 128 0,0 0 0 0,10-1 0 16,0-1 0-16,-10 2-128 0,9-3 128 0,-1 2 0 0,-1-5 0 0,-7 6 0 16,0 0 0-16,9-2 0 0,-9 2 0 0,8-4 0 15,0-1 0-15,0-2 0 0,-8 7 0 0,9-4 0 16,-9 4 0-16,12-2 0 0,-2-1 0 0,-1 0 0 16,-9 3 0-16,11-1 0 0,-11 1 0 0,10-4 0 15,-2 0 0-15,-8 4 0 0,8-4 0 0,-8 4 0 0,8-3 0 16,-8 3 0-16,0 0 0 0,0 0 0 0,9-3 0 0,-9 3 0 15,0 0 0-15,0 0 0 0,9-3 0 0,-9 3 0 16,0 0 0-16,0 0 0 0,8-5 0 0,-8 5 144 16,0 0-144-16,0 0 0 0,0 0 128 0,0 0-128 15,0 0 0-15,0 0 0 0,1-8 256 0,-1 8-48 16,0 0-16-16,0 0 0 0,0 0 0 0,-10 2-16 16,1 1 0-16,1 5 0 0,1 3-176 0,-1 0 0 15,1 1 0-15,-3-1 128 0,0-2-128 0,2 1 0 16,2-3 0-16,0 2 0 0,1-1 0 0,5-8 128 15,-5 9-128-15,5-9 0 0,0 0 144 0,0 0-144 16,0 0 160-16,0 0-160 0,0 0 256 0,0 0-32 16,0 0-16-16,0 0 0 0,9-3 0 0,-1-1 0 15,-8 4 0-15,9-6 0 0,0-1-208 0,-9 7 128 16,7-6-128-16,-7 6 0 0,5-9 128 0,-5 9-128 16,4-10 0-16,-4 10 0 0,0 0 0 0,0 0 0 15,0 0 0-15,0 0 0 0,0 0 0 0,0 0 0 16,0 0 0-16,0 0 0 0,-9 6 128 0,9-6-128 15,0 0 0-15,-9 4 144 0,9-4-144 0,0 0 160 0,0 0-160 0,0 0 160 16,-10 3-160-16,10-3 0 16,0 0 0-16,0 0-12672 0,0 0-2576 0</inkml:trace>
  <inkml:trace contextRef="#ctx0" brushRef="#br0" timeOffset="43567.06">5079 2160 3679 0,'0'0'320'0,"0"0"-320"16,0 0 0-16,0 0 0 0,0 0 1184 0,4-8 160 15,-4 8 48-15,0 0 0 0,1-11-432 0,-1 11-96 16,0 0-16-16,0 0 0 0,0 0 48 0,0 0 0 16,0 0 0-16,0 0 0 0,0 0-80 0,0 0-16 15,0 0 0-15,0 0 0 0,0 0-32 0,0 0-16 16,0 0 0-16,0 0 0 0,0 0 16 0,0 0 0 16,0 0 0-16,0 0 0 0,0 0-176 0,0 0-16 15,0 0-16-15,0 0 0 0,0 0-288 0,0 0-48 16,0 0-16-16,0 12 0 0,0-12 0 0,0 0 0 15,0 0 0-15,0 9 0 0,0-9-16 0,0 0 0 16,0 0 0-16,0 0 0 0,0 0-16 0,0 0-16 0,0 0 0 0,0 0 0 16,0 0-32-16,0 0-128 0,0 0 192 0,0 0-64 15,0 0-128-15,0 0 160 16,0 0-160-16,0 0 160 0,0 0-160 0,0 0 0 16,0 0 144-16,0 0-144 0,0 0 0 0,0 0 0 15,0 0 0-15,0 0 128 0,0 0-128 0,0 0 0 0,0 0 128 0,0 0-128 16,0 0 128-16,0 0-128 0,0 0 160 0,0 0-160 15,0 0 192-15,0 0-48 0,0 0-16 0,0 0 0 16,0 0-128-16,0 0 160 0,0 0-160 0,0 0 160 16,0 0 48-16,0 0 16 0,0 0 0 0,0 0 0 15,0 0-32-15,0 0-16 0,0 0 0 0,0 0 0 0,0 0-176 0,0 0 192 16,0 0-192-16,0 0 192 0,0 0-192 0,0 0 0 16,0 0 0-16,0 0 128 0,0 0-128 0,0 0 0 15,0 0 0-15,0 0 0 0,0 0 0 0,0 0 0 16,0 0 0-16,0 0 128 0,0 0-128 0,0 0 0 15,0 0 144-15,0 0-144 0,0 0 128 0,0 0-128 16,0 0 160-16,0 0-160 0,8 7 0 0,-8-7 128 16,0 0-128-16,6 10 0 0,-1 1 0 0,-1-2 128 15,-4-9-128-15,2 14 0 0,1 0 144 0,1 2-144 16,-4 2 128-16,2-2-128 0,1 2 128 0,1 0-128 16,-1-1 128-16,-1 2-128 0,1 0 160 0,-1 1-160 15,1 1 192-15,0-2-192 0,-2 1 160 0,1 2-160 16,1-3 128-16,-2 6-128 0,-1 5 128 0,0 3-128 15,2 1 0-15,0 1 128 0,2 3-128 0,0 1 0 16,1 2 0-16,-1 2 0 0,1-2 0 0,1 2 0 16,-1 0 0-16,0-4 0 0,0-2 0 0,1 0 0 15,0 2 0-15,-1-2 0 0,0 2 0 0,2-2 0 16,0-5 0-16,-1 3 0 0,1-1 0 0,-2 0 0 16,1 1 0-16,-2 1 0 15,0-5 0-15,-1 3 0 0,-3 2 0 0,2-1 0 16,1 1 128-16,-2 0-128 0,-1-2 0 0,2 0 128 0,0-3-128 0,1-2 0 15,-1-3 0-15,1-1 0 0,0-3 0 0,0 0 128 16,1 0-128-16,-1-3 0 0,-2-4 0 0,1 0 0 16,0-2 128-16,0 1-128 0,-2 0 0 0,2 1 0 15,1 0 0-15,-2 0 0 0,-2-2 0 0,-1 1 0 16,1 2 0-16,0-1 0 0,0 0 0 0,-1-1 128 0,2-1-128 16,0-1 0-16,0-12 128 0,-1 11-128 0,0 0 0 15,1-11 128-15,-2 12-128 0,2-1 0 0,0-11 0 0,0 13 0 16,2-1 0-16,-2 0 0 0,0-12 128 0,1 13-128 15,0-1 0-15,-1 1 0 0,-1-2 0 0,0 2 0 16,1-1 0-16,0 1 0 0,0-1 0 0,1 1 0 16,-1-1 0-16,0-1 0 0,0 1 0 0,0 0 0 0,0 1 0 0,0-1 0 15,0 2 0-15,0 0 0 0,-1 1 0 16,-1-2 0-16,1 0 0 0,0 2 0 0,-2-2 0 0,2 0 0 16,-1-1 0-16,2 0 0 0,-1-3 0 0,1 1 0 15,0-10 0-15,0 11 128 0,0-11-128 0,0 9 0 16,0-9 0-16,0 0 0 0,1 12 0 0,-1-12 0 15,0 0 0-15,0 0 0 0,0 0 144 0,0 0-144 16,0 0 160-16,0 0-160 0,0 0 288 0,0 9-32 16,0-9-16-16,0 0 0 0,0 0 16 0,0 0 16 15,0 0 0-15,0 0 0 0,0 0-144 0,0 0-128 16,0 0 144-16,0 0-144 0,0 0 0 0,0 0 0 16,0 0 0-16,0 0 0 0,0 0 0 0,0 0 0 15,0 0 0-15,0 0 0 0,0 0 0 0,0 0 0 16,2 9 0-16,-2-9 0 0,0 0 0 0,0 0 0 15,0 0 0-15,0 0 0 0,0 0 0 0,0 0 128 16,0 0-128-16,0 0 0 0,0 0 0 0,0 0 0 16,0 0 128-16,0 0-128 0,0 0 0 0,0 0 0 15,0 0 0-15,0 0 0 16,0 0-608-16,0 0-16 0,-8 4 0 0,8-4-15504 0</inkml:trace>
  <inkml:trace contextRef="#ctx0" brushRef="#br0" timeOffset="45359.87">5285 4575 20383 0,'0'0'896'0,"0"0"192"0,0 0-864 0,0 0-224 16,-8 6 0-16,8-6 0 0,0 0 1632 0,0 0 288 15,0 0 48-15,0 0 16 0,0 0-608 0,0 0-112 16,-2 10-32-16,3-1 0 0,-1-9-720 0,11 12-128 0,0-2-48 0,2 2 0 16,-1-3 128-16,2 0 32 0,3-1 0 0,-2 0 0 15,0-2-80-15,1 2-16 0,1 1 0 0,0 0 0 16,-3-2-160-16,4-2-48 0,2 2 0 0,-2-2 0 15,-3-4-32-15,-2 4-16 0,0-2 0 0,-2 1 0 16,-11-4 32-16,12 7 0 0,-12-7 0 0,0 0 0 16,0 0 32-16,8 7 16 0,-8-7 0 0,1 12 0 0,-1-12 32 0,-6 14 0 15,-2-1 0-15,-1-1 0 0,0-3-80 0,-4 3-16 16,-6 1 0-16,2 0 0 0,3 1-160 0,-3 1 0 16,-2 0 0-16,-1 1 0 0,3 1 0 0,-2 0 0 15,-1 0 0-15,7-7 0 0,0 2 0 0,-1 0 0 16,1 0 0-16,0 1 0 0,1-4 0 0,3 1 0 15,1 1 0-15,4-1 0 0,-1-1 0 0,2 2 0 16,2 2 0-16,1-4 0 0,2 0 0 0,2-1 0 16,2-1 0-16,1 0 0 0,2 0 0 0,2-2 128 15,1-1 0-15,1-2 0 0,1 1 16 0,0-1 0 16,1 0 0-16,0 0 0 0,2 1-144 0,-1 0 160 16,-3-1-160-16,1 2 160 0,2-1-160 0,-3 1 0 15,-3 0 0-15,0 1 0 0,-1 1 0 0,-3 2 128 16,-1-1-128-16,-5-7 0 0,0 7 160 0,-1 4-160 15,0 1 192-15,-4 1-192 0,-5-4 224 0,1 4-64 16,0 1-16-16,-1-1 0 0,-2 2-144 0,0 0 0 0,1 0 144 0,-2 0-144 16,0-2 0-16,-1-1 0 15,1 0 0-15,0-2 128 0,0-1-128 0,3-4 0 0,-2 1 0 16,2-2 0-16,1-1 0 0,2 3 0 0,7-6 0 16,0 0 0-16,-6 1 0 0,6-1 0 0,0 0 0 15,0 0 0-15,0 0 0 0,0 0 0 0,0 0 0 0,0 0 0 31,0 0 0-31,0 0 0 0,0 0 0 0,7 5-128 16,0-3 128-16,1-1 0 0,1 0 0 0,0 2-128 0,-1-3 128 0,0 1 0 16,-1 2 0-16,1-2 0 0,-8-1 0 0,8 0 0 15,-8 0 0-15,8 0 0 0,-8 0 0 0,0 0 0 16,0 0 0-16,0 0 0 0,0 0 0 0,0 0 0 16,0 0 0-16,0 0 0 0,0 0 0 0,4 6 0 15,-4-6 0-15,0 0 128 0,1 8-128 0,-1-8 0 16,0 0 0-16,-1 11 0 0,1-11 0 0,0 0 0 15,0 0 0-15,0 6 0 0,0-6 0 0,-3 7 0 16,3-7 0-16,0 0 0 0,0 0 0 0,0 0 0 16,0 0 0-16,0 0 128 0,-5 5-128 0,5-5 0 15,0 0 0-15,0 0 0 0,0 0 0 0,0 0 0 16,0 0 0-16,0 0 0 0,0 0 0 0,0 0 0 16,0 0 0-16,0 0 0 0,0 0 0 0,0 0 0 15,0 0 0-15,0 0 0 0,0 0 0 0,0 0 0 0,0 0 0 0,0 0 0 16,0 0 0-16,-1 6 0 0,1-6 0 0,0 0 0 15,-3 7 0-15,3-7 0 0,0 0 0 0,0 0 0 16,-1 8 0-16,1 0 0 0,0-1 0 0,0 1 0 16,0-8 0-16,0 11 0 0,0-3 0 0,0 2 128 15,-1 0-128-15,1 5 0 0,1-2 0 0,-1 2 0 16,-1 1 0-16,1 1 0 0,-2 3 0 0,2 2 0 16,0 4 0-16,2 0 0 0,-2 3 0 0,1 1 0 15,-1-3 0-15,0 2 0 0,0-1 0 0,1 1 128 16,2 0-128-16,-2-2 0 0,0-1 0 0,1-1 0 0,-1 0 0 0,-1-1 0 15,1 0 0-15,-1 1 0 0,0 1 0 0,0 0 0 16,0-1 0-16,-1 2 128 0,0 0-128 0,-1 2 0 16,2 0 0-16,0-1 0 0,-1 0 0 0,1-2 0 15,1-1 0-15,-1-1 0 0,-1 0 0 0,-2-1 0 16,3-1 0-16,-1 1 0 0,0-1 0 0,0 0 0 16,-1 0 0-16,1 2 128 0,1-6-128 0,-1 1 0 15,-2 1 0-15,0 2 0 0,2-1 0 0,-2 0 128 16,1 0-128-16,-1 0 0 0,2-2 128 0,0 1-128 15,-2-2 160-15,2 0-160 0,-1 0 128 0,1-1-128 16,0 2 0-16,0-2 0 0,-1-2 0 0,1 2 128 16,0-2-128-16,-1 0 0 0,0 2 0 0,0 0 0 0,2 1 128 0,-1-1-128 15,0 0 0-15,0 0 0 0,1 3 0 0,0-3 0 16,-2 0 0-16,1 1 0 0,1 0 0 0,0 0 0 16,0-2 0-16,0-3 0 15,0-1 0-15,0-2 0 0,0-1 160 0,0 2-160 0,-1-5 160 0,-1 3-160 16,2 2 176-16,-1-1-176 15,-2-3 192-15,2 2-192 0,0 1 128 0,-1 1-128 0,0-1 0 0,-1 1 0 16,2 0 0-16,-2 1 0 0,1 1 128 0,-1-1-128 16,1 0 0-16,0-1 0 0,2-3 0 0,0 0 0 15,-1 0 0-15,1-8 0 0,0 0 0 0,-1 6 0 16,1-6 0-16,0 0 160 0,0 0-160 0,0 0 128 16,0 0-128-16,0 0 160 0,0 0-160 0,0 0 160 0,0 0-160 0,-8 0 0 15,1 0 0-15,7 0 128 0,-5-2-384 0,0-2-64 16,0-1-32-16,1-1-12960 15,0 0-2608-15</inkml:trace>
  <inkml:trace contextRef="#ctx0" brushRef="#br0" timeOffset="59378.65">5297 7339 21183 0,'0'0'944'0,"-1"-6"192"0,1 6-912 0,0-4-224 0,-2-3 0 0,1-1 0 16,0 2 1200-16,-2-1 192 0,3 2 32 0,0 1 16 15,0-2 48-15,0 6 16 0,0 0 0 0,0 0 0 16,0 0-320-16,0 0-64 0,0 0-16 0,0 0 0 16,5-4-512-16,2 4-96 0,2 1-32 0,1 2 0 15,1-1 112-15,1 2 32 0,2 0 0 0,2 0 0 16,7 0-400-16,2-1-80 0,2-3 0 0,1 0-128 0,2 0 224 15,1-2-64-15,1 1-16 0,0 0 0 0,-2 1-144 0,-2 0 0 16,-1 1 144-16,-3 0-144 0,-2-1 128 0,-3 3-128 16,-5 1 128-16,-2 0-128 0,-3 0 160 0,-3 1-32 15,0 1-128-15,-5 2 192 0,-2 1-16 0,-5 2-16 16,-1-2 0-16,-5 3 0 0,-1-1-32 0,-3 2-128 16,-3 2 192-16,-2-1-64 0,-1 0-128 0,-2 2 0 0,-2 0 0 0,3-1 0 15,0 1 0-15,0 0 0 16,-3-2 128-16,4 0-128 0,2 1 0 0,3-2 0 15,2 0 0-15,2-2 0 0,1 1 224 0,3 0 16 16,2 1 0-16,3-1 0 0,0-2-384 0,3 2-80 16,4 1-16-16,1-5 0 0,1 0 384 0,3-1 80 15,2 0 16-15,2-3 0 0,1 0-240 0,1-2 0 0,4 0 0 16,2-1 0-16,-1-1 0 0,0 1 0 0,-1 1-128 0,0-1 128 16,-1-1 0-16,-2 1 0 0,-4 2 0 0,1 1 0 15,-3 1 0-15,-1-3 0 0,-2 4 128 0,-2 0-128 16,-4 3 0-16,-1 0 176 0,-3 3-176 0,-1 1 160 15,-4 2-160-15,-2-1 160 0,-2 0-160 0,0 2 160 16,-1-2-160-16,0 2 0 0,1-2 144 0,-2-1-144 16,0 0 0-16,0-2 144 0,2-2-144 0,0 0 0 0,1-4 160 15,2-1-160-15,2-1 128 0,0-2-128 0,2 0 160 0,6-1-160 16,0 0 192-16,0 0-192 0,-4-5 400 0,3 0-16 31,1 5-16-31,1-7 0 0,0 1-368 0,-1 6 0 0,0 0 0 0,4-4 128 16,-4 4-368-16,0 0-64 0,0 0-16 0,0 0 0 15,8-4 512-15,-8 4 80 0,0 0 32 0,0 0 0 16,0 0-304-16,0 0-304 0,0 0 64 0,3 8 16 0,-3 1 224 0,1-1 0 16,0 1 0-16,1 1 0 0,-2 2 0 0,2 2 0 15,3 2 192-15,-1 1-192 0,-4 0 400 0,2 0-16 16,0 2-16-16,1 1 0 0,-3 4-368 0,2 2 144 16,1 1-144-16,-3 6 0 0,-3-2 0 0,2 5-176 0,1 3 0 0,0 7 0 15,-1-3 176-15,-1 0 0 16,0-1 0-16,2-3 0 0,1-4 0 0,0-1 192 0,-1-1-32 0,3-2-16 15,2-2 0-15,-1-3 0 16,-2-3 0-16,0-1 0 0,3-1-144 0,1-4 0 16,-3-1 144-16,0 1-144 0,0-3 192 0,-1-1-16 0,1-2-16 15,-1-2 0-15,1-3-32 0,-3-6 0 16,0 0 0-16,0 0 0 0,3 8 64 0,-3-8 16 16,0 0 0-16,0 0 0 0,0 0-32 0,0 0-16 0,0 0 0 0,0 0 0 15,0 0-160-15,0 0 192 0,0 0-192 0,0 0 192 16,0 0-192-16,0 0 128 0,-7 1-128 0,7-1 128 31,0 0-1856-31,0 0-368 0,-8-2-80 0,1-2 0 0</inkml:trace>
  <inkml:trace contextRef="#ctx0" brushRef="#br0" timeOffset="60621.88">5422 8861 11055 0,'0'0'976'0,"0"0"-784"0,0 0-192 0,0 0 0 15,0 0 2240-15,0 0 416 0,0 0 80 0,0 0 16 16,0 0-784-16,0 0-160 16,0 0-16-16,0 0-16 0,0-7-560 0,1 3-128 15,-1 4 0-15,3-6-16 0,-3 6-432 0,5-6-96 16,3 3-16-16,1 0 0 0,2 2-272 0,3 2-64 15,4 2-16-15,4 0 0 0,3 1-48 0,4 2-128 16,3-1 192-16,6 0-64 0,5 0 0 0,4-1-128 0,4-1 192 0,0-5-64 16,2-1 16-16,2-3 0 0,2 0 0 0,2-1 0 15,5 2 32-15,0 2 0 0,0 2 0 0,-2 0 0 16,-4 0-176-16,-2-1 128 0,-1 1-128 0,-1 1 128 31,1 1-128-31,0 3 0 0,1 0 0 0,-1 0 0 0,-1 1 0 16,1-3 128-16,-4 0-128 0,0 1 0 0,0-3 160 15,1 1-160-15,1 2 192 0,2-1-192 0,0 1 192 0,1 1-192 16,-3 0 192-16,-1-3-192 0,-1-2 128 0,-1-1-128 16,1 1 0-16,0 0 0 0,-2-2 144 0,1 2-144 15,-1 0 0-15,2 1 144 0,1 1-144 0,-1 0 0 16,0 2 0-16,-4-1 0 0,-3 1 0 0,-1 0 0 16,-1 1 0-16,1 1 0 0,0 1 0 0,1-2 0 15,-1 0 128-15,2 1-128 0,-1 2 0 0,-1-1 0 16,0 1 0-16,13 3 0 0,-8-3 128 0,-2-3-128 15,-2 1 192-15,-2-1-64 0,-3-2-128 0,0-2 0 16,0 0 0-16,0-1 0 0,0-1 0 0,-1-2 0 16,1-2 0-16,-2 4 0 0,-3-5 0 0,0 1 160 15,-4-3-160-15,-2 2 160 0,-5 1 80 0,-3-1 16 16,3 1 0-16,-10 2 0 0,0 0 128 0,0-3 16 16,0 2 16-16,-2 0 0 0,0 0 160 0,-3-1 48 15,-2 1 0-15,1 1 0 0,-7 4-432 0,4-8-64 16,-2 2-128-16,1-1 176 0,-2 1-16 0,-1 6 0 15,-5-7 0-15,-2 1 0 16,-2-1-2800-16,-1 1-560 0</inkml:trace>
  <inkml:trace contextRef="#ctx0" brushRef="#br0" timeOffset="61591.95">8834 7192 6447 0,'0'0'576'0,"0"0"-576"16,0 0 0-16,0 0 0 0,0 0 2400 0,0 0 368 15,-5-1 80-15,5 1 16 0,-7-3-1008 0,2 0-208 16,0-1-48-16,5 4 0 0,0 0-448 0,0 0-80 15,-4-5-32-15,4 5 0 0,0 0-224 0,0 0-48 16,0 0-16-16,0 0 0 0,0 0-240 0,0 0-64 0,0 0 0 0,0 0 0 16,0 0-48-16,0 0-16 15,0 0 0-15,0 0 0 0,0 0 112 0,-1 9 16 0,-1 2 0 0,1 1 0 16,0-1-48-16,1 2 0 0,-2 0 0 0,2 3 0 16,0 2-128-16,0 2-16 0,0-2-16 15,0 4 0-15,0 2-80 0,2 0-16 0,-1 1 0 0,0 1 0 16,2 0-208-16,0 2 144 0,-1 0-144 0,1 0 128 0,1-2-128 15,-2 0 0-15,2-1 0 0,-1 1 0 16,-1 0 0-16,2 0 0 0,0 0 0 0,0-1 0 0,0-2 0 0,-1 1 0 16,-1-1 128-16,1 1-128 0,-1 0 0 0,1-1 0 15,1 0 0-15,0 1 0 0,0-1 0 0,-2 0 0 16,1 1 0-16,0-1 0 0,-1 1 0 0,1-2 0 16,-1-4 0-16,0 2 0 0,-1-2 0 0,0 0 128 15,-1-1-128-15,3 2 0 0,-2-4 0 0,1 1 128 16,-2-1-128-16,1 0 0 0,0-2 0 0,0-1 128 15,-1-1-128-15,3 2 0 0,-3 0 0 0,1 0 0 16,-1 3 128-16,2-3-128 0,-1-1 0 0,0 1 0 16,1 0 0-16,-1 0 0 0,-1-1 0 0,1-1 0 15,-1 2 0-15,2 0 0 0,-2-1 0 0,1 0 0 16,-1 0 0-16,0-1 0 0,0 1 0 0,-1 0 0 16,-1 0 128-16,1 1-128 0,0 1 0 0,-1 2 160 15,0-2-160-15,0 2 160 0,1-3 32 0,0-2 0 0,1 2 0 0,-2 2 0 16,0-2-192-16,1 1 192 0,-1-5-192 0,1 3 192 15,0-2-192-15,1 2 0 16,0-3 144-16,0 0-144 0,0 1 128 0,0-1-128 16,1-3 160-16,0 1-160 0,1-1 256 0,-2-6-32 15,0 8-16-15,0-8 0 0,2 7-32 0,-1-1-16 0,-1-6 0 16,4 9 0-16,-4-9-160 0,2 7 128 0,-1 1-128 0,-1-8 128 16,0 0-128-16,3 7 0 0,-3-7 0 0,2 8 128 15,-2-8-128-15,3 7 0 0,-1-1 0 0,0 2 0 16,-2-8 0-16,1 8 160 0,-1 0-160 0,0-8 160 15,0 0-32-15,0 0-128 0,3 6 192 0,-3-6-64 0,0 0-128 0,2 7 160 16,-2-7-160-16,0 0 160 0,3 6-160 0,-3-6 0 16,0 0 144-16,0 0-144 0,0 0 144 0,0 0-144 15,0 0 192-15,0 0-192 0,2 7 144 0,-2-7-144 16,0 0 0-16,0 0 144 0,0 0-144 0,0 0 0 16,0 0 0-16,0 0 0 15,0 0-1264-15,0 0-224 0,0 0-48 0,0 0-10368 16,0 0-2080-16</inkml:trace>
  <inkml:trace contextRef="#ctx0" brushRef="#br0" timeOffset="62390.12">8981 8906 20271 0,'0'0'1792'0,"0"0"-1424"16,0 7-368-16,2 1 0 0,0 1 1344 0,-2-9 208 16,0 0 48-16,0 0 0 0,0 0-576 0,0 0-128 15,0 0 0-15,9 0-16 0,0-3-240 0,-1-1-64 16,0-2 0-16,0-1 0 0,-2-1-320 0,1 1-80 15,-2-1-16-15,-1 0 0 0,-1 0 112 0,-1 0 32 16,0 2 0-16,-2 6 0 0,-3-7 256 0,3 7 48 16,-5-5 16-16,5 5 0 0,0 0-176 0,-8 0-16 15,-1 3-16-15,1 2 0 0,-1 3-256 0,2 1-160 16,1 1 192-16,1 3-192 0,-2 2 0 0,3 0 0 16,3 0 0-16,1-1 0 0,3 0 0 0,2-3 0 15,0-1 0-15,1-2 0 0,4-3 0 0,-1-1 0 16,0-4 128-16,1-1-128 0,1-3 272 0,-1-1-48 15,1-2-16-15,-1-1 0 0,-1-2 32 0,0-2 0 0,-1-1 0 0,-1 0 0 16,-1 0 0-16,-2 1 0 0,-3 2 0 0,-1 1 0 16,-1-4-48-16,0 2-16 0,-2 2 0 0,-2 1 0 15,-3 2 64-15,-1 1 16 0,-3-1 0 0,0 4 0 16,1 2-128-16,-2 0-128 0,0 1 176 0,0 4-176 16,1 3 0-16,0 3 0 0,2 0 0 0,1 2 0 15,-1 2-144-15,4 0 144 0,1 1-128 0,2 0 128 0,3-1 0 0,3 0 0 16,1-2 0-16,1-3-128 0,1-1 128 15,2-2 0-15,0-3 0 0,1-3 128 0,2-2 64 0,-1-1 32 16,2-4 0-16,-1-2 0 0,0 1 64 0,-2 0 16 16,0-4 0-16,-1 2 0 0,-1-1-64 0,-2-1-16 15,-1 1 0-15,-3 1 0 0,0 1 16 0,-3 1 0 16,-4 1 0-16,0 1 0 0,-1 1 208 0,-2 0 32 16,-2 1 16-16,-3 2 0 0,-1 1-272 0,1 1-48 15,-2 2-16-15,2-1 0 0,0 2-160 0,1 3 0 16,2 1 0-16,-1 1 0 0,3 0-160 0,2 1 160 15,2-2 0-15,1 1-144 0,2-2 16 0,2-7 0 16,0 0 0-16,0 0-20544 0</inkml:trace>
  <inkml:trace contextRef="#ctx0" brushRef="#br0" timeOffset="65585.14">5386 6334 4607 0,'0'0'400'0,"0"0"-400"0,0 0 0 0,0 0 0 0,0 0 1616 0,0 0 240 15,0 0 64-15,0 0 0 0,0 0-1040 0,0 0-208 16,0 0-32-16,0 0-16 0,0 0 336 0,0 0 80 15,2 7 16-15,-2-7 0 0,0 0-96 0,0 7-32 16,0-7 0-16,0 0 0 0,0 0 16 0,0 11 0 16,0-11 0-16,0 0 0 0,0 0-224 0,0 0-32 15,4 8-16-15,-4-8 0 0,0 0 64 0,12 4 16 16,-12-4 0-16,16 0 0 0,-1-2-64 0,1 1-16 16,-1-2 0-16,4 1 0 0,0-1-32 0,5 1 0 0,1-2 0 0,2 1 0 15,2 0-192-15,2 2-64 0,1 0 0 0,4-1 0 16,1 2-192-16,1 0-64 0,-1 2 0 0,-2-2 0 0,-2-2-128 0,-1 0 192 15,-1-1-192-15,1 2 192 0,-2-4-48 16,1 2 0-16,2-1 0 0,-1 2 0 0,2-2 80 16,-1 1 16-16,-1 2 0 0,1-1 0 0,-2 2 80 0,-1-2 0 15,-1 1 16-15,-2 1 0 0,-1 0-96 0,-1 0-32 16,-1 0 0-16,-2 0 0 0,-3 0-208 0,-2 0 144 16,-2-2-144-16,-6 2 128 0,0 0 0 0,-1 0-128 15,-8 0 192-15,10-1-64 0,-10 1 48 0,0 0 0 16,0 0 0-16,0 0 0 0,0 0-16 0,0 0 0 15,8 0 0-15,-8 0 0 0,0 0-32 0,0 0 0 16,0 0 0-16,0 0 0 0,0 0-128 0,0 0 192 16,0 0-192-16,0 0 192 0,-1-7-192 0,1 7 192 15,0 0-192-15,0 0 192 0,0 0-192 0,0 0 0 16,0 0 0-16,0 0 0 0,0 0 0 0,0 0-176 0,0 0 48 0,0 0 0 16,0 0 128-16,0 0-160 15,0 0 160-15,0 0-160 0,0 0 160 0,0 0 0 16,0 0 0-16,0 0 0 0,0 0 0 0,0 0 144 15,0 0-16-15,0 0-128 0,0 0 0 0,0 0 0 0,0 0 0 0,0 0-192 16,0 0 192-16,0 0 0 0,0 0 192 0,0 0-192 16,0 0 0-16,0 0 0 0,0 0 0 0,0 0 0 15,0 0 0-15,0 0 0 0,0 0 0 16,0 0 0-16,0 0 0 0,0 0 0 0,2 8 0 0,2 4 0 16,0 1 0-16,-1 1 0 0,-2 3 0 0,2 0 160 15,0-1-160-15,1-2 0 0,0 1 0 16,1 4 0-16,1-3 0 0,-1-4-144 0,1-5 144 0,-6-7-208 15,0 0 208-15,8 7 0 0,-8-7 0 0,12 0 160 16,-12 0 32-16,10-7 0 0,-2-3 0 0,1 0 0 0,-2-6 16 16,2-1 16-16,-1-3 0 0,0-1 0 0,-2 1-96 0,1-1 0 15,-2 1-128-15,0-1 192 0,0-1-192 0,-1 1 0 16,-1 2 128-16,-2 7-128 0,2 0 0 0,-1 2 0 16,1 2 128-16,-3 8-128 0,0 0 0 0,0 0 0 15,0 0 0-15,6 14-160 0,0 6-16 0,-2 5 0 16,-2 2 0-16,1 4 0 0,-1 2 176 0,4-3-160 15,-1-3 160-15,1-1-160 0,4-2 160 0,1-3 0 16,4-2 0-16,-2 1 0 0,-2-2 0 0,1-4 0 16,0-2 0-16,-3-7 0 0,-1-1 272 0,0-1-16 15,-2-3 0-15,2-1 0 0,-2-3 112 0,1-4 16 0,-1-3 0 0,2 1 0 16,0-3-128-16,-1-1-32 16,-2-2 0-16,1-1 0 0,1-2-96 0,-2-5-128 15,-1-1 176-15,0 0-176 0,0-1 144 0,0 3-144 16,-2-1 0-16,1 2 144 0,1 4-144 0,1 2 0 0,2 5 0 0,-2 3 0 15,-5 8 0-15,0 0-144 0,8 6 144 0,-2 5-208 16,-1 4 16-16,1 4 0 16,-1 3 0-16,1 13 0 0,0-1 192 0,-1-4-144 15,3-3 144-15,-1-2-128 0,1-4 128 0,1-4 0 0,2-3 0 0,-1-3 0 16,-1-3 0-16,2-6 0 0,-1-2 0 0,-2 0 0 16,1 1 176-16,-1-2-48 0,-2-4 0 0,2-3 0 15,0-1 64-15,1-1 0 0,-1-5 0 0,0 1 0 16,0-4-192-16,0-1 160 0,-1 0-160 0,1-1 160 15,-1 2-160-15,-2-2 128 0,0 3-128 0,0-1 128 16,2 4-128-16,-1 1 0 0,1 4 0 0,-1 2 0 16,-6 7 0-16,0 0 0 0,8 4-192 0,0 1 192 0,0 2-224 0,-2 3 80 15,-2 2 16-15,2 2 0 16,-1 2-640-16,1-3-112 16,1 1-16-16,-1 2-12368 0,2 0-2480 0</inkml:trace>
  <inkml:trace contextRef="#ctx0" brushRef="#br0" timeOffset="67567.2">7383 6352 911 0,'0'0'0'0,"0"0"0"0,-10 2 0 0,0-2 0 0,10 0 0 0,0 0 0 15,0 0 4160-15,-9-3 768 0,9 3 128 0,0 0 48 16,-5-5-3008-16,5 5-608 0,-5-7-112 0,5 7-32 15,0 0-176-15,0 0-32 0,0 0-16 0,8-8 0 16,-2 2-400-16,3 2-80 0,0 0 0 0,2 3-16 16,1-1-176-16,1 2-48 0,0 0 0 0,1 0 0 15,2 0 32-15,2-2 0 0,1 2 0 0,1-1 0 0,0-1-80 0,0 2-16 16,1-1 0-16,3 1 0 0,-1-3-80 0,2 2-32 16,2-2 0-16,2 3 0 0,2-2-96 0,2 1-128 15,0-1 176-15,2 4-176 0,4-4 144 0,1 1-144 16,-2 0 0-16,1-2 144 0,-1-2 0 0,0-2 0 15,0-1 0-15,1 2 0 0,1-4 160 0,2 0 16 16,1 1 16-16,1 1 0 0,1-2-48 0,-2 2-16 16,1 3 0-16,-1-2 0 0,0 1-144 0,-3-1-128 15,-3 0 192-15,-1 1-192 0,2 1 128 0,-1 1-128 16,-2 3 0-16,3-3 0 0,1-1 160 0,0 2-160 16,1 2 128-16,-1-2-128 0,1 2 288 0,-1 0-32 15,0-1 0-15,-3 2 0 0,-1-6 32 0,1 1 0 0,-1 1 0 0,0 0 0 16,-1 0-96-16,1 4-32 15,0-3 0-15,1 6 0 0,-3 2-160 0,3 0 0 16,-4 2 0-16,0-1 0 0,-1-3 0 0,-3 4 0 0,1-1 128 0,0 1-128 16,0-4 0-16,-1 0 0 0,0 0 0 0,-1-2 0 15,0 0 0-15,1-1 0 16,-1 0 0-16,4 0 0 0,2 0 0 0,1 0 128 16,0 0-128-16,0 2 0 0,1-1 0 0,0 0 0 0,-1-1 128 0,0 0-128 15,-2-1 160-15,1 1 0 16,-4 0 0-16,-1 1 0 0,0-1-160 0,0 0 0 0,2 0 0 0,-2 0 0 15,-6 0 176-15,0 0-48 0,-1 0-128 0,0 2 192 16,-2-1 0-16,0 1 0 0,-4-4 0 0,1 2 0 16,-2 0 64-16,-1 0 16 0,-1 0 0 0,1 0 0 15,-1-1 0-15,0 1 0 0,-2-2 0 0,0 1 0 0,2-2-128 0,-1 2-16 16,-2 0-128-16,0-2 192 0,0-1-192 16,1 0 128-16,0 0-128 0,0 0 0 0,-1 2 128 0,3 1-128 15,-2 1 0-15,1-2 0 0,-2 1 128 0,1-3-128 16,1 1 0-16,-1-1 0 0,-10 4 128 0,11 0-128 15,-4 0 0-15,-7 0 0 0,11-2 0 0,-2-1 0 16,0 2 0-16,0 0 0 0,-9 1 0 0,11-3 128 16,-4-1-128-16,-7 4 0 0,11-2 0 0,-11 2 176 15,10-3-176-15,-1-1 160 0,1 1-160 0,-10 3 0 16,11-2 0-16,0 1 0 0,-1 1 0 0,-10 0 128 16,0 0-128-16,11 0 0 0,-1-2 0 0,-10 2 0 15,13 2 0-15,-1-1 0 0,0-1 0 0,-2-1 0 16,-10 1 0-16,13-2 0 0,-1 1 0 0,-2-3 0 0,-10 4 0 0,13-1 0 15,-2-1 0-15,-11 2 128 16,10 0-128-16,0 2 0 0,1-1 0 0,-11-1 0 0,10 4 0 0,-1-1 0 16,-9-3 0-16,13 3 0 15,-13-3 0-15,11 4 0 0,-1 2 0 0,-10-6 0 16,9 2 0-16,-9-2 0 0,11 0 0 0,-11 0 0 16,0 0 0-16,0 0 0 0,0 0 192 0,8-4-32 0,-8 4-16 0,0 0 0 15,6-8 112-15,-6 8 32 0,0 0 0 0,4-10 0 16,-1 0-80-16,1 0-16 0,-4 1 0 0,0 0 0 15,0 1-32-15,0-1-16 0,0-3 0 0,0-1 0 16,0-3-16-16,-2-3 0 16,0 1 0-16,-1-2 0 0,2-2-128 0,-2-4 128 15,-1 0-128-15,0-1 128 0,1-3-128 0,-1 1 128 0,-2 0-128 16,2 1 128-16,1-2-128 0,-1 0 0 16,0 0 0-16,2 1 0 0,1 4 0 0,2 2 128 15,-1-1-128-15,0 0 0 0,-1-2 128 0,2-1-128 16,-1 3 0-16,3-2 128 0,0 1-128 0,-2-3 0 0,0 0 0 15,-1-2 128-15,-1 0-128 0,0 1 0 16,-2 0 144-16,2 1-144 0,1-2 0 0,0 1 128 0,0-1-128 0,0 1 0 0,0 5 0 0,0 0 0 16,1 1 0-16,0 1 0 0,-1-3 0 0,0 3 0 15,0 1 0-15,0 0 0 0,0 1 0 0,0 0 0 16,0 0 0-16,0 0 0 0,-1 0 0 0,1-1 0 16,-3-1 0-16,3-1 0 0,-1 4 0 0,0 1 0 15,0-2 0-15,-1 0 0 0,0 1 0 0,-1-2 0 16,0-1 0-16,1 0 0 0,0 0 0 0,1-1 0 15,-1 1 0-15,0-1 0 0,2-3 0 0,0 1 0 16,0 1 0-16,0 1 0 0,0 3 0 0,0 0 0 16,0-1 0-16,0 1 0 0,0 2 0 0,0 0 0 15,0 1 0-15,0 2 0 0,0 2 0 0,0-1 0 16,-1-2 0-16,0 3 0 0,1-1 0 0,-2 2-128 0,1 0 128 0,1 1 0 16,0 0 0-16,0 1-128 0,0-1 128 0,0 2 0 15,0 0 0-15,0 9-160 16,0-10 160-16,-1-1 0 0,1 1 0 0,0 10-128 15,0 0 128-15,0-9 0 0,-2 1 0 0,2 8-128 0,0 0 128 0,0 0 0 16,-1-8-144-16,1 8 144 0,0 0 0 0,0 0-144 16,0 0 144-16,0 0-128 0,0 0 128 0,0 0-128 15,0 0 128-15,0 0 0 0,0 0-144 0,0 0 144 16,0 0 0-16,-4-8 0 0,4 8 0 0,0 0 0 16,0 0 0-16,0 0 0 0,0 0 0 0,0 0 0 15,-4-6 0-15,4 6 0 0,0 0 0 0,0 0 0 16,0 0-128-16,0 0 128 0,0 0 0 0,-7-3 0 0,7 3 0 0,0 0-176 15,0 0 176-15,0 0-128 0,-11 4 128 0,11-4 0 16,-9 11-144-16,9-11 144 0,0 0 0 0,0 0 0 16,-8 6 0-16,8-6 0 0,-6 7-128 0,6-7 128 15,0 0 0-15,-8 7 0 16,8-7-1152-16,-9 6-144 0,9-6-48 0,-9 5-12624 16,9-5-2544-16</inkml:trace>
  <inkml:trace contextRef="#ctx0" brushRef="#br0" timeOffset="79397.53">7195 4805 4607 0,'0'0'400'0,"0"0"-400"16,0 0 0-16,0 0 0 0,0 0 2144 0,0 0 352 16,0 0 64-16,0 0 0 0,0 0-1216 0,0 0-256 15,0 0-64-15,0 0 0 0,0 0-272 0,0 0-64 16,0 0-16-16,0 0 0 0,0 0-32 0,0 0-16 16,0 0 0-16,0 0 0 0,0 0-80 0,0 0-16 15,0 0 0-15,0 0 0 0,-8-3 16 0,8 3 0 0,0 0 0 0,0 0 0 16,0 0-96-16,-1-4 0 15,1 4-16-15,0 0 0 0,-6-4-80 0,6 4-16 16,-10-2 0-16,10 2 0 0,-9 0-16 0,0 2-16 16,-1 1 0-16,-2 0 0 0,-2-1-48 0,1 1 0 0,0-1 0 0,-2 1 0 15,1 1-16-15,0 0-16 16,-3-2 0-16,-2 4 0 0,0-2-32 0,-2 1 0 0,-1 0 0 0,2 0 0 16,-2-1-192-16,0 0 128 0,-3-1-128 0,2 1 0 15,1-3 0-15,-1 1 128 0,1 1-128 0,0-3 0 16,-1 0 0-16,0 0 128 0,3 0-128 0,1 0 0 15,5 0 144-15,0 0-144 0,-2 0 128 0,0 3-128 16,-1-1 176-16,4 1-48 0,3-1-128 0,1 1 192 16,0 1-192-16,9-4 0 0,0 0 0 0,-8 7 0 15,0-4 0-15,8-3 0 0,0 0 0 0,-9 6 0 0,9-6 0 0,0 0 0 16,0 0 0-16,0 0 0 0,0 0 0 0,-8 6 0 16,8-6 0-16,0 0 0 0,0 0 0 0,0 0 128 15,0 0-128-15,0 0 0 0,-9 3 0 0,9-3 0 16,0 0 0-16,0 0 0 0,0 0 0 0,0 0 0 15,0 0 0-15,0 0 0 0,-9 2 0 0,9-2 0 16,0 0 0-16,0 0 0 0,0 0 128 0,0 0-128 16,0 0 0-16,0 0 0 0,0 0 144 0,0 0-144 15,-9 4 128-15,9-4-128 0,0 0 0 0,-9 2 0 16,9-2 128-16,0 0-128 0,-11 2 0 0,11-2 0 16,0 0 0-16,-9 5 0 0,9-5 0 0,-9 6 0 15,9-6 0-15,0 0 0 0,-8 4 0 0,8-4 0 16,0 0 0-16,0 0 0 0,0 0 0 0,-9 2 0 15,9-2 144-15,0 0-144 0,0 0 128 0,-9 0-128 16,9 0 160-16,0 0-160 0,0 0 144 0,-11-1-144 0,2 0 128 0,9 1-128 16,0 0 128-16,0 0-128 15,-11 0 0-15,11 0 128 0,0 0-128 0,-11 1 0 0,11-1 0 0,-9-1 0 16,9 1 0-16,0 0 0 0,-9 1 0 0,9-1 128 16,0 0-128-16,0 0 0 0,-9 0 0 0,9 0 0 15,-9-1 0-15,9 1 0 0,-11 0 0 0,11 0 0 0,-12-4 0 0,3 2 0 16,9 2 128-16,-9-1-128 0,0 1 0 0,9 0 0 15,0 0 0-15,0 0 0 0,-9-3 0 0,9 3 0 16,0 0 0-16,-9-1 0 0,2-1 0 0,7 2 0 16,-6-4 0-16,6 4 0 0,0 0 0 0,0 0 0 15,0 0 0-15,0 0 128 0,0 0-128 0,-8-3 0 16,8 3 0-16,0 0 0 0,-7-3 0 0,7 3 0 16,0 0 128-16,0 0-128 0,-5-4 0 0,5 4 0 15,0 0 0-15,0 0 128 0,0 0-128 0,0 0 128 16,0 0-128-16,0 0 128 0,0 0-128 0,0 0 128 15,0 0-128-15,0 0 128 0,0 0-128 0,0 0 160 16,0 0-160-16,0 0 160 0,-4-6-160 0,4 6 128 16,-5-7-128-16,5 7 128 0,0 0-128 0,0 0 160 15,0 0-160-15,0 0 160 0,0 0-160 0,0 0 0 0,0 0 144 0,0 0-144 16,0 0 0-16,0 0 0 16,-8-2 0-16,8 2 128 0,0 0-128 0,0 0 0 15,0 0 0-15,0 0 0 0,0 0 0 0,-6 2 0 0,6-2 0 16,0 0 128-16,0 0-128 0,0 0 0 0,0 0 0 0,0 0 128 15,-7 4-128-15,7-4 0 0,0 0 128 0,0 0-128 16,0 0 0-16,0 0 128 0,-6 6-128 0,6-6 0 16,0 0 0-16,-6 6 128 0,6-6-128 0,-3 8 0 15,3-8 0-15,-4 9 0 0,4-9 0 0,-6 10 128 16,4 1-128-16,-1-1 0 0,2 2 0 0,-2-4 128 16,3-8-128-16,-2 12 0 0,-1-1 128 0,0 1-128 15,1 1 128-15,1-2-128 0,-2 2 128 0,2 0-128 0,-2 0 128 0,2 0-128 16,-1-2 160-16,0 1-160 0,-1 0 144 0,1 1-144 15,-1 0 128-15,2 3-128 0,1-2 0 0,0 2 0 16,-2-1 128-16,1 2-128 0,1 0 0 0,0-3 0 16,0 3 0-16,0 2 0 0,0 0 0 0,0 1 0 15,-1-2 0-15,1 0 0 0,0 1 0 0,0-1 0 16,0-3 128-16,0 4-128 0,0-4 0 0,-1 1 160 16,-1-2-160-16,1 2 160 0,0-2-160 0,1 3 0 15,-2-2 0-15,1 0 0 0,0 1 0 0,-1-2 0 16,1-1 0-16,0 2 0 0,-2 0 0 0,2-2 0 15,0 2 0-15,-1 0 0 0,1-2 0 0,1-2 0 16,0-1 0-16,0 6 0 0,-1-4 0 0,1-1 0 16,0 0 0-16,0-1 0 0,-2 1 0 0,1 0 0 15,0 0 0-15,-1 0 0 0,1 1 0 0,1 0 0 16,-1-2 0-16,0 2 0 0,-1 0 0 0,1 1 0 16,1-4 0-16,0-9 0 0,-1 14 0 0,-1-3 0 15,2-11 0-15,-2 13 0 0,-1 0 0 0,2-3 0 16,-1 2 0-16,2-12 0 0,-2 12 0 0,-1-2 0 15,3-10 0-15,-2 13 128 0,-1 0-128 0,2-4 0 16,1-2 0-16,-2 3 0 0,2-10 0 0,-1 11 0 0,1-11 0 16,0 10 0-16,0-10 0 0,0 12 0 0,0-4 0 15,0-8 0-15,-1 10 0 0,1 2 0 0,0-2 0 16,0-10 0-16,0 0 0 0,0 0 0 0,-1 12 0 0,1-2 0 16,-2 1 0-16,2-11 0 0,-1 9 0 0,0 0 0 15,1-9 0-15,0 8 0 0,0-1 0 0,0 3 0 16,0-1 0-16,0-9 0 0,0 10 128 0,0-10-128 15,0 12 0-15,0 0 0 0,0-12 0 0,0 9 0 0,0-9 0 0,-2 11 0 16,2-11 0-16,0 0 0 0,0 0 0 0,-1 10 0 16,1-10 0-16,0 10 0 0,0-10 0 0,0 0 0 15,0 0 0-15,0 0 0 0,-1 10 0 0,1-10 0 16,0 0 0-16,0 0 0 0,-5 7 0 0,5-7 0 16,0 0 0-16,0 0 0 0,0 0 0 0,0 0 0 15,0 0 128-15,0 0-128 0,0 0 0 0,0 0 0 16,0 0 0-16,0 0 0 0,0 0 0 0,0 0 0 15,0 0 0-15,0 0 128 0,0 0-128 0,0 0 0 16,0 0 0-16,0 0 0 0,0 0 0 0,0 0 0 16,0 0 128-16,0 0-128 0,0 0 0 0,0 0 0 15,0 0 0-15,-6-6 0 0,1-1 0 0,5 7 0 16,0 0 0-16,-4-10 0 0,-2-1 0 0,0 4 0 16,6 7 0-16,-5-6 0 15,5 6 0-15,0 0 0 0,0 0 0 0,0 0 0 16,0 0 0-16,0 0-176 0,0 0 176 0,0 0-128 15,-5 10 128-15,1 0-192 0,0-1 192 0,3 2-192 16,3 0 192-16,1 1-160 0,-2-2 160 0,2 1-160 0,-3-11 160 0,7 12 0 16,-1-2-144-16,-6-10 144 0,8 8 0 0,-8-8 0 15,0 0 0-15,9 6 0 0,-9-6 0 0,0 0 0 0,0 0 0 0,10 2 0 16,-10-2 0-16,11-3 0 16,-11 3 0-16,0 0 0 0,8-6 128 0,-3-4-128 15,-1 1 128-15,-2 0-128 0,-2 0 144 0,0 0-144 0,-1 0 160 0,-2 0-160 16,0 0 128-16,-1-1-128 15,-3 0 0-15,1 1 0 0,6 9 0 0,0 0 0 0,-6-7 0 0,6 7 0 16,0 0 0-16,0 0 0 0,-7 4-192 0,7-4 192 16,-4 13-256-16,2 0 48 0,1 0 16 0,1 0 0 15,1 0 192-15,2-2-192 0,-3-11 192 0,3 10-192 16,-3-10 192-16,0 0 0 0,6 12 0 0,-6-12 0 0,0 0 0 0,0 0 0 16,0 0 0-16,0 0 0 0,0 0 0 15,12 1 208-15,-12-1-64 0,0 0-16 0,0 0 16 0,0 0 0 16,0 0 0-16,0 0 0 0,0 0-144 0,4-8 160 15,-3-1-160-15,-1 9 160 16,0-10-752-16,0 1-160 0,0 1-16 0,1-5-15888 16</inkml:trace>
  <inkml:trace contextRef="#ctx0" brushRef="#br0" timeOffset="81440.92">4314 4595 20783 0,'0'0'912'0,"0"0"208"0,0 0-896 0,0 0-224 0,-3-3 0 0,-2-2 0 16,5 5 1344-16,0 0 240 0,0 0 32 0,-10 7 16 15,-1 4-784-15,3 5-144 0,1 2-48 0,-1 7 0 0,0 5-320 0,2 6-64 16,-1 1-16-16,2 2 0 0,-2 0-112 0,2 0-16 15,0-2-128-15,0-2 192 16,-1-2-192-16,2-2 144 0,2-2-144 0,-1-3 128 0,-1-3-128 0,2-5 0 16,-1 1 0-16,2-5 128 15,0-4-448-15,1-10-80 0,0 0-32 0,0 0 0 16,0 0-912-16,0 0-176 0,0 0-32 0,0 0-9840 0</inkml:trace>
  <inkml:trace contextRef="#ctx0" brushRef="#br0" timeOffset="81769.03">4294 4574 8287 0,'0'0'736'0,"0"0"-592"15,0 0-144-15,11-1 0 0,-11 1 2688 0,12 1 496 16,-12-1 96-16,11 5 32 0,0 3-1952 0,-11-8-384 0,8 12-80 0,-2 1 0 16,-2 0-96-16,0-1-16 0,-4 2 0 0,-1 2 0 15,-1 1-416-15,-2-1-96 0,1 0-16 0,-3 0 0 16,1 2-80-16,0-2-32 0,0-1 0 0,-2 0 0 15,-1-4-144-15,2 0 160 0,-1 1-160 0,1-6 160 16,-3 1-160-16,-1-2 0 0,10-5 0 0,-9 5-176 16,0-2 176-16,9-3-128 0,0 0 128 0,0 0-128 0,0 0 128 0,0 0-160 15,0 0 160-15,0 0-160 0,0 0 160 0,0 0 0 16,13 6-144-16,2 3 144 0,-1 3 0 0,0 1 0 16,-1 0 0-16,2 1 0 0,-1 2 0 0,0-3 128 15,-2 1-128-15,1 2 128 0,0-5-128 0,0-1 160 16,0-1-160-16,-1-2 160 0,-2 0-160 0,1 0 192 15,1-2-192-15,-2-1 192 0,2-4-192 0,-1 0 160 16,0-1-160-16,1-1 160 16,1-1-1312-16,-2-3-272 0,-1 1-48 0</inkml:trace>
  <inkml:trace contextRef="#ctx0" brushRef="#br0" timeOffset="81956.64">4719 4876 12895 0,'-7'14'576'0,"3"-1"112"0,1 0-560 0,1 4-128 16,-2 2 0-16,1 2 0 0,-1 0 3376 0,1 0 640 15,0 1 128-15,-3 0 16 0,1 1-2256 0,-1 2-464 16,-1 0-96-16,1 0 0 0,0-3-720 0,1 1-144 16,0 1-32-16,2-2 0 15,1-1-1024-15,0 0-224 0,1-3-32 0</inkml:trace>
  <inkml:trace contextRef="#ctx0" brushRef="#br0" timeOffset="82675.2">4104 7382 26719 0,'-3'-10'1184'0,"3"10"240"0,-2-13-1136 0,-1 5-288 15,3 8 0-15,0 0 0 0,0 0 880 0,0 0 112 16,0 0 32-16,-5 14 0 0,1-1-208 0,2 8-48 16,-1 5 0-16,2 6 0 0,-1 1-304 0,1-5-64 15,-2 2-16-15,2 5 0 0,-1 4-80 0,-2 2-32 16,-2 0 0-16,1 2 0 0,-1 3-272 0,0-3 128 15,0-4-128-15,1-1 0 0,-3-6 160 0,4 0-160 16,1-5 128-16,-1 0-128 0,-1-4 0 0,1-2-144 16,0-6 0-16,2-1 0 15,-1-4-640-15,2-4-128 0,1-6-32 0,0 0-8976 16,0 0-1808-16</inkml:trace>
  <inkml:trace contextRef="#ctx0" brushRef="#br0" timeOffset="83005.85">4061 7344 18431 0,'8'-7'1632'0,"4"-1"-1312"0,2-3-320 0,4 5 0 16,3 1 2128-16,-1 3 368 0,-1 1 64 0,1 1 0 15,1 1-1152-15,-3 5-256 0,-2 1-32 0,-2 4-16 0,-2-1-464 0,-1 2-80 16,-2 2-32-16,-2 5 0 0,-4 5-384 0,-3 0-144 16,-3 1 0-16,-1 2 144 0,-5 3-144 0,1-5 0 15,-2 1 0-15,-1 0 0 0,-3 0-224 0,-2 0 80 16,1 1 16-16,-2-2 0 0,-2-3-16 0,2-1 0 15,-1-3 0-15,1-1 0 0,-1-2 16 0,2-2 0 16,2-3 0-16,2-1 0 0,2 0 128 0,2-1 0 16,4-1 128-16,4-7-128 0,-1 8 256 0,3-1-32 15,4 3 0-15,1 0 0 0,3-2-16 0,1 2 0 16,2 2 0-16,3-2 0 0,1 1 112 0,1-2 32 16,0 0 0-16,1-1 0 0,-1-3 48 0,0 0 16 15,2-2 0-15,-2-2 0 0,-1-1-224 0,-1 0-64 16,-1 0 0-16,0-1 0 0,-2-3-256 0,-2-1-64 15,0 0-16-15,3-5 0 16,-1-3-2272-16,-2 3-448 0,-6-2-80 0</inkml:trace>
  <inkml:trace contextRef="#ctx0" brushRef="#br0" timeOffset="83209.73">4519 7785 15663 0,'8'4'1392'0,"-1"1"-1120"16,1 3-272-16,0 0 0 0,0 1 1872 0,-3 1 320 15,0 3 64-15,-2 0 16 0,-3 2-912 0,-3 0-176 0,-1 4-32 0,-1 0-16 0,-1 1-496 0,-2 2-112 16,-1-2-16-16,1 0 0 0,-1 1-320 0,2-1-64 16,2-1 0-16,1-2-128 0,3-2 640 0,1-1 0 15,2-4 16-15,4 1 0 0,0-2 96 0,3-2 16 16,2-4 0-16,2 0 0 0,1-2-256 0,2-1-64 16,-1 0 0-16,4-1 0 15,0-4-1648-15,2-3-336 0</inkml:trace>
  <inkml:trace contextRef="#ctx0" brushRef="#br0" timeOffset="83959.65">7001 6767 18431 0,'0'0'816'0,"0"0"160"0,0 0-784 0,0 0-192 0,0 0 0 0,0 0 0 16,0 0 2560-16,0 0 480 16,0 0 96-16,4 14 0 0,0 3-1472 0,-2 3-288 0,1-1-64 0,0 6-16 15,-2 2-544-15,-1 5-112 0,-1 0-32 0,-1 2 0 16,0 0-224-16,0-8-32 0,0 3-16 0,-2 1 0 15,0 4-176-15,0-4-32 0,-1-4-128 0,1 0 192 16,0-3-192-16,0 0 144 0,1-3-144 0,1-1 128 16,-1-4-128-16,1-4 0 0,-1-1 0 0,-1 1 0 15,4-11-560-15,0 0-32 16,0 0-16-16,0 0 0 0,0 0-1872 0,0 0-368 0,0 0-80 0,0-8-6016 16,0-3-1200-16</inkml:trace>
  <inkml:trace contextRef="#ctx0" brushRef="#br0" timeOffset="84287.76">6992 6990 11967 0,'4'-9'1072'0,"2"-3"-864"16,2 3-208-16,0 0 0 0,1 2 3408 0,4 1 640 16,3 0 128-16,2 3 32 0,0 0-2000 0,-1 2-400 15,1-1-80-15,2 4 0 0,-2 0-752 0,-1 2-144 16,-2 3-16-16,-2 2-16 0,-2 1-544 0,-2 2-128 16,-3 1 0-16,-2 4-128 0,-3 2 0 0,-2 1 0 15,-3 0 0-15,0-6 0 0,-3 0-288 0,-1 1-16 16,-1 0 0-16,0 2 0 0,0-2-64 0,-1 0-16 15,-3-2 0-15,-1-4 0 0,0 0 176 0,0-2 16 0,1-2 16 0,1-3 0 16,0 0 176-16,3 1 0 16,1-3 0-16,8 0 0 0,-6-5 128 0,6 5 64 0,0 0 16 0,0 0 0 15,0 0 176-15,0 0 16 16,0 0 16-16,0 0 0 0,9 2-256 0,3 2-160 16,2 3 192-16,2-2-192 0,-1 0 192 0,2 2-192 0,2-1 192 0,-1 1-192 15,1-1 192-15,2-1-64 0,0-2 0 0,-1 1-128 16,-2 1 144-16,1 0-144 0,-2-3 0 0,-1 0 144 15,-2 1-144-15,-1-3-224 0,0 2 48 0,3 0 16 16,-4-2-528 0,-12 0-96-16,10-2-32 0,-1 0 0 0,-9 2-2608 0,11-5-528 15</inkml:trace>
  <inkml:trace contextRef="#ctx0" brushRef="#br0" timeOffset="84568.99">7844 6822 28447 0,'2'-13'1264'0,"-2"13"256"0,0 0-1216 0,0 0-304 16,0 0 0-16,0 0 0 0,-12 1 1232 0,0 5 192 15,-2 6 48-15,-2 2 0 0,-1 5-384 0,-1 3-80 16,-1 3-16-16,2 1 0 0,1 2-320 0,3 1-64 16,0 4-16-16,8-10 0 0,-1 2-80 0,3 4-32 15,-1 1 0-15,2 4 0 0,2 1-96 0,3 3 0 16,1-1-16-16,1 1 0 0,2 0-208 0,-2-2-32 15,-1 0-128-15,1-1 192 0,0-1-192 0,0 0 0 16,-1-6 0-16,-1-3 0 0,-2-4 0 0,0-3 0 16,-3-2 0-16,-1-1 144 0,1-3-144 0,-2-1 0 15,-1-4 144-15,-5 0-144 16,0-3-720-16,-3-1-224 0,0-5-32 0,-1-2-11232 16,-1 0-2240-16</inkml:trace>
  <inkml:trace contextRef="#ctx0" brushRef="#br0" timeOffset="84725.23">7448 7236 21183 0,'0'0'944'0,"0"0"192"0,8-2-912 0,0-2-224 0,1 0 0 0,1 0 0 16,3-1 3456-16,2 1 656 0,-1 1 128 0,2 1 32 15,-1-2-2160-15,4 1-448 0,-1 2-64 0,3 1-32 0,0-3-736 0,-1 2-128 16,-1-2-48-16,2 1 0 0,1 3-496 0,1 0-160 16,-1 0 0-16,10 1 0 15,-5-4-2784-15,-4 1-672 0</inkml:trace>
  <inkml:trace contextRef="#ctx0" brushRef="#br0" timeOffset="110171.2">9696 8913 16927 0,'0'0'752'0,"0"0"144"0,-12 2-704 0,0 1-192 0,1-3 0 0,1 0 0 15,10 0 1520-15,-9 0 272 0,1-1 48 0,8 1 16 16,0 0-304-16,-9 0-48 16,9 0-16-16,0 0 0 0,0 0-208 0,0 0-32 15,0 0-16-15,0 0 0 0,0 0-272 0,0 0-48 0,6-7-16 0,1 3 0 16,4-2-256-16,3 3-64 0,4 2-16 0,2 0 0 16,0-1-160-16,0 0-16 0,1 0-16 0,3 4 0 15,-1 0-160-15,1-2-16 0,-2 0-16 0,-7 0 0 16,2 0-48-16,0-2 0 0,0-1 0 0,-1 2 0 15,-3 1-128-15,-1 0 160 0,-3 0-160 0,-9 0 160 16,9 2-160-16,-9-2 0 0,0 0 0 0,0 0 0 16,0 0-896-1,0 0-256-15,0 0-48 0,0 0-16 0,-3 11-1984 0,3-11-416 16</inkml:trace>
  <inkml:trace contextRef="#ctx0" brushRef="#br0" timeOffset="110530.54">10192 8571 26719 0,'0'0'2368'16,"0"0"-1888"-16,0 0-480 0,0 0 0 0,0 0 1440 0,8 8 192 16,0 4 32-16,-1 1 16 0,-2 2-400 0,0-2-64 15,0 2-32-15,2 3 0 0,-1 3-352 0,1 4-64 16,-1 2 0-16,1 6-16 0,1-1-448 0,0 6-96 15,1 5-16-15,4 16 0 0,0-7-192 0,0-8 0 16,1-5 128-16,-3-15-128 0,2-1 0 0,1-3 0 16,-2-2 0-16,2-2 0 0,0-3 208 0,2-3-48 15,-2-3-16-15,1-3 0 0,-1-3 528 0,4-4 96 16,-2-7 32-16,0-6 0 0,-2-6 224 0,-1-3 32 16,0-7 16-16,0-5 0 0,0-6-624 0,0-1-112 0,-1-2-16 15,-3 12-16-15,0-2-176 0,0-2-128 16,0-2 144-16,4-19-144 0,-2 6 0 0,-2 4 0 0,-1 5 0 0,1 2 0 15,0 3 0-15,0 4-208 0,-2 5 64 0,0 5 16 16,1 6-288 0,0 2-48-16,-1 5-16 0,-1 4 0 0,-6 8-1280 15,0 0-256-15,0 0-48 0,11 0-10608 0,-11 0-2112 0</inkml:trace>
  <inkml:trace contextRef="#ctx0" brushRef="#br0" timeOffset="127332.4">8927 8573 5519 0,'0'0'496'0,"2"-4"-496"15,6-9 0-15,-8 13 0 0,4-7 2304 0,0 1 384 16,0-2 64-16,0 1 0 0,-2 1-1152 0,1-1-256 15,-1 1-32-15,1-1-16 0,0 1-272 0,-3 6-48 16,1-7-16-16,-1 7 0 0,0 0-224 0,0 0-48 16,0 0-16-16,0 0 0 0,0 0 112 0,0 0 32 15,0 0 0-15,0 0 0 0,0 0-112 0,0 0-32 16,1 9 0-16,1 2 0 0,-1 2-224 0,0 4-64 16,0 1 0-16,1 3 0 0,0 2-176 0,1 3-32 15,1 9-16-15,1 2 0 0,2 1-160 0,-2 2 0 16,0-1 0-16,2 2 0 0,-1-1 0 0,1-1 0 15,-2-2 0-15,1-1 0 0,-2 1 0 0,0-6 0 0,1 0 0 0,-1-1 0 16,0-5 0-16,0 0 0 16,1-2 0-16,-1 0 0 0,-1-3 0 0,1 0 0 15,0-1 0-15,0-3 0 0,0-3 0 0,-2-1 0 16,1-2 0-16,-1-1 0 0,1-2 0 0,-3-7 128 0,0 0-128 0,0 0 0 16,0 0 144-16,0 0-144 15,0 0 160-15,0 0-160 0,0 0 240 0,0 0-48 0,0-10-16 0,0-2 0 16,-1-1 80-16,-1-2 32 0,0 0 0 0,-1-1 0 15,1-1 112-15,-1-1 32 0,-1-2 0 0,0-3 0 16,0-3 32-16,0-2 16 0,0 1 0 0,0-3 0 16,1-1-144-16,-1-3-16 0,0 0-16 0,0 0 0 15,-3 2-144-15,1 0-32 0,-1 2 0 0,1 2 0 0,-1-2 32 0,-1 2 0 16,1 2 0-16,-1 3 0 0,-1 1-16 0,2 1 0 16,1 4 0-16,-1 0 0 0,2 2 0 0,0 4 0 15,1-2 0-15,-1 4 0 0,1 2-16 0,4 7-128 16,-4-4 192-16,4 4-64 0,0 0-128 0,0 0 0 15,0 0 0-15,0 12 0 0,1 2 0 0,2 2 0 16,1 2 0-16,-2 4 0 0,2 4-224 0,1 4 80 16,0 4 16-16,2 3 0 15,-2 2-336-15,0 1-64 0,1 3-16 0,-1 0 0 16,1 0-192-16,1-4-32 0,-2 2-16 0,0-5 0 0,1-4 336 0,-3-4 80 16,0 0 16-16,1-4 0 0,-3-1 352 0,1-4 0 15,-1-3 0-15,0-3 0 0,-1-4 0 0,0-1 0 16,0-8 0-16,0 0 0 0,0 0 192 0,0 0 0 15,-2-8 0-15,-1-1 0 0,3-2-16 0,-1-2 0 16,-2-6 0-16,0-3 0 0,1-3 16 0,-1-4 16 16,-1-3 0-16,-1-5 0 0,0-1 80 0,1-3 16 15,1-1 0-15,-1 0 0 0,-2-1-48 0,2 1 0 16,-1 1 0-16,1 3 0 0,0 3-16 0,0 3-16 0,0 4 0 0,2 0 0 16,-2 6 16-16,1 5 0 15,2 4 0-15,-1 3 0 0,0 3-48 0,2 7 0 0,0 0 0 0,-4 11 0 16,1 2-192-16,2 6 0 0,1 5-192 0,1 6 192 15,2 2-240-15,1 9 64 0,0-1 16 0,0 6 0 32,0-2-224-32,2 2-64 0,2-3 0 0,-2-2 0 15,2-1 32-15,-3-5 0 0,1-3 0 0,-1-2 0 0,0-5 144 0,0-3 16 0,1-2 16 0,-3-5 0 0,1-2 240 0,-1-2 0 16,-2-1 0-16,-1-10 0 0,0 0 0 0,0 0 208 16,0 0-64-16,0 0-16 0,2-9 176 0,-1-4 16 15,-1-4 16-15,0-2 0 0,-1-2-144 0,-2-5-16 16,-1-3-16-16,0-4 0 0,0 0-160 0,0-4 128 15,-1-1-128-15,0 2 128 0,0-3 16 0,-1 2 0 16,1 3 0-16,0 0 0 0,0 3 32 0,1 6 0 16,1 3 0-16,2 5 0 0,-2 5 16 0,2 5 0 15,1 7 0-15,0 0 0 0,0 0-192 0,0 15 0 16,0 7 0-16,0 7 0 0,0 5 0 0,0 5-256 16,0 7 48-16,1-2 0 15,2 3-112-15,0-1-32 0,0-1 0 0,0-2 0 16,0-6 64-16,-1-3 16 0,2-3 0 0,0-2 0 0,0-5 128 15,1-3 144-15,0-5-208 0,1-3 80 0,-2-3 128 0,1-2 0 16,-5-8 0-16,0 0-128 0,0 0 128 0,5-4 0 16,-1-3 0-16,0-3 0 0,-3-4 0 0,0-2 144 15,1-3 0-15,-2-5 0 0,-4-2-16 0,1-1-128 16,-1-4 192-16,-1-1-64 0,-1-4 144 0,-2-2 32 16,0 2 0-16,0-1 0 0,0-1-64 0,0 3-16 15,2 4 0-15,1 1 0 0,0 6 16 0,1 6 0 0,1 5 0 16,2 4 0-16,-1 2-16 0,2 7 0 0,0 0 0 0,3 16 0 15,1 5-224-15,1 6 0 0,0 5-144 0,1 4 144 16,-1 4-176-16,1 5 176 0,2-2-192 0,0 0 192 16,-2-4-256-16,1-1 48 0,0-3 16 0,-1-4 0 15,1-3-176-15,0-4-16 0,-1 0-16 0,0-5 0 32,1-4-32-32,-1 0 0 0,-1-2 0 0,-1-5 0 0,-4-8-1296 0,4 8-272 15,0-1-48-15,-4-7-12944 0</inkml:trace>
  <inkml:trace contextRef="#ctx0" brushRef="#br0" timeOffset="127957.33">9001 8829 20159 0,'0'0'896'0,"0"0"176"0,-7 4-864 0,1 0-208 0,-2 0 0 0,1 1 0 15,1 1 848-15,-1-1 128 0,0 1 32 0,0-1 0 16,1 3-256-16,0 3-48 0,1-5-16 0,3 3 0 16,0 0-304-16,1 2-64 0,1-1-16 0,1 1 0 15,1-5-64-15,-2-6-16 0,5 7 0 0,0-2 0 16,-5-5 16-16,8 3 0 0,0-1 0 0,-1-2 0 16,0-2 192-16,-1-2 32 0,1-1 16 0,0-2 0 15,-2-1 160-15,-1 0 16 0,-2 1 16 0,1-1 0 16,-2 0-208-16,-1 0-32 0,-1 2-16 0,-2-1 0 0,-2-1-16 0,-1 2 0 15,-4-1 0-15,1 3 0 0,0-2-96 16,-3 2-32-16,-1 1 0 0,0 3 0 0,0-4-272 0,0 4 0 16,2 0 0-16,-1 2 0 0,3 3 0 0,2 1 0 15,1 1 0-15,2 2-192 0,1 3 64 0,2-3 128 16,0 1-208-16,4 2 80 0,3 0 128 0,0-2-128 16,2-1 128-16,1-2-128 0,0-2 128 0,2 0 0 15,0-5 0-15,2 0 0 0,0-2 0 0,2-2 0 16,-2-3 160-16,0 1-160 0,-1-2 288 0,-2-1-32 15,-2 0-16-15,-2-1 0 0,1 1 32 0,-3 2 16 16,-2-1 0-16,-2 0 0 0,-1 0 32 0,-1 2 16 16,-2-2 0-16,-2 1 0 0,-1 2-16 0,0 1 0 15,-1 0 0-15,0 0 0 0,-1 0-160 0,0 2-32 0,-3-1-128 0,3 2 192 32,0 1-960-32,0 1-208 0,1 2-48 0,2-1-16224 0</inkml:trace>
  <inkml:trace contextRef="#ctx0" brushRef="#br0" timeOffset="143316.87">7034 4810 7359 0,'0'0'656'0,"0"0"-528"16,0 0-128-16,0 0 0 0,0 0 1984 0,0 0 352 16,0 0 80-16,0 0 16 0,-7 0-976 0,7 0-192 0,0 0-48 0,0 0 0 15,-5 0-32-15,5 0-16 0,0 0 0 0,0 0 0 16,-7 1-80-16,7-1 0 0,0 0-16 0,0 0 0 16,-5 6-336-16,5-6-64 15,-5 1-16-15,5-1 0 0,0 0 16 0,0 0 0 16,0 0 0-16,0 0 0 0,0 0-128 0,0 0-32 15,0 0 0-15,0 0 0 0,0 0-128 0,0 0-16 0,0 0-16 0,0 0 0 16,0 0-80-16,0 0-16 0,0 0 0 0,6 5 0 16,-6-5-96-16,8 0-32 0,0 0 0 0,0 0 0 15,-8 0 128-15,10-3 32 0,2 2 0 0,-2 0 0 16,-2 0-288-16,0-2 0 0,4 0 0 0,-2 2-144 16,1-3 336-16,-2 1 64 0,-1 0 0 0,-1 0 16 15,1 0-272-15,0 1 0 0,1-1-208 0,0 1 80 16,-1-2 128-16,1 1 144 0,-2-2-16 0,1 3-128 0,-1-1 192 0,-7 3-64 15,7-3 0-15,-7 3-128 0,8-1 192 0,-8 1-192 16,0 0 192-16,0 0-192 0,0 0 176 0,0 0-176 16,0 0 160-16,0 0-160 0,0 0 176 0,0 0-176 15,0 0 192-15,0 0-192 0,0 0 208 0,0 0-64 16,0 0-16-16,0 0 0 0,0 0 0 0,0 0-128 31,-1 7 192-31,1-7-64 0,-3 8-128 0,3-8 0 16,-4 7 144-16,4-7-144 0,-5 5 128 0,0 0-128 0,5-5 128 0,-6 4-128 15,1 0 0-15,5-4 0 16,-5 4 0-16,0 0 128 0,5-4-128 0,-6 4 0 0,1-2 0 0,-1 2 0 0,1 2 0 0,5-6 0 16,-6 2 0-16,6-2 0 0,0 0 128 0,0 0-128 15,-4 7 128-15,4-7-128 0,-6 4 0 0,6-4 0 16,0 0 0-16,0 0 0 0,0 0 128 0,0 0 96 16,0 0 32-16,0 0 0 0,0 0-256 0,0 0 0 15,0 0 0-15,0 0 0 0,0 0 0 0,0 0 0 16,0 0 0-16,0 0 0 0,0 0 0 0,0 0 0 0,0 0 144 0,0 0-144 15,0 0 176-15,0 0-48 16,0 0-128-16,0 0 192 0,0 0-192 0,0 0 0 16,0 0 0-16,0 0-160 0,0 0 160 0,0 0 128 0,0 0-128 0,0 0 176 15,0 0-176-15,0-6-192 16,0 6 32-16,1-5 16 16,-2 0-1664-16,2 1-336 0,-1-2-64 0</inkml:trace>
  <inkml:trace contextRef="#ctx0" brushRef="#br0" timeOffset="154295.37">9211 1911 8287 0,'0'0'368'0,"0"0"80"0,0 0-448 0,0 0 0 0,0 0 0 0,0 0 0 16,0 0 2592-16,0 0 432 0,2-14 96 0,-2 14 16 16,0 0-976-16,0 0-192 0,-4-6-48 0,4 6 0 15,0 0-400-15,0 0-96 0,0 0-16 0,0 0 0 16,-1-10-160-16,1 10-32 0,0 0-16 0,0 0 0 15,-4-8-224-15,4 8-32 0,0 0-16 0,0 0 0 16,0 0-160-16,0 0-48 0,0 0 0 0,0 0 0 0,-6 10-288 0,-1 1-64 16,2 3-16-16,0 4 0 0,1-1-176 0,1 5-48 15,-2 3 0-15,0 2 0 0,-3 2-128 0,1 0 0 16,1-1 0-16,2 0 128 0,0-1-128 0,2-5 0 16,-1-1 0-16,2-4 0 0,-1 0 128 0,2-3-128 15,2 0 0-15,-2-5 128 0,0-9-128 0,0 0 160 16,0 0-160-16,0 0 160 0,0 0-160 0,0 0 0 15,0 0 0-15,5-8 0 0,0-3 192 0,0-2 16 16,0-2 0-16,1-2 0 0,-2-3-16 0,0-1-16 16,-1-1 0-16,3-4 0 0,-2 0-48 0,-1 1 0 15,1-1 0-15,0 1 0 0,2 1 0 0,-3 0 0 16,1 1 0-16,0 3 0 0,-1 2 16 0,-2 2 0 0,-1 3 0 16,0 4 0-16,0 9 32 0,0 0 0 15,-4-6 0-15,4 6 0 0,0 0-16 0,0 0 0 16,-9 6 0-16,1 3 0 0,2 2-160 0,-1 2 160 0,2 1-160 0,-1 0 160 15,-4 1-160-15,4-1 0 0,1 2 0 0,2-2 128 16,0 3-128-16,2-1 0 16,0-2 0-16,0 0 0 0,-1 2 0 0,2-2 0 0,-1-1 0 0,1-1 0 15,0 0 0-15,0-2 0 0,0-10 0 0,0 12 0 16,0-12 0-16,0 0 0 0,0 0 0 16,0 0 128-16,0 0-128 0,0 0 0 0,0 0 0 0,0 0 0 15,0 0 0-15,6-8 0 0,0-2 128 0,0-2-128 16,-1 0 0-16,1 1 0 0,-1-4 0 0,-1 3 0 15,0 1 0-15,0 2 0 0,-1-1 0 0,0 3 0 16,0-2 0-16,-3 9 0 0,2-8 0 0,-2 8 0 0,0 0 0 0,0 0 0 16,0 0-160-16,0 0 160 31,0 0-1328-31,0 0-160 0,0 0-48 0,0 0-11920 0,0 0-2400 0</inkml:trace>
  <inkml:trace contextRef="#ctx0" brushRef="#br0" timeOffset="156529.26">9143 8099 18879 0,'0'0'832'0,"0"0"192"0,0 0-832 0,0 0-192 15,0 0 0-15,3-5 0 0,-9 4 1920 0,6 1 320 16,-5-4 80-16,1-1 16 0,3-2-416 0,1 1-96 16,3-1-16-16,0 1 0 0,3-2-336 0,1 1-64 15,3-1 0-15,0 4-16 0,2-2-544 0,2 2-96 16,0 1-32-16,2 2 0 0,-2 2-272 0,2 3-48 16,-3 0-16-16,0 5 0 0,-2 2-160 0,-2 2-32 15,-3 3-16-15,-2-2 0 0,-3 3 0 0,-2 2 0 16,0 4 0-16,-2-3 0 0,-3 3-48 0,-3 0-128 15,-3 3 192-15,-1-2-64 0,1 0-128 0,0 1 0 16,-1-1 0-16,3-5 128 0,-1-2-128 0,4-1 0 16,-1-3 144-16,1-4-144 0,2-3 128 0,5-6-128 15,0 0 160-15,0 0-160 0,0 0 240 0,0 0-48 16,9-4-16-16,2 2 0 0,-1 1-176 0,3-1 192 16,3 1-192-16,1 0 192 0,-2-1-192 0,4 1 0 15,-1 1 0-15,1 0 128 0,1-1-128 0,0-1 0 16,-2 0 144-16,0 1-144 0,-1-2 0 0,-3-1 0 15,1 0 0-15,-4 1 128 16,0 2-1680-16,-3 0-336 0,-2 2-64 0,-6-1-16688 0</inkml:trace>
  <inkml:trace contextRef="#ctx0" brushRef="#br0" timeOffset="159488.14">11449 4261 2751 0,'0'0'128'0,"0"0"16"0,0 0-144 0,0 0 0 16,0 0 0-16,0 0 0 0,0 0 2496 0,0 0 480 15,-9 5 96-15,9-5 0 0,0 0-1600 0,0 0-336 16,0 0-64-16,0 0-16 0,0 0 16 0,0 0 0 0,0 0 0 0,0 0 0 0,0 0 208 16,4-6 64-16,3-1 0 0,-7 7 0 0,6-8 32 0,3 2 16 15,3 1 0-15,4 1 0 0,2 1-384 0,1 2-80 16,4-2-16-16,-1 3 0 0,1 0-272 0,2-2-64 16,0 0-16-16,-3 2 0 0,-1 2-128 0,0 2-32 15,-6-2 0-15,0 2 0 0,-4 1-192 0,1 2-32 16,-5-1-16-16,-1 2 0 0,-1 1-32 0,-2 4-128 15,-4-3 192-15,-3 4-64 0,-2-1 32 0,1 1 0 16,-1 2 0-16,-3-2 0 0,-1 2-160 0,1 0 0 16,-2-1 0-16,0-1 0 0,1-2 0 0,-1-1 0 15,1-2 0-15,2-3 0 0,8-6 0 0,-8 7 0 16,8-7 0-16,0 0 0 0,0 0 0 0,0 0 0 16,0 0 0-16,13 9 0 0,0-3 192 0,2 2-32 15,-1 1-16-15,0-2 0 0,1-1-16 0,0 2 0 16,-2 0 0-16,0 3 0 0,-1-1 0 0,-1 2 0 15,-1-3 0-15,-3 0 0 0,-7-9 16 0,5 13 0 16,-3-1 0-16,-2-1 0 0,-1 2 240 0,-3-2 64 16,-2 2 0-16,-3 0 0 0,-3 1-16 0,0 2 0 15,0 0 0-15,-1-1 0 0,-2-2-256 0,-1 0-48 16,2 0-128-16,-1-1 192 0,1-1-192 0,1-6 128 16,0 0-128-16,2-1 0 0,1-3 0 0,1-1 0 0,1-2-176 15,3-4 176 1,1 0-1472-16,3-2-160 0,1-5-32 0,2-1-16688 0</inkml:trace>
  <inkml:trace contextRef="#ctx0" brushRef="#br0" timeOffset="184512.84">5379 6325 9215 0,'0'0'400'0,"0"0"96"0,0 0-496 0,0 0 0 15,-2-17 0-15,2 17 0 0,0 0 1952 0,0 0 288 16,0 0 64-16,-8 4 16 0,8-4-1376 0,-9 6-288 16,1 1-48-16,1 1-16 0,1 0-96 0,6-8-32 15,-7 10 0-15,2-3 0 0,5-7 64 0,-5 9 16 16,5-9 0-16,-3 9 0 0,3-9 16 0,0 0 0 16,0 0 0-16,0 0 0 0,0 0-240 0,0 0-64 15,0 0 0-15,8 6 0 0,-8-6-96 0,0 0-32 0,0 0 0 0,10-4 0 16,-10 4 0-16,8-6-128 15,-8 6 192-15,7-8-64 0,-2 2-128 0,-5 6 0 16,0 0 144-16,0 0-144 0,0-10 0 0,0 10 0 16,0 0 0-16,0 0 128 0,0 0-128 0,0 0 0 0,-8-4 0 0,8 4 128 15,0 0-128-15,0 0 0 0,-9 4 0 0,3 3 0 16,0 1 0-16,2 0 0 0,2 2 0 0,2-10-128 16,-4 10 128-16,4-10 0 0,1 11 0 0,-1-11 128 15,0 0 48-15,0 0 16 0,0 0 0 0,0 0 0 16,0 0 64-16,9 4 0 0,-9-4 16 0,11-2 0 15,-11 2-80-15,8-5 0 0,-8 5-16 0,6-10 0 0,-1 2-176 0,0-2 128 16,-5 10-128-16,4-11 128 0,-1 2-128 0,-2 0 0 16,-2 0 144-16,1 9-144 0,0-9 144 0,0 9-144 15,-4-10 192-15,1 4-192 0,1-3 240 0,-2 2-64 16,0 1-16-16,4 6 0 0,0 0 32 0,0 0 16 16,0 0 0-16,0 0 0 0,0 0-80 0,0 0-128 15,0 0 176-15,1 15-176 0,1-2 0 0,0 3 0 16,2 0 0-16,1-1 0 0,1 0 0 0,-1-2 0 15,0-3 0-15,0-1 0 0,-5-9 0 0,7 9 0 16,-7-9 0-16,8 7 0 0,-8-7 144 0,0 0-16 16,0 0-128-16,0 0 192 0,11-4 128 0,-3-1 0 15,-8 5 16-15,7-9 0 0,-2 0 80 0,-2-1 16 16,-2-4 0-16,-1 1 0 0,0 0-112 0,0 0 0 16,0 0-16-16,0 0 0 0,0 0-80 0,0 0-16 15,-1 2 0-15,-1-2 0 0,0 3-80 0,0 1 0 0,2 9-128 0,0 0 192 16,-4-8-192-16,4 8 0 15,0 0 0-15,0 0 0 0,0 0 0 0,0 0 0 16,-9 4 0-16,9-4 0 0,-8 6 0 0,8-6 0 16,-6 7 0-16,-1 0 0 0,1 0 0 0,1 2 0 15,5-9 0-15,-6 8 0 0,6-8 0 0,-5 8 0 0,5-8 0 0,0 0 0 16,-6 7 0-16,6-7 0 0,0 0 0 0,0 0 0 16,0 0 128-16,-7 5-128 0,7-5 0 0,0 0 0 15,0 0 0-15,0 0 0 0,0 0 0 0,-9 2 0 16,9-2 128-16,0 0-128 0,0 0 0 0,0 0 0 15,-9-2 0-15,9 2 0 0,0 0 0 0,0 0 0 0,0 0 0 0,0 0 0 16,0 0 0-16,0 0 0 0,0 0 0 0,0 0-128 16,0 0 128-16,0 0 0 0,0 0 0 0,0 0 0 15,0 0 0-15,0 0 0 0,0 0 0 0,0 0 0 16,0 0 0-16,0 0 0 0,0 0 0 0,6 9 0 16,-6-9 0-16,0 0 0 0,0 0 0 0,0 0 0 15,0 0 0-15,0 0 0 0,0 0 0 0,0 0 0 16,0 0 0-16,0 0 0 0,0 0 128 0,0 0-128 15,0 0 0-15,0 0 144 0,0 0-144 0,0 0 0 16,2 9 144-16,-2-9-144 0,0 0 0 0,1 11 0 16,-1-11 0-16,0 0 0 0,0 0 0 0,0 0 0 15,0 0 0-15,0 0 128 0,0 0-128 0,0 0 0 16,0 0 0-16,0 0 0 0,0 0 0 0,0 0 144 16,0 0-144-16,0 0 0 0,0 0 128 0,0 0-128 15,0 0 0-15,0 0 0 0,0 0 0 0,0 0 0 16,0 0 0-16,0 0 0 0,0 0 0 0,0 0 0 15,0 0 0-15,0 0 0 0,0 0 0 0,7-7 0 16,-7 7 0-16,0 0-144 16,7-7-2608-16,0-2-528 0</inkml:trace>
  <inkml:trace contextRef="#ctx0" brushRef="#br0" timeOffset="192618.73">5354 6407 9215 0,'0'0'400'0,"0"0"96"0,0 0-496 0,6 3 0 0,-14-2 0 0,-1 0 0 16,0 1 3536-16,-1 1 624 0,3-1 112 0,-1 3 16 15,0-2-2512-15,1 2-512 0,1 0-112 16,1 0 0-16,-1 2-528 0,3-1-112 0,0 1 0 0,2-1-16 16,1 1-176-16,0-7-16 0,0 0-16 0,5 8 0 15,1-2-16-15,2-1 0 0,-1-1 0 0,2-1 0 16,1-4 240-16,1-2 64 0,-1-2 0 0,1-3 0 16,0-2-192-16,0-2-48 0,-1 0 0 0,-1 0 0 15,-1-1-144-15,0-1-16 0,-2-2-16 0,-2 2 0 16,-1 0-32-16,0 1-128 0,-2 1 192 0,-1 0-64 0,-3 0 32 0,1 2 0 15,-2 3 0-15,-1 2 0 0,-2 0 208 0,0 4 32 16,0 2 16-16,-1 4 0 0,0 0-96 0,-1 2 0 16,0 3-16-16,1 6 0 0,-1 1-304 0,2-3 128 15,3 2-128-15,0-2 0 0,1 1 144 0,0-4-144 16,2 0 0-16,1-2 144 0,1 0-144 0,0-1 160 16,-1-8-160-16,0 0 160 0,0 0-32 0,0 0-128 15,0 0 192-15,0 0-64 0,0 0-128 0,0 0 0 0,0 0 0 0,11-4 0 31,-5-3-1856-31,2-2-336 0,0-1-80 0</inkml:trace>
  <inkml:trace contextRef="#ctx0" brushRef="#br0" timeOffset="-209711.53">3562 5970 4607 0,'0'0'400'0,"0"0"-400"16,0 0 0-16,0 0 0 0,0 0 2688 0,1-4 448 16,-7-2 80-16,2 1 32 0,1 1-1072 0,0 0-192 15,3 4-64-15,-3-7 0 0,-1 1-208 0,4 6-48 16,-6-8-16-16,6 8 0 0,0 0-240 0,0 0-64 15,-2-7 0-15,2 7 0 0,0 0-272 0,0 0-64 16,0 0-16-16,0 0 0 0,0 0-352 0,0 0-64 0,0 0 0 0,0 0-16 16,0 0-352-16,0 11-64 15,0 3-16-15,2 2 0 0,4 0-128 0,-1 4 0 16,1 0 0-16,3 5 0 0,2 3 0 0,2 1 0 16,0 0 0-16,-1 2 0 0,-2 3 0 0,1-4 0 15,-1-1 0-15,0-2 0 0,2-1 0 0,-1-1 128 16,-1-2-128-16,0-2 0 0,-2-3 0 0,0-2 0 15,0-3 0-15,0-1 0 0,0-3 0 0,-8-9 0 16,10 6 0-16,-10-6 0 0,0 0 0 0,12-1 0 0,-3-5 0 0,-1-3 128 16,-3-3 128-16,0 0 32 0,0-5 0 0,4-13 0 15,1-2 192-15,-3-2 32 0,0-2 16 0,2 0 0 16,3-1-144-16,-2 1-48 0,-3-4 0 0,2 3 0 16,3-1-64-16,-5 12-16 0,0-3 0 0,2-12 0 15,0 4-112-15,0 5-16 0,-2 2-128 0,-1 4 192 0,0 2-192 16,-1 5 128-16,-1 3-128 0,0 3 0 15,-2 0 0-15,1 6 0 0,-3 7 0 0,0 0 0 16,0 0-1024-16,0 0-208 0,0 0-48 16,0 0 0-16,0 0-1824 0,6 8-368 0</inkml:trace>
  <inkml:trace contextRef="#ctx0" brushRef="#br0" timeOffset="-208693.19">4043 6166 21247 0,'0'0'944'0,"0"0"192"0,0 0-912 0,0 0-224 16,0 0 0-16,2-8 0 0,2 0 1536 0,-4 8 256 16,0 0 48-16,0 0 16 0,0 0-656 0,0 0-128 15,0 0-32-15,0 0 0 0,8 12-528 0,-1 4-128 0,-2 2 0 0,0 3-16 16,-4 2-240-16,2 3-128 15,-2 0 160-15,-1 2-160 0,-1 0 128 0,1 0-128 0,0-2 0 0,0-1 0 16,0-2 128-16,1-2-128 16,-1-3 0-16,0-2 144 0,0-2-144 0,0-5 0 0,0 0 144 0,0 2-144 15,0-11 160-15,0 0-32 16,0 0-128-16,0 0 192 0,0 0 64 0,0 0 0 0,0 0 0 0,4-8 0 16,0-5 288-16,0-3 64 15,-1-3 16-15,1-2 0 0,1-3-128 0,1 1-32 16,2-6 0-16,1 1 0 0,2-1-208 0,-2-1-32 0,0 3-16 15,1 2 0-15,1 1-48 0,-1 5-16 0,-3 1 0 0,2 2 0 16,0 3-144-16,-1 2 0 0,-2 1 0 0,-6 10 128 31,0 0-976-31,0 0-208 0,0 0-32 0,0 0-16 16,0 0-2032-16,0 0-384 0,7 0-96 0</inkml:trace>
  <inkml:trace contextRef="#ctx0" brushRef="#br0" timeOffset="-208005.76">4277 6407 23327 0,'0'0'1024'0,"0"0"224"0,0 0-992 0,0 0-256 16,0 0 0-16,0 0 0 0,14 4 976 0,-4-3 160 15,-10-1 16-15,12-2 16 0,-2-4-224 0,2 1-48 16,-2-3-16-16,2-1 0 0,1-1-416 0,-3-1-80 0,-3 1 0 0,1 0-16 16,2-1-48-16,-2 1-16 15,-3-1 0-15,1 1 0 0,-3-2 80 0,3 0 32 16,-1 2 0-16,-4-3 0 0,-3 2-96 0,0 2 0 16,2 9-16-16,-4-10 0 0,-6-1-48 0,-1 4 0 15,2 1 0-15,-1 3 0 0,-2-3-64 0,0 5-32 16,2 5 0-16,0 0 0 0,-1 4-160 0,1 3 0 15,1 4 0-15,1 3 0 0,0 3-256 0,3 4 80 0,0-2 16 16,2 2 0-16,4 1 32 0,2 0 0 0,-1-5 0 0,4-2 0 16,0-3 128-16,2-3 0 0,-1-2 0 0,2-4-128 15,1 0 128-15,-1-5 0 0,2 0 0 0,4-5-128 16,0-3 128-16,2-2 128 0,1 0-128 0,-3-4 176 16,2-1-176-16,0 2 192 0,0-3-192 0,0 0 192 15,-1 1-192-15,-2 0-176 0,-3 0 48 0,0 0 0 16,1 0-384-1,-1 1-80-15,-2 0-16 0,0 1 0 0,0-1-448 0,-1 3-96 0,-3 1 0 0,2 2-16 16,-1-2-1456-16,1 0-272 0,0-1-64 0,1 1-16 16,1-2 1120-16,-1-2 240 0,0-1 32 0,2 0 16 15,1-2 736-15,-2 1 160 0,-1-2 32 0,1 3 0 0,-3-1 1776 0,0 1 352 16,-2 0 80-16,-1 1 16 0,0 2 720 0,-3 10 160 16,3-11 32-16,-3 11 0 0,0 0-416 0,0 0-80 15,0-6-16-15,0 6 0 0,0 0-576 0,0 0-112 16,0 0-16-16,-6 10-16 0,1 1-496 0,0 2-80 15,1 0-32-15,0 5 0 0,0 3-144 0,0 2-48 16,0 3 0-16,3 3 0 0,1 2-256 0,0 2-48 16,0 3-16-16,1-3 0 0,2 1-144 0,0-4 0 15,-2 1 0-15,0-2 0 0,2-3 0 0,-2-9 0 16,-1 0 0-16,0 2 0 0,-1 2 0 0,0 1 0 16,1-2 0-16,-2 0 0 0,1-5-208 0,2 1-32 15,-1-3 0-15,-1 5 0 16,-3-2-336-16,0-3-80 0,0-1-16 0,4-12 0 15,-5 7-2400-15,-1 0-464 0,-4-2-112 0</inkml:trace>
  <inkml:trace contextRef="#ctx0" brushRef="#br0" timeOffset="-207838.96">4551 6461 28959 0,'13'-7'1280'0,"-1"3"272"0,2 1-1232 0,3 0-320 16,3-3 0-16,-2 2 0 0,0 2 1296 0,1-2 208 15,-2 0 32-15,-2-1 16 0,-2 0-176 0,2 1-32 0,0 1-16 0,-2-2 0 16,-1 0-880-16,0-1-160 0,2 0-32 0,-1 2-16 31,-1-1-3312-31,0 1-640 0</inkml:trace>
  <inkml:trace contextRef="#ctx0" brushRef="#br0" timeOffset="-199585.22">15757 1135 911 0,'0'0'0'0,"0"0"0"0,0 0 0 0,0 0 0 16,0 0 0-16,0 0 0 0,0 0 4752 0,0 0 880 16,-5-9 160-16,5 9 32 0,0 0-3136 0,0 0-640 15,0 0-128-15,0 0-32 0,0 0-480 0,0 0-112 16,0 0-16-16,0 0 0 0,0 0-512 0,0 0-96 16,1 15-32-16,-1 5 0 0,0 5-320 0,0 2-80 0,0 4-16 0,-1 1 0 15,-2 0-96-15,2 1 0 0,-1 2-128 16,0-4 192-16,-1-1-192 0,2-2 0 0,2-1 0 0,-1-3 0 15,0-5 128-15,4-2-128 0,1-4 0 16,2-1 144-16,1-4-144 0,-8-8 0 0,0 0 0 0,10 2 0 16,0-3 256-16,2-3-48 0,1-4 0 0,0-4 0 15,0-3 0-15,2-1 0 0,-2-3 0 0,1-1 0 16,0-5-208-16,-1 2 0 0,2-2 0 0,-4 0 0 0,0 0 128 16,-2-1-128-16,-1 0 0 0,-2 0 0 0,1 0 128 0,-2 0-128 15,0 0 0-15,-1 5 144 0,0 6-144 0,0 3 0 16,0 3 0-16,-4 9 0 0,0 0 128 0,0 0-128 15,3 18 192-15,-3 4-64 0,0 7 16 0,-3 2 0 16,0 3 0-16,-1 0 0 0,-1 1-144 0,1 0 0 16,0-2 0-16,3-4 0 0,1-5 0 0,3-2 0 15,2-2 0-15,1-7 0 0,4-1 0 0,0-4 0 16,2-4 0-16,-1-4 0 0,1-3 128 0,1-2 0 16,-1-4 0-16,0-2 0 0,1-1 128 0,0 1 32 15,0-2 0-15,-1-2 0 0,-1 1-112 0,1 0-32 16,-2-2 0-16,1 0 0 0,-3 2-144 0,-1-3 0 15,1 0 0-15,-1 1 0 0,-2 3 0 0,0 3-320 16,0-3 48-16,-1 3 16 16,-1-2-1376-16,0 1-272 0,-1 1-48 0,-1 1-9040 15,1 1-1808-15</inkml:trace>
  <inkml:trace contextRef="#ctx0" brushRef="#br0" timeOffset="-198766.31">16364 774 26831 0,'0'0'1184'0,"9"6"256"0,-1 3-1152 0,-1 3-288 0,-3 6 0 0,-4 2 0 16,-2 6 1584-16,-3 5 256 0,-3 8 48 0,-2 4 16 0,-3 8-960 0,-2 3-192 16,1 0-48-16,0-4 0 15,-2-3-480-15,3-3-96 0,4-2-128 0,1-9 176 0,3-5-176 16,2-3-256-16,5-8 64 0,0-3 16 15,2-2-256-15,3-4-48 0,3-3-16 0,1-6 0 16,0-4 48-16,4-6 16 0,3-3 0 0,3-4 0 0,2-6 224 0,1-2 32 16,-1-4 16-16,1 0 0 15,-4-1-336-15,1-1-64 0,-2 2-16 0,-1 0 0 0,-1 2 448 0,-2 4 128 16,0 3 0-16,-4 8 0 0,0 2 544 0,-3 7 224 16,-8 4 32-16,6 10 16 0,-2 5 160 0,-1 5 48 15,-5 3 0-15,1 4 0 0,-3 3-512 0,0 0-80 16,-1 2-32-16,0-2 0 0,1-3-272 0,1-3-128 15,2-2 0-15,2-1 128 0,2-4-256 0,2-2-64 16,3-4-16-16,1 0 0 16,2-5-720-1,0 0-144-15,2-4-16 0,2 1-16 0,-4 1-128 0,2-4-32 0,1-2 0 0,-1 1 0 0,-2-2 480 16,0 1 80-16,-11 2 32 0,13-1 0 0,-1-3 496 0,-1 1 176 0,0 0 0 0,-1 1-144 16,2-3 656-16,0-1 144 0,1-3 32 0,-2 0 0 0,1 0 400 0,0-1 64 15,0-2 32-15,-1 0 0 0,0 0-160 0,-2 2-48 16,-1 0 0-16,-3-2 0 0,-1 1-352 0,-2 1-80 15,0-1-16-15,-2 2 0 0,-3-2-208 0,-1 0-32 16,-2-1-16-16,-3 3 0 0,-2 3-64 0,1 1-16 16,1 1 0-16,-2 2 0 0,-1 4-64 0,1 2 0 15,0 2-128-15,-1 6 192 0,1 2-192 0,0 4 0 16,1 1 0-16,3 2 0 0,3-1 0 0,2 1 0 16,1 0 0-16,3-4 0 0,5-4-144 0,0-2 144 15,3-4-208-15,3-1 80 16,2-3-432-16,4-3-80 0,-1-5 0 0,3-1-16 31,1-3-272-31,1 0-48 0,1-5-16 0,1 3 0 16,-2-1-96-16,-1-1 0 0,2-3-16 0,-4 3 0 0,-1 0 704 0,-2-2 144 0,-3-1 16 0,-1 4 16 15,-1 6 544-15,-3 2 128 0,-9 4 0 0,0 0 16 16,10 2 400-16,-3 6 80 0,-2 4 16 0,-2 0 0 16,-3 1-208-16,-2 1-48 15,1-1 0-15,1 1 0 0,-1 2-336 0,1-3-80 0,1-2-16 0,3-1 0 16,3-3-272-16,2-1 0 0,-2 1 0 15,5-6 0 1,3-5-720-16,0 0-48 0,1-6-16 0,1 0 0 16,0-3-496-16,0 3-80 0,-2-3-32 0,1 0 0 15,-2 3 448-15,1 0 96 0,-1 6 16 0,-2-1 0 0,-12 5 1360 0,0 0 288 0,11 5 48 0,-1 2 16 0,-4 6 576 0,-1 4 112 16,-1 0 32-16,0 2 0 16,0-3-48-16,-1 1 0 0,-1 0 0 0,2-3 0 0,0-1-880 0,0-3-176 15,-4-10-48-15,0 0 0 16,10 9-3248-16,-10-9-656 0</inkml:trace>
  <inkml:trace contextRef="#ctx0" brushRef="#br0" timeOffset="-197445.99">18616 856 5519 0,'4'-5'496'0,"0"-2"-496"15,-2 2 0-15,2-3 0 0,-1-1 4192 0,-1 2 736 16,0 0 160-16,-2 0 32 0,1-1-2320 0,-1 0-464 16,0 8-96-16,-3-5 0 0,3 5-560 0,0 0-96 0,0 0-32 15,0 0 0-15,-10 3-464 0,10-3-112 16,-12 13-16-16,2 4 0 0,1 5-496 0,-1 7-96 0,0 6-32 0,0 8 0 16,-1 3-144-16,1 2-16 0,-1 1-16 0,2-2 0 15,-1-4-160-15,1-1 160 0,1-6-160 0,3-2 160 16,2-5-160-16,-1-2 0 0,-2-4 0 0,2-3 0 15,1 0-320 1,-1-4-80-16,-1-5-32 0,5-11 0 0,0 0-1168 16,0 0-256-16,0 0-32 0,0 0-16 0,0 0-704 0,6-10-144 0,2-6-16 0,-1-3-9856 15</inkml:trace>
  <inkml:trace contextRef="#ctx0" brushRef="#br0" timeOffset="-197133.52">18634 770 25103 0,'16'-9'1104'0,"-5"3"240"0,4 1-1072 0,3 3-272 15,3 2 0-15,0 2 0 0,-2 2 1648 0,1 3 272 16,-5 3 48-16,-1 3 16 0,-3 1-528 0,-3 5-112 16,-4 0 0-16,-3 3-16 0,-3 5-688 0,-5 0-128 15,-3 0-16-15,-2 2-16 0,-1 1-336 0,-3 1-144 16,-2-1 128-16,-1 0-128 16,-1-5-272-16,0-2-144 0,2-3-32 0,0-2 0 0,1-1 64 0,0-2 0 15,-1-5 0-15,2-1 0 0,2-2 80 0,1-3 32 16,1-3 0-16,3-1 0 0,1-1 272 0,8 1 0 15,-6-4 0-15,6 4 0 0,-3-7 0 0,3 7 192 16,0 0 0-16,0 0 0 0,0 0 128 0,14 1 32 16,2 3 0-16,1 4 0 0,0 1 32 0,2 3 16 15,1-3 0-15,-1 2 0 0,1 0 48 0,0 0 16 16,0-3 0-16,1-1 0 0,-4 2-160 0,0-2-48 0,0 0 0 0,-1-4 0 16,-1 0-256-16,1 0 0 0,0-3 0 0,-2 0 0 31,-1 0-1344-31,-1-2-288 0,0-2-48 0,1 1-9424 0,0-4-1888 0</inkml:trace>
  <inkml:trace contextRef="#ctx0" brushRef="#br0" timeOffset="-196896.67">19328 960 32127 0,'0'0'1424'0,"-6"7"304"0,1 0-1392 0,-1 5-336 0,-3 4 0 0,-1 3 0 0,0 0 1200 0,-2 5 160 15,-2 1 48-15,1 3 0 0,0-1-432 0,2 3-80 16,2 3 0-16,1 0-16 0,2 3-592 0,2-1-112 16,0 0-32-16,3 0 0 0,1-2-144 0,1-2 0 15,0-2 0-15,1-2 0 0,-1 2 0 0,-1 0 0 0,-1-5 0 0,-1 1 0 16,0-7 0-16,-3 1 0 16,-1-6 0-16,0 0 0 0,-2-2-224 0,-1-1-128 15,-3-4-32-15,-1-1-11520 16,0-1-2304-16</inkml:trace>
  <inkml:trace contextRef="#ctx0" brushRef="#br0" timeOffset="-196740.53">18999 1281 34959 0,'14'-7'1536'0,"-1"5"336"0,6 2-1488 0,2 0-384 0,1-2 0 0,1 2 0 16,1 2 1312-16,-1-1 192 0,-1-2 32 0,2 1 16 15,-1 0-592-15,-1-2-112 0,2 0-16 0,-3 0-16 16,-2 2-1024-16,2-1-208 0,3-3-32 15,-1 3-16-15,-2-4-2384 0,1 3-480 16,0-3-80-16</inkml:trace>
  <inkml:trace contextRef="#ctx0" brushRef="#br0" timeOffset="-196506.17">19796 1161 1839 0,'13'0'0'0,"-3"0"160"0,2-1-160 0,2-1 0 16,3 1 0-16,3 1 0 0,1 0 6656 0,-1 0 1280 0,0 0 272 0,0 1 48 16,0 1-6256-16,3-1-1248 0,-3 0-256 0,3-1-48 31,-1 0-3152-31,-3 0-624 0,5-2-128 0,-2 9-32 0</inkml:trace>
  <inkml:trace contextRef="#ctx0" brushRef="#br0" timeOffset="-196334.32">19783 1407 28559 0,'0'0'2544'0,"11"3"-2032"0,5 0-512 0,1-3 0 16,0 0 2176-16,5 0 352 0,2-3 64 0,0 0 16 15,2-1-560-15,0 0-128 0,2-1 0 0,-2 0-16 16,-3 0-1072-16,1 1-192 0,-2 1-64 0,-1 2 0 16,-2 1-1728-16,-3 0-336 0,-3 1-80 15,-2 1-17696-15</inkml:trace>
  <inkml:trace contextRef="#ctx0" brushRef="#br0" timeOffset="-195475.03">20711 1180 21183 0,'0'0'944'0,"0"0"192"0,0 0-912 0,5-10-224 15,0 1 0-15,3 0 0 0,3 1 3408 0,0-2 640 16,1 0 128-16,1 0 32 0,1-2-2288 0,1 2-464 16,-1 1-96-16,0 3-16 0,-1 4-512 0,2 3-96 15,0 3-32-15,0 5 0 0,-4 4-448 0,1 4-112 16,-1 3-16-16,0 3 0 0,-1 5-128 0,-3 2 192 16,1 0-192-16,0-2 192 0,2 0-192 0,1-4 192 15,1-1-192-15,2-4 192 0,0-2-192 0,2-3 128 16,2-7-128-16,3-3 128 0,0-5 96 0,1-5 16 15,0-2 0-15,3-6 0 0,0-2 144 0,0-3 16 16,-1-2 16-16,1-1 0 0,-1-2-176 0,-1-4-48 16,-2-1 0-16,-2 0 0 0,1-1-192 0,-4-2 128 15,-5-5-128-15,-2-2 0 0,-3 1 192 0,-2 5-64 16,-4 3-128-16,-2 5 192 0,0 3-64 0,-2 6-128 0,-1 7 176 0,-5 6-176 16,-3 7 288-16,-4 8-48 0,-3 7-16 0,-5 11 0 15,-4 10-224-15,-1 1 144 0,1 6-144 0,1 1 128 16,0-2-128-16,1 1 0 0,0-4 0 0,2 3 0 15,1-1 0-15,1-2 0 0,1-2 0 0,-2-4 0 16,1-1 0-16,2-4 0 0,1 0 0 0,2-8 0 0,-1-2 0 0,0-2 0 16,1-7 0-16,1-2 0 0,0-4-288 15,2-1-32-15,-2-9-16 0,1-1 0 16,2 0-224-16,-2-2-32 0,2-5-16 16,1-2 0-16,0-4 224 0,0-5 32 0,0-5 16 0,1-5 0 0,0 1 336 0,2-2-176 15,0 3 176-15,5-3-128 0,4 1 320 0,2 6 64 16,3 4 0-16,0 4 16 0,0 3 48 0,1 2 16 15,2 0 0-15,-1 4 0 16,2 1-1024-16,0 3-208 0,2 1-32 0,1 2-19200 0</inkml:trace>
  <inkml:trace contextRef="#ctx0" brushRef="#br0" timeOffset="-194306.6">22028 1340 26655 0,'0'0'1184'0,"0"0"240"0,0 0-1136 0,0 0-288 0,0 0 0 0,0 0 0 0,0 0 1984 0,0 0 320 16,0 0 80-16,-8 11 16 0,0 1-1104 0,-2 1-208 16,-2 0-64-16,-1 1 0 0,-4 2-816 0,1-3-208 15,2 1 0-15,2-1 0 16,2 2-2736-16,-1-2-592 0</inkml:trace>
  <inkml:trace contextRef="#ctx0" brushRef="#br0" timeOffset="-193491.33">22988 1105 21183 0,'-15'2'944'0,"4"4"192"0,0 1-912 0,-4 4-224 15,0 2 0-15,-2 3 0 0,-2 4 1856 0,1 4 320 16,0-1 64-16,2 3 0 0,3-5-784 0,4 1-176 0,1-5-16 16,6 0-16-16,3-1-336 0,4-6-64 15,-5-10-16-15,15 7 0 0,4-10-176 0,3-1-32 0,4-2-16 16,2-3 0-16,2-3-176 0,-2-1-48 0,0-1 0 0,-3-3 0 15,-3-2-64-15,-3 1-32 0,-3 0 0 0,-4 2 0 16,-5 3-32-16,-1 2-16 0,-4-2 0 0,-2 3 0 16,-2 0 16-16,-5 1 16 0,-2 0 0 0,-3 1 0 15,-2 1-272-15,-3 0 0 0,-1 0 0 0,1 3 0 16,2 0-416 0,5 0-96-16,1 3 0 0,9 1-16 0,0 0 32 0,0 0 16 15,0 0 0-15,10 4 0 0,6-4-144 0,5 0-16 0,2 0-16 0,3-5 0 0,2-2 304 0,0-1 64 16,1-2 16-16,-1 0 0 0,-4 0 272 0,1 5 0 15,0 3 176-15,-2 2-176 0,-2 2 576 0,-3 5 0 16,-5 4 0-16,-2 6 0 0,-5 6 32 0,-2 5 16 16,-5 5 0-16,-3 3 0 0,-1 5-208 0,-6 3-32 15,-3 6-16-15,-2 0 0 0,1 4-368 0,-1 1-288 16,-1 2 48-16,4-1 16 16,0-6-256-16,1-5-48 0,2-3-16 0,0-6 0 15,-1-3-176-15,1-6-48 0,1-2 0 0,1-4 0 16,4-7-416-16,-1-2-96 0,5-12 0 0,0 0-16 15,0 0-1488-15,0 0-288 0,-7-13-64 0</inkml:trace>
  <inkml:trace contextRef="#ctx0" brushRef="#br0" timeOffset="-193335.11">23261 1188 18431 0,'36'-41'816'0,"-8"14"160"0,4 1-784 0,6-2-192 16,4-1 0-16,1 7 0 0,0 6 4368 0,-5 5 832 15,-6 1 176-15,-4 5 16 0,-6 4-3552 0,-5 1-720 16,-7 4-144-16,-4 5-16 0,-8 3-464 0,-3 6-96 0,-7 0-16 0,-5 4 0 15,-4 4-64-15,-3 0-32 0,-5-1 0 0,-2 1 0 16,-2-1-288-16,1 0 0 0,-4-3 0 0,4 1 0 31,0-4-1200-31,6-1-240 0,2 0-48 0,3-3-10544 0,2-4-2112 0</inkml:trace>
  <inkml:trace contextRef="#ctx0" brushRef="#br0" timeOffset="-192793.35">23749 1174 16575 0,'0'0'1472'0,"0"0"-1168"16,13 0-304-16,-2 1 0 0,1 2 4352 0,0-1 800 16,1-2 160-16,0 0 48 0,0-2-2864 0,1-1-576 15,3-2-128-15,-3-1 0 0,1-1-1024 0,0-1-192 16,1-1-32-16,1 0-16 0,1-4-320 0,-1 0-64 16,-2-3-16-16,-1 2 0 0,-1-2 0 0,-1 2 0 15,-6-3 0-15,1 4 0 0,-5-1-128 0,-2 2 0 16,-2 1 0-16,-5 0 0 0,-2 0 0 0,-3 3 0 15,-3-1 0-15,-2 5 0 0,-3 4-256 0,1 3 0 16,-1 5 16-16,-1 5 0 0,-2 4 48 0,-1 5 0 16,1 4 0-16,2 4 0 0,1 4 48 0,5-4 16 15,2 0 0-15,2 2 0 0,4-5 128 0,3-1-160 16,5-3 160-16,2-2-160 0,2-2-80 0,4-8-16 16,4-5 0-16,4 1 0 15,4-6-160-15,2-2-32 0,3-3-16 0,4-2 0 0,4-4 272 0,0-3 192 0,0-5-208 0,0 0 80 16,0-2 128-16,0 1 0 0,-3-2 0 15,-2 0 0-15,-5 0 0 0,1 3 0 0,-5-3 0 0,-2 5 128 16,-2 3 320-16,-5 3 64 0,-3 3 0 0,-8 7 16 16,0 0 96-16,0 0 16 0,4 13 0 0,-3 2 0 15,-3 2-256-15,-2 0-64 0,-1 1 0 0,-1-1 0 16,1 2-320-16,3-3 144 0,0-2-144 0,5-1 0 0,1-5 0 16,4-2 0-16,3-5 0 0,1-1 0 0,1-3 144 15,4-2-144-15,3-4 0 0,2-2 144 16,4-6-144-16,0 4 0 0,-1-2 0 15,-2 2 0-15,-1 1 0 0,-1 3 0 0,-3 2 0 0,-2 7-176 16,-3 0 176-16,-2 7 0 0,-11-7 0 0,10 9 0 16,-2 3 0-16,-3 0 0 0,-1-2-192 0,0 2 64 15,1 1 128-15,0-2 0 0,0 0 0 0,2-3 128 32,-7-8-1008-32,8 5-192 0,-8-5-32 0,10 1-11632 0,-10-1-2304 0</inkml:trace>
  <inkml:trace contextRef="#ctx0" brushRef="#br0" timeOffset="-192043.43">25430 646 7359 0,'0'0'656'0,"0"0"-528"0,0 0-128 0,0 0 0 16,0 0 3904-16,0 0 768 15,0 0 128-15,0 0 48 0,0 0-2128 0,0 0-416 0,6 17-96 16,-5 4-16-16,-2 5-400 0,-3 4-64 0,-2-2-32 0,-1 8 0 16,-4 4-480-16,1 6-112 0,-2-3-16 15,2 2 0-15,-2 2-352 0,1-2-80 0,1-8-16 0,2-3 0 32,4-1-1120-32,2-8-224 0,0-4-64 0,4-3 0 15,3-1-1264-15,0-4-256 0,0-4-48 0,-5-9-8784 0,11 4-1744 0</inkml:trace>
  <inkml:trace contextRef="#ctx0" brushRef="#br0" timeOffset="-191806.78">25613 1134 22047 0,'-4'13'976'0,"4"-13"208"0,1 14-944 0,2-1-240 16,-1-4 0-16,-2-9 0 0,12 9 1904 0,1-2 336 16,2-5 64-16,1-2 0 0,5-4-128 0,2-3-48 0,-1-3 0 0,0-1 0 15,-1-4-1136-15,0-2-224 16,-2-1-64-16,-1 0 0 0,-2 0-368 0,0-1-80 15,-5 1 0-15,-1 1-16 0,-4 0 144 0,-2 3 16 0,-1 1 16 0,-3 1 0 16,-2 2-128-16,-2 1-32 16,4 9 0-16,-10-6 0 15,-1 2-528-15,0 4-112 0,-4 4-32 0,1 3 0 16,1-1-1680-16,-1 5-336 0,1-2-64 0,5-1-13824 0</inkml:trace>
  <inkml:trace contextRef="#ctx0" brushRef="#br0" timeOffset="-191572.44">25974 1124 13823 0,'14'10'1216'0,"1"1"-960"0,0 0-256 0,1 0 0 16,-2-1 2688-16,1-3 512 0,-2-4 80 0,1 1 32 16,-1 0-912-16,1-3-176 0,-1-2-48 0,2-3 0 15,-2-3-448-15,1-2-80 0,-1 1-32 0,0-3 0 0,-2-1-656 0,-1 0-128 16,-2-1-16-16,-3 0-16 0,-2 1-288 0,-2 1-48 16,-4 2-16-16,-2 2 0 0,-4-1 0 0,-3 4 0 15,-2 2 0-15,-2 3 0 0,-2 3-256 0,0 2-64 16,-3 2-128-16,3 1 192 0,1 0-192 0,0 2-256 15,-1-2 48-15,3-1 16 16,4-2-496-16,3 1-80 0,8-7-32 16,0 0 0-16,0 0-1776 0,0 0-368 0,0 0-64 0,11 1 0 15,2-5-736-15,6 0-144 0,9-6-16 0,10 0-16 0</inkml:trace>
  <inkml:trace contextRef="#ctx0" brushRef="#br0" timeOffset="-191384.96">26537 933 31839 0,'0'0'1408'0,"0"0"304"0,1 13-1376 0,-1 4-336 16,-1 5 0-16,-3 1 0 0,-1 3 1936 0,-3 4 320 16,-1 0 64-16,-1 2 16 0,-1 0-864 0,2 1-160 15,-1-1-32-15,1 1-16 0,-2 2-496 0,2 0-80 0,1-1-32 0,2-1 0 16,2-2-464-16,0 2-192 16,1-1 176-16,2 1-176 15,4-2-1344-15,-1-3-352 0,1-4-80 0,-1-4-16 16,2-7-720-16,-1-4-160 0,-3-9-16 0,0 0-7840 0,0 0-1568 0</inkml:trace>
  <inkml:trace contextRef="#ctx0" brushRef="#br0" timeOffset="-191197.47">26497 973 13823 0,'19'-9'608'0,"-4"3"128"0,2-1-592 0,3 0-144 0,3 2 0 0,3 1 0 0,1 4 5344 0,-2 0 1040 15,-4 3 208-15,-2 1 32 0,0 0-3776 0,-5 0-752 16,-4 1-160-16,-10-5-16 0,7 9-928 0,-7-9-176 15,0 14-48-15,-5-1 0 0,-5-2-384 0,-3 2-64 16,-4-3-32-16,-3 2 0 0,-5 0-432 0,0-2-96 16,0-1-16-16,1-2 0 15,-3-2-2384-15,3-2-496 0,0-5-80 0</inkml:trace>
  <inkml:trace contextRef="#ctx0" brushRef="#br0" timeOffset="-188949.63">17371 2457 9215 0,'0'-11'400'0,"0"1"96"0,0-3-496 0,2 1 0 16,1 0 0-16,0 3 0 0,-1-1 4368 0,-1 2 784 15,-1 8 160-15,2-9 16 0,-2 9-2432 0,0 0-480 16,0 0-112-16,0 0 0 0,0 0-816 0,0 0-144 15,0 0-48-15,2 16 0 0,-2 3-736 0,0 10-160 16,-1 2-16-16,0 8-16 0,1 3-176 0,-3 2-48 16,-1 2 0-16,3-6 0 0,1-1-144 0,1-2 0 15,2-6 144-15,1-2-144 0,2-3 128 0,1-8-128 16,-3-3 160-16,1-5-160 0,3-4 496 0,2-2 0 16,2-4 0-16,4-2 0 0,1-5 144 0,2-4 48 15,2-5 0-15,1-4 0 0,2-3-240 0,0-4-64 0,1-3 0 0,0-4 0 16,-2-4-208-16,2 0-48 0,0-1-128 0,0 1 192 15,-4 2-192-15,-3 0 0 0,-3 5 128 0,0 1-128 16,-4 3-240-16,0 3-80 0,-2 7-32 0,-1 2 0 31,0 4-1792-31,-1 6-352 0,-7 5-80 0,0 0-10256 0,12 8-2048 0</inkml:trace>
  <inkml:trace contextRef="#ctx0" brushRef="#br0" timeOffset="-188465.3">17950 2733 22111 0,'0'0'1968'0,"0"0"-1584"0,0 0-384 0,0 0 0 15,0 0 2304-15,0 0 384 0,0 0 80 0,0 0 16 16,0 0-896-16,9 13-176 0,-3 2-48 0,-2 0 0 15,-3 3-1024-15,-2 2-224 0,-1 1-32 0,-2 0-16 16,-2 1-368-16,-1 4 128 0,-1-1-128 0,0 1 0 16,-2-4 0-16,0-1-288 0,4-2 48 0,1-2 16 0,1-1 224 15,1-6-144-15,3-10 144 0,0 0-128 16,0 0 256-16,0 0 48 0,0 0 16 0,0 0 0 0,5-10 448 0,3-6 80 16,4-2 32-16,0-3 0 0,-1-2-256 0,4-1-48 15,2 1-16-15,1-1 0 0,3 2-432 0,0-1 128 16,-1-1-128-16,1-1 0 0,2 3 0 0,-1 3 0 15,0 2 0-15,-1 1 0 0,-2 1 0 0,0 1-224 16,-4 5 48-16,1 0 16 16,-1 3-2720-16,2 3-528 0,-1 2-112 0</inkml:trace>
  <inkml:trace contextRef="#ctx0" brushRef="#br0" timeOffset="-187979.53">18240 3021 16575 0,'0'0'1472'0,"0"0"-1168"15,0 0-304-15,11 3 0 0,0-4 2624 0,4-2 480 16,0-4 96-16,2-2 0 0,0-6-992 0,2-2-208 16,-1 0-32-16,0-1-16 0,2-2-896 0,-2 0-176 15,0 1-48-15,-1-1 0 0,-1 1-384 0,-2 1-64 16,-1 1-32-16,-2 1 0 0,-4 3-224 0,-1-3-128 16,-2 3 160-16,-3 3-160 0,-5 1 256 0,0 2-64 0,-3-1 0 0,-4 4 0 15,-6 0-48-15,-1 6-16 0,-1 3 0 0,0 4 0 16,-1 3-272-16,1 7-64 15,-2 5-16-15,-1 2 0 0,-2 5 80 0,3 2 16 0,3-1 0 0,5 1 0 16,3-3 128-16,4-1-160 0,5-2 160 0,5-5-160 16,5-4 160-16,5-6-128 0,6-4 128 0,2-4-128 15,2-4 128-15,4-4 0 0,5-6 128 0,3-2-128 0,3-5 160 0,1 0-32 16,0-5-128-16,-1 1 192 0,0-2-192 0,-1-1 0 16,0-1 128-16,-2-1-128 0,-3-1 0 0,-2-1 128 15,-2-3-128-15,-3 2 0 0,-3-1 144 0,-3 2-144 16,-3-2 128-16,-1-1-128 0,-3 2 448 0,-2 5 0 15,-1 2 0-15,-5 5 0 0,-4 4 192 0,-1 4 64 16,0 9 0-16,0 0 0 0,-8 5-112 0,-1 10-16 16,-1 6 0-16,-3 5 0 0,-4 2-144 0,0 5-48 15,0 3 0-15,0 3 0 0,1 2-128 0,-1 2-48 16,2-4 0-16,2 5 0 0,2 2-208 0,2 2 0 16,1 0 128-16,2 3-128 0,-1 3 0 0,3-5 0 15,2-4 0-15,0-4 0 0,-2-3 0 0,0-5-256 16,-1-5 48-16,-1 1 16 15,-2-8-960-15,-1-3-176 0,0-3-32 0,-2-2-16 16,0-6-1376-16,-3 0-256 0,1-4-64 0,0-5-12992 0</inkml:trace>
  <inkml:trace contextRef="#ctx0" brushRef="#br0" timeOffset="-187854.52">18459 3182 7359 0,'8'-25'656'0,"0"11"-528"16,4-3-128-16,3 0 0 0,5 1 5840 0,2 0 1136 0,4 5 240 15,2 1 32-15,0 4-4096 0,5 1-816 0,1 2-160 16,2 1-48-16,-1 0-1088 0,1 1-208 0,-1-2-64 0,-1 1 0 15,-3-1-544-15,2 1-224 0,-2-4 176 0,-1 2-13232 16,-4 2-2624-16</inkml:trace>
  <inkml:trace contextRef="#ctx0" brushRef="#br0" timeOffset="-187321.95">19622 2757 28559 0,'0'0'1264'0,"0"0"272"0,0 0-1232 0,13-6-304 15,2 3 0-15,-1 0 0 0,2 3 2192 0,2 0 384 16,3 0 80-16,1 1 16 0,1 1-1360 0,2-1-272 15,1 1-48-15,3 0-16 0,1-1-720 0,1 0-128 16,-2-1-128-16,0 0 144 16,-3 0-464-16,0-1-80 0,-3 0-32 0,-2 1 0 15,-1 1-2240-15,-3 2-448 0,-3-1-80 0,-2 1-11536 0</inkml:trace>
  <inkml:trace contextRef="#ctx0" brushRef="#br0" timeOffset="-187150.09">19687 2989 32591 0,'0'0'1440'0,"0"0"304"0,0 0-1392 0,8 8-352 16,4-2 0-16,4-2 0 0,3-1 1776 0,5 0 272 15,0-3 64-15,5-2 16 0,2 1-432 0,3-2-96 16,0-1 0-16,1-1-16 0,-1-2-752 0,0 1-128 16,1 1-48-16,1-1 0 0,-3 2-656 0,0-1 0 15,-4 3 0-15,-2 0 0 16,-3 2-3200-16,-5 2-512 0</inkml:trace>
  <inkml:trace contextRef="#ctx0" brushRef="#br0" timeOffset="-182587.88">20996 2955 911 0,'0'0'0'0,"0"0"0"0,-9 2 0 0,9-2 0 0,-10 7 0 0,1-3 0 16,0-2 2528-16,9-2 416 15,-11 4 96-15,2-1 16 0,-1-3-1968 0,0 1-384 16,10-1-64-16,-10 2-32 0,1-1 528 0,-2 1 96 15,1-4 32-15,-2 4 0 0,2 0-48 0,1-1 0 16,-2-1 0-16,2 3 0 0,-1 2-256 0,1-1-64 16,0-3-16-16,-1 0 0 0,3 1 96 0,-3-1 32 15,1 3 0-15,3-4 0 0,6 0-144 0,-9 0-32 0,0-3 0 0,1 3 0 16,8 0-224-16,-9-1-48 0,2 0-16 0,7 1 0 16,-9-2 32-16,9 2 0 0,-8-2 0 0,8 2 0 15,0 0-128-15,-6-3 0 0,6 3-16 0,0 0 0 16,-6-5 112-16,6 5 32 0,0 0 0 0,0 0 0 0,0 0-176 0,0 0-16 15,0 0-16-15,0 0 0 0,0 0 48 0,0 0 16 16,10-7 0-16,-10 7 0 0,13-2-48 0,1 1-16 16,2 1 0-16,2 0 0 0,1-2-112 0,4 4 0 15,1 1-16-15,2-1 0 0,2-4-48 0,2 5 0 16,1 0 0-16,3-1 0 0,0-2 16 0,4 0 0 16,2 0 0-16,4 0 0 0,5-1-32 0,3 0-16 15,4-2 0-15,4 0 0 0,0 3 0 0,0-6 0 16,-2-1 0-16,2 0 0 0,3 3 0 0,1-1 0 15,2-2 0-15,-1 4 0 0,-1 3-16 0,-2-1 0 16,-1-2 0-16,-1 3 0 0,-1-3-16 0,-3 0 0 16,0-1 0-16,-2 3 0 0,0 3-128 0,-2 1 0 15,-1-3 0-15,-5 1 128 0,-5 2-128 0,-3-1 0 0,-4 0 0 0,-1-2 128 16,-3 0-128-16,-2 1 128 16,1 3-128-16,-3-3 128 0,-3-1-128 0,-2 0 128 0,-1 0-128 0,-1 0 128 15,-3 0-128-15,-3-1 160 16,-3 1-160-16,0-3 160 0,-10 3-160 0,0 0 160 0,0 0-160 0,7-6 160 15,-7 6-160-15,0 0-192 16,0 0 32-16,3-11 16 16,-4 1-1152-16,-2 1-240 0,-1 0-32 0,-2 1-12432 0,-2 0-2480 15</inkml:trace>
  <inkml:trace contextRef="#ctx0" brushRef="#br0" timeOffset="-182008.25">21214 2173 30751 0,'0'-15'1360'0,"1"6"288"16,2 1-1328-16,-3 8-320 0,3-9 0 0,-3 9 0 0,0 0 1872 0,0 0 304 15,0 0 64-15,0 0 16 0,0 0-848 0,-2 16-192 16,1 5-16-16,-2 5-16 0,-1 4-880 0,-1 1-176 16,-1 3-128-16,-1 1 144 0,-1 2-144 0,2 0 0 15,-3 1 144-15,0-3-144 0,1-1 0 0,3-4 0 16,1-1 0-16,1-4 0 16,2-4-336-16,1-3-144 0,0-8-32 0,0-10 0 15,6 8-384-15,-6-8-96 0,0 0-16 0,11-4 0 16,-2-4-2064-16,0-5-432 0,-1-5-80 0,0 0-5552 15,-3 0-1104-15</inkml:trace>
  <inkml:trace contextRef="#ctx0" brushRef="#br0" timeOffset="-181692.93">21136 2171 12895 0,'5'-9'1152'0,"3"0"-928"16,2-1-224-16,2 2 0 0,1 3 4032 0,3 2 768 16,3 3 160-16,3 4 32 0,2 2-2720 0,-1 4-544 0,0-1-96 0,-1 2-32 15,-1 2-592-15,-3 2-128 0,-4-1-32 0,-2 2 0 16,-3-2-448-16,-4 3-80 0,-2 1-32 0,-6-1 0 15,-2 3-96-15,-3-2 0 0,-4-2-16 0,-1 2 0 16,-2-1-176-16,-2 0 0 0,-1-2 0 0,1 0 0 16,-2-5 0-16,1-1 0 0,0-1 0 0,2-4 0 0,1-1 0 0,3-1 0 15,12-2 0-15,0 0 0 0,-9-2 0 0,9 2 0 16,0 0 0-16,0 0 128 0,0 0-128 0,0 0 160 16,10 5-160-16,3 3 160 0,3 0-160 0,3 1 0 15,2 0 144-15,1 0-144 0,2 0 144 0,1 0-144 16,1-2 192-16,-1-2-192 0,-2-1 336 0,-2 0-32 15,-2 0-16-15,0 1 0 0,-2-4-160 0,-3 0-128 16,0 1 144-16,-2 0-144 16,-2-2-1408-16,1-1-384 0,-1 0-80 0,-10 1-9904 15,11-4-1984-15</inkml:trace>
  <inkml:trace contextRef="#ctx0" brushRef="#br0" timeOffset="-181302.35">21853 2423 30063 0,'0'0'1328'0,"0"0"272"0,0 0-1280 0,0 0-320 0,0 0 0 0,12 0 0 16,-1 0 1920-16,1 4 304 0,-1-2 64 0,0 4 16 16,4-1-976-16,-2 3-192 0,-2 2-48 0,0-1 0 0,-3 0-544 0,-1 2-112 15,-1-1-32-15,-2 2 0 0,-4 1-208 0,-3 1-64 16,-4-3 0-16,0 4 0 0,-2 4-128 0,1-1 160 15,1-4-160-15,1 2 160 0,-1-4-160 0,3 1 128 16,2-2-128-16,2-11 128 0,4 11-128 0,-4-11 0 16,10 6 144-16,2-2-144 0,-1-4 128 0,2-1-128 15,2-3 160-15,2-1-160 16,0-2-1312-16,1-1-352 0,2-1-80 0</inkml:trace>
  <inkml:trace contextRef="#ctx0" brushRef="#br0" timeOffset="-180864.88">20751 3358 28559 0,'0'0'2544'0,"0"0"-2032"16,0 0-512-16,0 0 0 0,0 0 1840 0,11 7 272 16,-5 3 48-16,-2 0 16 0,-1 6-720 0,-2 3-144 15,-1 3-32-15,-1 3 0 0,-3 0-656 0,-1 4-144 16,-2 2-32-16,1 2 0 0,-2 0-224 0,-1 1-48 16,-1 0-16-16,3-1 0 0,-1-5-160 0,3-1 0 15,1-4 0-15,1-3 0 16,2-5-512-16,0-2-176 0,1-4-32 0,0-9-16 15,0 0-1648-15,0 0-336 0,0 0-64 0,6-6-12464 0</inkml:trace>
  <inkml:trace contextRef="#ctx0" brushRef="#br0" timeOffset="-180614.92">20785 3388 30527 0,'20'-8'1344'0,"-5"3"288"0,5-2-1312 0,1 3-320 15,2 2 0-15,-1 2 0 0,-1 0 1600 0,0 2 240 0,-1 3 48 0,-3 2 16 16,-2 1-944-16,-2 1-176 15,-2 3-32-15,-5 1-16 0,-2 0-448 0,-1 4-96 16,-5-3 0-16,-1 2-16 0,-5-1-176 0,-1 1-272 0,-2 0 64 0,1-1 16 16,-2 2-64-16,0-4 0 0,-1-1 0 0,2 0 0 15,1 1 256-15,3-3-192 0,0-1 192 0,3 2-192 16,2-1 192-16,2-10 0 0,0 13 0 0,2-2 160 16,-2-11 96-16,9 11 32 0,2 0 0 0,0-5 0 15,1-1-32-15,1-1 0 0,3-1 0 0,-2-2 0 16,1-1-128-16,-1 0-128 0,-1 0 144 0,0-1-144 15,0-2-928-15,0-1-288 16,-1 1-48-16,-1-3-10160 0,0 1-2032 0</inkml:trace>
  <inkml:trace contextRef="#ctx0" brushRef="#br0" timeOffset="-180442.92">21273 3583 26719 0,'0'0'1184'0,"4"11"240"0,2-1-1136 0,-1 4-288 15,-2 5 0-15,0-2 0 0,-1-2 2816 0,0 3 496 16,-2 1 96-16,-2-2 32 0,1-2-1952 0,0 1-384 16,-2-2-80-16,2-1 0 0,-1-1-816 0,2-12-208 15,3 11 0-15,-3-11 0 16,0 0-2848-16,9 5-656 0,-9-5-128 0</inkml:trace>
  <inkml:trace contextRef="#ctx0" brushRef="#br0" timeOffset="-180271.2">21579 3491 21183 0,'0'0'944'0,"0"0"192"0,0 0-912 0,14 0-224 0,1-4 0 0,0 1 0 15,5-1 3520-15,1 2 640 16,0-2 144-16,2 0 32 0,-1 2-2848 0,3 1-560 0,1-3-112 0,-1 3-32 0,-2 1-656 0,0 0-128 16,-3-1 0-16,-1-1 0 15,-4 2-864-15,0 2-80 16,-2-1-16-16,-2-1-10144 0,-11 0-2032 0</inkml:trace>
  <inkml:trace contextRef="#ctx0" brushRef="#br0" timeOffset="-180083.72">21811 3304 24879 0,'0'0'2208'0,"4"9"-1760"15,1 3-448-15,-1 1 0 0,0 1 2496 0,-1 2 432 16,-1 1 80-16,1 3 0 0,-3-5-1408 0,0 6-304 15,-1 0-48-15,-2 2-16 0,0 1-784 0,0 2-144 16,-3 3-48-16,2 1 0 16,2-3-1312-16,-1 2-272 0,1 1-48 0,0-3-16 15,0-2-1856-15,0-3-368 0,1-4-80 0</inkml:trace>
  <inkml:trace contextRef="#ctx0" brushRef="#br0" timeOffset="-179125.44">22204 3381 911 0,'0'0'0'0,"1"-6"0"0,-2-6 0 0,1 12 0 16,0 0 0-16,0 0 0 0,0 0 7616 0,0 0 1424 15,0 0 304-15,0 0 48 0,4 13-6832 0,-2 3-1376 16,-2 3-272-16,0 1-48 0,-1 3-384 0,-2 1-80 16,1 2-16-16,-2 1 0 0,-2 0-144 0,1 2-48 15,0 2 0-15,0-2 0 0,1-2-192 0,0-2-192 16,1-1 48-16,2-5 0 15,0-4-2288-15,-1-4-448 0,2-11-80 0,0 0-6912 16,0 0-1392-16</inkml:trace>
  <inkml:trace contextRef="#ctx0" brushRef="#br0" timeOffset="-178827.27">22170 3471 5519 0,'9'-23'240'0,"-1"4"64"0,1 1-304 0,3 0 0 15,1 1 0-15,2 0 0 0,1 4 6464 0,3 1 1248 16,1 3 240-16,1 4 48 0,0 4-5024 0,0 1-1008 15,-3 1-208-15,-1 4-32 0,-3 2-832 0,-2-1-176 16,-4 3-16-16,-4 2-16 0,-3 6-432 0,-2-3-64 16,-3 2-32-16,-3-2 0 0,-2 3-160 0,-1 2 0 15,-2 4-192-15,-1-4 192 0,-2-3-224 0,0 2 80 0,-2 0 16 16,4 1 0-16,0-2 128 0,4-1 0 0,2 0 0 16,2-3-128-16,0-2 128 0,5-11 0 0,0 11 0 0,0-11 0 15,0 0 0-15,2 12 144 0,-2-12-16 0,9 9-128 0,2-1 320 16,1-2-64-16,1 0 0 0,1-4 0 0,0 2-64 0,1 0-32 15,-1-1 0-15,0-1 0 0,-1 1-160 0,2 0-144 16,-2-1 144-16,-2-2-208 16,1 0-1504-16,-1 0-288 0,-11 0-64 0,11-6-9776 15,0-1-1968-15</inkml:trace>
  <inkml:trace contextRef="#ctx0" brushRef="#br0" timeOffset="-178639.8">22683 3568 25167 0,'0'0'1104'0,"12"5"240"0,0-1-1072 0,-2 1-272 15,-1 0 0-15,-9-5 0 0,10 11 1968 0,-5 0 336 0,-3 1 64 0,-2 4 0 16,-4-1-1184-16,-1 4-240 16,-4 0-48-16,0 2-16 0,0 0-448 0,0 0-96 0,0-2-16 0,1-1 0 15,1 1 272-15,3-6 48 16,2-1 16-16,2-1 0 0,0-11 240 0,5 9 32 0,1-1 16 0,2-1 0 16,4-6-112-16,1-1-32 0,3-1 0 0,1-3 0 15,1 0-352-15,-1-3-80 0,2-2-16 0,1 0 0 31,0 0-2032-31,-1-1-416 0,-2-1-80 0</inkml:trace>
  <inkml:trace contextRef="#ctx0" brushRef="#br0" timeOffset="-176178.98">23402 2736 9215 0,'0'0'816'0,"0"0"-656"16,0 0-160-16,0 0 0 0,0 0 4048 0,6-4 784 16,-6 4 160-16,0 0 16 0,0 0-2656 0,0 0-544 15,0 0-96-15,0 0-32 0,-10 2-720 0,-2 6-160 16,0 3-32-16,-1 2 0 0,0 2-384 0,-1 4-96 15,-3 0-16-15,0 2 0 0,1 0 16 0,2 0 0 16,1 1 0-16,0-4 0 0,1 2-112 0,4-2-32 0,-1-1 0 0,1-4 0 16,2-3-144-16,1-2 0 15,0 0-160-15,5-8 160 16,0 0-1664-16,0 0-256 0,0 0-32 0,0 0-16 16,0 0-1520-16,0 0-304 0</inkml:trace>
  <inkml:trace contextRef="#ctx0" brushRef="#br0" timeOffset="-175991.52">23232 2741 15663 0,'0'0'1392'0,"0"0"-1120"0,0 0-272 0,0 0 0 15,0 0 3696-15,13 0 672 0,-1 4 144 0,-2 2 32 16,-2 2-2496-16,0 4-512 0,0 2-80 0,0 1-32 16,-2 0-784-16,2 1-176 0,1-2-16 0,-1 2-16 15,0-3-240-15,-2 1-32 0,0-1-16 0,0 2 0 0,1 0-304 0,-1 1-64 16,1-7-16-16,-1 2 0 15,2-1-3024-15,-8-10-592 0</inkml:trace>
  <inkml:trace contextRef="#ctx0" brushRef="#br0" timeOffset="-175600.92">23819 2599 27647 0,'0'0'2448'15,"0"0"-1952"-15,0 0-496 0,0 0 0 0,0 0 2608 0,13 0 416 16,-1 0 96-16,1 3 16 0,0-1-1232 0,-2 2-240 16,0 0-64-16,1 2 0 0,-1 5-768 0,1-1-176 15,-3 3-16-15,-1 2-16 0,-1 3-448 0,-3 1-176 16,-4 2 128-16,-3 3-128 0,-2 2 0 0,-3-1 0 15,-1 2 0-15,-2-2 0 0,0-2 0 0,-2 1 0 16,-4-1 0-16,1-1 0 0,2 1 0 0,-1-4 0 16,1-2 0-16,2-4 0 0,3-5 0 0,3-2 0 0,6-6 0 15,0 0 0-15,0 0 144 0,0 0-144 0,0 0 160 0,0 0-160 16,0 0 0-16,0 0 0 0,9 7 0 0,1-4 0 16,2-2 128-16,1-1-128 0,1-1 0 0,2 1 144 15,-4 1-144-15,2 0 0 0,2 0 0 0,-1-1 0 16,2 0-128-16,-1 0-128 0,-2-1 0 0,-1 0-16 15,-1 0-1200-15,-12 1-256 16,12-3-32-16,-12 3-11008 0,10-3-2208 0</inkml:trace>
  <inkml:trace contextRef="#ctx0" brushRef="#br0" timeOffset="-174273.82">24247 2577 6447 0,'0'0'576'0,"2"-8"-576"0,2-1 0 0,0 0 0 15,0 1 4496-15,-4 8 800 0,6-12 144 0,0 3 48 16,-1 0-2176-16,-5 9-432 0,0 0-96 0,0 0-16 15,0 0-880-15,10 0-176 0,-10 0-48 0,9 13 0 0,-2 4-848 0,-2 2-176 16,-1 7-48-16,0 4 0 0,-1 4-240 0,-1 0-48 16,1 0-16-16,-1-1 0 0,0 2-144 0,-1-5-16 15,0-1-128-15,3-1 192 0,-1-2-192 0,-1 0 0 16,2-5 128-16,0-2-128 0,1-6 0 0,1-3 176 16,-1-2-176-16,-5-8 160 15,0 0 176-15,8 5 48 16,-8-5 0-16,11 1 0 0,1-5 128 0,0-2 16 0,1-3 16 15,-3-3 0-15,-1-1-240 0,1 0-48 0,1 0-16 16,2-5 0-16,0-1-112 0,0 0 0 0,0-3-128 0,2-3 192 0,-1-1-64 0,2-1-128 16,-1-3 176-16,2-3-176 0,0-4 144 0,0 2-144 15,0 3 0-15,0 0 144 0,-4 5-144 0,0 3 0 16,-1 5 0-16,-2 3 0 0,0 3 0 0,-1 5-176 16,-9 8 48-16,0 0 0 15,8-7-1296-15,-8 7-256 0,0 0-48 0,0 0-16 16,6 11-1760-16,-2 0-336 0</inkml:trace>
  <inkml:trace contextRef="#ctx0" brushRef="#br0" timeOffset="-173142.44">25074 2784 16927 0,'-7'-1'752'0,"3"1"144"0,-3-2-704 0,2 2-192 16,-3-3 0-16,2 0 0 0,-4 0 1728 0,4 1 304 16,-1-1 64-16,0 0 16 0,0 1-448 0,7 2-64 0,-6-3-32 0,6 3 0 15,0 0-32-15,0 0-16 0,-6-4 0 0,6 4 0 16,0 0-48-16,0 0 0 0,0 0 0 0,15-1 0 15,3 0-480-15,4-1-96 16,3 2-32-16,2 0 0 0,3 3-224 0,0 0-32 0,3-1-16 0,-4 0 0 16,-2-1-256-16,0 0-48 0,1-1-16 0,-4 3 0 15,-4-1-272-15,0 2 0 0,-4-1 0 0,1 0 0 16,-1 0 0-16,-2 0-272 0,-1-2 16 0,-1 2 16 31,-1-3-1152-31,-11 0-224 0,11 0-48 0,-11 0-16 16,11 0-1136-16,-11 0-240 0,0 0-32 0</inkml:trace>
  <inkml:trace contextRef="#ctx0" brushRef="#br0" timeOffset="-172953.48">25292 2519 33279 0,'0'0'1472'15,"0"0"320"-15,4 11-1440 0,-1 2-352 16,-2 2 0-16,-1 4 0 0,-1 0 1424 0,-3 5 224 15,1 2 32-15,-2 0 16 0,-2 0-624 0,1 1-128 16,-2 3-32-16,0-1 0 0,-2 0-592 0,-1-1-128 0,1 0-32 16,0 0 0-1,2 2-1120-15,1-2-240 0,2 0-32 0,0-3-16 16,1-4-2544-16,1-4-512 0</inkml:trace>
  <inkml:trace contextRef="#ctx0" brushRef="#br0" timeOffset="-172608.4">26086 2428 27647 0,'0'0'1216'0,"0"0"256"0,0 0-1168 0,0 0-304 16,-5 7 0-16,-2 0 0 0,-2 3 1712 0,0 3 272 16,0 4 64-16,0 3 16 0,-3 3-784 0,0 5-144 15,1 6-48-15,0 4 0 0,-1 2-576 0,3-1-128 16,3 2-32-16,3-2 0 0,1 1-176 0,3-6-48 15,2-1 0-15,3-4 0 0,2-2-128 0,4-2-144 16,-1-4 144-16,4-3-208 16,0-2-2400-16,4-5-464 0,0-2-112 0</inkml:trace>
  <inkml:trace contextRef="#ctx0" brushRef="#br0" timeOffset="-172389.75">26330 2754 27647 0,'0'0'1216'0,"0"0"256"0,0 0-1168 0,0 0-304 15,0 0 0-15,0 0 0 0,10 4 3104 0,2-1 560 0,2-3 112 0,-1-2 32 16,0 0-1856-16,3-1-368 0,0 0-80 16,-1 1-16-16,0 1-864 0,-1-1-176 0,2 1-48 0,-1-2 0 15,1 3-400-15,2 3-144 0,1-3 0 0,-3 3 0 16,-1 0-1760-1,-1 1-336-15,0-1-80 0,2 0-10400 0,-2 0-2064 0</inkml:trace>
  <inkml:trace contextRef="#ctx0" brushRef="#br0" timeOffset="-172092.9">26982 2538 16575 0,'0'0'736'0,"0"0"160"0,6 9-720 0,-1 2-176 15,-1 5 0-15,-1 2 0 0,-3 3 4640 0,0 3 896 16,0 2 176-16,-1 0 48 0,-1 1-3920 0,1 2-784 16,1-3-160-16,0 0-16 0,1-1-448 0,2-3-96 15,1-4-16-15,0-3 0 0,1-5 112 0,3-2 16 16,0-2 0-16,1 0 0 0,1-4 64 0,2-2 32 16,-2-4 0-16,3-2 0 0,0-2-16 0,2-5 0 15,-1-1 0-15,0-3 0 0,2 1-208 0,1-4-32 16,1-2-16-16,1 0 0 0,-1 0-272 0,-1 1 0 15,-2-1 0-15,0 1 0 16,-1 1-912-16,-2 2-96 0,-3 1-16 0,0 2 0 16,-1 0-2544-16,-3 2-512 0</inkml:trace>
  <inkml:trace contextRef="#ctx0" brushRef="#br0" timeOffset="-171889.81">27635 2427 3679 0,'8'8'320'0,"0"5"-320"0,2 2 0 0,-2 4 0 0,-3-1 7120 0,0 1 1360 16,0 5 272-16,-1-2 48 0,0 3-5104 0,-1 1-1024 15,-1 3-208-15,-2-1-32 0,-1 1-1328 0,-1-2-256 16,-1 6-48-16,-4-2-16 0,-3 0-400 0,-2 1-96 16,-1-4-16-16,-2 2 0 0,-1 0-144 0,-2-2-128 15,-1-2 144-15,-3-1-144 16,-1-2-1792-16,-6-2-448 15,-3-2-80-15</inkml:trace>
  <inkml:trace contextRef="#ctx0" brushRef="#br0" timeOffset="-160220.3">15591 5270 14735 0,'41'-34'1312'0,"-41"34"-1056"0,3-11-256 0,0 0 0 15,-2 2 2576-15,1 1 464 16,-1 0 96-16,-1 8 0 0,0 0-768 0,0 0-144 0,0 0-48 0,0 0 0 16,0 0-896-16,-5 12-192 0,0 5-48 0,1 9 0 15,0 5-704-15,2-10-144 0,1 7-16 0,1 2-16 16,-1 2-160-16,2 2 128 0,-1 1-128 0,0 1 128 15,0-1-128-15,1 23 0 0,2-13 0 0,1-11 0 16,2-10 0-16,2-3 0 0,0-4 0 0,3-5 0 16,-1-6 128-16,-10-6-128 0,14 0 128 0,3-5-128 15,2-5 416-15,0-8 0 0,1-5 0 0,0 0 0 16,1-2-96-16,2-2-32 0,-1-3 0 0,0 0 0 0,-1-3-288 16,-2 1 128-16,0-2-128 0,-4 2 0 0,-2 2 128 0,-2 2-128 15,-4-1 0-15,0 6 0 0,-1 3 176 0,0 7-176 16,-6 13 160-16,0 0-160 0,0 0 128 0,0 0-128 15,-2 22 0-15,1 6 144 0,-3 0-144 0,0 6 0 16,0 1 144-16,3-1-144 0,0-4 0 0,3-2 0 16,1-6 0-16,2 1 0 0,2-3 0 0,2-3 0 15,0-7 0-15,3-2 0 0,-1 0 144 0,-1-6 16 16,-1-2 0-16,5-2 0 0,0-2 256 0,1-5 48 16,0-4 16-16,1-3 0 0,0-1-32 0,-1-2-16 15,-2-2 0-15,0 0 0 0,-1 0-272 0,0-1-160 16,0 0 192-16,-1 0-192 0,0 2 0 0,-1 2 0 15,-2-2 0-15,0 2 0 16,0 0-1584-16,1-1-208 0,0 4-64 0,-4-1 0 16,-1-1-1984-16,0 2-384 0</inkml:trace>
  <inkml:trace contextRef="#ctx0" brushRef="#br0" timeOffset="-159532.87">16441 4917 4607 0,'0'0'400'16,"7"13"-400"-16,-1 4 0 0,-1 2 0 0,-1 2 5712 0,-1 5 1072 15,-4 6 192-15,-3 2 64 0,-3 3-4512 0,-2 4-896 0,-3 3-176 0,1 0-48 16,-1 5-640-16,3-18-144 0,0 4-32 0,-4 16 0 16,2-8-384-16,3-8-80 0,2-5 0 0,3-4-128 15,1-2 128-15,0-13-128 0,2 1 0 0,2 1 0 16,-2-13 0-16,0 0 0 0,0 0 0 0,11-6 0 0,2-7 0 0,2-3 0 16,-1-2 0-16,0-2-144 15,1-6-224-15,-1 0-32 16,0 0-16-16,1 1 0 0,0 0-80 0,1 5-16 0,-2 0 0 0,2 7 0 0,0 4 192 0,-3 6 16 15,-3 6 16-15,1 7 0 16,-4 6-480-16,0 6-80 0,-2 7-32 0,3 1 0 16,0 1 160-16,1-4 16 0,1-2 16 0,5-5 0 0,0-1 512 0,-2-10 176 15,4-1 0-15,9-1-144 0,-2-6 144 0,1-3 192 16,-1-5-32-16,1-1-16 0,-3-1 560 0,-1 1 96 16,0 2 32-16,-1-6 0 0,-3 0 192 0,-3-1 64 15,0-2 0-15,-2 3 0 0,-4 0-432 0,-3 2-80 16,-2-1 0-16,-3 2-16 0,-3-1-352 0,-2 1-64 15,-4-1-16-15,-2 5 0 0,-3 5-256 0,1 2-64 16,-3 3-16-16,1 3 0 16,-1 3-272-16,0 5-48 0,-1 4-16 0,2 0 0 0,2 1 352 0,1 0 192 15,3 1-192-15,4-1 192 0,2-1 0 0,3-3-128 16,4-4 128-16,2-4 0 0,-6-9 0 0,16 6 0 16,2-2 0-16,2-4 144 0,-1-2-16 0,2-4 0 15,3 0 0-15,-1-3 0 0,5-2 0 0,-2 1-128 0,1 1 192 16,-2-2-64-16,0 5-128 0,-3-3 0 0,-3-2 0 0,0 1 128 15,-1-1-128-15,-1 2 0 0,0-1 0 0,-2 2 128 16,1-2 192-16,-2 2 16 0,-1 3 16 0,-2 3 0 16,-11 2 192-16,12 2 32 0,-3 3 16 0,-3 1 0 15,-1 6-64-15,-1 1-16 0,-1 3 0 0,0 1 0 16,-3 1-240-16,0 3-48 0,0-3-16 0,0 0 0 16,-2-5-208-16,4 0 128 0,0-1-128 0,-2-12 0 15,8 8 0-15,4-4 128 0,-1-7-128 0,4-1 0 0,0-5 0 16,4-3 0-16,-1-3 0 0,1-3 0 0,4 1-160 0,0 0 32 15,1 1 0-15,-2 2 0 0,-1 1 128 0,-8 3 0 16,0 5-144-16,5 0 144 0,-2 4 0 0,-3 1 160 16,-3 2-16-16,-1 5 0 0,0 3 464 0,-2 2 96 15,-3 0 0-15,0-1 16 0,-2 1-80 0,1-3-32 16,1 2 0-16,-2-2 0 0,-2-9-480 0,6 9-128 16,-6-9 0-16,6 8 0 15,-6-8-1728-15,8 5-400 0,-8-5-96 0</inkml:trace>
  <inkml:trace contextRef="#ctx0" brushRef="#br0" timeOffset="-158682.86">18714 5006 15663 0,'6'-20'1392'0,"1"10"-1120"0,0-6-272 0,3 2 0 15,-3 1 2256-15,0 0 400 0,-2 2 80 0,0 2 16 16,-5 9-400-16,0 0-80 0,0 0-16 0,0 0 0 16,0 0-816-16,0 0-160 15,3 20-48-15,-3 6 0 0,-3 1-448 0,-1 6-80 0,-2 3-32 0,-3 4 0 16,-3 2-176-16,-2 6-48 0,-2 6 0 15,0 1 0-15,1-3-240 0,0-3-48 0,4-3-16 0,0-6 0 16,2-6-144-16,3-4 0 0,0-2 0 0,2-6 0 16,2-3-208-16,1-3-128 0,-1-4-32 0,2-12 0 31,0 0-1200-31,0 0-240 0,0 0-48 0,0 0-16 16,0 0-1312-16,5-11-256 0</inkml:trace>
  <inkml:trace contextRef="#ctx0" brushRef="#br0" timeOffset="-158388.03">18701 5034 1839 0,'23'-28'0'0,"-7"11"160"0,1 0-160 0,2 2 0 0,5 4 0 0,-1 4 0 0,1 1 7120 0,-2 6 1392 16,-3 6 288-16,0 2 48 0,-4 4-6208 0,-2 5-1232 15,0 2-256-15,-4 2-64 0,-3 1-512 0,-4 4-128 16,-3 3 0-16,-2 2-16 0,-3 0-432 0,-5 3 0 16,-2 2 0-16,0 0 0 15,-1 1-400-15,0-4-176 0,-5-1-16 0,0-2-16 16,-3-4-192-16,1-4-32 0,1-4-16 0,1-1 0 15,-1-4 208-15,3-2 32 0,1-5 16 0,5-2 0 0,11-4 592 0,0 0 0 16,0 0 0-16,0 0 0 0,0 0 576 0,0 0 144 16,0 0 32-16,10-1 0 0,3 1-272 0,0 2-48 15,0 1-16-15,4 2 0 0,3-3-224 0,-5 0-32 16,2 1-16-16,12-3 0 0,-3 0-144 0,0-3 0 16,-1 1 144-16,-7 0-144 15,4 0-1040-15,12-6-288 0,0-1-48 0,-1-2-16 16,-1-4-1616-16,2-1-320 0,0-1-64 0</inkml:trace>
  <inkml:trace contextRef="#ctx0" brushRef="#br0" timeOffset="-158196.15">19496 5175 21759 0,'10'-14'960'0,"-5"7"208"0,-1 1-928 0,-4 6-240 0,0 0 0 0,0 0 0 15,0 0 3024-15,-10 2 560 0,-3 6 128 0,-1 5 0 0,-3 4-1472 0,-3 7-320 16,-3 3-48-16,-2 6-16 0,0 2-624 0,-1 4-128 16,2 3-16-16,0-1-16 0,-1 1-496 0,3 1-112 15,2 0-16-15,3 0 0 0,3 0-240 0,4 0-48 16,2-1-16-16,2-2 0 0,3 1-144 0,1-6 0 15,2-4 0-15,0-2 128 0,0-4-128 0,2-5-224 16,-4-3 48-16,1-2 16 16,-2-5-1504-16,3-10-320 0,0 0-48 0,0 0-16 15,-10-4-1536-15,-2-5-304 0</inkml:trace>
  <inkml:trace contextRef="#ctx0" brushRef="#br0" timeOffset="-158071.15">19045 5492 23039 0,'11'-9'2048'0,"5"0"-1648"16,2 1-400-16,3 1 0 0,0 3 3584 0,1 3 624 15,0 1 128-15,4 0 16 0,1 1-2368 0,-1-1-496 16,1 2-80-16,-1 0-32 0,-1 2-816 0,2 0-176 16,-2-1-16-16,-3-1-16 15,-1 0-720-15,0 0-144 0,-2-2-16 0,0 3-18928 0</inkml:trace>
  <inkml:trace contextRef="#ctx0" brushRef="#br0" timeOffset="-157102.5">19161 5382 22175 0,'0'0'976'0,"0"0"208"0,0 0-944 0,0 0-240 0,-8-1 0 0,8 1 0 15,0 0 1792-15,0 0 320 0,0 0 64 0,-9-1 16 16,9 1-656-16,0 0-144 0,0 0-32 0,0 0 0 16,0 0-528-16,0 0-128 0,9 8 0 0,1 2-16 15,3 2-48-15,3-1 0 0,0 2 0 0,3 1 0 16,2 0 96-16,3 0 16 0,-4-1 0 0,3-1 0 16,0-3-176-16,4-2-16 0,-3-2-16 0,-3-1 0 0,-3 0-240 0,0-2-48 15,-1 1-16-15,-2-1 0 0,-4 0-240 0,1-2 176 16,0-2-176-16,-2 1 160 0,-10 1-160 0,11-1 0 15,-11 1 0-15,10-3 0 16,-10 3-1680-16,8-5-272 0,-2-1-48 0,0-2-16176 16</inkml:trace>
  <inkml:trace contextRef="#ctx0" brushRef="#br0" timeOffset="-156656.72">19561 5068 19695 0,'0'0'864'0,"0"0"192"0,0 0-848 0,0 0-208 0,-1-9 0 0,1 9 0 15,-3-8 1792-15,3 8 304 0,-8-8 64 0,0 3 16 16,-1 0-672-16,0 2-128 0,0 2-32 0,-1 2 0 16,-2 2-496-16,0 2-96 0,-1 2-32 0,1 0 0 15,-1 4-96-15,2 1-32 0,-2 1 0 0,0 4 0 0,-1 2 32 0,4 3 0 16,0 3 0-16,1 1 0 0,-1 5 16 0,3 5 16 16,1 0 0-16,2 2 0 0,3 1-144 0,0-9-16 15,-2 3-16-15,-1 16 0 0,0-3-128 0,2-3-32 16,-2-4 0-16,0 1 0 0,1 0-32 0,-1 1-16 15,-1 2 0-15,-1-2 0 0,-2-5-48 0,0-1-16 16,-1-1 0-16,0 0 0 16,-3-1 16-16,0-3 0 15,-1-5 0-15,0-5 0 0,0-3-32 0,0-2-16 0,0-4 0 0,-1 0 0 16,-2-1-48-16,1-3-128 0,-1-3 192 0,0-4-64 16,-1-2-128-16,3-3-224 0,0 0 48 0,-2-4 16 31,-2-2-1504-31,2-3-288 0,2 0-64 0,1-1-10848 0,0-4-2176 0</inkml:trace>
  <inkml:trace contextRef="#ctx0" brushRef="#br0" timeOffset="-155530.56">20402 5245 19343 0,'0'0'848'0,"0"0"192"0,0 0-832 0,0 0-208 0,0 0 0 0,0 0 0 16,0 13 2672-16,0 3 480 15,-1 4 112-15,-2-2 0 0,-1 1-2112 0,0 4-448 0,0-1-64 0,-1 0-32 16,0-1-400-16,0-3-80 0,-1-2 0 0,2-2-128 31,1 2-320-31,1-3-192 0,0-4-16 0,2-9-16 16,0 0-2448-16,0 0-480 0,0 0-112 0</inkml:trace>
  <inkml:trace contextRef="#ctx0" brushRef="#br0" timeOffset="-155389.96">20449 5016 5519 0,'0'0'496'0,"0"0"-496"16,0 0 0-16,0 0 0 0,0 0 4672 0,0 0 848 16,14 4 176-16,-2 5 16 0,-3 5-4048 0,-1 5-800 15,0-1-160-15,-2 1-48 16,1 1-2288-16,-1 0-464 0,-2-2-80 0,3-1-32 0</inkml:trace>
  <inkml:trace contextRef="#ctx0" brushRef="#br0" timeOffset="-155139.96">20917 5260 19695 0,'0'0'864'0,"0"0"192"0,0 0-848 0,0 0-208 16,-11 9 0-16,0-1 0 0,-2 2 1600 0,-2 1 288 15,0 2 48-15,-1 0 16 0,2 0-432 0,1 1-96 16,0 2-16-16,2-2 0 0,2 2-480 0,3-2-96 0,2-1-32 0,2 0 0 16,2-1-160-16,3 0-16 0,1-1-16 0,1 0 0 15,0-2-112-15,3 0-32 0,0 0 0 0,1-2 0 16,-9-7-160-16,10 6-48 0,-10-6 0 0,7 9 0 16,-2 2-256-16,-2-2 160 0,-3-9-160 0,-3 10 128 31,-2 1-496-31,-3 0-96 0,-2 0-32 0,-2-1 0 15,-2-1-3248-15,-1-1-656 0</inkml:trace>
  <inkml:trace contextRef="#ctx0" brushRef="#br0" timeOffset="-154577.52">22234 4695 27119 0,'7'-17'1200'0,"-3"7"256"0,0 1-1168 0,-1 1-288 15,-3 8 0-15,0 0 0 0,0 0 1792 0,0 0 320 16,-14 8 48-16,-2 7 16 0,0 6-928 0,-1 8-176 16,0 5-48-16,2 5 0 0,-2 4-384 0,1 4-64 15,-2 5-32-15,1 0 0 0,-3 0-64 0,2 3-16 16,1-1 0-16,0 4 0 0,-1 5-64 0,4-2-16 15,-1-1 0-15,1-4 0 0,1-2-224 0,-1-6-160 16,0-4 192-16,3-1-192 0,-1-4 0 0,0-5 0 16,1-1-240-16,-1-5 80 15,-1 0-1344-15,0-9-272 0,0-2-48 0,-2-6-9952 16,-2-5-2000-16</inkml:trace>
  <inkml:trace contextRef="#ctx0" brushRef="#br0" timeOffset="-154429.56">21583 5331 29599 0,'21'-10'1312'0,"1"5"272"0,9-2-1264 0,7 2-320 16,5-1 0-16,2 2 0 0,-1-2 1296 0,1 5 208 15,2-3 32-15,-1 2 16 0,-3-1-864 0,-1 2-176 0,-3-3-48 0,0-1 0 32,0 1-1664-32,-1 0-336 0,-3 1-64 0</inkml:trace>
  <inkml:trace contextRef="#ctx0" brushRef="#br0" timeOffset="-154281.83">22400 5337 6447 0,'-5'11'576'0,"3"-1"-576"0,-1 1 0 0,2 1 0 0,-1 1 6128 0,0 3 1104 0,-2-3 240 0,0 4 32 0,0-3-5040 0,-1 2-1008 16,0-3-208-16,1 0-32 0,0-4-960 0,4-9-256 15,0 0 0-15,0 0 0 16,0 0-3248-16,0 0-720 0</inkml:trace>
  <inkml:trace contextRef="#ctx0" brushRef="#br0" timeOffset="-154156.91">22458 5012 7359 0,'13'-22'656'0,"-4"9"-528"15,1 1-128-15,2 2 0 0,0 1 5344 0,-3 2 1040 16,-9 7 208-16,0 0 32 0,10 9-4000 0,-2 4-816 31,-1 3-144-31,-5 3-48 16,0 4-2416-16,-1-3-480 0,-1 4-112 0</inkml:trace>
  <inkml:trace contextRef="#ctx0" brushRef="#br0" timeOffset="-153810.34">22693 5290 27647 0,'0'0'1216'0,"9"8"256"0,-2 2-1168 0,1 0-304 0,0 2 0 0,-1 1 0 0,-3 2 1616 0,-2 0 272 16,-1-2 48-16,-1 4 16 0,-2-2-1120 0,-2 0-208 15,-1 1-48-15,2-3-16 0,0-3-336 0,3-10-64 16,-2 11-16-16,2-11 0 0,0 0-144 0,0 0 192 16,0 0-192-16,0 0 192 0,12-11-192 0,-2 0 192 15,0-4-192-15,1 0 192 0,1 0-64 0,-2 0 0 16,-2 0 0-16,1 2 0 0,-1 0 208 0,0 3 48 15,-3 1 0-15,-5 9 0 0,0 0 144 0,0 0 48 16,0 0 0-16,0 0 0 0,0 0-256 0,1 14-64 16,-1 0 0-16,-1 1 0 0,0-1-480 0,1-1-96 15,1-3-32-15,1 1 0 16,-2-11-1424-16,8 10-272 0,-1-2-64 0,-7-8-16 16,10 7-592-16,-10-7-112 0,12 2-32 0</inkml:trace>
  <inkml:trace contextRef="#ctx0" brushRef="#br0" timeOffset="-153388.52">23164 5248 30175 0,'0'0'1344'0,"0"0"256"0,0 0-1280 0,11 5-320 16,-3 3 0-16,-4 4 0 0,-3 2 2176 0,-1 1 384 0,-3 3 64 0,1 1 0 15,-2 2-1408-15,0-3-304 16,0 2-48-16,-1 0-16 0,-2-1-608 0,1-3-240 0,1-2 176 0,-1-1-176 31,1 0-400-31,1-2-176 0,4-11-48 0,0 0 0 16,0 0-1936-16,0 0-400 0,0 0-80 0,0 0-7200 15,-1-11-1456-15</inkml:trace>
  <inkml:trace contextRef="#ctx0" brushRef="#br0" timeOffset="-153294.78">23176 5093 3679 0,'0'0'320'0,"0"0"-320"16,9-1 0-16,-9 1 0 0,0 0 5072 0,11 1 944 0,-11-1 192 0,10 8 48 31,-1 0-5408-31,-1 1-1072 0,0-2-224 0</inkml:trace>
  <inkml:trace contextRef="#ctx0" brushRef="#br0" timeOffset="-153122.9">23518 5088 26719 0,'0'0'1184'0,"0"0"240"0,0 0-1136 0,0 11-288 0,-3 2 0 0,-2 4 0 0,-2 3 1792 0,0 6 320 16,-4 4 48-16,2 4 16 0,0 2-832 0,0 2-144 16,0 0-48-16,1 0 0 0,0 1-416 0,4-5-96 15,0-4 0-15,2-3-16 0,2-7-496 0,2-2-128 16,2-4 0-16,0-3 0 15,-4-11-1264-15,0 0-320 0,7 6-64 0,-7-6-16 16,0 0-1984-16,7-10-384 0</inkml:trace>
  <inkml:trace contextRef="#ctx0" brushRef="#br0" timeOffset="-152794.83">23381 5228 16575 0,'0'0'736'0,"0"0"160"0,0 0-720 0,0 0-176 15,0 0 0-15,0 0 0 0,9 8 3216 0,1 0 624 16,2 0 112-16,2 0 16 0,2-2-2528 0,2 2-512 15,3-1-96-15,3 0-32 0,0 5-96 0,3-5-32 16,0-1 0-16,2-1 0 0,-1 1-224 0,1-4-64 16,-2 2 0-16,1-4 0 0,-3 0-128 0,-1 0-16 0,1-4-16 0,-1-1 0 15,-1-4-32-15,-3-1-16 16,-5-2 0-16,-2-3 0 0,-1-2 224 0,-3 3 48 0,-2-2 16 0,-5 2 0 16,-2-1-48-16,-4 1-16 0,-2 3 0 0,-3-1 0 15,-2 0-16-15,-2 3-16 0,0 3 0 0,-2 3 0 16,-2 6-176-16,0 3-16 0,0 5-16 0,1 3 0 15,2 3-160-15,1 4 128 0,0 5-128 0,2 2 128 16,6 4-128-16,2-1 0 0,5-1 0 0,3-1 0 16,4 1 0-16,1-7 0 0,3-3 0 0,3-2 0 0,1 0 0 0,5-6 0 15,2-2 128-15,-1-2-128 0,-1-5 0 0,0-4-224 16,3-3 48-16,-1 0 16 16,-2 0-2208-16,0 0-448 15,-2-4-96-15</inkml:trace>
  <inkml:trace contextRef="#ctx0" brushRef="#br0" timeOffset="-152638.55">24488 5483 3679 0,'0'0'320'0,"0"0"-320"16,0 0 0-16,-3 13 0 0,-5 1 8384 0,-3-2 1616 15,-4-2 320-15,1 1 64 0,-2-1-8048 0,-2 3-1616 16,-3 1-320-16,8-2-18976 0</inkml:trace>
  <inkml:trace contextRef="#ctx0" brushRef="#br0" timeOffset="-150394.99">25239 5162 16575 0,'0'0'1472'15,"0"0"-1168"-15,0 0-304 0,0 0 0 0,0 0 3024 0,0 0 560 16,0 0 96-16,0 0 32 0,0 0-1472 0,15 9-304 15,-11 3-48-15,-1 4-16 0,-2 3-704 0,-1 5-144 16,-1 4-16-16,-2 2-16 0,-1 1-352 0,-1 2-64 16,-3 2 0-16,-1 0-16 0,-3-1-336 0,-2 2-64 15,-2-3-16-15,-1 1 0 0,1 0-144 0,0-2 0 16,0-6 144-16,2-2-144 0,0-1-192 0,1-5-128 16,-1-4 0-16,4-2-16 15,0-4-1584-15,2-4-320 0,1-4-64 0,2-6-8688 16,2-3-1728-16</inkml:trace>
  <inkml:trace contextRef="#ctx0" brushRef="#br0" timeOffset="-150227.75">25293 5158 25791 0,'29'-16'1152'0,"-9"9"224"0,1-3-1104 0,2 4-272 0,3-2 0 0,0 0 0 16,-1 3 1920-16,-2 0 336 0,-2 5 64 0,-3 1 16 16,-4 1-1232-16,-14-2-240 0,7 10-48 0,-5 2-16 15,-6 2-496-15,-5 4-112 0,-6 6 0 0,-6 1-16 0,-5 1 16 0,-1 4 0 16,-2 3 0-16,-1 3 0 15,-5-4-192-15,1 0 0 0,0-4 0 0,2-3 0 16,0-4-320-16,6-4-112 0,5-5-16 0,5-5 0 16,2-3-2560-16,14-4-512 0,0 0-96 0</inkml:trace>
  <inkml:trace contextRef="#ctx0" brushRef="#br0" timeOffset="-149837.15">25893 5102 16575 0,'0'0'1472'0,"0"0"-1168"0,0 0-304 0,0 0 0 0,0 0 2032 0,0 0 336 16,-13 5 80-16,-3 2 16 0,-2 2-1120 0,-3 0-208 16,-1 0-48-16,-1-1-16 0,-5 1-576 0,5 2-112 15,1-1-32-15,2-1 0 0,2-2 80 0,1-1 16 16,0 2 0-16,4 0 0 0,0 0-64 0,1-2 0 16,2-1 0-16,1-1 0 0,2 0 112 0,7-4 16 15,-8 4 0-15,8-4 0 0,0 0-96 0,-8 7-16 16,8-7 0-16,-5 7 0 0,0 1-32 0,5-8-16 15,-5 11 0-15,1-1 0 0,0 2-32 0,1 0 0 16,2-2 0-16,0 2 0 0,1-3-64 0,0-9-32 0,4 12 0 0,-4-12 0 16,9 10 96-16,1-3 32 0,3-4 0 0,2 0 0 15,0-3 96-15,4-1 32 0,1-3 0 0,1-1 0 16,-1-2-80-16,-1-2-16 0,2-1 0 0,-1-2 0 16,-3-1-144-16,-3 0-48 0,-2 0 0 0,-2 0 0 15,-1-2-16-15,-2 4-16 0,-2 0 0 0,-2-2 0 16,-2 0-32-16,-4 3-128 0,1 1 192 0,-2 1-64 0,-3 0-128 0,-2 3-176 15,-3-2 48-15,2 2 0 16,0 4-1408-16,-1-2-256 0,-2 6-64 0,3-2-16 16,10-1-1392-16,0 0-288 0,0 0-48 0</inkml:trace>
  <inkml:trace contextRef="#ctx0" brushRef="#br0" timeOffset="-149571.54">26263 5086 19055 0,'0'0'832'0,"0"0"192"0,0 0-816 0,0 0-208 16,0 0 0-16,-7 0 0 0,-4 2 1712 0,-1 2 288 16,-3 2 64-16,-2 1 16 0,-1-2-864 0,-2 3-192 15,2 2-16-15,-1 3-16 0,1-1 352 0,1 4 80 16,2 0 16-16,3 0 0 0,5-3-272 0,1 1-48 16,1 0-16-16,1-1 0 0,2 1-544 0,4 0-112 15,0-1-32-15,1 0 0 0,0-1-208 0,-3-12-32 16,7 13-16-16,3-2 0 0,0-2-160 0,0 0 0 15,0-1 0-15,-1-1 0 0,-9-7 128 0,7 11-128 16,-7-11 0-16,3 12 128 0,-3-2-128 0,0-10 160 16,-8 9-160-16,-1-1 160 0,0 1-160 0,-1 0-144 0,-2-1 144 0,3-1-208 31,-2-4-1680-31,0 1-336 0,-1-1-64 0</inkml:trace>
  <inkml:trace contextRef="#ctx0" brushRef="#br0" timeOffset="-149415.31">26360 5294 26495 0,'0'0'1168'0,"9"6"240"0,-1-1-1120 0,-8-5-288 0,5 11 0 0,-2-1 0 0,-5 1 1376 0,-2 0 224 15,-2 2 32-15,-3 2 16 0,-2-1-816 0,2 2-176 16,1-3-16-16,-1-1-16 16,1-3-1776-16,8-9-336 0,0 0-80 0</inkml:trace>
  <inkml:trace contextRef="#ctx0" brushRef="#br0" timeOffset="-149290.33">26464 5028 22111 0,'0'0'1968'0,"0"0"-1584"15,5-9-384-15,-5 9 0 0,0 0 2624 0,0 0 432 16,0 0 80-16,7 6 32 0,-3 6-2208 0,-2 1-448 16,-2 0-96-16,2 0-15712 0</inkml:trace>
  <inkml:trace contextRef="#ctx0" brushRef="#br0" timeOffset="-148784.05">27063 4912 20271 0,'0'0'1792'0,"0"0"-1424"0,0 0-368 0,0 0 0 0,0 0 2192 0,0 0 368 15,0 0 80-15,-10 15 16 0,-1 6-608 0,-2 7-112 16,-3-2-16-16,-1 4-16 0,-1 1-880 0,0 0-160 16,-2 0-32-16,4 2-16 0,2 0-320 0,2 2-64 15,2 0-16-15,1-2 0 0,4-3-160 0,1-3-48 16,1-2 0-16,3-4 0 16,3-2-1680-16,-1-7-352 0,-2-12-64 0,0 0-14816 0</inkml:trace>
  <inkml:trace contextRef="#ctx0" brushRef="#br0" timeOffset="-148627.78">26580 5182 29599 0,'0'0'1312'0,"0"0"272"0,0 0-1264 0,0 0-320 16,16 3 0-16,2 1 0 0,3 3 1184 0,2-1 176 16,2 1 48-16,1 1 0 0,4-2-848 0,2 1-176 15,0-2-16-15,2 0-16 16,1-1-1680-16,2-3-336 0,-2-2-64 0,-9 1-12496 0</inkml:trace>
  <inkml:trace contextRef="#ctx0" brushRef="#br0" timeOffset="-148502.83">27292 5221 2751 0,'0'0'256'0,"0"0"-256"0,1 9 0 0,-1-9 0 16,2 14 6080-16,-4-5 1184 0,-2 2 224 0,-1-2 64 16,0 3-4576-16,-2-2-912 0,0-1-176 0,0-1-32 0,1 0-1216 0,6-8-224 15,0 0-48-15,0 0-16 16,0 0-2448-1,0 0-480-15,0 0-112 0,0 0-11424 0</inkml:trace>
  <inkml:trace contextRef="#ctx0" brushRef="#br0" timeOffset="-148362.22">27405 4875 25743 0,'12'-13'1136'0,"-12"13"240"0,12-5-1104 0,-2 2-272 16,-10 3 0-16,11 6 0 0,-3 0 2288 0,-1 1 400 15,-1 4 64-15,-2 4 32 0,-2 3-1648 0,-2 4-336 16,0-4-64-16,0 2-16 15,-4-3-1728-15,2 1-336 0,0 3-80 0,2-5-14192 0</inkml:trace>
  <inkml:trace contextRef="#ctx0" brushRef="#br0" timeOffset="-148096.62">27563 5311 1839 0,'0'0'160'0,"0"0"-160"0,0 0 0 0,0 0 0 16,0 0 6720-16,0 0 1328 0,0 0 256 0,8-7 48 16,-1-1-4512-16,-1-1-912 0,1-1-176 0,0-1-48 15,1 0-1200-15,0 0-240 0,0-1-48 0,1 1-16 16,0-2-704-16,2 0-144 0,-1 1-32 0,-2 3 0 16,-3 1-320-16,2 1 0 0,-7 7 0 0,9-6 128 15,-2-1-128-15,-7 7 0 0,0 0 0 0,11-1 0 31,-11 1-448-31,0 0-16 0,0 0 0 0,0 0 0 0,0 0-2624 0,8 10-528 0,-8-10-96 0,0 0-12736 16</inkml:trace>
  <inkml:trace contextRef="#ctx0" brushRef="#br0" timeOffset="-147586.18">27605 5144 14735 0,'0'0'1312'0,"0"0"-1056"0,0 0-256 0,0 0 0 15,5-9 2880-15,-5 9 528 0,0 0 112 0,0 0 0 16,0 0-1216-16,0 0-240 15,0 0-48-15,3 14-16 0,-5 2-912 0,0 2-192 16,-1 3-48-16,-1 0 0 0,-1-2-240 0,0 3-48 16,0 2-16-16,-1-2 0 0,3-3-288 0,-1 0-48 15,1-2-16-15,0-4 0 0,2-2 96 0,0 1 16 0,1-12 0 0,0 0 0 16,0 0 240-16,0 0 48 0,0 0 16 0,0 0 0 16,0 0 96-16,10-6 0 0,1-5 16 0,-1 0 0 15,1-3-304-15,0 0-64 0,2-5-16 0,2 0 0 16,0 0-144-16,1 1-16 0,-2 1-16 0,1-2 0 0,-1 0-160 0,2-1 0 15,-2 3 0-15,0 2 0 0,-1-4 0 0,0 4-192 16,-1 0 0-16,0 4 16 16,-2 0-2320-16,2 3-480 0,0 2-96 0,-2 2-9136 15,-1 0-1824-15</inkml:trace>
  <inkml:trace contextRef="#ctx0" brushRef="#br0" timeOffset="-147226.84">28036 5287 18431 0,'0'0'1632'0,"0"0"-1312"0,6 13-320 0,-1-4 0 16,3-2 3008-16,-8-7 512 16,10 5 128-16,1-2 0 0,0-3-1200 0,2-3-240 15,2-3-48-15,0-4-16 0,1-1-1008 0,2-2-208 16,2-3-32-16,1 2-16 0,-2-6-304 0,-1 3-64 0,1-2-16 0,-4 2 0 15,-2 0-304-15,-1 2-48 16,-4 4-16-16,-2-2 0 0,-2 3-128 0,-2 0 0 16,-5 0 144-16,-2 3-144 0,-4-1 0 0,-2 3 0 0,-2 0 0 0,-1 2-128 15,-3 5-16-15,-1 3 0 0,-2 4 0 0,1 4 0 16,-2 1 144-16,1 3-160 0,2 3 160 16,1 1-160-16,3-1 160 0,2 3 0 0,3 0 0 15,2 3 128-15,3 2-128 0,4-4 176 0,3-2-176 0,3-2 192 16,4-4-48-16,1-6 0 0,4 1 0 0,0-2 0 15,2-3-16-15,4 1-128 0,1-3 192 0,0-2-64 32,-1-4-2368-32,-1-1-496 0,-3-5-80 0</inkml:trace>
  <inkml:trace contextRef="#ctx0" brushRef="#br0" timeOffset="-146391.91">29712 4697 911 0,'0'-20'0'0,"0"10"0"16,-2 0 0-1,1-1 0-15,1 11 0 0,0 0 0 0,-5-5 7040 0,5 5 1312 0,0 0 272 0,-11 2 48 0,1 7-5504 0,-2 10-1104 16,-2 4-208-16,-2 10-64 0,1 10-704 0,-2 6-128 15,-2 6-48-15,-1 4 0 0,-4-3-336 0,-1 4-80 16,-1 1-16-16,2 4 0 0,0 4-176 0,1 0-48 16,-1-1 0-16,2-3 0 0,1-2-112 0,4-3-16 15,2-4-128-15,-2-3 192 0,-2-3-192 0,4-7 0 16,0-4 0-16,4-5 0 0,-1-7-176 0,1-3-128 16,1-2-16-16,1-8-16 31,0-2-1440-31,2-6-272 0,7-6-64 0,0 0-9600 0,-12-9-1920 0</inkml:trace>
  <inkml:trace contextRef="#ctx0" brushRef="#br0" timeOffset="-146242.79">29031 5157 23039 0,'7'-9'2048'0,"4"2"-1648"16,4 2-400-16,3 4 0 0,3 1 2752 0,1 0 448 0,0 1 112 0,3 4 16 16,1 0-1648-16,3 4-320 15,1 1-64-15,2-1-16 0,2 0-672 0,1-1-144 0,1-2-16 0,3 2-16 16,2 1-432-16,2-1-304 15,0-3 48-15,-2 0 16 16,-2-1-2576-16,-1 0-528 0</inkml:trace>
  <inkml:trace contextRef="#ctx0" brushRef="#br0" timeOffset="-145696.08">29777 5410 17503 0,'0'0'1552'0,"-4"9"-1232"0,4-9-320 0,0 0 0 16,0 0 3584-16,0 0 672 0,9 4 128 0,4-4 32 15,3-3-1984-15,-1-1-400 0,0-6-80 0,0 1-16 16,2-3-944-16,0 0-192 0,0-1-32 0,0-1-16 16,-1-2-464-16,-3 1-96 0,-3 0 0 0,-3 0-16 15,1 0-176-15,-3 2 160 0,-2-4-160 0,-3 3 160 16,-2 0-32-16,-2-1-128 0,-2 1 192 0,-2 2-64 0,-2 2-128 0,-1 3 128 16,-1 5-128-16,1 2 128 0,-2 1-304 0,0 5-64 15,-3 7-16-15,0 4 0 16,1 3-64-16,-1 2-32 0,2 4 0 0,2-1 0 0,3 2-32 0,4 1-16 15,3-2 0-15,6 0 0 16,3-1-256-16,3-3-48 0,3-3-16 0,5 0 0 0,5-6 272 0,4-3 48 16,4-1 16-16,6-2 0 0,3-1 384 0,4-2 0 15,1-1 0-15,0-6 0 0,-3-1 0 0,-1-4 224 16,-2-1-48-16,0-1-16 0,-1-2 112 0,-3-1 32 16,-3-1 0-16,0-2 0 0,-4-1 368 0,-4 1 80 15,-5 1 16-15,-3 1 0 0,-3 0-128 0,-6 1-32 16,-7 2 0-16,-3-1 0 0,-1 0-176 0,-4 2-48 15,-3 1 0-15,-5 2 0 0,-2 1-208 0,-3 2-48 16,-3 0-128-16,1 3 192 0,1 2-192 0,-1 3 0 16,0 2 0-16,1 5 0 0,1 2 0 0,3 1 0 15,-1 2 0-15,6-1 0 0,2 1-160 0,3 2 160 16,3 2-128-16,2-2 128 0,3 0 0 0,4-1-160 16,1-2 160-16,6-2 0 0,0-4-128 0,4-3 128 15,3-1 0-15,3-1 0 0,4 0 0 0,-1 0 0 0,2-2 0 16,2-2 0-16,2-2 0 0,-2 0 0 0,-1-1 128 0,-1 0-128 15,1 3 0-15,-2-2 0 0,-4-2 0 0,-2-1 0 32,-2-3-448-32,-3 0 32 0,0 0 0 0,-3 2 0 0,0-1-1136 15,-2 1-240-15,-1-1-32 0,-1 1-16 0,0-4-1312 0,1 1-272 0,-2 0-48 16</inkml:trace>
  <inkml:trace contextRef="#ctx0" brushRef="#br0" timeOffset="-145367.99">30859 5275 22175 0,'0'0'976'0,"8"-6"208"0,-8 6-944 0,0 0-240 16,6-7 0-16,-6 7 0 0,0 0 2848 0,0 0 528 15,0 0 96-15,-6-2 32 0,-5 2-1328 0,0 4-272 16,-2 4-48-16,-2 5-16 0,-2 4-992 0,0 2-192 16,0 2-32-16,-1 4-16 0,-1-3-416 0,3 3-192 15,3-2 160-15,4-2-160 0,2-3 208 0,5-5-48 16,4-2-16-16,6-2 0 0,1-3 112 0,4-2 0 16,3-2 16-16,2-8 0 0,2-3 0 0,1-4 0 0,2-4 0 0,3 0 0 15,-2-1-96-15,0-2-32 0,0 0 0 0,1-3 0 16,-1-3-144-16,-1 0 0 0,-3 0 0 0,0-4 0 15,-2 0 0-15,-1 0-272 0,-1-1 32 0,-3-2 16 32,-1-3-160-32,-1-2-16 0,1-1-16 0,-2-3 0 0,0-2 16 0,-4 0 0 0,-1 2 0 0,-2 8 0 15,-2 7 400-15,-1 7 304 0,-1 11-48 0,1 9-16 16,-10 9 336-16,-4 7 80 0,0 8 16 0,-3 9 0 16,-1 4-128-16,1 3-32 0,-1 6 0 0,1-2 0 15,1 4-208-15,2 6-48 0,1-1-16 0,2 4 0 16,2 1-240-16,3-1 0 0,0-3 128 0,5-2-128 31,4-8-1328-31,3-1-304 0,5-1-64 0</inkml:trace>
  <inkml:trace contextRef="#ctx0" brushRef="#br0" timeOffset="-144680.54">31554 4746 10127 0,'10'-12'896'0,"-1"1"-704"16,-2-1-192-16,-1 5 0 0,-6 7 4720 0,0 0 912 15,0 0 176-15,0 15 32 0,-2 6-3520 0,-3 6-704 16,-6 4-144-16,-3 8-16 0,-3 3-432 0,-1 1-64 16,-3 0-32-16,1 0 0 0,-1 1-352 0,1 0-80 15,-1 1-16-15,1-3 0 0,3 2-128 0,2-2-32 16,0-3 0-16,3-4 0 0,2-7-192 0,2-6-128 15,3-5 128-15,0-3-128 0,2-6 0 0,3-8 0 16,0 0 0-16,0 0 0 0,0 0 0 0,1-11 0 16,5-3 128-16,0-3-128 0,3 0 0 0,2-4 0 15,0-5 0-15,5 0 0 0,1 1 0 0,3 1 128 16,-1 1-128-16,1 7 176 0,-1 3 272 0,0 3 48 0,-2 5 16 16,-4 5 0-16,0 3-96 0,-2 3-16 15,0 3 0-15,-3 3 0 0,-3 2-256 0,-1 3-144 0,-2 2 160 0,-3 0-160 16,-3 1 128-16,-2 1-128 0,-4-3 0 0,0 1 144 15,-3 1-144-15,-1-2 0 0,-2-1 0 0,2 0 128 16,-2 0-128-16,0-1 0 0,1-4 0 0,0-5 0 16,2-1 0-16,3-1-192 0,-1-5 0 0,2 0 16 31,9 0-528-31,0 0-96 0,0 0-32 0,0 0 0 16,-5-9-1664-16,5 9-352 0,3-11-64 0,3 1-8224 0,5 2-1632 0</inkml:trace>
  <inkml:trace contextRef="#ctx0" brushRef="#br0" timeOffset="-143800.34">31880 5253 6447 0,'15'-8'272'0,"-4"2"80"0,-1-3-352 0,1 0 0 0,0 2 0 0,-1 1 0 0,-4-1 6288 0,-6 7 1200 16,0 0 224-16,0-12 48 0,-2 3-4960 0,2 9-1008 16,-11-2-192-16,-2 2-32 0,-1 4-816 0,-3 5-176 15,-2 4-16-15,0 5-16 0,-3 5-320 0,0 6-64 16,-1 2-16-16,3 1 0 0,0-1 48 0,4-2 16 15,5-2 0-15,3-1 0 0,5-5 128 0,6-3 32 16,5-2 0-16,2-4 0 0,3-7-224 0,4-4-144 16,1-3 192-16,2-4-192 0,-1 0 240 0,1-5-64 15,0-2-16-15,-1-2 0 0,-1-2-32 0,-1 0 0 16,-1 0 0-16,-2 1 0 0,1 2-128 0,-4 2 128 16,-2 2-128-16,-1 1 128 0,-2 1-128 0,-6 8 0 0,0 0 0 0,0 0 128 15,-8 2-128-15,-1 6 0 0,-2-1 0 0,2 3 0 16,0 2-256-16,1 2 80 0,4 1 16 0,2-2 0 15,2-2 160-15,0-11-208 0,7 11 80 0,5-5 128 32,4-2-496-32,2-5 32 0,3-4 0 0,5-6 0 0,3-3 208 0,3-2 32 0,2-1 16 0,0-1 0 15,0 0 48-15,-2-2 16 0,-2-2 0 0,-1 1 0 16,-3-1 144-16,-2 1 0 0,-2-2 160 0,-4 3-160 16,-5 5 448-16,-4 1-16 0,-3 7 0 0,-6 7 0 15,0 0-96-15,0 0-16 0,-11-3 0 0,-2 8 0 16,-4 4-64-16,-2 6 0 0,-5 6-16 0,1 6 0 15,-1 3-48-15,2 3 0 0,2 0 0 0,5 1 0 16,4 0 32-16,5-1 0 0,2-3 0 0,7-3 0 16,3-3-96-16,6-5 0 0,3-3-128 0,4-6 192 15,2-2-192-15,1-8 0 0,2-5 0 0,3-3 0 16,-1 0 0-16,0-9 0 0,0-2 0 0,0-3 0 16,0 1 0-16,-1-5 0 0,-1-3 0 0,0-2 0 0,-1-3-144 0,0-3-32 15,-1-6 0-15,-3-1 0 16,0-3-288-16,-1-3-64 0,0 0-16 0,3-5 0 15,0 0-112-15,0 2-32 0,-2 4 0 0,-1 8 0 0,-2 5 560 0,-4 9 128 16,-2 8 0-16,-3 7 0 0,-5 5 640 0,-2 7 176 16,0 0 16-16,-5 21 16 0,-1 7-336 0,-4 5-64 15,-1 7 0-15,-2 3-16 0,-2 0-144 0,1 1-32 16,0 0 0-16,-1 2 0 0,1-1 48 0,2 4 0 16,-1 2 0-16,3-1 0 0,1-1-48 0,1-4-16 15,3 2 0-15,2-10 0 0,-2-7-240 0,2-6-208 0,2 1 32 0,1-8 16 31,0-4-1568-31,0-13-304 0,5 4-64 0,4-4-16 16,3-8 704-16,2-3 144 0,3-4 32 0,3-6 0 16,1-1-1392-16,2-4-288 0,1 0-48 0,0 0-16 0,1 0 1568 0,-1-1 320 15,-2-1 64-15,-3 2 16 0,-2 3 1008 0,-2-1 0 0,-4 5 0 0,-2 2 208 0,-3 4 896 0,-4 2 176 16,-2 11 48-16,0 0 0 0,-10-5 32 0,-2 4 16 16,-1 2 0-16,-1 4 0 0,-3 6-128 0,0-1-32 15,1 4 0-15,2 2 0 0,0 1 128 0,2 3 0 16,1 0 16-16,4 3 0 0,1 0-192 0,4-1-32 15,3-1-16-15,2 1 0 0,2-2-368 0,1-2-80 16,1-2-16-16,2-2 0 16,1-2-192-16,2-3-32 0,1-1-16 0,0-2 0 0,0-2-240 0,0-1-48 15,-1-3-128-15,0 0 192 16,-2-5-1200-16,1-1-240 0,-2 0-48 0</inkml:trace>
  <inkml:trace contextRef="#ctx0" brushRef="#br0" timeOffset="-136391.22">15113 7488 19695 0,'0'0'864'0,"0"0"192"0,-12-7-848 0,12 7-208 16,-4-5 0-16,4 5 0 0,-4-5 1792 0,4 5 320 15,0 0 64-15,0 0 16 0,0 0-512 0,0 0-96 16,0 0-32-16,4 8 0 0,1 3-736 0,3 8-160 16,1 3-16-16,0 5-16 0,2 6-112 0,-1 3-32 15,2 5 0-15,-2 4 0 0,1 6-176 0,-3 1-48 16,1 2 0-16,1-1 0 0,1-2-128 0,-2-4-128 16,-1-4 144-16,-1-3-144 0,0-2 128 0,-1-5-128 15,1-4 0-15,1-5 0 0,1-1 432 0,0-7-16 16,1-3 0-16,5-1 0 0,-2-7 496 0,0-5 112 15,0-3 0-15,0-5 16 0,1-7 80 0,1-4 16 16,0-6 0-16,3-4 0 0,-1 1-432 0,2-6-96 16,0-7-16-16,1-2 0 0,-1-4-352 0,2 0-80 15,1-2-16-15,2 2 0 0,-3 1-144 0,-3 3 0 16,-2 2 144-16,-1 4-144 0,-2 5 0 0,-1 4 0 16,-3 5 0-16,0 3 0 15,-1 3-464-15,0 4-16 0,-3 3 0 0,-5 10 0 16,7-7-1440-16,-7 7-272 0,0 0-64 0,0 0-16 15,0 0-752-15,11 5-160 0,-11-5-16 0</inkml:trace>
  <inkml:trace contextRef="#ctx0" brushRef="#br0" timeOffset="-134922.62">15684 8101 6447 0,'0'0'576'0,"0"0"-576"0,0 0 0 0,0 0 0 16,0 0 2576-16,0 0 416 0,0 0 80 0,0 0 0 15,0 0-880-15,0 0-176 0,1-10-32 0,-1 10-16 0,0 0-256 0,0 0-48 16,0 0-16-16,0 0 0 15,0 0-688-15,-8 7-144 0,2 1-32 0,-1 4 0 0,1 3-176 0,-2 6-32 16,0 3-16-16,0-1 0 16,3-1-272-16,0 2-48 0,1 0-16 0,1-1 0 0,2-4-224 0,2-3 128 15,3-2-128-15,3-3 0 0,0-1 192 0,3-4-64 16,-10-6-128-16,14 3 192 0,-1-3 176 0,1-4 16 16,2-5 16-16,0-1 0 0,-3-7 240 0,4 0 64 15,2-3 0-15,-2 1 0 0,-5-4-192 0,0 4-16 16,-3-1-16-16,-1 2 0 0,-2 0-48 0,-2 2-16 15,-3 3 0-15,-3-1 0 0,-2 2-128 0,-1 0-32 16,-5 2 0-16,1 2 0 0,-1 3-256 0,-3 1 128 16,0 0-128-16,1 1 0 15,2 3-304-15,0 3-160 0,0 1-48 0,2 0 0 16,8-4-1360-16,-6 8-288 0,6-8-48 0,-4 10-9264 16,4-10-1856-16</inkml:trace>
  <inkml:trace contextRef="#ctx0" brushRef="#br0" timeOffset="-134750.72">16190 7822 33807 0,'0'0'1488'0,"0"0"320"0,0 0-1440 0,5 9-368 0,-5-9 0 0,8 9 0 16,-8-9 960-16,9 8 128 15,-9-8 32-15,11 5 0 0,-11-5-320 0,15 2-64 0,-2-2-16 0,0 2 0 0,-1-2-720 0,2 2 0 0,2 1 0 0,-2-3 0 47,-14 0-2176-47,13-3-416 0,0 6-96 0,-1-2-12496 0</inkml:trace>
  <inkml:trace contextRef="#ctx0" brushRef="#br0" timeOffset="-134563.28">16144 8128 20271 0,'0'0'896'0,"0"0"192"0,0 0-880 0,14 4-208 0,2-3 0 0,0-1 0 0,-2-1 3424 0,2-2 640 15,0-2 128-15,3 1 32 0,-1 2-2160 0,0-1-416 16,1 0-96-16,-1 2-16 0,0-4-960 0,0 3-192 16,1-1-32-16,-3 0-16 15,0 0-1472-15,-3 2-288 0,0 0-64 0,-1-1-15776 0</inkml:trace>
  <inkml:trace contextRef="#ctx0" brushRef="#br0" timeOffset="-133116.54">16169 7857 10127 0,'0'0'896'0,"0"0"-704"15,0 0-192-15,0 0 0 0,0 0 1952 0,0 0 352 16,-8 2 80-16,8-2 16 0,0 0-736 0,0 0-160 16,-9 2-32-16,9-2 0 0,0 0-128 0,0 0-16 15,0 0-16-15,0 0 0 0,0 0-240 0,0 0-48 16,0 0-16-16,0 0 0 0,2-8-128 0,-2 8-32 16,6-7 0-16,-6 7 0 0,9-4-96 0,-9 4-32 15,10 0 0-15,-10 0 0 0,11 0-240 0,-11 0-48 16,11 3-16-16,0 2 0 0,-11-5-112 0,13 5-32 15,-13-5 0-15,14 7 0 0,0 0-80 0,1-4 0 16,-1 0-16-16,-1 1 0 0,2-1 16 0,0 0 16 16,1-1 0-16,-1 0 0 0,0 0-32 0,-1-1-16 15,0 0 0-15,-1 2 0 0,-13-3-32 0,14 4-128 16,-4-2 192-16,-10-2-64 0,0 0 16 0,0 0 0 16,10 7 0-16,-10-7 0 0,0 0 16 0,0 0 0 0,0 0 0 15,0 0 0-15,0 0-160 0,0 0 160 16,0 0-160-16,0 0 160 0,0 0-320 0,0 0-64 0,0 0-16 0,0 0 0 31,-6 1-1808-31,6-1-384 0,-7 0-64 0</inkml:trace>
  <inkml:trace contextRef="#ctx0" brushRef="#br0" timeOffset="-132601.1">16231 8056 5519 0,'0'0'496'0,"0"0"-496"16,0 0 0-16,0 0 0 0,-6-4 2800 0,6 4 464 15,-9-1 80-15,9 1 32 0,0 0-1216 0,0 0-240 16,-9-1-64-16,9 1 0 0,0 0-256 0,0 0-64 16,-10 4-16-16,10-4 0 0,0 0-368 0,0 0-64 15,0 0 0-15,0 0-16 0,-9 4-176 0,9-4-16 16,0 0-16-16,0 0 0 0,0 0-208 0,0 0-32 0,0 0-16 0,0 0 0 15,0 0-32-15,0 0 0 0,11 7 0 0,-2 0 0 16,1-1-80-16,1 0-32 0,0 0 0 0,1 1 0 16,1-2-80-16,2 0 0 0,0 0-16 0,0 1 0 15,-4-3-48-15,2 3-16 0,0-1 0 0,-1-1 0 16,1-2-96-16,0-2-16 0,0 0 0 0,0 3 0 0,-1-2-48 0,-2 2-16 16,-10-3 0-16,12 0 0 0,-1-1 0 0,-11 1-128 15,10-3 192-15,-10 3-64 0,0 0-128 0,10 0 128 16,-10 0-128-16,0 0 128 0,0 0-128 0,0 0-144 15,0 0 144-15,0 0-208 16,0 0-1616-16,0 0-320 0,0 0-64 0,0 0-10240 16,0 0-2048-16</inkml:trace>
  <inkml:trace contextRef="#ctx0" brushRef="#br0" timeOffset="-115964.65">16870 7968 16815 0,'0'0'736'0,"0"0"160"0,0 0-704 0,0 0-192 16,0 0 0-16,0 0 0 0,0 0 1200 0,-10 7 208 15,3 0 32-15,-1-1 16 0,1-2-240 0,0 2-64 16,7-6 0-16,-9 6 0 0,9-6 0 0,-8 8 0 16,8-8 0-16,-9 8 0 0,2-2-208 0,7-6-48 15,0 0-16-15,-6 8 0 0,6-8-32 0,0 0 0 16,0 0 0-16,0 0 0 0,0 0-48 0,0 0-16 16,0 0 0-16,0 0 0 0,-7 8-64 0,7-8-16 0,0 0 0 15,0 0 0-15,9 3 0 0,5-2-16 16,1-1 0-16,3 0 0 0,2 0 0 0,2 0 0 0,4 1 0 0,2 0 0 15,0-1-160-15,4 3-16 0,-1-2-16 0,1 1 0 16,1 0-96-16,-2 0-16 0,-1-2 0 0,2 0 0 16,-4 0-112-16,0-2-16 0,-4 0-16 0,0 0 0 15,-5 1-48-15,1 0-16 0,-2-1 0 0,-2 1 0 16,-3 1-176-16,-1 0 192 0,-12 0-192 0,0 0 192 0,0 0-192 0,0 0 160 16,0 0-160-16,0 0 160 0,0 0-160 0,0 0 0 15,0 0 144-15,0 0-144 0,0 0 0 0,0 0 0 16,0 0 0-16,0 0-192 15,0 0-912-15,0 0-192 0,0 0-48 16,0 0 0-16,-6-6-2224 0,3-1-448 0,-5-5-80 0,8 12-32 0</inkml:trace>
  <inkml:trace contextRef="#ctx0" brushRef="#br0" timeOffset="-115464.7">17783 7655 1839 0,'0'0'160'0,"0"0"-160"0,0 0 0 0,0 0 0 16,0 0 7728-16,0 0 1504 0,0 0 304 0,0 0 64 15,0 0-6096-15,-8 5-1232 0,3 3-240 0,1 3-48 0,2 4-912 0,2 4-176 16,0 1-48-16,0 6 0 16,0 5-464-16,0 3-80 0,2 4-32 0,-1 2 0 15,2 3-128-15,1 0-16 0,-1 0-128 0,3-3 192 0,-1-3-192 0,1-1 0 16,1-5 0-16,1-2 0 0,-2 1 0 0,2-8 0 15,0-1 0-15,0-6 0 0,0-4 128 0,1-4-128 16,1-1 0-16,2-5 144 0,-2-4 112 0,1-3 32 16,3-6 0-16,0-4 0 0,1-3 192 0,0-5 32 15,4-2 16-15,0-4 0 0,1-3-192 0,-1-4-32 16,1-3-16-16,1-2 0 0,0-1-144 0,-2-3-16 16,3 3-128-16,2 3 192 0,-3 2-192 0,-2 3 0 15,-2 3 128-15,0 6-128 0,-3 4 0 0,-1 5 0 16,-1 3 0-16,-1 4 0 0,-4 0 0 0,-7 10 128 15,7-6-128-15,-7 6 0 0,0 0-160 0,0 0-80 16,0 0-16-16,0 0 0 16,0 0-1632-16,0 0-336 0,0 0-64 0,0 0-11696 15,-4 9-2336-15</inkml:trace>
  <inkml:trace contextRef="#ctx0" brushRef="#br0" timeOffset="-104595.14">18682 8039 22623 0,'0'0'1008'0,"0"0"208"0,0 0-976 0,0 0-240 16,0 0 0-16,0 0 0 0,0 0 1920 0,0 0 320 15,0 0 80-15,12 4 16 0,-3-1-672 0,2 1-144 16,-1 1-32-16,0 1 0 0,0-2-544 0,-1 3-112 16,0-2-32-16,0 2 0 0,-1-1-224 0,0 1-32 15,-1-2-16-15,1 1 0 0,-1 4-272 0,1-5-48 16,-8-5-16-16,6 6 0 0,-6-6-192 0,0 0 176 15,7 9-176-15,-7-9 160 0,0 0-160 0,0 0 0 16,0 0 0-16,0 0 0 16,0 0-3072-16,-3 11-560 0</inkml:trace>
  <inkml:trace contextRef="#ctx0" brushRef="#br0" timeOffset="-104392.15">18630 8346 27647 0,'0'0'2448'0,"13"0"-1952"0,3 0-496 0,-2 0 0 16,0 0 2000-16,1-2 304 0,-3 1 64 0,-2 1 16 15,-10 0-1184-15,12 3-240 0,-12-3-64 0,10 4 0 16,-10-4-896-16,0 0 0 0,0 0-272 0,8 6 64 16,-8-6-1824-16,6 8-352 15,-6-8-80-15,4 10-12288 0</inkml:trace>
  <inkml:trace contextRef="#ctx0" brushRef="#br0" timeOffset="-103155.08">19775 7679 1839 0,'0'0'0'0,"0"0"160"0,0 0-160 0,0 0 0 0,6-5 0 0,-6 5 0 16,0 0 6384-16,0 0 1232 0,0 0 256 0,0 0 64 0,0 0-5296 16,0 0-1040-16,7 13-224 0,-1 6-32 15,2 4-720-15,-1 4-144 0,-3 5-32 0,0 2 0 0,-1 6-48 0,3 3-16 16,-1 0 0-16,1 0 0 0,-2-3-176 0,1-2-32 16,1-3-16-16,-1-6 0 0,0-1 32 0,3-8 0 15,-2 0 0-15,2-3 0 0,0-4 368 0,1-4 80 16,3-4 0-16,0-2 16 0,-1-3 144 0,2-4 32 15,1-5 0-15,0-4 0 0,0-3-32 0,3-3 0 16,0-4 0-16,4-3 0 0,1-4-352 0,-1-2-80 16,-4-1-16-16,1-2 0 0,-1-3-224 0,1 0-128 15,-1-1 160-15,-1 0-160 0,-3 0 128 0,-1 3-128 16,-2 0 0-16,-1 6 144 0,-2 2-144 0,-2 4-224 16,-2 5 48-16,-1 3 16 15,-2 4-448-15,0 12-96 0,0 0 0 0,0 0-16 16,0 0-2544-16,0 0-496 0,-9 13-96 0</inkml:trace>
  <inkml:trace contextRef="#ctx0" brushRef="#br0" timeOffset="-102717.63">20348 7962 28847 0,'0'0'1280'0,"11"-2"256"0,-2 0-1216 0,-9 2-320 0,13 0 0 0,0 4 0 0,-1 2 1856 0,0 1 304 15,-1 3 64-15,0 1 16 0,-3 4-1168 0,-3 0-240 16,-1 2-32-16,-2 3-16 0,-2 2-464 0,-1 0-112 16,-3 2-16-16,1-1 0 0,-2-1-192 0,-1-1 0 15,-1 0 0-15,1-3 0 0,-1-2 0 0,3-3 0 16,-1-1-128-16,5-12 128 0,-4 7 0 0,4-7 192 16,0 0-16-16,0 0-16 0,0 0 496 0,3-13 112 15,1-2 0-15,1-1 16 0,1-3-224 0,5-4-48 16,1-1-16-16,1-2 0 0,1-2-304 0,2 1-64 15,0-1-128-15,1 2 192 0,-1 3-192 0,1 2 0 16,0 0 0-16,0 3 0 16,-1 2-1104-16,-1 4-176 0,-2 3-16 0,0 2-11440 15,0 4-2304-15</inkml:trace>
  <inkml:trace contextRef="#ctx0" brushRef="#br0" timeOffset="-102274.1">20711 8176 27007 0,'0'0'1200'0,"0"0"240"0,13 0-1152 0,0-2-288 0,1-2 0 0,1-2 0 16,-1-1 2176-16,2-2 384 0,-2-7 80 0,0 3 16 0,1 0-1344 0,-1 0-272 16,0 1-48-16,-2-1-16 0,0-1-592 0,-3 2-128 15,-1 1-32-15,-3 1 0 0,-5 10-224 0,3-9 0 16,-3 9 0-16,-3-8 0 0,-2 2 0 0,-3 0 0 16,-4 4-176-16,-1 2 176 0,-1 1-400 0,-2 4 32 0,-1 2 16 0,2 3 0 15,-1 3 160-15,-1 4 48 0,3 4 0 0,1 4 0 16,1 0 144-16,4 2 0 0,4-2 160 15,4 0-160-15,4-1 176 0,4-2-176 0,2-2 192 0,7-6-192 16,4-3 208-16,5-5-64 0,3-3-16 0,3-4 0 16,4-3 0-16,3-5-128 0,0-7 192 0,0-1-64 0,-1-4-128 15,-3 0 0-15,-2 3-160 0,0-5 160 16,-1-1 0-16,-4 1 0 0,-1-3-128 0,-4 1 128 0,-2 0 144 0,-3 0 80 31,-4 0 16-31,-3 2 0 0,-5 3 192 0,-2 1 32 16,-1 2 16-16,-3 4 0 0,-3 4 64 0,3 9 16 15,-8 1 0-15,-1 6 0 0,-2 2 112 0,-2 9 32 16,-3 3 0-16,0 6 0 0,1 4-304 0,0 3-48 0,1 3-16 0,1 2 0 0,2-2-336 0,4 2 0 16,4 5 0-16,-1-1 0 0,-1 0 0 0,0 0 0 15,1 0 0-15,2-4 0 16,1-4-1040 0,1-2-176-16,0-4-48 0,1-6 0 0,1-1-1632 0,-4-3-336 0,0-4-64 0,-2-4-16 0</inkml:trace>
  <inkml:trace contextRef="#ctx0" brushRef="#br0" timeOffset="-102149.04">20978 8267 30399 0,'0'0'2704'0,"14"-9"-2160"15,3 0-544-15,2 1 0 0,-1 1 2976 0,1 0 480 16,2 1 112-16,3-1 16 0,2-1-2192 0,0 2-432 16,1-1-96-16,2-1-16 0,2-1-656 0,1-1-192 15,0-1 0-15,2 1 128 16,1-1-3376-16,-1 1-656 0</inkml:trace>
  <inkml:trace contextRef="#ctx0" brushRef="#br0" timeOffset="-101553.03">22038 7975 13823 0,'0'0'1216'0,"-9"4"-960"16,9-4-256-16,0 0 0 0,0 0 4720 0,0 0 896 16,0 0 176-16,0 0 32 0,0 0-3152 0,16 6-640 15,3-3-128-15,3-1-32 0,4 0-784 0,3 1-176 16,2-3-16-16,5 0-16 0,4 0-192 0,4 1-48 15,2 1 0-15,2-1 0 0,2 1-288 0,-5-2-64 0,-3 2-16 0,-2-2 0 16,0 0-272-16,-7-2 128 0,-3 0-128 0,-2 1 0 16,-6-2 0-16,-1 0 0 0,-4 1 0 0,-4 0 0 15,-3 0-880 1,-10 2-176-16,8-5-32 0,-8 5-16 0,0 0-2384 0,-1-11-480 0</inkml:trace>
  <inkml:trace contextRef="#ctx0" brushRef="#br0" timeOffset="-101349.92">22560 7775 11055 0,'0'0'480'0,"0"0"112"0,14 11-464 0,2 0-128 16,0-2 0-16,4 1 0 0,2 1 6336 0,3-1 1232 15,0 1 256-15,1-2 48 0,1-4-4768 0,2 3-960 16,1 1-192-16,-1 0-32 0,1-2-912 0,-3 2-176 16,-5-1-48-16,-1 2 0 0,-3 0-416 0,-5 1-96 15,-5 1-16-15,-4-1 0 0,-4 2-128 0,-4 0-128 0,-5 0 144 0,-4 0-144 16,-5 0 160-16,-5 2-160 0,-4 0 160 0,-2 0-160 31,-2-2-1440-31,1 2-384 0,-2 0-80 0,-1-1-18672 0</inkml:trace>
  <inkml:trace contextRef="#ctx0" brushRef="#br0" timeOffset="-100553.08">23612 7720 33743 0,'0'0'1488'0,"0"0"320"0,10-4-1440 0,-10 4-368 15,0 0 0-15,12 4 0 0,-2 2 1840 0,-2 5 288 16,-1 4 64-16,-1 6 16 0,-1 5-1232 0,-1 2-240 16,-1 4-48-16,-1 6-16 0,1 3-352 0,1-1-80 15,-1-1-16-15,0 0 0 0,1-1-224 0,2-1 0 16,-1-6 128-16,3-2-128 0,-2-6 0 0,2-2 0 16,0-4 0-16,0-4 0 0,-1-1 288 0,5-7-32 15,-1-1-16-15,-1-7 0 0,-1-3 528 0,3-6 128 16,2-5 0-16,3-1 16 0,1-3-272 0,1-7-48 15,-1-2-16-15,1-3 0 0,4-7-320 0,-1-3-80 16,-3-2-16-16,2-5 0 0,0-5-160 0,0 3 0 16,-2 1 144-16,0 6-144 0,-2 3 0 0,-2 6 0 15,0 3 0-15,-2 6 0 0,-2 4-176 0,0 8-96 16,-3 1-32-16,0 7 0 16,-8 7-1424-16,0 0-272 0,0 0-64 0,9 14-11792 0,-2 6-2352 0</inkml:trace>
  <inkml:trace contextRef="#ctx0" brushRef="#br0" timeOffset="-92647.91">26357 7854 27359 0,'0'0'1216'0,"0"0"240"0,0 0-1168 0,0 0-288 0,0 0 0 0,0 0 0 16,8 7 2160-16,1-1 368 0,0 1 80 0,4-1 16 15,2 1-1040-15,2-1-208 0,-3 2-32 0,4 0-16 16,3 0-368-16,4 0-80 0,1-2-16 0,3 2 0 0,-3-2-304 0,1 2-64 15,0 0-16-15,1 1 0 0,-3-1-224 0,-5 0-64 16,-3-2 0-16,-2 3 0 0,-6-2-32 0,-9-7-16 16,5 10 0-16,-5 3 0 0,-5 2 208 0,-4 0 32 15,-3-1 16-15,-6 1 0 0,-7 1-144 0,-1 1-16 16,-1 1-16-16,-3-1 0 0,-2-1-224 0,1 1-256 16,2-1 48-16,3 0 16 15,0-4-1120-15,4 0-224 0,1-1-32 0,2 1-16 16,0-5-1648-16,5-1-336 0</inkml:trace>
  <inkml:trace contextRef="#ctx0" brushRef="#br0" timeOffset="-91835.48">27329 7686 29487 0,'0'0'1296'0,"0"0"288"16,9-9-1264-16,-9 9-320 0,7-4 0 0,-7 4 0 16,0 0 1712-16,12 5 272 0,-1 4 64 0,-1 7 16 15,-1 7-912-15,-1 7-192 0,-3 3-48 0,2 7 0 0,1 3-400 0,-1 2-64 16,0 0-32-16,-2 1 0 0,0 0 16 0,2-2 0 15,1-1 0-15,0-6 0 0,-2-5-432 0,2-2 128 16,2-6-128-16,-1-2 0 0,-1-4 384 0,0-4-16 16,1-3 0-16,2-3 0 0,-2-6 272 0,0 2 48 15,1-7 16-15,1 0 0 0,0-9-32 0,2-4 0 16,1-2 0-16,1-7 0 0,1-5-256 0,1-1-48 16,2-3-16-16,2-3 0 0,0-3-224 0,-1-3-128 15,-1-3 128-15,-2-1-128 0,-3-6 0 0,-2 5 0 16,-1 2 0-16,-1 7-128 15,0 4-448-15,1 7-64 0,-1 6-32 16,1 5 0-16,-1 7-224 0,2 5-64 0,0 5 0 0,-1 6 0 16,1 5-2400-16,-1 7-480 0,-2 12-112 0,-4-3-16 0</inkml:trace>
  <inkml:trace contextRef="#ctx0" brushRef="#br0" timeOffset="-91507.39">28068 8004 36159 0,'0'0'1600'0,"0"0"336"0,0 0-1552 0,0 0-384 0,9 5 0 0,-1 3 0 16,-2 3 768-16,-1 3 80 0,-1 5 16 0,0 1 0 15,-1 1-544-15,-2 0-96 0,-1 0-32 0,1 1 0 16,-2 3-192-16,0-5 0 0,0-1 0 0,-1-2 0 0,1 0-256 0,1-4 0 15,1-2 0-15,-1-11 0 0,0 0 256 0,0 0 0 16,0 0 176-16,0 0-176 0,0 0 768 0,0 0 64 16,0 0 0-16,0 0 0 0,2-17-112 0,0 0-16 15,1-2 0-15,1-1 0 0,1 2-352 0,1-7-80 16,4 1-16-16,0-1 0 0,0 0-256 0,3 3 0 16,2 1 0-16,-1 4 0 0,-1-1-160 0,-1 5-144 15,2 1-16-15,1 2-16 16,0 2-2192-16,1 3-432 0,1 1-96 0,-2 1-16 0</inkml:trace>
  <inkml:trace contextRef="#ctx0" brushRef="#br0" timeOffset="-91067.09">28512 8164 18431 0,'0'0'816'0,"0"0"160"0,11-1-784 0,0-1-192 15,1-4 0-15,0-1 0 0,0-4 3408 0,-2 1 640 16,-1 1 128-16,-1-3 32 0,0 0-2864 0,-2 0-560 15,0 1-112-15,-2 1-32 0,-4 10-512 0,2-11-128 16,-2 2 0-16,-1 1 0 0,-3 0 0 0,-3 4 0 0,-2 1-192 0,0 2 192 16,-1 1-240-16,-2 4 80 0,-2 3 16 0,-2 3 0 15,-1 3 144-15,0 4 0 16,0-3 0-16,3 5 0 0,1 0 0 0,2 2-160 16,5-5 160-16,3 2 0 0,5 1-128 0,4 0 128 0,6-2 0 15,5-3 0-15,2-4 0 0,6 1-128 0,4-6 128 0,1-4 0 16,0-5 0-16,2-2 0 0,5-3 0 0,1-2 0 15,1 0 0-15,0-1 0 0,0-2 128 0,0-2-128 0,-1-1 208 0,-2-4-48 16,-2-1-16-16,-2-2 0 0,-4 1 272 0,-3-2 48 16,-3 0 16-16,-4-1 0 0,-3-4 320 0,-5 3 64 15,-3 1 16-15,-2 3 0 0,-1 3-240 0,-3 3-64 16,-2 7 0-16,-2 2 0 0,3 8 256 0,0 0 32 16,-12 4 16-16,1 6 0 0,-2 6-224 0,0 5-32 15,0 6-16-15,1-1 0 0,1 4-160 0,2 3-48 16,2 2 0-16,1 3 0 0,4 2-400 0,-1 3 128 15,2 0-128-15,1 1 0 0,2 2 0 0,1 0 0 16,0 3 0-16,1-1 0 0,1-2 0 0,0-3 0 16,0-2-144-16,-1-2 144 15,0-5-1840-15,0-6-256 0,-1-4-48 0,-2-6-16 16,-2-6-768-16,1-12-144 0,-8 6-48 0</inkml:trace>
  <inkml:trace contextRef="#ctx0" brushRef="#br0" timeOffset="-90926.46">28783 8252 16575 0,'11'-22'736'0,"-1"9"160"0,5-2-720 0,4 5-176 0,3 3 0 0,6 3 0 16,4 2 5312-16,2 2 1040 16,1 2 208-16,2 2 32 0,1-1-4352 0,-3 0-896 15,-2-1-160-15,-1 2-32 0,1-1-752 0,2-1-144 0,-1 1-16 0,1-3-16 32,-1-3-1888-32,0 1-368 0,-2 0-80 0</inkml:trace>
  <inkml:trace contextRef="#ctx0" brushRef="#br0" timeOffset="-89332.94">14579 9632 10127 0,'12'-19'896'0,"-12"19"-704"16,-1-9-192-16,1 9 0 0,0 0 4400 0,0 0 848 15,0 0 160-15,0 0 32 0,0 0-3504 0,8 13-704 16,1 5-144-16,0 9-16 0,0 9-576 0,-1-6-112 15,2 5-32-15,6 27 0 0,-3 4-352 0,-3-19 128 0,2 5-128 0,6 27 0 16,-1-8 0-16,-1-10 0 0,-2-6 0 0,1-10 0 16,-1-4 0-16,0-10 0 0,-1-4 0 0,2-6 128 15,0-6 352-15,2-8 80 0,2-3 16 16,1-8 0-16,5-5 512 0,0-10 96 0,0-7 32 0,2-8 0 16,2-9-448-16,1-6-96 0,-4-3-16 0,0-2 0 15,0-4-400-15,-2 0-96 0,-4-5-16 0,0 2 0 16,-3 2 16-16,-3 3 0 0,-5 2 0 0,0 5 0 0,-2 2-288 0,2 5-64 15,0 6-16-15,0 8 0 16,1 6-1504-16,-4 11-288 0,-6 11-64 0,0 0-9776 16,5 16-1968-16</inkml:trace>
  <inkml:trace contextRef="#ctx0" brushRef="#br0" timeOffset="-86102.35">17199 10073 36799 0,'0'0'1632'0,"0"0"336"0,0 0-1584 0,0 0-384 16,0 0 0-16,6 1 0 0,1-1 1136 0,4 2 144 16,4-4 16-16,-1 1 16 0,2-4-320 0,2 1-64 15,2 0-16-15,0-1 0 0,5 1-592 0,-1 0-128 16,-2 1-32-16,3 2 0 0,-1-3-160 0,2 2 0 15,-1-1-160-15,-3 2 160 16,-1 1-1920-16,-3 1-272 0,-3 2-64 0,-3-2-9744 16,-12-1-1952-16</inkml:trace>
  <inkml:trace contextRef="#ctx0" brushRef="#br0" timeOffset="-85930.5">17197 10348 16575 0,'0'0'1472'0,"0"0"-1168"15,0 0-304-15,4 8 0 0,3 0 4672 0,2-2 896 16,3 2 160-16,3-7 32 0,1-1-3392 0,2-1-704 16,2-5-128-16,4 0-16 0,3-1-480 0,3-1-80 15,2 0-32-15,15-2 0 16,-3 2-1136-16,-1 4-240 0,-1 1-32 0,-3 1-16 16,-2-2-2464-16,-3 0-496 0</inkml:trace>
  <inkml:trace contextRef="#ctx0" brushRef="#br0" timeOffset="-74479.29">18295 10428 22111 0,'0'0'1968'0,"0"0"-1584"0,0 0-384 0,0 0 0 15,0 0 2080-15,0 0 336 0,-1-19 64 0,1 19 16 16,0 0-624-16,0 0-112 0,0 0-32 0,0 0 0 16,0 0-192-16,0 0-32 0,0 0-16 0,0 0 0 0,0 0-528 0,0 0-128 15,0 0 0-15,9 0-16 0,3 2-256 0,1-1-48 16,2 2-16-16,5-2 0 0,3 2-224 0,5-1-32 15,2 1-16-15,11 1 0 0,5-2-96 0,4 2-128 16,3-1 176-16,3 1-176 0,1-3 128 0,1-1-128 16,-1 0 0-16,2 0 0 0,1 0 0 0,1 1 0 15,-1 2 0-15,-3 0 0 0,-1-1 0 0,-3 1 0 16,-5 1 0-16,0 2 0 0,-6-3 0 0,-3 1 0 16,-4 1 0-16,-2 0-144 0,-3 0 144 0,-3 1 0 15,-3-2 0-15,-4 1 0 0,-1-4 0 0,-4 2 0 16,-3-3 0-16,-2-2 0 0,-2 0 0 0,-1-2-208 15,-1-3 48-15,-2-4 16 16,-4-1-1888-16,-1-1-368 0,-4-2-80 0</inkml:trace>
  <inkml:trace contextRef="#ctx0" brushRef="#br0" timeOffset="-73891.16">18309 9329 13823 0,'4'-8'1216'0,"-2"-4"-960"15,-2 0-256-15,0 1 0 0,0-2 2608 0,0-2 464 16,0 1 112-16,0 0 16 0,-3-1-864 0,2 2-160 15,-1 4-48-15,2 9 0 0,-4-8-352 0,4 8-80 16,0 0-16-16,0 0 0 0,-3 13-608 0,-1 7-128 16,0 3-32-16,0 5 0 0,-1 6-592 0,-3 7-112 15,-1 8-16-15,1 4-16 0,1 3-176 0,2 1 0 16,0-3 0-16,1-1 128 0,1-1-128 0,1-8 0 16,-1-7 0-16,2-1 0 0,2-6-208 0,2-4 16 15,-1-6 16-15,2 0 0 16,-1-3-1024-16,1-1-208 0,0-5-32 0,-3-2-10224 15,-1-9-2048-15</inkml:trace>
  <inkml:trace contextRef="#ctx0" brushRef="#br0" timeOffset="-73561.54">18270 9413 13823 0,'4'-13'1216'0,"1"-6"-960"15,1-1-256-15,3 1 0 0,4 0 3488 0,1 1 656 0,-1 1 128 0,2 3 16 16,-1 2-2048-16,2 2-400 0,0-1-96 0,1 5-16 0,-1 2-608 0,1 3-128 15,-1 3-32-15,-2 2 0 0,-2 3-624 0,-2 4-128 16,-2 4-16-16,-3 3-16 0,-2 3-368 0,-3 2-64 16,-3 3 0-16,-1 2-16 15,-1-2-272-15,-7 3-48 0,-1-1-16 0,-1 2 0 0,0 1 368 0,-2-4 80 16,-1-3 16-16,1 0 0 0,1-2 144 0,2-3 0 16,0-2 0-16,2-2 0 0,1-3 0 0,5-5 0 15,-1 0 128-15,4 2-128 0,3 0 160 0,3 0-32 16,4-1-128-16,2-1 192 0,3-1 80 0,2-1 16 15,2 1 0-15,1 0 0 0,0-3-96 0,3-1 0 0,0 0-16 0,0 0 0 16,1 1-48-16,-5-2 0 16,1 0 0-16,9-1 0 0,-2 0-128 0,-3 0 0 15,-2 0 0-15,-1 0 0 16,1 2-1440-16,-2-2-272 0,0 0-48 0,-1-2-8624 0,-1 0-1728 0</inkml:trace>
  <inkml:trace contextRef="#ctx0" brushRef="#br0" timeOffset="-73357.08">18925 9437 25791 0,'0'0'2304'0,"-8"3"-1856"15,0 4-448-15,-1 5 0 0,-3 2 2064 0,1 3 320 16,-4 6 64-16,1 1 16 0,-2 5-1120 0,3-2-240 16,1 3-32-16,2 4-16 0,0 1-336 0,2 1-64 15,1-1-16-15,2 0 0 0,1 2-384 0,3-4-64 16,-2-1-32-16,3-2 0 0,0-2-160 0,3-2 0 15,-2-2 0-15,2-2-176 16,-1-5-1360-16,1-1-256 0,-2-2-64 0,-1-4-16 16,0-10-1952-16,0 0-384 0</inkml:trace>
  <inkml:trace contextRef="#ctx0" brushRef="#br0" timeOffset="-73216.33">18601 9773 31839 0,'4'-21'1408'0,"2"10"304"0,1-1-1376 0,4 1-336 16,1-2 0-16,3 6 0 0,3 3 1792 0,2 0 304 15,0 3 48-15,0 1 16 0,0 5-1040 0,-4-1-208 16,-1 0-32-16,9 3-16 0,-2 0-624 0,0-2-240 16,0-1 176-16,2-1-176 15,-2-2-1056-15,3 0-304 0,1 1-64 0,0-4-16256 0</inkml:trace>
  <inkml:trace contextRef="#ctx0" brushRef="#br0" timeOffset="-72544.69">19458 9116 3679 0,'0'0'320'16,"0"0"-320"-16,0 0 0 0,0 0 0 15,0 0 3712-15,0 0 688 0,0 0 128 0,0 0 16 0,0 0-1856 0,0 0-368 16,0 0-80-16,0 0 0 0,-7 9-192 0,7-9-48 16,-6 9 0-16,-1-1 0 0,7-8-400 0,-9 8-64 15,-1 4-32-15,-1 1 0 0,1 0-544 0,-2 6-128 16,-1 5 0-16,-2 5-16 0,-4 3-496 0,-2 5-112 15,-2 4-16-15,-2 5 0 0,-2 9-192 0,-1 3 128 16,0-3-128-16,-1 3 0 0,-1-1 128 0,3-4-128 16,1-3 0-16,4-2 144 0,1-2-352 0,2-6-80 15,2-5-16-15,4-2 0 16,3-3-2336-16,6-13-480 0,-1-1-80 0,1-2-12944 0</inkml:trace>
  <inkml:trace contextRef="#ctx0" brushRef="#br0" timeOffset="-72346.54">19663 9179 33919 0,'0'0'1504'0,"-7"11"304"0,1 4-1440 0,-5 3-368 16,-1 4 0-16,-4 6 0 0,-4 4 1280 0,-4 7 192 16,-2 8 48-16,-2 5 0 0,-2 2-304 0,0 5-64 15,0 3-16-15,-2 2 0 0,1-5-720 0,-1-2-144 16,2-4-16-16,2-2-16 0,5-2-240 0,2-5 0 15,3-2 0-15,3-5 0 16,4-4-2096-16,5-13-352 0,2-3-80 0,2 3-14592 0</inkml:trace>
  <inkml:trace contextRef="#ctx0" brushRef="#br0" timeOffset="-71487.13">19753 9496 21183 0,'0'0'1888'0,"0"0"-1504"15,0 0-384-15,-8-3 0 0,1 0 2432 0,1 2 400 16,6 1 96-16,-11 1 16 0,1 2-1072 0,2 2-208 16,0 3-32-16,2 4-16 0,-1 3-592 0,2 2-128 15,1 5-32-15,0 6 0 0,0 4-352 0,0 2-80 16,0 0-16-16,-1 3 0 0,0 2-224 0,2-10-64 16,0-3 0-16,-1 15 0 0,1-5-128 0,3-9 0 15,0-4 0-15,3-3 128 0,-1-3-320 0,1-3-80 16,-2-2-16-16,2-2 0 15,-3-10-384-15,0 0-80 0,0 0-16 0,0 0 0 16,0 0-1632-16,0 0-336 0,8-7-64 0</inkml:trace>
  <inkml:trace contextRef="#ctx0" brushRef="#br0" timeOffset="-71174.66">19759 9497 21183 0,'12'-1'1888'0,"2"-1"-1504"0,3 2-384 0,0 2 0 0,-1 0 2848 0,-1 3 496 16,1 3 112-16,-3 4 0 0,-1 0-1728 0,-2 1-336 15,-1 5-80-15,-3-1-16 0,-3 4-688 0,-3 1-144 16,-2 0-16-16,-5 2-16 0,-3 0-288 0,0 2-144 16,-5 2 160-16,-2-5-160 0,-1-1-224 0,-2-1-144 15,1-1-16-15,1-2-16 16,-1-4-112-16,4-2-32 0,-1-3 0 0,2-2 0 16,1-2 96-16,1-4 32 0,2-3 0 0,2-1 0 0,1-1 416 0,7 4 192 15,0 0 0-15,0-9-16 0,4 0 160 0,-4 9 48 16,9-9 0-16,2 5 0 0,0 3 128 0,0 2 16 15,1 2 16-15,7 3 0 0,1-2-96 0,1 5-32 16,-1 3 0-16,3 0 0 0,-4-3-96 0,1 1-32 16,-1 1 0-16,1-2 0 0,-2-3-288 0,0 1 0 15,-3-2 128-15,-2 1-128 16,-2 1-896-16,0-1-224 0,-2 0-48 0,0-2-10544 16,-9-4-2112-16</inkml:trace>
  <inkml:trace contextRef="#ctx0" brushRef="#br0" timeOffset="-70940.25">20175 9805 15663 0,'12'0'1392'0,"2"2"-1120"0,2 5-272 0,-2-1 0 16,-1 2 4464-16,-5-4 832 0,-2 1 160 0,1 6 48 15,-3 0-3808-15,-4 1-752 0,-3 1-160 0,-1-1-16 0,-3 2-512 0,-3 2-112 16,-1-1-16-16,-1 4 0 0,0 0-128 0,2-1 0 15,1-2 0-15,2-2 0 0,2 2 0 0,2-4 0 16,3 0 0-16,0-12 192 0,8 7 176 0,0-1 32 16,2-5 16-16,9-1 0 0,0-4-224 0,2-3-64 15,0-2 0-15,2-1-12144 16,2-3-2432-16</inkml:trace>
  <inkml:trace contextRef="#ctx0" brushRef="#br0" timeOffset="-70149.22">18225 10773 11967 0,'-3'-12'1072'0,"3"12"-864"15,-4-9-208-15,2 3 0 0,2 6 3840 0,0-11 704 16,0 11 160-16,0 0 32 0,0 0-2176 0,0 0-416 15,0 0-96-15,0 0 0 0,7 15-672 0,-1-2-128 16,0 4-32-16,5 13 0 0,-5 4-400 0,-1 0-96 0,-2 1-16 0,-2 4 0 16,-1 3-256-16,-1 3-64 15,-2 3-16-15,1 2 0 0,0-4-192 0,2-3-48 0,0-6 0 16,0-3 0-16,2-5-128 0,-1-2-176 0,-1-4 48 0,-1-4 0 31,-1-2-304-31,0-3-48 0,0-3-16 0,2-11 0 0,0 0-2368 16,-6 6-464-16,6-6-112 0</inkml:trace>
  <inkml:trace contextRef="#ctx0" brushRef="#br0" timeOffset="-69849.98">18311 10773 18431 0,'19'-8'1632'0,"6"3"-1312"16,1 0-320-16,1 1 0 0,2 1 3664 0,-1 3 672 15,-2 3 128-15,-6 4 16 0,-3 2-2576 0,-4 4-528 16,-3 1-96-16,-5 4-32 0,-4 2-736 0,-3 3-128 15,-5 1-48-15,-3 3 0 0,-2 2-336 0,0-2 0 16,-2 3-160-16,-2-1 160 0,-2-2 0 0,0-1-128 16,1-2 128-16,0-3 0 0,1-3 0 0,3-6 0 15,0-1 0-15,3-3 0 0,0 1 144 0,10-9-144 16,0 0 128-16,-5 8-128 0,5-8 256 0,0 0-16 16,5 12-16-16,2-2 0 0,1 2-80 0,4 0-16 15,2-2 0-15,1 2 0 0,1 0-128 0,1-1 128 0,0-1-128 0,1 0 128 16,-1-1-336-16,1-1-80 15,1 0-16-15,-1-2 0 16,-1 1-2976-16,-1-2-608 0,1 2-112 0,3-2-32 0</inkml:trace>
  <inkml:trace contextRef="#ctx0" brushRef="#br0" timeOffset="-69600">18852 11065 14735 0,'0'0'1312'0,"0"0"-1056"15,-9-1-256-15,1 2 0 0,8-1 4480 0,-11 8 832 16,1 0 160-16,1 5 32 0,0 5-3328 0,0 4-688 16,-1 4-128-16,3 2-16 0,-4 2-640 0,3 5-128 15,3-2-32-15,0 2 0 0,1 0-240 0,3-12-48 16,-1 4-16-16,1-3 0 0,1 4-48 0,1-1-16 15,2 0 0-15,-2-2 0 0,-1-1-176 0,0-1 0 16,0 1 0-16,-1-6 0 16,-3 0-2000-16,-1-5-432 0,-2-1-96 0</inkml:trace>
  <inkml:trace contextRef="#ctx0" brushRef="#br0" timeOffset="-69459.36">18457 11480 11967 0,'0'0'1072'0,"8"-1"-864"16,-2-6-208-16,6 2 0 0,1 1 5120 0,5 1 960 0,2 1 208 15,1 2 48-15,3 0-4064 0,-7 1-800 0,1 0-176 0,5 1-16 16,0-1-832-16,11 0-176 0,-1-1-16 16,-2 0-16-1,0-2-1904-15,2-1-368 0,-3-5-80 0,-3 0-13632 0</inkml:trace>
  <inkml:trace contextRef="#ctx0" brushRef="#br0" timeOffset="-69193.79">19248 10945 11967 0,'0'0'1072'0,"0"0"-864"16,0 0-208-16,0 0 0 0,0 0 5088 0,-3 17 976 15,-4 3 192-15,-4 6 32 0,-3 0-4576 0,-2 10-928 16,-1 5-176-16,0 4-32 0,0 5-240 0,-1 1-32 15,-1-2-16-15,6-12 0 0,-2 2 16 0,2 1 0 16,3 1 0-16,1-3 0 0,-1-4-304 0,4-4 0 16,2-6-176-16,3-3 176 15,1-4-3632-15,2-6-608 0,-2-11-128 0,24-7-32 0</inkml:trace>
  <inkml:trace contextRef="#ctx0" brushRef="#br0" timeOffset="-69021.94">19551 10937 24879 0,'0'0'1088'0,"-2"11"256"0,1 3-1088 0,-3 4-256 0,-2 3 0 0,-4 7 0 16,-1 4 3808-16,-1 5 704 0,-2 3 144 0,-2 6 16 15,0 3-2704-15,-2 4-560 0,-2-1-96 0,7-14-32 16,-4 5-704-16,1 1-160 0,0 3-32 0,-1 1 0 16,3 2-256-16,2-5-128 0,1 0 128 0,4-4-128 15,0-2-2016 1,2-3-480-16,1-4-112 0</inkml:trace>
  <inkml:trace contextRef="#ctx0" brushRef="#br0" timeOffset="-68484.19">19618 11391 9215 0,'0'0'816'0,"0"0"-656"0,-2-5-160 0,-2 0 0 0,1 0 5440 0,3 5 1040 16,0 0 224-16,0 0 32 0,0 0-3888 0,-5 2-784 15,0 3-144-15,1 4-48 0,0 6-848 0,0 2-160 16,0 2-32-16,0 5-16 0,2 3-464 0,-1 3-96 16,0 4 0-16,2 3-16 0,-2 0-240 0,2 5 0 15,0-3 0-15,0 2 0 0,-2-8 0 0,2 1 0 31,-1-2 0-31,4-2 0 16,-2-7-1136-16,0-2-272 0,0-4-48 0,0-4-16 16,0-3-1712-16,0-10-336 0,0 0-80 0,0 0-16 0</inkml:trace>
  <inkml:trace contextRef="#ctx0" brushRef="#br0" timeOffset="-68202.95">19685 11343 35999 0,'14'1'1600'0,"-5"1"320"0,2-2-1536 0,2 2-384 0,1 1 0 0,0 2 0 0,-1-1 1296 0,1 2 192 16,-4 4 48-16,-2-3 0 0,-2 5-752 0,-3 1-144 16,-3 1-16-16,-3 2-16 0,-1 1-272 0,-3 3-48 15,-4 0-16-15,1 3 0 0,-1-1-272 0,0 3-272 16,-3-2 48-16,1 2 16 16,0 1-368-16,0-1-64 0,2-2 0 0,-1-2-16 15,1-1 144-15,4-1 16 0,0-6 16 0,2 0 0 0,1-2 480 0,3-2 0 16,2-1 0-16,-1-8 0 0,5 7 304 0,2 0 48 15,2-2 16-15,1-1 0 0,2 0 16 0,2 1 0 16,2-4 0-16,0 2 0 0,1 0-192 0,2-3-16 16,-2 1-16-16,1-1 0 15,2 0-1424-15,-3-1-272 0,-1-3-64 0,3-3-16016 0</inkml:trace>
  <inkml:trace contextRef="#ctx0" brushRef="#br0" timeOffset="-67984.19">20075 11720 33919 0,'0'0'752'0,"5"9"144"0,0 1 48 0,0 2 0 0,1 1-752 0,-4 1-192 0,-1 5 0 0,-2-5 0 15,-3 2 736-15,-1 1 112 0,-2 0 32 0,0-1 0 16,-1 1-544-16,0 2-96 0,1-4-32 0,1 1 0 16,1-3-80-16,1-1-128 0,3-3 176 0,1-1-176 15,2-2 944-15,3 1 80 0,2-6 0 0,2 0 16 16,3-1-112-16,2-1-32 0,0 0 0 0,3-5 0 0,0 1-416 0,2-1-96 15,-1-3 0-15,1-1-16 16,1 3-2704 0,-2-5-544-16</inkml:trace>
  <inkml:trace contextRef="#ctx0" brushRef="#br0" timeOffset="-67374.91">20384 11416 20271 0,'0'0'896'0,"0"0"192"0,7 4-880 0,4-3-208 16,2 0 0-16,4 1 0 0,4-1 3840 0,2 0 736 16,1 1 144-16,2-1 16 0,1 0-2768 0,3 2-560 15,1-1-128-15,3 1 0 0,0 1-848 0,1-4-176 16,1 0-16-16,-3 0-16 15,3 0-608-15,-4 0-128 0,-2 0-32 0,-2-4 0 16,-4 1-1376-16,-3-2-288 0,-2 1-48 0,1-2-13600 0</inkml:trace>
  <inkml:trace contextRef="#ctx0" brushRef="#br0" timeOffset="-67203.05">20703 11047 35935 0,'0'18'1600'0,"1"-6"320"0,-1 2-1536 0,3 7-384 0,1 5 0 0,0 7 0 15,-2 6 1424-15,1 0 224 0,0 5 32 0,-2 2 16 16,-1 4-944-16,0 3-192 0,0-1-48 0,1 2 0 16,0-1-384-16,3 1-128 0,0-2 0 0,2-4 0 31,0-6-2352-31,2-5-576 0,2-4-112 0</inkml:trace>
  <inkml:trace contextRef="#ctx0" brushRef="#br0" timeOffset="-66999.94">21261 11044 39743 0,'0'0'1760'0,"7"13"352"0,0 0-1680 0,1 7-432 15,1 6 0-15,-1 5 0 0,-3 5 1216 0,-1 3 176 16,-2 1 16-16,-2 3 16 0,-2 3-576 0,1 2-112 16,-3-1-32-16,0 4 0 0,-1-2-704 0,0 0 0 0,1-3 0 0,1 0 0 31,2-8-1088-31,1-5-192 0,0-7-64 0,0-7 0 15,0-6-976-15,0-5-208 0,0-8-32 0,0 0-13712 0</inkml:trace>
  <inkml:trace contextRef="#ctx0" brushRef="#br0" timeOffset="-66734.36">21303 11124 8287 0,'17'-14'736'0,"-8"10"-592"0,4 0-144 0,2 2 0 16,5 4 5920-16,0 0 1152 0,-2 4 224 0,0 0 64 15,0 3-4224-15,-2 3-832 0,-3 1-160 0,-3 4-32 16,0 0-960-16,-4 4-176 0,-3-2-32 0,-5 3-16 0,0 1-608 0,-2 0-112 15,-3 2-16-15,-2-2-16 0,-4-1-176 0,-1-1 0 16,-3-1-160-16,0-2 160 0,0-1-208 0,-1-1 48 16,0-2 16-16,1-1 0 0,2-1 144 0,2 0 0 15,1-2 0-15,3-2 0 0,3 0 128 0,2-1 16 16,4-7 0-16,0 8 0 0,3 0 144 0,2 3 32 16,3-4 0-16,3 4 0 0,4 1 112 0,0-2 16 15,4-1 16-15,0 2 0 0,5-2-208 0,-2 1-32 16,0 1-16-16,1-2 0 0,2 1-208 0,-3-3 0 15,-1-1 0-15,-1-1 0 16,1 1-1344-16,-3-4-352 0,-1-1-80 0,-2-1-11872 16,0-2-2384-16</inkml:trace>
  <inkml:trace contextRef="#ctx0" brushRef="#br0" timeOffset="-66578.13">21872 11531 39567 0,'7'18'1744'0,"-3"-8"368"0,1 5-1680 0,-1 0-432 16,-1 4 0-16,-1 1 0 0,0 3 1840 0,-1 0 272 16,-1-1 64-16,0 2 16 0,0 0-1168 0,1 1-256 15,0-1-32-15,1-1-16 16,-1 1-1424-16,0-2-272 0,1-1-64 0</inkml:trace>
  <inkml:trace contextRef="#ctx0" brushRef="#br0" timeOffset="-65586.31">19560 10489 10127 0,'0'0'448'0,"0"0"96"0,0 0-544 0,0 0 0 16,-4 5 0-16,4-5 0 0,0 0 2864 0,0 0 464 15,-7 3 80-15,7-3 32 0,0 0-1248 0,0 0-240 16,-5-5-48-16,1-2-16 0,3-1-480 0,1-1-112 0,0 0-16 0,0 1 0 16,1 0-400-16,2 2-96 0,-1 1-16 0,-2 5 0 15,0 0-112-15,0 0-16 0,0 0-16 0,0 0 0 16,0 0-144-16,0 0-32 0,0 0 0 0,0 0 0 16,8 4 48-16,0 1 0 0,0 0 0 0,1 0 0 0,1 2-112 0,3-3-32 15,2 1 0-15,0 1 0 16,2 1-144-16,4-2-16 0,3-1-16 0,3 1 0 15,2 2-16-15,2-3 0 0,4 0 0 0,2-2 0 0,2 1 80 0,1-2 16 16,3 0 0-16,3-1 0 0,3-1 48 0,4 0 16 16,-1 1 0-16,0-3 0 0,0 1-48 0,1 0 0 15,-2 2 0-15,0-2 0 0,-1 0 0 0,1 1 0 16,-2 0 0-16,1 1 0 0,-1-3-128 0,1 2-16 16,-2 1-128-16,0 0 192 0,-2 0-192 0,-1 1 0 15,1-1 0-15,-2 0 0 0,1-1 128 0,0 0-128 16,4-1 0-16,0-2 0 0,-1 2 176 0,-1-1-176 15,0 0 192-15,1 2-192 0,-1 0 192 0,-1 0-64 16,0 2 0-16,-3-1-128 0,-2-1 224 0,2 1-64 16,3 0-16-16,-3 1 0 0,-2 0 80 0,-2 2 16 15,0-1 0-15,-4 1 0 0,-2 2-48 0,-2-1 0 16,-1 1 0-16,-3 2 0 0,-1-1-32 0,-2 2-16 16,-2 3 0-16,-1-2 0 0,-3-1-144 0,-1-1 192 15,-1 1-192-15,-2 0 192 0,2 0-192 0,-3 0 192 16,-2-2-192-16,0-2 192 0,-3 0-64 0,-1-1 0 15,-7-3 0-15,0 0 0 0,8 0 0 0,-8 0-128 0,0 0 192 0,0 0-64 16,2-7-368-16,-2-1-80 0,-2 2 0 16,-2-7-16-1,0 0-2624-15,2 0-528 0</inkml:trace>
  <inkml:trace contextRef="#ctx0" brushRef="#br0" timeOffset="-63515.93">22776 10417 3679 0,'0'0'160'0,"0"0"32"0,0 0-192 0,3-11 0 16,-3 11 0-16,5-8 0 0,-5 8 5552 0,0 0 1056 16,0 0 224-16,0 0 32 0,0 0-4048 0,0 0-800 15,-9 0-160-15,0 4-48 0,-1 5-864 0,0 3-176 0,0 3-48 0,-1 5 0 16,1-2-384-16,1 3-80 16,-3 1 0-16,1 3-16 0,2 1-240 0,1-3 176 15,1-2-176-15,1 0 160 0,1-1-160 0,0-2 0 16,0-5 0-16,1 0 0 15,0-1-1616-15,0-2-304 0,4-10-64 0,0 0-13200 0</inkml:trace>
  <inkml:trace contextRef="#ctx0" brushRef="#br0" timeOffset="-63311.47">22603 10378 24879 0,'0'0'1088'0,"0"0"256"0,0 0-1088 0,0 0-256 0,0 0 0 0,0 0 0 0,0 0 2736 0,9 0 480 16,0 7 112-16,5 3 0 0,-1 3-1984 0,-4 0-384 15,2 0-96-15,3 11-16 0,-1-1-544 0,0 3-112 16,1-2-32-16,1 2 0 0,-2 1-160 0,-1-1 0 16,1-6 0-16,1 3 0 15,0-3-576-15,2-1-64 0,0-2 0 0,1-1 0 16,-3-4-2320-16,2-2-480 0,4-2-80 0,0-4-32 0</inkml:trace>
  <inkml:trace contextRef="#ctx0" brushRef="#br0" timeOffset="-62905.26">23318 10099 30351 0,'0'0'1344'0,"0"0"272"0,0 0-1296 0,-5-4-320 15,-1 0 0-15,6 4 0 0,-10 4 1648 0,0 4 256 16,-2 5 48-16,1 7 16 0,0 4-848 0,1 9-160 16,-1 6-48-16,2 4 0 0,0 3-480 0,2 2-112 15,-2 2 0-15,3 2-16 0,2 1-48 0,4-1-16 16,3-2 0-16,0-4 0 0,3-3-240 0,1-7 0 16,4-5 128-16,1-6-128 15,1-7-1648-15,2-5-368 0,4-5-80 0,0-4-9312 16,2-4-1872-16</inkml:trace>
  <inkml:trace contextRef="#ctx0" brushRef="#br0" timeOffset="-62624.04">23546 10287 4607 0,'0'0'400'0,"16"4"-400"15,0-2 0-15,1 4 0 0,0-4 7248 0,1 3 1376 0,1 2 272 0,-2 0 48 16,-1-1-6208-16,-4 3-1248 15,-3 2-240-15,-1-1-48 0,-2 0-688 0,-2 2-128 0,-3 1-16 16,-3-1-16-16,-5 2-352 0,-2 3 0 0,-1-2 0 0,-2 4 0 16,-1 3-224-16,4-5 32 0,0 3 16 0,-4 11 0 15,1-2 176-15,3-3 0 0,1-1 0 0,3-3-128 16,2-7 304-16,3 0 64 0,0-2 16 0,4-3 0 0,4-2-32 0,1 0 0 16,1-3 0-16,4 0 0 0,0-1-224 0,4-1 144 15,3-1-144-15,-1 0 128 16,-1-2-816-16,-3 0-160 0,2 0-48 0,12-2 0 15,-1 0-2064-15,1-3-432 0,0-2-64 0</inkml:trace>
  <inkml:trace contextRef="#ctx0" brushRef="#br0" timeOffset="-62352.06">24219 10391 20271 0,'0'0'896'0,"0"0"192"16,1 12-880-16,-1 2-208 0,0 3 0 0,2 3 0 0,-4 2 4560 0,4 4 880 15,-2 3 160-15,0 1 32 0,-3 1-3712 0,3 0-768 16,0-1-128-16,3-4-48 0,-1-1-528 0,4-3-96 16,-1-2-32-16,3-5 0 0,-1 0-16 0,3-5-16 15,-1-3 0-15,1-5 0 0,1-2 288 0,-1-4 64 16,0-3 16-16,3-6 0 0,2-4-48 0,-1-4-16 16,0-3 0-16,3-2 0 0,2-2-304 0,-2-2-64 15,-3-2-16-15,-1 0 0 0,1-2-208 0,-3 12 128 16,-1-2-128-16,5-8 0 15,-4 4-832-15,0 2-272 0,-2 5-48 0,-1 4-16 0,-1 4-1632 0,0 4-320 0,-7 9-64 0,0 0-14736 16</inkml:trace>
  <inkml:trace contextRef="#ctx0" brushRef="#br0" timeOffset="-62024.01">24901 10050 10127 0,'0'0'896'0,"0"0"-704"0,0 0-192 0,13 7 0 16,-1 4 4928-16,1 2 944 15,0 1 192-15,-1 7 32 0,-2 0-3024 0,0 5-624 0,1 1-112 0,1 3-32 16,-1 0-320-16,1 3-80 0,-2 4-16 0,0 2 0 16,0 0-960-16,-3 4-192 0,-4 2-32 15,0 4-16-15,-4-1-368 0,-2 0-64 0,-3 0 0 0,-3-2-16 16,-3-4-112-16,1-11-128 0,-3 0 176 0,-2 2-176 0,-1-3 144 0,-1-3-144 16,-1-2 0-16,-9 5 144 15,3-7-1872 1,3-8-368-16,-1-6-80 0</inkml:trace>
  <inkml:trace contextRef="#ctx0" brushRef="#br0" timeOffset="-57151.26">25711 10505 18431 0,'0'0'1632'0,"-10"2"-1312"0,1-2-320 0,9 0 0 0,0 0 2384 0,-7-2 416 16,7 2 80-16,0 0 0 0,0 0-816 0,0 0-160 15,0 0-48-15,0 0 0 0,13-8-768 0,2 1-144 16,2 2-48-16,3 1 0 0,-1 2-304 0,-2 0-64 16,1 1-16-16,10 1 0 0,-2 0-80 0,-1 0-32 15,-2 0 0-15,1 0 0 0,0 0-16 0,1 0 0 16,-3-1 0-16,3-2 0 0,0 2 16 0,-2-3 0 15,0 1 0-15,-3 3 0 0,0-4-128 0,-3 3-16 16,-3 0-16-16,-1-2 0 0,-1 2-32 0,-12 1 0 16,0 0 0-16,0 0 0 0,9-2-64 0,-9 2-16 15,0 0 0-15,0 0 0 0,0 0-128 0,0 0 0 16,0 0 0-16,0 0 0 0,0 0-224 0,0 0-128 16,-10 0-32-16,1 0 0 15,-2-1-1792-15,2 0-352 0,9 1-80 0,-8-3-15040 0</inkml:trace>
  <inkml:trace contextRef="#ctx0" brushRef="#br0" timeOffset="-56353.09">26012 10123 18431 0,'0'0'1632'0,"0"0"-1312"16,-2-7-320-16,2 7 0 0,0 0 3440 0,0 0 608 15,0 0 128-15,0 0 32 0,0 0-1648 0,0 0-320 16,0 0-64-16,-6 13 0 0,-1 5-1120 0,2 7-224 16,0 4-32-16,0 5-16 0,0 2-320 0,-2 5-64 15,1-2-16-15,-2 4 0 0,1 2-224 0,-1 1-160 16,1 2 192-16,0-1-192 0,2-1 128 0,2-12-128 15,-1-3 0-15,0 17 0 16,0-5-1248-16,4-2-304 0,0-6-64 0,3-12-11024 0,1 2-2208 0</inkml:trace>
  <inkml:trace contextRef="#ctx0" brushRef="#br0" timeOffset="-56103.1">27009 10043 1839 0,'0'0'160'0,"0"0"-160"0,-10-2 0 0,-1 4 0 0,0 3 7360 0,-4 6 1456 16,-3 0 272-16,-2 6 64 0,0 6-6032 0,-4 0-1216 16,-3 4-240-16,2 6-64 0,0 4-608 0,2 2-128 15,-1-3-32-15,6 2 0 0,4-2-224 0,3 2-48 16,3 3-16-16,6-3 0 0,3-2-288 0,6-1-48 15,2-2-16-15,2-2 0 16,4-2-1472-16,2-6-320 0,2-3-48 0,3-5-11056 16,5-3-2208-16</inkml:trace>
  <inkml:trace contextRef="#ctx0" brushRef="#br0" timeOffset="-55931.23">27030 10385 15663 0,'0'0'688'0,"13"1"144"0,1-1-656 0,5 3-176 0,1-1 0 0,4 1 0 16,2-1 4864-16,1 2 928 0,2 0 192 0,-2 1 32 15,0 1-4384-15,1-2-880 0,1 0-176 0,1 1-48 32,-3-3-3152-32,-1 0-624 0</inkml:trace>
  <inkml:trace contextRef="#ctx0" brushRef="#br0" timeOffset="-55632.55">27716 10287 19343 0,'1'19'1728'0,"-1"-2"-1392"15,0 4-336-15,0 3 0 0,0 1 2288 0,0 3 384 16,0 0 80-16,1 12 0 0,2-6-864 0,1-4-176 15,0-3-48-15,2-7 0 0,1-3-192 0,2-4-64 16,1-7 0-16,1 0 0 0,-11-6-176 0,15-2-32 16,1-3-16-16,0-3 0 0,1-2-416 0,2-6-64 15,2-1-32-15,0 0 0 0,0 2-352 0,-2 0-80 0,1-3-16 0,-2 4 0 16,2-1-224-16,-2 2 128 0,-1 0-128 0,-1 3 0 31,-2-2-528-31,-2 2-208 0,-2 1-32 0,-1 1-16 0,0-1-2736 0,-2-1-560 16</inkml:trace>
  <inkml:trace contextRef="#ctx0" brushRef="#br0" timeOffset="-55428.41">28353 10171 17503 0,'15'9'768'0,"-5"0"176"0,3 0-752 0,3 3-192 15,-1 1 0-15,2 3 0 0,2 1 5312 0,-3 0 1040 16,-2-2 208-16,-3 3 32 0,2 2-3616 0,-2 0-736 15,-2 0-128-15,-1 5-48 0,-2-4-1024 0,-2 5-208 16,-1 7-32-16,-3-1-16 0,-3 5-352 0,-2 1-80 16,-2 1-16-16,-2 1 0 0,-1 1-192 0,-3-2-144 15,-3 0 192-15,-2-7-192 16,-3-2-240-16,-2-4-144 0,-4-2-48 0,0-5 0 16,-2-2-2560-16,-1-2-512 0</inkml:trace>
  <inkml:trace contextRef="#ctx0" brushRef="#br0" timeOffset="-41130.99">24657 11610 10127 0,'4'-6'896'0,"0"-1"-704"0,0-1-192 0,5-5 0 0,-9 13 2496 0,3-9 480 0,-3 9 96 0,2-8 0 0,-3 1-1024 0,1 7-224 16,-4-8-32-16,4 8-16 0,-8-7-336 0,0 3-64 16,-2 3-16-16,1 1 0 0,-2 1-336 0,5 3-80 15,-3 1-16-15,-2 5 0 0,-2-1-32 0,-1 4 0 16,-3 4 0-16,1 2 0 0,-1 2-64 0,-13 22 0 15,6 1-16-15,3-1 0 0,5-1-176 0,4 2-48 16,3 2 0-16,2 4 0 0,-1-1-208 0,4 1-64 16,4 2 0-16,0 0 0 0,1-1-176 0,2-3-144 0,1-5 192 15,1-5-192-15,0-4 128 0,2-4-128 0,0-5 0 0,2-2 0 16,1-2 0-16,0-2 0 16,0-4 0-16,2-2 0 0,-1-1-192 0,-1-2-32 15,-1-2-16-15,0-4 0 16,-9-4-1200-16,11 2-240 0,-11-2-48 0,0 0-10496 0,10-5-2112 0</inkml:trace>
  <inkml:trace contextRef="#ctx0" brushRef="#br0" timeOffset="-39456.44">24945 11986 8287 0,'0'0'736'0,"0"0"-592"15,0 0-144-15,0 0 0 0,0 0 3952 0,0 0 752 16,0 0 160-16,0 0 16 0,8-8-2240 0,4 4-448 16,1 1-80-16,4 3-32 0,4 0-656 0,2 3-128 15,-1 0-16-15,1 0-16 0,-3 4-624 0,1 1-112 16,-3 1-16-16,-1 1-16 0,-4 5-320 0,-2-2-176 0,-6 1 192 0,-2 4-192 15,-6 3 0-15,-2 3 0 0,-3 2 0 16,-1-3 0-16,-1 1 0 0,-1-1-144 0,-1-1 144 0,1-1-192 16,0-1 192-16,1-6 0 0,-2-1 0 0,3-1 0 15,1-7 0-15,8-5 0 0,-8 4 0 0,8-4 0 0,0 0 192 16,0 0-48-16,0 0 0 0,0 0 0 0,0 0 112 0,0 0 32 16,4-9 0-16,4 2 0 0,1 2-16 0,3 1 0 15,2 2 0-15,4 2 0 0,2 1-128 0,1 0-16 16,1 2-128-16,-1-2 192 0,0 0-192 0,-2 1 0 15,1 0 0-15,1 0 0 0,-2-2 0 0,0 0-256 16,-3 0 16-16,0 0 16 16,-2-2-2016-16,2 2-416 0,-2-5-80 0,1 0-13136 15</inkml:trace>
  <inkml:trace contextRef="#ctx0" brushRef="#br0" timeOffset="-39237.71">25838 12188 24879 0,'0'0'1088'0,"11"0"256"0,-11 0-1088 0,12-3-256 16,-12 3 0-16,10 3 0 0,-10-3 3072 0,0 0 576 16,0 0 96-16,0 0 32 0,-1 10-2368 0,-1 5-448 0,-3-2-112 0,-1 1-16 15,-2 0-608-15,-1 1-224 16,-2-2 144-16,1 2-144 15,-1-2-928-15,1 0-272 0,0 0-48 0,-1-1-10336 16,1 0-2080-16</inkml:trace>
  <inkml:trace contextRef="#ctx0" brushRef="#br0" timeOffset="-38690.89">26351 11906 31039 0,'0'0'1376'0,"0"0"288"0,0 0-1344 0,0 0-320 16,0 0 0-16,0 0 0 0,11 4 1584 0,0-1 240 15,-1-3 48-15,2 1 16 0,0 2-688 0,0-1-144 16,-2-2-32-16,0 3 0 0,1 1-512 0,-11-4-96 15,12 6-32-15,-3 2 0 0,-3 1-256 0,-1 2-128 16,-3 0 0-16,-2 4 128 0,-2-2-128 0,0 1 0 0,-3 4-192 0,-1 1 192 16,-1-1-304-16,-1 0 64 0,-1-1 16 0,-1 0 0 15,0 1 96-15,1-3 128 0,0-1-208 0,2-2 80 16,2-2 128-16,5-10 0 0,0 0 0 0,0 12 0 16,0-12 0-16,5 10 144 0,-5-10 0 0,11 8 0 0,-1-1 128 0,2-2 32 15,0-1 0-15,-12-4 0 0,13 6-128 0,-2 1-32 16,-11-7 0-16,12 9 0 0,-4-1-144 0,-3 2 0 15,-5-10 0-15,4 14 128 0,-4 1-128 0,-3-2 192 16,-3 1-192-16,-2 2 192 0,-2 1-192 0,-2-2 0 16,-2 1 0-16,-2-2-176 15,-2 1-1280-15,1-4-256 0,1-1-48 0,0-3-10160 16,2-1-2032-16</inkml:trace>
  <inkml:trace contextRef="#ctx0" brushRef="#br0" timeOffset="-32114.89">27239 12022 911 0,'0'0'0'0,"0"0"0"0,0 0 0 0,5-10 0 0,-1 1 0 0,-4 9 0 16,0 0 4880-16,5-8 896 16,-5 8 176-16,0 0 48 0,0 0-3440 0,0 0-704 0,0 0-128 0,0 0-16 15,0 0-880-15,0 0-160 16,0 0-32-16,0 12-16 0,-1 3-288 0,-1 5-48 0,0 3-16 0,-1 3 0 15,0 2-48-15,1 0-16 16,-2 2 0-16,-1-1 0 0,0-2-80 0,1-2 0 0,-2-1-128 0,2-2 192 16,-1-7 128-16,1 0 0 15,0-2 16-15,1-1 0 0,3-12 48 0,0 0 16 0,0 0 0 0,0 0 0 16,0 0-80-16,0 0-32 0,0 0 0 0,0 0 0 16,0-12-64-16,3-3-16 0,3-3 0 0,0-1 0 15,2-5-208-15,1-1 0 0,2-3 0 0,0-2-160 16,1-3 160-16,0 2 0 0,0 0-144 0,2 3 144 15,4 2 0-15,-1 3 0 0,-1 2 0 0,-1 3 0 0,1 3 0 16,-3 2 288-16,-3 7-48 0,1 2-16 0,1 4 240 0,-3 5 48 16,0 7 16-16,-1 1 0 0,-4 4-208 0,0 4-64 15,-3 1 0-15,-1 5 0 0,-1 4 96 0,-1 2 16 16,0 2 0-16,-1-2 0 0,0-2-80 0,2-1-16 16,-2-3 0-16,0 1 0 0,-1-5 32 0,2-2 0 15,0-1 0-15,0-5 0 0,1 0-144 0,1-4-32 16,-1 0 0-16,1-11 0 15,0 0-832-15,0 0-192 0,0 0-16 0,0 0-16 16,0 0-2704-16,0 0-528 0</inkml:trace>
  <inkml:trace contextRef="#ctx0" brushRef="#br0" timeOffset="-31736.76">27593 12133 911 0,'0'0'0'0,"0"0"0"0,0 0 0 0,0 0 0 16,-5 6 5312-16,5-6 960 0,-7 12 208 0,2-1 48 16,0 3-3744-16,2 2-736 0,1 1-160 0,0 1-32 15,0 1-928-15,1 2-192 0,1-5-32 0,1 1-16 0,0 0-240 0,3-3-32 16,4-3-16-16,0-4 0 0,2-1 48 0,2-4 16 15,1-3 0-15,1-4 0 16,-1-2 112-16,2-3 0 0,0-3 16 0,1-3 0 0,0-2 32 0,-2 0 0 16,0-1 0-16,-2 0 0 0,-2-2-224 0,0 0-32 15,-4 0-16-15,-2 2 0 0,-3-1-128 0,-2 2-32 16,-4 0 0-16,-3 1 0 0,-2 0-64 0,-4 1 0 16,-1 2-128-16,-1 2 192 0,1 2-192 0,2 4-256 15,2 4 48-15,1 2 16 16,-2 2-1168-16,2 5-240 0,0 3-32 0,4 2-16 15,-1 2-704-15,2 3-144 0,1 3-16 0</inkml:trace>
  <inkml:trace contextRef="#ctx0" brushRef="#br0" timeOffset="-30924.34">28026 12110 12895 0,'0'0'1152'0,"0"0"-928"0,-3-8-224 0,-1-1 0 15,4 9 3840-15,-6-10 736 0,-1 5 144 16,-2 0 16-16,-1 4-2192 0,-2 1-448 0,0 2-96 0,-1 5-16 16,-2 3-976-16,-2 5-208 0,-1 3-32 0,1 3-16 15,1 1-416-15,2 3-80 0,1 1 0 0,2-3-16 16,3-1-240-16,3-1 0 0,3-1 0 0,3-5 0 16,3-3 160-16,-4-12-160 0,11 7 160 0,5-5-160 15,2-4 320-15,3-5-48 0,1-3 0 0,2-3 0 0,-2-4-16 0,3 0 0 16,1-8 0-16,-3 0 0 0,-3-5-96 0,-1 0-32 15,0 0 0-15,-1-1 0 0,-1 0 0 0,1 1-128 16,-2-3 192-16,-1-1-64 0,0-4 0 0,-4-1 0 16,-3-1 0-16,-1-2 0 0,-3-1 208 0,0 1 48 15,-3 2 0-15,2 9 0 0,-2 6 80 0,-1 7 32 16,-1 5 0-16,-3 5 0 0,4 8-112 0,0 0 0 16,-8 9-16-16,-1 8 0 0,-4 5-176 0,0 8-48 15,1 7 0-15,0 0 0 0,0 5-144 0,3 2 0 16,3 5 0-16,1-2 0 0,-1 1 0 0,4 0-144 15,2-2 144-15,2-3 0 0,2-4-320 0,3-5 64 0,2-7 0 16,1-3 0 0,2-2-464-16,0-7-96 0,1-3-16 0,1-3 0 15,1-6 0-15,0-2-16 0,0-2 0 0,0-2 0 16,1-2 272-16,-2 0 64 0,-1 0 16 0,-1-1 0 0,0 0 304 0,-2 1 192 0,1 1-208 0,-1-3 80 16,-1 3 128-16,1-1 0 15,0-1 0-15,0-1 0 0,0-1 320 0,1-1 0 0,-2-1 0 0,1-1 0 16,2-2 320-16,-1-2 64 0,-4-2 16 15,1 2 0-15,-1 1-272 0,-1 0-48 0,-3-1-16 0,0 2 0 16,-2 3-208-16,-1-1-48 0,-3 2-128 0,-1 0 192 16,0 0-64-16,4 9-128 0,-10-8 176 0,0 3-176 15,-1 2 144-15,1 5-144 0,-1 2 0 0,1 5 144 16,-1 4-144-16,1 1-176 0,0 4 48 0,-1 3 0 16,2 1 128-16,2 2-128 0,4-2 128 0,3-1-128 0,2-3 128 0,3-1-192 15,3-3 192-15,4-3-192 16,1-3-320-16,3-3-64 15,2-4 0-15,3-1-16 0,0-4 160 0,1-4 48 0,0-1 0 0,1-4 0 0,1 0 128 0,-2-2 48 16,-1-4 0-16,0 0 0 0,-2-1 208 0,0-2 0 16,-3 2 0-16,1 2-144 0,-2-1 144 0,-3 3 176 15,-5 3-48-15,-1 5 0 0,-6 8 256 0,0 0 64 16,0 0 0-16,0 0 0 0,0 0 64 0,0 0 32 16,0 0 0-16,-10 13 0 0,1 0-224 0,3 5-64 15,1 2 0-15,2 2 0 0,0-1-32 0,3 3-16 16,3-1 0-16,1 0 0 0,-2 0-64 0,4-1-16 15,0-1 0-15,1-2 0 0,-2-2 0 0,-1-1-128 16,0-3 192-16,-3-1-64 0,-1-1-128 0,0-2 128 16,0-9-128-16,-1 11 128 0,-4-3-128 0,-3 1 0 15,-3-3 0-15,0 1 0 16,-4-2-1408-16,1 2-304 0,-4-1-64 0,-1-1-17488 0</inkml:trace>
  <inkml:trace contextRef="#ctx0" brushRef="#br0" timeOffset="-28929.57">29576 11928 7359 0,'0'0'656'0,"0"0"-528"16,0 0-128-16,7-4 0 0,-7 4 2112 0,0 0 400 16,5-5 80-16,-5 5 16 0,0 0-656 0,0 0-128 15,5-6-32-15,-5 6 0 0,0 0-432 0,0 0-80 0,0 0-32 0,0 0 0 16,0 0-416-16,-4-9-64 15,4 9-32-15,-5-6 0 0,5 6-224 0,0 0-64 16,-12-4 0-16,0 3 0 0,1 0-176 0,-2 3-32 16,0 2-16-16,-2 4 0 0,1 3-64 0,0 2-16 0,-2 2 0 0,2 3 0 15,-1 5-144-15,2-1 0 0,2 5 0 0,1-1 0 16,3 3 0-16,1-2 0 0,4-3 0 0,0-2 0 16,5-4 0-16,2-3 192 0,3-4-32 0,3-4 0 15,0-2 160-15,1-2 16 0,1-3 16 0,1-2 0 16,1 0-32-16,-1-5-16 0,-1-2 0 0,0-1 0 15,0-1-80-15,0-2-16 0,-4-2 0 0,0-2 0 0,-1 0-48 16,-1 0-16-16,-1-2 0 0,0 2 0 0,-4 1 16 0,1-1 0 16,-1 0 0-16,-2 0 0 0,-2 4-16 0,-1-2 0 15,1 6 0-15,2 9 0 0,0 0 64 0,0 0 16 16,0 0 0-16,0 0 0 0,0 0 80 0,-4 12 16 16,2 4 0-16,2 3 0 0,2 3-320 0,-1 0 128 15,2 1-128-15,0 3 0 0,1-2 0 0,2 1 0 16,-1-5 0-16,1-2 0 0,2-4 0 0,1 1 0 15,2-5 0-15,-3-1 0 0,-8-9 0 0,9 4-144 16,-9-4 16-16,10 0 0 0,-10 0-96 0,9-4-16 16,-2-5 0-16,-1-1 0 15,-1-2-176-15,1-2-32 0,-1-5-16 0,-1 0 0 0,0-3 176 0,0-2 32 16,0-1 16-16,-1 2 0 0,1-2 240 0,0-2 0 16,0-2 0-16,3 6 0 0,1 3 160 0,-1 3 80 15,0 4 16-15,1 4 0 0,0 4 256 0,-8 5 64 16,0 0 16-16,10 5 0 0,-10-5-336 0,6 16-64 0,-3 2 0 0,-3 1-16 15,-1 2-176-15,-2 1 0 16,1 1 0-16,-2-1 0 0,-3-1 0 0,5-2 0 0,0-1 0 0,1-3 0 16,0-3 0-16,1-12 0 15,4 11 0-15,-4-11 0 0,0 0 128 0,0 0-128 0,0 0 192 16,10 4-64-16,-10-4 64 0,13-6 0 0,-3-2 0 0,1-1 0 31,-1-2-576-31,1 1-128 0,-1-2 0 0,-1 3-16 16,0 1-1968-16,2 2-400 0,-2 0-80 0,1 4-16 15,1 1-240-15,-1 1-48 0,2 2-16 0,0 1 0 0,1 1 2240 16,0 0 448-16,1-1 96 0,2 3 0 0,2-4 1216 0,0 2 256 0,1-4 32 0,-3 0 16 0,3-2 1376 16,-2-1 288-16,0-1 48 0,-2 0 16 0,2-5-528 15,-2 0-96-15,-1 0-32 0,-1 0 0 0,-1-3-784 0,-2 0-144 16,-2 0-48-16,-2 1 0 0,0-1-608 0,0 0-128 16,-3 1-32-16,-2 1 0 0,-1 0-208 0,0 10-128 15,-4-12 128-15,-1 3-128 0,-3 0 0 0,2 4 0 16,-4 1 0-16,0 4 0 0,-2 4 0 0,1 4-256 15,-2 5 32-15,1 1 16 0,0 8 208 0,3-2-192 16,1 3 192-16,3-1-192 0,2 3 192 0,5 1 208 16,2 2-32-16,5-2-16 0,5 0-160 0,4-7 0 15,2-2 0-15,3-6 0 0,1-5 0 0,4-2-256 16,5-5 64-16,0-2 16 16,-1-3-2144-16,1-1-432 0,-3-2-96 0</inkml:trace>
  <inkml:trace contextRef="#ctx0" brushRef="#br0" timeOffset="-27629.89">31082 11778 12895 0,'0'0'1152'0,"6"-9"-928"0,0 0-224 0,-2-1 0 16,1 2 3264-16,-5 8 592 0,0 0 128 0,0 0 32 16,0 0-1504-16,0 0-288 0,-8 6-64 0,1 7-16 15,1 6-1040-15,-2 2-208 0,0 5-32 0,0 0-16 16,-1 6-416-16,2 2-96 0,-1-4-16 0,0 3 0 16,0 1-192-16,3-3-128 0,1-4 160 0,1 1-160 15,1-5 0-15,0-1 0 0,1-2 0 0,1-3-160 31,0-3-1536-31,-1-3-304 0,1-11-64 0,0 0-16 16,0 0-352-16,-8 6-64 0,-1-3 0 0,-2-6-16 16,1-2 720-16,-2-3 128 0,-2-2 48 0,2-3 0 0,0-3 976 0,-1-2 192 0,0 1 32 0,0-1 16 15,0-3 1552-15,3 0 320 0,2-1 64 0,2 2 16 16,0 3 112-16,4 4 0 0,0 3 16 0,2 10 0 0,3-11-16 16,-3 11 0-16,7-5 0 0,3 1 0 0,4 1-896 0,2 3-192 15,0 0-48-15,3 0 0 0,3 0-368 0,4-1-160 16,2 1 128-16,0-4-128 0,4 2 272 0,-1-1-16 15,0 0-16-15,-2 0 0 0,-3-1-240 0,0 0 176 16,-2 1-176-16,-2-3 160 0,-1-2-160 0,-2-1 128 16,-2 0-128-16,-1-1 128 0,-1-1-128 0,0-1 0 15,-1 0 144-15,-1 0-144 0,-1 1 128 0,0-2-128 16,-2-3 128-16,0-1-128 0,-2 0 128 0,-1-1-128 16,-2 0 160-16,-2 1-160 0,-1 1 176 0,-2 2-176 15,-2 2 192-15,-2 4-192 0,4 8 160 0,-7-1-160 16,-2 6 128-16,1 2-128 0,-1 4 272 0,1 8-16 0,0 1-16 15,3 5 0-15,0 3-240 0,1 0 0 0,2 1 0 0,0 1 0 16,5 0 0-16,1-3 0 0,1-2 0 0,1-3 0 16,2-2 0-16,3-1 0 0,-1 0 0 0,1-4 0 15,-1 0 0-15,0-2 0 0,2-3 0 0,0-2 0 16,-2 0 144-16,1-4-144 0,-11-4 128 0,13 4-128 16,-1-4 0-16,-2 0 0 0,0-2 0 0,0-4-176 31,-10 6-320-31,9-9-64 0,-2-1-16 0,-1 0 0 15,-2 0 16-15,-2-2 0 0,1 0 0 0,-1 2 0 0,1-1 352 0,0 2 64 0,-3 9 16 0,0 0 0 16,0 0 384-16,0 0 64 0,0 0 32 0,13 5 0 16,0 3 384-16,0 3 80 0,1 2 16 0,4 1 0 15,2 2-368-15,-1-1-64 0,0 0-16 0,2-1 0 0,2-1-64 16,-1-1 0-16,2-3-16 0,-2-1 0 0,-1-3-128 0,1-3-32 16,0 0 0-16,0-2 0 0,0-2-144 0,-2 0 0 15,-4-2 0-15,-2 0 0 16,-1-2-1152-1,-3 0-320-15,-1 1-64 0,-2-1-9840 0,-7 6-1952 0</inkml:trace>
  <inkml:trace contextRef="#ctx0" brushRef="#br0" timeOffset="-24702.49">32542 11695 17967 0,'0'0'784'0,"0"0"176"0,0 0-768 0,0 0-192 0,0 0 0 0,-5-7 0 16,-2 2 1344-16,-2 3 208 0,0-2 48 0,-1 2 16 15,-2 1-256-15,0 1-48 0,-1 1-16 0,0 2 0 16,0 1-160-16,1 1-48 0,2-2 0 0,1 3 0 16,1 2-80-16,3 0-32 0,5-8 0 0,-3 12 0 15,1-3-208-15,0 2-64 0,2 1 0 0,3 1 0 16,-1 0-256-16,4 2-64 0,-1-4-16 0,0 1 0 16,0 1-192-16,1 0-48 0,0-4 0 0,-1 2 0 15,-1-1-128-15,0 1 0 0,-1-1 0 0,-2 0 0 16,-1 2 0-16,1-1 128 0,-3-1-128 0,-2 0 0 15,-1 2 128-15,-2-4-128 0,-1 0 0 0,0 0 128 32,1 1-448-32,0 0-112 0,-1-4-16 0,8-5 0 0,-10 4-2000 0,1 0-416 0,9-4-80 0,0 0-11392 15</inkml:trace>
  <inkml:trace contextRef="#ctx0" brushRef="#br0" timeOffset="-24294.79">32674 11857 9215 0,'0'0'400'0,"0"0"96"0,6-7-496 0,-6 7 0 16,5-9 0-16,1 1 0 0,-2-1 3168 0,-4 9 544 0,1-10 96 0,-1 0 32 16,0 10-2080-16,0 0-416 0,0 0-64 0,-4-6-32 15,4 6-160-15,-9-1-48 0,0 3 0 0,0 3 0 16,-2 3-144-16,1 3-48 0,-2 2 0 0,0 2 0 15,1 4-160-15,-1-1-48 0,0 3 0 0,4 0 0 16,-1-2-176-16,3 1-32 0,0-2-16 0,4-2 0 16,1-2-160-16,2-2-16 0,1-2-16 0,-2-10 0 15,0 0-224-15,10 8 176 0,-10-8-176 0,13 3 160 16,0-3-160-16,-2-3 128 0,1-2-128 0,-1-2 128 16,-1-2-128-16,0 0 0 0,0 0 144 0,-4 0-144 15,1-3 0-15,-2 0-208 0,-1 0 16 0,-2 1 16 16,1-2-64-16,-1 2-16 0,-2 11 0 0,4-9 0 0,-4 9 64 0,0 0 16 15,0 0 0-15,0 0 0 0,0 0 176 16,3 11 0-16,-3-1 0 0,0 2 0 0,0 1 0 0,0 1 0 16,0 2 0-16,0-1 0 0,3 0 0 0,-1-1 0 15,1 0 0-15,-1-1-128 16,1-1-464-16,-3-12-96 0,5 11-16 0,-5-11 0 16,7 9-304-16,-7-9-64 0,0 0-16 0,10 0 0 15,-10 0-1632-15,11-8-336 0,-4-1-64 0</inkml:trace>
  <inkml:trace contextRef="#ctx0" brushRef="#br0" timeOffset="-23541.91">32899 11767 18431 0,'0'0'1632'0,"0"0"-1312"0,0 0-320 0,0 0 0 15,9 4 3344-15,-2 3 608 0,-3 5 112 0,-3 4 32 16,-1 2-2832-16,-2 4-560 0,-2 2-128 0,-2 0 0 16,-1 2-80-16,-1 1-16 0,0-1 0 0,3 0 0 15,0-5 96-15,1-2 0 0,1-1 16 0,2-2 0 16,-1-3-208-16,2-3-32 0,0-10-16 0,0 0 0 15,0 0-16-15,0 0 0 0,0 0 0 0,0 0 0 16,11-1-64-16,-2-4-32 0,-1-4 0 0,0-3 0 16,-2-1-224-16,1-1-160 0,0-5 32 0,1 0 0 31,0-2-448-31,1-4-96 0,0-3-16 0,0-2 0 0,1 0-80 0,0-3 0 0,0 3-16 0,1 5 0 0,-1 4 528 0,-1 7 96 16,-1 2 32-16,-1 6 0 0,-7 6 352 0,0 0 80 15,0 0 16-15,4 12 0 0,-3 1-96 0,-2 4-16 16,-2 2 0-16,2-8 0 0,-2 3-80 0,1 2-128 15,-1-1 176-15,0 1-176 0,1-1 384 0,-1 0-48 16,1-1 0-16,-1 8 0 0,2-5-64 0,1-4-16 16,0-13 0-16,0 0 0 0,0 0-80 0,0 0-32 15,0 0 0-15,0 0 0 0,0 0-144 0,11-1 0 16,-1-3 0-16,-5 0 128 0,1-1-128 0,1-2-176 16,1 0 48-16,-1-1 0 0,3-1 0 0,0 0 0 15,0-2 0-15,9-5 0 0,-5 5 128 0,-4 3 0 16,-10 8-144-16,0 0 144 0,0 0 0 0,8 8 128 15,-4 2 0-15,-1 1 0 0,-3-1 64 0,-3 2 0 0,-1 1 0 16,2 0 0-16,-2 1 16 0,1 0 16 0,-1 1 0 0,0-1 0 16,0 2-64-16,2-2-16 0,0 1 0 0,1-4 0 15,1-11-144-15,1 12-224 0,-1-12 48 0,0 0 16 32,0 0-1824-32,11 5-352 0,-1-4-80 0,2-2-16 15,0-3 544-15,0-1 96 0,-1-1 32 0,2-1 0 16,-1-1 320-16,0 2 64 0,-2-5 16 0,2 3 0 0,0 1 1360 0,-3-1 0 0,-1-1 192 0,-1 1 0 15,0 0 944-15,-1 1 192 0,1 1 32 0,-1-1 16 16,0 1 416-16,0-1 96 0,2 1 16 0,0-1 0 16,-2 0-768-16,1-3-160 0,-1 1-16 0,1 0-16 15,-2 0-400-15,-1 0-80 0,0 0-16 0,-1 0 0 16,-2-2-304-16,0 2-144 0,-1-3 128 0,0 2-128 16,-1 2 144-16,0-2-144 0,-2 1 160 0,3 9-160 15,-5-8 192-15,5 8-48 0,-11-2-16 0,1 6 0 0,-1 3 0 0,1 2-128 16,0 3 192-16,-1 2-64 0,2 6-128 0,1-3 192 15,0 0-192-15,2 1 192 0,1 0-192 0,1 0 0 16,1-1 0-16,2 1 0 0,2 1 0 0,2-1 0 16,1 2 0-16,2-1 0 0,1-1 0 0,2 1-256 15,1-2 64-15,1-2 16 16,-2 0-288-16,1-4-64 0,1 0-16 16,-1-3 0-16,-1-3-352 0,-9-5-64 0,12 0 0 0,0-3-16 15,-3-3-1856-15,1-4-368 0,-1-1-80 0</inkml:trace>
  <inkml:trace contextRef="#ctx0" brushRef="#br0" timeOffset="-23181.13">33624 11432 3679 0,'0'0'320'0,"0"0"-320"0,11 3 0 0,-1 4 0 0,-1 0 6784 0,-1 3 1296 16,-3 3 256-16,0 7 48 0,1 0-5552 0,-1 9-1104 15,-1 6-240-15,-2 6-32 0,1 4-368 0,0 1-64 16,-2 0 0-16,0-2-16 0,-1-2-128 0,0-2-32 16,0-1 0-16,0 4 0 0,-2 4-384 0,-2 5-80 15,-2 6 0-15,-1-2-16 0,-4 0-368 0,1-9 0 0,-3-4 0 0,5-22 128 32,-4 1-1792-32,-2-1-368 0,-2-2-64 0</inkml:trace>
  <inkml:trace contextRef="#ctx0" brushRef="#br0" timeOffset="-17683.45">13407 7550 21183 0,'-36'-6'1888'0,"22"-2"-1504"0,-3 0-384 0,-2 0 0 16,0-1 2512-16,-1 3 432 0,-2 1 96 0,-8 2 16 15,1 4-1968-15,2 7-384 0,-2 4-64 0,5 6-32 0,0 7-208 0,2 5-32 16,1 6-16-16,4 7 0 0,3 7-352 0,5-1 0 15,1 6-160-15,5 1 160 16,5 2-128-16,3-4 128 0,5-1 0 0,6-8 0 0,2-10-192 0,6-6 192 16,3-8-192-16,6-4 192 0,4-4 0 0,5-5 256 15,2-6-32-15,3-6 0 0,3-5 304 0,-3-6 64 16,-3-9 16-16,0-6 0 0,1-5 32 0,-2-4 16 16,-4-2 0-16,-1 0 0 0,-2-1 16 0,-4 2 0 15,-5-1 0-15,-4 2 0 0,-4 1 0 0,-6 3 0 16,-6 2 0-16,-4 3 0 0,-7 2-80 0,-5-1-16 15,-4 0 0-15,-5 3 0 0,-6-1-224 0,-3 5-48 16,-2 1-16-16,-1 5 0 0,-1 6-288 0,1 6-256 16,3 4 64-16,2 5 0 15,0 4-240-15,3 4-32 0,1 4-16 0,1 5 0 16,4 6-1376-16,0-2-256 0,3 1-64 0,4-1-10064 16,4-1-2016-16</inkml:trace>
  <inkml:trace contextRef="#ctx0" brushRef="#br0" timeOffset="-17511.6">13557 7657 37839 0,'0'0'1664'0,"0"0"368"0,-6 7-1632 0,-1 2-400 0,2 1 0 0,-1 3 0 16,-2 7 1040-16,-1 0 128 0,-2 0 32 0,1 3 0 15,-3 0-464-15,-2 4-96 0,0 1 0 0,-1 3-16 31,-1 3-2128-31,-1 2-416 0,0-2-96 0</inkml:trace>
  <inkml:trace contextRef="#ctx0" brushRef="#br0" timeOffset="-16181.26">13118 13456 26719 0,'0'0'2368'0,"-5"-5"-1888"0,-2-1-480 0,-2 2 0 0,-3 1 1792 0,-1 2 272 0,-1-1 48 0,0 5 16 16,-2 4-1296-16,0 6-272 0,1 6-48 0,-3 7-16 15,-3 5-496-15,1 9 0 0,1 7 0 0,3 9 0 16,0 6-208-16,5 3 64 0,3 2 16 0,2-3 0 0,4-2 128 0,4-7 144 16,4-7-16-16,2-9-128 0,2-5 512 0,4-8-16 15,6-7 0-15,-1-6 0 0,2-6 80 0,1-5 32 16,3-4 0-16,3-5 0 0,-1-8-192 0,3-6-32 16,0-6-16-16,0-6 0 0,0-4 160 0,0-4 48 15,-1 0 0-15,-2-2 0 0,-1-4-144 0,-1-2-32 16,-4-1 0-16,-3 0 0 0,-4 0-208 0,-3 3-32 0,-6 4-16 15,-1 2 0-15,-4 2 32 0,-4-2 0 16,-5 3 0-16,-4 3 0 0,-4 4 0 0,-1 5 0 0,-3 2 0 0,-2 7 0 16,3 6-320-16,-4 5-64 15,-2 6-16-15,-1 7 0 16,-5 6-1760-16,4 7-368 0,-1 3-64 0,0 4-15440 0</inkml:trace>
  <inkml:trace contextRef="#ctx0" brushRef="#br0" timeOffset="-15915.65">12977 13705 18431 0,'0'0'1632'0,"0"0"-1312"0,0 0-320 0,11-1 0 16,-11 1 3968-16,11-3 704 0,1 2 160 0,-1 1 32 16,-11 0-3456-16,11 4-672 0,-11-4-144 0,9 12-16 15,-3-2-400-15,-5 4-176 0,-4 2 160 0,1 2-160 16,-2 3-384-16,-1 0-160 0,-3 4-32 15,0 2-16-15,0-2 144 0,3 0 16 0,4-4 16 0,-1-2 0 16,2-1 416-16,4-3 0 0,3-6 144 0,3-3-144 0,1-2 608 0,3-2 16 16,4-5 0-16,4-3 0 0,4-5-80 0,3-1-16 15,2-3 0-15,1-2 0 0,-1-1-320 0,0-1-64 16,1 0-16-16,-2-2 0 16,-2-1-3136-16,0 1-624 0</inkml:trace>
  <inkml:trace contextRef="#ctx0" brushRef="#br0" timeOffset="-14853.27">14650 13475 23039 0,'0'-11'2048'0,"0"1"-1648"16,0-2-400-16,0 1 0 0,0 11 2304 0,0 0 368 15,0-7 80-15,0 7 0 0,0 0-1616 0,2 10-336 16,1 7-64-16,0 9-16 0,-1 5-720 0,2 11 0 15,0 8 0-15,-1 3 0 0,-1 3-128 0,0 0 128 16,-1 0 0-16,0-2 0 0,2-9 0 0,-1-2 0 16,2-3 0-16,0-5 0 0,2-8 352 0,-1-5 176 15,-3-2 48-15,2-7 0 0,0-3 192 0,-4-10 64 0,0 0 0 0,0 0 0 16,11-1-64-16,-4-4 0 0,1-4 0 16,0-6 0-16,-1-3-64 0,0-4 0 0,1-4-16 0,1-2 0 15,0-2-400-15,1-2-80 0,-1-6-16 0,1 0 0 16,2-2-192-16,0 2 0 0,5 2 0 0,0 4 0 31,-1 2-384-31,0 5-64 0,-2 7 0 0,1 3-16 0,-2 3-1664 0,1 5-336 16,-1 3-64-16,-1 3-14688 0</inkml:trace>
  <inkml:trace contextRef="#ctx0" brushRef="#br0" timeOffset="-14572.05">15110 14008 20271 0,'-5'26'1792'0,"4"-12"-1424"15,-1 2-368-15,1-1 0 0,1 2 2720 0,1 0 480 16,2-5 80-16,-1 0 32 0,1-2-1504 0,-3-10-288 16,5 11-64-16,-5-11-16 0,8 6-624 0,-8-6-128 15,11-1-32-15,-1-3 0 0,2-4 80 0,-1-2 16 16,1-3 0-16,1-2 0 0,2-3-48 0,-1 0 0 16,2-3 0-16,-3 1 0 0,-4 0-320 0,1 1-80 15,-1-2-16-15,-2 3 0 0,-2 1-288 0,-4-1 128 16,-2 0-128-16,-3-1 0 0,-2 4 192 0,-1 2-64 15,-2 1 0-15,-2 4-128 0,-3 2 0 0,1 2-144 16,0 3-16-16,0 3 0 16,0 5-400-16,3 2-80 0,0 5 0 0,3 2-16 15,0-3-176-15,3 1-16 0,2 2-16 0,3-4-11552 16,1 1-2320-16</inkml:trace>
  <inkml:trace contextRef="#ctx0" brushRef="#br0" timeOffset="-14376.78">15765 13674 30399 0,'0'0'1344'0,"0"0"288"15,14 12-1312-15,-1-1-320 0,-1-1 0 0,1 1 0 0,0 1 1776 0,1-3 272 16,0 0 64-16,-2 2 16 0,0-2-1472 0,-2 0-288 31,-10-9-64-31,13 12-16 16,-1-2-1184-16,0-1-224 0,0-1-48 0,-2 1-16 15,-10-9-768-15,12 13-160 0,-3-5-16 0,-9-8-6912 0,6 12-1392 0</inkml:trace>
  <inkml:trace contextRef="#ctx0" brushRef="#br0" timeOffset="-14204.5">15602 14159 31327 0,'0'0'2784'0,"15"1"-2224"0,1-2-560 0,3-2 0 0,2-2 1632 0,4 0 224 16,4-2 32-16,2 1 16 0,2-1-912 0,1 3-176 15,1 3-48-15,0 1 0 0,-1 3-464 0,0-1-112 16,-2 0 0-16,1 0-16 16,-1-2-1456-16,0 0-304 0,-2-1-48 0</inkml:trace>
  <inkml:trace contextRef="#ctx0" brushRef="#br0" timeOffset="-13010.43">15741 13740 13823 0,'0'0'1216'0,"0"0"-960"0,0 0-256 0,0 0 0 16,0 0 2480-16,0 0 448 0,0 0 80 0,0 0 32 15,0 0-1648-15,0 0-336 0,0 0-64 0,0 0-16 16,0 0-336-16,0 0-80 0,0 0-16 0,0 0 0 16,0 0-352-16,13 10-192 0,-2-1 192 0,-1-1-192 15,-2 2 144-15,1-2-144 0,1-2 0 0,3 0 144 16,2-1 48-16,-1-3 16 0,0 2 0 0,1-1 0 16,-1-3-16-16,-2 0 0 0,-2 0 0 0,-10 0 0 15,12 0-16-15,-12 0-16 0,9-1 0 0,-9 1 0 0,0 0 80 0,0 0 16 16,0 0 0-16,0 0 0 0,0 0-48 0,0 0 0 15,-4-8 0-15,-2 1 0 0,-2 1-32 0,-1-1-16 16,-2 1 0-16,0 0 0 0,-4 1 32 0,1 0 16 16,0 1 0-16,-2 0 0 0,0-2 80 0,-1-2 16 15,-1 3 0-15,1-1 0 0,3 3-80 0,1 1-16 16,2-2 0-16,11 4 0 0,-11-2 16 0,11 2 0 16,0 0 0-16,0 0 0 0,0 0-64 0,0 0-16 15,-6 9 0-15,6 0 0 0,0-9-144 0,7 12 0 16,1-2 0-16,3-1 0 0,2-1 0 0,2-1 0 0,-2-2 0 0,0 1 0 15,1 1 0-15,1-1 0 16,0 0 144-16,0-1-144 0,-1 0 0 0,-1 0 144 0,-1-1-144 0,-2 0 0 16,-10-4 256-16,11 5-48 15,-11-5-16-15,0 0 0 0,0 0 80 0,0 0 16 0,0 0 0 0,0 0 0 16,0 0-80-16,0 0-16 16,0 0 0-16,0 0 0 0,0 0-192 0,0 0 176 0,0 0-176 0,0 0 160 31,0 0-912-31,0 0-176 0,0 0-32 0,5 11-16736 0</inkml:trace>
  <inkml:trace contextRef="#ctx0" brushRef="#br0" timeOffset="-12092.7">16515 13973 5519 0,'0'0'240'0,"0"0"64"0,-7-3-304 0,7 3 0 0,0 0 0 0,0 0 0 15,0 0 5888-15,0 0 1136 16,0 0 208-16,9-4 64 0,6 4-5632 0,5 0-1136 16,2 0-208-16,4 3-64 0,3-1 128 0,1 1 32 0,1-2 0 0,0 0 0 15,1 1 112-15,0-1 32 0,1-1 0 0,1 0 0 16,1-1-304-16,0-1-48 0,-2 0-16 15,-2 1 0-15,-1 1-192 0,-3 0 0 0,-2-2 0 0,-4 2 0 32,-3 3-432-32,-2-2-128 0,-6-1-16 0,-10 0-10016 0,0 0-2000 0</inkml:trace>
  <inkml:trace contextRef="#ctx0" brushRef="#br0" timeOffset="-11905.15">16834 13624 25791 0,'0'0'1152'0,"5"12"224"0,-1 1-1104 0,2 4-272 16,1 3 0-16,-1 4 0 0,-2 4 2304 0,0 3 416 15,0 3 80-15,-3 4 16 0,-1 2-1872 0,-1 1-368 16,-2 2-80-16,2-11-16 0,-2 5-224 0,0 2-64 16,-3 4 0-16,2-1 0 0,1-2-192 0,-1-2 0 15,0-2 128-15,1-4-11504 16,3-4-2288-16</inkml:trace>
  <inkml:trace contextRef="#ctx0" brushRef="#br0" timeOffset="-11561.49">17523 13647 39903 0,'0'0'1776'0,"3"11"352"0,-1 4-1696 0,1 2-432 0,-2 5 0 0,1 4 0 16,-1 4 320-16,-1 4-32 0,-3 4 0 0,1 3 0 15,-3 4-288-15,1-10 0 0,1 3 0 0,-1 3 0 16,2 0 0-16,0-1 0 0,2-2 0 0,3-4 0 16,1-4 176-16,2-5-176 0,3-5 160 0,2-3-160 0,2-4 592 15,3-2 32-15,-1-7 0 0,2-6 0 0,1-5 224 0,2-6 48 16,1-4 16-16,0-7 0 0,-1-3-160 0,4-3-48 15,-2-7 0-15,8-11 0 0,-4 1-448 0,-2 4-80 16,-2 1-32-16,-3 3 0 0,-2 2-144 0,-1 1 0 16,-2 4 0-16,-2 3 0 15,-4 4-960-15,-2 6-208 0,-2-1-48 0,0 6-16 16,-4 1-2352-16,-1 4-480 0</inkml:trace>
  <inkml:trace contextRef="#ctx0" brushRef="#br0" timeOffset="-10273.25">18423 14012 15887 0,'0'0'704'0,"-22"0"144"0,22 0-672 0,0 0-176 16,1-8 0-16,-1 8 0 0,0 0 2128 0,0-7 400 0,0 7 80 0,0 0 16 16,0 0-464-16,0 0-96 0,0 0-16 0,0 0 0 15,0 0-672-15,0 0-144 0,0 0-16 0,0 0-16 0,0 0-816 0,-1 7-144 16,1 1-48-16,1 3 0 0,2 1-192 0,-3-12 0 16,2 11 0-16,-2-11 0 15,7 10-448-15,-7-10-96 16,0 0-16-16,8 8-10256 0,-1-4-2064 0</inkml:trace>
  <inkml:trace contextRef="#ctx0" brushRef="#br0" timeOffset="-10117.01">18371 14310 29487 0,'0'0'2624'0,"0"0"-2112"16,0 0-512-16,5 12 0 0,1-2 1424 0,-6-10 176 15,11 11 48-15,-3-2 0 16,-8-9-3696-16,9 8-752 0</inkml:trace>
  <inkml:trace contextRef="#ctx0" brushRef="#br0" timeOffset="-8798.3">19462 13828 9151 0,'0'0'400'0,"0"0"96"0,0 0-496 0,0 0 0 16,0 0 0-16,0 0 0 0,0 0 1536 0,0 0 192 15,0 0 64-15,0 0 0 0,0 0-432 0,0 0-80 16,0 0 0-16,0 0-16 0,0 0 128 0,6-7 16 0,-6 7 16 0,0 0 0 16,0 0-208-16,0 0-64 15,0 0 0-15,0 0 0 0,0 0-480 0,11 7-96 0,-3 3-32 0,-1 2 0 16,0 4-112-16,1 1-32 0,1 2 0 0,1 3 0 15,0 4-128-15,0 0-16 0,-1 1-16 0,0-1 0 16,0 0-96-16,0-2-16 0,-2 1 0 0,1-3 0 16,0 2-128-16,-2-5 160 0,-1 0-160 0,1-2 160 15,-1-2-32-15,0-2-128 0,-1-1 192 0,0-3-64 0,-4-9 192 0,0 0 16 16,0 0 16-16,5 8 0 0,-5-8 288 0,0 0 64 16,0 0 16-16,0 0 0 0,10 0 48 0,1-3 0 15,-3-7 0-15,1-1 0 0,1-4-128 0,1-5-32 16,-1-1 0-16,2-1 0 0,0-1-176 0,2-1-48 15,0-6 0-15,1 0 0 0,-1-1-160 0,2 0-32 16,1-2-16-16,-2 3 0 0,-2-1-176 0,-1 4-272 16,0 2 64-16,-1-1 16 15,1 2-1712-15,1 2-336 0,2 3-64 0,-1 0 0 16,-1 2-880-16,3 4-160 0,-3 3-48 0</inkml:trace>
  <inkml:trace contextRef="#ctx0" brushRef="#br0" timeOffset="-8406.15">20043 13949 22111 0,'0'0'1968'0,"0"0"-1584"0,11-1-384 0,1 1 0 15,1 0 2304-15,0 4 384 0,1 1 80 0,0 1 16 16,-1 2-1920-16,-2 5-384 0,-2 0-80 0,-3 6-16 16,-3 3-384-16,-2 4-144 0,-2 1 0 0,-2 2 0 15,-2 1-464-15,-1 0-96 0,-2 1 0 0,0-1-16 16,-1-3 336-16,2-3 64 0,2-5 0 0,0-3 16 0,-3-3 768 0,3-4 160 15,5-9 16-15,0 0 16 0,0 0 240 0,0 0 32 32,0 0 16-32,-5-4 0 0,1-5-240 0,5-1-32 15,3-5-16-15,1 0 0 0,0-2-336 0,2-1-80 16,2-2-16-16,3 2 0 0,1-3-16 0,0 1 0 16,3 0 0-16,-2 1 0 0,0 2-208 0,1 2 0 15,-2-1 0-15,0 3 0 16,0 1-2640-16,0-2-576 0,-2 1-112 0</inkml:trace>
  <inkml:trace contextRef="#ctx0" brushRef="#br0" timeOffset="-7873.54">20298 14382 12895 0,'0'0'1152'0,"0"0"-928"0,0 0-224 0,0 0 0 16,6 6 4208-16,2-2 784 0,1-4 176 0,5-2 16 15,1-5-3968-15,0-1-816 0,4-6-144 0,-1-2-48 0,1-3-208 0,2-2 144 16,1-5-144-16,-1-1 128 0,0-2 64 0,0 0 16 16,0 2 0-16,0 3 0 0,-3-2 96 0,-1 3 16 15,-3-1 0-15,-2 3 0 0,-2 2-32 0,-2 2 0 16,-1 1 0-16,-3 3 0 0,-4-2-128 0,-2 0-32 16,-2 2 0-16,-2 0 0 0,-4 3-256 0,-2 5-64 15,-3 3-16-15,1 9 0 16,0 5-528-16,-1 6-96 0,0 4-32 0,0 7 0 15,1 3 256-15,0 7 48 0,1-2 16 0,1 1 0 0,3 1 544 0,4 0 224 16,1-1-16-16,5-3 0 0,4-5 240 0,3-4 32 16,1-3 16-16,-1-10 0 0,2-3-48 0,5-4 0 15,0-2 0-15,4-4 0 0,3-4 64 0,1-5 16 16,3-4 0-16,3-4 0 0,2-3-144 0,2-2-48 16,1-4 0-16,0-3 0 0,0-1-48 0,0-1-16 15,-3 1 0-15,-2-1 0 0,-2 0 208 0,8-14 32 16,-10 9 16-16,-6 2 0 0,-4 3 304 0,-6 3 48 15,-4 5 16-15,-2-1 0 0,-2 5-320 0,-2 6-48 16,-2 4-16-16,3 9 0 0,0 0-272 0,-9 5-64 16,-3 5-16-16,1 8 0 0,-1 7-160 0,-1 5 0 15,-2 3-160-15,1 5 160 0,0 1-144 0,2 2 144 0,2 2-128 16,4-10 128-16,2 5 0 0,3 2-128 0,1 2 128 16,3 1 0-16,2 1 0 0,-1-3-128 0,1 2 128 15,0-4 0-15,-1-3 0 0,1-3 0 0,-1-4 0 16,0-3-128-1,0-3-1280-15,-1-5-240 0,-2-3-48 0,-2-3-16 16,-2-6-1472-16,3-6-288 0,-8 1-64 0</inkml:trace>
  <inkml:trace contextRef="#ctx0" brushRef="#br0" timeOffset="-7732.96">20609 14420 1839 0,'-10'-32'160'0,"8"21"-160"0,2-1 0 0,2 0 0 16,3 2 5552-16,4-1 1072 0,4 2 224 0,3 1 32 0,6 3-3600 0,3 1-720 15,2 2-128-15,3 0-48 0,3 2-848 0,-1 2-160 16,1-1-32-16,1 0-16 0,0-1-832 0,-2-1-176 15,1-2-16-15,11-3-16 16,-3-2-1328-16,-1-4-272 0,-1-1-48 0</inkml:trace>
  <inkml:trace contextRef="#ctx0" brushRef="#br0" timeOffset="-7108.02">21721 14156 6447 0,'0'0'272'0,"-6"0"80"0,-3-4-352 0,-1 2 0 16,3-1 0-16,-1 1 0 0,1-2 6416 0,7 4 1216 16,-5-4 240-16,5 4 64 0,0 0-5248 0,0 0-1056 0,0 0-208 0,0 0-32 15,13-2-752-15,4 1-160 16,3 1-32-16,4 0 0 0,5 0 192 0,2 0 48 16,2 0 0-16,2 0 0 0,0 0-48 0,1-1-16 0,0-2 0 15,1 1 0-15,-5-1-432 0,1-1-64 0,-2 3-128 0,2-4 176 16,-3 1-176-16,-3 0 0 0,-2 0 0 0,6-1 0 31,-7 1-976-31,-6 1-176 0,-5 2-48 0,-4-2 0 16,-9 3-1680-16,0 0-352 0,0 0-64 0</inkml:trace>
  <inkml:trace contextRef="#ctx0" brushRef="#br0" timeOffset="-6936.15">22155 13868 21183 0,'13'11'944'0,"-1"0"192"0,2 4-912 0,5 0-224 0,2 1 0 0,3 0 0 0,2-1 3584 0,-6-3 656 15,1 2 144-15,0 2 32 0,0 2-2416 0,-3-1-464 16,-4 3-112-16,-2-2-16 0,-3 2-592 0,-2 0-128 16,-6 5-32-16,-4 0 0 0,-5 0-64 0,-5 2-16 15,-4 3 0-15,-5 0 0 0,-3 1-272 0,-2 1-64 16,-3-1-16-16,0-1 0 16,-2-4-1408-16,-1-2-288 0,-1-4-48 0</inkml:trace>
  <inkml:trace contextRef="#ctx0" brushRef="#br0" timeOffset="-6174.37">23150 13871 18431 0,'-9'-12'816'0,"4"3"160"0,0-3-784 0,-2 2-192 15,1-1 0-15,0 2 0 0,1 0 4032 0,5 9 768 16,0 0 160-16,0 0 32 0,0 0-3072 0,0 0-592 16,0 0-128-16,7 12-32 0,0 9-816 0,5 0-160 15,1 7-48-15,0 2 0 0,0 3-144 0,-4-7 0 16,1 4 0-16,-1 4 0 0,0-3 0 0,0 4 128 0,0 4-128 0,0-1 0 16,-1-3 0-16,0-2 0 0,0-6 0 0,-2-1 0 15,1-2 0-15,-1-5 0 0,-1-3 0 0,1-3 0 16,-1-4 256-16,-5-9 64 0,0 0 0 0,8-1 16 0,-1-6 624 15,1-4 128-15,0-6 32 0,-1-5 0 0,-1-3-400 0,3-8-80 16,2-5 0-16,7-16-16 0,2 3-416 0,0 1-80 16,0 3 0-16,1 0-128 0,1-1 0 0,0 3 0 15,0 3 0-15,0 3-144 16,-1 4-1104-16,-1 3-224 16,1 7-32-16,-4 5-16 0,-3 4-1856 0,0 6-368 0,-1 4-80 0</inkml:trace>
  <inkml:trace contextRef="#ctx0" brushRef="#br0" timeOffset="-2533.46">26142 13810 33167 0,'0'0'720'0,"0"0"160"15,0 0 16-15,0 0 64 0,-6 0-768 0,-2 2-192 0,-3 1 0 0,-2 2 0 0,-2 3 192 0,-5 2 16 16,-1 3 0-16,-1 4 0 0,-3 3-64 0,-1 1-16 16,-1 1 0-16,-3 1 0 0,-3 2-128 0,1-1 0 15,-5 0 0-15,1-3 0 0,1-1 320 0,2-1-32 16,3 1 0-16,4-5 0 0,2 1 448 0,5-2 96 15,3-2 0-15,4-1 16 0,3-2-16 0,4 1-16 16,4 1 0-16,5 0 0 0,4-2-368 0,5 2-80 16,2-1-16-16,6 1 0 0,3-1-32 0,3 2 0 15,4 0 0-15,-1-1 0 0,-1 0-112 0,0-1-16 0,-2-1-16 0,0 0 0 16,-2-1-176-16,-1 0 0 0,-1 0-192 0,0-2 192 31,0 1-2992-31,0-2-464 0,1 0-112 0</inkml:trace>
  <inkml:trace contextRef="#ctx0" brushRef="#br0" timeOffset="-1026.86">26704 13821 21183 0,'0'0'1888'16,"0"0"-1504"-16,0 0-384 0,0 0 0 0,0 0 1616 0,0 0 256 15,0 0 48-15,0 0 16 0,8 7-816 0,-2 3-160 16,2 5-48-16,3 7 0 0,0 3-512 0,2 5-96 16,-1 3-32-16,1 4 0 0,-1 3-64 0,-2-2-16 0,2 4 0 0,-1-2 0 15,-1 3 128-15,-1-4 0 16,-1-5 16-16,1-4 0 0,-1-4 496 0,1-5 80 15,1-5 32-15,1-3 0 0,1-7 368 0,-1-2 80 16,0-5 16-16,2-4 0 0,-2-6-160 0,1-4-32 0,0-6 0 0,1-5 0 16,3-4-576-16,-1-5-112 15,1-3-16-15,1-3-16 0,0-2-496 0,0-1 0 16,0 0 0-16,0-2 0 0,-2-1-176 0,0 2-16 16,-4 1-16-16,5-13 0 15,-4 10-1328-15,-1 8-256 0,0 9-48 0,-2 8-16 16,-1 5-1264-16,-2 9-256 0,-6 8-48 0</inkml:trace>
  <inkml:trace contextRef="#ctx0" brushRef="#br0" timeOffset="-636.3">27404 14086 22111 0,'0'0'1968'0,"0"0"-1584"16,0 0-384-16,11 3 0 0,-1 2 2912 0,-1 4 496 15,0 1 112-15,0 5 0 0,-2 2-2608 0,-1 5-528 16,-2 4-96-16,0 0-32 0,-2 3-256 0,-2 1 160 15,0 1-160-15,-2-4 128 0,0 2-128 0,-2-2-224 16,0-1 48-16,0-6 16 0,0-3 0 0,-1-3 0 16,1-3 0-16,0-4 0 0,4-7 544 0,-5-1 96 15,0-1 32-15,1-5 0 0,1-2 368 0,2-7 80 16,1-2 0-16,2-4 16 0,2-2-512 0,3-2-96 0,1-2-32 0,2-2 0 16,2-2-336-16,2 2 0 0,2 2 0 0,-1 0 0 15,1 2-192-15,1 3-16 0,0 1 0 16,1 2-11904-1,0 2-2384-15</inkml:trace>
  <inkml:trace contextRef="#ctx0" brushRef="#br0" timeOffset="-136.34">27784 14327 18431 0,'1'18'1632'0,"0"-10"-1312"0,-1-8-320 0,4 9 0 0,3-1 2112 0,-1-3 368 15,1 2 64-15,0-7 16 0,1 0-1056 0,0-4-208 16,0 1-32-16,0-4-16 0,0-1-736 0,-1 0-160 15,1-4-32-15,1 2 0 16,-2-2-704-16,-2 0-160 0,-1 2-32 0,-1-3 0 16,-2 2 80-16,-2 0 16 0,-3 0 0 0,-3 2 0 15,-3 0-512-15,-3 2-96 0,-3 5-32 0,-1 2 0 16,-2 2-208-16,-1 6-32 0,-1 4-16 0,2 2 0 0,-1 5 928 0,3 1 176 16,3 3 32-16,2 1 16 0,0 0 1392 0,4 1 288 15,4-1 48-15,3-3 16 0,4 1-192 0,3-6-48 0,3-2 0 0,4-3 0 16,4-5-720-16,6-2-160 15,3-5-16-15,4-4-16 0,2-8 0 0,3-4 0 16,5-4 0-16,-1-6 0 0,-2-3-224 0,1-3-144 0,-1-1 192 16,-1-1-192-16,1-2 240 0,-2 1-64 15,0-3-16-15,0 1 0 0,-2 0 784 0,-4 3 144 0,-5 0 48 0,-1 5 0 16,-5 0-192-16,-3 4-48 0,-3 4 0 0,-4 3 0 16,-3 5-576-16,-1 3-112 0,-4 4-16 0,0 7-16 15,0 0 48-15,-6 6 16 0,-3 5 0 0,-2 4 0 16,2 6-240-16,-3 4 144 0,-1 4-144 0,1 3 128 15,1 5-128-15,2 2 0 0,1 4 0 0,1 4 0 16,2 1 0-16,2 3 0 0,2 1 0 0,2 1 0 0,2 1 0 0,2-1 0 16,0 2 0-16,2 0 0 0,-2-3 0 0,3 0 0 15,-1-2 0-15,-2-5 0 0,0-2 0 0,-1-4 0 16,-1-3 0-16,-1-8 0 16,-3-3-480-16,-2-8-128 0,-3-4-32 0,-1-4 0 15,-5-5-1424-15,-2-8-304 0,-3-4-48 0,-1-3-16 16,-2-9-656-16,1-6-144 0</inkml:trace>
  <inkml:trace contextRef="#ctx0" brushRef="#br0" timeOffset="-11.37">27988 14545 1839 0,'0'-33'0'0,"2"20"160"0,0 0-160 0,2 0 0 16,1 1 0-16,4-1 0 0,3 3 8592 0,2 0 1696 15,2 0 336-15,2 4 64 0,2-3-7040 0,2 2-1408 16,0 2-288-16,3 0-48 0,1 1-960 0,3 1-192 16,1 1-48-16,1 0 0 0,0 2-704 0,-1 0 0 15,2 0 0-15,-1 0-160 16,0 4-1824-16,-2 0-352 0,-2 1-80 0,-1-3-17088 0</inkml:trace>
  <inkml:trace contextRef="#ctx0" brushRef="#br0" timeOffset="87917.2">24123 8111 1839 0,'0'0'160'0,"0"0"-160"0,0 0 0 0,0 0 0 0,0 0 3952 0,0 0 752 0,0 0 160 0,4-10 16 16,-4 10-2368-16,0 0-464 0,0 0-112 0,-6-7-16 15,6 7-496-15,0 0-96 16,0 0-32-16,0 0 0 0,0 0-576 0,0 0-112 0,0 0-32 0,3 12 0 16,-2 3-192-16,2 2-32 0,0 0-16 0,-1 4 0 15,1 1-128-15,1 2-16 16,0-2-16-16,1-1 0 0,0-2-176 0,1-3 192 0,2-3-192 0,3-2 192 16,2-4-192-16,-3-1 128 0,-1-3-128 0,0 1 128 15,1-2-128-15,-1-2 128 16,0-3-128-16,1 0 128 0,-10 3-128 0,11-3 192 0,-3-4-192 15,-1-1 192-15,0 0-192 0,-1-2 0 0,1 0 0 16,-1-4-176 0,1 0-224-16,-1 0-48 0,0-2-16 0,-1 1 0 0,0-2 64 0,-1 1 16 0,0 2 0 0,0 3 0 15,-4 11 256-15,0 0 128 0,0 0-128 0,0 0 128 16,0 0 160-16,0 0 112 0,8 12 32 0,-4 1 0 16,-2 3-32-16,1 1 0 0,-2-1 0 0,0 1 0 15,1-1-80-15,-1-2 0 0,3 2-16 0,0-6 0 16,-4-10-176-16,0 0 192 0,8 12-192 0,-8-12 192 15,6 9-192-15,-6-9 128 0,11 7-128 0,-11-7 128 16,0 0-128-16,0 0 0 0,0 0 0 0,0 0 128 0,0 0-320 0,0 0-64 16,11-1 0-16,-11 1-10240 15,0 0-2048-15</inkml:trace>
  <inkml:trace contextRef="#ctx0" brushRef="#br0" timeOffset="88214.04">24614 8082 22111 0,'0'0'1968'0,"0"0"-1584"15,0 0-384-15,8 15 0 0,-3-1 1744 0,2 0 272 0,-2 5 48 0,-1 3 16 16,-2 3-992-16,2 5-208 16,-4 1-48-16,0 4 0 0,-1 2-352 0,-2 4-80 0,2 4-16 0,-1 4 0 15,-1 1-384-15,2-2-224 16,-1 0 32-16,1-6 0 16,1-8-1552-16,0-4-304 0,3-6-64 0,-2-1-16 15,-1-4 64-15,0-4 16 0</inkml:trace>
  <inkml:trace contextRef="#ctx0" brushRef="#br0" timeOffset="88432.78">24700 8257 10127 0,'11'-8'896'0,"0"-1"-704"16,1-1-192-16,1 1 0 0,0-3 5312 0,0 3 1040 15,-2 0 208-15,-11 9 32 0,0 0-4288 0,0 0-848 16,0 0-176-16,0 0-48 0,0 0-816 0,0 0-160 15,0 0-48-15,-4 9 0 0,-1 1-208 0,-1 2 0 16,-4 1 0-16,-1 0 0 16,0 0-512-16,-1 0 0 0,0-1 0 0,1-1 0 15,-1 1-384-15,1-1-64 0,1-4 0 0,0 3-16 16,0-4-2112-16,10-6-432 0</inkml:trace>
  <inkml:trace contextRef="#ctx0" brushRef="#br0" timeOffset="88620.26">24863 8184 22111 0,'0'0'1968'0,"0"0"-1584"0,0 0-384 0,11 10 0 15,-4 1 1712-15,0 5 256 0,-2-1 48 0,-1 6 16 16,-4 2-1136-16,-1 5-240 0,-2 2-32 0,-1 4-16 0,0 2-288 0,0 2-48 16,1 1-16-16,0 0 0 15,0-1-1840-15,2-4-368 16,0 1-80-16,1-4-10384 0</inkml:trace>
  <inkml:trace contextRef="#ctx0" brushRef="#br0" timeOffset="88840.49">24934 8204 23039 0,'10'-16'1024'0,"-3"8"192"0,-2 0-960 0,4 2-256 16,1 1 0-16,1 2 0 0,-1 3 3280 0,-10 0 624 15,11 5 112-15,-5 3 16 0,-6-8-2688 0,4 16-528 16,-4 1-112-16,0 0-32 0,-3-3-448 0,0 2-96 0,-3-1 0 0,2 1-128 16,-1 2 0-16,0-1-144 15,-2-1-16-15,1 1 0 16,1-3-320-16,-2 2-64 0,-2-2-16 0,1 0 0 16,-1-2-1168-16,1-2-256 0,-1-3-32 0,9-7-7968 15,0 0-1600-15</inkml:trace>
  <inkml:trace contextRef="#ctx0" brushRef="#br0" timeOffset="89326.12">25245 8316 2751 0,'0'0'256'0,"0"0"-256"16,0 0 0-16,11 4 0 0,2 1 4960 0,-2-3 944 0,1-2 192 0,0-1 48 15,0-1-4288-15,1-2-864 16,0-2-160-16,0 1-48 0,-2 0-336 0,0 1-64 15,-2-2 0-15,-1-2-16 0,-2-1-128 0,1-3-32 16,-2 3 0-16,-1 0 0 0,-1-1 240 0,-3 3 64 0,-2-1 0 0,-2 0 0 16,-1-1-192-16,0 1-48 15,-2-1 0-15,-2-1 0 0,0-1-128 0,-1 2-16 16,-1 0-128-16,0 2 192 0,0 2 16 0,2 4 0 0,0 1 0 16,0 5 0-16,-2-1 224 0,4 5 32 0,1 3 16 0,1 3 0 15,1 2-128-15,4 2-32 0,1 0 0 0,3-1 0 16,2-2-160-16,0 0-32 0,2-2-128 0,2-1 192 15,2-1 0-15,1 0-16 0,0-2 0 0,2-1 0 16,-2-2-176-16,0-1 160 0,-2-2-160 0,2 0 160 16,0 0-480-16,-2 1-80 15,-11-5-32-15,13 3 0 0,-3 1-448 0,-10-4-80 16,12 0-32-16,-12 0-14192 0</inkml:trace>
  <inkml:trace contextRef="#ctx0" brushRef="#br0" timeOffset="89663.9">25602 8158 8287 0,'0'0'368'0,"0"0"80"0,0 0-448 0,0 0 0 0,10 8 0 0,-3 0 0 16,1 2 5280-16,0 0 976 15,1 2 192-15,-1 0 32 0,-2 1-3984 0,0 1-784 0,-1 1-176 0,1-1-16 16,-2 0-848-16,-1 2-160 16,0 1-48-16,-2-1 0 0,0-3-336 0,0 1-128 0,-2 2 0 0,0-3 144 15,0-2-144-15,-1 1 0 16,2-12 144-16,-2 8-144 0,2-8 320 0,0 0 0 0,0 0 0 0,0 0 0 31,-3-8 464-31,2-8 96 0,1-1 16 0,4-1 0 16,0-3-240-16,2-1-32 0,1 0-16 0,3-1 0 15,3-2-288-15,0 4-48 0,0 3-16 0,-1 2 0 16,0 3-256-16,-1 3 160 0,0-1-160 0,-2 5 128 16,-1 0-800-16,-8 6-160 0,6-7-48 0,-6 7 0 15,9-3-2896-15,-9 3-576 0</inkml:trace>
  <inkml:trace contextRef="#ctx0" brushRef="#br0" timeOffset="90341.8">24707 8068 7359 0,'0'0'656'0,"0"0"-528"0,0 0-128 0,0 0 0 0,0 0 2928 0,0 0 544 16,0 0 112-16,0 0 32 0,0 0-1264 0,0 0-256 16,0 0-48-16,0 0-16 0,0 0-272 0,0 0-48 15,0 0-16-15,0 0 0 0,0 0-576 0,0 0-112 16,0 0-32-16,9 8 0 0,-1-2-208 0,1 2-32 15,1 0-16-15,-1-2 0 0,-1-2-128 0,1 2-16 16,-9-6-16-16,12 6 0 0,-2 2-240 0,0 0-32 0,-4-2-16 0,-6-6 0 16,0 0-272-16,0 0 128 15,5 9-128-15,-1 2 0 0,-4-11 0 0,-1 12 0 16,-3-1-192-16,-1 1 48 16,-3-4-2160-16,-1 1-416 0,-2-1-96 0,4-3-13296 0</inkml:trace>
  <inkml:trace contextRef="#ctx0" brushRef="#br0" timeOffset="93140.89">15216 10385 27647 0,'0'0'2448'0,"0"0"-1952"0,-6-6-496 0,6 6 0 0,0 0 1984 16,0 0 288-16,-3 3 64 0,-4 1 16 0,2 3-1072 0,0 2-224 16,-1 4-32-16,1 4-16 0,-1 2-592 0,0 5-112 15,4 2-32-15,-1 2 0 0,-1 2-272 0,2-1 0 16,2 0 0-16,1-6 0 0,2-1 0 0,2-3 0 15,0-6 0-15,3-4 0 0,1-5 192 0,1-4-192 0,3-4 192 0,2-7-192 16,-2-2 336-16,2-4-32 0,2-3-16 0,0-3 0 16,0-1-160-16,0-2-128 0,-1-2 144 0,-3 2-144 15,-1 1 0-15,-1 3 0 0,-3 4 0 0,-1 2 0 16,-2 3 0-16,-1 4 192 0,-4 9-48 0,0 0-16 0,0 0-128 0,0 0-192 16,-3 11 32-16,1 4 16 15,-1 5 144-15,0 2 0 0,2 3 0 0,1-1 0 0,1 1 0 0,2-3 128 16,1-2-128-16,3-3 128 0,-1-3-384 0,3-3-64 15,2-4 0-15,0-3-16 16,5-5-2256-16,0-3-448 0,-1-4-96 0,1-3-12096 16</inkml:trace>
  <inkml:trace contextRef="#ctx0" brushRef="#br0" timeOffset="93312.76">15639 10395 21823 0,'0'0'960'0,"0"0"208"0,0 0-928 0,0 0-240 15,0 0 0-15,-5 8 0 0,1 4 2112 0,2 1 368 16,-2 2 80-16,0 6 0 0,1 0-1088 0,1 4-208 15,-2 4-48-15,1 3-16 0,3 3-704 0,-1 3-144 16,-1 3-32-16,2 0 0 0,0 0-320 0,3 0 0 16,-2 1 0-16,2 0 0 0,1-3 0 0,2-1-128 15,0 1 128-15,-2-7-128 16,-1 0-624-16,0-7-112 0,1-6-32 0,-1-5 0 16,-3-3-2352-16,0-11-464 0</inkml:trace>
  <inkml:trace contextRef="#ctx0" brushRef="#br0" timeOffset="93500.26">15598 10488 18431 0,'14'-16'816'0,"-5"10"160"0,2-2-784 0,0 0-192 0,2 0 0 0,2 0 0 15,-1 2 3232-15,0-1 608 0,-1 3 112 0,0 3 16 16,-3 2-2352-16,-1 3-464 0,-3 3-112 0,-2 1-16 16,-3 2-496-16,-1 3-96 0,-2 3-32 0,-2 3 0 15,-3-2-64-15,0 3-16 0,-1 1 0 0,-1 1 0 16,-1-1-112-16,0 1-16 0,0-3-16 0,1 1 0 15,-1-2-1760-15,3-2-336 16,0-2-80-16</inkml:trace>
  <inkml:trace contextRef="#ctx0" brushRef="#br0" timeOffset="93694.69">15869 10391 30399 0,'0'0'1344'0,"0"0"288"0,2 9-1312 0,2 3-320 15,2 4 0-15,-3 1 0 0,1 5 1296 0,-1 5 192 0,0 2 48 0,-1 5 0 16,0 1-432-16,-1 3-80 0,0 2 0 0,2 2-16 16,-2-2-592-16,0 1-112 0,1-3-32 0,-1-2 0 0,2-2-272 0,-1-3-256 15,2-3 64-15,-1-2 0 16,-1-4-832 0,0-6-176-16,-1-3-16 0,-1-4-16 0,0-9-1328 0,0 0-256 0,0 0-48 0</inkml:trace>
  <inkml:trace contextRef="#ctx0" brushRef="#br0" timeOffset="93866.63">15862 10449 17503 0,'8'-7'1552'0,"3"-1"-1232"16,0 2-320-16,1-1 0 0,0 2 3248 0,1 4 592 15,0-2 112-15,0 6 16 0,-1-2-1824 0,-2 4-368 16,-1 2-80-16,-2 1-16 0,-2 2-736 0,-2 3-160 16,-3 4-16-16,-3 3-16 0,-1 2-336 0,-3 4-64 15,0-1-16-15,-1-1 0 0,-1 0-496 0,0-1-96 16,-1 1-32-16,1-2 0 15,0-3-2928-15,1-3-592 0</inkml:trace>
  <inkml:trace contextRef="#ctx0" brushRef="#br0" timeOffset="94368.87">16135 10516 8287 0,'0'0'736'0,"9"3"-592"15,3 0-144-15,-2-1 0 0,-1-1 4912 0,2 1 944 16,-1-1 192-16,1-1 32 0,-2-1-3216 0,0-1-656 15,0 1-128-15,-1 0-32 0,0-2-784 0,-2-1-176 16,1 2-16-16,-1-3-16 0,1 1-720 0,-2-3-144 0,-1-1-16 0,0 0-16 16,0 1-160-16,-3-1 192 0,-2 0-192 0,-2 0 192 15,-1 2-192-15,-1-1 192 0,-3 3-192 0,-1-2 192 0,-2-1-192 0,1 1 0 16,-2 0 0-16,2 3 0 16,-1 0 0-16,1 3 0 0,1 3 0 0,0 2 0 0,0 5-160 0,2-2 160 15,2 2 0-15,1 3-144 0,1 6 144 0,3-2 0 16,3 2 0-16,2-1 0 0,2 3 0 0,1-1 0 15,-1 1 128-15,1-7-128 0,0-1 0 0,1-2 0 16,2-4 0-16,0-1 0 16,2-4-336-16,-1-2-96 0,0-2-16 0,5-4 0 15,-2-3-576-15,-3-2-128 0,-1-5-32 0,-1 0 0 16,0-5 112-16,1 3 32 0,-3-1 0 0,-2 6 0 0,1-2 720 0,1 1 160 16,-2 1 32-16,2 4 0 0,-2-2 768 0,1 6 144 15,-7 5 48-15,9 1 0 0,0 3 192 0,-1 4 32 16,-2 4 16-16,0 3 0 0,-4 4-384 0,0 3-80 15,-2 5-16-15,-2-2 0 0,0 0-352 0,-1-2-80 16,0-1-16-16,2-1 0 0,0-5 48 0,1-2 0 16,1-5 0-16,-1-9 0 0,0 0 384 0,0 0 64 15,7-6 32-15,1-3 0 0,-1-7 208 0,2-3 32 0,1-4 16 0,-1 1 0 16,0-1-448-16,1-2-96 0,1 2 0 0,0 0-16 16,1 4-368-16,0 1 128 0,0 1-128 0,5-6 0 31,1 5-704-31,-3 5-192 0,0 0-64 0,-5 5-13216 0,2 2-2656 0</inkml:trace>
  <inkml:trace contextRef="#ctx0" brushRef="#br0" timeOffset="96103.07">23627 14232 911 0,'0'0'0'0,"0"0"0"0,2-8 0 0,-4 7 0 0,7-6 4448 0,-2-3 800 0,0 1 176 0,-1 0 16 0,2 1-2176 0,0-1-432 16,-1 2-80-16,-3 7-32 0,0 0-560 0,0 0-112 15,0 0-32-15,0 0 0 0,0 0-448 0,0 0-96 16,0 0 0-16,0 0-16 0,-3 7-464 0,-1 4-96 15,0 6 0-15,2 4-16 0,-2 5-336 0,1 4-64 16,-1 3-16-16,0 5 0 0,2 3-160 0,-1 0-48 16,2 1 0-16,0-2 0 0,-1-1-16 0,1-1-16 15,0-3 0-15,1-1 0 0,1-3-224 0,2-5 128 16,-1-3-128-16,2-5 0 0,0-4-192 0,0-2-144 0,0-3-32 0,0-4 0 31,-4-5-1552-31,6-1-304 0,2-4-64 0,0-2-16 16,1-5-1664-16,1-2-352 0</inkml:trace>
  <inkml:trace contextRef="#ctx0" brushRef="#br0" timeOffset="96337.4">23814 14506 8287 0,'-3'10'736'0,"0"5"-592"0,1 4-144 0,-1 2 0 16,-1-3 5200-16,2 4 1008 0,0 1 208 0,1-3 48 16,1 0-3648-16,-1-1-704 0,1-4-160 0,1-1-32 15,2-3-352-15,1-4-80 0,-4-7-16 0,0 0 0 16,0 0-592-16,9 0-128 0,0-3-32 0,0-4 0 15,1-2-304-15,0-3-64 0,-1-1-16 0,-1 0 0 16,-3-1-144-16,-1-2-48 0,-2 2 0 0,1-1 0 16,-3 1-144-16,-1 1 128 0,-2 1-128 0,-2 1 128 15,-4 0-128-15,0 2 0 0,-1 2 0 0,0 1-176 16,0-1-896-16,-1 2-176 16,1 4-32-16,1 1-16 0,-1 1-1504 0,3 4-288 0,-1-1-64 0</inkml:trace>
  <inkml:trace contextRef="#ctx0" brushRef="#br0" timeOffset="96806.12">23996 14566 20271 0,'0'0'1792'0,"0"0"-1424"15,-2-7-368-15,2 7 0 0,0 0 3024 0,-3-5 544 16,2-2 96-16,1 7 32 0,0 0-2032 0,0 0-416 16,0 0-80-16,0 0-16 0,0 0-544 0,4 10-112 15,1 1-32-15,-1 5 0 0,0-4-208 0,1 2-64 16,0-1 0-16,2 0 0 0,-1 1 0 0,2-3 0 16,0-1 0-16,0-2 0 0,1 0 112 0,1-5 16 0,-1 0 0 15,0-3 0-15,2 0-80 0,-1-5-16 0,-1-3 0 16,1-1 0-16,0-1-32 0,-1-3-16 0,-1-1 0 0,0 0 0 15,-2 1-176-15,1-2 0 0,1 2 0 0,-2 2 0 16,-1 2 0-16,-1 3-176 0,-4 6 48 0,0 0 0 16,0 0-144-16,0 0-32 0,0 0 0 0,3 9 0 15,-2 1 176-15,2 2 128 0,-3 0-192 0,1-1 192 16,2-1 0-16,1-3 272 0,2 0-16 0,-1-1-16 0,-5-6 400 0,8 3 64 16,1-3 32-16,0-3 0 0,0 0 160 0,-1-4 16 15,0 0 16-15,0-4 0 0,-2-1-352 0,1 0-64 16,0 1 0-16,-2-1-16 0,-1-1-320 0,0 0-176 15,-1 0 192-15,0 2-192 0,0 1 0 0,-2 1-144 16,0 1-16-16,1 1 0 16,-2 7-1760-16,0 0-336 0,0 0-80 0,0 0-11040 15,0 0-2192-15</inkml:trace>
  <inkml:trace contextRef="#ctx0" brushRef="#br0" timeOffset="97297.27">24439 14567 8287 0,'0'0'736'0,"0"0"-592"15,0 0-144-15,10 5 0 0,-1 0 4816 0,-1-2 944 16,-2 1 176-16,3-4 32 0,2 0-3152 0,-2-3-640 16,0 1-128-16,0-2-32 15,0-3-624-15,0 1-128 0,0-1-32 0,-1-1 0 0,0 2-592 0,0-4-128 0,0 0-32 0,-2 1 0 0,-1 1-240 0,-1-2-48 16,2 2-16-16,-4 0 0 0,-1 1 16 0,-1 0 0 16,-2 1 0-16,-2-1 0 0,-1 0-192 0,-2 2 192 15,-3 1-192-15,-2 0 192 0,0 2-192 0,-1 2-144 16,0 4 144-16,0 2-208 15,0 3-176-15,0 4-48 0,-1 0 0 0,2 4 0 0,3-1 176 0,0 1 48 16,1 1 0-16,3 1 0 0,2-3 208 0,3 1-192 16,0-1 192-16,4-3-192 0,1-1 48 0,3-2 16 15,1-2 0-15,3-3 0 0,1-2-128 0,1-3-32 16,1-3 0-16,2-2 0 16,0-3-160-16,0-1-16 0,-1-3-16 0,3-1 0 15,0-1-160-15,0 1-16 0,-3 0-16 0,3-4 0 0,-4-1 432 0,0-1 96 16,-2 4 16-16,0-1 0 0,1 2 640 0,-1 1 144 31,-1 1 32-31,0 4 0 0,1 4 560 0,-3 4 112 16,-1 2 32-16,0 3 0 0,-1 5-480 0,1 6-80 0,-2 0-32 0,-1 4 0 15,0 1-608-15,-3 3-192 0,3 2 128 0,-4 0-128 16,-2 1 0-16,2-2 0 0,-4-1 0 0,2-1 0 16,2-2 320-16,-4-4 0 0,1-4 0 0,0-3 0 15,-1-2 224-15,2-8 48 0,0 0 16 0,0 0 0 16,0 0-32-16,2-8-16 0,-1-1 0 0,3-4 0 15,0-4-320-15,2-1-64 0,3-3-16 0,2-1 0 16,-1-3-160-16,2 3 0 0,2 1 0 0,2 0 0 0,1 0 0 0,0 1 0 16,-1 0-192-16,1-4 192 15,1 1-2448-15,-1 0-368 0,-2 0-80 0</inkml:trace>
  <inkml:trace contextRef="#ctx0" brushRef="#br0" timeOffset="99129.46">12761 15766 26719 0,'0'0'2368'0,"0"0"-1888"16,-3-9-480-16,3 9 0 0,0 0 2496 0,0 0 416 16,0 0 80-16,0 0 16 0,8 7-1632 0,0 5-320 15,0 6-64-15,1 8-16 0,1 6-528 0,1 9-96 16,0 7-32-16,1 4 0 0,0 2-320 0,-2-1 144 0,-1 2-144 0,2-4 0 16,-1 1 128-16,3-3-128 15,-1-3 0-15,0-4 0 0,-2-6 448 0,2-4-32 0,0-8 0 0,-1-4 0 16,1-7 224-16,0-4 32 15,1-4 16-15,0-5 0 0,1-5 16 0,1-7 0 16,-4-5 0-16,2-6 0 0,0-6-144 0,3-2-32 16,0-6 0-16,-1 1 0 0,2-7-336 0,-1 1-64 0,1-1 0 0,0 0-128 15,1 0 128-15,-2 0-128 16,-1-2 0-16,0 0 0 0,-2 3 0 0,-3 3 0 0,-1 4 0 0,0 3 0 16,-3 3 0-16,-2 4 0 0,-2 4 0 15,-2 4-144-15,-1 4-176 0,-2 2-16 0,-1 3-16 0,0 4 0 31,4 4-784-31,0 0-144 0,-6 0-48 0,1 4 0 16,-1 2-976-16,1 5-208 0,0 0-48 0,1 4-14912 0</inkml:trace>
  <inkml:trace contextRef="#ctx0" brushRef="#br0" timeOffset="99598.59">13518 16327 12895 0,'0'0'1152'0,"0"0"-928"0,-1-6-224 0,1 6 0 0,1-6 4368 0,-1 0 832 16,0 6 176-16,0 0 16 0,0 0-2800 0,0 0-560 15,0 0-112-15,0 0-32 0,0 0-560 0,-6 9-112 16,-1 3-32-16,2 2 0 0,0 4-656 0,1 7-128 16,0 2-16-16,1 5-16 0,1 2-64 0,-1 1-16 15,2 0 0-15,0-1 0 0,1-3-160 0,1-1-128 16,0-1 144-16,2-4-144 0,-1-3 0 0,2-4 0 16,1-4-128-16,3-2 128 15,-2-4-2480-15,-6-8-384 0,9 0-80 0,1-4-8832 16,0-4-1760-16</inkml:trace>
  <inkml:trace contextRef="#ctx0" brushRef="#br0" timeOffset="99818.61">13666 16609 17967 0,'0'0'384'0,"0"0"96"0,0 0 16 0,7 6 16 0,0 5-512 0,-1-2 0 0,-2 2 0 0,0 2 0 15,-1 2 1520-15,1-1 208 0,-2 1 32 0,2-1 16 16,0-1 272-16,1-1 48 0,-1-3 16 0,3-3 0 16,-7-6 16-16,9 3 16 0,0-4 0 0,2-3 0 15,0-4-528-15,1-3-96 0,0-2-32 0,1-2 0 16,-2-1-720-16,1-1-128 0,-3-1-48 0,2 1 0 15,-5 3-288-15,0 1-64 0,-4-2-16 0,-1 6 0 16,-2-1 0-16,0 2 0 0,-4 1 0 0,-2 3 0 16,1 2-224-16,-2 3 0 0,-1 2 0 0,-3 5 0 15,0-1-1136 1,0 5-320-16,-1-1-64 0,0 2-16 0,0 0-1856 16,2-2-368-16</inkml:trace>
  <inkml:trace contextRef="#ctx0" brushRef="#br0" timeOffset="100287.31">14019 16576 1839 0,'0'0'0'0,"0"0"160"0,0 0-160 0,0 0 0 16,0 0 0-16,0 0 0 0,0 0 6912 0,0 0 1360 0,-5 7 272 0,2-1 48 15,0 3-6224-15,3 2-1232 16,0 0-256-16,3 2-48 0,1 0-576 0,0 0-128 0,1-1 0 0,2 0-128 16,0-2 176-16,1 0-176 0,-1-4 160 0,2-1-160 15,0-2 400-15,0-1-16 0,0-2 0 0,0-1 0 16,-1-4 0-16,-1 0 0 0,1-3 0 0,-1 0 0 16,1-4-32-16,-1 1-16 0,1-1 0 0,-2-1 0 15,-1-1-160-15,-2 3-48 0,-1-1 0 0,1 5 0 16,0 0-128-16,-3 7 0 0,0 0 0 0,0 0-176 15,0 0-96-15,0 0-32 0,5 10 0 16,1 2 0-16,1 3 112 0,-1-2 32 0,1 0 0 16,1-2 0-16,-2 0 320 0,3-2 64 0,2-4 16 0,-1-2 0 15,2-3 688-15,0-3 144 0,0-2 16 0,-1-3 16 16,0-1-80-16,0-4-32 0,0-3 0 0,-1 1 0 16,1-2-432-16,-2-2-96 0,-1 0-16 0,-1-2 0 15,-1 0-224-15,-1 2-48 0,-1 0-16 0,-2 2 0 0,0 3-160 16,-2 0 128-16,0 3-128 0,-2 3 128 0,2 8-336 0,0 0-80 15,0 0-16-15,0 0 0 16,0 0-2320-16,-5 4-480 0,1 2-96 0,0 1-15232 16</inkml:trace>
  <inkml:trace contextRef="#ctx0" brushRef="#br0" timeOffset="100912.25">14645 16577 11967 0,'0'0'1072'0,"0"0"-864"15,0 0-208-15,0 0 0 0,4 8 4208 0,-4-8 784 0,7 5 176 0,3-1 16 16,-1-2-2672-16,0-4-528 15,0-2-128-15,1-1 0 0,1-4-672 0,0-3-128 16,1-2-32-16,0 0 0 0,-2-2-80 0,1-1-32 0,-2-1 0 0,-1 1 0 16,-2 0-272-16,-1 1-64 0,-1 1-16 0,0 0 0 15,-1 2-272-15,-2 1-48 0,-1 1-16 0,-2 2 0 16,-2 1-32-16,-3 0-16 0,-2 1 0 0,-1 2 0 16,-3 3-176-16,0 2 0 0,-2 2 0 0,1 6 0 15,-2 4-320-15,3 5-112 0,0 4-16 16,0 6 0-16,1 0 128 0,2 3 32 0,1 3 0 0,1 0 0 0,1-3 96 0,4-2 32 15,3 0 0-15,1-2 0 0,1-4 160 0,2-3 0 16,2-3 0-16,0-4 0 0,2-3 0 0,1-3 0 16,2-3 0-16,0-4 0 0,0-2-144 0,2-3-48 15,0-6-16-15,0 0 0 0,1-4 64 0,0 0 16 16,2-5 0-16,0-1 0 0,-1-2 128 0,1 1 0 16,0-6 0-16,1 3 0 0,0 1 176 0,0 2 64 15,-1 3 16-15,3 2 0 0,0 6 352 0,1 2 80 16,-2 4 16-16,0 6 0 0,1 6-160 0,0 4-32 15,-1 6 0-15,-1 5 0 0,-1 2-256 0,-4 2-64 16,-2 2-16-16,-2 1 0 0,-3 0-176 0,0 0-144 0,-2-2 144 16,0-2-208-16,-2-1 208 0,-1-8 0 15,1 0 0-15,-2-8 0 0,1-7 256 0,0 0 128 16,0 0 48-16,0 0 0 0,-3-7 256 0,2-8 48 16,1-3 16-16,1-3 0 0,2-2-320 0,1-2-64 0,1-4-16 0,2 1 0 15,0-1-352-15,3 0 0 16,0 2 0-16,3 2 128 0,1 0-256 0,2 3-64 0,-2 0 0 0,1 2 0 31,-2 1-720-31,1 2-160 0,0 1-16 0,1 2-14176 16,-2 0-2832-16</inkml:trace>
  <inkml:trace contextRef="#ctx0" brushRef="#br0" timeOffset="102016.76">15877 16371 5519 0,'0'0'240'0,"0"0"64"0,0 0-304 0,-6 4 0 16,6-4 0-16,0 0 0 0,0 0 5552 0,0 0 1040 16,0 0 224-16,0 0 32 0,0 0-4352 0,0 0-896 0,10 0-160 0,1 0-32 15,4 0-384-15,3 0-64 16,4-1 0-16,3 1-16 16,2-3-208-16,2 3-32 0,3 0-16 0,-2 0 0 0,-2 0-368 0,-1 3-80 15,1 0-16-15,-1 0 0 0,0-1-224 0,-1 0 144 16,-3 1-144-16,-3 0 128 0,0-1-128 0,-2 0-256 15,-2-1 64-15,-2 0 16 16,-1 0-2464-16,-4-1-496 0,-9 0-112 0</inkml:trace>
  <inkml:trace contextRef="#ctx0" brushRef="#br0" timeOffset="102237.02">15858 16652 28559 0,'0'0'2544'0,"0"0"-2032"16,0 0-512-16,0 0 0 0,0 0 1568 0,0 0 224 16,10 6 32-16,3-1 16 0,5-1-464 0,4 0-96 15,4 0 0-15,0 0-16 0,3 0-480 0,2-1-80 16,-1-1-32-16,0 2 0 0,-1-1-352 0,-1 1-80 0,1 0-16 0,-1-1 0 16,-2 0-224-16,0 0 0 0,0-1 0 15,0 1 0-15,1-1 0 0,-2 0-160 0,-3-1 32 0,-1-1 0 31,-1 0-2320-31,-2-3-464 0</inkml:trace>
  <inkml:trace contextRef="#ctx0" brushRef="#br0" timeOffset="105323.33">17965 15696 24879 0,'-2'-5'2208'0,"-1"-2"-1760"16,0 1-448-16,2-1 0 0,0 1 2912 0,-1-1 496 16,2 7 112-16,0 0 0 0,0 0-1776 0,0 0-352 15,0 0-80-15,0 0-16 0,-1 11-624 0,2 4-128 16,-1 4-32-16,-1 5 0 0,0 6-512 0,0 7 0 15,-1 1 0-15,1 6 0 0,0 3 0 0,-1 0 0 16,2-2 0-16,0 0 0 0,2-4 0 0,-1 0 0 0,0-7 0 0,2-3 0 16,-1-6-224-16,0-6-48 0,-1-4-16 0,0-5 0 31,-1-10-1632-31,0 0-336 0,0 0-64 0,-1-14-14448 0</inkml:trace>
  <inkml:trace contextRef="#ctx0" brushRef="#br0" timeOffset="105648.32">17935 15708 9215 0,'8'-20'816'0,"-3"11"-656"0,2-1-160 0,3 1 0 16,5-1 3600-16,2 3 688 0,2 0 144 0,3 3 32 16,2 2-1552-16,2 0-304 0,1 2-64 0,-1 3-16 15,-1 1-608-15,0 0-128 0,-3 2-32 0,-3 2 0 16,-2 1-880-16,-2 2-176 0,-3 2-48 0,-5 2 0 16,-3 5-384-16,-2-2-80 0,-6 4 0 0,-3 2-16 15,-3-1-176-15,-1 2 160 0,-4 0-160 0,-4-1 160 16,-3 0-288-16,-1-2-64 0,-2-2-16 0,0-2 0 15,-1-1-144-15,1-4-32 0,1-5 0 0,0-2 0 0,2-3 208 0,0-1 48 16,4-2 0-16,3-1 0 0,3-3 320 0,5 2 64 16,1-1 0-16,6 3 16 0,0 0-272 0,0 0 160 15,0 0-160-15,12 7 128 0,4 0-128 0,2 2 0 16,3 2 144-16,1 1-144 0,2 2 0 0,2 2 144 16,0-1-144-1,1 2 0-15,3-1 128 0,-1 1-128 16,-3-2 0-16,1 0 0 0,-2-2 0 0,-3-1 0 15,-2-2 0-15,-3 0 0 16,-2-2-784-16,-2-1-272 0,-1-2-48 0,-3-1-16 0,-2-1-1440 0,-7-3-272 0,0 0-64 0,0 0-11552 16</inkml:trace>
  <inkml:trace contextRef="#ctx0" brushRef="#br0" timeOffset="108231">18771 15999 5519 0,'0'0'496'0,"0"0"-496"0,-7-2 0 0,1 1 0 16,-1 1 3344-16,1-3 576 0,-1 3 112 0,7 0 32 15,-5-1-1472-15,5 1-288 0,-5-1-64 0,5 1-16 16,0 0-528-16,0 0-96 0,0 0-32 0,0 0 0 0,0 0-96 0,0 0-32 16,0 0 0-16,6-6 0 0,1 1-288 0,2 1-48 15,3 0-16-15,1 1 0 0,0-1-400 0,1 1-96 0,2 2-16 0,0 1 0 16,-2 1-288-16,-1 2-64 0,-1 1-16 0,-3 2 0 16,-1 2-208-16,-3 0 0 0,-1 3 0 0,-3 2 0 15,-1 2-320-15,-1 0-48 0,-3 2-16 0,-1 2 0 16,-3-1 96-16,-1 1 16 0,-3-2 0 0,-1 3 0 0,1-4 272 0,0-1 0 15,2-2 0-15,1 0 0 0,1-1 0 16,3-2 0-16,1 1 0 0,1-1 0 0,3-1 368 0,3 1-32 16,1-1 0-16,2 0 0 0,2 0-144 0,1-1-48 15,3 0 0-15,0-2 0 0,1-1-144 0,0 1 128 16,0-3-128-16,0 0 128 0,0-3-128 0,0-1-192 16,0-3 32-16,0 0 16 15,-1 0-2176-15,-1-1-432 0,0-2-96 0</inkml:trace>
  <inkml:trace contextRef="#ctx0" brushRef="#br0" timeOffset="130821.7">17332 16451 23039 0,'-13'-3'1024'0,"-3"-1"192"0,0 0-960 0,1 1-256 0,-1-1 0 0,-1 1 0 0,1-2 2128 0,2 4 384 16,-2-2 80-16,3 6 16 0,-2-3-1584 0,0 1-320 15,1 1-64-15,0 2-16 0,-1 0-336 0,2 0-64 16,0-1-16-16,3-1 0 0,1 1-80 0,9-3-128 16,-8 3 176-16,8-3-176 0,0 0 256 0,0 0-48 15,0 0-16-15,0 0 0 0,0 0-16 0,12 7-16 16,2 0 0-16,4-1 0 0,2 0 16 0,3-1 0 15,3 0 0-15,6 0 0 0,0 2 352 0,3-1 80 0,3 0 16 16,7 0 0-16,5 1 240 0,6-1 48 0,6-1 16 0,3 2 0 16,3-2-272-16,2 4-48 0,-2-1-16 0,4 0 0 15,5 0-352-15,2 2-80 0,3-2-16 0,-1 0 0 16,-1 0-144-16,3-2 0 0,0-2 0 0,3 1 128 16,3 0-128-16,2 1 0 0,-2-2 0 0,4-1 128 15,-1 1-128-15,2 2 0 0,1 1 144 0,-4 3-144 16,-2-4 0-16,0 2 0 0,-4 1 0 0,-3 1 128 15,0 2-128-15,-4 0 0 0,-2-3 128 0,-7 0-128 16,-5-1 384-16,-3 1 0 0,-1-5 0 0,-5 1 0 0,-6-1 64 0,-3-3 0 16,-6 2 16-16,-6-3 0 0,-7-1-464 0,-6-1 0 15,-5-1 0-15,-7-1 0 16,-4-7-2048 0,-7-1-464-16</inkml:trace>
  <inkml:trace contextRef="#ctx0" brushRef="#br0" timeOffset="132142.4">17521 16902 37087 0,'-17'3'816'0,"11"-6"160"0,1 2 48 0,-1-3 16 0,-1 2-832 0,7 2-208 16,-8 0 0-16,2 6 0 0,-1-2 752 0,1 7 96 16,2 5 32-16,1 7 0 0,3 5-640 0,2 6-240 15,2 0 176-15,1 5-176 0,3 4 128 0,1 1-128 16,0 6 0-16,0 2 0 0,0-1 0 0,2-1 0 0,-1-1 0 0,-1-4 0 16,-2-2 0-16,-1-5 128 0,-2-5-128 0,1-5 0 15,-1-3 0-15,0-4 0 0,-1-5 0 0,-2-3 0 16,-1-4 0-16,0-9-208 0,0 0 16 0,0 0 0 31,0 0-1808-31,-5-8-368 0,0-4-64 0,-2-3-7968 0,1-8-1600 0</inkml:trace>
  <inkml:trace contextRef="#ctx0" brushRef="#br0" timeOffset="132410.57">17532 17036 20495 0,'23'-6'896'0,"-10"4"208"0,2 1-880 0,5 1-224 15,3 3 0-15,2 2 0 0,0 1 1888 0,1 2 336 16,-3 3 64-16,0 0 16 0,-3 2-384 0,-3 2-64 15,-2 0 0-15,-5 4-16 0,-2 2-848 0,-4 3-160 16,-4 5-48-16,-1 2 0 0,-6 3-576 0,-2 1-208 16,-2 2 144-16,-3-1-144 0,-3 0-224 0,0-4-128 0,-1-2-32 0,0-2 0 15,-2-5 192-15,1-5 48 0,0-3 0 0,1-5 0 16,1-5 144-16,1-2 0 0,1-6 0 0,2-1 0 16,0-1 0-16,4 0 0 0,2-2 128 0,5 2-128 15,2 5 272-15,6-4-16 0,3 2 0 0,7 4 0 16,3 1-48-16,5 5-16 0,2 3 0 0,3 3 0 15,-1 0-64-15,4-1 0 0,-4 4-128 0,1-4 192 16,0 0-192-16,-1-3 0 0,0 1-144 0,-1-2 144 31,-1-5-3088-31,-2 0-528 0</inkml:trace>
  <inkml:trace contextRef="#ctx0" brushRef="#br0" timeOffset="132677.44">18129 17633 20271 0,'11'16'896'0,"-6"-8"192"0,0 0-880 0,2 1-208 16,-1 1 0-16,2 1 0 0,-3-2 3136 0,-2 0 576 15,-2 1 112-15,-1 3 16 0,-1 0-2832 0,0-2-576 16,-3-2-112-16,-1 0-32 0,-2 0-544 0,1-1-128 16,-1-3 0-16,2 0-16 0,1 1 208 0,4-6 64 15,0 0 0-15,0 0 0 0,4 6 640 0,2-1 144 16,3 2 32-16,5-3 0 0,-1 2 224 0,2 0 48 15,2-3 16-15,3 1 0 0,-2 0-480 0,2 0-112 16,0 3 0-16,1-2-16 0,-1-4-368 0,-1 2 0 16,1-1 0-16,-1-2 0 15,1-2-1264-15,-2 1-272 0,-1-1-48 0,-1 1-9472 16,-2 1-1888-16</inkml:trace>
  <inkml:trace contextRef="#ctx0" brushRef="#br0" timeOffset="133224.29">18586 17353 35935 0,'0'0'1600'0,"0"0"320"0,0 0-1536 0,0 0-384 0,0 0 0 0,14 5 0 16,4 2 784-16,5-1 96 0,4 2 16 0,4 1 0 15,1 0-512-15,0 2-112 0,3-1-16 0,-1 3 0 16,-1-2 0-16,-2-1-16 0,0 1 0 0,1-2 0 16,-1 0-496-16,-1-3-80 0,-1-2-32 0,-2 0 0 15,-2-1-1936 1,-3-1-384-16,-4 0-64 0</inkml:trace>
  <inkml:trace contextRef="#ctx0" brushRef="#br0" timeOffset="133427.37">18870 17094 3679 0,'4'15'160'0,"-3"-4"32"0,1 2-192 0,0 4 0 15,2 5 0-15,1 5 0 0,2 6 7888 0,1 5 1536 16,-1 1 304-16,3 5 64 0,1 4-6864 0,1 2-1392 15,-2 2-256-15,1 0-64 0,-1 0-400 0,1 2-80 16,-1-1-16-16,-1-1 0 0,-1-1-592 0,0 0-128 16,0 0 0-16,0-4 0 15,-1-2-3520-15,0-15-656 0</inkml:trace>
  <inkml:trace contextRef="#ctx0" brushRef="#br0" timeOffset="133964.17">19450 17360 33919 0,'0'0'1504'0,"-2"-6"304"0,-4-3-1440 0,2 1-368 0,1 1 0 0,3 7 0 16,-3-6 1488-16,3 6 240 0,0 0 32 0,0 0 16 15,1 10-992-15,2 4-192 0,1 5-32 0,1 9-16 0,1 0-400 0,0 5-144 16,0 5 0-16,2 1 144 0,0 1-144 0,0 1 0 16,-1-2 0-16,1-1 0 0,0-2 0 0,0-3-192 15,0-3 32-15,-2-5 16 16,1-5-1328-16,-2-7-256 0,0-2-48 0,-5-11-16 16,0 0-912-16,0 0-192 0,0-9-48 0,-1-6-9872 0</inkml:trace>
  <inkml:trace contextRef="#ctx0" brushRef="#br0" timeOffset="134261.03">19505 17547 4607 0,'-8'-34'400'0,"3"19"-400"15,1-5 0-15,-1-3 0 0,1-3 4720 0,1 0 848 16,2 1 192-16,2 3 16 0,3 3-2960 0,1 4-576 16,2 2-128-16,2 4-32 0,1 2-464 0,2 3-80 15,0 4-32-15,1 3 0 0,0 1-352 0,0 2-80 16,-1 3-16-16,-2 3 0 0,-1 2-480 0,-1 2-80 16,-3 2-32-16,-2-1 0 0,-4 3-464 0,-2 1 0 15,-2 1 0-15,-2 1-160 16,1-3-672-16,-2 3-128 0,0-3-16 0,-2-1-16 15,-2-2 160-15,0 0 48 0,-1-4 0 0,1-3 0 0,-1-3 512 0,2 0 96 16,-1-5 32-16,2 0 0 0,2-4 336 0,1 1 64 16,1 0 0-16,6 1 16 0,0 0 112 0,0 0 0 0,0 0 16 0,0 0 0 15,6 2-144-15,2 4-16 0,1-1-16 0,3 1 0 16,2 2 112-16,2 1 32 0,0 0 0 0,2 2 0 16,1-1-32-16,1 3 0 0,1 0 0 0,-2-1 0 15,1 0-336-15,-2 1-128 0,2-4 0 0,-3 0 0 31,-2-1-1024-31,0-1-208 0,-2-1-48 0,0-1 0 16,-3-1-1088-16,-1 0-208 0,-2-1-48 0</inkml:trace>
  <inkml:trace contextRef="#ctx0" brushRef="#br0" timeOffset="134432.93">19943 17609 3679 0,'0'0'320'0,"4"9"-320"16,2 4 0-16,-2 0 0 0,0 0 7488 0,0 1 1440 15,1 1 288-15,-1 1 48 0,0 1-5888 0,0 2-1184 16,0-1-224-16,0 3-48 0,-1 2-736 0,-1-1-144 16,-2-2-16-16,1 0-16 0,1 0-784 0,-1-3-224 15,0-1 0-15,3-6 128 16,-1 1-2976-16,-1-2-592 0,-2-9-112 0</inkml:trace>
  <inkml:trace contextRef="#ctx0" brushRef="#br0" timeOffset="134948.44">20491 17130 31551 0,'0'0'1408'0,"0"0"272"0,0 0-1344 16,0 0-336-16,-8 4 0 0,0 3 0 0,-1 2 1152 0,-2 4 176 0,1 2 16 0,-2 8 16 15,-1 3-768-15,-1 5-144 16,-3 4-48-16,0 6 0 0,-3 2-272 0,3 3-128 16,2 3 0-16,0-2 128 0,0 1-128 0,2-5 0 15,0-1 0-15,2-3 128 0,2-4-128 0,1-2 0 0,2-6 0 16,2-5 0 0,-1-5-2432-16,3-5-512 0,2-12-96 0</inkml:trace>
  <inkml:trace contextRef="#ctx0" brushRef="#br0" timeOffset="135151.54">20660 17285 26719 0,'0'0'2368'0,"0"0"-1888"15,-3 7-480-15,1 3 0 0,-2 5 3296 0,-1 2 560 16,-3 3 112-16,0 5 32 0,-2 4-2288 0,-2 5-464 16,0 5-96-16,-1 4 0 0,-1 2-512 0,-1 4-112 15,2-1-16-15,2 0 0 0,-2 3-288 0,1-1-64 16,3 0-16-16,0-3 0 0,2 0-144 0,3-2-224 15,3-8 48-15,2-4 16 16,0-6-1488-16,2-3-288 0,1-5-64 0,1-3-10720 16,-2-8-2128-16</inkml:trace>
  <inkml:trace contextRef="#ctx0" brushRef="#br0" timeOffset="135713.99">20878 17671 29487 0,'-7'-1'2624'0,"1"-3"-2112"0,-2 1-512 0,1 3 0 15,0 3 2960-15,0 1 496 0,0-2 80 0,1 6 32 16,-1 4-2224-16,1 2-448 0,1 3-96 0,1 4-16 15,0 1-416-15,1 4-96 0,2 2-16 0,1-1 0 16,3 1-400-16,1 0-96 0,1 4-16 0,3-2 0 16,-2-1 256-16,2-1 0 0,0-2 0 0,-2-5 0 15,-1-6-1536-15,1-2-272 0,-2-6-48 0,-4-7-16 16,0 0-896-16,0 0-176 0,-2-12-48 0,2-5 0 16,-2-4 1072-16,-1 1 192 15,0-1 64-15,1-3 0 0,-3 1 192 0,1-2 64 16,0-1 0-16,-1 0 0 0,-1 0 3232 0,4 0 656 0,0 0 128 0,4 1 16 0,0 3-352 0,4 3-80 15,0 3-16-15,5 1 0 0,2 3-560 0,2 3-112 16,1 3-32-16,1 3 0 0,-2 2-464 0,2 2-112 16,0 2 0-16,-1 2-16 0,0 2 160 0,-3 3 48 15,-2 3 0-15,-1 1 0 0,-4 2-784 0,-2 0-160 16,-3 2-16-16,-1-1-128 0,-5 2 0 0,-1-2-352 16,-1 2 48-16,-2 1 16 15,-3-4-384-15,2-2-80 0,-3-1-16 0,0-3 0 16,0-1 400-16,0-1 80 0,1-5 16 0,3 1 0 0,2-1 272 0,7-3 144 15,-5 1-16-15,5-1 0 0,0 0 320 0,0 0 48 16,0 0 16-16,8 4 0 0,1 0-512 0,3 0 0 16,1 0 0-16,1 0 0 0,2 1 0 0,-1-1 0 0,4 2 0 0,-1 0 0 15,-1-2 0-15,1 1-192 16,2 0 16-16,-1 0 0 16,1 0-2080-16,-1-2-432 0,0 1-64 0,5-1-13840 0</inkml:trace>
  <inkml:trace contextRef="#ctx0" brushRef="#br0" timeOffset="136013.29">21560 17683 31967 0,'0'0'1408'0,"0"0"304"0,2-9-1376 0,1 2-336 15,-2 1 0-15,-1 6 0 0,0 0 1648 0,0 0 256 16,-1-7 48-16,1 7 16 0,0 0-832 0,0 0-176 15,-5-1-16-15,-1 5-16 0,1 4-224 0,0 1-64 16,1 3 0-16,0 2 0 0,2 5-192 0,0 0-64 16,1 3 0-16,0 4 0 0,-1 3 208 0,2 2 48 0,3 3 0 0,0 2 0 15,-1 6-208-15,2 1-48 16,1 1 0-16,-1 1 0 0,0-5-240 0,0-1-144 16,0-2 160-16,-2-5-160 0,1-3-176 0,-3-3-128 15,0-4-16-15,-1-1-16 0,-3-5 16 0,0-2 0 0,-4-1 0 0,-1-5 0 31,-1-2-1120-31,-3-2-224 0,-3-2-32 0,-1-4-16 16,-1-2-1712-16,-1-3-352 0</inkml:trace>
  <inkml:trace contextRef="#ctx0" brushRef="#br0" timeOffset="136169.51">21314 17885 45151 0,'0'0'992'0,"0"0"208"0,7 9 32 0,7-1 48 0,2-5-1024 0,1 2-256 0,2 0 0 0,1 1 0 0,0 1 864 0,-1 0 128 15,1-2 32-15,-1 0 0 0,1-5-608 0,-1 0-112 16,1 4-32-16,-2-2 0 16,0-4-1632-16,-1-1-336 0,0-1-64 0,0 0-11936 15,0 1-2368-15</inkml:trace>
  <inkml:trace contextRef="#ctx0" brushRef="#br0" timeOffset="137647.47">21786 16626 14735 0,'0'0'640'0,"0"0"160"0,0 0-640 0,0 0-160 16,0 0 0-16,0 0 0 0,0 0 4432 0,0 0 864 15,0 0 160-15,-2 7 48 0,-3 3-3456 0,-1 3-704 16,0 2-128-16,-2 3-16 0,-1 3-624 0,0 4-128 16,-2 5-32-16,0 0 0 15,-2 4-416-15,0 1 0 0,2 2 0 0,-1 0 0 16,1 1 0-16,0-3 0 0,2-2 0 0,0-4 0 15,1-4 0-15,3-3 0 0,0-8 0 0,2-1 0 16,1-6-1360-16,2-7-256 0,0 0-48 0,-3-11-9248 16,2-6-1840-16</inkml:trace>
  <inkml:trace contextRef="#ctx0" brushRef="#br0" timeOffset="137789.7">21519 16607 23951 0,'0'0'2128'0,"0"0"-1696"15,0 0-432-15,0 0 0 0,0 0 2560 0,8 9 416 16,1 3 96-16,2 5 0 0,-1 7-1648 0,2 3-336 0,1 6-64 0,1 3 0 15,2 1 192-15,1 3 64 0,0 0 0 0,1 3 0 16,1 0-656-16,2-1-128 0,0-8-32 0,-1-1 0 0,-1-3-304 0,1-4-160 16,-1-3 160-16,0-3-160 15,-2-6-1072-15,-3-1-304 0,-1-2-64 0</inkml:trace>
  <inkml:trace contextRef="#ctx0" brushRef="#br0" timeOffset="138130.29">22517 16474 21183 0,'0'0'1888'0,"-7"-1"-1504"0,-2 0-384 0,0 2 0 0,-2 2 4320 0,1 3 800 0,-1 2 144 0,0 5 48 15,0 4-3280-15,1 4-656 0,-1 2-128 0,1 5-32 16,0 6-400-16,2 2-96 0,3 5-16 0,2 2 0 16,4 2-48-16,3 2-16 0,3 3 0 0,0-5 0 15,4 2-432-15,2-2-80 0,3-4-128 0,1-3 176 31,-1-3-784-31,1-3-160 0,0-8-16 0,2-3-16 16,-4-5-2848-16,2-6-576 0</inkml:trace>
  <inkml:trace contextRef="#ctx0" brushRef="#br0" timeOffset="138395.9">22737 16693 35471 0,'17'6'1568'0,"-8"-5"336"0,4 2-1520 0,1 0-384 16,5 1 0-16,0 2 0 0,2 0 2016 0,-3 2 336 15,-1 1 64-15,-3 1 16 0,-2 3-1024 0,-3 3-208 16,-5-2-48-16,-2 5 0 0,-5 0-912 0,-2 2-240 16,-3 0 0-16,-3 1 0 0,-2-2 0 0,0 1-160 15,-2-3 32-15,0 0 0 0,1-1-192 0,0-1-48 16,1-3 0-16,1-3 0 0,2-1 368 0,2-2-176 16,3-2 176-16,5-5-128 0,0 0 128 0,0 0 144 15,0 0-16-15,7 7-128 0,2-1 0 0,4-1 0 16,4-1 0-16,2 0 0 0,3 0 0 0,3 1-256 15,-1-2 80-15,4 1 16 16,2-3-544-16,-2-1-128 0,2-1 0 0,0-2-16 16,0-1-2352-16,-2-4-448 0</inkml:trace>
  <inkml:trace contextRef="#ctx0" brushRef="#br0" timeOffset="138645.87">23352 16688 24879 0,'7'12'2208'0,"-2"1"-1760"0,1 3-448 0,2-1 0 16,0 6 3664-16,0 1 656 0,-2 3 128 0,0 2 32 16,-2 1-2848-16,-2 0-560 0,1 1-112 0,-1-1-32 15,-2-4-400-15,2-2-80 0,0-3 0 0,1-4-16 16,-1 0 224-16,1-7 48 0,-3-8 16 0,0 0 0 16,8-2 64-16,0-4 16 0,2-5 0 0,1-3 0 15,-1-4-224-15,2-3-32 0,0-1-16 0,1-4 0 0,1 2-352 0,2 1-176 16,-2-1 160-16,0 2-160 0,2-1 0 0,-2 0 0 15,1 3 0-15,-1 1-160 16,2 0-1200-16,-3 0-240 0,0 1-64 0,1 3 0 16,-1-5-2112-16,-1 3-416 0,-2 0-96 0</inkml:trace>
  <inkml:trace contextRef="#ctx0" brushRef="#br0" timeOffset="138864.59">23968 16407 36575 0,'20'17'1616'0,"-9"-10"336"0,-1 5-1568 0,3 1-384 16,0 5 0-16,3 2 0 0,0 2 2144 0,-2 2 352 15,-1 2 64-15,-1 2 0 0,-3 4-944 0,0 1-192 0,-4 4-32 0,-2 2-16 16,-2 4-816-16,-2 3-176 16,-3 5-16-16,-3 1-16 0,-3-3-352 0,-3 1 0 15,-4-5 0-15,-4-2 0 16,-1-1-1792-16,-4-5-336 0,-3-3-64 0,-13 6-18688 0</inkml:trace>
  <inkml:trace contextRef="#ctx0" brushRef="#br0" timeOffset="139664.59">24842 16746 23951 0,'0'0'2128'0,"0"0"-1696"0,0 0-432 0,0 0 0 15,0 0 2784-15,0 0 480 0,0 0 80 0,0 0 32 16,0 0-1456-16,0 0-272 0,11-3-64 0,2 2-16 16,2 1-560-16,4 1-112 0,2 2-32 0,1-1 0 15,5 1-496-15,2 1-112 0,2 0 0 0,2-1-16 16,1 1-16-16,-1 2 0 0,3-4 0 0,-12 2 0 15,0-3-224-15,1 1 0 0,-2-2 0 0,-1 0 0 16,-2 1-208-16,-2 2-96 0,-2-3-16 0,1 0 0 31,-4 0-2048-31,-4 0-432 0,-3 0-80 0</inkml:trace>
  <inkml:trace contextRef="#ctx0" brushRef="#br0" timeOffset="139852.07">25047 16431 21183 0,'0'0'1888'16,"0"0"-1504"-16,1 9-384 0,1 5 0 0,-1-1 4512 0,2 6 832 16,0 5 160-16,3 3 48 0,-1 6-3312 0,0-1-640 15,-2 6-144-15,-1 4-32 0,1 5-976 0,0 2-208 16,-3 2-48-16,1 4 0 0,0 1-192 0,2-3 0 16,-2-3 0-16,2-3 0 15,1-4-544-15,2-5-160 0,1-3-16 0,0-5-12768 16,1-3-2544-16</inkml:trace>
  <inkml:trace contextRef="#ctx0" brushRef="#br0" timeOffset="140086.47">25864 16467 29487 0,'0'0'2624'0,"0"0"-2112"0,-10 0-512 0,-2 2 0 15,1 2 2896-15,-5 4 480 0,-2 4 80 0,-3 5 32 16,-3 3-2464-16,-2 6-512 0,1 3-80 0,2 5-32 16,0 3-160-16,2 6-48 0,2 0 0 0,6 4 0 15,4 1 384-15,5 0 64 0,4 0 0 0,7-1 16 16,3-6-240-16,5-5-48 0,2-2-16 0,5-5 0 16,4-6-1232-1,3-3-240-15,1-5-48 0,-2-3-16 0,2-3-2832 0,-1-5-560 0</inkml:trace>
  <inkml:trace contextRef="#ctx0" brushRef="#br0" timeOffset="140320.93">25914 16839 43935 0,'0'0'1952'0,"0"0"400"0,0 0-1888 0,0 0-464 16,0 0 0-16,1 8 0 0,2 0 1168 0,1 0 144 15,2-2 32-15,3 1 0 0,2-2-576 0,1 2-128 16,1-5 0-16,2 2-16 0,4 0-416 0,1-1-80 16,4-3 0-16,2 0-128 0,1 0 144 0,2-4-144 15,0 1 0-15,1 1 144 16,0-2-1440-16,-2 0-304 0,-2 1-48 0,-1-2-16 16,-1 1-1600-16,-1 0-336 0,-3 1-64 0</inkml:trace>
  <inkml:trace contextRef="#ctx0" brushRef="#br0" timeOffset="140603.63">26563 16659 43311 0,'11'12'1920'0,"-6"-5"384"0,0 2-1840 0,2 3-464 0,-2-2 0 0,-1 6 0 0,2 2 1008 0,-2 4 96 15,0 2 32-15,0 2 0 0,-1 0-784 0,-1 4-160 16,1 1-16-16,1-1-16 0,0 3-160 0,0-1-176 15,3-1 48-15,1-3 0 0,0-5-16 0,2-3 0 16,2-5 0-16,0-3 0 0,0-4 560 0,-1-3 112 16,1-5 32-16,0-4 0 0,1-3 288 0,0-5 64 15,0-5 16-15,0-3 0 0,0-2-448 0,0-3-96 0,1-2 0 0,1 0-16 16,0-1-368-16,0 2 0 0,-2-4 0 16,1 1 0-1,2 1-1504-15,-3 0-224 0,-1 4-32 0,2-17-20256 0</inkml:trace>
  <inkml:trace contextRef="#ctx0" brushRef="#br0" timeOffset="140792.59">27265 16596 48319 0,'7'5'1072'0,"-1"7"208"0,0 2 64 0,2 4 0 0,1 4-1088 0,2 4-256 0,-4 2 0 0,0 2 0 0,-1 4 1024 0,-2 0 128 15,-2 5 48-15,-4-2 0 0,-2 5-832 0,-1 1-176 16,-3-1-16-16,-1 0-16 16,-2-5-880-16,-5 1-176 0,-2-1-48 15,-5-1 0-15,-1-4-1728 0,-6-4-336 0,-3-2-80 0</inkml:trace>
  <inkml:trace contextRef="#ctx0" brushRef="#br0" timeOffset="149358.75">24469 17792 8287 0,'0'0'368'0,"0"0"80"0,0 0-448 0,0 0 0 0,0 0 0 0,-7 15 0 0,1-22 3264 0,3 2 576 16,-3 2 128-16,6 3 0 0,-6-5-1664 0,-1 4-320 16,1 1-80-16,-2 0-16 0,-1 0-400 0,0 3-80 15,0 0 0-15,-1 4-16 0,0-3-480 0,0 2-80 16,-1 1-32-16,1 2 0 0,-1 1-176 0,1 1-48 15,-1 1 0-15,2 2 0 0,0-1-128 0,0 4-16 16,1 2-16-16,0 5 0 0,3 2-80 0,0 7-16 16,2 2 0-16,2 4 0 0,0 1-160 0,2 2-32 15,2 0-128-15,1 1 192 0,-1 1-192 0,3-1 0 16,0-2 0-16,2-1 0 0,0 0 0 0,1 0 0 16,0-1 0-16,2-5 0 0,-1-2 0 0,2-3-240 31,-1-2 48-31,2-6 16 15,-2-5-1744-15,-1-6-368 0,1 1-64 0</inkml:trace>
  <inkml:trace contextRef="#ctx0" brushRef="#br0" timeOffset="150310.84">24846 17961 14735 0,'0'0'640'0,"0"0"160"0,0 0-640 0,0 0-160 0,0 0 0 0,0 0 0 15,0 0 3200-15,0 0 624 0,0 0 112 16,0 0 32-16,0 0-2064 0,0 0-416 0,-1 7-80 0,1 6 0 16,0 0-608-16,0 8-112 0,3 3-32 0,2 5 0 15,-3-7-224-15,1 5-48 0,0-1-16 0,0 4 0 16,1 1-48-16,2 2-16 0,-1 0 0 0,0 0 0 15,0 13-112-15,-1-7-32 0,0-1 0 0,0-3 0 16,-1 0-160-16,-1-2 0 0,1-2 0 0,-1-3 0 16,1-2 0-16,-2-5-144 0,1-8 0 0,-1 0 0 15,0-5-1824-15,-1-8-352 0,0 0-80 0,0 0-12496 16</inkml:trace>
  <inkml:trace contextRef="#ctx0" brushRef="#br0" timeOffset="150607.76">25550 18375 26207 0,'-2'17'1152'0,"2"-9"256"0,0 5-1136 0,-2 3-272 0,-2 1 0 0,-2 2 0 16,-1-1 688-16,0 5 80 0,-1 0 0 0,-1 0 16 16,-2 1-400-16,2-1-64 15,1-4-32-15,0-4 0 16,-1 1-1376-16,0-2-288 0,1-1-48 0</inkml:trace>
  <inkml:trace contextRef="#ctx0" brushRef="#br0" timeOffset="151123.26">26046 18002 21183 0,'0'0'944'0,"0"0"192"0,0 0-912 0,0 0-224 15,0 0 0-15,0 0 0 0,0 0 4368 0,0 0 832 16,1 9 176-16,2-2 16 0,-3-7-3392 0,6 8-672 16,1-2-144-16,0 1-32 0,3-1-416 0,-3 2-96 15,1 0 0-15,0 2-16 0,0 2-400 0,0 2-80 16,-3 0-16-16,-1 1 0 0,0 2-128 0,-2 0 0 0,-3-5 0 0,-2 2 0 31,1 2-352-31,-2 2-96 0,-3-4-32 0,1 3 0 16,-2 2-224-16,-1-2-32 0,1-2-16 0,-2 5 0 0,1-3 448 0,1-2 96 0,2 0 16 0,4-4 0 15,-1 1 192-15,6-4 0 0,1-2 0 0,4 1-144 16,1-2 144-16,2-1 0 0,5 0 0 0,1 0 0 0,1 0 128 16,2 0-128-16,1-2 160 0,-2 2-160 0,2 0 128 0,-4 1-128 15,-4 2 0-15,0-1 0 0,-2 1 208 0,-4 2-48 16,0 4-16-16,-4 0 0 0,-5 4 64 0,0 3 16 16,-6 1 0-16,-4 2 0 0,-4 2-224 0,-2 0-192 15,1-6 48-15,-2 1 0 16,-3-1-752-16,-1-2-128 0,1-1-48 0,0-2 0 15,2-2-1824-15,2-3-368 0</inkml:trace>
  <inkml:trace contextRef="#ctx0" brushRef="#br0" timeOffset="152013.94">26593 17799 23951 0,'0'0'2128'0,"8"9"-1696"16,-1 0-432-16,3 3 0 0,3 1 1136 0,0 4 144 16,0 4 16-16,3 1 16 0,-2 0-288 0,0 7-48 15,-1 3-16-15,1 7 0 0,-3-2 16 0,0-1 0 16,-2 2 0-16,-3 0 0 0,-2-3-384 0,-1 2-80 0,-6 1 0 0,-1-1-16 16,-1 1-256-16,-1-3-48 0,-1 1-16 0,-2-4 0 15,0 3-176-15,-2 1 160 0,1-6-160 0,0-3 160 16,-2-1-384-16,-1-5-80 0,-2-3-16 0,2-6 0 31,0-3-2288-31,0-4-464 0</inkml:trace>
  <inkml:trace contextRef="#ctx0" brushRef="#br0" timeOffset="153326.19">26691 17984 911 0,'0'0'0'0,"0"0"0"0,0 0 0 0,0 0 0 15,0 0 0-15,0 0 0 0,0 0 3808 0,0 0 672 16,5-8 144-16,-5 8 32 0,0 0-2272 0,0 0-448 16,0 0-80-16,0 0-32 0,0 0-512 0,0 0-96 15,0 0-32-15,0 0 0 0,9 12-368 0,-2 0-80 0,-3-1-16 0,-2 5 0 16,1 2-256-16,-2 5-48 0,-1-3-16 0,2 5 0 15,-4 0-144-15,1 2-48 0,-2 2 0 0,1 0 0 16,-1-2-208-16,-1 2 0 0,-2 1 128 0,1 0-128 16,-1-2 0-16,1 0 0 0,0-3 128 0,0-3-128 15,1-4 0-15,1-2 128 0,2-3-128 0,1-13 0 16,0 0 0-16,0 0 128 0,0 0-128 0,0 0 0 16,0 0 144-16,0 0-16 0,0 0 0 0,0 0 0 15,2-16 64-15,1-2 16 0,0-6 0 0,-1 1 0 16,2-2 176-16,0-2 16 0,-1-5 16 0,1 1 0 15,3 1-16-15,0-4 0 0,-1 0 0 0,1-4 0 16,1-2 32-16,1 0 0 0,1 1 0 0,2 1 0 16,1 4 336-16,-1 6 64 0,0 5 0 0,-2 2 16 0,2 5-48 15,-3 5-16-15,-1 4 0 0,1 5 0 0,0 3-336 0,-1 5-80 0,0 5-16 0,-2 6 0 16,1 6-160-16,-1 6-48 0,-1-2 0 0,1 9 0 16,0 3-144-16,-1 0 160 0,2-4-160 0,-2 0 160 15,0 0-160-15,0 1 0 0,-2-6 0 0,1 0 0 16,-1-2 0-16,-1 2 0 0,0 0 0 0,-1 0 0 15,0-1 0-15,2-2 0 0,-1 1 128 0,-2-5-128 16,2 3 0-16,-1-5 0 0,2 1 0 0,-2-5 0 16,0-3-320-16,-1-2 64 0,0-12 16 0,0 11 0 15,0-11-144 1,0 0-16-16,0 0-16 0,0 0 0 0,0 0-1472 0,0 0-288 0,0 0-64 0,1-13-9728 16,1-2-1952-16</inkml:trace>
  <inkml:trace contextRef="#ctx0" brushRef="#br0" timeOffset="153850.81">27297 18159 25455 0,'0'0'1120'0,"0"0"240"0,0 0-1088 0,-9 4-272 0,1-2 0 0,-2 1 0 15,-2 1 1392-15,2 1 208 0,-1-2 64 0,0 2 0 16,-1 1-432-16,-1 1-80 0,0-1 0 0,1 4-16 0,0-1-208 0,-1 4-32 16,3 1-16-16,1 2 0 0,2 1-544 0,2 3-96 0,0 5-32 0,3 3 0 15,4 3-208-15,2 0 0 0,1-1 0 0,4-1 0 16,3 0 0-16,2-3-128 0,2-4 128 0,2-1 0 16,0-6 0-16,2-3-128 0,2-3 128 0,1-5 0 15,1-4 0-15,-2-4 0 0,0-5 0 0,-1-4 0 16,-3-5 224-16,1-2 0 0,-5-2 0 0,-1-3 0 15,1-3 32-15,-2-2 16 0,-3 0 0 0,-1 2 0 16,-2 1 48-16,-3 2 16 0,-3-2 0 0,-1 1 0 16,-4 0-80-16,-2-1-32 0,-5 1 0 0,-1-1 0 15,-2-2-224-15,-2 3 144 0,-2 4-144 0,2 4 128 16,2 4-336-16,0 4-80 0,0 8-16 0,2 4 0 31,1 8-1424-31,2 3-272 0,1 7-64 0,3 5-9184 0,1 0-1824 0</inkml:trace>
  <inkml:trace contextRef="#ctx0" brushRef="#br0" timeOffset="154305.37">27743 18088 17503 0,'0'0'1552'0,"-8"0"-1232"16,-2 3-320-16,-1 0 0 0,1 0 2704 0,-2 4 496 15,1 0 80-15,-3 4 32 0,0 5-1408 0,0 3-288 16,-2 2-48-16,3 5-16 0,1 6-1040 0,2 2-224 16,0 2-32-16,2 3-16 0,1 3-240 0,3 0 0 15,3-6 0-15,4-2 0 0,0-5 256 0,5-5 96 0,4-5 32 0,1-6 0 16,1-5 0-16,5-4 0 0,0-6 0 0,2-4 0 16,1-6-256-16,0-4-128 0,-1-3 160 0,0-3-160 15,-1-2 144-15,-1-2-144 0,-2-3 128 0,0-1-128 16,0 0 208-16,0-1-32 0,-3-1-16 0,-2-4 0 15,0-1 400-15,-4-7 80 0,-3-5 0 0,0-5 16 16,-2-3 128-16,-2-4 32 0,-2-2 0 0,-1 2 0 16,-2 2-64-16,1 5-16 0,-1 1 0 0,0 10 0 15,0 4-80-15,0 11-16 0,1 7 0 0,1 8 0 0,2 13-144 16,0 0-48-16,0 0 0 0,-8 15 0 0,1 9-128 0,3 7-16 16,1 7-16-16,0 6 0 0,0 6-288 0,2 6 0 15,0 6-208-15,2 6 80 0,3 10-80 0,1-3-16 16,3-6 0-16,2-4 0 0,1-9-48 0,1-1-16 15,-1-3 0-15,4-5 0 16,0-5-880-16,4-5-176 0,-2-4-48 16,-2-4 0-16,-1-6-272 0,0-5-64 0,-4-6-16 0,2-5 0 15,-12-7-2112-15,11-4-432 0,4-8-64 0,-2-5-32 0</inkml:trace>
  <inkml:trace contextRef="#ctx0" brushRef="#br0" timeOffset="154853.51">28248 18259 16575 0,'0'0'1472'0,"0"0"-1168"0,0 0-304 0,0 0 0 16,-4 11 3744-16,4-11 688 0,0 0 144 0,0 0 32 16,0 0-2544-16,0 0-496 0,0 0-96 0,0 0-32 15,0 0-672-15,10-4-128 0,-3-2-16 0,-1 0-16 16,1-2-64-16,-2-1-16 0,1-1 0 0,-2 0 0 16,-1 0-192-16,-2 0-32 0,-1-2-16 0,0 0 0 15,-2-2-32-15,-2-2-16 0,-3-1 0 0,-2 2 0 16,-4-5-48-16,-3 3-16 0,-1-3 0 0,-1 5 0 15,-1 3-32-15,0 4 0 0,1 4 0 0,0 7 0 16,0 1-16-16,1 5 0 0,1 5 0 0,2 6 0 16,1 3-128-16,1 1 0 0,2-1 144 0,2 2-144 0,2 0 0 15,4 0 0-15,1-2 0 0,6 3 0 0,1 3-176 0,3-3 176 16,3-4-208-16,3 2 80 0,1-2 0 0,7-1 0 16,1-2 0-16,2-2 0 0,2-4-48 0,2 0 0 15,2-1 0-15,2-6 0 0,-1 0-64 0,2-4-16 16,-1-2 0-16,-1-1 0 0,-6-3 48 0,-2-1 0 15,-2-3 0-15,-2 0 0 16,-1-4-240-16,-3-1-64 0,-2 2 0 0,0-6 0 16,-2-2-192-16,0 0-32 0,-2-3-16 0,2 0 0 0,-3-1 288 0,0 0 48 15,-1-3 16-15,0 1 0 0,-2-1 400 0,-1 0 0 16,-1-1 0-16,1 0 0 0,-2 5 688 0,0 4 160 16,-2 2 48-16,-2 6 0 0,-1 0 192 0,1 10 64 15,-5-7 0-15,5 7 0 0,-10 0-384 0,3 5-64 16,-1 3 0-16,1 4-16 0,1 2-240 0,1 3-32 0,-1 3-16 0,4 1 0 15,0-5-32-15,2 4-16 0,4-3 0 0,2 3 0 16,-1-1-32-16,1-1-16 0,5 1 0 0,0-1 0 16,1 3-304-16,1 0 128 0,0-2-128 0,0-1 0 15,0 3 0-15,-1-1 0 0,-1-2 0 0,-4 0 0 16,-1 1 0-16,-4-3 0 0,-3 0 0 0,-3 0 0 16,-3-2 0-16,-3 0-192 0,-4-1 0 0,-5-2 0 31,-1-3-2304-31,-4-3-448 0,-2-2-80 0</inkml:trace>
  <inkml:trace contextRef="#ctx0" brushRef="#br0" timeOffset="156996.87">26746 18086 5519 0,'0'0'496'0,"1"-11"-496"0,-1 11 0 0,-1-10 0 15,-3-1 2048-15,4 11 320 0,0 0 64 0,-1-7 16 16,-5 0-304-16,6 7-64 0,0 0-16 0,-2-8 0 16,2 8-368-16,0 0-80 0,-4-8-16 0,4 8 0 15,0 0-288-15,0 0-64 0,0 0-16 0,0 0 0 16,0 0-304-16,0 0-64 0,0 0-16 0,-4 15 0 15,3 7-480-15,2 1-112 0,0 5 0 0,3 2-16 16,1 1-240-16,1 0 0 0,-3 1 0 0,1 2 0 0,-1-3 0 0,0 4 0 16,-1 3 0-16,2 0 0 15,-4-3-320-15,1 1 64 0,-1 1 0 0,0-3 0 0,0-6 128 0,0-1 128 16,0-5-192-16,-1-5 192 0,0-4 0 0,1-13 0 16,-2 10 0-16,2-10 0 0,0 0 0 0,0 0 0 15,0 0 0-15,0 0 0 0,0 0-128 0,2-14 128 16,-4-6 0-16,2-2 0 0,3-4 0 0,0 0 0 15,-1 1 0-15,2-4 0 0,1-1 0 0,-2 3 0 16,-3 0 128-16,0 1-128 0,0 0 384 0,0-1-32 16,-1 1 0-16,-2 0 0 0,1 2 32 0,-2 3 16 15,-2 1 0-15,1 5 0 0,-1 0-160 0,0 6-48 0,0 3 0 16,6 6 0-16,-10 0 64 0,2 1 16 16,8-1 0-16,-6 12 0 0,1 2-272 0,1 3 0 0,2 0 0 0,0 2 0 15,0 2 0-15,2 0-144 0,0-4-16 0,1 3 0 31,0-6-1328-31,1-1-272 0,-2-13-48 0</inkml:trace>
  <inkml:trace contextRef="#ctx0" brushRef="#br0" timeOffset="158600.06">29477 17802 2751 0,'0'0'256'0,"0"0"-256"0,0 0 0 0,0 0 0 16,0 0 2896-16,0 0 544 0,0 0 96 0,0 0 32 15,0 0-2096-15,0 0-400 0,0 0-96 0,7-6-16 16,-5-1 160-16,-2 7 32 0,4-8 0 0,-4 8 0 16,3-9 240-16,-1 1 48 0,-2 8 16 0,0 0 0 15,-1-8-80-15,1 8-16 0,-5-11 0 0,-2 5 0 0,-1-2-464 0,-2 4-112 16,-3 3-16-16,0 1 0 0,0 1-400 0,-1 3-96 15,-3 3-16-15,1 4 0 0,-1 8-256 0,3 5 0 16,1 2-176-16,2 7 176 0,3 2-240 0,3 4 64 16,0 6 16-16,4 0 0 0,1 1 160 0,4-10-192 15,1-4 192-15,3-6-192 0,1-4 192 0,2-8 0 16,1-2 0-16,1-5 0 0,-1-2 128 0,2-4-128 16,1-2 160-16,-1-3-160 0,0-1 128 0,-1-4-128 15,0-3 0-15,0-1 144 0,0-5-144 0,1-5 128 16,-3-3-128-16,1-1 128 0,-3-3-128 0,0 0 0 15,-2 0 0-15,1 3 0 0,-3-2 0 0,-3 2 0 16,-2 0 0-16,2 5 0 0,-1 3 0 0,0 4 192 0,1 4-32 0,-2 11 0 16,0 0 224-16,0 0 64 0,0 0 0 0,6 11 0 15,1 2-160-15,-1 7-32 0,-1 3 0 0,2 2 0 16,1 3-256-16,-2 4 0 0,1 5 128 0,-1 1-128 16,1-5 0-16,-1 1 0 0,0-1-176 0,-1-6 176 15,0-2-192-15,0-4 64 0,-1-3 128 0,0-3-208 16,0-5-64-16,-4-10-16 0,0 0 0 0,0 0 0 31,0 0-864-31,0 0-160 0,0 0-32 0,8-10-16 16,-2-5-1504-16,-1-3-288 0,-2-3-64 0,1-4-16 15,-1 1 1440-15,1-5 304 0,-2-4 48 0,2 1 16 0,-1-1-256 0,-1 0-48 16,2 3-16-16,1 2 0 0,2 0 2064 0,-1 5 432 0,2 3 80 0,3 6 0 16,0 5 1200-16,0 2 224 0,1 5 48 0,1 4 16 15,0 2-272-15,0 7-64 0,1 2-16 0,-1 2 0 0,-4 2-624 0,0 3-128 16,-3 1-32-16,-3 4 0 0,-1 1-592 0,-1 2-112 15,-2 1-32-15,-2-3 0 0,-2-2 128 0,-2-5 0 16,2-2 16-16,1-4 0 0,2-1 368 0,2-12 64 16,0 0 0-16,0 0 16 0,0 0-256 0,0 0-48 15,-6-11-16-15,4-3 0 0,1-3-480 0,1-4-112 16,1-4 0-16,1-1-128 0,2-1-192 0,2 0-128 16,0 2-48-16,3 1 0 15,0 2-1424-15,2 3-272 0,-2 2-64 16,1 4-8992-16,-1 2-1792 0</inkml:trace>
  <inkml:trace contextRef="#ctx0" brushRef="#br0" timeOffset="158818.79">30124 17992 15663 0,'11'12'688'0,"0"-6"144"0,1 2-656 0,-1-2-176 0,1-4 0 0,-2-1 0 15,0-1 3488-15,0-3 672 0,-1-2 128 0,-1-3 16 16,-1-2-2544-16,-1-3-512 0,1 1-96 0,-1-1-32 16,-2-2-544-16,-1 0-96 0,-2 1-32 0,-1 0 0 15,-1-1-192-15,-3 3-64 0,-2-1 0 0,0 2 0 16,-2 0 0-16,-1 3-16 0,1 2 0 0,8 6 0 15,-12-3 0-15,2 7 0 0,1 4 0 0,2 5 0 16,2 5 64-16,3 2 16 0,0 1 0 0,5 2 0 16,1 3 48-16,2-1 16 0,3-3 0 0,2-2 0 15,-1-3-320-15,3-7 0 0,3-2-176 0,2-7 176 32,2-2-2208-32,1-9-336 0</inkml:trace>
  <inkml:trace contextRef="#ctx0" brushRef="#br0" timeOffset="160071.4">30766 17507 3679 0,'4'-3'160'0,"-1"-1"32"0,-7-28-192 0,4 32 0 0,4-11 0 0,1 1 0 0,2-2 4160 0,-1 0 800 16,1 1 160-16,-1 0 16 16,1 1-2096-16,-1 1-416 0,-1 0-96 0,-5 9-16 0,7-8-464 0,-7 8-112 15,0 0-16-15,0 0 0 0,0 0-416 0,0 0-96 16,0 0 0-16,5 10-16 0,-2 6-432 0,-2 6-64 15,-1 4-32-15,-1 7 0 0,0 6-480 0,-1 0-80 16,1 3-32-16,0-1 0 0,-2 0-272 0,2-2 0 16,-2-3 0-16,2-3 0 0,-2-3 0 0,2-4-176 15,1-5 0-15,1-2 0 16,-2-3-1360-16,1-2-288 0,0-6-48 0,0-8-16 16,0 0-1808-16,0 0-352 0,0 0-80 0</inkml:trace>
  <inkml:trace contextRef="#ctx0" brushRef="#br0" timeOffset="160665.06">30723 17723 22223 0,'-14'-14'976'0,"6"5"224"0,-1-3-960 0,3 3-240 0,6 9 0 0,0 0 0 16,0 0 2272-16,0 0 416 16,0 0 64-16,0 0 32 0,0 0-1152 0,0 0-224 0,14 4-64 0,-1 1 0 15,-1 2-640-15,1-1-128 0,-2 1-16 0,3-1-16 16,-1 1-384-16,1 1-160 0,0-5 128 0,2 0-128 16,0-2 0-16,0-2 0 0,-1-2 0 0,2-2 0 15,1 0 0-15,0-3 0 0,-1 0 0 0,-1-5 0 16,-4-1 0-16,1 0 0 0,-2-2 0 0,0 0 0 15,-5-3-128-15,1 2 128 0,-1-4 0 0,0 0 0 16,0-2 0-16,-1-1 0 0,-2-1 0 0,0 2 0 16,-1 1 0-16,-1 0 0 0,1 3 0 0,-1 5 0 15,2 2 0-15,-3 12 320 0,0 0-48 0,0 0 0 16,0 0 368-16,2 15 64 0,-2 7 0 0,4 8 16 0,0 4-208 16,-1 7-64-16,-2 6 0 0,3-1 0 0,1 1-448 0,2 0 128 15,0-3-128-15,3-2 0 0,1-3 0 0,2-5 0 16,2-3 0-16,-2-3 0 0,0-6 0 0,2-4 0 15,0-5 0-15,-2-5 0 0,0-4 0 0,1-6-128 16,0-5 128-16,0-5-160 0,-1-5-96 0,0-3-32 16,-3-3 0-16,-1-3 0 0,-1-4-64 0,-1 0-16 15,-2 0 0-15,-1-3 0 0,0 3 48 0,-2 2 16 16,-1 3 0-16,1 3 0 0,0 5 304 0,-2 6-128 16,0 11 128-16,0 0 0 0,0 0 0 0,2 11 0 15,-2 4 0-15,1 4 0 0,0 3 240 0,3 4-48 16,0 1-16-16,1 1 0 0,2-2-176 0,1-2 192 15,1 0-192-15,3-1 192 0,2-7-16 0,2-2 0 0,-1-3 0 16,2-5 0-16,3-6-48 0,1-2-128 0,-1-2 192 0,0-3-64 16,-1-3-128-16,-3-1 0 0,-3 0 144 0,-1 0-144 15,-3 0 0-15,-1-1 128 0,-3-1-128 0,0 1 0 16,-1 0 0-16,-4 2 144 0,-2-4-144 0,-1 4 0 16,0 0 0-16,3 10 0 0,-5-7 0 0,5 7 0 15,0 0 0-15,0 0 0 0,-6 7 128 0,2 5-128 16,1 2 0-16,3 2 0 0,1 1 0 0,3 1 0 15,2-2 0-15,3 1-192 0,2-3 192 0,2-1-192 32,2-3-800-32,0-1-160 0,0-1-16 0,-1-3-10720 0,-1-5-2128 0</inkml:trace>
  <inkml:trace contextRef="#ctx0" brushRef="#br0" timeOffset="161414.97">32245 17352 18079 0,'0'0'800'0,"0"0"160"0,0 0-768 0,0 0-192 15,8-7 0-15,-8 7 0 0,9-8 2368 0,-9 8 416 16,0 0 96-16,9-6 0 0,-3-1-640 0,-6 7-144 16,0 0-32-16,0 0 0 0,0-9-896 0,0 9-176 15,-9-9-32-15,0 3-16 0,-1 2-304 0,-2 0-64 16,-4 1-16-16,-1 2 0 0,-1 1-208 0,0 4-32 15,-3-3-16-15,2 4 0 0,0 2-144 0,1 3-32 16,0 3 0-16,1 3 0 0,4 2 48 0,2 2 0 0,4 1 0 0,3 1 0 16,2 1-48-16,5 3 0 0,3-2 0 0,4 2 0 15,1-3-128-15,2-3 0 0,3-1 0 0,1 0 0 16,-1-4 0-16,1 1 0 0,-2-2 0 0,-1-1 0 16,1 0 0-16,-2-3 0 0,-4-3 0 0,-1 1 0 15,-2-1-144-15,-6-7 144 0,0 0 0 0,0 0 0 16,0 11-192-16,0-11 192 0,0 0-192 0,-6 10 192 31,-1-3-464-31,-2 0 16 0,-1-5 0 0,-1 0 0 16,2-2-448-16,0 0-64 0,-1 0-32 0,-1 0 0 15,2-2-2016-15,0 1-384 0,1 0-96 0</inkml:trace>
  <inkml:trace contextRef="#ctx0" brushRef="#br0" timeOffset="162576.76">32375 17474 19167 0,'4'-11'848'0,"0"3"176"0,0-3-816 0,0 1-208 0,-2-3 0 0,1 0 0 0,0 0 2304 0,-2 1 400 16,-2 2 96-16,1 10 16 15,-3-11-1264-15,3 11-240 0,0 0-48 0,-6-4-16 16,6 4-128-16,-10 3-32 0,1 3 0 0,0 7 0 15,0 6-304-15,0 3-64 0,1 4-16 0,2 4 0 16,-1 4-400-16,3 0-96 0,2 1-16 0,2-1 0 0,0-2-192 0,3-2 144 16,3-6-144-16,0-3 128 0,2-4-128 0,1-4 0 15,2-5 144-15,-1-3-144 0,-10-5 0 0,14 2 0 0,-2 0 0 16,-1-5-192-16,-1-2 64 0,-1-3 0 0,-9 8 0 0,9-13 0 16,-1-3-64-16,-1-1 0 0,-5 0 0 0,1-1 0 31,-1-3-272-31,0 0-64 0,-2 1-16 0,0 1 0 15,-2 0 32-15,1 3 0 0,0 3 0 0,1 3 0 0,0 10 320 0,0 0 192 0,0 0-192 0,0 0 192 16,0 0 256-16,0 0 176 0,2 15 16 0,1 5 16 16,1-2 0-16,0 3 0 0,0 0 0 0,1 1 0 15,0 1-304-15,0 0-160 0,1-4 160 0,-1 2-160 16,1-3 0-16,-2-2 0 0,0-3 0 0,0-1 0 31,0-4-320-31,-4-8-128 0,0 0 0 0,0 0-16 0,0 0-1392 0,0 0-256 0,0 0-64 0,0 0-16 31,4-13-448-31,-2 1-96 0,-2-1-16 0,0 1 0 0,-1-1 1024 0,0 0 192 0,0 0 32 0,-1-3 16 16,1 2 688 0,1-3 144-16,1-3 16 0,2 1 16 0,-1-1 1840 0,2 3 352 0,0-1 80 0,1 1 16 0,2 0 672 0,1 3 144 15,-2 2 16-15,2 2 16 0,0 1-368 0,-8 9-80 16,10-6-16-16,-10 6 0 0,11 0-464 0,-11 0-112 16,10 9 0-16,-1 7-16 0,-1 2-736 0,-1 3-144 15,-2 1-16-15,-1 4-16 0,-2 2-256 0,1-2-48 16,0 0-16-16,-2-1 0 0,2-2-48 0,-2-1-16 15,0-2 0-15,2-2 0 0,-1-3 80 0,0-4 16 16,-2-11 0-16,0 0 0 0,4 9-256 0,-4-9 0 16,0 0 0-16,0 0 0 0,0 0-128 0,0 0 128 15,0 0-192-15,7-10 192 0,-3-2 0 0,2-1 0 16,-3-4 0-16,1-2 0 0,0-2-224 0,0-3 64 0,0-3 16 16,0-2 0-16,-1-1 144 0,1 3 0 0,2 1-144 0,-1 1 144 15,1 4 0-15,-3 7 0 0,1 5 0 0,-4 9 0 16,0 0 0-16,0 0 128 0,11 5 0 0,-3 5 0 15,-2 5 176-15,1 4 16 16,-1 2 16-16,-1 4 0 0,1 1-48 0,-3-3-16 0,0 0 0 0,1-2 0 16,0-1 64-16,0 0 16 15,-2-7 0-15,2 0 0 0,0-3-144 0,-4-10-16 0,0 0-16 0,0 0 0 0,0 0-176 0,0 0 0 16,0 0 0-16,8-3 0 0,-1-4-208 0,-1-3-32 16,-1-5 0-16,1-2 0 0,-3-1-16 0,1-3 0 15,-1-1 0-15,1-3 0 0,-1-2 112 0,0-2 16 16,0 2 0-16,1 3 0 0,0 0 128 0,1 5 0 15,2 5 0-15,-2 5 0 0,-5 9 192 0,0 0 64 16,0 0 0-16,6 8 16 0,0 5 144 0,-1 4 32 16,0 5 0-16,-1 0 0 0,0 3-272 0,0 0-48 15,0 1-128-15,-2-2 192 0,1-4-192 0,-1-2 0 16,2-2 128-16,2-3-128 0,-1 0 0 0,0-5 0 0,-5-8 0 0,8 8 0 16,0-3-256-16,1-1 64 0,-1-3 16 0,1-1 0 15,1-3 176-15,1 1-192 0,-1-1 192 0,-5 1-192 16,2-1 192-16,1-4 0 0,-1 2 0 0,1 0-128 15,1-2 128-15,-1 1 0 0,0-2 0 0,6-4 0 16,-3-2 0-16,-2 2 144 0,-3 2-144 0,0-3 160 16,-3-1-160-16,-1 0 192 0,-4 1-192 0,0 0 192 15,-3 0-192-15,-2 2 0 0,-2-2 144 0,-1 1-144 16,-2 1 0-16,5 9 0 0,-2-2 0 0,-1 3 0 16,-1 1 0-16,1 5-208 0,-2-1 80 0,2 5 128 15,1 1-272-15,-7 12 64 0,6 1 16 0,4-3 0 16,5 0 192-16,5-2-144 0,1 1 144 0,4-1-128 15,2-3 128-15,-5-4-160 0,3 2 160 0,2-3-160 0,1 1 160 0,1-1 0 16,1-1 0-16,2 0 0 0,-1-3-128 0,14 1 128 16,-4-3-128-16,-4-4 128 15,-5-2-432-15,-1-2 0 0,-3-3 0 16,-3 0 0-16,-3-3-1568 0,-1 1-320 0,-2-1-64 0</inkml:trace>
  <inkml:trace contextRef="#ctx0" brushRef="#br0" timeOffset="162842.37">33384 17078 21183 0,'0'0'944'0,"0"0"192"16,0 0-912-16,0 0-224 0,9 9 0 0,-1 0 0 0,-1 0 4656 0,-1 3 880 0,-2 4 176 0,0-1 48 15,1 6-3392-15,1 3-656 0,-3 4-144 0,1 6-32 16,0 0-576-16,0 8-128 0,-1 6-32 0,-1 4 0 16,0 2-320-16,-1-2-64 0,0-3-16 0,1 0 0 15,-2-4-224-15,0 4-48 0,0-1-128 0,-2 4 192 16,0 1-192-16,-2 3-160 0,0 2 32 0,-3-2 0 31,0-4-1104-31,-3-6-224 0,0-3-32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0-09T09:48:41.312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24284 8300 18191 0,'2'-5'800'0,"17"-17"176"0,-19 22-784 0,0 0-192 0,0 0 0 0,0 0 0 16,0 0 192-16,0 0 0 0,-6-6 0 0,6 6 0 15,0 0 208-15,0 0 48 0,-9 4 0 0,-1 3 0 16,0 3 240-16,0 2 48 0,-1 1 16 0,1 1 0 0,-2 2-304 0,0 0-64 16,1 5-16-16,1-3 0 0,-1 0-160 0,2-1-16 15,1-3-16-15,2 1 0 0,1-4-176 0,1 0 0 16,4-11 0-16,-2 12 128 0,2-12-128 0,0 0 0 16,0 0 144-16,0 0-144 0,11 2 0 0,1-2 128 0,0-2-128 0,2-6 0 31,1-3 0-31,0 0 0 0,1-4 0 0,1 0 0 15,-1-9-128-15,-1 5 0 0,-2 0 0 0,2 1 0 0,-2 0 128 16,0 1 0-16,-2 3 0 0,0 2-128 0,-3 0 128 0,-2 2 0 16,-1-2 0-16,-1 4 0 0,-4 8 144 0,0 0-144 15,0 0 192-15,0 0-192 0,0 0 336 0,0 0-32 16,0 0-16-16,-8 3 0 0,-1 2-64 0,1 1-16 0,1 4 0 0,0-4 0 0,-1 2 16 16,0 1 0-16,-1 0 0 0,2 0 0 0,0 0-32 0,1 1 0 15,-1-3 0-15,7-7 0 16,0 0-16-16,0 0-16 15,-9 6 0-15,9-6 0 0,0 0 96 0,0 0 32 0,0 0 0 0,0 0 0 16,0 0-288-16,-1-12 0 0,1 0 128 0,2 0-128 16,1-1 0-16,1-2 0 0,0-4-128 0,0 1 128 0,-1 0-192 0,1 1 192 15,2 0-208-15,-3 0 80 0,0-1 128 0,-2 4-128 16,1-3 128-16,-2 4-128 0,0 1 128 0,-2 3-128 16,1 0 128-16,-2 2-128 0,3 7 128 0,0 0-128 15,-6-5 128-15,6 5-128 16,-8-1 128-16,8 1 0 0,-9 0-144 0,9 0 144 15,-8 6 0-15,8-6 0 0,-6 8 0 0,0 1 0 0,5 1 0 0,0 1 0 16,0 2 0-16,1-13 0 0,0 0 0 0,2 10 0 16,-2-10 0-16,3 12 0 0,1-3 0 0,-4-9 0 15,0 0-144-15,0 0 144 0,0 0 0 0,5 9 0 16,-5-9 0-16,0 0 0 0,0 0 0 0,0 0 0 16,0 0 0-16,0 0 0 0,0 0-128 0,0 0 128 0,0 0 0 15,0 0 0-15,0 0 0 0,0 0-128 16,0 0 128-16,-1-9 0 0,-1 1 0 0,0 1 0 15,2 7 0-15,-4-7 0 0,4 7 0 0,0 0 0 0,0 0 0 0,0 0 0 16,-11 0 0-16,1 7-192 0,1 2 192 0,1 1-160 16,0 1-48-16,3 2-16 0,0 0 0 0,1 1 0 15,1 2 224-15,1-2-192 0,2 2 192 0,0-3-192 16,0 0 192-16,0-2 0 0,1 1 0 0,-1-12 0 16,0 0 256-16,1 9-16 15,-1-9 0-15,0 0 0 0,0 0 16 0,0 0 16 0,0 0 0 16,0 0 0-16,0 0-32 0,0 0-16 0,0 0 0 0,0 0 0 15,0-13-48-15,0-1-16 16,0-3 0-16,0 3 0 0,-1-3-160 0,0 4 0 0,-1-4 144 0,0 2-144 16,0 4 0-16,0-2 0 0,-1 1 0 0,1 0 128 15,0 0-128-15,1 4 0 0,1 8-128 0,0 0 128 16,0 0-256-16,0 0 48 0,0 0 0 0,-4 14 0 16,0-1-192-1,1 1-48-15,0 3 0 0,1 1 0 0,1 0 208 0,1 1 48 0,1-1 0 0,1 0 0 16,-1 0 192-16,3-2 0 0,-2-3 0 0,0 0-144 0,-1-4 144 0,-1-9 176 15,0 0-48-15,3 12 0 0,-3-12 128 0,0 0 0 16,0 0 16-16,0 0 0 16,0 0 16-16,0 0 0 0,0 0 0 0,0 0 0 15,0 0-32-15,4-8 0 0,-2-2 0 0,1-2 0 0,-2-1-128 16,-1-1-128-16,0-6 144 0,0 0-144 0,-1 0 0 0,-1 0 128 16,1-3-128-16,0 0 0 0,-2 0 0 0,1 1 0 15,-1 0 0-15,-1 2 0 0,-1 3 0 0,2 4 0 0,1 1 0 16,-1 5 0-16,3 7 0 0,0 0-128 0,0 0 128 15,0 0-160-15,0 0-32 0,0 16-16 0,0 5 0 0,1 1 0 16,-1-1-32-16,3 2 0 0,0 0 0 0,3 3 0 16,1-2 240-16,-1-2-176 0,1 0 176 0,-1-1-160 31,1-3 160-31,-1-1 0 0,-1-1 0 0,1-2 0 0,-1-4 0 16,-5-10 0-16,4 13 0 0,-2-1 0 0,-2-12 128 0,0 0-128 15,0 0 128-15,0 0-128 0,0 0 192 0,0 0-16 16,0 0-16-16,0 0 0 0,-5-6 32 0,1-5 16 15,0 1 0-15,0-2 0 0,-1-1-208 0,0 0 0 0,0-1 0 16,0-6 0-16,-2-1 0 0,1 0 0 0,0 0 0 0,0 3 0 16,-2 3 0-16,1-1 0 0,2 3 0 0,0 0 0 0,0-2 0 15,0 5 0-15,-1 4 0 0,6 6 0 0,0 0-224 16,0 0 64-16,-7-3 16 0,7 3 0 0,0 0-80 0,-8 9-16 31,1 3 0-31,2 1 0 0,1 0 240 0,3 0-192 16,1 3 192-16,2-3-192 0,2 4 192 0,3-3 0 0,1 2-160 0,-1-2 160 15,1-2 0-15,0-2-144 0,1 0 144 0,0 0 0 16,0-3-176-16,-1 0 176 0,0-1-160 0,-8-6 160 16,0 0-240-16,0 0 48 0,11 3 16 0,-11-3 0 0,10 0 0 0,-10 0 0 15,9-3 0-15,-9 3 0 0,8-10 176 0,-3 0 0 0,-1-2-144 16,-1 0 144-16,-3-1 0 0,0 0 0 0,-2-1 0 0,1-2 0 16,-2-2 0-16,1 1 128 0,-2 0-128 0,0 3 128 31,0-5 32-31,0 6 0 0,0 2 0 0,0 0 0 15,-1 2 48-15,1 2 16 0,4 7 0 0,-5-5 0 16,5 5-96-16,0 0 0 0,-9-1-128 0,9 1 192 16,-8 8-192-16,0 3 0 0,3-1 0 0,0 1 0 15,1 1-192-15,0 2 64 0,0 1 128 0,1-1-208 16,3-1 208-16,0 0-144 0,-1 2 144 0,1-2-128 0,0-2 128 0,1 1 0 16,1-2 0-16,-2-10 0 0,2 12 0 0,-2-12 0 15,0 0 0-15,3 11 0 0,-3-11 0 0,0 0 0 16,0 0 0-16,0 0 0 0,0 0 0 0,0 0 0 15,0 0 0-15,0 0 0 0,0 0 0 0,8-6 0 0,-2-1 0 16,0-4 0-16,-1-1 0 0,-1 1 0 0,-2-1 0 0,1 2 0 16,0-4 0-16,-2 4 0 0,-1-2 0 0,0 2 0 15,0-2 0-15,0 3 128 0,-1 3-128 0,1 6 0 16,0 0 0-16,0 0 0 0,0 0 0 0,0 0 0 16,0 0-128-16,0 9 0 0,0 2 0 0,0 5 0 15,0 4 0-15,0 0 0 0,-2 3 0 0,2 0 0 0,2-3 128 0,-1 0 0 16,1 1 0-16,0 0 0 0,-1 0 144 0,0-1-144 15,-1-5 192-15,0 0-192 0,0-2 400 0,0-4-16 16,0-9-16-16,0 0 0 0,-1 10 144 0,1-10 48 16,0 0 0-16,0 0 0 0,0 0-32 0,0 0 0 15,0 0 0-15,0 0 0 0,-3-9-160 0,2-4-48 16,0-4 0-16,1-1 0 0,1 0-320 0,2-3 144 0,-2-1-144 0,-1-1 0 16,0 0 0-16,0-1 0 15,0 1-160-15,0 2 160 0,-1 2-256 0,1 2 80 0,-2 1 16 0,0 3 0 31,-2 3 160-31,0-1 0 0,1 2 0 0,3 9-128 16,0 0 128-16,0 0-128 0,0 0 128 0,0 0-128 16,0 0-48-16,-9 8 0 0,9-8 0 0,-4 12 0 15,2 1 32-15,0-2 0 0,2 2 0 0,0 0 0 16,0-2 144-16,3 1-192 0,0 1 192 0,1-3-192 0,1 2 192 0,-1-2 0 16,-4-10 0-16,4 12 0 0,0-2 0 0,-4-10 0 15,0 0 0-15,2 12 0 0,-2-12 0 16,0 0 0-16,0 0 0 0,0 0 128 0,0 0-128 0,0 0 176 0,0 0-176 0,0 0 192 15,0 0-48-15,0 0 0 0,0 0 0 0,-6-10 0 16,0-1-16-16,0 2-128 0,2-5 192 0,0 2-64 16,-1 2-128-16,1-3 0 0,0-1 0 0,0 4 0 0,-1-2 0 0,1 2 0 15,0-1 0-15,0 1 0 0,2 0 0 16,-1 0 0-16,-1 3 0 0,0-1 0 0,0 0 0 0,4 8 0 31,-5-5 0-31,5 5 0 0,-7-5-240 0,7 5 80 0,0 0 16 0,0 0 0 16,0 0 144-16,0 0-208 0,0 0 80 0,0 0 128 15,0 0-176-15,-3 7 176 0,3-7-128 16,0 0 128-16,0 0 0 0,0 11 0 0,0-11 0 0,0 0 0 0,0 0 0 16,0 0-128-16,0 0 128 0,0 0 0 0,0 0 0 0,7 6 0 15,-7-6 0-15,0 0 0 0,0 0 128 0,0 0-128 16,8-5 160-16,-8 5-160 0,7-9 128 0,-3 0-128 16,-4 9 0-16,2-9 0 0,0-3 128 0,-2 2-128 15,0 0 0-15,-2 3 0 0,2 7 0 0,0 0 0 16,0 0 0-16,0 0 0 0,0 0 0 0,0 0 0 0,0 0 0 0,0 0 0 15,-5 14-208-15,1 0 16 0,0 5 0 0,2 0 0 16,-1 3 32-16,0 0 16 0,2 1 0 0,1-1 0 16,3-1 144-1,-1-2 0-15,2 2-144 0,1-3 144 16,1 2 0-16,-1-2 0 0,0-1 0 0,2-3 0 16,-4-1 0-16,1-1 0 0,0 0 0 0,-1-2 0 0,-3-10 0 0,0 0 0 15,0 0 0-15,0 0 0 0,0 0 0 0,0 0 0 16,5 9 144-16,-5-9-144 0,0 0 128 0,0 0-128 15,0 0 128-15,3-9-128 0,-2-2 0 0,0-2 0 16,-1 0 0-16,0 0 0 0,-1-2 0 16,-2 2 0-16,1 0 0 0,-1-3 0 0,1 1 0 0,-1-1 0 0,0 2 0 15,1 2 0-15,-1 2 0 0,-1 1 0 0,0 1 0 0,4 8 0 16,-4-11 0-16,1 6 128 0,3 5-128 0,0 0 0 16,0 0 0-16,-10 0 144 0,3 4-144 0,7-4 0 0,-7 9 0 15,2 3 0-15,-2 2 0 0,5 2 0 0,0 2 0 0,4-1-192 16,0 0 192-16,2 1-192 0,1 3 192 0,2-3-176 15,1 1 176-15,1-1-160 0,0-3 160 0,1 1 0 16,1-3 0-16,-1 0 0 0,3-1 0 0,-1-2 0 16,-1-2 0-16,0-3 0 0,0 1 0 0,0-6 0 15,1 0 144-15,-12 0-144 0,13-4 272 0,0-2-48 16,-1-1-16-16,-2-2 0 0,1-1 0 0,-1 0 0 16,-1-3 0-16,1-1 0 0,-1-5 0 0,0 1 0 0,-4-4 0 0,3 1 0 31,0-1-32-31,-2 1-16 0,-2-2 0 0,-1-1 0 15,2 2-160-15,-2 2 128 0,-1 3-128 0,-2 4 128 0,-2 4-128 0,2 9 0 16,0-9 0-16,0 9 0 0,0 0 0 0,0 0-176 16,0 0 176-16,0 0-192 0,0 0-64 0,-3 15 0 15,3 0-16-15,0 2 0 0,-1 0 80 0,3 1 32 0,2 1 0 0,3-3 0 16,0 4 160-16,3 0-128 0,0-1 128 0,0-2-128 16,1-5 128-16,1 0 0 0,-2 1 0 0,-1-7-128 15,-1 1 128-15,-8-7 0 0,0 0 0 0,9 5 0 16,-9-5 192-16,0 0-16 0,0 0-16 0,11-4 0 15,-11 4 48-15,6-9 16 0,-1-2 0 0,-1 0 0 16,-1-2-32-16,-2-3-16 0,-2-1 0 0,-1 0 0 16,1-1-48-16,-1 0-128 0,-4-3 192 0,2 2-64 0,1 0-128 15,-1 1 0-15,-2 2 0 0,1 0 128 0,-1 3-128 16,0 6 0-16,0 0 0 0,6 7 0 0,0 0-160 0,-8 3 160 16,2 2-208-16,-1 4 80 0,2 3-80 15,0 3-16-15,1 5 0 0,0 3 0 0,0 3 96 0,0 2 128 31,1-1-208-31,2 1 80 0,-2-1 128 0,3-1 0 16,2 0 0-16,0-5 0 0,1-2 0 0,0 0 0 16,-1-2 0-16,2-3 0 0,0-2 0 0,0-2 0 0,-4-10 0 0,4 11 0 15,-4-11 0-15,0 0 0 0,0 0 192 0,0 0-64 16,0 0 80-16,0 0 32 0,0 0 0 0,0 0 0 16,-1-13-16-16,-2 0 0 0,-1-3 0 0,1-1 0 0,1-1-96 15,-1-3 0-15,-2-4-128 0,1-1 192 0,0-3-192 16,-1 2 0-16,1 0 0 0,0 0 0 0,2 0 0 0,-1 4 0 15,0 2 0-15,1 4 0 0,-2 3 0 16,1 0 0-16,2 4 0 0,0 0 0 0,1 10-192 0,-4-8 64 16,4 8 128-16,0 0-208 0,-9-3 0 0,9 3 0 15,-8 5 0-15,1 5 0 0,1-1 32 0,0 2 16 0,3 2 0 16,-1 3 0-16,0-2 160 0,1 3 0 0,1-1 0 0,0-2 0 16,0-1 0-16,0 0 0 0,2-2 160 0,0 1-160 31,0-12 208-31,3 10-48 0,-3-10-16 0,0 0 0 0,0 0 32 0,0 0 0 15,6 8 0-15,-6-8 0 0,10 5 0 0,-10-5 0 16,10 0 0-16,-10 0 0 0,8-8-176 0,0-1 128 16,-1-1-128-16,-1-2 128 0,-4 0-128 0,1-1 0 15,0-2 0-15,-2-2 0 0,0-3-160 0,-1 0 160 16,0 1 0-16,0 2-144 0,-2 3 144 0,0 1 0 16,0 0 0-16,0 6 0 0,2 7 0 0,0 0-160 15,0 0 160-15,0 0 0 0,-8 12-208 0,2 3 64 0,-2 5 16 0,2 2 0 0,0 3 0 0,2 1 0 16,1 0 0-16,3 1 0 0,2 2 128 0,3-3 0 15,1 2 0-15,1-2 0 0,3-6 0 0,0 0 0 16,2-4 0-16,2-2-128 0,0-2 304 0,1-2 64 16,-1-2 16-16,-1-3 0 0,0-1 0 0,-1-3 0 31,-2-2 0-31,1-1 0 0,-1-1 32 0,2-2 16 0,-3-3 0 0,1-3 0 16,0 0-64-16,-1-2-16 0,0-3 0 0,0-1 0 0,0-2-64 0,2-1-16 31,0-5 0-31,-2 0 0 0,-2-1-16 0,-1 2 0 0,0-1 0 0,1 4 0 0,0 3-128 0,-2 2 0 15,-2 3 0-15,-1 4 128 0,-2 9-128 0,0 0 0 0,0 0 0 16,0 0 0-16,4 9-224 0,-2 4 32 0,-4 7 0 0,1 6 0 16,-2 2 0-16,-1 8 16 0,1 0 0 0,0 3 0 15,3 2 176-15,1-5-192 16,2-3 192-16,1-2-192 0,0-2 192 0,1-3 0 0,0-5 0 16,0-2 0-16,1-2 0 0,-1-3 0 0,1-2 0 0,-2-3 0 15,-4-9 256-15,0 0 0 0,0 0-16 0,0 0 0 16,0 0 80-16,0 0 32 0,0 0 0 0,7-6 0 15,-2-6-16-15,-1-4 0 16,-2-2 0-16,1-3 0 0,0-3-144 0,-1-8-48 0,0-6 0 0,2-5 0 16,-1-4-144-16,1-2 0 0,-1-2 0 15,1 3 0-15,-2 4 0 0,1 1-176 0,-2 3 176 0,1 9-192 0,-2 5 192 16,0 6 0-16,0 5 0 0,0 4 0 0,0 11 0 16,0 0 0-16,0 0 0 0,0 0-128 0,-2 19 128 15,0 5-160-15,-1 9 160 0,-1 0-160 0,-1 4 0 0,0 4 0 16,0 1 0-16,2 2 0 0,3 2 16 0,1-2 0 15,2-2 0-15,2-5 0 0,3-3 144 0,1-2 0 32,-1-4 0-32,0-3-128 0,-2-3 128 0,1-2 0 0,-2-3 0 15,-1-4 0-15,0-3 0 0,-4-10 0 0,0 0 0 0,0 0 0 16,0 0 0-16,0 0 0 0,0 0 160 0,0 0-160 16,0 0 256-16,0 0-64 0,0-10 0 0,0-6 0 15,-2-2-32-15,0-4-16 0,-2-8 0 0,0-4 0 16,-1-5-144-16,0-7 0 0,-1-1-160 0,2-5 160 15,-2 1-288-15,-1-1 32 0,1 2 16 0,1 5 0 0,-2 2 112 16,2 6 128-16,-2 7-208 0,2 5 80 16,-1 5 128-16,-1 7 0 0,1 5-144 0,-2 6 144 0,0 4 0 0,-1 6 0 15,0 5 0-15,-4 7 0 0,-2 5-320 0,1 8 0 16,-2 3 0-16,2 6 0 0,0 1 64 0,1 3 0 16,0 2 16-16,2 0 0 0,5 0 240 0,3-2 0 0,1-3-160 15,4-2 160-15,3-5 0 0,2-2 0 0,2-3 0 0,1-3 0 16,2-4 0-16,1-1 0 0,-1-4 0 0,1-3 0 15,-1-5 0-15,-2 0 0 16,1-3 0-16,-4-2 0 0,-7-6 192 0,0 0-32 0,0 0-16 0,8 0 0 16,-1-6 176-16,-2-6 16 0,1 0 16 0,-3-3 0 15,-3-5 32-15,1-5 0 16,-1-3 0-16,-1-9 0 0,-2-6-192 0,1-8-16 16,-2-7-16-16,0-4 0 0,0-3-160 0,-1 0 0 15,0 2 0-15,1 5 0 0,-3 5 0 0,2 3 0 16,0 5-192-16,-2 8 192 0,-1 4-160 0,3 9 160 0,1 5 0 0,0 8-144 15,1 2 144-15,3 9 0 0,-8 9-144 0,2 5 144 16,1 9-256-16,0 8 0 16,-1 7 16-16,-2 4 0 0,1 2-80 0,3 0-32 0,2 2 0 15,2 4 0-15,2 0 176 0,4 4 48 0,3-1 0 16,2 0 0-16,2-3 128 0,3-3 0 0,1-4-144 0,-1-5 144 16,-3-4 0-16,0-5-176 0,-2-3 176 0,1-3-128 15,0-2 128-15,-2-4 0 0,1-4 0 0,-2-1 0 16,-9-12 0-16,8 5 176 0,-8-5-48 0,9 3 0 15,-9-3 176-15,8-4 16 0,-3-7 16 0,0 0 0 16,-2-4 112-16,-1-6 0 0,1-1 16 0,-2-6 0 16,-1-5-144-16,0-7-48 0,-1-9 0 0,1-5 0 0,0-9-272 0,0-1 160 0,0-2-160 15,-1-1 128-15,-1 1-128 0,0 6 0 0,-2 5 0 0,-1 8 0 32,1 7-192-32,0 7 192 0,0 9-160 0,1 5 160 0,-1 8 0 15,4 11 0-15,0 0 0 0,-5 10 0 0,-3 8-288 0,3 9 32 16,-1 8 16-16,-2 8 0 15,-1 7-272-15,1 3-64 0,1 2-16 16,3 3 0-16,0 0 224 0,3 1 48 0,2 0 16 0,3-3 0 0,2-7 176 0,1-3 128 16,3-4-192-16,0-5 192 0,0-4-160 0,2-6 160 15,-3-3-128-15,0-3 128 0,0-3 0 0,-1-2 0 16,-1-6 0-16,-7-10 0 0,8 6 0 0,-8-6 128 16,0 0 0-16,9-2 0 0,-3-5 112 0,1-2 16 15,-2-6 16-15,-1 0 0 0,-1-4 64 0,-1-5 16 16,-1-4 0-16,1-6 0 0,-2-5-160 0,-2-7-16 15,1-6-16-15,1-3 0 0,0-2-160 0,0 1 0 0,0 2 0 16,0 7 128-16,-1 5-128 0,0 9 0 0,-2 1 0 0,3 5 0 16,-1 6 0-16,-1 4 0 15,0 7 0-15,2 10 0 0,0 0 0 0,0 0 0 0,0 0 0 0,-5 14 0 16,1 7-224-16,0 4 32 0,0 2 0 0,0 4 0 0,-1 2 16 16,1 2 16-16,1 2 0 0,2-1 0 0,1 5 160 0,2-1 0 15,4-2 0-15,0-3-128 0,1-2 128 0,2-3 0 16,0-3-144-16,0-2 144 0,0-4 0 0,-1-5 0 15,0-3 0-15,-2-1 0 0,-6-12 208 0,8 11-32 16,-8-11-16-16,11 2 0 0,-11-2 112 0,10-1 32 16,-10 1 0-16,10-9 0 0,1-3 0 0,-5-5 0 0,-2-6 0 15,0-5 0-15,1-6-16 0,1-7 0 16,-1-9 0-16,-1-5 0 0,1-5-288 0,0 3 128 0,-1-3-128 16,-1 7 0-16,-1 3 0 0,-3 11 0 0,1 9 0 15,-1 8-192-15,-2 7 192 0,-1 9 0 0,4 6 0 0,-6 6 0 16,-1 9 0-16,-3 8-256 0,-2 7 64 0,-2 8 0 31,-3 9-320-15,1 5-64-16,-1 8-16 0,1 3 0 0,2 1 128 0,4-4 16 0,1-4 16 15,5-8 0-15,1-4 80 0,2-2 16 0,1-7 0 0,4-2 0 0,-2-6 336 0,1-3 0 16,0-5 0-16,2-1 0 0,0-3 0 0,0-6 0 16,-5-9 0-16,8 6 0 0,-8-6 304 0,0 0-32 15,10-2 0-15,-2-5 0 0,-1-3 112 0,-1-5 32 16,1-3 0-16,-2-5 0 0,2-2 0 0,-1-4 0 0,3-6 0 0,-1-8 0 15,0-8-256-15,-2-2-160 0,-3-3 192 0,2 1-192 16,2 0 128-16,-1 7-128 0,-1 8 0 0,-1 4 0 16,-2 9 0-16,-2 5 0 15,-3 4 128-15,0 5-128 0,-1 3 0 0,-1 6 128 0,5 4-128 16,-9 4 0-16,-1 6 0 0,-3 3 0 0,-4 6-240 16,0 8 80-16,0 7-160 0,1 4-48 0,-1 1 0 0,2 2 0 15,0 2 176-15,4-3 48 0,1-3 0 0,4-3 0 16,1-1 144-16,2-4 0 0,3-3 0 0,3-1 0 0,1-3 0 0,2-2 0 15,1-5 0-15,-1 0-128 0,1-5 128 0,-7-10 0 0,10 7 0 0,1-3-128 16,-11-4 128-16,14-2 0 0,-1 1 0 0,0-4 0 16,1-2 0-16,1-6 0 0,-2-4 160 0,0-2-160 15,-3-2 144-15,2-5-144 0,0-6 128 0,-2-3-128 16,0-4 128-16,0-4-128 0,-1-4 0 0,-1 0 128 16,-3 3-128-16,-1 5 0 0,-2 1 0 0,0 11-176 15,-2 7 176-15,-2 3 0 0,-2 7 128 0,-1 4-128 31,5 6 176-31,-10 6-48 0,-2 3 0 0,0 9 0 0,-1 6-128 16,-1 7-176-16,-3 7 48 0,1 2 0 16,1 3-128-16,2 0-32 0,2-4 0 0,3-1 0 15,3-4 288-15,1-2-128 0,3-3 128 0,3-3 0 0,1-5 0 0,0-4 0 16,-1-1 0-16,2-6 0 0,1 1 0 0,-5-11 144 16,8 9-144-16,-8-9 128 0,13 1 16 0,-1-2 0 15,-2-3 0-15,-2-1 0 0,-1-5 32 0,1-1 0 16,-2-2 0-16,2-8 0 0,0-4 16 0,0-6 0 15,-1-6 0-15,1-6 0 0,0-6-192 0,1-5 192 0,0-2-192 16,0 5 192-16,-1 4-192 0,-1 8 0 0,-2 5 0 0,-1 8 0 16,-1 8 0-16,-2 8 0 0,-1 10 0 0,0 0 0 15,0 0 0-15,-5 9-144 0,-2 9 144 16,-2 4-160-16,-1 7-64 0,-2 9-16 0,-4 6 0 0,4 4 0 0,2 3 48 0,0-1 0 16,-1-7 0-16,2 0 0 15,1-3 192-15,2-5 0 0,3-3 0 0,-1-5 0 16,0-5 0-16,2-2 0 0,0-5 0 0,1-2 0 0,0-2 128 0,1-11 32 15,-2 10 0-15,2-10 0 0,0 0 0 0,0 0 0 32,0 0 0-32,0 0 0 0,0 0-16 0,0 0 0 0,3-10 0 0,-2-2 0 15,-1-2-144-15,0-3 0 0,-2-3 0 0,-1-7 0 16,-1-4-240-16,0-5 32 0,-2-3 0 0,-1 0 0 31,1 0-208-31,-1 2-32 0,-1 6-16 0,1 8 0 0,-3 7 112 0,1 4 32 0,0 8 0 0,-1 7 0 16,-1 5 32-16,-2 10 16 0,-2 8 0 0,-1 8 0 15,-1 1-192-15,1 2-48 0,2-1 0 16,2-1 0-16,2-1 384 0,2-1 128 0,2-2 0 0,2-3-144 0,1-2 336 0,2-5 64 16,1-2 0-16,1 1 16 0,2-7-16 0,1 0-16 15,-1-3 0-15,-3-10 0 0,0 0 16 0,0 0 0 0,0 0 0 0,0 0 0 16,0 0 0-16,0 0 16 16,10-10 0-16,-5-2 0 0,-1-1-16 0,-2-4 0 15,-2-4 0-15,0-2 0 0,-1-2-80 0,-2-6-32 0,0-6 0 0,-1-6 0 16,-2-5-144-16,2-2 0 0,1 0 0 0,-1 5-176 15,0 6 32-15,0 9 0 0,0 5 0 0,1 7 0 16,1 5 144-16,-2 7 0 0,4 6 0 0,0 0 0 16,-8 15-192-16,-1 9 0 0,-2 8 0 0,1 9 0 15,-2 4-144-15,1 6-48 0,0 1 0 0,2-1 0 0,2-5 192 16,4-3 16-16,0-5 16 0,4 1 0 0,3-2 160 0,1 0 0 31,2-3 0-31,1-4 0 0,0-5 0 0,-1-5 176 0,0-1-48 0,-1-5 0 16,1-3 64-16,-2-4 16 0,-5-7 0 0,0 0 0 15,0 0 112-15,0 0 0 0,0 0 16 0,11-9 0 16,-5-4-16-16,1-4-16 0,-2-2 0 0,-1-6 0 16,0-4-80-16,-2-6-16 0,1-3 0 0,-2-5 0 0,-2-5-208 15,1-4 0-15,0-7 0 0,1-2-160 0,0 0-32 0,-1 2-16 16,0 4 0-16,2 8 0 16,-2 7 208-16,0 9 0 0,-2 7 0 0,1 5 0 15,1 4 0-15,0 15 0 0,0 0 0 0,0 0 0 0,-6 11 0 16,-1 8-176-16,-2 9 176 0,0 5-160 0,0 10-64 0,-2 6-16 15,2 3 0-15,1-3 0 0,3 0 240 0,3 0-176 16,2-5 176-16,2-1-160 0,2-2 160 0,1-2 0 16,0-1 0-16,2-3-128 0,0-4 128 0,0-3 0 15,0-5 0-15,-1-2 0 0,1 0 0 0,-2-5 128 0,-1-3-128 0,-4-13 176 16,0 0 0-16,0 0 0 0,0 0 0 0,0 0 0 16,0 0 112-16,0 0 32 0,-3-12 0 0,1-3 0 15,-2-3-64-15,1-5-16 0,-3-5 0 0,1 0 0 16,1-6-240-16,1-1 0 0,-1-2 0 0,3-1 0 15,-2-1 0-15,3 0 0 0,2 1-208 0,0 3 64 16,1 2 144-16,-1 6-160 0,1 1 160 0,1 4-160 0,0 4 0 16,-2 2 0-16,-2 4 0 0,0 12 0 0,0 0 32 0,0 0 0 15,0 0 0-15,0 0 0 0,-6 15-48 0,-3 4 0 16,1 7 0-16,-1 5 0 0,-2 2 0 0,2 4 0 16,0-1 0-16,0 1 0 0,0-4 176 0,2 0 0 15,1-3 0-15,2-1-128 0,1-1 128 0,2 0 0 16,0-3 0-16,1-3-128 0,1-3 128 0,0-2 0 15,1-2 0-15,0-4 0 0,-2-11 192 0,0 0-16 16,0 0-16-16,0 0 0 0,8 6 48 0,-8-6 16 16,10-2 0-16,0-4 0 0,-3-7-32 0,3-4 0 0,-3-3 0 15,0-3 0-15,-2-6-16 0,0-2-16 32,-1-3 0-32,-1-7 0 0,-1-7-160 0,0-1 0 0,-1-6 0 15,0 4 0-15,1 4 0 0,-1 8 0 0,0 6 0 0,-1 9 0 16,0 5 0-16,-1 9 0 0,1 10 0 0,0 0 0 15,0 0 0-15,-5 13 0 0,0 8 0 0,-1 9 0 0,0 8-320 0,1 3 48 16,-3 1 16-16,4 2 0 0,3 2 112 0,2-3 144 16,1-4-208-16,5-1 80 0,3-3 128 0,3-4 0 15,2-1-144-15,0-2 144 0,2-5 0 0,0-2 0 16,0-1 0-16,2-7 0 0,-4-5 0 0,1-3 0 0,-1-1 192 16,1-6-64-16,-2 0 96 0,2-5 16 0,0-4 0 15,1-6 0-15,0-4 128 0,1-5 16 0,0-4 16 0,3 0 0 16,1-4-128-16,2-5-16 0,3-8-16 0,-1-7 0 15,3-4-112-15,-2-5 0 0,-1-2-128 0,2 4 192 16,-1 3-192-16,-2 9 128 0,-6 7-128 0,0 7 0 16,-4 6 0-16,-2 7 0 15,-2 5 0-15,-4 7 0 0,-7 10 128 0,0 0-128 16,0 0 0-16,8 14 0 0,-5 8 0 0,-3 8 0 16,-3 7-128-16,-2 2 128 0,-4 4-272 0,1 4 48 0,3 2 16 0,1-1 0 15,0-2 208-15,4-3 0 0,3-3-160 0,1-3 160 16,1-4 0-16,3-5 0 0,-3-2 0 0,1-4 0 15,1-3 0-15,-1-4 0 0,0-3 192 0,-2-1-64 16,1-4 32-16,-5-7 0 0,0 0 0 0,0 0 0 0,0 0 80 0,0 0 16 0,9-5 0 16,-3-3 0-16,0-1 0 0,-2-6 16 0,-2-4 0 0,-1-4 0 15,1-7-80-15,-2-5-32 0,0-11 0 0,0-5 0 16,1-8-160-16,0 0-256 0,1-1 64 16,0 1 16-16,1 3 16 0,-2 6 0 0,-1 6 0 0,0 7 0 15,0 7 32-15,1 7 0 0,-1 6 0 0,0 7 0 31,0 10 128-31,0 0-192 0,0 0 192 0,0 0-192 0,-1 17-64 0,0 5 0 16,0 3-16-16,1 4 0 0,0 4 32 0,1 2 16 16,0 3 0-16,2 0 0 0,-1-3 224 0,4 2 0 0,0 2-160 0,2-1 160 15,1-5 0-15,2 0-144 0,2-4 144 0,-2-5 0 16,2-1 0-16,0-3 0 0,0-3 0 0,-1-2 0 16,-4-3 0-16,0-3 0 0,-8-9 160 0,0 0-32 15,0 0 48-15,13 4 16 0,-13-4 0 0,0 0 0 16,12-4 48-16,-3-8 16 0,-3 0 0 0,1-6 0 0,-1-4 0 15,1-4 0-15,-2-6 0 0,1-5 0 0,1-9-256 0,1-4 0 16,-2-3 0-16,0 0 0 0,-1-1-256 0,0 2-64 16,0 2 0-16,0 9 0 0,-1 7 128 0,-1 9 0 15,-3 4 16-15,0 9 0 0,0 12 176 0,0 0-160 32,-8 7 160-32,2 7-160 0,-1 7-112 0,-1 8-32 0,-3 6 0 15,0 1 0-15,1 1 48 0,1 2 0 0,-1 3 0 0,5 1 0 16,3 1 256-16,0-2-128 0,4-3 128 0,1 0 0 0,3-6 0 15,2-2-128-15,1-4 128 0,1-1 0 0,1-3 0 0,-1-4 0 16,0-4 0-16,-1-4 144 0,-1-4-16 0,1-2 0 16,1-4 0-16,-10-1 0 0,10-2 96 0,-2-2 16 15,0-1 0-15,-2-6 0 16,1-3 32-16,-1-6 16 0,1-3 0 0,-2-5 0 0,0-4-96 0,0-6-32 0,1-2 0 0,-1-5 0 16,0-2-160-16,2 3 0 0,-4 1 0 0,3 4 0 15,-1 5-144-15,-3 5 144 0,1 6-192 0,0 5 192 31,-1 5-128-31,-2 13 128 0,0 0 0 0,0 0 0 16,0 0-256-16,-4 15 64 0,-1 7 16 0,0 4 0 16,-2 3-64-16,1 2-16 0,-2 5 0 0,2 0 0 0,0 1 256 0,4 0 0 0,-1 1-160 0,3-1 160 15,3-2 0-15,2-3 0 0,1-3 0 0,2-3 0 16,0-2 0-16,-1-5 0 16,0-4 128-16,-1-2-128 0,-2-4 288 0,-4-9-32 15,4 8 0-15,-4-8 0 0,0 0-64 0,0 0 0 0,0 0-16 0,7-4 0 16,0-7 80-16,-2-2 32 0,-1-5 0 0,0-3 0 0,-2-2-96 15,1-7 0-15,-2-7-16 0,1-2 0 0,-1-4-176 0,-1 0 0 16,1 0-160-16,-1 5 160 0,0 6-144 0,0 4 144 31,-2 3-128-31,-1 5 128 0,0 0 0 0,1 6 0 16,-3 5 0-16,-2 2 0 0,-2 7-128 16,-1 0 128-16,-5 4-128 0,1 4 128 0,-2 3-240 0,-2 3 48 15,-2 1 0-15,1 6 0 0,-2-1 16 0,1 4 16 0,1 2 0 0,1-1 0 16,2-3 160-16,0-1 0 0,3 0 0 0,4 0-128 15,3-3 128-15,0 0 0 0,3-2 0 0,0-3 0 16,0-1 0-16,3-12 0 0,2 12 0 0,-2-12 0 16,0 0 0-16,5 13 0 0,-5-13 0 0,12 9-128 15,-1-1 128-15,1-3 0 0,2-4-144 0,1-1 144 16,-2-3 0-16,1 1 0 0,-1-2 0 0,2-1 0 16,-2-3 0-16,0 0 0 0,-2-1 176 0,0 0-176 15,-3-2 192-15,-2 0-48 0,-2-1-16 0,-1-1 0 0,-3 0 48 16,-2-1 0-16,-2-2 0 0,-2 2 0 0,-2-2-16 0,-2 2 0 15,-3-2 0-15,-3-2 0 0,-1-2-160 0,-3 2 160 16,-2 1-160-16,-1 1 160 0,-1 1-160 0,1 2 0 16,-2 0-192-16,2 0 192 0,0 3-224 0,3 3 80 0,3 0 16 0,0 3 0 15,1 2 128-15,3 2-208 0,1 0 80 0,12 0 128 16,-10 0-256-16,10 0 80 0,0 0 16 0,0 0 0 16,0 0-80-16,4 7-16 0,5 1 0 0,1 0 0 15,3 0 64-15,4 0 0 16,3-2 0-16,5 1 0 0,2-1 192 0,3 2 0 0,3 1-160 0,1-1 160 15,1-2 0-15,-1 1 0 0,0 0 160 0,-3-1-160 16,-1-2 240-16,-5 0-64 0,-6-2-16 0,-2 1 0 16,-5-2 96-16,-2-1 0 0,-10 0 16 0,0 0 0 15,0 0 16-15,0 0 0 16,0 0 0-16,0 0 0 0,0 0 48 0,0 0 16 16,-6-7 0-16,-3 0 0 0,-6 1-96 0,0-2 0 0,-4 0-16 15,0 1 0-15,-1 2-240 0,-2 3 0 0,-3-1 0 16,1 3 0-16,-3 0 0 0,3 3-192 0,0 0 192 0,3 3-208 15,4 1-48-15,3 3 0 0,1-3 0 0,3 3 0 16,4-4 0-16,6-6 0 0,0 0 0 0,6 14 0 16,0-1 16-16,6-2 0 0,1-3 0 0,4-2 0 0,2-1 48 0,6 1 0 15,1-1 0-15,4 0 0 0,2-4 192 0,-1 1 0 16,0-1 0-16,-1-1 0 0,-4-3 0 0,-2 2 0 0,-4-3 0 0,3-1 160 31,-5 1-32-31,-2-2 0 0,-2-1 0 0,-4 0 0 16,-2 1 0-16,-3-1 0 0,-1 0 0 0,-4 7 0 15,2-9 80-15,-2 9 16 0,-4-11 0 0,-3-1 0 16,-1 2-32-16,-2 1-16 0,-4 1 0 0,-3 0 0 16,-2 0-176-16,-3 3-272 0,-3 1 64 0,-2 0 16 15,-4 0-208-15,-2 2-48 0,-2 2 0 16,0 1 0-16,0 4-48 0,2 2-16 0,4-1 0 0,4 1 0 16,3-2 64-16,4-1 16 0,2 1 0 0,5 0 0 0,2 1 128 0,9-6 32 15,0 0 0-15,0 0 0 0,0 0 80 0,0 0 32 0,0 0 0 16,0 0 0-16,13 1 160 0,2-4 0 0,4 1-144 15,-1-1 144-15,0-1 0 0,-1 2 208 0,3-1-16 0,-1 0-16 16,1-1 64-16,-1 1 16 0,-2-1 0 0,-3 1 0 16,0 0-16-16,-4 2 0 0,-10 1 0 0,10-2 0 15,-10 2-16-15,0 0 0 0,0 0 0 0,0 0 0 16,0 0-16-16,-10 0 0 0,-3 2 0 0,-4 3 0 16,-3 2-208-16,-2 2 0 0,-3 3-192 0,-1 2 192 15,0-1-256-15,0-1 48 0,0 1 16 0,1 0 0 0,1 0 192 16,0 3 0-1,3-3 0-15,2-2 0 0,-1 1 0 0,5-3 0 0,2 0 0 0,3 0 0 16,4 1-128-16,6-10 128 0,0 0 0 0,0 0-144 16,0 0 0-16,6 6 0 0,-6-6 0 0,15 4 0 15,-1-4 144-15,3-3-192 0,-3-1 192 0,2 1-192 16,1-4 192-16,3-1 0 0,-4-1 0 0,5-4-128 16,3 1 128-16,-2-1 0 0,-3 2 0 0,0-2 0 15,-1 1 0-15,-1 1 128 0,-3 4-128 0,-2-5 0 16,-2 0 176-16,-2 2-48 0,-3 1 0 0,-5 9 0 15,0 0 0-15,0 0 0 0,-5-8 0 0,-4 5 0 0,-1 2-128 0,-5 2 0 16,-3 0 0-16,-1 6 0 0,-2 2-336 0,-1 4 0 16,-3 4 0-16,1 3 0 0,1-3 128 0,-1-1 16 15,0 1 16-15,0 0 0 0,3 0 176 0,2 2 0 16,2-5 0-16,4-1 0 16,2-4 0-16,3-1 0 0,8-8 144 0,0 0-144 0,0 0 192 0,0 0-64 15,0 0 0-15,12 5-128 16,1-5 0-16,4-4 0 0,3-4 0 0,1-2-144 0,-1-3 144 0,7-1 0 15,1-6 0-15,2 0-128 0,2-2 128 0,1 0 0 0,4-1 0 0,-1 1 0 16,0 1 208-16,-4 1-16 16,-3 1-16-16,-2-1 0 0,-1 0 80 0,-3 2 0 0,-7 3 16 0,-1-1 0 15,-3 0 0-15,-6 5 0 0,-1-1 0 0,-5 12 0 16,-1-9 16-16,1 9 0 0,0 0 0 0,-8-4 0 16,-2 2-288-16,-5 5 160 0,-2 2-160 0,-2 4 128 15,-5 3-384-15,0 0-96 0,-4 1-16 0,1 4 0 16,-3 2 48-16,3 0 0 0,0-5 0 0,4 2 0 15,-1 3 16-15,6 2 16 0,3-4 0 0,3-1 0 16,3-3 112-16,4-2 32 0,2 0 0 0,3 1 0 16,0-12 16-16,5 9 0 0,3-1 0 0,4-3 0 15,1-3 128-15,1-2 0 0,2-2 0 0,3-2 0 16,5-1 0-16,2-2 0 0,2-2 160 0,2 0-160 16,2 0 304-16,-1 0-48 0,2-3 0 0,-5 0 0 15,-2-1-16-15,-2 0-16 0,-3 0 0 0,-2 1 0 16,-4 1-32-16,-2-1-16 0,-3 0 0 0,-3 3 0 15,-7 9 0-15,4-8 0 0,-4 8 0 0,0 0 0 0,-4-8 80 16,4 8 0-16,-15 0 16 0,2 3 0 16,-4 0-432-16,-5 3-96 0,-5 6 0 0,-6 2-16 15,-2 3-32-15,-4 1 0 0,-3 3 0 0,2 1 0 16,1 2 128-16,1 1 32 0,0-1 0 0,1-1 0 16,6-3 144-16,5 0 0 0,1-3-144 0,6-1 144 0,3-3 0 15,6-2 0-15,3-2 0 0,7-9 0 0,0 0-192 0,0 0 48 16,0 0 0-16,13 6 0 0,3-9-112 0,3-1 0 15,4-2-16-15,3-5 0 0,4-2 272 0,4-5-192 16,2 0 192-16,4-3-160 0,3-1 160 0,1 1 0 16,-3 0 0-16,-2 3 0 0,-1 1 0 0,-5 1 0 0,-5-1 128 0,-3 1-128 15,-4-1 144-15,-4 2-144 16,-4 2 192-16,-3 2-192 0,-4 4 256 0,-6 7-48 0,0 0-16 0,0 0 0 16,0 0 64-16,-9-6 16 0,-2 6 0 0,-2 6 0 15,-6 0-272-15,-6 7 0 0,-4 4 0 0,-6 4 0 16,-6 2 0-16,-3 6-144 15,-4 1 16-15,1 1 0 0,-1 5-16 0,3-1 0 0,6-1 0 0,4-3 0 16,3-5 144-16,4-1-128 0,5-4 128 0,4-3-128 16,2-2 128-16,6-1 0 0,4-4 0 0,2-4 0 0,5-7-144 0,0 0 0 15,0 0 0-15,0 0 0 0,0 0-192 0,14-3-48 16,2-7 0-16,2-1 0 0,2-8 128 0,2 1 32 16,1-5 0-16,2-3 0 0,4-4 224 0,2-6 0 15,3-4 0-15,1 1 0 16,0-2 0-16,-1 2 0 0,-2 2 0 0,-4 0 0 15,-2 1 176-15,-3 0-32 0,-5 9 0 0,-5 4 0 16,-4 0 144-16,-5 5 32 0,-4 6 0 0,0 12 0 16,-5-7 96-16,-4 3 32 0,-6 2 0 0,-3 6 0 0,-6 4-448 15,-3 6 128-15,-4 6-128 0,-4 3 0 0,-4 3 0 0,1 6-320 16,0 2 48-16,1 1 16 16,2 1-32-16,1 2 0 0,2-4 0 0,3-3 0 15,3 1 112-15,4-4 32 0,4-2 0 0,4-3 0 0,4-4 144 16,5-5 0-16,1 0 0 0,3-4 0 15,1-10 0-15,0 0 0 0,9 8 0 0,2-4 0 0,3-4 0 0,1-4-160 16,2-3 160-16,3-2 0 0,1-7 0 0,1 0 0 16,1-3 0-16,2-2 0 0,0-2 0 0,-1-2 0 15,0-3 0-15,-2-2 0 0,2 1 192 0,-4 1-64 0,-1 1-128 0,-2-2 192 16,-4 2-192-16,-3 1 176 0,-5 0-176 0,-5 1 160 16,-2 4-160-16,-4 4-176 0,-3 3 48 0,-4 5 0 15,-4 2-64-15,-3 6 0 0,-4 2 0 0,-2 8 0 16,-4 4-144-16,0 7-48 0,1 3 0 0,-3 2 0 15,-3 0 176-15,-1 0 16 16,1 0 16-16,-1-1 0 0,-1 0 176 0,6-2 0 0,2-1 0 0,7-2 0 16,4 0 0-16,6-2-128 0,3-3 128 0,6 2 0 0,3-3-128 0,5-4 128 15,3 0-128-15,5-3 128 0,3 0 0 16,5-6-160-16,4-4 160 0,2-2 0 0,2-3 288 0,2-1 160 16,2-3 48-16,2-1 0 0,0-1 128 0,1 0 16 15,2-2 16-15,0 0 0 0,-3 0-208 0,0-2-64 16,1 1 0-16,-5 3 0 0,-4 2-64 0,-2-1 0 15,-5 4-16-15,-3 0 0 0,-4-2 0 0,-6 1 0 16,-4 1 0-16,-3 1 0 0,-4 1-48 0,-4 0-16 0,-3 0 0 0,-5 1 0 16,-4-1-240-16,-3 3-192 0,-4 2 48 0,-3 3 0 31,-2 1-448-31,-2 4-96 0,1 2-16 0,-1 0 0 16,1 2 64-16,0 1 0 0,-2 3 0 0,1-2 0 15,3-2-128-15,4-1-32 0,2-2 0 0,5 1 0 0,3-1 192 16,7-1 32-16,10-5 16 15,0 0 0-15,0 0-272 0,12 0-48 0,3-1-16 0,4-2 0 16,3 2 208-16,5-4 48 0,2 0 0 0,2-3 0 0,-1-1 640 16,4 0 144-16,4-1 32 0,2 4 0 0,1 2 496 0,0-3 96 0,4 2 32 15,-2 0 0-15,-2-1 320 0,-3 0 64 16,-6 1 16-16,-5 0 0 0,-5 1-384 0,-4 1-80 0,-5 2-16 0,-13 1 0 16,0 0-208-16,0 0-64 0,0 0 0 0,0 0 0 15,0 0 32-15,-11-1 0 0,-5 2 0 0,-5 3 0 16,-5 2-480-16,-4 1 0 0,-4 0 0 0,-4 0 0 0,-2 2-224 0,-2 2-32 15,0-1-16-15,3 3 0 0,0 3-80 0,3 0-16 16,1 1 0-16,3 0 0 0,2-6-16 16,6 2 0-16,4-1 0 0,6 0 0 0,2 0 48 0,5-3 0 15,7-9 0-15,6 10 0 16,-6-10-96-16,14 5-16 0,3-1 0 0,4-2 0 0,2-4 208 0,3-2 48 31,2-1 0-31,3-5 0 0,3-1 192 0,5-3 128 0,1 0 0 0,5 2-128 0,0 1 432 0,0 1-32 0,-2 1 0 0,-4 0 0 16,-4 2 32-16,-5-1 0 15,-5 2 0-15,-3-1 0 0,-4 2-160 0,-4 0-16 16,-2 0-16-16,-3 2 0 16,-9 3 48-16,0 0 16 0,0 0 0 0,0 0 0 15,0 0-16-15,0 0 0 0,0 0 0 0,0 0 0 0,-10 0-480 0,1 1-112 16,-3 2-16-16,0 1-10688 16,-1 0-2160-16</inkml:trace>
  <inkml:trace contextRef="#ctx0" brushRef="#br0" timeOffset="9726.93">15034 10748 8287 0,'0'0'736'0,"15"-11"-592"0,-15 2-144 0,4-1 0 15,2 1 4304-15,7-1 832 0,4-3 176 0,4-1 16 16,3-3-4096-16,3-3-816 0,4-1-160 0,2 0-48 15,-1 2-16-15,0-3 0 0,-1 1 0 0,-1 1 0 16,-3 1 48-16,-1 2 0 0,-1 0 0 0,-1 2 0 16,-3 2 208-16,-3 2 64 15,-3 0 0-15,-2 2 0 0,-1-1-32 0,-3 3 0 16,-9 7 0-16,0 0 0 0,0 0-16 0,0 0 0 16,0 0 0-16,0 0 0 0,0 0-224 0,-14 9-48 0,-6 0-16 0,-3 6 0 15,-3 0-176-15,-3 5 0 0,-2 1 0 0,-3 2 0 0,-2 2-272 0,2 0 64 16,1-2 16-16,3 1 0 0,1-5-32 0,6-2 0 0,5-2 0 15,2 0 0 1,6-2 16-16,2-2 0 0,8-11 0 0,0 0 0 16,0 0-160-16,0 0-16 0,0 0-16 0,15-4 0 15,4-4 96-15,3-5 32 0,4-4 0 0,4-4 0 16,1-5 272-16,6-1 0 0,2-3 0 0,1 2 0 16,2-2 0-16,1 2 0 0,-4 0 0 0,0 0 0 15,-1-1 0-15,-4 3 0 0,-5 1 0 0,-2 2 0 16,-4 2 160-16,-4 2 32 0,-5 2 16 0,-2 4 0 0,-4 3 80 0,-8 10 16 15,0 0 0-15,0 0 0 0,0 0-16 0,-14 5 0 16,-2 7 0-16,-5 4 0 0,-4 3-288 0,-5 5 0 16,-4 3 0-16,-5 2 0 0,-4-1-192 0,0 2 0 15,-1-1 0-15,1 0 0 0,1-1-16 0,4 0 0 0,5-5 0 0,5-3 0 16,4-2 208-16,6-2 0 0,4-3 0 0,2-3 0 16,3-3-128-16,9-7 128 0,0 0 0 0,0 0-144 15,0 0-176-15,0 0-48 0,5-7 0 0,3-3 0 16,2-3 224-16,3-2 144 15,3 0-192-15,0-2 192 0,-3-2 0 0,4 1 0 16,0-1 0-16,1-1 0 0,-1-1 0 0,-2 3 144 0,0 0-144 16,-1 2 192-16,-1 2-192 0,-4 1 0 15,-2 2-160-15,-7 11 160 0,4-8-128 0,-4 8 128 0,0 0 0 0,0 0-144 16,-15 3-48-16,-2 5 0 0,-4 5 0 0,-3 5 0 31,-4 6-368-31,-3 0-80 0,-3 8 0 0,0-2-16 0,3 0-288 0,0-2-48 16,-1 0-16-16,4-7 0 0,3-3 688 0,4-2 128 0,4-3 16 0,4-2 16 0,3-4 880 0,3-1 176 15,7-6 48-15,0 0 0 0,0 0-560 0,0 0-128 16,13-1 0-16,0-4-16 0,3-4 64 0,2-2 16 16,3-2 0-16,1-2 0 0,-1-4 240 0,2 0 48 15,4-1 16-15,-1 1 0 0,0-1-320 0,0-1-64 16,0-2-16-16,-1 3 0 0,-2 3-224 0,-3 2 176 0,-2 0-176 0,-2 4 160 16,-5 1-160-16,-2 3 160 0,-2 0-160 0,-7 7 160 15,0 0-160-15,0 0 0 0,0 0 0 0,-9 0 128 16,-3 3-128-16,-4 3 0 0,-2 1 0 0,-1 3-176 31,-2 1 48-31,-3 2 0 0,-1 1 0 0,1-1 0 16,0-1 128-16,3 1 0 0,3 0-144 0,1-3 144 0,3-2 0 15,3-1 0-15,2-2 0 0,9-5 0 0,0 0 0 0,0 0 0 16,0 0 0-16,0 0 0 0,0 0 0 0,0 0 0 16,0 0-176-16,9-11 176 0,1 0 0 0,-3 0-128 15,1 2 128-15,1-1 0 0,2-1 0 0,-1 1 0 0,-1-1 0 16,2 2 0-16,-2-2 0 0,0 3 144 0,-1-1-144 15,-2 2 0-15,-6 7 128 0,6-8-128 0,-6 8 0 0,0 0 0 16,0 0 160-16,-6-6-160 0,6 6 128 0,-10-3-128 16,-3 3 0-16,-1 3 0 0,-2 3 0 0,-1-1 0 15,-1 5 0-15,-3 0-144 0,-3-1 144 0,1 2-160 16,-1-1 160-16,1 2 0 0,1-4 0 0,4 1-128 16,3-3 128-16,5 1 0 0,1-1 0 0,9-6 0 0,0 0 160 0,0 0-32 15,0 0-128-15,11-2 192 0,5-2-192 16,2-2 0-16,2 0 0 0,3-2 0 0,2 0 0 0,1 0 0 15,-1-2 128-15,1 0-128 0,0-1 224 0,1-1-48 16,0 2-16-16,-1 0 0 0,-2 0 64 0,0 1 16 16,-5 0 0-16,0 3 0 0,-5-1-112 0,-1 1-128 15,-4 3 176-15,-9 3-176 0,0 0 256 0,0 0-64 16,0 0-16-16,0 0 0 0,0 0 16 0,0 0 0 16,-13 9 0-16,-3 0 0 0,-2 2-192 0,-1 0 192 0,-1 3-192 15,-1-1 192-15,-2 2-192 0,-1 0 0 0,1 1 0 0,2 0 0 16,1-2 0-16,2 1 0 0,0-1 0 0,2-1-176 15,3 0-80-15,3-4 0 16,1-1-16-16,2-1 0 0,7-7-32 0,0 0 0 16,0 0 0-16,0 0 0 0,0 0-16 0,0 0 0 0,0 0 0 15,0 0 0-15,9-11 176 0,2 1 144 0,0-1-208 16,4 0 80-16,-2-4 128 0,0 0 0 0,1 0 0 0,1 2-128 16,-1-1 128-16,2 0 0 0,-1-1 0 0,0 2 0 15,-2 2 0-15,0 0 0 16,-3 7 0-16,-1-4 0 0,-2 2 0 0,-7 6 0 15,0 0-144-15,0 0 144 0,0 0-192 0,0 0 16 16,-9 12 16-16,-5 3 0 0,-2 1 16 0,-3 5 0 16,-3 3 0-16,-1 6 0 0,-2 2 144 0,-2 0-192 15,-2 2 192-15,-1 3-192 0,0-3 192 0,0 1 0 0,1-3 0 16,4-3 0-16,3-4 176 0,4-3 112 0,4-2 32 0,5-3 0 16,3-3 112-16,5-2 16 0,1-12 16 0,10 10 0 15,5-5-192-15,4-2-32 0,6-3-16 0,2-5 0 16,5-6 48-16,3-4 16 0,3-4 0 0,4-3 0 15,2-4-32-15,3-3-16 0,2-2 0 0,3 0 0 16,1-2-240-16,-3 1 0 0,-1-2 128 0,-4-1-128 0,-3 2 0 16,-5 4 0-16,-6 5 0 0,-6 3 0 0,-6 4 0 0,-3 1 0 15,-4 4 0-15,-5 7 0 0,-7 5-256 0,0 0 0 16,0 0 0-16,0 0 0 0,-15 8 64 0,-5 5 32 0,-6 5 0 16,-3 3 0-16,-3 5 160 0,-5 4-160 0,-3 3 160 15,-2-2-160-15,0-2 160 0,2-1 0 0,0 0 0 0,4-6 0 31,5 0 0-31,6-4 0 0,5-1 128 0,5-5-128 16,3-3 176-16,12-9-48 0,0 0 0 0,0 0 0 16,0 0-128-16,0 0 0 0,13-2 144 0,3-5-144 15,4-5 0-15,3-2 0 0,3-4-160 0,4-2 160 0,1-1 0 0,3-3 144 16,3-4 16-16,-1-2 0 0,2-1-160 16,0 0 192-16,-1-1-192 0,-4 2 192 0,-1 0-192 0,-5 2 0 15,-1-1 0-15,-4 4 128 0,-2 0-128 0,-4 7 128 16,-5 0-128-16,-3 6 128 0,-3 0-128 0,-5 12 192 0,0 0-192 0,-11-1 192 0,-5 1-192 0,-2 9 0 15,-7 6 0-15,-8 7 0 0,-6 5 0 0,-6 4-256 32,-8 3 64-32,-1 5 16 0,-4 3 176 0,0 4 0 15,-1 1-144-15,3-2 144 0,4 0 0 0,3-5 0 16,4-3 0-16,3-2 0 0,6-5 0 0,4-7 0 16,6-3 0-16,8-3 0 0,5-4 0 0,4-3 0 0,4-1 0 0,5-9 0 15,0 0 0-15,13 2 0 0,4-4 0 0,3-7 0 16,4-1 0-16,5-6 288 0,5-5-32 0,3-2 0 0,1-6 224 0,4 0 32 31,1-3 16-31,4-1 0 0,1-1-336 0,-1 2-192 0,-1-5 192 0,-3 2-192 16,-3 1 0-16,-5 6 0 0,-3 3 0 0,-6 5 0 15,-6 1 144-15,-3 4-144 0,-5 4 0 0,-5 3 144 16,-7 8-144-16,0 0 0 0,0 0-160 0,-11 2 160 16,-6 4-256-16,-5 4 64 0,-5 4 0 0,-5 7 0 0,-3 3-128 15,-4 3-32-15,-4 2 0 0,-2 2 0 0,-1 3 208 0,0 0 144 16,2-2-192-16,4 2 192 0,2-2 0 0,4-4 0 15,3-4 0-15,4-5 0 0,7-4 0 0,3-2 176 16,6 0 0-16,5-4 0 0,6-9 16 16,0 0 16-16,0 0 0 0,10 0 0 0,2-4-208 0,4-4 144 0,3-4-144 0,3-3 128 15,2-4-128-15,2-1 128 0,1-4-128 0,2-2 128 16,1-3-128-16,1 1 192 0,2-2-192 0,-3 0 192 0,0 0-192 31,-2 0 0-31,-2 0 0 0,-1 0 0 0,-3 4 0 0,-2 2-176 16,-3-1 176-16,-4 7-192 0,-3 1 192 0,-3 6-160 15,-7 11 160-15,0 0-160 0,0 0-160 0,0 0-16 16,-14 5-16-16,-3 8 0 0,-3 6 80 0,-3 10 16 0,-2 8 0 16,-1 7 0-16,-3 4 96 0,3 4 32 0,0 2 0 0,4 2 0 15,5 1 128-15,2 2 0 0,2-2 0 0,7-1-128 16,3-4 128-16,6-2 0 0,5-7 0 0,1-3 0 16,0-4 304-16,3-6-16 0,1-6 0 0,0-4 0 15,0-5-64-15,0-3-16 0,0-5 0 0,0-2 0 0,0-5 112 16,0-4 0-16,-1-2 16 0,-1-6 0 0,2-5 304 15,-1-4 48-15,-1-4 16 0,0-6 0 0,1-6-224 0,0-2-32 16,-2-1-16-16,1-6 0 0,-1-1-432 16,-2-2 0-16,-3-2 0 0,0-1 0 0,-1-6-320 0,-1 0 16 15,-2-5 0-15,2 6 0 0,1 3-16 0,0 9 0 16,0 6 0-16,-2 7 0 0,1 6 112 0,-2 8 16 16,0 6 0-16,-1 12 0 0,0 0 64 0,0 0 128 0,-5 12-208 15,-1 6 80-15,-2 8-80 0,-1 10-16 0,-2 7 0 0,2 9 0 16,1 6 80-16,2 6 16 0,2-1 0 0,1-1 0 31,2-2 128-31,4-2 0 0,2-3 0 0,4-5-128 16,1-3 128-16,3-6 0 0,-2-6 0 0,1-8 0 15,-1-5 0-15,0-3 0 0,-1-5 128 0,-2-2-128 16,1-6 240-16,-9-6-32 0,0 0 0 0,9-4 0 0,-2-5 352 16,-1-2 64-16,-1-6 16 0,1-6 0 0,-2-7 32 0,1-3 16 15,0-7 0-15,-1-1 0 0,-1-4-432 0,-1-4-64 0,1-5-32 0,-2-2 0 16,-1-5-160-16,1 0-192 0,2-6 32 0,0 5 16 15,0 8-32-15,1 5 0 0,0 6 0 0,0 7 0 16,0 8 176-16,0 7-208 0,-1 8 80 0,-2 5 128 0,-1 8-192 16,0 0 192-16,0 0-160 0,-1 20 160 0,-2 6-320 0,0 6 16 15,-2 9 16-15,0 6 0 0,-3 7 96 0,4 4 0 16,3-3 16-16,0-1 0 0,1-2 176 16,2-2-192-16,3-4 192 0,1-2-192 15,0-2-48-15,1-3-16 0,1-3 0 16,-1-3 0-16,1-4 80 0,-1-5 16 15,-1-3 0-15,1-5 0 0,-2-4 160 0,-5-12 0 0,0 0 0 0,0 0 0 16,0 0 192-16,0 0 64 0,0 0 0 0,3-10 16 0,-3-5 352 0,-2-5 64 16,0-5 16-16,-1-3 0 15,-1-5-192-15,0-2-16 0,2-3-16 0,-4-4 0 16,1-3-480-16,-1-3 0 0,0-5 0 0,1-1 0 16,0-4-144-16,1 4-128 0,2 0-32 0,-1 6 0 15,0 4 32-15,2 6 0 0,0 5 0 0,-1 10 0 16,0 2 64-16,-1 6 16 0,2 5 0 0,1 10 0 0,0 0 16 0,0 0 16 15,-7 7 0-15,1 7 0 0,1 7-96 0,-1 5-32 16,1 5 0-16,1 8 0 0,-1 9 96 0,4 7 32 16,-1 3 0-16,2-2 0 0,3-3 160 0,2-2-128 15,-1-4 128-15,3-4-128 0,2-5 128 0,0-4 0 16,0-6 0-16,0-2 0 0,-1-6 0 0,0-2 0 16,-2-3 0-16,1-5 0 0,-7-10 0 0,0 0 144 0,12 3-144 0,-2-6 160 15,-1-4 176-15,2-3 48 0,-1-3 0 0,0-5 0 16,-2-6 144-16,1-2 48 15,1-3 0-15,-4-2 0 0,-2-3-256 0,0-5-64 0,0-5 0 16,0-4 0-16,-2-6-256 0,0-2 0 0,0-4 0 0,1-1 0 0,-2 2 0 0,2 3-144 16,1 7 16-16,0 3 0 0,-1 4 0 15,0 10 0-15,1 3 0 0,-1 8 0 0,-1 7 128 0,0 7-160 16,-2 7 160-16,0 0-160 0,-2 15-96 0,-2 7-32 16,0 8 0-16,-1 8 0 0,-1 5 16 0,-2 7 0 15,0 12 0-15,3-1 0 0,1 2 272 0,4-2 0 31,4-1-128-31,5-7 128 0,4-3 0 0,3-6-160 16,1 0 160-16,1-3-128 0,1-5 128 0,1-3 0 0,-1-6 0 0,1-1 0 16,0-2 0-16,-3-7 0 0,-2-5 0 0,0-5 128 15,-4 0-128-15,1-7 176 0,-2-4-176 0,1-3 192 16,-2-4 160-16,0-4 32 0,-1-4 16 0,2-5 0 16,-2-3 16-16,0-7 0 0,-1-4 0 0,-2-6 0 15,0-8-416-15,-1-7 0 0,-2-5-224 0,1-2 80 16,1-2-272-16,-1 7-48 15,-1-1-16-15,1 10 0 0,-1 7 224 0,2 8 32 0,-1 7 16 0,0 8 0 0,-2 8 208 16,-1 14 0-16,0 0 192 0,0 0-192 0,5 14 0 16,-1 6 0-16,-1 4 0 0,-1 8 0 0,1 5 0 15,-1 5-144-15,0 2 16 0,0 6 0 0,1 6 128 0,1-2 0 0,2-5 0 0,2-5 0 16,1-2 0-16,2-5 0 0,0-6 0 0,2-5 0 16,-1-4 0-16,1-1 0 0,2-3 0 0,-4-2 0 15,0-6 0-15,-2-3 0 0,-9-7 128 0,10 4-128 16,-10-4 256-16,11-4 0 0,-3-3-16 0,-3-2 0 15,-1-4 272-15,-2-1 64 0,-2-4 16 0,0-3 0 16,-1-4-208-16,0-5-64 0,-2-5 0 0,-1-6 0 0,0-3-320 0,0-3 144 16,0-1-144-16,2 2 0 0,1 4 128 0,-1 5-128 31,2 4 0-31,2 6 0 0,-1 3 0 0,0 10-176 16,-1 5 32-16,0 9 0 0,0 0 0 0,0 0 0 0,0 0 0 15,1 18 0-15,-1 4-64 0,0 3-16 0,-2 8 0 0,1 2 0 16,-1 3 64-16,2 1 16 0,2 2 0 0,1 0 0 15,3-2 144-15,1-3 0 0,4-2 0 0,1-2 0 16,1-4 0-16,1-4 0 0,0-5 0 0,1 0 0 16,-1-1 0-16,0-5 0 0,1-3 0 0,-1-2 0 15,-2-1 128-15,1-5 16 0,-1-3 0 0,-1-2 0 16,0-2 112-16,-1-1 32 0,1-6 0 0,-2-1 0 16,-3-4 0-16,-1-3 0 0,-1-3 0 0,-2-5 0 0,-4-3-112 0,0-3-32 15,-2-1 0-15,-1-3 0 0,-2-3-144 0,-1 3 0 16,-1 3 0-16,-1 5 0 0,-2 3 0 0,2 7 0 15,-1 3 0-15,-2 4 0 0,-1 6-176 0,-4 5 48 16,-5 2 0-16,-1 6 0 0,-5 7-64 0,-1 7 0 0,-1 6 0 16,-1 0 0-16,1 4 0 0,5 0 0 0,2 0 0 0,6-5 0 15,5-5 192-15,5-1 0 0,2-4 0 0,3 1 0 16,3-2 0-16,3-1 0 0,-3-13 0 0,8 9 176 16,0-2-176-16,2-4 0 0,2-5-192 0,1-2 192 15,1-2 0-15,4-3 0 0,3-3 192 0,0-1-64 16,0-3 32-1,1-1 0-15,2-2 0 0,-1-3 0 16,-1 1-160-16,-1-3 0 0,-3-2 0 0,-1 3 0 0,-4 1 0 0,-2 2 0 16,-5 0 0-16,-2 4 0 0,-3 0 0 0,-2 3 0 0,-2 1 0 15,-3 2 0-15,-4 2-224 0,-3 4 32 16,-4 4 0-16,-4 4 0 0,-4 2-48 0,-1 5 0 16,-4 2 0-16,1 4 0 0,-1 4 48 0,2 2 0 15,0 3 0-15,3-2 0 0,2 0 192 0,5-1 0 0,2-1-160 0,6-4 160 16,3-2 0-16,4-3-144 15,3-3 144-15,0-10 0 0,8 12 0 0,3-4 0 0,2-4 0 0,2-2 0 16,2-3 0-16,3-2 0 16,3-6 0-16,5-1 0 0,3-3 0 0,3-3 128 0,2-2-128 0,2 0 144 15,-1-1-144-15,-2-3 128 0,-2 1-128 0,-3 3 128 16,-3 2-128-16,-6 2 0 16,-4 2 0-16,-6 1 0 0,-1 0 0 0,-7 2 0 0,-3 0 0 0,0 9-176 15,-9-8 32-15,-5 4 0 0,-6 3 0 0,-3 3 0 0,-7 4-48 16,-4 4 0-16,-5 6 0 0,-1 2 0 0,-2 7 16 0,0-2 0 15,2 1 0-15,5 2 0 0,3-3 176 0,6-1 0 16,3-3 0-16,6-2-128 0,4-4 128 0,5-3 0 16,8-10 0-16,0 0 0 0,0 0 0 0,10 5 0 15,5-5 0-15,2-2 0 0,2-5 0 0,7-5 0 16,6-3 0-16,3-5-128 0,1-3 128 0,6-1 0 0,1-1 0 0,1 1 128 16,-1-4-128-16,-1 4 0 0,-4-1 0 0,-3 1 0 15,-1 2 0-15,-7 0 128 0,-5 1-128 0,-5 3 0 16,-5 4 128-16,-4 2-128 0,-3 5 160 0,-5 7-160 15,0 0 0-15,0 0 0 0,-12 6 0 0,-4 7 0 16,-7 6 0-16,-4 8-240 0,-4 6 48 0,-7 8 16 16,-3 2 32-16,-2 5 0 0,0 3 0 0,2-2 0 15,2-2 144-15,2-3 0 0,2-3 0 0,5-3 0 0,5-3 0 16,6-5 176-16,2-1-48 0,4-6 0 0,2-3 32 31,3-5 0-31,3-2 0 0,5-13 0 0,0 0 96 0,0 0 32 16,0 0 0-16,0 0 0 0,0 0 144 0,16-6 16 0,3-6 16 0,3-5 0 0,2-5-80 0,2-3 0 15,1-4-16-15,3-1 0 0,3-2-176 0,-2-3-16 16,1-2-16-16,-2-1 0 0,-3-5-160 0,-2 3-176 16,-6 1 48-16,-1 2 0 0,-2 7-64 0,-5 5 0 15,-6 5 0-15,-1 3 0 0,-4 2 192 0,-6 6-192 16,-3 4 192-16,-6 6-192 0,-7 6-96 0,-6 6-32 16,-4 8 0-16,-6 9 0 0,-7 8 48 0,0 6 0 0,-1 3 0 15,1 1 0-15,-1 2 272 0,2-2-192 0,-2-5 192 16,3-4-160-16,3-1 160 0,2-3 0 0,3-5 0 0,6-3 0 31,4-1 0-31,6-3 0 0,3-5 0 0,5-4 0 16,2-3 128-16,9-11 0 0,0 0 0 0,0 0 0 15,0 0-128-15,19-3 176 0,1-6-176 0,7-4 192 0,2-4-192 16,5-3 0-16,3-3 0 0,5-5 0 0,-1-4-160 0,2-1-16 16,-1-1 0-16,1-5 0 15,1-1-320-15,1-3-64 16,-4 1-16-16,-3-2 0 0,-3-2-32 0,-2 4-16 0,-3 5 0 15,-5 4 0-15,-4 3 368 0,-4 7 80 0,-4 6 16 0,-6 6 0 0,-7 11 160 0,0 0 0 16,0 0 0-16,-9 4 128 0,-4 8-128 0,-5 9 128 0,-5 6-128 0,-3 8 128 16,-4 7-128-16,-2 2 128 0,-2 3-128 0,2-2 128 15,-1-1 128-15,4-1 16 0,1-3 16 0,3-2 0 16,2-3-80-16,0-2-16 0,4-4 0 0,2-5 0 16,0 0 48-16,3-9 0 0,1-1 0 0,3-5 0 15,3-3 16-15,7-6 16 0,0 0 0 0,0 0 0 16,0 0 64-16,-6-8 16 0,4-2 0 0,2-3 0 15,2-3-352-15,2-1 128 0,3-2-128 0,-2-5 0 16,0-2 0-16,0-1 0 0,2-2 0 0,-2 0-128 0,-1-3-16 31,0-5 0-31,0 0 0 0,0-5 0 0,-2-2-128 0,1 2-32 16,0 1 0-16,-1 5 0 0,-2 3 48 0,0 7 16 16,-1 0 0-16,-3 9 0 0,-1 3 240 0,-3 6-192 0,-2 4 192 0,-3 7-192 15,-2 2 0-15,-3 8 16 0,-4 7 0 0,-3 6 0 16,-6 2-32-16,1 7-16 0,-2 6 0 0,3-1 0 15,0-3 224-15,4-2 0 0,2-2 0 0,6-5 0 0,2-3 384 0,5-3 160 0,2-2 32 16,4-5 16-16,3-3-176 0,1-12-32 0,4 13-16 0,2-4 0 16,-6-9-80-16,12 7-16 0,1-7 0 0,1-3 0 15,1-1 96-15,0-2 16 0,2-5 0 0,2 0 0 16,0-2-128-16,1-4 0 0,-1-3-16 0,1 1 0 16,-1-4-240-16,-2 0 0 0,-4-1 0 0,-1 0 0 31,-3-4-192-31,-2 0-96 0,-3 0-16 0,-3 5 0 15,-4-2-112-15,-1 4-32 0,-2 3 0 0,-3 5 0 16,-4 4-224-16,-4 2-48 0,-3 7-16 16,-3 3 0-16,-5 7 240 0,-3 6 48 0,-3 9 16 0,-1 7 0 0,-3 2 240 0,2 5 64 0,0-2 0 0,4 2 0 15,1 1 496-15,2-6 96 0,2-3 32 0,3-4 0 16,6-5 256-16,3-3 48 0,5-3 16 0,5-3 0 16,2-3-208-16,3-10-32 0,0 0-16 0,8 6 0 15,4-4-256-15,2-6-48 16,4-4-16-16,3-3 0 0,1-6-112 0,6-4-128 15,3-4 176-15,4-2-176 0,2-3 0 0,1-5-272 16,1-2 16-16,-2-1 16 16,1-2-144-16,-3 1-48 0,-2-2 0 0,-4 4 0 15,-4 0 80-15,-3 2 16 0,-3 1 0 0,-2 3 0 0,-6 2 336 0,-5 4-176 0,-2 0 176 0,-4 8-128 16,-3 6 128-16,-3 4-160 0,-3 6 160 0,-4 7-160 16,-4 9-96-16,-5 6-32 0,-4 5 0 0,-6 8 0 15,-3 5 32-15,-4 5 0 0,-1 6 0 0,0 2 0 0,1 1 256 0,5-1 0 16,3-3-128-16,5-5 128 0,4-4 0 15,5-7 0-15,3-4 0 0,3-5 0 0,5 0 240 0,0-7 48 16,3-2 16-16,1-3 0 0,2-12 0 0,0 0 0 0,0 0 0 0,0 0 0 16,0 0 48-16,11-6 16 15,0-5 0-15,2-2 0 0,0-1 32 0,3-7 16 16,2 0 0-16,1-2 0 0,-1-2-288 0,-1-1-128 16,1-4 128-16,0-4-128 0,-1-1 0 0,-1 0 0 15,-2-3-224-15,-2 1 80 0,-2-2-16 0,0 4 0 0,-4 2 0 16,-2 2 0-1,-1 2-128-15,-3 7-32 0,-3 4 0 0,-1 6 0 16,-2 6-224 0,-4 6-48-16,-3 2-16 0,-4 11 0 0,-5 9 96 0,-1 7 32 0,-3 5 0 15,0 8 0-15,-2 5 224 0,2 4 64 0,4 2 0 0,-3 2 0 0,1 1 192 0,3-7 0 16,4-3 0-16,2-3 0 0,5-5 0 0,2-6 128 16,3-4-128-16,1-5 160 0,3-1 160 0,1-2 16 15,0-3 16-15,2-4 0 0,-2-13-16 0,0 0 0 16,6 10 0-16,-6-10 0 0,0 0 112 0,0 0 32 0,11-7 0 0,1-5 0 15,1 1 96-15,-1-7 0 0,-1 0 16 0,0-7 0 16,-1 0-368-16,1-2-80 0,-1-2-16 0,-1-3 0 16,-1-2-128-16,0-7-176 15,0 0 48-15,0-4 0 0,-1-4-32 0,1 1 0 0,0-1 0 16,0 5 0-16,-2 2 160 0,2 6-160 0,0 3 160 0,0 7-160 0,-3 7 160 16,0 6 0-16,-2 5 0 0,-3 8-128 0,0 0 128 0,0 0 0 15,-4 10 0-15,-1 10 0 0,-6 4-176 0,1 10 0 16,-3 8 0-16,0 2 0 0,-1 3 176 0,0 0-128 15,1-2 128-15,3-2-128 0,1 0 128 0,2-6 0 16,3-3 0-16,1-4 0 0,0-2 0 0,2-2 0 16,1 0 0-16,0-5 0 15,0-2 0-15,2-3 0 0,1-3 0 0,-1-3 0 0,-2-10 128 16,0 0-128-16,0 0 160 0,0 0-160 16,0 0 208-16,12-4-48 0,-1-3-16 0,-2-5 0 0,1-1 80 0,1-8 16 15,0-4 0-15,1-1 0 0,0-1-240 0,0-6 0 16,-1-5 128-16,0-3-128 0,-1-5 0 0,-2-2 0 15,0-4-192-15,0-2 192 0,-2 1-192 0,-1 3 192 16,-2-1-192-16,-2 7 192 0,-2 4-208 0,0 6 64 16,-2 2 16-16,-2 8 0 0,-2 7-48 0,1 6 0 15,-2 7 0-15,-4 8 0 0,-5 7 48 0,-2 8 0 0,-3 9 0 0,-5 8 0 16,-2 7-64-16,-3 3-16 0,-2 5 0 0,-1 5 0 16,-1 5 208-16,-1-2 0 0,3-5 0 0,4-4 0 15,4-6 128-15,4-3 0 0,4-5 16 0,5-3 0 16,2-5 112-16,6-3 0 0,2-4 16 0,3-3 0 15,3-2-96-15,2-3-32 0,3-5 0 0,-8-8 0 16,14 2-144-16,3-3 128 0,2-4-128 16,0-4 128-16,3-2-128 0,2-7 0 0,1 0 0 0,-1-7 128 15,1 0-128-15,0-3 0 0,0-4 0 0,-3-2 0 16,-3-2-256-16,-2-3 32 0,-1-3 0 0,-2 0 0 16,-3-1 32-16,-1 3 0 0,-1 2 0 0,-2 4 0 15,-3 4 48-15,-2 6 16 0,-2 4 0 0,-2 6 0 0,-2 4-32 0,-4 7 0 16,-2 5 0-16,-3 5 0 0,-4 6-48 0,-4 5-16 15,-5 4 0-15,-2 6 0 0,-2 4 48 0,2 5 16 16,-1 2 0-16,3-3 0 0,4 1 320 0,3-5 64 0,4 0 16 0,4-4 0 16,6-2 16-16,4-3 16 0,3-4 0 0,5-1 0 15,3-1-16-15,6-4-16 0,4-1 0 0,2-3 0 16,3-4 0-16,2-5 0 0,2-2 0 0,1-7 0 16,-2-3 80-16,2-2 32 0,0-3 0 0,2-2 0 15,-2-3-64-15,-2-1-16 0,-2-1 0 0,-2-2 0 16,-3 3-96-16,-3-5-32 0,-1 0 0 15,-4-1 0-15,-4-1 0 0,-4-1 0 0,-2 1 0 0,-3 1 0 16,-3 2-144 0,-2-1 0-16,-4 0 0 0,-2 4-176 0,0 1-144 0,-2 6-16 15,-2 5-16-15,1 6 0 0,-2 3 32 0,-1 7 0 16,-2 5 0-16,-3 8 0 0,-2 8 16 0,2 5 16 16,1 2 0-16,-1 10 0 0,-1 6 80 0,2 2 16 15,2-1 0-15,5 2 0 0,2 1 192 0,5-9 0 0,1-2 0 0,6-2-144 16,2-5 144-16,3-2 0 0,4-7 0 0,3 0 0 15,1-7 176-15,0-2-48 0,1-3 0 0,0-3 0 0,2-3 64 0,0-3 0 32,-1-3 0-32,2-4 0 0,0-6 160 0,2-3 32 0,0-3 16 0,2-3 0 15,1-1-48-15,0-4-16 0,-1-3 0 0,0 0 0 0,0-2-144 0,-2-2-16 32,-2-2-16-32,-1-2 0 0,-3-4-32 0,-1-2 0 15,-3-5 0-15,-3 1 0 0,0 1-128 0,-2 1 128 0,-2 3-128 0,-2 4 128 16,-1 2-128-16,-3 7 0 0,-1 7 0 0,-2 6 0 15,1 0 0-15,-3 6-224 0,-2 3 48 0,-2 4 16 16,-3 5-80-16,-1 7-16 0,-2 6 0 0,-1 7 0 16,0 1 64-16,0 4 16 0,2 7 0 0,1-2 0 15,1-2 48-15,4-1 0 0,3 1 0 0,4-6 0 16,2-1 128-16,6 0 0 0,2-5 0 0,3 1-128 0,2-5 128 0,1-2 0 16,-1-2 0-16,5-4 0 0,0-3 0 0,1-2 0 15,0-3 0-15,2-2 128 0,1-3-128 0,2-4 176 16,1-1-176-16,1-5 192 0,0-2-32 0,-1-1 0 15,0-2 0-15,-1-1 0 0,-1-3-160 0,-1-5 0 16,0 1 0-16,-1-3 128 0,-2-1-128 0,-2 1 0 0,-2 1 0 16,-2 2 0-16,-2-1 0 0,-3 2 0 0,-2 1 0 0,-2 5 0 15,-2 3-224-15,-2 4 80 0,-2 0 16 0,-2 6 0 16,-2 3-192-16,-4 4-48 0,-4 4 0 0,-1 7 0 31,-5 4-80-31,-5 5 0 0,-3 3-16 0,-3 7 0 0,0 3 192 0,-1 3 32 0,0 5 16 0,3-2 0 0,5 0 224 0,4-1 0 16,0-4-160-16,8-3 160 0,4-2 0 0,5-5 0 15,3 0 0-15,4-9 0 0,5 0 128 0,1-6 32 16,4-3 16-16,2-2 0 0,0-4 16 0,5-1 0 16,4-4 0-16,4-4 0 0,4-2 128 0,3-6 48 15,4-1 0-15,-1-4 0 0,-1 0-208 0,2-6-32 16,1 1-128-16,-3-2 192 0,-4-2-192 0,-4 1 0 16,1 0 128-16,-2 1-128 0,-1 1 0 0,-6 4 0 15,-3-1 128-15,-3 3-128 0,-3 0 0 0,-2 3 128 0,-3 2-128 16,-3 2 0-1,-4 6 0-15,-2 3 0 0,4 6 0 0,-13 0 0 16,-4 2-304-16,-2 10 0 0,-5 5 0 0,-2 8 0 16,-2 5 16-16,-5 6 0 0,-5 7 0 0,-1 4 0 15,-1 5 160-15,-1-1 128 0,-2-3-192 0,6-6 192 16,1-3 0-16,8-4 0 0,3-5 0 0,5-2 0 16,6-5 0-16,5-2 0 0,4-3 0 0,2-6 0 0,3-12 0 15,3 12 0-15,-3-12 0 0,13 6 0 0,1-6 128 0,4-5 0 16,3-1-128-16,4-5 192 0,2-3 128 0,3-4 32 15,3-3 0-15,-1-3 0 0,1-2-176 0,-2-1-48 16,1-3 0-16,-2-4 0 0,-3 0-128 0,-2-1 0 16,-2-3 144-16,1-2-144 0,-1-3 192 0,-3 2-48 15,-5 2 0-15,-2 1 0 0,-1 0-144 0,-3 7 0 0,-4 1 0 0,-2 5 0 16,-3 5 0-16,-3 5 0 0,-3 5 0 0,-3 5 0 16,-4 5-336-16,-5 6 0 0,-5 7 0 0,-3 9 0 31,-5 8-64-31,-4 7-16 0,-6 4 0 0,-4 8 0 15,-2 3 240-15,-1 1 176 0,-1-2-208 0,2 0 80 0,3-3 128 0,4-5 0 0,1-4 0 0,5-1 0 16,5-1 0-16,7-6 0 0,2-4 0 0,6-6 0 16,2 1 0-16,4-7 0 0,3-4 0 0,3 0 0 15,2-11 0-15,0 0 176 16,0 0-176-16,10 4 192 0,2-7 32 0,3-5 16 0,6-3 0 0,4-6 0 16,2-4 48-16,6-3 16 0,3-6 0 0,2 0 0 0,1-2-176 0,2-3-128 31,-1-3 144-31,-2-3-144 0,-4 0 160 0,0-4-160 0,-2 0 160 0,-2 2-160 15,-5 1 0-15,-3 4 0 0,-2 3-176 0,-4 5 176 16,-5 5-144-16,-4 6 144 0,-2 3 0 0,-4 8 0 16,-1 8-256-16,0 0 48 0,-14 4 16 0,-4 10 0 15,-4 11-128-15,-7 5-32 0,-5 7 0 0,-4 8 0 0,-4 11 128 0,-3 4 32 16,-3 0 0-16,1 0 0 0,0 0 192 0,2-1 0 16,2 0 0-16,7-5-144 0,6-2 144 0,6-5 0 15,6-4 0-15,5-5 0 0,4-8 0 0,4-5 0 16,3-4 0-16,2-5 0 0,4-5 0 0,0-3 0 0,-4-8 0 0,12 0 0 15,1-3 176-15,3-6-48 0,2-4 0 0,4-5 0 16,3-7 128-16,2-5 0 0,5-4 16 0,0-6 0 16,2-2-96-16,-1 2-32 0,-2-4 0 0,0-2 0 15,-1-2-144-15,-1-3 192 0,-4-1-192 0,-2-4 192 16,1-2-192 0,-4 1 0-16,-1 5 0 0,-2 6 0 0,-4 6 0 0,-3 6 0 15,-1 9 0-15,-4 8-176 0,-2 7 176 0,-3 10 0 16,0 0-144-16,-6 10 144 0,-5 10-176 0,-2 7 48 15,-4 8 0-15,-1 12 0 0,-3 12-48 0,0 3 0 0,0 4 0 16,0-1 0-16,-1-1 176 0,3-3 0 16,-1-1-144-16,6-5 144 0,3-1 0 0,4-7 0 0,1-2 0 15,2-8 0-15,2 0 0 0,-1-7 0 0,2-5 0 0,0-4 0 16,1-7 0-16,0-1 128 0,0-13-128 0,0 0 0 16,0 0 192-16,0 0-32 0,0 0-16 0,0-10 0 15,0-4 288-15,0-4 48 0,-2-5 16 0,1-5 0 0,0-2-240 0,-1-6-64 16,0-7 0-16,-2 0 0 0,0-1-192 0,0-5 0 15,0-2-144-15,2-2 144 0,-2-3-288 0,1-3 32 16,-1-1 16-16,2-1 0 16,-1 2-144-16,3 2-16 0,1 5-16 0,1 8 0 0,0 6 192 0,1 5 32 0,-2 7 16 0,0 6 0 15,1 6 176-15,-2 6-160 0,0 8 160 0,0 0-160 16,0 0 16-16,-3 19 0 0,0 7 0 0,1 4 0 16,-2 7-80-16,-1 12-16 0,-2 7 0 0,-1 4 0 15,-1 5 240-15,3 0-192 0,-2-2 192 0,5-3-192 31,-1-4 192-31,3-3 0 0,1-5 0 0,3-2 0 16,-1-4 0-16,1-3 0 0,1-5 0 0,0-4 0 16,0-4 0-16,0-4 0 0,-2-6 0 0,-1-2 0 0,-1-14 0 0,0 0 0 0,0 0 0 0,0 0 0 15,0 0 288-15,0 0 0 0,-2-13 0 0,-1-3 0 16,-1-3 48-16,0-3 16 0,-1-7 0 0,0-4 0 16,0-5-208-16,-2-1-144 0,-1 0 192 0,2-2-192 15,-2-5 0-15,2-2 0 0,-1-3 0 0,2-1 0 16,1-3 0-16,0-1-256 0,0 0 64 0,1 2 0 15,1 5-32-15,-1 4 0 0,1 5 0 0,-2 7 0 16,0 6 64-16,1 8 16 0,2 5 0 0,1 14 0 0,0 0 144 0,0 0-192 31,-8 11 192-31,2 11-192 0,-2 11-96 0,0 10-32 16,0 8 0-16,-1 7 0 0,0 6 128 0,0 4 32 0,1 0 0 0,1-2 0 16,1-3 160-16,2-1 0 0,0-3-144 0,1-2 144 15,2-4 0-15,1-7 0 0,1-4 0 0,1-4 0 16,0-7 0-16,-2-5 0 0,0-6 0 0,0-4 0 15,-1-5 0-15,1-11 0 0,0 0 128 0,0 0-128 0,0 0 320 0,0 0 0 16,-5-13-16-16,-2-5 0 0,1-5 48 0,1-4 16 0,-2-6 0 16,2-5 0-1,0-5-224-15,-1-2-144 0,0-3 192 0,-1 1-192 16,1-2 0-16,1-5 0 0,-1-2-240 0,1-1 80 31,-3-4-256-31,3 1-48 0,1 3-16 0,-1 9 0 0,0 5 32 16,0 7 0-16,-2 3 0 0,1 8 0 0,-2 7 64 0,-1 8 0 0,-2 3 16 0,-2 7 0 15,-4 3 144-15,-2 10 32 0,-6 6 0 0,0 7 0 16,-2 7-128-16,-1 4 0 0,1 6-16 0,1 0 0 0,1-2 208 0,6-3 128 16,4-1-160-16,5-2 160 0,3-8 256 0,5-1 128 15,3-5 48-15,7-1 0 0,5-2 0 0,6-4 0 16,6-1 0-16,6-5 0 0,5-3 144 0,4-3 16 16,4-4 16-16,6-7 0 0,1-3-32 0,1-2 0 0,0-5 0 0,3-5 0 15,2-3-240-15,1-2-48 0,-2-1-16 0,-2-1 0 16,-1-3-96-16,-5-1-32 0,-1-1 0 0,-7 3 0 15,-6 1-144-15,-5 4 128 0,-5 2-128 0,-5 2 128 16,-8 3 0-16,-4 0-128 0,-3 2 192 0,-7 3-64 16,-3 3-128-16,-6 4 0 0,-2 2 0 0,-8 6 0 15,-8 2-448-15,-4 5 48 16,-5 2 0-16,-6 5 0 0,-4 2 32 0,-3 3 16 0,-2 1 0 0,5 2 0 16,2 1 128-16,4-5 32 0,3 2 0 0,8-3 0 0,2 1-32 0,5-3 0 15,4-2 0-15,4-3 0 16,6-1-160-16,4-4-16 15,7-4-16-15,0 0 0 0,0 0 64 0,14 6 16 0,3-4 0 0,4-2 0 16,4-2 464-16,6 0 112 0,6-2 16 0,3-1 0 0,1-2 128 16,3-1 48-16,2-2 0 0,-1-2 0 0,1 2-304 0,-3 0-128 15,-3 3 128-15,-2-1-128 0,-4 0 128 0,-5 1-128 16,-5 1 0-16,-3 1 128 0,-5 0-128 0,-3 1 0 16,-4 1 0-16,-9 3 0 0,0 0 0 0,0 0 0 15,0 0 0-15,-10 7-176 0,-3 0 176 0,-6 5-192 16,-1 1 192-16,-7 5-192 0,-3 3-48 0,0 3-16 15,2 2 0-15,2-1 0 0,2-3 96 0,6-1 16 16,4-3 0-16,5-1 0 0,3-2 272 0,6 0 64 0,6-2 16 0,4-3 0 16,3-1 16-16,5-2 0 0,4-3 0 0,3 0 0 15,1-2-32-15,2-6 0 0,0-3 0 0,4-3 0 16,-1-1 128-16,1-2 32 0,1-3 0 0,1 0 0 16,2-1-48-16,0-2-16 0,-4-2 0 0,0 3 0 15,-5-3-160 1,-2 1-128-16,-3-2 192 0,-5 1-192 0,-5 2 240 0,-5 2-64 15,-3 1-16-15,-4 1 0 0,-2 0 32 0,-5 0 0 0,-6 0 0 0,-1 3 0 0,-3 1-192 16,-1 3-144-16,-3 4 144 0,-3 7-208 16,-2 3-96-16,0 5-16 0,0 2 0 0,0 6 0 0,0 7 48 0,1 0 0 15,2 6 0-15,2 4 0 0,4 3 128 0,4 2 144 16,2-1-208-16,5-1 80 0,2-1 128 0,5-3 0 16,2-4 0-16,3-3 0 0,3-2 0 0,3-1 144 15,1-3-16-15,3-4-128 0,1-2 208 0,0-1-64 16,0-3-16-16,1-3 0 0,2-4 0 0,-2-1 0 15,0 0 0-15,0-4 0 0,-1-4 128 0,-1-2 32 16,0-1 0-16,-2 0 0 0,-1-3-96 0,-1 0 0 0,-2 0-16 31,-3-2 0-31,-3-3-176 0,-3 0 0 16,-2-2 0-16,-3-1 128 0,-3-1-128 0,-2-3 0 0,-4 1 0 0,-1-1-176 16,-3-1-96-16,-2 1-32 0,-3-1 0 0,1 5 0 0,2 4 16 15,1 2 0-15,-1 6 0 0,1 4 0 0,-1 6 16 0,0 7 0 16,0 4 0-16,2 6 0 0,1 4-48 0,4 2 0 15,2 3 0-15,3 3 0 0,1 2 320 0,2 2 0 16,1 0 0-16,3 0 0 0,2-2 0 0,3-1 176 0,3-1-32 0,3-4 0 16,4-1 32-1,3-5 0-15,3-4 0 0,1-4 0 0,-1-2 64 0,4-4 16 16,-1-3 0-16,1-4 0 0,0-2-64 0,0-2 0 16,-3-2 0-16,-1-3 0 0,-3-1-64 0,-2-2-128 15,-3-2 176-15,-3-2-176 0,-2-3 160 0,-3 0-160 16,-2-1 128-16,-4-2-128 0,-5-1 0 0,-3 0 128 15,-1 2-128-15,-3-2 0 0,-4 3 0 0,-1 2-224 16,-3 4 32-16,-2 3 0 0,0 3 32 0,-2 3 16 0,0 6 0 16,-1 3 0-16,-1 3 0 0,0 4 0 0,-2 6 0 0,-1 2 0 31,-3 2-1168-31,-1 4-224 0</inkml:trace>
  <inkml:trace contextRef="#ctx0" brushRef="#br0" timeOffset="13480.19">26420 8017 28559 0,'0'0'1264'0,"-3"12"272"0,-1 4-1232 0,0 4-304 0,-1 6 0 0,3 3 0 16,2 1 608-16,3 4 64 15,3-1 16-15,2-2 0 0,2-5-560 0,2-4-128 16,1-2 0-16,1-3 0 0,0 0 288 0,2-4 32 0,0-2 0 0,-1-4 0 15,-2-6 576-15,3-1 128 16,1 0 32-16,-1-5 0 0,-2-5-240 0,0-3-48 16,1-4-16-16,-2 0 0 0,-2-3-416 0,0-1-80 15,-3-2 0-15,-3-2-16 0,-3 0-240 0,-2 0 0 0,-2-1 0 0,-3 0-160 32,-3-5-208-32,-3 1-32 0,-2-4-16 0,-1 3 0 15,-2 1 0-15,1 5 0 0,-1 7 0 0,0 3 0 0,0 5 288 0,-1 5 128 0,-2 5-128 16,1 6 128-16,-2 5-144 0,0 6 144 0,0 4-160 0,2 2 160 15,2 0-192-15,3 2 192 0,5 0-208 0,2 0 80 16,2-4 400-16,4 0 96 0,4-7 16 0,2 2 0 16,2-3 96-16,4-2 32 0,2-2 0 0,2-2 0 15,-2-4-112-15,2-1-16 0,-1-1 0 0,2-3 0 0,2-6-64 16,-1 2 0-16,0-1-16 0,2-3 0 0,-2-3-304 16,0-1 0-16,-1-1 0 0,-2-2 0 0,-2-1 128 0,-3-2-128 15,-3 1 0-15,-2-1 0 0,-3-2 176 16,-3-2-176-16,-3 1 160 0,-2 1-160 0,-3 1 0 0,-2 4 0 15,-1 1-176-15,-3 5 176 0,-5 0-256 16,-3 7 64-16,-1 4 0 0,-2 4 16 0,-3 7 32 0,-1 5 0 16,-2 3 0-16,2 4 0 0,1 2 144 0,4 0-208 15,5-1 80-15,4-3 128 0,5 0 0 0,6-1 0 0,5-1 0 0,5 0 0 16,6-2 128-16,5-2 64 0,2 1 0 0,3-4 0 16,3-5 0-16,3-1 0 0,-3-2 0 0,2-4 0 15,2-3-192-15,0-2 160 0,2-3-160 0,-1 0 160 16,-2 2-160-16,0-6 0 0,-3 0 0 15,-2 0 0-15,-2-1 0 0,-4-2 128 0,-5-1-128 0,-1-1 128 16,-4 4-128-16,-3-3 160 0,-3 1-160 0,-3-2 160 16,-3-1-160-16,-4-1 0 0,-3 2-192 0,-2 4 192 0,-2 2-336 15,-3 4 48-15,-1 4 16 0,-2 3 0 0,-3 3-16 0,-3 7 0 16,-1 3 0-16,0 6 0 0,3 2 64 0,1 1 16 0,1 1 0 16,5 2 0-1,6-4 208-15,4 1 0 0,3 1-160 0,5-4 160 16,2-1 0-16,3-4 192 0,3 1-32 0,3-4 0 15,1-1 32-15,3-4 0 0,2-1 0 0,-2-1 0 16,-2-1 112-16,2-3 16 0,0-3 16 0,0-1 0 16,0-1-80-16,2-1 0 0,-3-1-16 0,-1-3 0 15,0 0-240-15,-2 0 0 0,-1-2 0 16,-2 1 0-16,-1-1 144 0,-2-1-144 0,-4 0 128 0,-1-3-128 16,0-2 0-16,-3 0 0 0,-3 2 0 0,0-1-176 0,-1-1-144 0,0 1-16 15,-2 4-16-15,0 2 0 0,-1 4 96 0,-1 4 0 0,0 2 16 16,-2 8 0-16,-2 3-16 0,2 3 0 0,-1 2 0 0,3 3 0 15,1 3 112-15,3 2 16 0,0 0 0 0,3-1 0 16,0 3 128-16,4-4 0 0,0-3 0 0,2 0 128 16,3 1 0-16,1-3 0 0,1-1 0 0,2-1 0 15,-1-1 96-15,2-1 32 0,1-2 0 16,-1-2 0-16,-8-8-256 0,10 5 0 0,-10-5 0 0,12 6 0 16,-12-6 160-16,12 0-160 0,-12 0 160 0,13-3-160 0,-1-1 0 15,-2 0 0-15,1-2 0 0,0-3 0 16,1-2 0-16,0-2 0 0,2-3-128 0,-1 1 128 0,0-2-384 0,0 0 48 15,0-1 0-15,-1-1 0 16,-4-1-272-16,-2-4-48 16,-2 1-16-16,-2 0 0 0,-5 1-256 0,0 3-48 0,-2 0-16 31,-4 5 0-31,-5 5 160 0,-2 2 48 0,-2 7 0 0,-3 7 0 0,-4 1 576 16,-4 7 208-16,-3 2-144 0,-3 3 144 0,-1 2 0 0,3 0 0 0,0 0 0 15,4-1 0-15,6-1 384 0,7-3 96 0,7-3 32 0,6-1 0 0,5-2 368 0,6 0 80 16,5 1 0-16,5-1 16 0,4-5-464 0,4 1-80 15,3-4-32-15,2-3 0 0,2-3-48 0,-1-4-16 16,2-5 0-16,1 1 0 16,2-1-208-16,-1 0-128 0,0-1 160 0,-3 1-160 0,0 5 144 0,-3-8-144 0,-4 0 128 0,-2-1-128 15,-5 4 0-15,-3-1 0 0,-5-1 128 0,-4-1-128 32,-4 1 0-32,-5 2 0 0,-2 1-160 0,-5 1 160 15,-4 1-336-15,-5 5 16 0,-3-1 16 0,-5 4 0 16,-7 4-16-16,-2 3 0 0,-4 4 0 0,1 4 0 15,1 2 112-15,-1 0 16 0,1 5 0 0,3-3 0 0,3 0 192 0,4-2 0 16,4 0-160-16,7-3 160 0,5-1 128 0,5-3 112 16,3 0 16-16,3-9 0 0,4 12-48 0,4-6 0 0,2 1 0 15,3-4 0-15,2 0-208 0,3-2 144 0,4-2-144 16,3-4 128-16,1-3 64 0,2-2 0 0,4-1 0 0,2-1 0 16,2-1-192-16,2 0 0 0,0 0 0 0,-2-1-176 15,-1-3-176-15,-3 1-32 0,-5 3-16 0,-3-1 0 16,-6-3-80-1,-4 4-16-15,-5 0 0 0,-3 1 0 0,-4 2 80 0,-6 2 16 16,-8 3 0-16,-4 2 0 0,-5 5-48 0,-7 3-16 16,-6 4 0-16,-5 6 0 0,-5 2 320 0,-2 7 144 0,-1 5-128 0,2-1 128 31,0 0 0-31,1-1 272 0,1-2-32 0,1 0-16 0,2-1 240 0,5-1 48 0,5-4 16 16,8-5 0-16,5-2 128 0,6 0 32 0,5-3 0 15,6-9 0-15,0 0-208 0,0 0-32 0,0 0-16 0,13 7 0 16,4-5-224-16,4-3-32 0,2-4-16 0,3-2 0 0,1-6-160 15,2-3 192-15,1-2-192 0,-1-1 192 0,-3-1-192 0,-1-1 0 16,-2-1 0-16,-1-1-176 0,-1-1 176 0,-1-1-208 16,-1-1 80-16,-3 1 128 0,-4 2-384 0,-3-3 64 15,-4 0 0-15,-2 1 0 16,-5-1-128-16,-2 6-32 0,-3 4 0 0,-5 2 0 16,-5 3-32-16,-3 4 0 0,-2 3 0 0,-4 7 0 0,-5 3 224 15,-3 5 32-15,-1 1 16 0,-3-1 0 0,-3 5 240 0,2 0-144 0,3-1 144 16,5-2-128-16,5-1 128 0,5-2 224 0,6 0-48 0,5-3-16 15,3 0 192-15,7-7 32 0,0 0 16 0,3 10 0 16,-3-10-400-16,10 9 0 0,2-2 0 0,1-6 0 16,0-2 256-1,3 1 0-15,2-4 16 0,2 1 0 0,-1 0-112 16,1-3-32-16,-3 0 0 0,-2-1 0 0,-2-1-128 16,-1 2 0-16,-3-4 0 0,-1-1 0 0,-4-1-128 0,0 2 128 15,-1-6-160-15,-2 3 160 0,-2-1-144 0,-2 1 144 16,-1-1-128-16,0-1 128 0,-1 2-192 0,0 1 64 15,-1-1 0-15,1 2 0 0,1 2 128 0,2 1 0 16,2 8 0-16,0 0 0 0,0 0 0 0,0 0 128 0,0 0-128 16,11-2 0-16,4 0 128 0,2 2-128 15,1 2 128-15,2 5-128 0,-1-2 240 0,2 4-32 16,0 2 0-16,0 0 0 0,0 2-64 0,2 1-16 0,2-1 0 0,-2 0 0 16,-1 1-128-16,-1-1 192 0,0-1-192 0,-1-1 192 15,-3 0-192-15,-3-2 192 0,-4-4-192 0,-2 0 192 0,-8-5 144 0,0 0 48 16,0 0 0-16,0 0 0 0,0 0 192 15,0 0 32-15,0 0 16 0,-10-6 0 0,-3-3-320 0,0 1-64 16,-6-2-16-16,1 0 0 0,-1 1-224 0,-1 1 0 16,2-3 0-16,-2-1 0 0,-1-4-320 0,1 2 32 15,0 1 16-15,0 0 0 16,1-4-288-16,-1 4-48 0,-1 1-16 0,2 0 0 16,1 1 48-16,1 0 16 0,2 1 0 0,2 1 0 15,0 2 384-15,3 2 176 0,3 0-160 0,7 5 160 16,0 0 0-16,0 0 0 0,0 0 0 0,0 0 0 15,11 9 224-15,1 0-64 0,-1 0-16 0,5 3 0 0,3-2 96 16,4 3 16-16,1-2 0 0,1 2 0 0,1 0 0 0,3 0 16 16,2 0 0-16,2 0 0 0,-1-3-112 0,0 1-32 15,-1-2 0-15,-2-1 0 0,-2-3-128 0,-2 2 160 16,-4-2-160-16,-3 0 160 0,-4-4-32 0,-3 2-128 16,-11-3 192-16,0 0-64 0,0 0 64 0,0 0 16 0,0 0 0 15,-6-7 0-15,-4 0 48 0,-3 0 16 0,-4 1 0 0,-4 0 0 16,-2 2-272-16,-3 2 0 15,-3-2-208-15,0 0 80 0,-1-1-80 0,2 0-16 16,0-2 0-16,2 2 0 0,1 0 16 0,3 3 0 0,1 2 0 16,3 3 0-16,2-1 48 0,5 2 16 0,2 3 0 0,2-1 0 15,7-6-64-15,-3 10-16 0,3-10 0 0,3 13 0 16,4-2 16-16,3 1 0 0,3 0 0 0,3 0 0 0,1-2 208 0,2-2 160 16,3-2-32-16,3 0 0 0,0-3 144 0,1 1 32 15,0 2 0-15,1-3 0 0,-2-3-144 0,-3 2-32 16,-2-1 0-16,-3 0 0 0,-4-1-128 0,-3 0 0 15,-10 0 144-15,0 0-144 0,0 0 176 0,0 0-48 16,0 0 0-16,0 0 0 0,-11-7-128 0,-6 1 0 16,-4 0 0-16,-3 1 0 0,0-1-272 0,-2 2 64 0,-2-1 16 15,2-1 0-15,-1 1 16 0,2-1 16 0,1 1 0 0,1-1 0 16,0-2 160-16,3 1 0 0,3 1 0 0,3-2 0 16,-1-1 0-16,5 1 0 0,1-4 0 0,2 3 0 31,2 0 0-31,1 0 0 0,2 0 0 0,0 0 0 0,1-1 0 0,4 1 128 15,-1-1-128-15,2-1 128 0,0 2 32 0,1 0 16 0,0 1 0 0,-5 8 0 16,10-6-176-16,-3 2 192 0,-7 4-192 0,11-3 192 16,-1 5-192-16,1 3 0 0,-4 1-160 0,1 5-11488 15,-1 4-2288-15</inkml:trace>
  <inkml:trace contextRef="#ctx0" brushRef="#br0" timeOffset="22323.82">13552 16597 26719 0,'-4'-11'1184'0,"3"1"240"0,1-3-1136 0,3 0-288 0,2 0 0 0,5-3 0 0,5-2 2064 16,5-4 368-16,5-5 64 0,3-2 0 31,3-1-2496-31,0-1-464 0,0-3-112 0,-1 5-32 0,-2 0 448 0,-3 6 160 0,-3 2 0 0,-3 3-144 16,-2 3 144-16,-6 2 0 0,-5 3 0 0,-6 10 128 15,0 0-304-15,0 0-48 0,0 0-16 0,-14 6 0 16,-4 4-96-16,-6 12-32 0,-5 8 0 0,-4 11 0 16,-9 10 224-16,-1 7 144 0,-3 3-192 0,1 4 192 0,1 2 0 15,1-7 0-15,-1-4 0 0,5-4 0 0,3-4 192 0,3-5 128 16,7-6 48-16,6-6 0 0,6-6 592 0,5-7 128 15,4-4 32-15,5-14 0 0,0 0-480 0,0 0-112 16,0 0-16-16,14 1 0 0,2-4-224 0,2-9-48 16,0-8-16-16,3-6 0 0,2-5-32 0,2-3 0 15,0-2 0-15,0-2 0 0,-3-1-192 0,0-2 128 0,-2 2-128 16,-3-3 0-16,-2-1 160 0,-2-1-160 0,-1 1 160 0,0 0-160 16,-3-1 128-16,0 1-128 0,-3 1 0 0,-2 8 144 15,-4 5-144-15,0 6 0 0,2 5 144 0,-4 6-144 16,2 12 192-16,-10-3-48 0,-3 6 0 0,0 7 0 15,-1 9-144-15,-2 7 0 0,-2 6 0 0,-1 9 0 16,0 6 0-16,-1 1-192 0,1 3 32 0,2-3 16 0,0-3 144 16,3-1 0-16,3-5-144 0,3-4 144 0,4-4 0 0,2-4 0 15,2-3 0-15,2-4 0 0,2-5 256 0,3-2-48 16,1-2 0-16,-1-5 0 0,-7-6 0 0,11 3 0 16,-11-3 0-16,10-2 0 0,-10 2 48 0,12-5 16 15,0-3 0-15,-4-2 0 0,-2-4 48 0,1-2 16 0,-2-2 0 16,0-2 0-16,0-3-208 0,0-2-128 0,1 1 160 0,-4-2-160 15,-2-2 0-15,0-4 0 0,0 0 0 0,0 1 0 16,0-2 0-16,0 0 0 0,0 2 0 0,2 5 0 16,-2 1 0-16,-2 8 0 0,2 4-192 0,0 13 192 15,0 0-208-15,0 0 64 0,0 0 16 0,-8 19 0 16,1 5-112-16,-1 6-16 0,0 4 0 0,0 5 0 16,2 8 0-1,0 0 0-15,0 0 0 0,2-4 0 0,1 0 256 0,3-4-144 16,2-5 144-16,2-1-128 0,1-3 128 0,1-3 0 15,1-3 0-15,-1-5 0 0,1-3 0 16,-2-5 0-16,-5-11 0 0,0 0 0 0,0 0 0 0,0 0 128 16,0 0-128-16,0 0 176 0,0 0 112 0,5-10 32 0,-1-4 0 15,-1-5 0-15,-3-3-16 0,0 0 0 0,0-5 0 0,-1-1 0 16,-2 0-304-16,0-4 0 0,-1 1 128 0,2-3-128 16,-3-4 0-16,-1-1 0 0,-1-1 0 0,0-2 0 15,2-2 0-15,1 0 0 0,1 2-192 0,2 7 48 16,0 5-16-16,-1 7 0 0,2 4 0 0,0 6 0 15,-1 5 160-15,1 8-128 0,0 0 128 0,0 0-128 0,-3 12 128 16,2 7-208-16,-1 6 80 0,0 9 128 16,0 4-288-16,0 6 64 0,1 3 16 0,1 3 0 0,0-1 208 15,4-1-192-15,-1-1 192 0,3-4-192 0,3-5 192 0,2-1 0 16,-1-3 0-16,2-2 0 0,1-6 0 16,1-2 0-16,2-5-128 0,-2-4 128 0,-1-4 0 0,0-3 0 15,0-4 0-15,0-1 0 0,-1-7 0 0,-3 0 192 0,-5-4-64 0,3 0-128 16,-2-5 384-16,0-3-16 0,0-3-16 0,0-5 0 15,-1-2-96-15,-1-2 0 0,0-4-16 0,-3 0 0 16,-2-3-96-16,1-2-16 0,-2 2 0 0,2-4 0 31,-4-3-128-31,1-2 0 0,0-4 0 0,0 2 0 16,2 0 0-16,0 3 0 0,2 5-224 0,0 5 80 0,0 8 16 0,0 5 0 16,0 6 0-16,0 14 0 0,0 0-64 0,0 0-16 15,0 0 0-15,0 13 0 0,2 6-48 0,0 6-16 16,1 7 0-16,1 3 0 0,1 5 272 0,3 2-128 15,2 0 128-15,6-2 0 0,-1 0-160 0,4 0 160 0,-1-4-128 16,3-2 128-16,2-3 0 0,2-1 0 0,1-2 0 0,0-5 0 16,-1-3 0-16,0-6 0 0,-3-1 0 0,0-3 128 15,-1-3-128-15,-3-2 0 0,-4-1 0 0,1-4 0 16,-5-1 128-16,1-2-128 0,-1-6 128 0,-1-1-128 0,-1-3 224 16,-1-3-32-16,-1-2 0 0,1-2 0 0,-3-6-192 0,-1 0 176 15,0-1-176-15,-3-2 160 0,1-4-160 0,-2-2 0 16,-2-4 0-16,0-1 0 0,-1-2-176 0,0 3 48 31,1 2 0-31,0 5 0 0,1 6-32 0,-1 7 0 0,1 6 0 0,-2 5 0 16,4 8 160-16,-9 2-208 0,0 6 80 0,-2 7 128 15,-1 10-272-15,-1 5 64 0,0 6 16 0,2 4 0 0,1 0 32 0,4 3 16 16,2-4 0-16,3-1 0 0,2-4 144 0,3-2 0 16,4-3 0-16,2-3 0 0,2-2 224 0,2-3-32 15,3-2 0-15,3-5 0 0,1-1 16 0,3-2 0 16,1-3 0-16,0-4 0 0,-3-3-16 0,0-2 0 0,-1-3 0 0,0-1 0 15,-3-5 48-15,-1 1 0 0,-3 0 0 0,2-1 0 16,-4-3-80-16,-2 0-16 0,-2 0 0 0,-1-3 0 16,-3-1-144-16,-3-1 128 0,-2-2-128 0,-3 1 128 15,-4-1-128-15,-1-5 0 0,-3 1 0 0,-2-5 0 16,-3 0-304-16,-2-1 16 0,0-2 0 0,1 3 0 16,-1 2-208-1,1 4-32-15,-1 5-16 0,0 5 0 0,2 4 192 0,2 5 32 0,-2 4 16 0,2 5 0 0,1 3 64 31,1 6 16-31,1 6 0 0,4 3 0 0,3 4 48 16,3-3 16-16,3 4 0 0,3 0 0 0,2 4 160 0,5-4 192 16,1-2-32-16,3 0-16 0,3 1 96 0,6-3 16 15,2 1 0-15,4-5 0 0,4-2 0 0,2-1 16 0,1-3 0 16,1-3 0-16,-1-5 32 0,-1 1 0 0,-4-5 0 0,0 1 0 16,-2-3-32-16,-3-1 0 0,-4-3 0 0,-2-2 0 15,-4 0-64-15,0-1-16 0,-4-2 0 0,0 1 0 16,-1-2 16-16,-3 0 0 0,-4-5 0 0,2 1 0 15,-3 0-16-15,-2-5-16 0,-2 1 0 0,-1-1 0 16,-3-2-176-16,-1-3 0 0,-4-2 0 0,-2 0 128 0,0-4-128 16,-1-4-176-16,0-1 48 0,0 1 0 15,-1 3-288-15,0 6-48 0,-2 3-16 0,-1 7 0 16,-1 4-96-16,-1 7 0 0,0 6-16 0,-2 9 0 16,0 3 64-16,2 8 16 0,0 6 0 0,6-1 0 15,4 1 256-15,7-4 48 0,4 2 16 0,6-1 0 0,4-3 448 0,5-1 112 16,3-1 16-16,4-3 0 0,5-3 160 0,2-1 32 15,2-4 16-15,3-2 0 0,2-3-96 0,1-3-32 16,2-1 0-16,0-1 0 0,-2-5-16 0,-1 2-16 0,-1 1 0 0,-4-5 0 16,-5-1-224-16,-5-1-32 0,-1 1-16 0,-5-1 0 15,-4-2 48-15,-1 0 16 16,-2 2 0-16,-5-2 0 0,-1 1 0 0,-3-2 0 0,-4-4 0 0,-2 0 0 16,-2-2-48-16,-2-1-16 0,-2-7 0 0,-2 1 0 15,-1-1-160-15,-3-3 0 0,-1 1-192 0,2 2 192 16,-1 3-448-16,0 6 48 0,2 0 0 0,1 6 0 15,1 6-144 1,1 6-32-16,-1 5 0 0,0 5 0 0,2 6 96 0,1 9 16 31,-2 5 0-31,3 5 0 0,3 3 256 0,2 3 48 0,3 0 16 0,4-1 0 0,4-2 144 16,4-4 0-16,4-5 0 0,3-2 0 0,2-6 224 0,4-1 80 16,2-4 16-16,0 0 0 0,1-7 16 15,-1-1 16-15,2-5 0 0,-4-3 0 0,-2-2 32 0,-2 0 0 16,-1-3 0-16,-2-3 0 0,-3-1-64 0,0-2 0 15,-1 1 0-15,-2 1 0 0,0-4-112 0,-3 0-16 16,-3-1-16-16,-1-1 0 0,-2-3-48 0,-3-2-128 0,-3-1 192 16,-2-1-64-16,-3-4-128 0,1 0 0 0,-2-2 0 0,-2 0-176 31,-2-2-208-31,1 5-32 0,1 3-16 0,-1 4 0 16,-1 5-160-16,-2 3-48 0,0 7 0 0,-2 4 0 15,-3 5 16-15,-1 9 0 0,-1 3 0 0,1 9 0 0,1 7 192 0,1 0 48 16,1 0 0-16,4 0 0 0,3 0 384 0,3-2 0 0,5-3 0 0,3-3 0 15,3-4 208-15,5-1 128 0,1 0 32 0,6-5 0 16,-1-1-32-16,2-2 0 0,1-1 0 0,1-5 0 16,2-3-48-16,-1-3-16 0,-1-2 0 0,1-3 0 0,-4-2 32 0,1-1 0 15,-2-4 0-15,-1-1 0 0,-2-1-112 0,-1 0 0 16,1 0-16-16,-4 2 0 0,-1-8-48 0,-3 2 0 16,-1-2 0-16,-4-1 0 0,-1-2-128 0,-3 0 0 15,-3-3 0-15,-1 0 0 0,-3-2-160 0,0 1-64 16,0-1-16-16,-2 3 0 15,-2 3-256-15,-1 3-48 0,-1 6-16 0,-1 6 0 16,-2 4 112-16,-2 6 32 0,-2 5 0 0,0 8 0 0,-1 4 32 0,1 5 0 0,0 2 0 16,6-1 0-16,3 1 192 0,5-2 64 0,5-2 0 0,3 0 0 15,4-5 128-15,4-2 256 0,3-1-64 0,5-3-16 16,1-3 80-16,6 0 0 0,0-4 16 0,5 1 0 16,3-6 64-16,-1-1 16 0,0-1 0 0,1-3 0 15,0-2-112-15,-3-3-32 0,1-1 0 0,-1-1 0 16,-5 1-208-16,-2-4 144 0,-1-1-144 0,-3 2 128 15,-2-1-128-15,-3 1 128 0,-4 0-128 0,0 0 128 0,-3 0-128 16,-2 0 128-16,-3 0-128 0,-1 1 128 0,-3-1-128 16,-1-1 0-16,-1 1 0 0,-1 3 0 0,-1 1-128 0,-1 5-16 15,-2 2 0-15,-2 6 0 0,-3 2-80 0,1 6-16 16,-1 2 0-16,-1 5 0 0,-2 1 48 0,1 3 0 16,-1 0 0-1,5 2 0-15,1 1 64 0,4-3 128 0,3-3-208 0,3-2 80 16,3-2 128-16,4-2 0 0,3-2 0 0,2 0 0 15,2-2 0-15,2-2 0 0,3-4 0 0,2-2 128 16,3-2 64-16,1-3 32 0,2-5 0 0,2-1 0 16,3-6 32-16,2 0 16 0,-1-8 0 0,-1 0 0 15,-2-1-272-15,-1 1 0 0,-1-4 0 0,-1-1 0 0,-1 0 0 16,-2 2 0-16,-4-3 0 0,-3 3 0 0,-1 1 0 0,-2-1 160 16,-1 2-160-16,-2 1 192 0,-4 0-192 0,-2 4 0 15,0 6 0-15,-2 4 0 0,4 9 0 0,-12-3 0 16,-2 5-192-16,-3 7 192 0,-1 4-240 0,-3 8 80 15,-2 6 16-15,1 6 0 0,-1 3 16 0,1 2 0 16,0-1 0-16,2 0 0 0,2 3 128 0,3-7 0 0,4-1 0 0,2-5 0 16,3-2 0-16,4-3 144 0,2-2 0 0,2-3 0 15,1-4 48-15,3 0 16 0,2-6 0 0,3 0 0 16,0-3-16-16,2-2 0 0,2 0 0 0,2-6 0 16,0-4 48-16,1-2 0 0,1-3 0 0,1-4 0 15,0-2-240-15,0 1 144 0,1-1-144 0,-1-1 128 16,-2-2-128-16,-1-2 0 0,-3 0 0 0,-2-1 0 15,-3 0 0-15,-2-2 0 0,-3-1 0 0,-2 1 0 0,-3 0 0 16,0 0 0-16,-3 1 0 0,0 7 0 0,0 3-256 16,-3 6 80-16,-2 2 16 0,-1 4 0 0,-2 8 160 0,-5 4-192 15,-2 7 192-15,-5 8-192 0,-2 4 48 0,-1 7 0 16,-1 4 0-16,-2 1 0 0,-2 2 144 0,1 0-192 16,1-2 192-16,0-1-192 0,0-4 192 0,3-3 0 15,4-2 0-15,3-5 0 0,5-4 0 0,2-3 128 16,2-4-128-16,5-4 176 0,6-9-32 0,0 0 0 0,0 0 0 15,0 0 0-15,0 0-16 0,0 0 0 16,13-6 0-16,4-5 0 0,2-2-128 0,6-5 0 0,0-4 0 0,2-4 0 16,1-3-176-16,0-2 176 0,0-2-128 0,-2-2 128 15,-3-2-256-15,-2 0 16 0,-3-3 16 0,-2 3 0 16,-3-2 224-16,-1 2-192 0,-3 1 192 0,-4 4-192 16,-2 4 192-16,-3 3 0 0,-2 5 0 0,-1 7 0 31,-4 3-208-31,-3 5 48 0,-3 7 16 0,-4 7 0 15,-8 7 16-15,-5 7 0 0,-4 6 0 0,-3 9 0 0,-3 6 128 0,-3 3-192 16,-1 4 192-16,1-1-192 0,0-2 192 16,1-1 0-16,0-4 0 0,6-4-128 0,4-3 128 0,6-4 0 15,4-6 0-15,5-4 0 0,5-3 400 0,5-4 16 0,7-15 0 16,0 0 0-16,0 0-128 0,0 0-32 0,11 6 0 0,4-6 0 16,2-4-112-16,5-6-16 0,5-4-128 0,5-9 192 15,0-1-192-15,3-2 0 0,3-4 0 0,0-2 0 0,-2 0-256 0,1-3-64 16,-2-2 0-16,-5 1 0 0,-5-1-16 0,-3 1-16 31,-1-1 0-31,-3 2 0 0,-2 2 128 0,-4 5 32 0,-3 1 0 0,-4 7 0 0,-4 1-32 0,-3 6 0 16,-4 5 0-16,-4 6 0 0,-6 3 0 0,-3 8 0 15,-6 7 0-15,-5 4 0 0,-4 8 64 0,-5 7 16 16,-1 6 0-16,-1 3 0 0,-1 2 144 0,1-1 0 16,-1 1 0-16,4-2-128 0,3-1 128 0,4-1 0 15,1-8 0-15,4-4 128 0,3-4 96 0,7-5 32 0,0-4 0 16,5-3 0-16,6-3 160 0,5-11 32 0,0 0 16 0,0 0 0 15,0 0-224-15,13 1-48 0,4-5-16 0,3-5 0 32,1-4-16-32,2-5 0 0,2-3 0 0,0-5 0 15,2-3-160-15,0-2 160 0,1-1-160 0,-1-1 160 16,1-4-160-16,-2 1 0 0,-3-4 0 0,-2 0 0 16,0-4 0-16,-3 1 160 0,-2 1-32 0,-3 3-128 15,-2 1 0-15,0 4 0 0,-2 5 0 0,-4 3-192 16,-1 5 192-16,-4 6 0 0,-2 4 0 0,-4 5-144 15,-3 2 144-15,-4 10-128 0,-4 8 128 0,-4 8-128 0,-2 8-96 16,-6 9-16-16,0 9 0 0,0 5 0 0,-1 5 64 0,2 1 16 16,3-1 0-16,5 0 0 0,3-5 160 0,4-5 0 15,3-3 0-15,4-9 0 0,2-1 176 0,3-2 64 16,2-2 16-16,3-7 0 0,0-4-64 0,2-3 0 16,1-2 0-16,-1-4 0 0,-6-11-192 0,8 10 144 0,-8-10-144 0,0 0 128 15,0 0 0-15,11-3-128 0,-2-2 192 0,-1-4-64 0,-2-7 64 16,2-2 0-16,-2-4 0 0,1-4 0 0,-3-2-192 0,0-2 0 15,0-1 0-15,-4 1 0 0,-3-4 0 0,0 0 0 16,1-2 0-16,-2-2 0 0,-1-1 0 0,0-2-224 16,-1 0 48-16,2 0 16 0,0 2-32 0,-1 5 0 15,0 5 0-15,0 6 0 16,1 5 64-16,-3 9 0 0,0 2 0 0,-4 7 0 0,-1 7 128 0,-1 10 0 16,-2 7-144-16,-4 9 144 0,-1 7-304 15,0 3 16-15,1 0 0 0,0 0 0 0,4-2 288 0,3-3-192 16,3-4 192-16,4-4-160 0,3-4 160 0,5-2 192 0,1-3-32 15,5-3-16-15,0-2 96 0,4-3 16 0,3-2 0 0,3-4 0 16,1-4 64-16,-1-4 32 0,0-5 0 0,0-1 0 16,2-4 16-16,1-2 0 0,0-4 0 0,2-1 0 15,-3-3-176-15,0 2-48 0,-1-4 0 0,0 3 0 16,-2-7-144-16,-2 3 0 0,-3-2 144 0,-4 0-144 16,0-1 0-16,-2-2 0 15,-3-1 0-15,-2-2 0 0,-2 4 0 0,0 1 0 16,-4 0 0-16,0 5-128 0,-1 2-128 0,-1 2-32 0,-4 5 0 0,-1 5 0 31,-4 7-112-31,-2 2-32 0,-2 6 0 0,-5 6 0 0,-4 5 48 0,-2 7 16 16,-2 5 0-16,-1 2 0 0,-5 5 48 0,-1-1 0 0,-2 0 0 0,5-2 0 15,1-3 144-15,5-4 48 0,3-5 0 0,7-5 0 16,3-4 128-16,5-1 176 0,3-5-48 0,9-7 0 16,0 0 144-16,0 0 32 0,0 0 0 0,0 0 0 15,13-3-304-15,4-1 0 0,2-2 0 0,4-5-144 16,3-5 144-16,2 0 0 0,2-5 0 0,0 0 0 15,2-1-160-15,-4-1 0 0,-2 1 0 0,-1 0 0 0,-1 0-128 16,-5 1-32-16,-1 3 0 0,-5 2 0 0,-1 5 32 16,-4-3 0-16,-3 5 0 0,-5 9 0 0,0 0 80 0,-8-6 16 15,-3 2 0-15,-5 4 0 0,-4 3-96 0,-3 4-16 16,-4 4 0-16,-3 6 0 0,-6 4 64 0,-1 2 16 16,-1 2 0-16,-1 4 0 0,-2-2 224 0,1 3-192 15,-1 2 192-15,5-2-192 0,2-2 192 0,4-2 0 16,5-1 0-16,6-4 0 0,6-5 368 0,5 0 64 0,4-7 16 0,4-9 0 31,0 0-144-31,12 11-32 0,6-5 0 0,3-2 0 16,4-8-272-16,3-2 0 0,5-3 128 0,3-4-128 15,5-4 0-15,0-2 128 16,2-2-128-16,-1 1 0 0,3-4 176 0,-8 1-176 0,-1-1 160 0,-4 2-160 16,-3 0 144-16,-6 2-144 0,-3 2 128 0,-5 1-128 0,-3 1 144 0,-4 2-144 15,-4 1 160-15,-4 1-160 0,-4 2 176 0,-5 2-176 16,-5 3 192-16,-6 2-192 0,-1 2 0 0,-4 4 0 15,-3 7 0-15,-5 2-144 0,-3 3-32 0,-6 4 0 16,-1 2 0-16,-1 1 0 0,-1 5 176 0,0-1 0 16,-4 1 0-16,4 1 0 0,3 1 0 0,4-3 0 15,4-2-176-15,6-1 176 0,4-4 0 0,6-5 0 0,4-3 0 0,4-3 160 16,10-8 16-16,0 0 0 0,0 0 0 0,0 0 0 16,16-2 16-16,4-3 0 15,3-5 0-15,3-5 0 0,4-3 32 0,4-3 16 0,1-2 0 0,4-2 0 16,0-1-96-16,1 0-16 0,-1-1 0 0,-3 0 0 15,-3 4-128-15,-3 0 0 0,-5 0 0 0,-5 4 128 16,0-1-128-16,-6 5 128 0,-2 0-128 0,-5 5 128 16,-7 10-128-16,0 0 0 15,-4-7-192-15,-6 5 192 0,-4 4-448 0,-4 7 48 0,-6 4 0 16,-3 6 0-16,-6 2 80 0,-2 2 0 0,-1 4 16 0,-3 3 0 16,-3 0 144-16,0-1 32 0,2-2 0 0,1 1 0 15,1 1 128-15,3-1 0 0,-1 0 0 0,6-6 0 16,4-4 0-16,6-4 0 0,3-2 0 0,6-5 0 15,11-7 336-15,0 0 112 0,0 0 0 0,0 0 16 16,17-10-240-16,5-1-48 0,4-5-16 0,6-5 0 16,-1-4-160-16,5-2 0 0,5 0 0 0,2-2 0 15,1-1 0-15,-1 3 0 0,-4-1 0 0,-2 4 0 16,-5 0 0-16,-3 5 0 0,-5 0 0 0,-5 4 0 0,-5 2 0 0,-3 2 0 16,-6 3 0-16,-5 8 0 15,0 0 0-15,-6-6 0 0,-6 2 0 0,-5 4-176 16,-5 2 16-16,-6 5 0 0,-4 1 0 0,-6 4 0 0,-2 1-80 15,-2 1-16-15,-1 2 0 0,0 1 0 0,2-1 256 0,-2 4-176 16,-1-3 176-16,1 0-160 0,0-1 160 0,1-2-160 16,2-1 160-16,5 0-160 0,3-5 160 0,6-2-192 15,4 1 192-15,5-2-192 0,5-2 192 0,5 1 0 0,7-4 160 16,0 0-160-16,0 0 0 0,0 0 0 0,10-3 0 0,4 2 0 16,5-1-320-16,3 1 32 0,5-4 16 0,2 1 0 15,1 0 272-15,1 1 0 0,0 1 0 0,-1-1 0 16,-1-1 0-16,-2 2 0 0,0 2 0 0,-7 0 0 15,-1 0 0-15,-4 0 128 0,-2 1-128 0,-2 2 0 16,-11-3 0-16,0 0 0 0,0 0 0 0,0 0 0 16,0 0 0-16,0 11-192 0,-4 1 48 0,-4 0 0 15,-4 0 144-15,-2 1 0 0,-2 1 0 0,-2 3 0 16,-3-3 0-16,-1-1-160 0,-3 2 160 0,2-5 0 0,-1-1 0 0,1 0 0 16,1-1 0-16,2-4 0 0,2 0 0 0,5-3 0 15,2-3 0-15,4-1 144 0,0-1 240 0,4-4 32 16,2-2 16-16,5-2 0 0,4-2-160 0,5-4-16 0,4-5-16 15,2-1 0-15,2-4-240 0,3-2 0 0,1-2 0 0,1 0 0 32,0 1 0-32,0 1-128 0,-3 0 128 0,-2 4 0 15,-1 3 0-15,-3 3 0 0,-4 7 0 0,-3 4 0 16,-10 9-128-16,0 0 128 0,0 0 0 0,0 0 0 16,0 19-240-16,-5 6 64 0,-7 4 16 0,-4 6 0 15,-3 2 160-15,-5 2-208 0,-3 1 80 0,-2-2 128 16,1-2 0-16,-4 1 0 0,-1-3 0 0,0-2 0 15,3 1 144-15,1-4 48 0,2-2 16 0,3-4 0 0,5-3 160 0,3-4 16 16,4-5 16-16,5-3 0 0,7-8 48 0,0 0 16 16,0 0 0-16,0 0 0 0,0 0-272 0,10-9-64 15,2-4-128-15,2-4 192 0,3-5-192 0,0-3-160 16,4-3 32-16,0 0 0 0,1-2 0 0,0 0 0 16,-1-2 0-16,-3-5 0 0,-1 2-192 0,-2 0-16 0,-4-2-16 15,0 2 0-15,-2 1 96 0,-3 3 32 0,0 1 0 0,-4 6 0 16,-1 7 224-16,-2 6-192 0,-4 5 192 0,-3 6-192 15,-2 7 192-15,-5 7-176 0,-3 7 176 0,-1 7-160 16,-5 3 32-16,-1 4 0 0,-2 5 0 0,0 3 0 16,-2 3 128-16,1-2 0 0,1 3 160 0,2 0-160 15,3-2 256-15,1-2-32 0,6-6-16 0,2-3 0 16,4-6 96-16,3-5 16 0,4-3 0 0,2-3 0 16,2-4-32-16,2-3 0 0,3-1 0 0,-1-4 0 0,-6-5-96 15,11 0-32-15,-1-1 0 0,2-5 0 0,0-3 80 0,2-3 16 16,0-4 0-16,2-1 0 0,1-2-112 0,-2-5-16 15,0-1 0-15,-1-2 0 0,-1-4-128 0,0-1 128 16,-1 2-128-16,0-1 128 0,-2-1-128 0,-1-1 0 16,-2 0 144-16,-1 2-144 0,1-1 0 0,-2 2 128 15,-1 1-128-15,-1 5 0 0,-3 5 0 0,-2 2 0 16,0 5 0-16,-2 6 0 0,-4 3 0 0,-3 6 0 0,-2 3 0 0,-2 8-128 31,-3 7-64-31,-2 3 0 0,-2 2 0 0,0 4 0 16,-1 2 64-16,4 1 0 0,1-2 0 0,1 1 0 0,1-2 128 0,3 0 0 15,1-4 0-15,5-3 0 0,1-3 0 0,4-3 256 0,-1-3-64 0,3-2-16 16,0-12 64-16,0 0 16 0,0 0 0 0,8 8 0 16,-8-8 32-16,12 2 16 0,-1-6 0 0,2-4 0 15,2-3 0-15,2-5 0 0,1-2 0 0,1-3 0 16,1-3-128-16,0 1-32 0,-2 2 0 0,-1-2 0 16,-3-2-144-16,-1 1 0 0,-1 1 0 0,-2 1 0 15,-1 0-288-15,-2-1 64 0,-4 0 16 0,-2 1 0 0,-1 1-48 0,-3 4-16 16,-1 0 0-16,-1 4 0 15,-1 3-160-15,-1 3-16 32,-2 5-16-32,0 2 0 0,-3 3 80 0,-2 8 0 0,-2 6 16 0,1 5 0 0,-2 4 112 15,1 0 32-15,3 1 0 0,1 2 0 0,2 1 224 0,3-1 0 16,5-2 0-16,2-2 0 0,2-3 256 0,7-2 80 0,3-1 32 0,5-2 0 16,4-4 0-16,4-4 0 0,2-2 0 0,4-3 0 15,5-4-48-15,-1-3-16 0,-1-5 0 0,1 3 0 16,1-5-144-16,-2-2-32 0,0-2 0 0,-1-2 0 15,-2 0-128-15,-2 2 0 0,-5 0 144 0,1 1-144 16,-3-3 0-16,-2 0 0 0,-3 1 0 0,-4 0 0 0,-3 1 0 16,-3 0 0-16,-5 1 0 0,-2-2-128 0,-5-2-32 15,-1 0 0-15,-5 0 0 0,-2-1 0 0,-2-1-80 0,-1-1-16 16,0 1 0-16,-2-1 0 0,-4 0 48 0,2 3 0 16,2 2 0-16,0 3 0 0,0 3 16 0,1 5 16 15,0 3 0-15,1 3 0 0,2 4-16 0,1 5-16 0,1 4 0 16,5 2 0-16,2 1 208 0,4 4-192 0,4-1 192 0,3 4-192 15,4 2 192-15,4-5 128 0,1 0 0 0,5-2-128 16,3-2 384-16,6-1-48 0,5 0 0 0,5-3 0 16,4-2 32-16,3-1 0 0,2-2 0 0,-3-3 0 15,-2-2-240-15,-2-1-128 0,-3-1 128 0,-4 0-128 16,-6-2 0 0,-6 0 128-16,-5-2-128 0,-5 4 0 0,-12-2 192 0,0 0-16 0,0 0-16 0,0 0 0 0,0 0-160 0,0 0 0 31,0 0 0-31,-14-7 0 0,-5-2 0 0,-3 1-144 15,-6-1 144-15,-6 0 0 0,-3-2-208 0,-1 1 64 16,-3-2 16-16,-4 1 0 0,-2-2-32 0,-1 0 0 16,0-2 0-16,0 2 0 0,-1 0-192 0,3 3-32 15,-1 1-16-15,2 2 0 16,2 3-32-16,4 3 0 0,5 0 0 0,4 3 0 0,4 3 272 16,7 2 160-16,3 1-192 0,6 1 192 0,4 3 0 0,9-2 128 0,5 2 0 0,6 1 16 15,6 1-144-15,6-1 0 16,5 0 0-16,7-1 0 0,4-2 224 0,3-2 112 0,5-3 32 0,3 1 0 15,3 0 0-15,4-3 0 0,3-2 0 0,-1 2 0 16,0-1-208-16,-4 2-32 0,-3-6-128 0,-3 0 192 16,-9 2-192-16,-5 0 128 0,-5-1-128 0,-6 1 0 15,-3 1 240-15,-9-1-48 0,-4-1-16 0,-11 1 0 16,0 0-48-16,0 0-128 0,0 0 192 0,0 0-64 0,-15-1 16 0,-3-2 0 16,-2-1 0-16,-6 1 0 0,-4 2-144 0,-4 0-144 15,-3 0 144-15,-6-3-208 0,-2-2-160 0,-2-1-16 16,-1-4-16-16,1-1 0 15,-1 3-192-15,4-2-48 0,3-2 0 0,6-2 0 16,5 2 0-16,7-1-16 0,4 1 0 0,6 1 0 0,3 3 656 0,3 1 0 16,3 0 0-16,4 8 0 0,0 0 0 0,12-8 0 15,4 2 0-15,5 3 128 16,5 2-128-16,8 4 128 0,6 3-128 0,6 3 128 16,3 3-128-16,5 4 128 0,-1 2-128 0,4 1 128 0,2 2-128 15,1 2 192-15,0-1-64 0,0 1 0 0,0 1 16 0,-1-1 16 16,-1 2 0-16,-3 0 0 0,-3-5-160 0,-5 3 192 0,-5-4-192 0,-6-1 192 0,-4-2-192 0,-6-2 192 15,-4-1-192-15,-6-2 192 0,-6-3 0 0,-10-8 16 32,0 0 0-32,0 0 0 0,0 0 160 0,0 0 16 15,0 0 16-15,-9-3 0 0,-4-3-176 0,-1-5-32 0,-2-1-16 16,-1-5 0-16,-1-3-176 0,-2-4-192 0,2 1 32 0,-3-3 16 16,-1-4-96-16,1-3-16 0,-1-2 0 0,1-2 0 31,0 0-176-31,3 0-32 0,2 4-16 0,4 6 0 0,2 5 288 0,1 5 48 0,0 4 16 15,1 6 0-15,1 5 272 0,0 6 64 0,-2 4 16 0,1 5 0 0,0 6-224 16,0 6 0-16,0 4 0 0,3 3 0 0,0 3-160 0,1 3 160 16,3 3-128-16,1 2 128 0,2 0 0 0,5-4 0 15,2-1 144-15,1-5-144 0,2 0 0 0,2-4 0 16,1-3 0-16,0-3 0 0,1-2 208 16,1-3-64-16,-1-3-16 0,-2-2 0 0,-1-8 48 0,0-1 0 0,0-2 0 15,-3-4 0-15,0-3 208 0,0-4 64 0,0-5 0 16,0-2 0-16,-4-5-128 0,2-5 0 0,1-7-16 15,-1-4 0-15,-3-2-160 0,0-1-16 0,0-3-128 0,-1-1 192 16,-2-3-192-16,-2 1 0 0,0-5 0 0,0 4-160 16,0 6 16-16,0 1 0 0,0 5 0 0,0 8 0 15,0 6-48-15,-2 8 0 0,0 3 0 0,2 10 0 32,-8 1 192-32,0 9 0 0,0 9 0 0,1 4 0 15,-3 6-192-15,1 5-64 0,-1 3-16 0,1 4 0 0,0 1 272 0,2 1-160 16,2 0 160-16,1-6-128 0,1 0 128 0,3-3 0 15,3-2 0-15,0 0 0 0,0-2 0 0,3-6 0 16,0-1 128-16,2-4-128 0,-1-3 192 0,-1-3-48 16,-1-5 0-16,-5-8 0 0,0 0 96 0,7 6 16 15,-7-6 0-15,0 0 0 0,12-2 0 0,-3-4 0 0,-3-1 0 0,1-5 0 16,-1-5 0-16,1-3 0 0,-2-3 0 0,0-5 0 16,-1-3-256-16,1 1 128 0,0-5-128 0,-2 0 0 15,-2-3 0-15,1 0 128 0,-1-1-128 0,0 1 0 16,2 0 0-16,-2 6 0 0,1 3 0 0,0 6 0 15,-1 4 0-15,1 6-128 0,-4 2 128 0,2 11 0 16,0 0 0-16,0 0-192 0,0 0 192 0,-1 13-160 0,1 4-16 0,-2 6 0 16,-2 6 0-16,0 3 0 0,0 4 176 0,1 0-208 15,2 2 80-15,1-2 128 0,2 0-128 0,2-4 128 16,2-1 0-16,-1-2 0 0,1-1 0 0,1-4 0 16,1-2 0-16,-2-1 0 0,1-4 0 0,-2-4 0 15,0-2 0-15,-5-11 0 0,0 0 128 0,0 0-128 16,0 0 128-16,0 0-128 0,0 0 160 0,0 0-160 0,8-8 192 0,-3-4-192 15,-1-3 240-15,-1-5-64 0,-1-3-16 0,0-4 0 16,-2-1-160-16,0-4 0 0,0 0 144 0,-2-3-144 16,0-2 0-16,-1-1 0 0,0 1 0 0,2-4 0 15,0 3-160-15,0 4 0 0,1 4 0 0,0 6 0 16,0 3-16-16,0 8 0 0,-2 5 0 0,2 8 0 16,0 0 0-16,-6 13 0 0,1 7 0 0,1 6 0 15,-2 8-80-15,0 2 0 0,-2 3-16 0,0 4 0 16,0 4 272-16,1-3-192 0,-1 1 192 0,3-2-160 0,2 0 160 0,2-4 128 15,-1-4-128-15,2-5 176 0,2-4-176 32,0-4 0-32,2-1 0 0,1-6 0 0,-2-2 128 0,0-3 0 0,-3-10 0 0,0 0 0 15,0 0 0-15,0 0-128 0,0 0 192 0,0 0-64 16,0 0 96-16,1-10 16 0,-2-3 0 0,1-2 0 16,0-6-96-16,0-1-16 0,-2-7 0 0,2-2 0 15,0-3-128-15,0-1 0 0,-1-1 0 0,0-1-176 16,-1-5 176-16,2 1-208 0,2-1 80 0,-2 0 128 0,0-1-272 0,1 4 64 15,-1 3 16-15,0 4 0 0,0 4 32 0,0 5 16 16,0 6 0-16,0 7 0 0,0 10 144 0,0 0 0 16,0 0 0-16,-9 13 0 0,1 7 0 0,0 7-128 15,0 3 0-15,3 7 0 0,-1 3-64 0,0 6 0 16,0-3 0-16,-1 0 0 0,2 0 192 0,1 0 0 0,3-2 0 16,0 0 0-16,1-3 0 0,2-5 0 0,2-1 0 0,-1-5 0 15,-2-6 0-15,0-3 128 0,1-3-128 0,-2-5 0 16,0-10 176-16,0 0-48 15,0 0 0-15,0 0 0 16,0 0 64-16,0 0 0 0,-9-4 0 0,-1-4 0 0,0-3 0 0,0-4 0 16,-1-3 0-16,1-4 0 0,-3-6-192 0,-2-2 0 15,0-1 0-15,-2-3 0 0,0-2-192 0,0-3-64 16,-1-3 0-16,-2 0-16 0,-1 1-80 0,2 0-16 16,-2-2 0-16,3 7 0 15,2 6-192-15,0 5-32 0,-1 5-16 16,2 9 0-16,-1 0 416 0,0 8 192 0,-1 5-192 0,2 4 192 0,-2 6 0 0,0 1 128 15,1 5 32-15,3 3 0 0,0 1-160 0,3 1 0 0,2-4 0 16,3 1 0-16,-1-3 128 0,5-3 0 0,0-4 0 0,2-2 0 16,-1-8 64-16,0 0 16 0,9 8 0 0,2-3 0 15,-1-1 80-15,1-4 16 0,-1-1 0 0,2-3 0 16,1-1-48-16,0-2-16 0,0-2 0 0,0 0 0 16,0-2-240-16,0 1 0 0,-1-4 0 0,-2 1 0 15,-2-2 192-15,-3 1-48 0,-2-2-16 0,-3 2 0 16,-3 0-128-16,-3-1-144 0,-3 0 144 0,-3 0-208 15,-3 1-32-15,-1 2 0 0,-4 2 0 0,-4 5 0 16,-2 2-240-16,-2 6-48 0,-2 2-16 16,-7 7 0-16,-3 5 160 0,-1-1 16 0,0 5 16 0,-2 4 0 0,-3 2 160 0,0 2 16 15,1 0 16-15,2 0 0 0,4-1 160 0,0 0 0 0,1-6-144 16,5-1 144-16,6-7 0 0,6-2 0 0,4-5 0 16,7-1 128-16,10-6 224 0,0 0 32 0,0 0 16 0,10-3 0 15,6-3-400-15,7-9 0 0,6 0-224 0,5-8 80 31,-2-1-48-31,7-2 0 0,3-4 0 0,2 4 0 16,1-4 192-16,-4 2-160 0,-3 3 160 0,-3 5-160 16,-3 1 160-16,-6 4 0 0,-5 3 0 0,-6 1 0 15,-4 6 0-15,-11 5 0 0,0 0 0 0,0 0 0 16,0 0 0-16,-13 15 0 0,-7 0 0 0,-3 5 0 0,-5 1 0 0,-2 2 144 16,-4 1-144-16,1-1 160 0,0-2-32 0,3-3-128 0,3-1 192 15,4-4-64-15,8-2 496 0,4-6 80 0,11-5 32 0,0 0 0 16,0 0-160-16,0 0-48 0,20-4 0 0,7-7 0 15,10-5-368-15,8-5-160 0,8-5 128 0,9-6-128 32,9-4-1568-32,5-7-400 0,5-7-80 0,4-1-16112 0</inkml:trace>
  <inkml:trace contextRef="#ctx0" brushRef="#br0" timeOffset="32903.44">23709 14541 18367 0,'0'0'816'0,"0"0"160"0,0 0-784 0,-10-4-192 15,13-6 0-15,-2 0 0 0,-1 10 1344 0,4-10 240 0,-2 1 32 0,1-2 16 16,-2 1-288-16,-1 10-64 0,4-9-16 0,-4 9 0 16,0 0-592-16,4-7-112 0,-4 7-32 0,0 0 0 15,0 0-208-15,0 0-32 0,0 0-16 0,0 0 0 0,0 0-96 0,-2 13-32 16,-2 6 0-16,-2 2 0 15,0 2-144-15,-2 4 0 0,-1 3 0 0,1-1 0 16,0 0 320-16,3-1-32 0,0-1 0 0,2-3 0 16,3-3 288-16,2-3 64 0,0-2 16 0,1-6 0 0,-3-10 48 0,0 0 0 15,0 0 0-15,0 0 0 0,0 0 128 0,10-3 16 16,-3-8 16-16,-1-3 0 0,1-7-208 0,-1 0-32 0,1-2-16 16,-1-2 0-16,0 0-368 0,-3-1-80 0,1-4-16 15,-1 1 0-15,-3 2-144 0,0-6 0 0,-1-1 0 0,1-1 0 16,-2 0-256-16,2 1 64 0,-1 3 0 0,0 1 16 15,1 0 16-15,-2 10 0 0,-1 2 0 0,0 6 0 16,0 3 0-16,3 9 0 0,0 0 0 0,-9 5 0 16,1 7 16-16,1 6 0 0,-3 7 0 0,3 5 0 0,-1 3-16 31,0 2 0-31,0 3 0 0,3 1 0 0,2-7 160 0,2 1 0 16,1-2 0-16,5-2 0 0,0-2 0 15,3-3 0-15,0-3 128 0,3-3-128 0,0-1 256 0,2-4-32 0,2-4 0 16,-2-1 0-16,0-3 64 0,-2-2 16 0,1-3 0 0,-1-3 0 15,-11 3-16-15,10-6 0 0,-1-1 0 0,-1-1 0 16,-2-3 0-16,0-4 0 0,-1-2 0 0,0 0 0 16,-1-1-96-16,-3-1-32 0,-1-4 0 0,-1 0 0 15,-3-1-160-15,0 1 0 0,-1-6 0 0,0 2 128 16,-3-6-256-16,0 1-64 0,0-3-16 0,1-1 0 16,0 0-112-16,-1 5 0 0,0 2-16 0,-1 4 0 0,1 4 0 15,1 8 0-15,-1 5 0 0,0 2 0 16,-1 6 112-16,-2 2 32 0,1 6 0 0,0 8 0 15,-2 6-64-15,1 9-16 0,2 6 0 0,1 1 0 0,1 1 128 0,3 0 144 16,1 0-208-16,3-4 80 0,3-4 128 0,1-2 0 16,2 0 160-16,3-2-160 0,3-5 288 0,2-1-32 15,-1-2-16-15,2-3 0 0,-1-3-32 0,0-2 0 16,1-3 0-16,-2-3 0 0,-3-1-32 0,1-2-16 0,-11-2 0 16,11-2 0-16,-2-2 48 0,-1-4 16 15,-1-1 0-15,-1-1 0 0,0-2-32 0,-3-2 0 0,0-3 0 0,0-3 0 16,-3-2-192-16,0 0 176 15,0-2-176-15,-3-1 160 0,-1-3-160 0,-1-4 0 0,0 0-192 16,-1-5 192-16,1 1-320 0,0-5 48 0,1-2 16 0,0 7 0 16,0 6-80-16,2 4-16 0,-1 2 0 0,1 6 0 15,-2 5 96-15,-2 5 32 0,6 8 0 0,-9 2 0 0,-1 3 16 0,-2 4 0 16,0 5 0-16,2 8 0 0,-1 7-48 0,4 4 0 16,1 5 0-16,4-3 0 0,2-1 256 0,4-2-144 31,2-2 144-31,5-1-128 0,2 0 128 15,1-6 128-15,0-3-128 0,3-2 176 0,2 1-16 0,3-4 0 16,1-4 0-16,3 0 0 0,2-3 0 0,0-3 0 16,1-5 0-16,0 0 0 0,-1-5 96 0,0 0 32 0,-1-3 0 0,-1 0 0 15,0 0-48-15,-2-2-16 0,-5-2 0 0,1-1 0 16,-6-3-48-16,1-1-16 0,-5-1 0 0,-1 0 0 16,-4-2 16-16,-2 1 0 0,-3-4 0 0,-1 0 0 15,-3-3-176-15,-1 0 128 0,-3-4-128 0,-1 0 128 16,-4 1-320-16,-2 6-80 0,0 3-16 0,-4 6 0 0,-2-1-32 15,-1 8 0-15,0 4 0 0,-3 6 0 0,-2 2 0 16,-3 8 0-16,-1 8 0 0,1 5 0 0,0 1 112 0,5 6 16 16,3 3 0-16,5 2 0 0,4 1 192 0,5-2 0 15,4-3 144-15,5-3-144 0,5-4 368 0,5-1-32 16,4-2 0-16,7-1 0 0,5-2 96 0,7-3 16 16,7-2 0-16,4-3 0 0,5-1-144 0,1-3-32 15,-1-3 0-15,1-4 0 0,-3-2-64 0,-1-2-16 0,-2-3 0 16,-2-1 0-16,0-1-48 0,-4-1-16 0,-4-1 0 0,-1 1 0 15,-3-2 0-15,-2 0-128 0,-3-1 192 0,-2-1-64 16,-4-1-128-16,-1 0 192 0,-5 3-192 0,-4-6 192 16,-3-1-192-16,-2 0 128 0,-2-5-128 0,-5-1 128 15,-3-1-320-15,-1 1-80 0,-2-1-16 0,-3 4 0 16,-2-1-320-16,-5 4-64 0,-1 4-16 31,-5 6 0-31,-2 6 176 0,-7 7 16 0,-4 5 16 0,-4 8 0 0,0 6 128 0,1 6 32 0,3 6 0 0,3-1 0 16,5 1 144-16,6-1 48 0,2 1 0 0,6-3 0 0,8-5 128 0,5 0 0 15,4-4 160-15,4-1-160 0,6-5 384 0,3 0 0 16,4-5-16-16,2-1 0 0,2-3-48 0,4-3 0 16,3-3 0-16,2-3 0 0,-1-2-128 0,-1-2-16 15,-1-2-16-15,-1 1 0 0,-2-5 0 0,-1 2 0 16,-3 3 0-16,-2-5 0 0,-2 0-160 0,-4 1 0 16,-2-1 0-16,-4 1 0 15,-1-1 0-15,-4 2 0 0,-3 7 0 0,0-12 0 16,-2 1-256-16,-2 1 64 0,-1-1 0 0,-2 0 16 15,-2-1-80-15,1 2-32 0,-2-2 0 0,-3 1 0 16,-2 1-32-16,1 0-16 0,0 0 0 0,-1 0 0 16,1 2 128-16,1 2 16 0,1 0 16 0,2 3 0 15,-1 0 176-15,11 3-192 0,-7-3 192 0,7 3-192 0,0 0 192 0,0 0 0 16,0 0 0-16,0 0 0 0,0 0 144 16,0 0 64-16,11 6 16 0,4-1 0 0,2-1 128 0,4 1 32 15,3-1 0-15,2 0 0 0,2-2-160 0,2 1-32 0,1-2 0 16,0 1 0-16,1-2-192 0,-2 0 176 0,-3-3-176 0,-1-1 160 15,-1 0-160-15,-3-1 128 0,0-3-128 0,-4 3 128 16,-2 1-128-16,-3 0 160 16,-4 1-160-16,-9 3 160 0,5-9-160 0,-5 9 192 0,0 0-192 0,-2-10 192 15,-5 1-192-15,-3 1 192 0,-3-1-192 0,-4 2 192 16,-1 1-192-16,-3 1-192 0,-1-1 32 0,-3 4 16 0,-3 0-48 0,-2 2 0 16,-1 3 0-16,0 1 0 0,-2 1-16 15,3 2-16-15,3-1 0 0,6 1 0 0,4-2 224 0,5 1-176 31,12-6 176-31,0 0-160 0,0 0 160 0,7 10 256 16,7-3-64-16,8 0-16 0,7-4 160 0,5-2 48 0,4-2 0 0,2-3 0 16,3-4-64-16,3 0 0 0,3-2 0 0,5 0 0 15,2-3-192-15,-1 3-128 0,-2-3 128 0,-5 2-128 0,-6 0 0 0,-5 3 128 16,-6-3-128-16,-5 5 0 0,-7-1 0 0,-4 2 144 16,-5 0-144-16,-10 5 0 0,5-7 160 0,-5 7-160 15,0 0 128-15,-10-6-128 0,-7-1 0 0,-4 4 0 16,-5-1 0-16,-5 1-176 0,-6 0 48 0,-4 2 0 15,-4 1 0-15,-2 3 0 0,-1 1-64 0,0 1 0 16,1 5 0-16,3 3 0 0,1 2-80 0,2 0-32 0,3 1 0 16,6 1 0-1,3-3 64-15,6 3 16 0,6 1 0 0,6-1 0 16,6 3 224-16,5-2 0 0,4 0 0 0,6-3 0 0,7 2 128 0,4-4 64 16,4-3 0-16,4-1 16 0,2 0 112 0,4-5 32 0,3-1 0 15,5-3 0-15,5 0-160 0,3-5-16 0,3 0-16 0,0-3 0 16,-2-3-160-16,-3 1 0 0,-5-1 144 0,-5-4-144 15,-4 0 128-15,-3-1-128 0,-6 0 128 0,-3 2-128 32,-3 0 128-32,-5 1-128 0,-3 0 128 0,-5-2-128 15,-5 0 0-15,-3 0 128 0,-4-2-128 0,-4 0 0 0,-4 0 0 16,-4-1 0-16,-3-1-192 0,-2 1 64 0,-4-1-112 0,-4 2-16 16,-4 0 0-16,-4 5 0 15,-4 3-304-15,-3 5-64 0,-4 8-16 0,-1 6 0 16,-5 6 0-16,3 2 0 0,1 4 0 0,1 6 0 15,2 4 128-15,2 4 32 0,2 1 0 0,2 2 0 0,5 2 272 0,5-1 48 0,8-2 16 16,7-1 0-16,6-2 144 0,9-5 192 0,4-3-32 0,7 1-16 16,4-5 320-16,7-2 64 0,5-4 16 15,3-3 0-15,5-3-96 0,1-5-32 0,1-2 0 16,2-5 0-16,-2-3-32 0,4-4-16 0,1-2 0 0,3-6 0 16,-1 2-128-16,-2-3-32 0,-2 2 0 0,-1-2 0 15,-5-1-80-15,-4 1 0 0,-6 1-128 0,-5 2 192 16,-5 1-48-16,-6 0-16 0,-3-1 0 15,-6-2 0-15,-6-1 0 0,-5 1-128 0,-6 0 192 0,-5 0-64 16,-3-1-336-16,-6 1-80 0,-4 2-16 0,-3-2 0 16,-2 5-240-16,0 1-48 15,-1 4-16-15,-3 1 0 0,-2 1 0 0,-5 1 0 0,-3 2 0 16,-1 1 0 0,0 2-112-16,3 2-32 0,4 4 0 0,8 1 0 0,5 2 352 0,8-1 64 15,6 2 16-15,5-2 0 0,5 2 704 0,6 2 128 0,4 2 48 0,6 1 0 16,3 0-240-16,7-1-64 0,3 1 0 0,6-2 0 15,5 1 128-15,8 0 32 0,8-1 0 0,5 0 0 0,4-8-32 16,1 2-16-16,1-3 0 0,-2-2 0 0,-3-1-144 0,-5-3-32 16,-6 0 0-16,-5 0 0 0,-4-2-192 0,-7-1 128 15,-6-1-128-15,-3 0 0 0,-12 4 256 0,0 0-32 16,4-10-16-16,-5 0 0 0,-6-1 64 16,-5 1 16-16,-5-1 0 0,-2 3 0 0,-6-2-288 0,-4 1 0 0,-3 0 0 0,-5 1 0 15,-4-2 0-15,-3 0 0 0,-1 0 0 0,-1-3-144 16,-1-3 144-16,3 3 0 0,0 0 0 0,2 3-128 0,3 1-144 0,1 1-32 31,0 1 0-31,2 3 0 16,0-1-224-16,5 5-48 0,1 0-16 0,5 3 0 15,6-1 272-15,6 2 64 0,4 0 16 0,9-4 0 0,2 11 240 0,7 2 0 16,6 1 0-16,6 0 0 0,3 1 208 0,8-2 144 16,2-1 32-16,2-2 0 0,2-1 176 0,6 1 32 0,5-4 16 0,1 2 0 15,1-3-304-15,0 0-64 0,0-1-16 0,-5-2 0 16,-7-2-80-16,-5 2-16 0,-6-1 0 0,-3-1 0 15,-5-1 112-15,-6-1 16 0,-4 2 0 0,-10 0 0 16,0 0-128-16,0 0-128 0,0 0 176 0,-4-11-176 16,-6 0 320-16,-4 3-64 0,-5-3 0 0,-5 2 0 15,-6-2-256-15,-6 1 0 0,-3-1-176 0,-4 0 176 0,-4-2-288 16,-1 1 48-16,0 1 16 0,0 2 0 0,-1 1-64 0,1 2-16 16,0 1 0-16,-3 3 0 15,-4 2-288-15,1 3-64 16,-4 5-16-16,2 6 0 0,-1 7 16 0,3 4 0 0,3 2 0 0,5 4 0 15,0 6 96-15,5 0 32 0,5 3 0 0,6-1 0 0,5-8 336 16,7-1 192-16,6-4-192 0,7-1 192 0,4-3 0 0,5-2 144 0,2-4 16 0,5-2 0 16,2-1 48-16,2-5 16 0,4-3 0 0,-1-2 0 15,-3-3 128 1,2-2 32-16,0-4 0 0,-1-3 0 16,0-3 16-16,-1-1 16 0,0-4 0 0,-1 0 0 0,-1-1-176 0,-1-1-48 15,-2 0 0-15,-1-2 0 0,-2-2-64 0,-3-1 0 16,-2 1-128-16,-2-3 192 0,-2-1-192 0,-4 1 144 15,1-1-144-15,-3 1 128 0,-1 0-128 0,-1 0-144 0,-2 0 144 0,-1 1-208 16,0 1-16-16,-1 2 0 0,-2 3 0 0,2 2 0 0,1 1 224 16,0 4-192-16,1 6 192 0,0-1-192 0,0 5 192 0,2 2 0 15,2 2 0-15,8-2-144 0,-5 8 144 0,2 4 0 16,2-2 160-16,2 3-160 0,3 2 192 0,0 0-48 16,1 0-16-16,2-1 0 0,1 0 0 0,-2 2 0 15,1-2 0-15,1 1 0 0,-1-4-128 0,3 0 128 16,0-2-128-1,0-1 128-15,-10-8-128 0,11 9 0 0,-11-9 144 16,10 6-144-16,-10-6 128 0,0 0-128 0,0 0 128 0,12-3-128 16,-4-3 176-16,-2 0-48 0,0-3 0 0,-1-3 0 15,-1-1-128-15,0-4 192 0,-2 0-192 0,1 0 192 16,-1-1-192-16,0 0 128 0,-2-1-128 0,0-2 128 16,0-2-128-16,0-2 0 0,-2-1 0 0,1 1 0 15,0-2-224-15,0 0 80 0,-1 2 16 0,1 4 0 16,-2 3-96-16,-1 3-16 0,2 6 0 0,-2 5 0 0,-1 2 48 0,-3 4 16 15,-3 9 0-15,0 4 0 16,-5 8 16-16,-2 4 0 0,-3 3 0 0,-1 4 0 0,-2-2 160 0,2 0-128 0,3-4 128 0,0 0-128 16,2-2 128-16,4-1 0 0,3-3 0 0,3-1 0 15,2-3 192-15,3-2 32 0,2-3 0 0,1-2 0 16,0 0 32-16,-1-11 16 0,0 0 0 0,7 10 0 0,-7-10-16 31,10 5-16-31,-10-5 0 0,13-1 0 0,0-3 80 0,0-1 0 16,0-2 16-16,0-4 0 0,2 0-176 0,-1-2-32 15,-1-1-128-15,-1-4 192 0,-3-1-192 0,0 1 0 16,-1 0 128-16,-3-3-128 0,-1-1 0 0,0-4 0 16,0 0 0-16,-3-2 0 0,-2 1 0 0,-1 0 0 0,1-1-128 15,-1 5 128-15,-2-1-320 0,-2 5 64 0,0 2 0 16,-2 2 0-16,-1 6 96 0,-3 3 32 0,-1 1 0 0,-2 3 0 16,-4 6-64-16,-2 5 0 0,-2 0 0 0,2 6 0 15,0 2 192-15,3 1-128 0,0 0 128 0,3 1-128 16,4-3 128-16,3 1 0 0,3 0 0 0,3 0 0 15,5 0 176-15,2 0 64 0,3-4 16 0,4 0 0 0,2-1 0 16,4-2 0-16,3-2 0 0,3 1 0 0,2-5-256 0,1 2 128 16,2-3-128-16,1-3 0 0,-2 0 128 0,0-3-128 15,-2-3 0-15,-1 0 144 0,-2-2-144 0,-1-1 0 16,0 0 0-16,1-2 0 0,-1 1 0 0,-1-1 0 16,-3-2 128-16,-2 2-128 0,-3-1 0 0,-3 0 0 15,-3-1 0-15,-5 0 0 0,-4 1 0 0,-1-5-144 16,-2-1 144-16,-4 0-160 0,-2-2-48 0,-2 2-16 0,-4 0 0 15,2 2 0-15,-2 2 224 0,1 1-192 0,2 6 192 0,-2 2-192 16,-1 4-64-16,0 3 0 0,-1 4 0 0,0 5 0 16,-3 6 256-16,0 4-192 0,3 4 192 0,2 1-192 15,6 1 32-15,-1 1 16 0,2 2 0 0,4 0 0 16,1 0 272 0,4-2 48-16,2 0 16 0,5-2 0 0,2 1 64 0,3-1 0 15,3-1 16-15,4-1 0 0,2-4-80 0,3 1-32 0,4-1 0 0,3-2 0 16,6-2-32-16,3-5-128 0,3-1 192 0,1-3-64 15,1-1-128-15,-1-4 128 0,-4-4-128 0,-2-1 128 16,-3-3-128-16,-1-1 192 0,-5-3-192 0,-3 0 192 16,-3 3-192-16,-2-3 128 0,-2-1-128 0,-5-1 128 15,-2-1-128-15,-5 0 128 0,-3 0-128 0,-4-3 128 16,-2-1-128-16,-3-1 0 0,-3 0 0 0,-3 0 0 0,-2-1 0 0,-4 5-256 16,-2-4 48-16,-2 1 0 0,-4 2 16 0,-2 0 0 15,-3 3 0-15,-4 4 0 0,-1 3-48 0,-2 4 0 16,-2 3 0-16,0 5 0 0,0 3 32 0,1 3 0 15,4 3 0-15,5 0 0 0,5 1 208 0,5 1-176 16,5-1 176-16,5 1-160 16,5 0 160-16,4 0 0 0,5-1 0 0,6 3 0 15,3-4 224-15,7 1-32 0,6 0 0 0,8-1 0 16,7-2 160-16,6-4 32 0,5-2 0 0,1 1 0 16,2-3-224-16,2 0-32 0,-5-2-128 0,2-4 192 15,0-3-64-15,-2-1-128 0,-1-5 176 0,-2 0-176 0,-3 0 192 0,-4 0-64 16,-4-1 0-16,-3 1-128 0,-3-1 160 0,-3-1-160 15,-4 1 128-15,-5-3-128 0,-4 1 160 0,-4 0-160 16,-3-4 192-16,-3-1-192 16,-2 1 176-16,-2-4-176 0,-5 3 160 0,-2-5-160 0,-1-1 0 0,-4-1-208 15,-3 1 16-15,-3-1 0 0,-3 1-80 0,-2 3-16 16,-2 1 0-16,-3 4 0 0,-2 4 16 0,-6 3 0 16,-7 4 0-16,-2 4 0 0,-2 4-80 0,-1 5-16 15,1 3 0-15,2 6 0 0,3 4 112 16,5 3 0-16,4 2 16 0,5-1 0 0,6 0 240 0,6-1 0 0,4-1-160 0,6-1 160 15,6-1 0-15,5-1 192 0,5 0-32 0,4-1 0 16,3 0 192-16,5-1 32 0,4-1 16 0,5-1 0 0,5-3 16 16,4-2 0-16,1-3 0 0,2-2 0 0,1-2-176 0,-3-3-48 31,-3-2 0-31,-2 0 0 0,-3-2 0 0,-2 1 0 16,-3-5 0-16,-2 0 0 0,-2-2-48 0,1 2-16 15,-3-6 0-15,-2 0 0 0,-2-1-128 0,-3 0 128 16,-4 0-128-16,-1 0 128 0,-3 0-128 0,-4 0 0 0,-3 0 0 0,-5-2 0 15,-1-5-384-15,-4 0 64 0,-5 2 0 0,-3-2 0 32,-5 2-144-32,-2-2-32 0,-3 0 0 0,-2 4 0 15,-3 0-256-15,-5 6-48 0,-6 3-16 0,-4 5 0 0,-6 0 112 16,-1 6 0-16,-1 2 16 0,4 3 0 0,2 1 224 0,8 1 32 16,8-1 16-16,4 0 0 0,8 1 416 0,5-2 0 0,4-1 0 0,10-8 0 15,0 0 208-15,6 13-16 0,3-3-16 0,6-1 0 0,8 0 144 0,5-3 48 16,7-1 0-16,7-1 0 0,4-2 80 0,2 0 32 15,0-4 0-15,2 0 0 0,-1-5-48 0,0-1-16 16,-2-1 0-16,-1 0 0 0,-1 0-192 0,-2 0-32 0,-4 0-16 16,-4 1 0-16,-4 0-48 0,-3 0-128 15,-6 2 192-15,-4-2-64 0,-3-1 0 0,-5 0-128 0,-3 1 192 0,-6-1-64 16,-5 0 64-16,-5 1 0 0,-6-3 0 0,-3 4 0 16,-4-3-192-16,-5 3 0 0,-6-1 0 0,-2 1 0 15,-4 3-272-15,-2 2 64 0,0 1 16 0,-1 1 0 16,-1 2-16-16,-3 1 0 0,-2 1 0 0,-2 2 0 15,1 2-80-15,2 2-16 0,4 2 0 0,5 0 0 0,7 1 48 0,7 0 0 16,6-1 0-16,6 2 0 0,5 0 256 0,4 1 0 16,6-2 176-16,4 1-176 0,5 2 272 0,5-2-48 31,5-1-16-31,4 1 0 0,4-3 224 16,6 1 32-16,1-2 16 0,4 0 0 0,-1-3-144 0,-1-4-16 15,0-2-16-15,-1-1 0 0,-3-1-144 0,-1-1-32 16,-2 1 0-16,-4-4 0 0,0 0-128 0,-4 2 160 15,-1-1-160-15,-4 1 160 0,-6 1-160 0,-4-2 192 0,-9 4-192 0,0 0 192 16,-1-11-192-16,-6 2 0 0,-4 0 0 0,-6 1 0 16,-4 2-160-16,-5 1-16 0,-3 1 0 0,-3 2 0 15,-4 0-128-15,-1 2-16 0,-5 0-16 0,-2 0 0 16,-3 0 80-16,0 2 0 0,-2 2 16 0,6 3 0 16,3-1-16-16,6 4-16 0,5 0 0 0,7-2 0 15,5 0 272-15,7-1-160 0,10-7 160 0,0 0-128 0,0 0 128 16,6 10 176-16,7-4-48 0,8-1 0 0,7-3 192 0,6-2 16 15,5-3 16-15,5-1 0 0,4-1-80 0,2-3-16 16,-2-2 0-16,-2-2 0 16,-2 1-128-16,-1-2-128 0,0 0 144 0,-3 3-144 0,0-3 144 0,-5 4-144 0,-5-2 128 0,-4 1-128 15,-5 1 128-15,-4 0-128 0,-4-2 128 0,-6 1-128 16,-3-1 176-16,-4 2-48 0,-5 1-128 0,-4-2 192 16,-3-2-192-16,-5 4 0 0,-5 2 0 0,-5 3 0 15,-5 2 0-15,0 4-192 0,-2 2 48 0,-1 0 0 16,-2 3 144-16,-1 2-208 0,1 1 80 0,0 0 128 15,2 1-288 1,4 0 64-16,3-6 16 0,7 2 0 0,5 1 48 16,5-5 16-16,11-4 0 0,0 0 0 0,0 0 144 0,0 0 0 0,8 7-144 0,5-3 144 15,3-3 0-15,3-1 0 0,3-1 0 0,4-3 0 0,2 0 128 16,0-3 0 0,1-2 0-16,-2 1 0 0,1-1-128 0,-1 0 0 0,2 0 144 15,0 1-144-15,-3 0 0 0,-2 2 0 0,-1-3 0 0,-4 2 128 16,-3 2-128-16,-4 0 0 0,-5 0 0 0,-7 5 128 15,0 0-128-15,0 0 0 0,-6-4 0 0,-5 2 0 16,-4 4-128-16,-6 2-64 0,-5 1 0 0,-4 3 0 16,-3 1 32-16,-1 3 0 0,-2-1 0 0,-2 2 0 15,-4 3 160-15,-2-4-160 0,-3-1 160 0,3 2-160 0,3-3 160 16,7-1-160-16,6-3 160 0,7-1-160 0,7-1 160 0,14-4 0 16,0 0 0-16,0 0 0 0,0 0 0 0,11 4 0 15,5-4 144-15,6-1-144 0,4-4 128 0,7 0-128 16,2-3 0-16,1-1 0 0,2-3 160 0,-1-1-160 15,-2-2 128-15,-1 0-128 0,-2 0 0 0,-2 4 0 16,-2-1 128-16,-3 3-128 0,-5-2 0 0,-4 4 0 16,-4 1 0-16,-12 6 0 0,0 0 0 0,0 0 0 0,0 0 0 0,-11-2-176 15,-6 4-16-15,-3 4-16 0,-5 0 0 16,-4 6 0-16,-2-2 32 0,-6 3 16 0,-3 2 0 0,-3-2 0 16,-4-2 160-16,0 0-160 0,-1-1 160 0,1 1-160 15,0-3 160-15,3-1-128 0,2 1 128 0,4-1-128 16,4-2-192-16,2-1-48 0,0-2 0 0,5 0 0 31,3-2-144-31,2 0-48 0,1-4 0 0,3 0 0 0,0 0-16 16,4-1 0-16,-2 1 0 0,2-3 0 0,1 1 128 0,1-2 32 0,0 2 0 31,2-1 0-31,-1 0-80 0,2 0-16 0,-1-2 0 16,-1 1 0-16,-2 0 64 0,2 1 0 0,-3 1 0 0,3 1 0 0,-2-1 256 0,1 3 192 15,0 0-208-15,1-2 80 0,-1 1 128 0,-1 0 128 0,0-1-128 16,0 2 176-16,0-1-16 0,0 0 0 0,-2 0 0 0,2 0 0 15,0 0 16-15,0-1 0 0,-1 1 0 0,1-1 0 16,0-1 16-16,1-1 0 16,0-1 0-16,2 0 0 0,-1 2 128 0,5-1 48 0,1-2 0 0,1 0 0 15,0 1 0-15,3-1 0 0,1 1 0 0,1 1 0 16,0-1-160-16,2 1-16 0,-1-1-16 0,2 1 0 16,-1-3 0-16,1 4 0 0,0-1 0 0,0 1 0 15,0-2-48-15,-1-1 0 0,0 1 0 0,-3 8 0 16,3-8-128-16,-1 2 0 0,0-2 0 0,-2 8 128 0,0 0-128 0,0 0 0 0,1-9 0 15,-1 9 128-15,0 0-128 0,0 0 0 0,0 0 0 0,0 0 128 16,0 0-128-16,0 0 0 0,0 0 0 0,0 0 0 16,-5 17 0-16,-3 0 0 0,-3 5 0 0,0 4 0 15,-2 3 0-15,-2 1 0 0,0 1-144 0,-1 0 144 16,0-1 0-16,2-1 0 0,1-2 0 0,3-1 0 16,0-3 0-16,4-3 0 0,1 0 0 0,1-6 0 15,1 2 0-15,2-3 128 0,0-5-128 0,1-8 0 31,0 0 320-31,0 0-16 0,0 0-16 0,0 0 0 0,0 0 272 16,0 0 48-16,0 0 16 0,7-11 0 0,2-2-96 0,1-1-16 16,-3-4 0-16,3-1 0 0,-1 0-192 0,0-5-64 15,0 0 0-15,-1-1 0 0,-2-1-256 0,1-2 0 16,-2 0 0-16,0-4 0 0,0 0 0 0,1 1 0 16,-2-1 0-16,-2 5 0 0,2 6-160 0,-1 3-96 0,-2 3 0 15,-1 5-16-15,0 10 48 0,0 0 16 0,-9-4 0 0,0 7 0 16,-2 2-48-16,0 5 0 0,-1 5 0 0,-1 4 0 15,0 5 80-15,0 2 16 0,0 1 0 0,1-1 0 16,3 0 160-16,0-5 0 0,1 1 0 0,3-3 0 16,2-1 0-16,2 0 0 0,1-2 0 0,0-1 128 15,1-3-128-15,3 0 128 0,0-6-128 0,1 2 128 16,-5-8-128-16,7 8 144 0,-7-8-144 0,0 0 160 0,0 0-160 0,0 0 192 16,0 0-192-16,11 0 192 0,-11 0-192 0,11-5 192 15,-11 5-192-15,9-11 192 0,-3-3-32 0,1 1 0 16,-2 0 0-16,-1-1 0 0,-1-3-16 0,-1 0 0 15,1 0 0-15,-2-3 0 0,-1-1-144 0,2-1 160 16,-2 1-160-16,0-5 160 0,0 3-160 0,1-1 0 16,0 5 0-16,2-1 128 0,-2 6-128 0,-1 1 0 15,3 1 0-15,-3 12 0 0,1-8 0 0,-1 8 0 0,0 0-128 0,0 0 128 16,0 0 0-16,0 0 0 0,-7 8 0 0,0 3 0 31,-1-2-160-31,0 6 160 0,-1 2 0 0,0 4-144 16,1 1 144-16,0 3 0 0,-1 1 0 0,1 0 0 0,2-2 0 0,0-1 128 15,2-1-128-15,3 2 176 0,0-2-176 0,1 1 0 16,1-4-192-16,0-1 192 0,2-4 0 0,0 2 0 16,-1-3 0-16,2 0 0 0,0-1 0 0,0-3 0 15,-4-9 0-15,4 8 0 0,-4-8 160 0,0 0-160 16,0 0 192-16,0 0-192 0,10 4 288 0,-10-4-48 16,12 0-16-16,-12 0 0 0,12-7 16 0,-3-1 0 0,-1 0 0 15,0-3 0-15,-1 0-240 0,1 0 176 0,-1-4-176 0,-2 0 160 0,0-1-160 16,0-2 0-16,-1 1 0 0,0 0 0 0,-1 0 0 0,-1 2 0 31,0 2-144-31,-2 7 144 0,0 6-320 0,0 0 32 16,0 0 16-16,0 0 0 0,-11 13 16 0,0 8 0 15,-5 6 0-15,-4 4 0 0,-2 3 0 0,-1 4 16 0,-2 1 0 0,3 2 0 16,4-2 240-16,2-1 128 0,4-2 0 0,4-1-128 16,3 1 208-16,3-6-64 0,2-6-16 0,2-2 0 15,1-2 96-15,1 0 16 0,0-5 0 0,1 0 0 16,0-5-240-16,0-2 144 0,-5-8-144 0,8 6 128 0,0-2 48 15,-8-4 0-15,13 2 0 0,0-5 0 0,0-2-16 16,3-3 0-16,1-3 0 0,1-2 0 0,0-1-160 0,0-4 0 16,1 0 0-16,0-5 0 15,2-1 0-15,0-2 0 0,1-3 0 0,2 3 0 16,0 1 0-16,2 0 0 0,2 2-192 0,2 2 192 16,1-1-160-16,0 4 160 0,1 2 0 0,-4 3-144 15,-2 2 144-15,0 5 0 0,-2 2 0 0,-2 1 0 16,-2 3 0-16,-3 3-128 0,-3 2 128 0,-2 0 0 15,-2 2-240-15,-2 2 48 0,-2 1 0 0,-2 1 0 16,-2 2-128-16,-4-3 0 0,0 2-16 0,-4 0 0 0,-3-2 80 0,-2 3 32 16,-5 0 0-16,-4-1 0 0,-2 0 16 0,-3 0 0 15,-2 2 0-15,-4-1 0 0,-3-3 208 0,-3 1-192 16,0 1 192-16,-1-3-192 0,1 0 192 0,2 0-144 16,1-3 144-16,3 0-128 0,2-2 128 0,4-2-192 15,2-2 192-15,5-2-192 0,2-1 192 0,6-1 176 0,3-1-48 16,7 5 0-16,-1-7 112 0,5 1 16 0,4-2 0 0,5-1 0 15,4 1-32-15,6-4 0 0,3 3 0 0,3 0 0 0,2 0-224 16,3 0 0-16,0 0 128 0,2 0-128 0,2-2 144 0,0 2-16 16,-3-3 0-16,-2 4 0 0,-3-1-128 0,-4 1 0 15,-4 2 0-15,-4 1 0 0,-3-2 0 0,-5 2 0 16,-10 5 0-16,0 0 0 0,0 0 0 0,-3-10 0 16,-6 0 0-16,-5 3 128 0,-7 0-128 0,-5 4 0 15,-5 3-160-15,-6 2 160 0,-2 0-256 0,-3 5 64 16,1-1 0-16,-2 1 0 15,-2 2 192-15,1 2-144 0,-2-4 144 0,2 2-128 0,1-2 128 0,7-1-160 16,6-2 160-16,5 2-160 0,5-2 160 0,7-1 0 16,4 0 0-16,9-3 0 0,0 0 0 0,0 0 0 15,0 0 0-15,20 1 0 0,2-1 192 16,5 0-48-16,4-2 0 0,3-1 0 0,0-1 32 0,1 0 0 16,1 0 0-16,-4 0 0 0,0 1-176 0,-4 0 0 15,-2-2 0-15,-4 1 128 0,-2-1-128 0,-4 1 0 16,-3 1 144-16,-13 3-144 0,0 0 0 0,0 0 0 0,0 0 0 15,0 0 128 1,0 0-128-16,-13 1 0 0,-6 2-128 0,0 2 128 0,-5 2-192 16,-2-1 32-16,-4 2 16 0,-1 1 0 0,0 0 144 0,-2 2-208 15,1 1 80-15,-1-2 128 0,2 3 0 0,3 0 0 16,5-6 0-16,5-1 0 0,3 1 0 0,6-2 0 16,9-5 0-16,0 0 0 0,0 0 192 0,0 0 16 15,11 6 0-15,3 0 0 0,4-6-64 0,7-3-16 16,4-1 0-16,2-1 0 0,0 0 0 0,2-2 0 15,1-2 0-15,-2 1 0 0,-2 2-128 0,-1 0 0 0,-3 1 0 0,-3 1 0 16,-2 0 0-16,-4 2 0 0,-4-1 0 0,-13 3 0 16,0 0 0-16,0 0 0 0,0 0 0 0,0 0 0 15,-9 12-240-15,-4 0 80 0,-4-2 16 0,-4 3 0 16,-3 1 144-16,-3 2 0 0,0 1-144 0,0 0 144 16,-1-3 0-16,2-1 0 0,0-1 0 0,4-2 0 15,4-2 128-15,5-1 80 0,2-2 32 0,11-5 0 16,0 0-64-16,0 0-16 0,0 0 0 0,0 0 0 0,13-3 48 0,4 0 16 15,2-4 0-15,3-1 0 0,2-1-224 0,3-3 0 16,-1-1 0-16,-2-1 0 0,1-2 0 0,-3 1 0 16,-2 2 0-16,-3 0 0 0,-3 1 0 0,-2 0 0 15,-3 3 0-15,-4-1-160 0,-2-1-32 0,-4 2 0 16,-5 2 0-16,-2 1 0 16,-2 1 0-16,-3 1 0 0,-3 4 0 0,-2 1 0 0,-3 2 32 0,-2 2 0 15,-3-1 0-15,0 1 0 0,0 0 160 0,1 1 0 16,1 0-144-16,5 1 144 0,3-2 0 0,4 0 0 15,3-1 0-15,9-4 0 0,0 0 192 0,0 0 48 16,0 0 16-16,0 0 0 0,17-1-112 0,4-2-16 16,4-1 0-16,4 0 0 0,3-1-128 0,5 0 160 15,2 0-160-15,5-2 160 0,4 0-160 0,4-2 0 0,3 2 0 16,1 0 0-16,0 3 0 0,0-2 0 0,-1-1 0 0,-3 1 0 16,-2-1 0-16,1 1 0 0,1 0 0 0,1 0 0 15,-1-1 0-15,-1 1 128 0,-1-1-128 0,-3 2 128 16,-2-2-128-16,-4 1 0 0,-3-6 0 0,-3 2 128 15,-3-2-128-15,2 3 0 0,-1-5 0 0,-1 1 128 16,1 0-128-16,0-2 0 0,-2 1 144 0,-1-2-144 16,-1-1 0-16,-1 0 0 0,0-1 0 0,-2 0 0 0,-1-3 0 0,-2-1 0 15,-2-2 0-15,-2 1 0 0,1-1 0 0,-2-4 0 16,0 2 0-16,-1 1-128 0,-2 1 0 0,-2 2 0 16,-3-1 0-16,1 2 0 15,-2 0 128-15,-1 0-208 0,-1 0 80 16,0 3 128-16,-1 2-160 0,1 2 160 0,-2 1 0 0,0 4-144 15,-5 9 144-15,6-8 0 0,-6 8 0 0,0 0 0 16,0 0 0-16,0 0-128 0,0 0 128 0,-3 16-128 16,-2 5 128-16,0 3-208 0,-1 4 80 0,1 2 128 0,-1 2 0 0,2-2 0 15,1 4 0-15,3-4 0 0,3-4 0 16,2 0 0-16,3-5 192 0,2-1-64 0,2-5 16 16,2-2 0-16,2-2 0 0,2-3 0 0,0-2 176 15,1-3 48-15,0-3 0 0,1-3 0 0,2-1-32 0,-1 0 0 0,0-5 0 16,0-1 0-16,-2-1-128 0,2-4-16 0,-1-2-16 15,0 0 0-15,0-4-176 16,-1 0 0-16,-2 0 0 0,0 0 128 0,0-1-128 16,0 0 0-16,-1-3 0 0,-2 2-176 0,-1-3-112 15,2-2-32-15,-5 4 0 0,0 0 0 16,0 1-160-16,-4 3-32 16,-1 5-16-16,-1 3 0 0,-4 12 80 0,0 0 32 0,0 0 0 0,0 0 0 15,0 0 160-15,-8 14 16 0,-2 2 16 0,0 5 0 0,-1 3 224 0,1 5-192 16,-5 2 192-16,2 2-192 0,0-2 192 0,3 2 0 15,2-1 0-15,4 0 0 0,2-4 0 0,2-2 192 16,3-3-64-16,1-4-128 0,0-3 320 0,3-3-64 16,-1-3 0-16,1-3 0 0,-7-7 16 0,0 0 0 15,0 0 0-15,13 1 0 0,-3-5 112 0,-1-2 32 0,-1-2 0 0,1-5 0 16,0-4-208-16,-1 0-32 16,0-3-16-16,1 0 0 0,2-5-160 0,-1-1 0 15,-1 1 0-15,0-1 0 0,2-3 0 0,-1-1 0 0,1-1 0 0,-1-2 0 16,2 1-384-16,0 0 32 15,-2-3 16-15,-1 3 0 0,-1 0 0 0,-2 6 0 0,-2-1 0 0,-2 6 0 16,-4 4 144-16,-2 5 16 0,-3 5 16 0,-6 5 0 0,-8 0-16 0,-4 11 0 16,-2 2 0-16,-5 8 0 0,-4 3-16 0,-2 5-16 15,0 3 0-15,2-1 0 0,2-2 208 0,4 1-176 16,4-2 176-16,4-3-160 16,3-3 160-16,6-1 256 0,3 0-64 0,3-4-16 15,3 0 128-15,3-2 16 0,1-13 16 0,4 13 0 0,0-3-96 16,-4-10-32-16,10 10 0 0,3-2 0 0,2-6 0 15,2-2 0-15,2-2 0 0,2 0 0 0,0-4-208 0,0 0 0 16,-2-2 128-16,0 0-128 0,-2-3 0 16,-2 0 0-16,1-2 0 0,-4 0 0 15,-3 0-224-15,-1 1 64 0,-2-1 16 0,-2-2 0 16,-3 2-160-16,-2 0-16 0,-2 0-16 0,-2 1 0 16,-4 3-112-16,-4 5 0 15,-4-3-16-15,-3 5 0 0,-3 4-112 0,-7 2-32 0,-6 1 0 16,-2 3 0-16,-3 3 352 0,2 0 64 0,0 0 0 0,3 1 16 0,4 2 176 0,8 0 0 0,3-1 0 0,5-1 0 15,4-3 352-15,6-1 96 0,6-8 32 0,0 0 0 16,0 0 160-16,13 8 48 0,5-4 0 0,4-3 0 16,4-2-96-16,6-2-16 0,1-2 0 0,7-2 0 0,1 1-272 15,2-5-64-15,-2 1-16 0,-1 1 0 0,-2-4-224 0,-3 1 0 16,-2 0 0-16,-3-1 0 0,-2-1-272 0,-1 1 48 16,-3 0 16-16,-3 1 0 0,-5 2-80 0,-3 1-16 15,-5 2 0 1,-8 7 0-1,0 0-144-15,0 0-16 0,-12-4-16 0,-5 7 0 0,-4 1 96 16,-4 5 32-16,-3 0 0 0,-5 5 0 0,-3 3 192 0,-4 0 160 0,0-1-208 0,0-1 80 16,-2 1 128-16,3 0 0 0,2-3 0 0,6 0-128 15,5 0 128-15,6-4 0 0,5 1 128 0,4 1-128 16,3-5 336-16,8-6 0 0,0 0 0 0,0 0 0 16,0 0 48-16,0 0 16 0,11 7 0 0,2-6 0 15,4-1-80-15,4-1 0 0,3-6-16 0,6 1 0 0,7-3-128 0,-1-2-32 16,0-2 0-16,-2 0 0 0,-1-1-144 15,0-3 0-15,-2-1 0 0,-1 1 0 0,-1-2 0 0,-2 1 0 16,-1-1-160-16,-1-1 160 0,-3-1-208 0,-2 2 48 16,-4 0 16-16,-3 4 0 0,-4-2-96 0,-4 1-16 0,-4 6 0 15,-3-1 0-15,-4 5-48 0,-4 3-16 0,-4 2 0 0,-7 5 0 16,-5 4 48-16,-3 3 0 0,-2 5 0 0,-3 4 0 16,-3 2 112-16,0 2 32 0,-3 8 0 0,1-7 0 31,-1-2 128-31,6-1 0 0,4-1-144 0,7 0 144 0,3-3 0 0,4-1 0 0,5-3 0 0,3-1 0 0,3-2 256 0,2 1 32 15,3-12 0-15,3 10 0 0,-3-10-48 0,7 8-16 32,3-3 0-32,1-2 0 0,4-5-16 0,3 1 0 15,3-2 0-15,4 0 0 0,-1-4-208 0,2-2 176 16,0 0-176-16,2-4 160 0,-1 0-160 0,-1-2 0 16,-2 0 0-16,-2-2 0 0,0 1 0 0,-1-1 0 0,-1 2 0 0,-1-1 0 15,-1-2 0-15,-1 1 0 0,-2 1 0 0,-4 2 0 16,0-5 0-16,-5 8-176 0,-2-2 176 0,-3 4-192 15,-1 9-48-15,-5-7-16 0,-3 3 0 0,-3 4 0 16,-6 3-16-16,-3 2-16 0,-2 5 0 0,-3 5 0 16,-1-1 112-16,-2 3 32 0,-4 1 0 0,1 2 0 15,-3-1 144-15,-1 0 0 0,-2-2-144 0,3 0 144 0,3 1 0 0,4-3 0 0,2 0 0 16,5-2 0-16,5-1 0 0,3-1 0 0,2-3 0 16,10-8 0-16,0 0 128 0,0 0 112 0,0 0 16 0,0 0 0 15,0 0 32-15,10 5 16 0,4-3 0 0,5-4 0 16,2-3-96-16,5-1-16 0,2-4 0 0,4 0 0 15,-1-2-192-15,0 1 144 0,-1-2-144 0,0-3 128 16,-1-1-128-16,-2 1 0 0,1-1-160 0,-2 0 160 16,-3-1-224-16,-1 1 48 0,-1 0 16 0,-1-2 0 31,-2 2 0-31,-4-2 0 0,-1 3 0 0,-4-1 0 0,-3 0-80 0,-4 4-16 16,-3 2 0-16,-4 3 0 0,-6 3-48 0,-3 3-16 15,-6 3 0-15,-3 4 0 0,-3 3 64 0,-4 4 0 16,-3 2 0-16,-2 4 0 0,-3-1 256 0,-2 5-192 15,-4 3 192-15,-1 0-160 0,0-2 160 0,0 1 0 16,2-1-144-16,3 2 144 0,3 0 0 0,6-3 0 16,4 0 0-16,4 0 0 0,4-5 0 0,5 0 0 0,3-1 0 15,3-4 0-15,3-2 0 0,5-10 0 0,0 0 192 0,0 0-64 16,9 10 96-16,6-3 16 0,4-3 0 0,6-4 0 16,5-7 16-16,5-3 0 0,3-2 0 0,4-2 0 15,2-1-128-15,0 1-128 0,-1 0 176 0,-4-3-176 16,-2-1 128-16,-3-1-128 15,-3 1 0-15,-2 0 0 0,-3 0 0 0,-4 1 160 0,-4 0-160 0,-1 4 128 0,-4 0-128 0,-2 2 192 16,-6 2-192-16,-5 9 192 16,0 0-192-16,-13 0-192 0,-4 3 32 0,-7 6 16 15,-4 5-96-15,-7 3-16 0,-6 1 0 0,-3 1 0 0,-6-1 256 0,-1 0-144 16,1-1 144-16,0 1-128 0,2-2 128 16,4 0 0-16,3-3 0 0,7-3 0 0,4 0 0 0,5-2 0 15,5-1 0-15,3-5 0 0,4 2 128 0,2-1-128 16,11-3 160-16,0 0-160 0,0 0 160 0,0 0-160 0,0 0 160 15,0 0-160-15,0 0 0 0,0 0 128 0,13-5-128 0,2 1 0 16,0 1 0-16,5 2 0 0,2 1-192 0,3 1 192 16,1 4 0-16,2 3 0 0,2 3 128 0,2 0-128 15,-2 4 512-15,1 0 0 0,0 2 0 0,1-1 0 16,-2 2-16-16,-3 1 0 0,-1-3 0 0,-3 1 0 16,0-2-192-16,-3-2-48 0,0-1 0 0,-2-2 0 15,-2 0-96-15,-3-1-32 0,-3-1 0 0,-2-1 0 16,-8-7 0-16,0 0-128 0,0 0 192 0,0 0-64 0,0 0-128 0,0 0 128 31,0 0-128-31,0 0 128 0,0 0-128 0,-12 0 0 16,-1-1-160-16,-1-2 160 0,-4-1-320 0,0-1 48 15,-2 1 0-15,-1-3 0 0,-4 0-96 0,1 0-16 16,-2-1 0-16,2 0 0 16,3 2-176-16,4-1-32 0,4 2-16 0,3-1 0 0,2 2 320 15,8 4 64-15,0 0 16 0,0 0 0 0,0 0 208 0,0 0 0 16,10 0 0-16,6 1 0 0,4 2 144 0,3-1 80 0,2 1 16 0,2-1 0 15,1 1 144-15,0 1 16 0,1 0 16 0,-2 2 0 16,-1-2-176-16,1 3-48 0,-3-1 0 0,-2 2 0 16,-1 0-192-16,-1 0 176 0,-2 0-176 0,-4-1 160 15,-2 0-16-15,-4-1 0 0,-8-6 0 0,0 0 0 0,0 0-144 0,-1 8 192 16,1-8-192-16,-12 7 192 0,-4-3-192 0,-2-2 128 16,-3-2-128-16,-2 0 128 0,-5-1-128 0,-2 0 0 15,-2-1 0-15,-2-1 0 0,-3-3-256 0,0 0 80 16,-3-2 16-16,4 1 0 0,2-2-160 0,4 0-48 15,4-1 0-15,5 1 0 0,3 0 112 0,4-1 0 16,2-3 16-16,3 0 0 0,2 0 240 0,3-1 0 0,2-3 0 0,3 4-144 16,3 0 144-16,4 1-192 0,2 2 192 0,3 2-192 15,2 3 192-15,0-1 0 0,1 4 0 0,-1 2 0 16,2 2 0-16,2 4 0 0,-1-1 0 0,0 5 176 16,-1-1-176-16,-1 2 0 0,-2-1 144 0,-1 1-144 15,-2-1 0-15,-2-1 128 0,-3-1-128 0,-6-8 0 16,0 0 0-16,5 12 128 0,-5-12-128 0,0 0 0 15,0 0 0-15,-9 6 144 0,0-3-144 0,-4 0 0 0,-4-3 192 0,0-2-192 16,-1 0 192-16,0-2-192 0,-2 0 128 16,-1-3-128-16,0 1 0 0,-1-3 0 0,0 0 0 0,1-2 0 31,2 1 0-31,0-1 0 0,1 1-128 0,4-2-48 16,2-2 0-16,2 1 0 0,1 0 176 0,3 2-160 0,4 1 160 0,0 3-160 0,2 7 160 0,0 0 0 15,0 0-144-15,0 0 144 0,11-5 0 0,1 5 0 16,1 3-144-16,2 3 144 0,4 2 0 0,0 4 0 15,3-3 176-15,3 3-176 0,0 1 320 0,2 0-64 16,1 0 0-16,0 2 0 0,4 2 16 0,-4 0 0 16,-2-1 0-16,-1 0 0 0,-3-2-144 0,0 0-128 15,-2-1 192-15,-2 0-192 0,-3-2 128 0,-2-1-128 16,-3-1 0-16,-2-2 0 0,-8-7 160 0,0 0-160 0,0 0 128 0,0 0-128 31,0 0 160-31,0 0-160 0,0 0 192 0,0 0-192 0,0 0 128 0,-11 0-128 16,-3-4 0-16,-3-1 0 0,-2-2 0 0,-5-1 0 0,-2 2-240 15,-4-3 80-15,-3 0-96 0,-2-2-32 0,-1 1 0 0,-2-1 0 47,-4 0-256-47,3-1-48 0,0-1-16 0,4 1 0 0,3 0-16 0,6 1 0 16,6 2 0-16,3 2 0 0,5 0 384 0,4 2 80 0,8 5 16 0,0 0 0 0,0 0 144 0,0 0 256 16,12 3-64-16,3-2-16 0,4 3 208 0,7 3 32 15,6 0 16-15,7 4 0 0,4-3 304 16,6 3 64-16,2 2 16 0,1 0 0 0,-1-1-352 0,-3 0-64 15,-1 2-16-15,-2 1 0 0,0 0-176 0,-4 2-32 0,-1 0-16 0,-4 1 0 16,-2-3-160-16,-5 0 0 16,-5-3 0-16,-4 1 128 0,-6-1 0 0,-5-6 0 0,-9-6 0 0,6 8 0 15,-6-8 0-15,0 0 0 0,-6 7 0 16,-3-1 0-16,-5-3-128 0,-4-2 0 0,-6 1 0 0,-2-1 0 16,-3-2 0-16,-1-1 0 0,-1 1-160 0,-1-2 160 15,-2 1-304-15,-3-1 48 0,-2-1 0 0,-4-1 0 31,-4-2-256-31,-1 1-64 0,-3-3 0 0,-2 1 0 16,-2 0-384-16,1 0-64 0,2 2-32 0,1-1 0 0,-1 1-80 16,-3 1-16-16,-3-1 0 0,-2 2 0 0,-1 1-128 0,-2 1-48 15,0 1 0-15,3 2 0 0,2 4-112 0,0-2-32 0,1 1 0 0,1 0 0 16,0-2 800-16,4 2 160 0,2-1 16 0,3 1 16 0,4 0 480 16,4 1-144-16,3 0 144 0,2 0 0 0,2-1 0 0,6 2 0 0,3 1 0 0,3 0 0 15,2-1 384-15,5 2 64 0,4 0 16 16,4 3 0-16,1 0 816 0,4 2 176 0,2 3 16 0,5-3 16 15,3 0-560-15,3 1-112 0,3-1-32 0,1 0 0 16,0 0-16-16,0-5-16 0,0 1 0 0,-1-1 0 16,-2-1-368-16,-2-2-80 0,-12-5-16 0,0 0 0 15,0 0-64-15,0 0-16 16,0 0 0-16,0 0 0 0,0 0 160 0,0 0 16 16,-13 0 16-16,-3-3 0 0,-2-2-192 0,-3 3-32 0,-4-1-16 15,-1 0 0-15,-4-1-160 0,0 0 0 16,-1-2 0-16,-2-3 128 0,3 1-128 0,1 0 0 0,2-1 0 0,2 0 0 15,4-5 0-15,3 1 0 0,3 1 0 0,3 0 0 0,1-1 0 0,5 1 0 16,1 2 0-16,1-1 0 0,1 2 0 31,3 9-176-31,0-9 176 0,0 9-128 0,0 0 128 0,0 0-160 16,5-8 160-16,-5 8-160 0,0 0-16 0,0 0 0 16,0 0 0-16,7 8 0 0,-3 4 32 0,-2 0 0 0,-2 2 0 15,-1 3 0-15,-2 1 144 0,0 0 0 16,-4-1 0-16,2-2-128 0,0 0 128 0,-1 1 0 15,0-2 0-15,2 1 0 0,0-1 0 0,3 0 176 16,1-2-176-16,4 0 192 0,-4-12 32 0,10 13 16 0,3-4 0 0,3-1 0 16,3 1 48-16,2-2 16 0,3-1 0 0,-1-1 0 15,3 0-64-15,2 1-16 0,-1-1 0 0,0 0 0 16,-1-1-224-16,0 0 0 0,-1-1-144 0,-1-1 144 31,-2 1-576-31,-1-1-32 0,-2 0 0 0,0-1-11008 0,-4 0-2208 16</inkml:trace>
  <inkml:trace contextRef="#ctx0" brushRef="#br1" timeOffset="41392.68">24193 8086 10127 0,'0'0'896'0,"0"0"-704"0,0 0-192 0,0 0 0 0,0 0 2256 0,0 0 432 0,0 0 64 0,0 0 32 0,0 0-1120 0,0 0-240 0,0 0-32 0,0 0-16 16,3 12 112-16,-1 2 32 15,-3-2 0-15,1 6 0 0,0 4-416 0,-1 6-80 0,-1 1 0 0,1 4-16 16,-5 5-336-16,0 7-64 16,-1 4-16-16,-1 1 0 0,-1-1-288 0,-2 5-64 15,-1-5-16-15,1-2 0 0,0-4-224 0,3-4 128 0,3-4-128 0,3-2 0 0,2-4 0 16,1-7 0 0,0 1-208-16,1-2 64 15,0-1-1920-15,2-7-384 0,1-1-80 0,-1-5-11312 0</inkml:trace>
  <inkml:trace contextRef="#ctx0" brushRef="#br1" timeOffset="41933.6">24342 8496 14735 0,'0'0'640'0,"0"0"160"0,0 0-640 0,0 0-160 15,0 0 0-15,0 0 0 0,-2 13 2080 0,1 4 384 16,-2 2 80-16,1 3 16 0,-1 2-2096 0,1 1-464 0,-1-1 0 0,2 0 0 15,1-2 496-15,1-2 112 0,3-5 32 0,2-1 0 16,2 1 96-16,4-5 32 0,0-3 0 0,3-2 0 16,1-2-320-16,0-1-48 0,-2-4-16 0,0-1 0 15,1-1 64-15,-2-1 0 0,-1-2 0 0,-2 0 0 16,-2-1-64-16,-2 1-16 0,-6 7 0 0,5-10 0 16,-5 1-176-16,-1 0-16 0,-3 1-16 0,-2-1 0 15,-3 2-160-15,-2 2 0 0,-2 0 144 0,0 1-144 0,-1-3-224 0,-1 3-112 16,-1 2-32-16,0 2 0 31,2 0-400-31,-1 1-64 0,2 4-32 0,3 2-8288 0,-1 2-1648 0</inkml:trace>
  <inkml:trace contextRef="#ctx0" brushRef="#br1" timeOffset="42392.93">24635 8595 20271 0,'0'0'1792'0,"0"0"-1424"0,0 0-368 16,0 0 0-16,0 0 1984 0,0 0 336 16,0 0 64-16,3 11 16 0,-2 2-1808 0,0 0-352 0,2 3-80 0,-1 0-16 0,0 1 16 0,0 0 0 31,2 0 0-31,0-2 0 0,1-2 0 0,2-1 0 15,2 1 0-15,3-4 0 0,0-1-160 0,-1-1 192 0,1-2-192 16,0-1 192-16,-1-4-64 0,0 0 0 0,-1-4 0 0,1-1 0 16,0-1-128-16,-1 1 0 0,-1-1-192 0,-1-4 192 0,-2 0-192 0,-1 0 192 15,-1-1-160-15,0 2 160 0,0-1 0 0,-4 10 0 16,4-9 0-16,-4 9 0 16,0 0 144-16,0 0 32 0,0 0 0 0,0 0 0 15,0 0 16-15,0 0 0 0,0 0 0 0,0 13 0 16,0 0-192-16,0 0 0 0,0 0 144 0,3 0-144 0,-3-13 0 0,3 9 0 15,1 0 0-15,2-3 128 0,-6-6 144 0,9 7 48 16,0-2 0-16,-9-5 0 0,12 0-32 0,-2 0 0 0,-1-5 0 0,-9 5 0 16,11-5-288-16,-11 5 0 0,10-5 0 0,-2-3 0 15,-2-3-144-15,1 1-144 0,-2-1-32 0,0 2 0 16,0 0-320 0,-2 0-64-1,0-3 0-15,-1-1-16 0,0-1-2576 0,-1 0-512 0</inkml:trace>
  <inkml:trace contextRef="#ctx0" brushRef="#br1" timeOffset="43445.7">24395 8612 13647 0,'0'0'592'0,"0"0"144"0,0 0-592 0,0 0-144 16,0 0 0-16,0 0 0 0,0 0 880 0,0 0 144 0,0 0 16 0,0 0 16 15,0 0-160-15,0 0-16 0,0 0-16 0,0 0 0 0,0 0-96 0,0 0-32 0,0 0 0 0,0 0 0 16,0 0-272-16,0 0-48 16,0 0-16-16,0 0 0 0,0 0-80 0,0 0-32 0,0 0 0 0,0 0 0 0,-6 7 160 0,6-7 48 15,0 0 0-15,0 0 0 0,0 0-32 0,0 0 0 32,0 0 0-32,0 0 0 0,0 0-144 0,0 0-16 15,0 0-16-15,0 0 0 0,0 0-288 0,0 0 160 16,0 0-160-16,0 0 128 0,0 0-128 0,0 0 0 15,0 0 0-15,0 0 128 0,0 0-128 0,0 0 128 16,0 0-128-16,0 0 128 0,0 0-128 0,0 0 192 0,0 0-192 0,0 0 192 16,0 0-192-16,0 0 160 0,0 0-160 0,0 0 160 15,0 0-160-15,0 0 128 16,0 0-128-16,0 0 128 0,0 0-128 0,0 0 0 0,0 0 0 0,0 0 0 16,0 0 128-16,0 0-128 0,0 0 0 0,0 0 128 15,0 0 96-15,0 0 16 0,0 0 0 0,0 0 0 16,0 0 80-16,0 0 0 15,0 0 16-15,0 0 0 0,0 0-32 0,0 0-16 0,2-7 0 0,-2 7 0 16,0 0-32-16,0 0 0 0,0 0 0 0,0 0 0 16,0 0-64-16,0 0-32 0,0 0 0 0,0 0 0 15,0 0-160-15,0 0 128 0,0 0-128 0,7 10 128 16,-7-10-128-16,5 10 0 0,-5-10 0 0,7 11 128 16,-2-3-128-16,-5-8 0 0,9 6 0 0,-1-1 0 15,-8-5 0-15,7 6 0 0,-7-6 0 0,11 5 0 16,-11-5 0-16,12 4 0 0,-12-4 128 0,11 4-128 0,0-2 0 0,-11-2 0 15,12 4 0-15,-12-4 0 16,0 0-384-16,11 4-64 0,-11-4-16 0,0 0-10176 16,0 0-2032-16</inkml:trace>
  <inkml:trace contextRef="#ctx0" brushRef="#br1" timeOffset="45199.54">25129 8777 15663 0,'0'0'1392'0,"0"0"-1120"0,0 0-272 0,20-9 0 0,-20 9 1232 0,0 0 192 15,15 5 48-15,2-1 0 0,2 0-720 0,-1 0-144 16,-1 1-32-16,2-1 0 0,3-1 288 0,2-1 48 0,-1-2 16 0,0-1 0 16,-1 0-96-16,0-3 0 0,0-3-16 0,-1 0 0 15,0-1-240-15,-2-3-32 16,-4 1-16-16,-1 1 0 0,-1-2-16 0,-1 1-16 16,-2-2 0-16,-3 2 0 0,-3-1-64 0,-6 1-16 15,-2 1 0-15,-1-3 0 0,-5 2-128 0,-3-2-32 16,-3 0 0-16,-2 2 0 0,-2 1-128 0,-1 1-128 15,-2 1 144-15,1 3-144 0,2 3 0 0,-1 6 0 0,-2 2-176 0,2 3 176 16,2 3-224-16,0 0 80 0,2 4 16 0,3 3 0 16,2 1 0-16,3 1 0 0,4-3 0 0,2-2 0 15,3-1 128-15,3 1-208 0,2-2 80 0,2 0 128 16,0-2-128-16,4 0 128 0,-1-1 0 0,2-3 0 16,1 0 0-16,1-1 0 0,1-2 0 15,-1 1 0-15,0-1 0 0,2-2 0 0,-3 0 0 0,1 1 0 0,1-3 0 16,-1 0 0-16,0-1-192 0,7-1 192 15,-1 0-1712-15,-3-2-208 0,-3-1-64 0,-2-3-11008 16</inkml:trace>
  <inkml:trace contextRef="#ctx0" brushRef="#br1" timeOffset="45557.68">25721 8556 19343 0,'0'0'848'0,"-6"7"192"0,0 3-832 0,1 1-208 0,1 2 0 0,3 3 0 0,1 2 1472 0,2 2 256 16,2 1 64-16,2 1 0 0,0 1-1344 0,1 2-256 15,0 0-48-15,3 1-16 0,-3-3-128 0,0 1 128 0,-2-1-128 0,0 1 128 16,1-2-128-16,-3-1 0 16,0-6 144-16,0 0-144 0,-2-2 288 0,-1-4-16 0,0-9 0 0,0 0 0 15,0 0 688-15,0 0 128 0,0 0 16 0,0 0 16 16,0 0-48-16,4-12-16 16,0-3 0-16,1-2 0 0,2 0-432 0,2-4-96 15,0-5-16-15,1 0 0 0,1-2-320 0,0 0-192 0,2-1 192 0,6-10-192 16,-4 6-192-16,1 1-128 0,1 4-48 0,0 1 0 15,-4 5-2704-15,1 1-560 0</inkml:trace>
  <inkml:trace contextRef="#ctx0" brushRef="#br1" timeOffset="47046.2">27040 7942 20271 0,'0'0'1792'0,"0"0"-1424"0,0 0-368 0,0 0 0 0,0 0 2048 0,0 0 320 16,-9 3 80-16,0 4 16 0,1-1-1968 0,-1 5-496 15,-3-1 0-15,-1 2 0 0,-4 0 288 0,-2 2-32 16,-6 2-16-16,-1-1 0 0,-4 2-80 0,-2 3-16 16,-5-1 0-16,-1 0 0 0,0-1 208 0,2-5 32 15,2-1 16-15,3 0 0 0,1 1 352 0,4-2 64 0,5-2 16 0,3 1 0 16,3-7 0-16,6 3 0 15,9-6 0-15,0 0 0 0,0 0-320 0,0 0-48 16,0 0-16-16,0 0 0 0,0 0-320 0,9 4-128 16,7 2 0-16,2-1 0 0,3 2 0 0,5 1 0 15,4 2 0-15,3-1 0 0,0 4 0 0,1 2 224 0,0-1-64 0,-1 3-16 16,-2-1 96-16,-3 0 16 0,-4 1 0 0,0 0 0 16,-1-2-128-16,-3-2-128 0,-2 0 176 0,-2-2-176 0,-3 0 128 15,-2-3-128-15,-1-2 0 0,-3-1 0 16,-7-5-2288-16,11 3-512 0</inkml:trace>
  <inkml:trace contextRef="#ctx0" brushRef="#br1" timeOffset="48498.51">15321 10232 21183 0,'-19'-15'1888'0,"19"15"-1504"0,0 0-384 0,2-6 0 16,0 0 2032-16,-2 6 336 15,0-7 64-15,0 7 0 0,0 0-720 0,0 0-160 16,0 0-16-16,0 0-16 15,0 0-624-15,-3 11-112 0,0 2-16 0,1 4-16 16,-2 0-288-16,-1 13-48 0,-1 1-16 0,4-6 0 0,-1-1-144 0,1 6-48 16,-1 2 0-16,0 0 0 0,1 2-80 0,-1 0-128 0,1 0 176 0,-1 14-176 15,3-9 0-15,1-13 0 0,2-3 0 0,0 5 0 16,-2-6-1264-16,1-3-352 16,2-6-80-16,2-4-14688 0</inkml:trace>
  <inkml:trace contextRef="#ctx0" brushRef="#br1" timeOffset="48747.77">15414 10661 20271 0,'-8'24'896'0,"4"-6"192"0,2 0-880 0,0 2-208 16,2-3 0-16,2-2 0 0,1-2 1600 0,1-5 288 0,2 0 48 0,5 2 16 15,1-3-800-15,-2-6-176 0,3 0-16 0,7-3-16 16,-2-3-176-16,1-1-16 15,-1-3-16-15,-1-1 0 0,-3-2-352 0,-5 4-80 0,2-2-16 0,0-6 0 16,0 1-96-16,-5 0 0 0,-2 1-16 0,-2 1 0 16,-5 1 0-16,-2 0 0 0,-3 1 0 0,-1-1 0 15,-2 3-320-15,0-2-64 0,-2 6-16 0,0 3 0 32,-1 2-704-32,1 2-144 0,-1 3-16 0,2 3-8576 0,1 3-1728 0</inkml:trace>
  <inkml:trace contextRef="#ctx0" brushRef="#br1" timeOffset="49136.46">15804 10632 21183 0,'0'0'1888'0,"0"0"-1504"16,0 0-384-16,6 12 0 0,-2 1 1984 0,0 3 320 16,-1 1 64-16,-1 2 0 0,0-2-1712 0,0 0-336 15,1 0-80-15,1-1-16 16,0-3 224-16,2-3 64 15,1-1 0-15,2-1 0 0,1-3 32 0,1 1 16 16,0-2 0-16,1-3 0 0,1-4-176 0,-4 1-16 16,0-4-16-16,6-3 0 0,-1-2-80 0,-1-1-16 15,-1-1 0-15,-4 1 0 0,-2 0-256 0,1-1 128 16,-1 0-128-16,3-4 0 0,-1 4 128 0,-1 2-128 16,-7 11 0-16,0 0 0 0,0 0 0 0,0 0 0 15,0 0 0-15,0 0-144 0,0 0 144 0,7 11-128 0,0-2 128 0,-1-1-128 16,-6-8 304-16,10 11 64 0,0-2 16 0,0-5 0 15,-10-4 512-15,14 2 128 0,-1-2 0 0,0-2 16 0,-2-1-208 16,1-2-64-16,0-2 0 0,-2 2 0 0,-1-3-384 16,-1-1-96-16,1-1-16 0,-1-1 0 0,-1 1-144 0,-1 1 0 15,-1 0 0-15,1 0 0 16,-1-2-480-16,-1 1-32 0,0-1 0 0,-4 11 0 16,5-10-1888-16,-5 10-384 0,0 0-80 0,0 0-7696 15,0 0-1536-15</inkml:trace>
  <inkml:trace contextRef="#ctx0" brushRef="#br1" timeOffset="49646.2">16308 10718 4607 0,'0'0'400'0,"0"0"-400"0,0 0 0 0,0 0 0 15,4 11 4480-15,-4-11 800 0,0 0 160 0,7 8 48 0,0-3-3104 0,-7-5-608 16,12 1-128-16,0-2-32 16,0-2-256-16,1-1-48 15,0-2-16-15,-3-1 0 0,2 0-528 0,6-5-96 16,-1-1-32-16,-1 0 0 0,-2 2-400 0,-1-2-96 0,-1 2-16 0,-2 0 0 0,-1-1-128 15,-2 1 0 1,-2-1 0-16,-4 0 128 0,-1 2-128 0,-2-2 0 16,-5 2 0-16,-1-1 0 0,-2 2 0 0,-2 2-224 15,-2 2 48-15,0 3 16 0,-1 3-96 0,5 2 0 16,-2 0-16-16,-5 9 0 0,0 3-32 0,3 2 0 0,1 2 0 0,2 1 0 16,4-2 304-16,1 0 0 0,1 0-128 0,3-1 128 0,2 0 0 15,3-2 0-15,4-2 0 0,-2-7 0 0,0-1 0 16,2 1 128-1,3-1-128-15,1-4 0 0,1 0 0 0,6-2 0 16,0-3 0-16,-1 0-160 16,0-5-544-16,-1 0-96 0,-1-1-32 0,0-2 0 0,-1 0-384 15,2 0-96-15,-1 1-16 0,1 2 0 0,-2-1 864 0,-1 4 160 0,0 1 48 0,-1 2 0 0,-2 2 704 16,1 3 128-16,-1 2 48 0,1 3 0 0,-1 3 0 0,1 1 0 16,-4 3 0-16,0 4 0 0,-1-1-368 0,0 4-64 15,-2 3 0-15,-2-4-16 0,2 0-176 0,-4-2 0 16,-1-2 0-16,-1-2 0 0,0-3 304 0,2-11 128 15,0 0 16-15,0 0 16 0,0 0 912 0,0 0 176 16,0 0 48-16,0 0 0 0,4-12-512 0,-2 3-112 16,2-2-16-16,3-6 0 0,-1 0-592 0,2 2-128 0,0-3-32 0,1 2 0 15,0 3-208-15,2 0-208 0,-1 0 32 0,2 2 16 16,0 4-2400 15,-1 0-496-31</inkml:trace>
  <inkml:trace contextRef="#ctx0" brushRef="#br1" timeOffset="51385.25">23691 14188 21183 0,'0'0'1888'0,"0"0"-1504"0,0 0-384 0,0 0 0 16,-9 5 1808-16,8 8 304 0,-4 0 48 0,2 4 16 15,0 4-1728-15,2 4-320 0,-2 2-128 0,1 0 0 0,0 3 304 0,2 0-16 32,2 0 0-32,2-1 0 0,2-7 144 0,2-1 16 0,1-4 16 0,0-3 0 15,0-1 112-15,2-1 32 0,-1-5 0 0,1-2 0 16,-3 0-224-16,-8-5-64 0,9-4 0 0,-9 4 0 15,10-6 128-15,-1-5 0 0,-2-1 16 0,-2-1 0 16,-1 0-272-16,-2-1-48 0,1-3-16 0,-3-1 0 16,0-1-304-16,-1 3-64 0,-2 0-16 0,2 0 0 0,-2 4 48 0,2 3 0 15,1 9 0-15,0 0 0 0,0 0 64 0,0 0 16 16,0 0 0-16,-1 11 0 0,1 2-64 0,0 8-16 16,0 1 0-16,2 1 0 0,1-1 208 0,-1-5 0 15,2-1 0-15,4 6-144 0,1-2 144 0,3-3 0 0,0-4 0 0,1-1-128 16,1-6-560-1,2-2-96-15,-2-4-32 0,0-4 0 0,0 1-1920 16,-5-3-384-16,0-2-80 0,3-6 0 0,-3-2 288 0,-2 0 64 16,1 1 16-16,-1-1 0 0,-3-1 1552 0,0 0 320 15,-3 0 64-15,2 0 16 0,-1 3 2944 0,-1 5 592 0,1 0 112 0,2-3 32 0,0 3 80 0,-4 9 32 32,0 0 0-32,0 0 0 0,0 0-1120 0,6 9-208 15,1 3-48-15,-2 3-16 0,0 1-592 0,-1 5-112 0,0-2-32 0,-2 6 0 16,1 4-288-16,0-2-64 15,-2 2-16-15,2 4 0 0,-2 0-240 0,1 4-48 16,0 0-128-16,0 0 192 0,1 2-192 0,0 1 0 0,-1-1 0 0,1-2 0 16,-2 0-1136-16,-1-3-272 15,-1-8-48-15,0-4-16 0,-1-4 592 0,1-3 112 0,-3-5 32 0,4-10 0 16,0 0-880-16,0 0-176 16,-9-9-48-16,2-3 0 0</inkml:trace>
  <inkml:trace contextRef="#ctx0" brushRef="#br1" timeOffset="51595.17">24101 14444 29823 0,'13'-13'1328'0,"-6"4"272"0,-1 1-1280 0,1 3-320 15,-7 5 0-15,12-2 0 0,-1 2 1792 0,-11 0 288 16,9 9 64-16,-1 3 16 0,-1 1-976 16,0 2-192-16,-2 1-32 0,-2-1-16 0,-2 2-480 0,-1 2-80 15,-1-1-32-15,-1 0 0 0,0 3-224 0,-3-1-128 16,-1-2 128-16,0 0-128 0,-3 0 0 0,0 1 0 15,-1-4 0-15,1 0 0 0,-1-1-208 0,-2-1-64 16,0-5-16-16,2 0 0 16,1-3-1040-16,1-3-208 0,8-2-32 0,-9-3-16 15,2-4-1360-15,3-2-256 0,1-5-64 0,3-3-16 0</inkml:trace>
  <inkml:trace contextRef="#ctx0" brushRef="#br1" timeOffset="52063.77">24322 14405 18431 0,'0'0'1632'0,"0"0"-1312"0,0 0-320 0,0 0 0 16,0 0 3600-16,0 0 656 0,0 0 128 0,-2 11 32 15,-1 1-2736-15,2 2-528 0,1 5-128 0,1 1 0 16,-1 3-320-16,1 4-48 0,-1 1-16 0,2 5 0 16,-1 2-320-16,-1 1-80 0,0 1-16 0,1 2 0 0,2 2-224 0,-1-2 144 15,1-3-144-15,1-1 128 0,0-2-288 0,-2-3-64 0,2-5-16 0,-2-4 0 32,-2-6-608-32,0-2-128 0,0-13-32 15,0 0 0-15,0 0-80 0,0 0-32 0,0 0 0 0,-10-9 0 16,4-7-160-16,1-2-48 0,0-4 0 0,1-4 0 15,0-3-128-15,1-3-16 0,1-6-16 0,-1-3 0 0,0 0 976 0,3-1 192 0,3 0 32 16,2 2 16-16,2 1 1504 0,-1 14 304 0,3-1 64 0,7-11 16 0,1 7 352 16,0 7 64-16,-2 3 16 0,1 7 0 0,1-1-384 0,-3 8-64 31,-2 0 0-31,0 5-16 0,-12 1-496 0,12 4-80 0,-12-4-32 16,9 10 0-16,-4 1-656 0,-5 2-128 0,-3 1-16 0,-3 2-16 15,-3 1-352-15,-2 1-64 0,-2 0 0 0,0 1-16 16,0-3-1312-16,0 3-256 0,1-1-48 15,1-2-16-15,0-2-1520 0,2-1-304 0</inkml:trace>
  <inkml:trace contextRef="#ctx0" brushRef="#br1" timeOffset="52580.74">24498 14544 12895 0,'0'0'1152'0,"0"0"-928"0,0 0-224 0,9 9 0 0,-9-9 3392 0,12 8 624 15,0-1 128-15,1 0 16 0,0-1-2304 0,1 0-448 16,1-4-112-16,1 1-16 16,3-1 176-16,-1-2 16 0,0-4 16 0,0 2 0 15,-2-1-432-15,0 2-96 0,-3-6 0 0,-1 2-16 0,-3 1-608 0,-2-1-112 16,-7 5-32-16,8-8 0 0,-2 0-64 0,-6 8 0 16,1-10-128-16,-1 1 192 0,-3 0-192 0,-2 1 144 15,-3-4-144-15,-1 2 128 0,-3-1-384 0,-1 1-64 0,-1 1-32 0,0 5 0 31,1 1-80-31,0 3-16 0,-2 3 0 0,3 1 0 0,3 5 128 16,1-3 0-16,2 2 16 0,1 3 0 0,0 0 304 0,2 1 144 0,2 1-16 16,1 2 0-16,0-1-128 0,4 0 128 0,2-2-128 15,2 0 128-15,0-3-128 0,2 0 0 0,1-3 0 16,0-2 0-16,2 0-192 0,3-1-64 0,-2-2 0 0,2-2-16 31,0-2-704-31,-1-2-144 0,0-3-32 0,-1 0 0 16,0-2-128-16,2 1-16 0,-2-4-16 0,1 0 0 0,-2-2 944 0,0 2 192 0,0 2 48 0,1 2 0 15,-1 2 880-15,1 4 176 0,-1 1 32 0,1 4 16 16,-1 1 48-16,-3 4 0 0,-2 3 0 0,-2 3 0 0,0 3-496 16,-4 2-80-16,-2-1-32 0,0 2 0 0,-1 1-256 0,-2-3-160 15,-1 0 192-15,0-1-192 0,0-2 544 0,2-2 0 16,2-12 0-16,0 0 0 0,0 0 496 0,0 0 112 16,0 0 0-16,0 0 16 0,0 0-240 0,-1-8-48 15,2 0-16 1,3-5 0-16,1 0-496 0,3 0-112 0,0 1 0 0,2-2-16 15,2-3-240-15,2 0 0 0,0 0 0 0,3 3 0 32,0-2-1184-32,0 2-128 0,0-1-32 0,-4 4-18656 0</inkml:trace>
  <inkml:trace contextRef="#ctx0" brushRef="#br1" timeOffset="53196.44">25648 13849 35295 0,'0'0'1568'0,"0"0"320"0,0 0-1504 15,7 9-384-15,-1 1 0 0,4-1 0 0,5 4 368 0,2 2 0 16,2 2 0-16,4 2 0 0,-1-3 272 0,1 2 64 16,1 2 16-16,0-1 0 0,4 1 128 0,-2-1 32 15,0 0 0-15,1 0 0 0,2-1-304 0,1 1-48 0,-1-1-16 0,-2 1 0 16,-2 0-128-16,-4-2-48 16,-4-2 0-16,-4 0 0 0,-6-1 64 0,-1 2 16 15,-5-2 0-15,-4 0 0 0,-2 2 0 0,-5 0 0 16,-6-2 0-16,-5 0 0 0,-4 2-128 0,-1 1-32 0,-1 0 0 0,-3 2 0 15,-3-2-256-15,-2 3-224 0,-3-3 32 0,-6-2-14336 16,-5 0-2864-16</inkml:trace>
  <inkml:trace contextRef="#ctx0" brushRef="#br1" timeOffset="54983.27">13357 16268 6447 0,'0'0'576'0,"-6"-4"-576"0,-1-2 0 0,7 6 0 0,-8-9 5008 0,0 4 896 0,8 5 176 0,0 0 48 0,-11 1-4272 0,4 4-832 0,0 3-192 0,1 6-16 16,-1 6-496-16,2 5-80 15,0 5-32-15,1 1 0 0,0 1-64 0,3 1-16 16,1 0 0-16,3-3 0 0,1-3 304 0,3-6 48 15,1-3 16-15,1-4 0 0,1-2 208 0,2-3 64 0,0-3 0 0,1-5 0 16,-3-2-144-16,1-2-32 0,-2-4 0 0,0-2 0 16,-1-1-48-16,0-3-16 0,-1-4 0 0,2-3 0 15,-1-3-256-15,0-2-48 0,0 0-16 16,1-1 0-16,-2-1-208 0,-2-1 0 0,-3 1 0 0,2 2 0 0,3 6 0 0,-3 2 0 16,0 4 0-16,-4 13 0 0,0 0 0 0,0 0-128 15,0 0 128-15,0 0-208 0,1 15-48 0,-1 5 0 0,0 5 0 0,0 3 0 16,3 4 96-16,-1 0 16 15,2 0 0-15,1-4 0 0,1-2 144 0,0-2 0 16,3-5 0-16,3-3 0 0,0-3-144 0,1-6 144 0,0-3-160 0,1-3 160 16,2-2-320-1,-2-3 48-15,-1-6 0 0,0 0 0 16,-1-3-272-16,0-1-48 0,-2-6-16 16,0 1 0-16,0-1 48 0,-4-2 16 0,1 0 0 0,-4 1 0 0,1 1 544 0,-1-1 0 15,-2 2 0-15,1 2 0 0,-2 4 320 0,0 2 192 16,0 11 16-16,0 0 16 0,0 0 160 0,0 0 16 0,0 0 16 15,-3 16 0-15,2 5-416 0,-1 6-96 16,1 6-16-16,0 3 0 0,1 4-208 0,0 3 0 16,1 0 0-16,0 1 0 0,2 4 128 0,0 6-128 0,-1 2 0 0,2 0 144 15,-1 1-144-15,1-3-176 0,0-6 48 0,1-5 0 16,0-8-368 0,0-4-64-16,-1-6-16 0,0-5 0 0,-1-5-80 15,-1-4-32-15,-2-11 0 0,0 0 0 0,0 0-528 16,0 0-96-16,-2-15-32 0,0-3 0 0,1-5-1280 0,-2-5-272 0,1-4-48 15,-3-5-16-15,1-3 1184 0,0-3 240 0,-1-4 64 0,-1-3 0 16,1-2 576-16,0-1 128 0,-2-1 32 16,5 1 0-1,0 1 2160-15,5 2 432 0,4 2 96 0,3 9 16 0,4 5 544 16,2 6 112-16,1 8 32 0,1 3 0 0,0 1-352 0,2 6-64 0,-2 4 0 0,1 5-16 16,-4 4-816-16,-2 2-176 0,-2 3-16 0,-2 6-16 0,-1 2-672 15,-4 4-128-15,-4 1-16 0,-2 3-16 0,1-1-240 0,-3 2-128 16,-4 1 128-16,-1 2-128 0,0-1 0 0,-4-1 0 0,-4-3 0 0,0 0 0 31,0 0 0-31,0-5-160 0,0 1 160 0,0-4-160 0,2-2-160 16,0-1-16-16,2-2-16 0,3-3 0 15,2-3-2128-15,8-4-416 0,0 0-96 0,0 0-12048 0</inkml:trace>
  <inkml:trace contextRef="#ctx0" brushRef="#br1" timeOffset="55167.97">13976 16413 30527 0,'13'-3'672'0,"-4"3"144"0,1 2 16 0,1 3 16 0,-1 3-672 0,2 4-176 0,0 5 0 0,-3 5 0 16,-1 5 1232-16,-2 4 224 16,-1 5 32-16,-1 1 16 0,0 6-560 0,-2 6-112 15,-2 0-32-15,-2 5 0 0,-2 2-464 0,2 0-80 16,0-3-32-16,-1-1 0 0,-1-6-224 0,1-15 144 0,0-1-144 0,2-2 128 0,-1-1-128 0,-2-1 0 16,0-5 0-16,-2 4 128 15,1-7-576-15,1-6-112 16,4-12-16-16,0 0-16 0,0 0-2640 0,-6-17-528 0,-1-4-96 15</inkml:trace>
  <inkml:trace contextRef="#ctx0" brushRef="#br1" timeOffset="55343.73">14053 16653 26719 0,'15'-34'1184'0,"-4"11"240"0,-1-1-1136 0,3 2-288 0,2 0 0 0,-1 5 0 0,0 4 2144 0,1 5 368 0,-2 0 80 0,0 6 16 32,-2-1-960-32,-11 3-192 0,14 5-48 0,-4 4 0 15,-2 3-432-15,-3 0-80 0,-2 3-32 0,-3 2 0 16,-2 0-544-16,-2 3-96 0,-3 1-32 0,-1 1 0 15,0 1-192-15,-3 1 0 0,-3 1 0 0,-2-3-160 16,1 0-992-16,-1 0-192 0,2-1-32 0,1-3-16 16,0-3-2000-16,1-4-384 0</inkml:trace>
  <inkml:trace contextRef="#ctx0" brushRef="#br1" timeOffset="55906.15">14333 16615 4607 0,'12'11'192'0,"-12"-11"64"0,10 9-256 0,2 1 0 0,1 2 0 0,3 0 0 16,2-1 6064-16,-1 1 1168 16,-2-4 224-16,2-2 48 0,2-2-4672 0,0 2-928 15,2-4-192-15,-1-2-48 0,-2-2-384 0,0-2-64 16,-2-2-32-16,-1 0 0 0,0-2-512 0,-2-2-96 16,-1-1-32-16,-3 2 0 0,0-3-160 0,-4 2-48 0,-2-2 0 0,-2 0 0 15,-2-1-32-15,-5-1-16 16,-3-2 0-16,-1-1 0 0,-2-2-64 0,-1 1-16 15,-1 2 0-15,1 3 0 0,0 1-208 0,0 7 0 0,-2 4 0 0,2 5 0 0,0 3-320 16,-1 9-48-16,1 5-16 0,1 5 0 16,2 1-16-16,1 5-16 15,1 0 0-15,3 2 0 0,2 0 224 0,4-3 64 0,2 1 0 0,2-5 0 0,2-5 128 16,2-2 0-16,2-3 0 0,1-2-128 0,1-2 256 0,2-1 48 16,-1-5 16-16,0-2 0 0,1-4-64 0,-1-1-128 15,-1-2 192-15,1-2-64 0,1-3-128 0,-1-2-176 16,0-3 48-16,1-1 0 15,-1-2-448-15,-1-4-96 0,-1-1-16 0,-1-1 0 16,3-4-480-16,0 0-112 0,0-4 0 0,1-1-16 0,0 0 288 0,1 0 64 31,-1 0 16-31,2 2 0 0,2 3 928 0,0 2 128 0,1 6 48 0,-3 5 16 0,1 5 704 16,-1 6 160-16,0 4 32 0,-1 6 0 0,-1 5-80 0,1 4-16 16,-1 5 0-16,0 0 0 0,-3 3-304 0,-2 1-64 15,-1 3-16-15,0-1 0 0,-4 1-288 0,-2 0-64 0,-3 0-16 16,-1 0 0-16,-4 0 48 0,-2-3 16 0,-1-2 0 0,0-1 0 15,2-6 80-15,-1-4 32 0,1-5 0 0,6-9 0 16,0 0 64-16,-11-1 16 16,4-5 0-16,0-5 0 0,2-7-16 0,2-3 0 0,3-2 0 0,3-4 0 0,-1-2-192 0,5-1-32 15,3 1-16-15,2 1 0 0,0 1-240 0,2 0 0 16,3-1 0-16,0 4 0 0,0 0 0 0,1 1 0 16,2-1-208-16,5 5 64 15,-2 0-1520-15,4 1-288 0,2 1-64 0,-7 4-18768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2T09:28:37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 23240,'69'-2'0,"0"-1"0,-27 0 0,37 5 0,-9-4 656,-56-7-656,0 6 224,-4-6-224,-1 9 112,0 0-112,0 0 343,0 0-343,0 0 0,1 0 0,-1 0 0,0 0 0,0 0 0,0 0 0,0-4 0,0 3 0,0-3 0,0 4 0,0 0 0,1 0 0,-1 0 0,0 0 0,0 0 0,0 0 0,0 0 0,0 0 0,-1 0 0,1 0 0,0 0 0,0 0 0,0 0 0,0 0 0,-1 0 0,1 0 0,0 0 0,0 0 0,0 0 0,-1 0 0,1 0 0,-1 0 0,-3 0 0,-1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2T09:28:42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24575,'18'0'0,"0"0"0,17 0 0,-11 0 0,16 0 0,-12 0 0,5 0 0,0 0 0,0 0 0,0 0 0,0 0 0,7 0 0,-5 0 0,4-5 0,-6 4 0,0-4 0,-5 5 0,3 0 0,-9 0 0,10 0 0,-11 0 0,5 0 0,-6 0 0,0 0 0,-4 0 0,2 0 0,-2 0 0,-1 0 0,4 0 0,-9 0 0,9 0 0,-9 0 0,4 0 0,0 0 0,-3 0 0,3 0 0,-5 0 0,0 0 0,0 0 0,0 0 0,0 0 0,0 0 0,0 0 0,0 0 0,0 0 0,-5 0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2T09:28:45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15499,'2'0'0,"8"0"3878,14 0-3878,2 0 0,-1 0 0,-3 0 1567,10 0-1567,2 0 842,-6 0-842,11 0 2789,-12 0-2789,13 0 0,-5 0 0,-1 0 0,-3 0 0,-9 0 0,4 0 0,-6 0 0,0 5 0,0-4 0,0 8 0,0-8 0,-5 3 0,4-4 0,-8 0 0,8 0 0,-9 0 0,4 0 0,-5 0 0,5 0 0,-4 0 0,4 0 0,-5 0 0,1 0 0,-1 0 0,0 0 0,0 0 0,0 0 0,0 0 0,0 0 0,-1 0 0,1 0 0,0 0 0,-1 0 0,1 0 0,0 0 0,-1 0 0,1 0 0,-1 0 0,-3 0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0-08T02:58:11.7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8981 13854 3679 0,'0'0'160'0,"0"0"32"0,-4-8-192 0,-1 0 0 0,-1 2 0 0,-1 1 0 16,2-1 6160-16,-3 2 1200 16,-1 0 224-16,-1 2 48 0,-2 1-4560 0,0 2-928 15,-1 3-176-15,-1 4-48 0,-1 3-576 0,0 6-112 16,-2 4-16-16,2 5-16 0,2 4-432 0,2 7-64 15,0 4-32-15,-1 10 0 0,2 9-224 0,4 7-64 16,3 6 0-16,3 2 0 0,3 5-128 0,3 1-48 16,3 6 0-16,3 2 0 0,1-1-208 0,0-6 0 15,1-6 0-15,2-9 0 0,1-7-304 0,0-8 48 0,0-5 16 0,0-7 0 32,1-10-512-32,-5-8-96 0,1-4-32 0,1-3 0 15,2-5-2448-15,-3-6-480 0</inkml:trace>
  <inkml:trace contextRef="#ctx0" brushRef="#br0" timeOffset="818.75">9297 14242 19343 0,'-9'-10'1728'0,"9"10"-1392"0,-2-8-336 0,1 0 0 16,-2-2 2608-16,2-1 448 0,-1 2 80 0,0 3 32 16,1-2-1344-16,1 8-272 0,0 0-48 0,0 0-16 15,0 0-608-15,0 0-128 0,8 10-32 0,0 7 0 0,-3 7-512 0,1 2-208 16,1 5 176-16,-1 6-176 0,1 2 128 0,-1 0-128 15,0 0 0-15,0-1 0 0,-2-2 128 0,0 0-128 16,0-3 0-16,-2-3 0 0,0-2 0 0,0-5 128 16,0-2-128-16,0-5 0 0,0-4 0 0,0-5 128 15,-2-7-128-15,0 0 0 0,0 0 416 0,4-6-16 16,0-6 0-16,1-4 0 0,2-4 208 0,-1-5 32 16,1-3 16-16,-1-2 0 0,2-2-368 0,-1-5-80 15,-3-2-16-15,-1-2 0 0,1-1-192 0,2 1 128 16,0 0-128-16,1 3 0 0,0 3 0 0,1 5 0 15,0 4 0-15,0 5 0 16,2 5-1696-16,-1 3-288 0,1 4-48 0,-1 4-9744 16,0 3-1968-16</inkml:trace>
  <inkml:trace contextRef="#ctx0" brushRef="#br0" timeOffset="1256.22">9698 14391 14735 0,'11'13'1312'0,"-7"-8"-1056"16,1 0-256-16,1-1 0 0,2 0 3808 0,1-1 704 15,2-3 144-15,1-3 16 0,-1 1-2144 0,1-5-432 0,-2-2-96 0,2 0-16 16,-1-3-976-16,-1 2-208 16,-2-1-32-16,-2 1-16 0,1-3-432 0,-2 1-96 0,-1 0-16 0,0-1 0 15,-4 2-208-15,-3 0-128 0,-1 1 128 0,-3-1-208 16,-5 2-96-16,-1 1-16 0,-2 2 0 0,0-1 0 16,-1 1 128-16,2 6 32 0,1 1 0 0,0 6 0 15,0 3-32-15,2 4-16 0,5 6 0 0,1 3 0 16,1 4-16-16,4 0 0 0,2 3 0 0,3-5 0 15,2-1 224-15,2-3-176 0,2-2 176 0,2-6-160 0,4-4 160 0,2-3 0 16,2-3 0-16,2-4 0 0,3-6 0 0,3-1 0 16,1-2 144-16,1-3-144 0,1-2 176 0,-2-2-176 15,-3-2 160-15,-1-1-160 0,-4 1 192 0,-1-2-64 16,-4-1-128-16,-1 1 192 0,-3 0 128 0,-1 1 0 16,-3 1 16-16,-3 2 0 0,-1 1 224 0,-2 5 32 15,0 1 16-15,-3 10 0 0,0 0-96 0,0 0-32 16,-2 13 0-16,1 8 0 0,-2 4-304 0,2 9-176 15,2 6 192-15,-1 7-192 0,-1 0 0 0,2 7 0 16,3 1 0-16,0 2 0 0,1 3-128 0,3 1-144 16,3 3-32-16,-2-7 0 0,0-3-16 0,0-6-16 15,0-8 0-15,-1 0 0 0,-1-9 192 0,0-4 144 16,0-5-192-16,-1-3 192 16,1-8-2304-16,1-4-336 0,-8-7-80 0,6-1-8096 15,-1-10-1600-15</inkml:trace>
  <inkml:trace contextRef="#ctx0" brushRef="#br0" timeOffset="1428.06">10229 14504 7359 0,'-7'-54'320'0,"7"32"80"0,3-2-400 0,4-1 0 16,2 2 0-16,1 2 0 0,3 3 6384 0,2 3 1184 15,0 1 240-15,1 5 64 0,-1 2-4832 0,2 1-960 0,0 2-192 0,-2 4-32 16,-5 4-720-16,1 2-144 0,-4 1-32 0,0 5 0 16,-3 2-624-16,-3 3-128 0,-4 6-16 0,-3 2-16 15,-6 3-32-15,-1 0 0 0,0 2 0 0,-2 1 0 16,-2 1-144-16,0-1-256 0,0-1 64 0,1-3 16 15,-2-6-1408 1,1-2-272-16,2-5-64 0,2-6-10640 0,3-6-2128 0</inkml:trace>
  <inkml:trace contextRef="#ctx0" brushRef="#br0" timeOffset="1646.8">10739 13858 41695 0,'0'0'912'0,"-3"-7"192"0,-1 1 48 0,0 1 16 0,4 5-928 0,0 0-240 16,0 0 0-16,-5 10 0 0,-1 3 896 0,-1 5 144 16,-1 6 32-16,-1 6 0 0,0 4-304 0,0 7-48 15,-2 4-16-15,2 8 0 0,1 11-400 0,3 0-96 16,3-2-16-16,0 1 0 0,2-3-192 0,4-4 0 16,3-4 0-16,2-7 0 15,0-8-2448-15,3-3-384 0,2-8-80 0,2-6-16 16,2-8-1712-16,2-7-352 0</inkml:trace>
  <inkml:trace contextRef="#ctx0" brushRef="#br0" timeOffset="2149.56">11143 14262 36687 0,'0'0'800'0,"0"0"160"0,-7-3 48 0,-2-1 32 0,-1 3-832 0,-2 2-208 0,-1 3 0 0,0 3 0 15,0 1 1152-15,-3 6 192 0,-1 7 48 0,-1 2 0 16,1 7-496-16,-1 3-80 0,0 1-32 0,1 1 0 15,4 2-256-15,1-6-48 0,3-2-16 0,2-3 0 16,3-4-240-16,6-4-48 0,0-2-16 0,4-6 0 0,3-3-160 0,1-4 0 16,2-5 144-16,2-2-144 0,2-3 0 0,1-4-320 15,1-1 64-15,0-5 16 0,-2 0 96 0,1 1 16 16,-2 1 0-16,0 2 0 0,-3 1 128 0,-3 2 176 16,-3 3-48-16,-6 7 0 0,0 0-128 0,0 0 0 15,0 0 0-15,0 0-176 0,5 9 176 0,1 3 0 16,-2 1 0-16,-1 0 0 0,0-1 0 0,1-1 0 15,1 1 0-15,3 0 0 0,1-3-240 0,0-2-16 16,0-2 0-16,3-3 0 16,1 0-1952-16,3-4-400 0,1 0-80 0,1-5 0 15,0-3-1104-15,2-1-224 0,-1-4-32 0,2 0-16 16,-1-3-112-16,-1 1-32 0,1-1 0 0,-1 0 0 16,1-1 2944-16,0 1 592 0,-1-1 112 0,1 0 32 0,-2-3 528 0,-1 4 0 15,-1 2 0-15,-2-1 0 0,-1 2 2000 0,-3 2 512 0,-2 2 112 0,-3 3 0 16,-5 8 1344-16,0 0 256 0,0 0 48 0,-5 4 16 15,-4 2-1552-15,0 3-304 0,-2 4-64 16,0 2-16-16,-1 6-880 0,2 3-160 16,0 2-32-16,4-3-16 0,2 1-608 0,0 1-112 0,1-1-32 0,3 0 0 15,4-2-144-15,4-1-48 0,3-3 0 0,2-1 0 16,4-5-320-16,2-1-240 0,3-4 48 0,1-4 0 16,1-3-1792-1,2-2-368-15,2-3-64 0,-2-1-16 0,-1-2-1232 0,-1-4-256 0,0-1-48 0</inkml:trace>
  <inkml:trace contextRef="#ctx0" brushRef="#br0" timeOffset="2305.79">11942 14296 33567 0,'0'0'736'0,"0"0"160"0,1 10 16 0,2 5 48 0,1 0-768 0,0 5-192 0,0 2 0 0,0 0 0 0,0 0 1216 0,2 0 224 16,-1 2 32-16,0-1 16 0,2 0-976 0,0-1-192 15,0-3-32-15,0-2-16 16,-1-1-1040-16,3-6-224 0,-1-1-32 0,1-6-16 15,1-4-2976-15,-1-4-592 0,5-15-112 0,3-5-16 0</inkml:trace>
  <inkml:trace contextRef="#ctx0" brushRef="#br0" timeOffset="2415.15">12091 13997 3679 0,'1'-43'160'0,"2"26"32"0,-1-2-192 0,1 1 0 0,-1 2 0 0,1 4 0 16,0 4 8064-16,-1 3 1552 15,-2 5 320-15,0 0 64 0,0 0-6688 0,0 0-1344 0,3 12-272 0,-1 2-48 31,1 1-1648-31,-2 3-384 0,2 1-64 0,0 1-12800 0,0-1-2560 0</inkml:trace>
  <inkml:trace contextRef="#ctx0" brushRef="#br0" timeOffset="3033.68">12387 14291 23039 0,'0'0'1024'0,"2"7"192"0,0 1-960 0,0 1-256 16,2 2 0-16,0 2 0 0,-1 3 4768 0,-2 0 912 0,-1 4 176 0,-1 1 32 0,-3 0-4176 0,1-2-848 16,0 0-160-16,1-3-48 15,-1 1-432-15,2-4-96 0,1-1 0 0,0 0-128 0,1-4 128 0,-1-8-128 16,0 0 0-16,0 0 0 0,0 0 144 0,0 0-16 16,8-2-128-16,0-3 192 0,-2-1-64 0,2-1 0 15,-1 1-128-15,-1 2 192 0,1 0-192 0,1 1 0 16,-1 2 0-16,0 1 0 0,-7 0 0 0,9 1 0 15,-1 3 0-15,0 1-160 0,-2 2-48 0,1 1-16 16,-1 0 0-16,1-1 0 16,-2 1-1712-16,2 0-352 0,0-3-64 0,2 0-16 15,1-5-496-15,0-2-96 0,-1-1-32 0,2-1 0 16,0-2-144-16,2-2-48 0,2-1 0 0,0-2 0 16,4 0 1520-16,-1-1 320 0,1-1 48 0,2 0 16 0,0-3 768 0,-1 2 176 15,-1-2 16-15,1 2 16 0,-1 1 1456 0,-2-3 304 16,-1 3 48-16,-2 3 16 0,-1-1 1664 0,-2 2 336 15,-2 1 64-15,-1 2 0 0,-2 1-448 0,-6 5-80 0,0 0-32 0,0 0 0 16,0 0-1360-16,0 0-288 16,0 0-48-16,-4 11-16 0,-1 1-800 0,0 2-144 15,-2 3-48-15,3-4 0 0,2 0-144 0,1 2-48 16,-1-1 0-16,4 4 0 0,1-3 112 0,1 0 16 16,2 0 0-16,0-1 0 0,3 0 48 0,0 2 16 0,2 1 0 15,-1 1 0-15,2 2-320 0,-3-1 0 16,-1 4 0-16,0 0 0 15,-2 2-304-15,1 0-112 0,-3-1-32 0,-2 2 0 0,1 0 64 0,-3 1 0 16,-1-1 0-16,-2 0 0 0,-1 1 192 0,0-3 64 0,-4-2 0 16,-2-4 0-16,-3-1 256 0,0-3 48 0,-2-2 16 0,1-3 0 15,-2-6 256-15,1-2 48 0,0-2 16 0,2-5 0 16,2-4 512-16,2-2 96 0,2 1 32 0,4-6 0 16,5-2-480-16,3 0-96 0,1-3 0 0,4 0-16 15,1-1-336-15,4 1-64 0,2-3-16 0,2 1 0 16,2-4-720-1,3 4-160-15,-2-6-32 0,0-3-22416 0</inkml:trace>
  <inkml:trace contextRef="#ctx0" brushRef="#br0" timeOffset="4567.1">13916 14040 31439 0,'-3'-6'1392'0,"-31"-1"288"0,34 7-1344 0,0 0-336 16,0 0 0-16,0 0 0 0,0 0 1280 0,0 0 192 16,0 0 48-16,2 15 0 0,-2 4-960 0,0 7-192 0,0 7-48 0,0 5 0 15,1 7-320-15,2 6 144 16,-2 4-144-16,2-2 0 0,2-1 128 0,0-2-128 15,0-6 0-15,4-5 0 0,0-5 352 0,2-4-32 0,-1-5-16 0,3-4 0 16,0-7 544-16,2-3 112 0,-2-5 32 0,0-4 0 16,-2-5-32-16,1-5 0 0,3-1 0 15,-4-4 0-15,1-4-208 0,-2-3-48 0,0-4-16 0,-1-1 0 16,-1-4-256-16,-2 1-48 0,1-4-16 0,-2-3 0 16,-1 0-224-16,-3 1-144 0,-1 1 192 0,-1-2-192 15,-2 1 160-15,-1 2-160 0,0 2 128 0,2 4-128 16,-1 3 0-16,2 5 0 0,-2 5-192 0,2 3 192 15,0 3-1392-15,1 7-144 0,0 0-48 0,0 0 0 16,3 9-1712-16,3 6-352 0,0 2-64 0</inkml:trace>
  <inkml:trace contextRef="#ctx0" brushRef="#br0" timeOffset="5192.16">14557 14481 3679 0,'0'0'320'0,"0"0"-320"0,0 0 0 0,0 0 0 16,0 0 6016-16,0 0 1120 16,0 0 224-16,3 10 64 0,-2 1-4672 0,1 1-912 15,-2 1-192-15,0 1-48 0,-2 2-688 0,1 1-144 0,0 2-16 0,1 2-16 16,0-1-352-16,0 0-64 0,0 0 0 0,1-1-16 15,0-2-304-15,2-1 0 16,-1-3 0-16,1-4 0 16,0-2-848-16,-3-7-288 0,0 0-48 0,0 0-9936 0,0 0-1984 0</inkml:trace>
  <inkml:trace contextRef="#ctx0" brushRef="#br0" timeOffset="5363.91">14629 14134 11967 0,'0'0'1072'0,"0"0"-864"0,0 0-208 0,7 7 0 0,-2 2 5696 16,1 0 1088-16,1 0 208 0,-1 3 48 0,-2-4-4416 0,1 2-880 16,1 0-176-16,-1 1-32 0,-1-1-960 0,1-1-176 15,2-1-32-15,-2 0-16 16,-5-8-3792-16,6 8-752 0</inkml:trace>
  <inkml:trace contextRef="#ctx0" brushRef="#br0" timeOffset="6457.55">15167 14648 6447 0,'0'0'272'0,"0"0"80"0,0 0-352 0,0 0 0 0,0 0 0 0,0 0 0 15,0 0 6272-15,0 0 1168 0,0 0 240 16,0 0 64-16,2 9-5200 0,-4-3-1040 0,-1 2-208 0,0 0-32 15,-1 1-784-15,-3-1-160 0,1 3-16 0,-1 0-16 16,0 4-544-16,-4-2-128 0,2 0 0 0,0 1-16 31,-1-1-3056-31,-2 0-624 0</inkml:trace>
  <inkml:trace contextRef="#ctx0" brushRef="#br0" timeOffset="7074.96">15735 14048 32543 0,'0'0'704'0,"0"0"160"0,0 0 32 0,0 0 16 0,0 0-720 0,0 0-192 0,0 0 0 0,0 0 0 15,-7 4 848-15,2 3 144 0,0 2 32 0,3 5 0 16,0 4-384-16,0 3-80 0,0 8-16 0,0 2 0 16,4 4-16-16,-1 1 0 0,-1 3 0 0,1 0 0 15,-1 1-272-15,2-2-48 0,-2 0-16 0,2-4 0 0,0-3-192 0,-1-6 0 16,-1-2-192-16,3-3 192 15,-3-5-1536-15,1 0-208 16,-1-4-48-16,0-4 0 0,0-7-144 0,0 0-48 0,0 0 0 0,0 0-6896 16,-5-5-1376-16</inkml:trace>
  <inkml:trace contextRef="#ctx0" brushRef="#br0" timeOffset="7388.85">15673 14186 14735 0,'15'-19'640'0,"-6"12"160"0,4 1-640 0,4-1-160 0,4 3 0 0,1-1 0 16,-3 1 4032-16,3 2 768 0,2 0 144 0,-2 4 48 15,-2 0-2624-15,-3 3-512 0,-6 2-96 0,0 3-32 16,-3 1-976-16,-3 3-208 0,-4 3-32 0,-2 3-16 16,-3 0-304-16,-3 3-64 15,-3 0-128-15,0 2 192 0,-4 2-352 0,0 1-80 16,-1-1-16-16,-1 0 0 16,2-4-128-16,-2-3-16 0,-1 0-16 0,1-3 0 0,3-4 96 0,2-1 0 0,1-1 16 0,3-4 0 15,-1-1 304-15,8-6-160 0,0 0 160 0,0 0-128 16,0 6 384-16,0-6 96 0,2 8 16 0,4-3 0 15,-1 0-48-15,4 1 0 0,5-3 0 0,-1 2 0 16,0 0 64-16,0 2 16 0,2 0 0 0,0-1 0 16,1 1-144-16,0 0-48 0,-1 3 0 0,0-3 0 15,-1 0-208-15,-1 2 144 0,-1-3-144 0,-1 0 128 0,0 0-288 16,-2 1-64-16,-2-5-16 0,-7-2 0 16,0 0-1456-16,7-1-288 0,-7 1-64 15,7-4-8992-15,-2-1-1792 0</inkml:trace>
  <inkml:trace contextRef="#ctx0" brushRef="#br0" timeOffset="7560.69">16209 14529 14735 0,'0'0'1312'0,"3"9"-1056"16,-1 0-256-16,1 2 0 0,1 2 5568 0,-2 0 1072 16,1 3 208-16,-2 1 32 0,1 1-4352 0,-2 4-864 15,-2-1-192-15,1 1-16 0,-2 3-480 0,2-6-80 16,0 5-32-16,0-3 0 15,1 0-1280-15,-2-5-256 0,2 1-48 0,0-4-13024 16,-1-5-2592-16</inkml:trace>
  <inkml:trace contextRef="#ctx0" brushRef="#br0" timeOffset="8513.7">16735 14005 34031 0,'0'0'1504'0,"10"3"320"0,2 2-1456 0,3 3-368 0,4 1 0 0,1 3 0 15,3 2 1344-15,0 3 192 16,-1 2 32-16,0 6 16 0,-2 3-624 0,-3 3-128 0,-4 4-32 0,0 3 0 16,-3 5-336-16,-3 1-64 0,-4 2-16 0,-6 3 0 15,-4 0-144-15,-3 3-48 0,-7 1 0 0,-1-2 0 16,-6 1-416-16,3-9-96 0,-2 6 0 0,-4-4-16 16,-3 1-2096-1,-7-2-432-15,-7-3-80 0</inkml:trace>
  <inkml:trace contextRef="#ctx0" brushRef="#br0" timeOffset="9138.65">13724 13726 13823 0,'-17'5'1216'0,"-2"2"-960"16,-3 1-256-16,-2 5 0 0,-1 1 3680 0,1 4 688 15,-1 3 144-15,3 5 32 0,-2 4-2656 0,2 7-528 16,1 6-96-16,3 6-32 0,-2 6-304 0,5 13-64 16,4 7-16-16,3 6 0 0,3 4 16 0,4 0 0 15,6 0 0-15,4 7 0 0,4-1-544 0,2-25-128 16,2-8 0-16,3 0-16 16,5-8-2032-16,5 0-384 0,5-3-96 0</inkml:trace>
  <inkml:trace contextRef="#ctx0" brushRef="#br0" timeOffset="10000.43">17418 13803 20271 0,'-3'-14'896'0,"3"6"192"0,-3 0-880 0,3 2-208 15,0 0 0-15,0 6 0 0,0 0 2992 0,0 0 544 16,11 6 112-16,2 5 32 0,3 8-2272 0,1 5-448 16,-1 6-80-16,1 5-32 0,-1 3-480 0,-3 7-112 15,-1 2 0-15,-3 5-16 0,-3 2-32 0,0 6 0 16,-5 0 0-16,-1 0 0 0,-1-6 256 0,-2-3 48 0,-1-3 16 15,0-5 0-15,-1-3 0 0,0-1 0 16,0-5 0-16,-2-1 0 0,-1-6-320 0,0-3-64 16,1-5-16-16,0-3 0 0,1-7 32 0,-1-2 0 15,1-2 0-15,-1-5 0 0,2-5-160 0,1-4 0 0,0-7 0 0,4-2 0 16,3-2 0-16,3 0-256 16,3 1 48-16,3-1 0 0,2 3-32 0,5 0 0 0,0 4 0 0,2 0 0 15,0 4 240-15,1 1-176 0,0 3 176 0,-2 4-160 16,-2-3 160-16,-2 4 0 0,-1 4 0 0,-3-1 0 15,-3 2-160-15,-1 1 0 0,-2 2 0 0,-2 3 0 16,-2 0 160-16,-4 4-128 0,-2-1 128 0,1 0-128 16,-5 2 128-16,-1 1 192 0,-2 0-32 0,-1 1-16 15,-2 0-16-15,0-1 0 0,-1-2 0 0,5-5 0 16,-2-2-128-16,3-2 0 0,1-2 0 0,2-2 0 16,-1-4-2688-16,3-2-432 15,4-3-80-15</inkml:trace>
  <inkml:trace contextRef="#ctx0" brushRef="#br0" timeOffset="10328.49">17901 14489 29023 0,'17'4'1280'0,"-8"1"272"0,2-2-1232 0,-1 3-320 16,-1 1 0-16,-1 0 0 0,0 3 1792 0,-1 0 320 15,-2 0 48-15,-3 1 16 0,1 4-928 0,1-4-176 16,-3-2-48-16,2-1 0 0,-3-8-304 0,0 0-64 16,0 0-16-16,0 0 0 0,8 2-400 0,-2-4-96 15,1-2-16-15,0-1 0 0,1-3 0 0,-1 1 0 16,-1 1 0-16,2 2 0 0,0-3-128 0,0 5 128 15,0 2-128-15,-1 4 128 0,1 2 16 0,0 6 0 16,0 1 0-16,-2 5 0 0,1 4-16 0,-2 4 0 16,0 4 0-16,-2-3 0 15,0 4-448-15,-2 4-80 0,0-2-32 0,-1 3 0 16,0 5-128-16,-2-5-16 0,-4 1-16 0,-3 3 0 0,-1-1 416 0,-2-6 176 16,-1-3-128-16,-1-2 128 0,-2-3 0 0,0-5 0 15,1-3 0-15,-1-7 0 0,1-2 0 0,1-4-160 0,0-3 160 16,0-2-208-16,1-7 208 0,2-2 0 15,2-2 0-15,1-3 0 0,3-4 0 0,3 1 0 0,3-2 128 0,4-1-128 32,4-1-288-32,4-1-112 0,3-2-32 0,5-3 0 15,2 1-1904-15,2-4-384 0</inkml:trace>
  <inkml:trace contextRef="#ctx0" brushRef="#br0" timeOffset="11152.5">19111 14426 15663 0,'0'0'688'0,"0"0"144"0,-2-5-656 0,-4-2-176 16,0 1 0-16,-1 2 0 0,-2 0 3104 0,1 5 592 15,-1 5 112-15,0 3 32 0,-1 3-2816 0,-1 3-544 16,0 3-112-16,-1 6-32 0,3 2-336 0,1 4 0 16,1 3 0-16,2 2 0 0,1-1 464 0,2-2 128 15,3-3 32-15,2-3 0 0,0-6 240 0,5-6 48 16,1-5 16-16,3-5 0 0,1-7-544 0,3-5-128 0,2-5 0 0,2-3-16 31,0-4-976-31,1 0-192 0,-1 1-32 0,-2-1-16 16,-1 1 272-16,-3 0 48 0,-2 4 16 0,-1 0 0 0,-4 2 1344 0,1 2 256 15,-1 3 64-15,-2 4 16 0,-5 4-240 0,5 5-48 0,0 4-16 0,-1 3 0 16,-1 2-112-16,1 3-32 16,0 2 0-16,2-1 0 0,-1-1-80 0,3 0 0 0,0-3-16 0,3-1 0 31,2-4-1248-31,0-4-240 0,5-3-48 0</inkml:trace>
  <inkml:trace contextRef="#ctx0" brushRef="#br0" timeOffset="12050.7">20579 14211 14735 0,'0'0'1312'15,"5"-6"-1056"-15,1-4-256 0,0 3 0 0,-1-1 4000 0,-2-4 736 16,0 2 160-16,-2 2 32 0,-1-3-2624 0,-1 4-512 15,-2 0-96-15,-2 2-32 0,0 1-656 0,-5 1-144 16,-3 1-32-16,-1 4 0 0,-3 2-144 0,-2 4-48 16,-5 2 0-16,-1 6 0 0,1 5-448 0,-1 4-192 15,-1 3 176-15,0 6-176 0,2 3 128 0,2 2-128 16,1 3 0-16,3 2 144 0,2 0-16 0,4 2 0 16,2-4 0-16,6 1 0 0,4-4-128 0,4-4 128 15,5-5-128-15,2-8 128 0,2-4-128 0,4-3-272 0,1-4 64 0,4-4 16 31,1-4-2352-31,4-6-464 0,0-4-80 0,9-7-32 16,0-1-1472-16,-12 1-288 0</inkml:trace>
  <inkml:trace contextRef="#ctx0" brushRef="#br0" timeOffset="12583.28">20759 14515 10127 0,'0'0'896'0,"0"0"-704"0,-8-1-192 0,0 1 0 15,-1 2 4608-15,-1 2 880 0,-2 0 176 0,2 3 32 16,-1 3-2896-16,1 2-592 0,1 3-112 0,0 4-32 15,-2 1-912-15,2 4-176 0,1 2-32 0,4 1-16 16,0-2-672-16,3-4-256 0,2-4 176 0,2 0-176 0,2-1 0 0,3-7 0 16,2-2 0-16,5-4 0 0,0-4 0 0,9-7 0 15,-1-5-128-15,2-4 128 0,1-4-176 0,-5 4 176 16,0 2-160-16,0-5 160 0,-2 0 0 0,1 0 0 16,-2 0-128-16,-2 0 128 0,-2 1 0 0,1-2 0 15,-4 4 144-15,-3 3-144 0,-3 5 384 0,1 2-32 16,-6 7 0-16,0 0 0 0,0 0 128 0,-2 9 32 15,-2 3 0-15,0 4 0 0,0 2-352 0,2 3-160 16,1 0 160-16,1-1-160 0,1 3 0 0,1-3 128 16,2-3-128-16,2-1 0 0,1-3 0 0,1-1 0 15,1-3 0-15,3-1 0 16,-1-6-560-16,-1-2-96 0,3-2-32 0,-3-3 0 16,1-5-1744-16,1 0-336 0,-1-3-80 0,2-1-16 15,-1-2-544-15,1 0-112 0,0-1-32 0,0 0 0 16,-1 0 2112-16,0-2 416 0,-3 2 96 0,0 0 16 0,-1 0 1376 0,2 3 288 0,-1 1 48 0,2 2 16 15,-1 1 1120-15,-1 2 240 16,-1 3 32-16,0 1 16 0,-2 3 96 0,-6 1 32 16,8 3 0-16,0 1 0 0,-1 3-496 0,-1 1-112 0,-1 1-16 0,-2 1 0 15,-2 2-832-15,-1 2-160 0,-1 2-32 0,-2 1-16 16,-1 0-432-16,1 0-64 0,-3-1-32 16,1 0 0-16,0-1 144 0,1-2 16 0,-1-1 16 0,2-2 0 15,1-1-96-15,2-9-32 0,0 0 0 0,0 0 0 16,0 0 320-16,0 0 64 0,0 0 16 0,1-8 0 15,3-2-400-15,1-1-80 0,1-2 0 0,2 0-128 16,1 0 0-16,2-1-320 0,-1 1 32 0,2-4 16 16,-2 0-1712-1,2 0-352-15,0 1-64 0,1-3-16 0,1 2-1680 0,1-1-320 0</inkml:trace>
  <inkml:trace contextRef="#ctx0" brushRef="#br0" timeOffset="12851.82">21683 14409 16575 0,'0'0'1472'0,"4"9"-1168"16,-1-1-304-16,0 1 0 0,0 2 4160 0,-1 2 768 0,-1 1 144 0,-1 0 48 16,0 3-2368-16,-1-1-448 0,-2 5-112 0,-1 0-16 15,0 2-1440-15,-1 3-288 16,-1-1-64-16,0-1-16 0,0-4-368 0,-1 3 0 16,2-4 0-16,0-2 0 0,1-3 0 0,3-3 0 0,-2-2 0 0,3-9 0 15,0 0 192-15,0 0 128 16,0 0 32-16,0 0 0 0,3-7 352 0,-1-7 80 0,4-1 16 0,-1-4 0 15,1-3-224-15,2 0-64 0,1-2 0 0,3 1 0 16,0-2-272-16,1 0-64 0,0 2-16 0,1-2 0 16,2 0-160-16,1-3 0 0,1-1-192 0,-1 2 192 31,0-1-2160-31,0 1-304 0,0 2-64 0</inkml:trace>
  <inkml:trace contextRef="#ctx0" brushRef="#br0" timeOffset="14135.84">22056 14584 30175 0,'0'0'656'0,"0"0"144"0,0 0 32 0,0 0 16 0,0 0-672 0,0 0-176 16,0 0 0-16,0 0 0 0,0 0 1696 0,0 0 304 16,0 0 64-16,0 0 16 0,3-5-832 0,1-2-160 15,1 1-48-15,0-1 0 0,0-1-560 0,1 2-112 16,0-2-32-16,1 0 0 0,-2 0-64 0,0-1-16 15,2 1 0-15,-3-2 0 0,-1 1 32 0,0 0 0 16,-2 1 0-16,-1-2 0 0,-1 0-80 0,-2 1-16 16,-2 1 0-16,-3-2 0 0,-1 1-192 0,-1 1 0 15,-2 2 0-15,-1 2 0 16,-3 1-384-16,1 3-32 0,-1 1 0 0,1 6 0 0,0 1 32 0,1 3 0 16,0 2 0-16,-1 0 0 0,3 4 192 0,3 0 64 15,3 3 0-15,1 1 0 0,2 1 128 0,0-4-128 16,5 0 128-16,3-1-128 0,3-1 128 0,2-2-128 0,3-1 128 0,2-2-128 15,0-2-64-15,2-5-16 0,0-2 0 16,3-2 0-16,0 0 80 0,1-3 128 0,0-4-208 0,-1-2 80 16,-1-4 128-16,1-1 0 0,-1-2 0 0,2-1 0 15,0 0 256-15,-3 0 48 0,1 1 0 0,-2-2 0 16,0 3 192-16,-2 1 32 0,-2 0 16 0,-1 4 0 0,-4 2-80 0,1 4-16 16,-3 3 0-16,-6 1 0 0,0 0-240 0,6 9-48 15,-4 3-16-15,0 1 0 0,-2 2-144 0,-3 2 0 16,0 1 0-16,1 2 128 0,-1 1-128 0,2-2 0 15,-1 1 0-15,2-3 0 0,3-1 0 0,2-3 0 16,-1-3 0-16,3-2 0 0,-1-3 128 0,2-1 128 16,0-7 48-16,2-2 0 0,1-4-176 0,2-1-128 15,0-3 144-15,1-2-144 0,1-2 208 0,-1 0-48 16,-1 0-16-16,-1 3 0 0,-2 0-144 0,-1 2 0 16,-1 3 0-16,-3 2 0 0,-1 2 0 0,-4 5 0 15,0 0 128-15,0 0-128 0,0 0 0 0,3 11 0 0,-3-1 0 0,-2 2 0 16,1 2-176-16,0 3 176 15,0-3-128-15,1 2 128 0,1-2 0 0,0-1 128 16,3 0 0-16,1 2 0 0,2-5 144 0,1-2 48 0,1-4 0 0,2-4 0 16,1-4-64-16,3-5-16 0,0-3 0 0,2-4 0 15,-1-3-240-15,1-2 144 0,0-1-144 0,2 1 128 16,-2-4-128-16,4 2 0 16,0-1 0-16,-2 2 0 0,-2 0 0 0,0 2 0 0,-1 3 0 0,0 3 0 15,-3 2 0-15,-3 3 0 0,-1 5 0 0,-1 0 0 16,0 6 0-16,-3 4 0 0,-1 3 0 0,-1 2 0 15,-2 3 0-15,0 2 128 0,1-1-128 0,0 4 0 16,1-1 0-16,-1 0 0 0,1-1 0 0,1 1 0 16,0 1 0-16,0-1 0 0,-2-4-144 0,2 1 144 0,0-4-128 0,0-2 128 15,1-1 0-15,-5-8 0 16,0 0-1520-16,0 0-192 0,0 0-32 16,8-4-16-16,-1-2-1056 0,-2-1-224 0,-1 0-32 0,-2-3-16 15,0 1-1456-15,-4-1-272 0,-8-16-64 0,-2 5-16 0,-2 4 4032 16,-12-10-11440-16,-11-13 9936 0,26 27 1888 15,-1 3 480-15,0 1 0 0,0 0 5632 0,3 2 1232 16,1 2 240-16,2 2 64 0,6 3-2560 0,0 0-496 16,0 0-96-16,0 0-32 0,0 0-1600 0,0 0-320 15,5 6-64-15,3 0-16 0,1-1-960 0,3 2-192 16,1-1-32-16,1 1-16 0,2-4-592 0,1 0-192 16,0-3 128-16,1-3-128 15,1 0-3072-15,2-4-688 0</inkml:trace>
  <inkml:trace contextRef="#ctx0" brushRef="#br0" timeOffset="15226.34">24274 14113 31679 0,'0'0'704'0,"0"0"128"0,4-21 48 0,-4 21 0 0,0 0-704 0,0 0-176 0,-12-1 0 0,0 1 0 16,-2 1 416-16,-2 3 48 15,-4 0 16-15,-4 3 0 0,-2 3-480 0,-1 5-256 0,-2 3 16 0,0 4 16 16,2 4-80-16,-1 3-16 16,2 1 0-16,3 0 0 0,3 0 688 0,6-2 128 0,5 0 16 0,2-3 16 15,2-3 528-15,1-1 96 0,2-1 32 0,0-5 0 16,4-2-544-16,0-3-128 0,2-1 0 0,0-1-16 15,-4-8-240-15,5 8-64 0,1-1 0 0,-3-1 0 16,-3-6-496 0,3 8-96-16,-3-8-32 0,-1 9 0 0,-3 3 16 15,-1-1 0-15,-2 0 0 0,-1 1 0 0,-2-1 48 0,1 5 16 0,-3-4 0 0,0 1 0 16,1 0-1888-16,-1 0-368 0,3 0-80 0</inkml:trace>
  <inkml:trace contextRef="#ctx0" brushRef="#br0" timeOffset="15726.29">24307 14486 911 0,'0'0'0'0,"0"0"0"0,0 0 0 0,0 0 0 0,0 0 0 0,0 0 0 16,-6-1 4912-16,2 1 896 0,4 0 176 0,-5 4 32 15,-1-4-3280-15,-1 2-672 0,1 5-128 0,-1-1-16 16,-1-3-592-16,2 5-112 0,-1 2-32 0,1 1 0 15,0 0-448-15,3 3-96 0,-1 2 0 0,1 0-16 16,2 0-48-16,1-1 0 0,1-2 0 0,3 0 0 16,4-3 32-16,1-3 0 0,3-3 0 0,1-2 0 0,1-5-224 0,3-4-32 15,1-3-16-15,2-4 0 0,1-1-160 0,0-2-48 16,-2-2 0-16,2-2 0 0,-3 1 0 0,0 0 0 16,-1 1 0-16,-1-2 0 0,-3-1 160 0,-4 1 32 15,-2 2 0-15,-3 1 0 0,-3 1 48 0,-4 2 16 16,-3-2 0-16,-3 4 0 0,-4 3-384 0,1 2 0 15,0 2-160-15,-1 4 160 16,-3 6-688-16,2 1-16 0,1 6-16 0,0-1 0 16,-1 6-304-16,2 1-64 0,2 0-16 0,2 2 0 15,1-2-1392-15,6-1-256 0,-2-6-64 0,5 0-6752 16,3 3-1344-16</inkml:trace>
  <inkml:trace contextRef="#ctx0" brushRef="#br0" timeOffset="16056.67">24742 14339 16575 0,'0'0'1472'0,"0"0"-1168"16,0 0-304-16,0 0 0 0,0 0 3568 0,0 0 656 0,-3 8 128 0,-1 3 16 16,-1 6-2800-16,-1-1-560 0,-3-2-112 0,-1 7-32 15,1 4-304-15,0 0-64 0,-1-3-16 0,2 0 0 16,3 2 96-16,1-4 0 0,3 0 16 0,1-6 0 16,2-2 16-16,3-2 0 0,3-3 0 0,3-4 0 15,2-3-608-15,1-3 0 0,2-1-144 0,2-5 144 0,0-8-320 0,-1 0 48 16,0 0 16-16,0-4 0 0,-1-4-80 0,-1 2-16 15,-2 0 0-15,0-2 0 0,-1 0 352 0,-3 2-176 16,0 2 176-16,-1 4-128 0,-3 4 128 0,1 2 176 16,-3 5-48-16,-3 6 0 0,0 0-128 0,0 0 0 15,0 9 0-15,0 4 128 0,-1 5 48 0,1 2 0 16,0-1 0-16,0 3 0 0,1 2 16 0,1-3 16 16,0 1 0-16,2-3 0 0,0 2-208 0,1-1 176 15,2-3-176-15,1-2 160 16,0-1-1440-16,-2-3-304 0,1-2-48 0,-1-3-16 15,-6-6-1936-15,9-3-384 0,3-9-64 0,-2-1-7472 0</inkml:trace>
  <inkml:trace contextRef="#ctx0" brushRef="#br0" timeOffset="16275.42">25140 14358 8287 0,'18'-10'368'0,"-9"7"80"0,1 5-448 0,3-1 0 0,3 0 0 0,-3 3 0 16,-1 4 5840-16,0 1 1088 0,-2 3 224 0,0-2 32 15,-3 5-5088-15,-2 0-1024 0,-2 2-208 0,-2 5-32 16,-2-1-688-16,-3 1-144 15,-3 1 0-15,-2-3 0 0,0-1 416 0,-1-4 96 16,-1 0 0-16,2-4 16 0,1-3 592 0,2-1 112 0,-1-2 32 0,7-5 0 16,0 0-400-16,-4-7-80 0,2-4-16 0,2 0 0 15,4 0-256-15,2-4-48 0,3-4-16 0,4-2 0 16,0 0-272-16,2-4-176 0,0-2 192 16,2-1-192-16,2-2 0 0,-1 0 0 0,1 2-160 0,0 0 160 15,-1 0-3136 1,0 0-496-16,-1-2-96 0</inkml:trace>
  <inkml:trace contextRef="#ctx0" brushRef="#br0" timeOffset="16817.38">25893 14357 31615 0,'0'0'1408'0,"0"-5"272"0,0-4-1344 0,0 2-336 0,0 1 0 0,-1-2 0 0,-2-1 1024 0,1 1 128 16,-4 1 16-16,1 2 16 0,-1 3-384 0,-2 0-80 15,-3 4-16-15,0 3 0 16,-4-1-400-16,0 5-96 0,-4 4-16 0,0 4 0 16,-1 2-192-16,2 5-256 0,1-1 48 0,1 3 16 15,2-1 432-15,2-1 80 0,3-5 32 0,1 1 0 16,2 2 272-16,2-4 48 0,3-2 16 0,1-3 0 15,4 0-512-15,3-3-176 0,5-3 0 0,3-2 144 16,3-1-2368-16,3-1-464 0,1-3-112 16,3-3-13200-16</inkml:trace>
  <inkml:trace contextRef="#ctx0" brushRef="#br0" timeOffset="17104.09">26076 14493 10127 0,'1'11'896'0,"-1"-1"-704"16,0-10-192-16,1 7 0 0,1 3 4368 0,0-3 848 15,2 2 160-15,0-3 48 0,1-1-2992 0,2-1-608 16,1 1-112-16,-1-5-32 0,2-3-320 0,2 1-64 16,-1-1-16-16,2-2 0 0,-1-4-608 0,-1 0-128 15,-1 0-32-15,0-2 0 0,-2-3-304 0,-2-1-64 0,-2 2-16 0,-2 2 0 16,-1-1-128-16,-3 2 128 0,-3 0-128 0,-2 0 128 16,-3 1-128-16,0 4 0 0,-4 2 0 0,0 4 0 15,-2 6-464 1,0 2-80-16,-1 5-16 0,2 3 0 0,-1 2 160 0,1-1 16 0,2-1 16 0,1 2 0 0,3 3 368 0,2-1-144 15,1-2 144-15,3-1 0 0,3 1 0 0,2 2 0 16,5 1 0-16,3 1 0 0,0-3-256 0,4 0 64 16,2 0 16-16,5-4 0 15,2-2-2944-15,7-5-592 0</inkml:trace>
  <inkml:trace contextRef="#ctx0" brushRef="#br0" timeOffset="17371.06">26665 14102 42159 0,'0'0'928'0,"9"2"192"0,1 1 32 0,1 1 32 0,1 2-944 0,-1 1-240 0,1 1 0 0,0 3 0 15,-3 0 448-15,1 4 64 0,0 2 0 16,-1 4 0-16,0 3-160 0,-3 2-32 0,0 2 0 0,-3 4 0 16,0 3-144-16,0 5-48 0,-3 3 0 0,-2 3 0 15,1 1-128-15,-3 4 0 0,-2 4 0 0,-2-1 0 32,-3 1-432-32,-4-3-112 0,-5 0-32 0,-6-2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0-08T02:58:52.1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26645 14059 11279 0,'0'0'496'0,"0"0"112"0,6-7-480 0,-2 2-128 0,-4 5 0 0,5-7 0 15,0 1 1024-15,0-1 176 16,-5 7 32-16,4-5 16 0,0 0-544 0,-4 5-96 16,0 0-32-16,0 0 0 0,4-5-368 0,-4 5-80 0,0 0 0 0,0 0-128 15,0 0 560-15,0 0 0 16,0 0 0-16,0 0 0 0,0 0 48 0,0 0 16 0,0 0 0 0,0 0 0 15,0 0-80-15,0 0-16 0,0 0 0 0,0 0 0 16,0 0-224-16,0 0-48 0,0 0-16 0,0 0 0 16,0 0 16-16,-7 0 16 0,1 0 0 0,-1 0 0 15,1 0 16-15,-1 0 0 0,1 0 0 0,-1 0 0 16,1-2-160-16,1 2-128 0,5 0 192 0,-7 0-192 0,2-1 128 0,5 1-128 16,0 0 0-16,-5 0 0 0,5 0 0 0,-6 0 0 15,6 0 0-15,0 0 0 0,-6-1 0 0,6 1 0 16,0 0 0-16,-5 0 0 0,5 0 0 15,0 0 160-15,-7-2-160 0,7 2 128 0,0 0 64 0,-6-1 0 16,6 1 0-16,0 0 0 0,0 0 32 0,0 0 16 16,-7-4 0-16,2 2 0 0,0 0-80 0,-2-2-16 15,3 2 0-15,0-3 0 0,-1-2 48 0,1 2 16 16,2 0 0-16,-1-1 0 0,-1 1 16 0,0 1 0 16,0-2 0-16,0-1 0 0,0 2-224 0,0 0 176 15,1 0-176-15,-1-1 160 0,4 6-160 0,-4-5 192 0,0 1-192 0,4 4 192 16,0 0 0-16,0 0 16 15,-5-6 0-15,5 6 0 0,0 0 80 0,0 0 16 16,0 0 0-16,0 0 0 0,0 0 16 0,0 0 0 16,0 0 0-16,0 0 0 0,-4-3 16 0,4 3 16 15,0 0 0-15,0 0 0 0,0 0-208 0,0 0-144 16,0 0 192-16,0 0-192 0,0 0 192 0,0 0-192 0,0 0 192 0,0 0-192 16,0 0 208-16,0 0-64 15,0 0-16-15,0 0 0 0,5 9-128 0,1-1 160 0,2 1-160 0,1 0 160 16,2 2-160-16,-2-3 128 0,-1 1-128 15,0 0 128-15,-1-1-128 0,3 1 0 0,-1-3 0 0,0 1 128 16,0-1-128-16,0 2 0 0,0 1 144 0,2 0-144 16,-2-1 0-16,-1 1 128 0,-1 2-128 0,1-3 0 15,-1 1 160-15,-1 1-32 0,2 3-128 0,-1 0 192 16,-2 0-64-16,0 2-128 0,-1-1 176 0,1 0-176 16,0-1 144-16,-1-1-144 0,-1 1 0 0,1-1 144 0,-2 1-144 0,1-3 160 15,-2 1-160-15,2-1 160 0,1 2-16 0,0 0 0 16,0-1 0-16,-2-2 0 0,1 2-144 0,1-1 192 15,0-1-192-15,0 2 192 0,-2 2-192 0,3 1 0 16,-1-2 0-16,0 0 0 0,0 1 0 0,1 0 0 16,1-1 0-16,-1 2 0 0,-3-1 0 0,1-1 0 15,1-1 0-15,0 2 0 0,0-2 0 0,-2 1 0 0,0-2 0 0,0 2 0 16,1-2 0-16,-3 2 128 16,-1-3-128-16,-1 3 0 0,2-2 128 0,-2 2-128 0,-2-3 0 0,1 3 128 15,1 0-128-15,-2 1 0 16,1-2 0-16,-1 1 0 0,0 0 0 0,0 0 128 0,-1-1-128 0,1 1 0 15,0-2 0-15,0 2 0 0,0 0 0 0,0 0 0 16,1-2 0-16,0 0 0 0,-1 0 128 0,0 0-128 16,0 0 0-16,0 1 0 15,0-2 0-15,2-1 0 0,-2 2 0 0,0 2 0 0,0-2 0 0,1 0 0 16,0-4 0-16,0 2 0 0,-1 2 0 16,1-1 0-16,3-9 0 0,-3 7 0 0,-3 2 0 0,4-2 128 15,2-7-128-15,-4 4 0 0,0 2 0 0,4-6 0 16,0 0 0-16,0 0 128 0,-3 7-128 0,3-7 0 15,0 0 128-15,0 0-128 0,0 0 128 0,-2 6-128 16,-1 3 0-16,2-1 0 0,1-8 0 0,-2 7 0 0,1 3 0 0,0-1 0 16,0-2 0-16,-1 0 0 0,1 3 0 0,0-4 0 15,1-6 0-15,-2 7 0 0,-2-1 0 0,2 1 0 16,2-7 128-16,0 0-128 0,-4 4 0 0,0 2 0 16,0 1 0-16,4-7 0 0,-4 1 0 0,-1 4 0 15,0-1 0-15,0 0 0 0,1-3 0 0,-2 2 0 16,1 2 128-16,1 0-128 0,4-5 0 0,-5 3 0 15,5-3 0-15,0 0 0 0,-5 2 272 0,5-2-16 16,-5 0-16-16,5 0 0 0,0 0 0 0,0 0 0 16,0 0 0-16,0 0 0 0,0 0-240 0,0 0 0 15,0 0 128-15,0 0-128 0,0-6 0 0,0 6 0 16,0 0-192-16,2-7 192 0,1 1 0 0,-3 6 0 0,0 0 0 0,0 0 0 16,0 0 0-16,0 0 0 0,0 0 0 0,5-7 0 15,-1 0 0-15,-4 7 0 0,0 0 0 0,0 0-160 16,0 0 160-16,0 0 0 15,0 0 0-15,0 0 0 0,0 0 0 0,0 0 0 0,0 0 0 0,0 0 0 16,0 0 0-16,0 0 0 16,-3-7 0-16,3 7 128 0,0 0-128 0,-6 0 0 0,1-4-128 0,-1 3 128 15,1 1-336-15,5 0 16 0,-4-1 0 0,4 1 0 32,-6 0-160-32,-1 0-32 0,-3-2 0 0,1 1-11664 0,0 0-2352 0</inkml:trace>
  <inkml:trace contextRef="#ctx0" brushRef="#br0" timeOffset="1762.87">26743 14693 11919 0,'0'0'512'0,"0"0"128"0,0 0-512 0,0 0-128 0,0 0 0 0,0 0 0 16,0 0 832-16,0 0 128 16,0 0 16-16,0 0 16 0,0 0-384 0,0 0-80 0,0 0-16 0,0 0 0 15,0 0 64-15,0 0 16 0,0 0 0 0,0 0 0 16,0 0 48-16,-4 7 0 0,-1 0 0 0,1-1 0 16,0 1-64-16,0 3-16 0,0 0 0 0,-1 2 0 15,0 0-224-15,0 4-32 0,0-2-16 0,-1 3 0 16,0 4-96-16,-2 0 0 0,0-5-16 0,0 5 0 15,-1 3-176-15,0-2 0 0,0-4 144 0,0 3-144 0,-2-1 0 0,2-1 0 16,1-3 0-16,-1-1 0 0,0 2 0 16,1 0 0-16,1 2 0 0,-1-5 0 0,0-1 0 0,1 0 0 15,1-1 0-15,1-2 0 0,-1-2 176 0,1 1-48 16,0-4 0-16,1 2 0 0,4-7 112 0,0 0 16 16,0 0 0-16,0 0 0 0,-4 8-256 0,4-8 176 15,0 0-176-15,0 0 160 0,-2 6-160 0,2-6 0 16,0 0 0-16,0 0 0 0,0 0 0 0,0 0 0 15,0 0 0-15,0 0 0 0,0 0 0 0,0 0 128 16,0 0 0-16,0 0 0 0,0 0 160 0,0 0 32 16,0 0 0-16,0 0 0 0,0 0 16 0,0 0 16 15,0 0 0-15,0 0 0 0,0 0-96 0,0 0 0 0,0 0-16 0,-3-5 0 16,2 0-240-16,1 5 176 16,0-7-176-16,0 7 160 0,0 0-160 0,0-6 0 0,1-2 0 0,-1 8 0 15,0 0 0-15,0 0 0 16,4-8 0-16,-4 8 0 0,0 0 0 0,0 0 0 0,4-6 0 0,-4 6 0 15,0 0 0-15,0 0 0 16,0 0 144-16,0 0-144 0,0 0 0 0,0 0 144 16,2-7-144-16,1 2 0 0,2 0 0 0,-5 5 0 0,0 0 0 0,0 0 0 15,5-6 0-15,-5 6 0 0,0 0-192 0,0 0 48 16,6-5 144-16,-6 5 0 16,0 0 160-16,0 0-160 0,0 0 0 0,0 0 0 0,0 0-208 0,0 0 64 15,0 0-1584-15,0 0-320 0,0 0-64 0,0 0-16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0-10T02:41:41.0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25016 9327 12143 0,'0'0'528'0,"0"0"128"0,0 0-528 0,0 0-128 16,0 0 0-16,2-5 0 0,4-3 864 0,-6 8 144 15,0 0 16-15,0 0 16 0,2-9-320 0,-2 9-64 16,0 0-16-16,0 0 0 0,0-8-288 0,0 8-64 16,0 0-16-16,-1-10 0 0,1 10 112 0,0 0 32 15,0 0 0-15,0 0 0 0,-7-7-272 0,7 7-144 16,0 0 160-16,-7 4-160 0,-1 3 0 0,1 1 0 16,-1 0 0-16,2 2 0 0,-1 2 0 0,2 1 0 15,1 0 0-15,2-2 0 0,-2 3 0 0,0-3 0 16,1 0 0-16,3-11 0 0,0 0 224 0,0 0-48 15,-2 9-16-15,2-9 0 0,0 0 96 0,0 0 0 0,0 0 16 16,0 0 0-16,0 0-32 0,0 0-16 16,0 0 0-16,0 0 0 0,0 0-80 0,0 0-16 15,0 0 0-15,0 0 0 0,6-7-128 0,1 1 0 16,-7 6 144-16,5-11-144 0,0 1 0 0,-1-1 128 16,-4 11-128-16,3-9 0 0,-2-1 0 0,-1 10 144 0,0-10-144 0,0 10 0 15,-1-10 176-15,1 10-176 0,0 0 160 16,0 0-160-16,0 0 176 0,0 0-176 0,0 0 192 0,0 0-192 15,0 0 128-15,-7 7-128 0,7-7 0 0,0 0 0 16,0 0 0-16,-3 10 0 0,3-10 0 0,0 0 0 16,0 0 0-16,0 0 0 0,0 0 0 0,0 0 0 15,0 0 256-15,0 0 64 0,0 0 0 0,0 0 0 16,0 0-48-16,0 0 0 0,10 0 0 0,-10 0 0 0,0 0-64 16,7-5-16-16,-7 5 0 0,0 0 0 0,7-8-192 0,-7 8 176 15,4-8-176-15,-4 8 160 0,0-9-160 0,0 9 0 16,-2-9 144-16,2 9-144 0,0 0 0 0,-5-8 144 15,0-1-144-15,5 9 0 0,0 0 128 0,0 0-128 16,0 0 0-16,0 0 0 0,-9 0 0 0,9 0 0 16,0 0 0-16,0 0 0 0,-7 9 0 0,7-9 0 15,-2 10 0-15,2-10 0 0,0 0 0 0,2 10 0 16,-2-10 0-16,0 0-144 0,0 0 144 0,7 8 0 16,-7-8 0-16,0 0 0 0,0 0 0 0,10 4 0 15,-10-4 0-15,0 0 128 0,0 0-128 0,0 0 0 0,0 0 0 0,11-2 128 16,-11 2-128-16,0 0 128 15,0 0-128-15,0 0 128 0,0 0-128 0,0 0 0 0,0 0 0 0,0 0 128 16,0 0-128-16,0 0 0 16,0 0 0-16,0 0 0 0,0 0 0 0,0 0 0 0,0 0 0 0,0 0 0 15,0 0 0-15,0 0 0 16,0 0 0-16,0 0 0 16,0 0-1024-16,0 0-208 0,0 0-48 0,0 0-10240 0</inkml:trace>
  <inkml:trace contextRef="#ctx0" brushRef="#br0" timeOffset="958.1">24778 8488 7359 0,'0'0'656'0,"0"0"-528"16,0 0-128-16,0 0 0 0,0 0 1760 0,3-9 320 0,-3 9 64 0,0 0 16 15,1-7-688-15,-1 7-144 0,0 0-32 0,0 0 0 16,0 0-304-16,0 0-64 0,0 0-16 0,0 0 0 16,3 12-368-16,-2 4-80 0,-1 2-16 0,0 3 0 15,0 1-208-15,0 3-48 0,0 1-16 0,0 2 0 16,0 2-176-16,0-1 128 0,2-2-128 0,-2 1 128 16,1-5-128-16,0-3 0 0,0-1 0 0,1 0 0 0,-1-2 0 0,2-2 0 15,1 0 0-15,1-2 0 0,-5-13 0 0,6 11 128 16,-6-11-128-16,0 0 0 0,12 4 160 0,-1-1-160 15,-11-3 192-15,11-5-192 0,1-3 640 0,0-5 32 16,-2-3 0-16,-1-1 0 0,3-1 32 0,1-3 0 16,0-2 0-16,0-2 0 0,-1-1-192 0,0-4-16 15,-2-2-16-15,0 2 0 0,1 0 80 0,-3 3 16 16,1 0 0-16,-1 1 0 0,-2 0-336 0,-2 3-64 16,0 3-16-16,-1 4 0 0,-2 3-160 0,-1 2 0 0,-1 4 0 15,-2 0 0-15,3 7 0 0,0 0-224 0,-7-4 32 0,1 2 0 31,6 2-592-31,0 0-112 0,-8 1-32 0,8-1 0 16,0 0-736-16,0 0-128 0,0 0-48 0,0 0-10304 0</inkml:trace>
  <inkml:trace contextRef="#ctx0" brushRef="#br0" timeOffset="1364.45">25376 8784 15663 0,'0'0'1392'0,"0"0"-1120"16,0 0-272-16,0 0 0 0,-6 10 1776 0,0 3 288 15,-3-2 64-15,0 0 16 0,-1 0-912 0,0 1-176 16,0 1-32-16,-1 2-16 0,-1 5-192 0,2-3-48 15,0 2 0-15,0-3 0 0,3 1-384 0,0-1-96 16,-1-2-16-16,3 0 0 0,1-2-96 0,2-2-32 16,2-10 0-16,0 0 0 0,-4 11-144 0,4-11 160 0,0 0-160 0,0 0 160 31,0 0-1792-31,0 0-352 0</inkml:trace>
  <inkml:trace contextRef="#ctx0" brushRef="#br0" timeOffset="4412.57">26150 15287 6447 0,'0'0'576'0,"0"0"-576"15,0 0 0-15,0 0 0 0,0 0 3392 0,0 0 576 16,0 0 128-16,0 0 0 0,0-3-1920 0,8-5-384 15,-3 0-64-15,-5 8-32 0,8-6-448 16,-8 6-96-16,0 0 0 0,10 1-16 0,-10-1-480 0,11 8-80 16,-3 2-32-16,-1 6 0 0,0 4-352 0,-1 2-192 15,1 5 192-15,-2 6-192 0,-1 3 0 0,1 5 0 16,0-1 0-16,1 1 0 0,-4 0-192 0,0-4 192 16,-2-1-208-16,1-3 80 0,-1-1 128 0,0-3 0 15,0-3 0-15,1-2-128 0,0-2 128 0,2-5 0 16,0-3 0-16,-1-2 0 0,-2-12 240 0,0 0 80 15,0 0 0-15,0 0 16 0,11-7 400 0,-2-3 80 0,0-4 16 0,-1-5 0 16,-2-3-80-16,3-3-16 0,4-1 0 0,-1-5 0 16,-1 0-256-16,-1-2-48 0,1-1-16 0,0 0 0 15,-2 2-224-15,0-3-64 0,-1 2 0 0,0 3 0 16,0 5-416-16,0 0-96 0,-2 7 0 0,1 0-16 31,-1 4-1424-31,1 3-288 0,-1 5-48 0,-6 6-16 16,0 0-1472-16,0 0-288 0,0 0-64 0,17 13-16 0</inkml:trace>
  <inkml:trace contextRef="#ctx0" brushRef="#br0" timeOffset="4787.66">26671 15748 11055 0,'0'0'976'0,"0"0"-784"0,0 0-192 15,0 0 0-15,4 11 2304 0,-4-11 432 0,4 11 80 0,-1 2 0 16,-2 2-1104-16,-1 2-240 0,-1 1-32 0,-2 3-16 16,1 1-464-16,-4 0-80 0,-1 3-32 0,-1-2 0 15,0 2-144-15,0 0-16 0,0-2-16 0,1-2 0 16,-1-3-288-16,1-1-64 0,1-2-16 0,0-4 0 16,1 0-304-16,5-11 128 0,-4 8-128 0,4-8 0 31,0 0-2496-31,0 0-624 0,0 0-112 0,6-12-32 0</inkml:trace>
  <inkml:trace contextRef="#ctx0" brushRef="#br0" timeOffset="5115.62">27128 15637 16575 0,'0'0'1472'0,"11"-5"-1168"16,3-1-304-16,0 0 0 0,0 1 3280 0,3 0 608 15,1 0 112-15,1 1 32 0,-2 1-2496 0,0 1-480 16,-2 2-96-16,2 2-32 0,-1 0-704 0,-2 0-224 16,0 1 128-16,1-1-128 15,-3 2-352-15,-3 2-128 0,-3-1-32 0,1 1 0 16,-7-6-2384-16,0 0-496 0</inkml:trace>
  <inkml:trace contextRef="#ctx0" brushRef="#br0" timeOffset="5303.09">27162 15782 4607 0,'0'0'400'0,"-3"12"-400"0,3-12 0 0,-1 10 0 15,1-10 7040-15,0 0 1344 0,8 11 256 0,2-5 48 16,2-2-6208-16,1-1-1248 0,1-1-240 0,2-2-48 16,2-2-560-16,2 2-96 0,-1-2-32 0,2 2 0 15,1-1-256-15,-1 1-176 0,-1 0 32 0,-1 0 0 16,-1 0-1600-16,-2 0-320 15</inkml:trace>
  <inkml:trace contextRef="#ctx0" brushRef="#br0" timeOffset="7171.52">28164 15714 911 0,'0'0'0'0,"0"0"0"16,0 0 0-16,0 0 0 0,0 0 4928 0,0 0 912 16,0 0 176-16,0 0 48 0,5-6-3168 0,-5 6-624 15,4-8-128-15,-4 8-32 0,11-7-336 0,-1 4-80 16,1 0-16-16,0 2 0 0,2 1-672 0,2 1-144 15,0 2-32-15,4-1 0 0,0 1-448 0,-1 1-80 16,1 1-32-16,-1 0 0 0,1 0-48 0,2 2-16 16,-1-5 0-16,-2 2 0 0,-2 0 80 0,-1 0 16 15,-2 0 0-15,-1 1 0 0,-3-2-64 0,-1 1-16 16,-8-4 0-16,8 2 0 0,-8-2-96 0,0 0 0 16,0 0-128-16,0 0 192 0,0 0-192 0,0 0 144 15,7 6-144-15,-7-6 128 0,0 0-128 0,0 0-176 0,0 0 48 16,0 0 0-1,0 0-1760-15,0 0-352 0,0 0-64 0</inkml:trace>
  <inkml:trace contextRef="#ctx0" brushRef="#br0" timeOffset="8233.03">28858 15592 13823 0,'0'0'608'0,"0"0"128"16,0 0-592-16,-9 6-144 0,9-6 0 0,0 0 0 0,0 0 2960 0,0 0 560 15,0 0 128-15,0 0 0 0,0 0-1472 0,0 0-288 0,0 0-64 0,0 0-16 16,0 0-336-16,13 0-80 0,0 0-16 0,1-2 0 16,2 2-368-16,1 0-80 0,1 0-16 0,-2 0 0 15,-2 2-304-15,-2-2-64 0,-1 0-16 0,-3 0 0 16,-8 0-288-16,9 3-64 0,0 1-16 0,-9-4 0 15,0 0-160-15,6 6 0 0,-6-6 144 0,4 8-144 16,-4-8 144-16,0 13-144 0,1-1 192 0,-1 0-192 16,-1-1 160-16,-3 1-160 0,0 0 128 0,1 1-128 15,-2 0 128-15,0 1-128 0,-2 1 0 0,1 0 128 16,-1 2-128-16,1 0 0 0,-1 1 0 0,2 1 0 16,1 0-256-16,1 1 0 0,-1-3 16 0,3-2 0 0,0-2-112 15,1-1-32-15,0-1 0 0,0-11 0 16,1 10 112-16,-1-10 16 0,0 0 0 0,5 10 0 0,-5-10 96 0,0 0 32 15,12 3 0-15,-1 0 0 0,-11-3-48 0,11-3 0 16,1 0 0-16,1-3 0 16,0-3-688-16,-1-2-144 0,0 1-16 0,-1-3-16 15,2-4-2016-15,0 0-400 0,2 0-64 0</inkml:trace>
  <inkml:trace contextRef="#ctx0" brushRef="#br0" timeOffset="8420.61">29167 15271 30927 0,'0'0'1360'0,"0"0"304"0,0 0-1344 0,0 0-320 0,0 0 0 0,0 0 0 16,0 0 1680-16,0 0 272 0,0 0 48 0,0 0 16 16,0 0-1216-16,0 0-240 0,-5 9-48 0,5-9-16 15,-3 11-496-15,3-11-240 0,0 10 32 0,0-10 0 31,3 12-3120-31,-3-12-640 0</inkml:trace>
  <inkml:trace contextRef="#ctx0" brushRef="#br0" timeOffset="8873.43">29409 15760 10127 0,'0'0'896'0,"0"0"-704"0,0 0-192 0,0 0 0 16,0 0 4496-16,0 0 880 0,0 0 160 0,0 0 32 16,0 0-3232-16,0 0-656 0,0 0-128 0,0 0-16 15,-10 8-1024-15,-2 0-208 0,-1 1-48 0,0 2 0 16,-1 2-496-16,-1 2-96 0,2-2-32 0,2-1 0 16,0 1 128-16,3-2 32 0,3 1 0 0,2 0 0 15,3-2 208-15,0-10 240 0,6 12-48 0,0-2-16 16,2 1 112-16,2-2 32 0,1-1 0 0,1-2 0 15,-1 0-16-15,1 0 0 0,0-1 0 0,0 2 0 16,-12-7-112-16,11 6 0 0,-2 1-16 0,-9-7 0 16,0 0-176-16,0 0 0 0,4 10 0 0,-4-10 0 31,-4 13-624-31,-2-1-48 0,-3-3-16 0,-2-1 0 16,-2-2-2208-16,0-2-448 0,-1 0-96 0</inkml:trace>
  <inkml:trace contextRef="#ctx0" brushRef="#br0" timeOffset="9245.43">29811 15463 2751 0,'0'0'256'0,"0"0"-256"15,0 0 0-15,0 0 0 0,0 0 6272 0,0 0 1216 16,0 0 256-16,0 0 32 0,1 13-4880 0,-1-3-976 16,-1 3-192-16,-2 2-32 0,1-1-544 0,-2 2-96 15,0 2-32-15,0 0 0 0,1 3-320 0,-1 4-64 16,2-1 0-16,-1 4-16 0,2 2-320 0,1 0-64 15,1 1-16-15,-1 2 0 0,0-1-224 0,3 2 0 0,-1-1 0 0,1-1 0 16,0 0-224-16,-1-4-96 0,-2-2 0 0,1-3-16 31,-1-5-816-31,-1-3-144 0,0-5-48 0,1-10 0 16,0 0-1344-16,0 0-256 0,0 0-64 0,0 0-10672 0</inkml:trace>
  <inkml:trace contextRef="#ctx0" brushRef="#br0" timeOffset="9698.5">29858 15343 18431 0,'0'0'816'0,"0"0"160"0,0 0-784 0,0 0-192 0,14-3 0 0,0 1 0 0,1-1 4144 0,-1 3 784 16,0 3 144-16,2 2 48 0,2 3-3232 0,1 2-640 15,-1 2-128-15,1 1-32 0,1 4-528 0,0-2-112 16,-4 4-32-16,3-1 0 0,-4-1-288 0,0 0-128 15,-4 1 0-15,0 0 128 0,-5-2-128 0,0 1 0 16,-6 1 144-16,-3 0-144 0,-2 1 0 0,-2-1 0 16,-3 0 0-16,-3 2 128 0,-4-2-128 0,-1 0-128 15,-3-1 128-15,0-3-192 0,-3 1 192 0,1-2 0 16,1-5 0-16,0-2-128 0,-1-1 128 0,1-1 0 16,1-6 0-16,3-2 0 0,4 0 0 0,1 0 0 15,0-1 0-15,1-2 0 0,3 1 0 0,2 2 0 16,7 4 0-16,0 0 128 0,-4-9 32 0,4 9 16 0,0 0 0 0,0 0 0 15,0 0-48-15,0 0 0 0,15 4 0 0,-1 2 0 16,2 2-128-16,2 4 0 0,2-1 0 0,0 4 0 16,1 2 0-16,0 1 0 0,1 1 0 0,2 2 0 15,-1 2 0-15,2 0 0 0,-1 0 0 0,-1 1 0 16,-2 2 0-16,1 1 0 0,-2-1 0 0,-3 1 0 16,-2-4-144-16,-2 0-64 0,-4-4-16 0,-1-1 0 15,0-2 80-15,-3-2 16 0,-2-1 0 0,1-5 0 31,-4-8-848-31,0 0-176 0,0 0-16 0,0 0-16416 0</inkml:trace>
  <inkml:trace contextRef="#ctx0" brushRef="#br0" timeOffset="14668.94">30511 16021 17039 0,'0'0'752'0,"0"0"160"0,0 0-720 0,0 0-192 15,0 0 0-15,0 0 0 0,0 0 1536 0,0 0 288 16,0 0 48-16,0 0 16 0,0 0-832 0,0 0-160 16,0 0-48-16,14-2 0 0,-14 2 16 0,9 7 0 15,-9-7 0-15,7 8 0 0,-7-8-128 0,5 11-32 16,0 0 0-16,-2-1 0 0,-3 2-224 0,0 0-48 16,-1-1-16-16,-1 3 0 0,0-1-256 0,-1 1-160 0,0 0 192 0,1 1-192 15,-2-1 128-15,0-1-128 0,0 0 0 0,0 0 0 16,2 0 0-16,-1-1 0 0,0 0 128 0,2-2-128 15,1-10 0-15,-1 10 0 0,-2 0 0 0,3-10 0 16,0 0 0-16,0 0 0 0,0 0 128 0,-2 10-128 16,2-10 0-16,0 0 0 0,0 0 0 0,0 9 0 15,0-9 0-15,0 0 0 0,0 0 0 0,0 0 0 16,0 0-192-16,0 0 16 0,0 0 0 0,0 0 0 16,0 0-64-16,0 0-16 0,0 0 0 0,0 0 0 31,0 0-176-31,0 0-32 0,0 0-16 0,0 0 0 15,0 0-352-15,0 0-64 0,0 0 0 0,0 0-7824 0,0 0-1568 0</inkml:trace>
  <inkml:trace contextRef="#ctx0" brushRef="#br0" timeOffset="16659.23">30495 16078 1839 0,'0'0'160'0,"0"0"-160"0,0 0 0 0,0 0 0 16,0 0 2496-16,0 0 448 0,0 0 112 0,0 0 16 15,0 0-1008-15,0 0-192 0,-9-1-32 0,9 1-16 0,0 0-128 0,0 0-32 16,0 0 0-16,0 0 0 0,0 0-272 0,0 0-64 16,0 0-16-16,0 0 0 0,0 0-416 0,0 0-96 15,0 0-16-15,0 0 0 0,0 0-352 0,0 0-80 16,0 0-16-16,0 0 0 0,0 0-336 0,0 0 144 15,0 0-144-15,0 0 0 0,-8 9 0 0,3 0 0 16,1 1 0-16,0 1 0 0,0-1 0 0,2 2-176 16,-1 0 32-16,2 1 0 0,0-1-48 0,-1-2 0 15,1 0 0-15,1-10 0 0,0 11 192 0,0-11-192 16,0 10 192-16,0-10-192 0,0 0 192 0,0 0 0 16,0 0 0-16,0 0 0 0,0 0 0 0,0 0 0 15,0 0 0-15,0 0 0 0,0 0 0 0,0 0 0 16,0 0 0-16,0 0 0 0,0 0 0 0,8-9-128 0,0 0 128 0,-3-1 0 15,-1 0 0-15,0-3 0 0,0 0 0 0,-2 3 0 16,-1-3 0-16,1 0 0 0,0 0 144 0,0-2-144 31,-2 2 352-31,1 0-32 0,0 0-16 0,1 3 0 16,-1-3-16-16,-1 1 0 0,0 2 0 0,1 2 0 0,-1 8-48 0,3-11-16 16,-3 11 0-16,0 0 0 0,0 0-80 0,0 0-16 15,0 0 0-15,0 0 0 0,0 0-128 0,0 0 160 16,0 0-160-16,0 0 160 0,-2 11-160 0,1-1 0 15,1 1 0-15,-1 2 0 0,-2 1 0 0,2 0 0 16,0 1 0-16,-1-1 0 0,1 0 0 0,0 0 0 16,1-1 0-16,-2 1 0 0,1-4 0 0,0 2 0 15,0-1 0-15,1-11 0 0,0 0 0 0,0 10 0 16,0-10 0-16,0 0 0 0,0 0 0 0,0 0 0 16,0 0 0-16,0 0 0 0,0 0 0 0,0 0 0 15,0 0 0-15,0 0 0 0,0 0 0 0,0 0 0 0,0 0 0 16,0 0 0-16,0 0 0 0,0 0 0 0,0 0 0 0,7-7 0 15,-7 7 0-15,7-9 0 0,-1 0 0 0,-6 9 0 16,4-9 0-16,2 0 0 0,-3 0 0 0,0 0 0 16,0 1 0-16,-3 8 0 0,4-9 144 0,-4 9-144 15,0 0 0-15,0 0 128 0,0 0-128 0,0 0 0 16,0 0 0-16,0 0 144 0,0 0-144 0,0 0 0 16,0 0 128-16,0 0-128 0,0 0 0 0,-2 11 0 15,1 4 0-15,0 0 0 0,-2 1 0 0,2 0 0 16,-2-2-192-16,1 0 16 0,-1-1 0 0,2 0 0 15,-1-1 176-15,2 0-160 0,0-12 160 0,-1 9-160 16,1-9 160-16,0 0 0 0,0 0 0 0,0 0 0 16,-3 9 0-16,3-9 0 0,0 0 0 0,0 0 0 15,0 0 0-15,0 0 144 0,0 0-144 0,0 0 0 0,3-10 128 16,1 2-128-16,-3-4 0 0,2 2 0 0,-1-2 0 0,1-1 0 16,0-1 0-16,-2 2 0 0,0-2 0 0,-1 2 0 15,0 1 128-15,2 0-128 0,-2 0 0 0,0 3 160 16,0-2-160-16,0 10 128 0,0 0 0 0,0 0-128 15,0 0 192-15,0 0-64 0,0 0 48 0,0 0 0 16,0 0 0-16,-6 8 0 0,1 1-176 0,1 1 0 16,-2 1 0-16,2 1 0 0,0 1-256 0,1 1 80 15,2-4 16-15,-2 2 0 0,1-1 32 0,2-11 0 16,-3 11 0-16,2 0 0 0,1-11 128 0,-3 9 0 16,3-9 0-16,0 0 0 0,-4 9 0 0,4-9 0 0,0 0 0 0,0 0 0 15,0 0 0-15,-5 8 128 0,5-8-128 0,0 0 128 16,0 0-128-16,0 0 0 0,0 0 128 0,0 0-128 15,0 0 0-15,0 0 0 0,-5-5 0 0,5 5 0 16,0 0 0-16,0 0 0 0,-3-11 0 0,3 11 0 16,-1-10 0-16,1 10 0 0,1-9 0 0,-1 9-128 15,2-10 128-15,-2 10 0 0,0 0 0 0,0 0 0 16,0 0 0-16,0 0 0 0,0 0 0 0,0 0 0 16,0 0 0-16,0 0 0 0,0 0 0 0,0 0 0 15,0 0 0-15,0 0-160 0,0 0 160 0,0 0 0 16,0 0-144-16,0 0 144 0,0 0 0 0,0 0-144 15,0 0 144-15,0 0 0 0,0 0 0 0,0 0 0 16,0 0 0-16,0 0 0 0,0 0 0 0,0 0 0 16,0 0 0-16,0 0 0 0,0 0 0 0,0 0 0 15,0 0 0-15,0 0 128 0,6-6-128 0,-6 6 0 0,5-12 0 0,1 2 0 16,-3-2 0-16,1 0 0 0,0 1 0 0,0-1 128 16,0 0-128-16,0 0 0 0,0 2 0 0,-1-2 128 15,-2-1-128-15,1 1 0 0,0 2 176 0,-1 1-48 16,-1 0 0-16,0 9 0 0,0 0-128 0,0 0 128 15,0 0-128-15,0 0 128 0,0 0-128 0,0 0 0 16,0 0 0-16,0 0 0 0,0 0 0 0,0 0-176 16,0 0 48-16,-1 11 0 0,-2 0-64 0,3-11 0 15,0 13 0-15,-1-3 0 0,1-10 64 0,-1 13 0 16,1-13 0-16,0 0 0 0,0 0 128 0,-2 8 0 16,2-8 0-16,0 0-128 0,0 0 128 0,0 0-192 0,0 0 192 0,0 0-192 31,0 0-1808-31,0 0-368 0</inkml:trace>
  <inkml:trace contextRef="#ctx0" brushRef="#br0" timeOffset="19105.5">25851 16705 1839 0,'0'0'0'0,"0"0"160"0,0 0-160 0,0 0 0 0,0 0 0 0,0 0 0 0,0 0 4336 0,0 0 832 16,0 0 160-16,0 0 48 0,0 0-3216 0,0 0-640 16,0 0-128-16,0 0-32 0,0 0-400 0,4 12-64 15,-6-7-32-15,0 3 0 0,1 1-464 0,0 3-80 16,0 2-32-16,1 3 0 0,1 4-288 0,1 23 128 16,1 3-128-16,2-1 0 0,0 2 0 0,1 2 0 15,-1 2 0-15,0-3 0 0,-1 1 0 0,0-2 0 16,-1-2 0-16,-2-5 0 0,-2 0 0 0,1-5 0 15,-2 1 0-15,1-6 0 0,0-4 0 0,-1 1 0 16,0-5 0-16,-1-2 0 0,0-3 0 0,1-3 0 16,-2-2 0-16,4-13 0 15,0 0-1808-15,0 0-272 0,0 0-48 0</inkml:trace>
  <inkml:trace contextRef="#ctx0" brushRef="#br0" timeOffset="19494.78">26048 17069 6447 0,'0'0'272'0,"0"0"80"0,0 0-352 0,0 0 0 0,0 0 0 0,0 0 0 15,0 0 3360-15,0 0 608 0,0 0 112 0,0 0 16 16,-10 2-3264-16,1 2-672 0,0 2-160 0,-1 3 0 31,0-3-640-31,0 5-176 0,-1 2-16 0,1 0-16 0,1 1 368 0,-2 2 80 0,1-3 16 0,1-2 0 0,1 1 848 0,0-1 176 16,1-2 48-16,2-1 0 0,5-8 464 0,-5 9 80 16,5-9 32-16,0 0 0 0,0 0-304 15,0 9-64-15,0-9-16 0,3 10 0 0,1-2-672 0,1 1-208 16,1 0 128-16,2 2-128 0,1-2 0 0,2 3 0 15,0-1 0-15,1 1 0 0,0-3 0 0,1 0 0 16,0-1 0-16,-1 1 0 0,-2-1 0 0,1 0 0 16,-2 0 0-16,0 0 0 0,-9-8 0 0,13 7 0 15,-1-1 0-15,-3-1 0 16,-9-5-1600-16,0 0-208 0,10 6-48 0</inkml:trace>
  <inkml:trace contextRef="#ctx0" brushRef="#br0" timeOffset="19979.04">26559 17143 9215 0,'0'0'816'15,"0"0"-656"-15,0 0-160 16,0 0 0-16,0 0 2464 0,-6-4 464 0,-1-1 80 0,1 0 32 0,-1 0-1792 0,1 1-352 15,-1-3-80-15,1 2-16 0,-2 1-480 0,-1 0-80 16,-2 2-32-16,1 0 0 0,-1 0 64 0,11 2 16 16,-11 2 0-16,-2 6 0 0,-2 0-32 0,2 2 0 15,0 3 0-15,-1 2 0 0,0 2-128 0,1 2-128 16,1 3 192-16,3 2-192 0,2 1 0 0,1 1 0 16,2-2 0-16,1 4 0 0,3-1 0 0,1-1 0 15,3-4 0-15,2 2-144 0,0-2 320 0,3-1 64 16,2-2 16-16,0 0 0 0,2-1 32 0,2-1 16 15,0 0 0-15,0-4 0 0,-1-1-304 0,0-1-176 0,1-4 32 16,-1 1 0 0,-2-3-816-16,2 1-176 0,2-2-16 0,-2 0-6240 0,-1-1-1248 0</inkml:trace>
  <inkml:trace contextRef="#ctx0" brushRef="#br0" timeOffset="20403.25">26896 16948 12895 0,'0'0'1152'0,"0"0"-928"0,0 0-224 0,-4 9 0 0,4-9 2624 0,-3 10 496 15,3-10 80-15,1 13 32 0,3 3-1648 0,0-2-336 16,0 2-64-16,1 2-16 0,1 2-848 0,1 2-160 16,0 3-32-16,-2 1-128 0,-1 0 0 0,0 1 0 15,0 2 0-15,0 1 0 0,0 0 128 0,-2-2-128 16,2 2 0-16,-2 0 0 0,-2-2 0 0,1-5 0 16,1 3 128-16,1-5-128 0,-2-1 0 0,1-2 128 15,0-2-128-15,2-2 0 0,0-2 352 0,-4-12-32 16,0 0-16-16,7 9 0 0,-7-9 80 0,7 9 0 0,-7-9 16 15,11 5 0-15,-1 0-144 0,1-2-16 0,-11-3-16 0,14 0 0 16,-1 1-16-16,1 1 0 0,1-1 0 0,-2 0 0 16,-13-1-208-16,14 2 144 0,1-1-144 0,-1 0 128 15,0 2-128-15,-1 1 0 0,-1 1 0 0,0-3 0 32,-12-2-416-32,11 4-112 0,-11-4-32 0,11 4-9120 0,-11-4-1840 0</inkml:trace>
  <inkml:trace contextRef="#ctx0" brushRef="#br0" timeOffset="22050.32">28163 17206 3679 0,'0'0'320'0,"0"0"-320"15,0 0 0-15,0 0 0 0,-3-11 3840 0,1 5 704 16,-2-1 144-16,4 7 32 0,-7-6-2576 0,1 1-512 16,-2-1-96-16,0 4-32 0,-1-3-512 0,-1 3-96 0,-2-2-32 0,1 3 0 15,11 1-400-15,-14 5-80 0,1 2 0 0,-1 3-16 16,-1 2-368-16,4 4 0 0,-2 3 0 0,1 3-192 31,1-2-224-31,4 3-48 0,-1-1-16 0,3 5 0 0,-1-3 160 0,4-2 16 0,2-1 16 0,2-5 0 16,4 0 288-16,-1-5-192 0,1-3 192 0,2-1-160 15,0-3 160-15,2-3 0 0,1-4 0 0,0-2 0 16,0-4 0-16,-1 0 304 0,-1-3-48 0,2-1-16 16,-1-1 176-16,-1-3 32 0,-1 0 16 0,0-1 0 15,-3-1-256-15,1 4-48 0,-3 0-16 0,0 4 0 16,-2 0-144-16,-1 11 192 0,3-8-192 0,-3 8 192 15,0 0-192-15,0 0 192 0,0 0-192 0,-1 15 192 16,1 3-192-16,0 3 0 0,1 2 144 0,0 1-144 16,1-2 0-16,0 0 0 0,-1 0 0 0,5-4 128 0,0-2-128 15,2-3 176-15,2-2-176 0,1-5 192 0,-11-6-192 0,13 3 0 16,1-5 0-16,1-4 128 0,-1-5-128 0,0-3 160 16,1-4-160-16,0-2 160 0,1-1-16 0,0-3 0 15,-2-4 0-15,2 1 0 0,1-2-144 0,-3-1 192 16,-2 0-192-16,-2 0 192 0,-1-1 64 0,0 2 0 15,-2 3 16-15,-1 1 0 0,-2 5 80 0,0 4 16 16,1 6 0-16,-5 10 0 0,0 0 112 0,0 0 32 16,0 0 0-16,0 11 0 0,-1 6-304 0,1 4-48 15,1 4-16-15,2 4 0 0,0-2-144 0,0 3 0 16,1 4 0-16,0-3 0 0,0 2-192 0,3-1 192 16,-1 0-192-16,1-1 192 15,-1-4-608-15,2 1 0 0,0-4 0 0,-2-3 0 16,0-3-544-16,-1-3-96 0,1-5-32 0,-6-10-8224 0,6 9-1648 0</inkml:trace>
  <inkml:trace contextRef="#ctx0" brushRef="#br0" timeOffset="22222.17">28228 17090 20271 0,'-13'-9'896'0,"7"5"192"0,-1 0-880 0,7 4-208 0,0 0 0 0,0 0 0 15,0 0 3200-15,0 0 576 0,0 0 128 0,16 5 32 16,2 0-2400-16,3 3-464 0,1 1-112 0,3 3 0 15,3 2-640-15,2-1-112 0,2-1-16 0,-1 1-16 16,0 0-384-16,-1-3-80 0,-1 0-16 0,0-1 0 16,-5-1-2768-1,-3-3-576-15</inkml:trace>
  <inkml:trace contextRef="#ctx0" brushRef="#br0" timeOffset="23354.66">29259 17219 33919 0,'0'0'1504'0,"0"0"304"0,0 0-1440 16,0 0-368-16,0 0 0 0,0 0 0 0,0 0 992 0,0 0 128 0,0 0 32 0,0 0 0 15,9 10-896-15,-2 6-256 0,-1 6 0 0,1 3 128 16,-2 5-416-16,0 0-80 0,-1-2-16 0,0 4 0 31,0 2-160-31,-1 1-32 16,-2-4-16-16,2-2 0 0,-2-3 304 0,2-5 64 0,-2-2 16 0,0-4 0 0,-1-15 208 0,0 0 0 15,0 11 0-15,0-11 0 0,0 0 0 0,0 0 208 16,0 0-64-16,7-14-16 0,-2-2 64 0,0-6 16 16,0-4 0-16,1-1 0 0,-1-3-64 0,0 1-16 15,-2-1 0-15,1 1 0 0,-1-1-128 0,1 3 192 0,2 2-192 0,-1 3 192 0,0 4 96 0,0 4 32 16,2 2 0-16,-2 5 0 0,-5 7-320 0,0 0 160 16,9 7-160-16,0 6 128 0,0 5-128 0,0 4 0 15,1 0 0-15,-3 6 0 0,0-3-128 0,1 3 128 16,2 1 0-16,-1 0 0 0,0 1 0 0,1-3 0 15,-1-2 0-15,-1-3 0 0,-1-1 0 0,0-3 0 16,-2-4 0-16,-1-3 0 16,-4-11-1344-16,5 8-240 0,-5-8-48 0,0 0-8400 15,9-2-1680-15</inkml:trace>
  <inkml:trace contextRef="#ctx0" brushRef="#br0" timeOffset="23635.89">29747 17343 20495 0,'0'17'896'0,"-1"-6"208"0,-1 2-880 0,1 2-224 0,0 0 0 0,1 2 0 16,1 3 336-16,0-3 32 0,1-2 0 0,0 1 0 15,2-4 464-15,1-2 112 0,1-1 16 0,-6-9 0 16,11 4-176-16,1-4-16 0,-2-2-16 0,2-5 0 16,1-1-32-16,0-3 0 0,-1-1 0 0,0-1 0 15,-1 0-208-15,0 0-64 0,-2 0 0 0,-1 0 0 16,-3-2-112-16,-2 2-16 0,-1 0-16 0,-2 0 0 15,-2 0-160-15,-2 0-16 0,-3 0-128 0,-2 0 192 16,-1 1-192-16,-1 3 0 0,1 0 0 0,-1 3 0 0,2 2-144 0,-1 1-80 16,-1 3-16-16,2 1 0 15,9-1-272-15,-10 6-48 0,1 0-16 0,2 1 0 16,7-7-1552-16,0 0-320 0,-5 7-64 0</inkml:trace>
  <inkml:trace contextRef="#ctx0" brushRef="#br0" timeOffset="24088.97">30159 17334 18431 0,'0'0'1632'0,"0"0"-1312"0,0 0-320 0,0 0 0 16,-9 0 2192-16,2 0 368 0,-1 0 80 0,1 2 16 16,-3 1-2064-16,1 2-400 0,0 3-192 0,0 5 160 15,-1 0-160-15,-2 4 0 0,3-3 0 0,2 6 0 16,1 2 0-16,2-3 0 0,1 1 0 0,3-3 0 15,3-3 256-15,2-2 32 0,2-2 0 0,-1 1 0 16,-6-11 0-16,12 6 0 0,-2-4 0 0,2-4 0 16,0-2 160-16,-1-2 48 0,1-3 0 0,0-3 0 15,0 0 0-15,-2-2 0 0,1-2 0 0,-2-2 0 16,0 0-240-16,0 0-32 0,-1 1-16 0,0 0 0 16,-2-3-32-16,-1-1-16 0,1-1 0 0,-3-1 0 15,1-2 80-15,-1-1 16 0,0 0 0 0,-2-4 0 16,-1 0 112-16,-1-5 16 0,-2-1 16 0,0 0 0 15,-1-2 0-15,1 3 0 0,-3 2 0 0,4 7 0 16,-2 8 48-16,1 4 16 0,3 3 0 0,0 11 0 0,0 0-272 16,0 0-64-16,0 0-128 0,-4 9 192 0,0 7-192 0,2 6-208 15,-1 5 32-15,2 5 16 0,0 2-144 0,2 1-16 16,1 1-16-16,0 0 0 16,2-1-224-16,1-4-32 0,0-1-16 15,2-1 0-15,0-2 160 0,3-2 48 0,-1-3 0 0,1-2 0 0,1-2 144 0,-1-1 48 16,-1-7 0-16,3 1 0 15,1-1-320-15,0-2-64 0,-13-8-16 0,16 8 0 16,-1-6-3216-16,0 1-640 0</inkml:trace>
  <inkml:trace contextRef="#ctx0" brushRef="#br0" timeOffset="24404.47">30508 17324 2751 0,'0'0'128'0,"0"0"16"0,0 0-144 0,0 0 0 0,0 0 0 0,7 12 0 15,-7-12 4672-15,9 7 896 0,-9-7 176 0,12 2 32 16,-2-2-3536-16,1 0-720 0,-1-1-144 0,0-2-32 16,0-2-32-16,0 0-16 0,-2-2 0 0,0 1 0 15,-2-2-400-15,-1 0-96 0,2-1-16 0,-5 1 0 16,1-2-352-16,-3-1-80 0,0 2-16 0,0-1 0 16,-1 1-336-16,-3-2 0 0,-4 0 0 0,-2 0 128 15,-3 1-128-15,0 2-128 0,-3 1 128 0,0 5-192 16,2-1-160-16,-2 6-32 0,-1 2-16 0,3 3 0 15,-2 2 16-15,3 3 0 0,3 0 0 0,1 4 0 0,1-1 384 0,4 2 144 16,4 0 0-16,3 1 0 0,2-1-16 0,4 0 0 16,4 0 0-16,1-1 0 0,1 0-128 0,3-4 0 15,1 2 0-15,2 0 0 0,0-4 208 0,1-1-32 16,-2-1-16-16,1-1 0 0,1-1-160 0,-1 0 0 16,1 3-192-16,0-3 192 15,-2-3-1888-15,-2-4-256 0</inkml:trace>
  <inkml:trace contextRef="#ctx0" brushRef="#br0" timeOffset="41442.44">31246 17061 9263 0,'0'1'400'0,"25"27"112"0,-25-28-512 0,0 0 0 0,0 0 0 0,0 0 0 15,0 0 784-15,0 0 64 0,0 0 16 0,0 0 0 16,0 0-720-16,0 0-144 0,0 0 0 0,0 0 0 15,0 0-192-15,0 0 16 0,-3 6 0 0,3-6 0 16,-5 2 576-16,5-2 112 0,0 0 32 0,0 0 0 16,0 0 672-16,0 0 144 0,0 0 32 0,0 0 0 15,0 0-128-15,0 0-32 0,0 0 0 0,0 0 0 16,0 0-32-16,0 0-16 0,0 0 0 0,0 0 0 16,0 0-336-16,0 0-64 0,0 0-16 0,0 0 0 15,0 0-128-15,0 0-16 0,0 0-16 0,0 0 0 0,-8 1-48 16,8-1-16-16,0 0 0 0,0 0 0 0,0 0 0 0,0 0 0 15,0 0 0-15,0 0 0 0,0 0-64 0,0 0-16 16,0 0 0-16,-2 12 0 0,2-1-48 0,0 2-16 16,0 3 0-16,1 0 0 0,0 1-256 0,-1 1-144 15,-1 0 160-15,1 0-160 0,0 2 128 0,-1 1-128 16,1-4 0-16,-2 2 0 0,0-2 0 0,-1 0 0 16,1 0 0-16,-1 0 0 0,0 1 0 0,2-3 0 15,-2-2 0-15,1 2 0 0,-1 0 0 0,1 0 0 16,-1-4 0-16,0-1-160 0,3-10 160 0,-1 12-160 0,1-12 160 0,0 0-160 15,0 0-16-15,0 0 0 0,0 0 0 0,0 0 0 16,0 0 0-16,0 0 0 0,0 0 0 0,0 0 0 16,5-9 176-16,1 0 0 15,-6 9 0-15,3-12 0 0,1 0 0 0,-1 2 0 16,0-1 0-16,-3 11 0 0,5-9 0 0,-3 0 0 16,1-3 0-16,-2 1 0 0,1-1 0 0,-2 0 0 0,0 0 0 0,1-1-128 15,2 0 128-15,-3 0 0 0,0 0 0 16,-2-4 0-16,2 2 0 0,0-1 0 0,-1 0 0 0,0 1 0 15,-1-2 0-15,2 0 0 0,0 0 0 0,-1 3 0 16,-2 1 0-16,2 1 0 0,0 0 0 0,-1 4 128 16,1-1 16-16,1 9 16 0,0 0 0 0,-2-8 0 15,2 8 64-15,0 0 16 0,0 0 0 0,0 0 0 16,-3-9-80-16,3 9-16 0,0 0 0 0,0 0 0 16,0 0-144-16,0 0 0 0,0 0 144 0,0 0-144 15,0 0 128-15,0 0-128 0,0 0 160 0,0 0-160 16,0 0 192-16,0 0-64 0,0 0-128 0,1 13 192 15,-2 0 0-15,1 2-16 0,0 0 0 0,1 1 0 16,-1-2-176-16,0 2 192 0,0-1-192 0,-1 4 192 16,0-5-192-16,-1 2 0 0,1-2 0 0,0 0 128 15,-1 1-128-15,2-2 0 0,-1-1 0 0,1-2 0 16,0-10 0-16,0 12 0 0,0-12 0 0,0 11 0 0,1 0 0 0,-1-11 0 16,0 12 0-16,3-1 0 0,1-2-208 0,-4-9 16 15,0 0 16-15,8 11 0 16,0-1-288-16,-2-3-64 15,-6-7-16-15,8 6 0 0,-8-6-2464 0,0 0-512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0-08T04:07:55.6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7178 8573 21183 0,'0'0'944'0,"-2"-6"192"0,-1 0-912 0,0-1-224 15,1 2 0-15,2 5 0 0,0 0 2272 0,0 0 416 16,0 0 64-16,0 0 32 0,0 0-1248 0,0 0-240 16,0 0-48-16,0 0-16 0,-4 8-560 0,0 5-112 15,0 5-32-15,3 2 0 0,-1 4-304 0,4 5-64 16,-1-1-16-16,2 3 0 0,1 4-144 0,0 0 0 0,1 3 0 0,0 0 0 16,1-2 0-16,1-2 0 0,0-4 0 0,-1-2 0 15,1-4 0-15,0-3 0 0,1-4 0 0,1-2 0 16,-1-4 416-16,1-4 0 0,0-3 0 0,1-2 0 15,0-6 96-15,2-2 32 0,-2-6 0 0,1-2 0 16,-1-8-32-16,0-3 0 0,2-4 0 0,1-2 0 0,-1-3-256 16,-2 3-64-16,2-4-16 0,-3 1 0 0,0 1-176 0,-1 2 0 15,1-1 0-15,-2 4 0 0,-1 2-192 0,1 0-128 16,-2 3-32-16,0 7 0 16,0 2-1600-16,-1 7-320 0,-4 7-64 15,0 0-14368-15</inkml:trace>
  <inkml:trace contextRef="#ctx0" brushRef="#br0" timeOffset="249.97">7642 8735 29775 0,'0'0'1312'0,"0"0"288"0,0 0-1280 0,0 0-320 16,8 8 0-16,-1 1 0 0,-3 2 992 0,-2 3 144 16,0-1 16-16,-2 4 16 0,-2-1-400 0,1 1-64 15,0 0-32-15,1 0 0 0,0 0-672 0,0 0 0 16,-2-4-128-16,2-2 128 16,2 0-896-16,-1-1-48 0,-1-1-16 0,1-1-9120 0,1 1-1824 0</inkml:trace>
  <inkml:trace contextRef="#ctx0" brushRef="#br0" timeOffset="593.69">7997 8048 30575 0,'0'0'1344'0,"0"0"304"0,0 0-1328 0,0 0-320 15,-4 13 0-15,0 1 0 0,0 1 1344 0,-1 6 208 16,-3 0 48-16,-1 2 0 0,-3 1-304 0,2-5-48 16,-3 6-16-16,-1 4 0 0,-1 3-976 0,0 2-256 15,-1 2 0-15,2-1-12032 0,-1-1-2464 0</inkml:trace>
  <inkml:trace contextRef="#ctx0" brushRef="#br0" timeOffset="10500.75">17581 10518 18431 0,'0'0'1632'0,"0"0"-1312"0,0 0-320 0,-2-9 0 0,1 1 1632 0,1 8 256 16,-3-11 48-16,3 11 16 0,-5-8-416 0,-1 2-96 16,-3 1-16-16,-2 2 0 0,1 2-304 0,-2 2-64 0,-1 3-16 0,-3 5 0 15,-3 4-640-15,0 4-128 0,-1 4-16 0,1 5-16 16,2 8-240-16,0 6 0 0,1 5 0 0,0 2 0 15,4 1 0-15,3 3 0 0,2 4 0 0,5-1 0 16,1 1 0-16,3-4 0 0,3-2 0 0,5-6 0 16,3-6 0-16,2-6 0 0,3-6 0 0,3-5 0 15,4-5 0-15,1-3 0 0,0-4 0 0,0-3 0 16,2-4 0-16,-1-2 0 0,-1-6 0 0,-1-3 0 16,-2-6 240-16,0-1-48 0,-3-6-16 0,3-6 0 0,-5-5 80 15,0-2 0-15,0 1 16 0,1-3 0 0,-4-3 16 0,-2 1 0 16,-1-2 0-16,-3 3 0 0,-2 1-32 0,-3-1 0 15,-4-1 0-15,-2 2 0 0,0 2 0 0,-2 2 0 16,-1 1 0-16,-3 7 0 0,-1 4-64 0,-1 5-32 16,0 4 0-16,-2 5 0 0,-1 4-160 0,0 5 0 15,-5 5 0-15,1 5 0 16,0 4-384-16,0 4-176 0,0 1-16 0,0 3-16 16,2-2-2240-16,2 1-448 0,1-2-96 0</inkml:trace>
  <inkml:trace contextRef="#ctx0" brushRef="#br0" timeOffset="10641.34">17744 10578 26719 0,'0'0'2368'0,"0"0"-1888"16,-6 9-480-16,1 0 0 0,0 5 1648 0,0 1 224 0,0 3 48 0,-2 5 16 16,-2 3-1040-16,-2 4-224 0,0 2-32 0,-4 2-16 15,0-1-496-15,-1 5-128 16,-1 1 0-16,1 4-15936 0</inkml:trace>
  <inkml:trace contextRef="#ctx0" brushRef="#br0" timeOffset="11205.16">18440 10716 17503 0,'-3'-13'768'0,"2"6"176"0,-2 1-752 0,2-2-192 0,0 3 0 0,1 5 0 16,0 0 3792-16,0 0 736 0,0 0 144 0,0 0 16 15,0 0-2960-15,0 0-608 0,-2 19-112 0,2 1-32 16,0 5-592-16,-1 3-112 0,-2 4-16 0,2 4-16 15,0 6-240-15,0 3 0 0,-1 4 128 0,2-1-128 16,0-5 0-16,2-3 0 0,0-4 0 0,3-5 0 0,2-4 0 16,3-5 0-16,3-2 0 0,0-7 0 0,-1-3 128 15,1-4 0-15,1-4-128 0,2-3 192 0,0-3 528 0,1-5 112 16,1-4 0-16,-1-4 16 0,0-3 32 0,-1-4 0 16,-2-4 0-16,2-3 0 0,-2-3-304 0,0-1-64 15,-1 1-16-15,0-1 0 0,0 1-240 0,-4 3-64 16,-2 2 0-16,-2-1 0 0,-1 2-192 0,-1 2 128 15,-2 2-128-15,-2 0 0 0,-2 1-192 0,0 3-144 16,1 3-32-16,-1 4 0 16,1 3-1680-16,-1 3-352 0,3 7-64 0,0 0-15904 0</inkml:trace>
  <inkml:trace contextRef="#ctx0" brushRef="#br0" timeOffset="11814.51">17635 10653 18719 0,'0'0'832'0,"0"0"160"0,0 0-800 0,3-10-192 15,-3 10 0-15,4-9 0 0,-4 9 1440 0,3-9 240 16,-3 9 48-16,0 0 16 0,0 0-176 0,0 0-32 16,0 0-16-16,0 0 0 0,-11 1-720 0,3 5-144 0,0 5-16 0,2 6-16 15,-1 1-288-15,0 4-48 0,-3 3-16 0,0 1 0 16,1 0 192-16,0 3 48 0,0-1 0 0,0 0 0 15,1-2-48-15,1-1 0 0,2-1 0 0,1 0 0 16,0-3-176-16,2-2-32 16,-2 1-16-16,1-6 0 0,2-1-240 0,-1-1 176 15,1 0-176-15,1-12 160 0,0 0-160 0,0 11 160 16,0-11-160-16,0 0 160 0,0 0-160 0,0 0 160 0,0 0-160 0,0 0 160 16,0 0 32-16,0 0 0 0,0 0 0 0,0 0 0 15,1-9 64-15,2 0 0 0,0-1 16 0,-3 10 0 16,0-11-144-16,1 2-128 0,0 0 192 0,-1 9-192 15,0 0 0-15,0-9 0 0,0 9-240 0,0 0 80 32,0 0-2272-32,0 0-448 0</inkml:trace>
  <inkml:trace contextRef="#ctx0" brushRef="#br0" timeOffset="13126.43">17771 10593 911 0,'0'0'0'0,"0"0"0"15,-5-6 0-15,1-1 0 0,4 7 4880 0,-5-6 896 16,5 6 176-16,0 0 48 0,0 0-4144 0,-11 1-832 16,1 4-176-16,-1 6-16 0,1 2-592 0,1 8-112 15,0 3-128-15,0 8 176 0,-3 3-176 0,0 3 0 16,0 2 0-16,-1 2 0 0,0 0 128 0,2-2 0 15,0-1 0-15,2-1 0 0,-1-3 448 0,3-4 64 16,2-3 32-16,1-6 0 0,1-5-288 0,2-3-48 0,0-2-16 16,1-12 0-16,0 0-128 0,0 0-48 0,0 0 0 0,0 0 0 15,0 0 16-15,0 0 0 16,9-9 0-16,-1-3 0 0,-2-5 64 0,2-2 16 16,1-5 0-16,-1-1 0 0,-2-2-112 0,1 0-128 0,-1-1 176 15,0 3-176-15,-2-2 128 0,-3 5-128 0,-1-4 0 0,0 5 0 16,1 4 0-16,-1 4 128 0,2 1-128 0,-2 12 0 15,0 0 336-15,0 0-32 0,0 0-16 0,-10 4 0 16,1 3-48-16,0 4-16 0,1 2 0 0,0 4 0 16,1 3-224-16,-1-1 0 0,0 1-144 0,2 1 144 15,0-4 0-15,1-2 0 0,-1 0 0 0,0-2 0 16,2-3 0-16,4-10 128 0,-3 9 16 0,3-9 0 0,0 0 112 0,0 0 32 31,0 0 0-31,0 0 0 0,0 0-128 0,0 0-32 16,0 0 0-16,0 0 0 0,-2-9-128 0,2-2 0 15,0-4 0-15,2 1 0 0,0 0 0 0,-1-2-192 16,1-4 32-16,-2 3 16 0,-2-3-112 0,2 1 0 0,0 1-16 0,0 2 0 0,-2 3 272 16,2-1 0-16,1 4 0 0,-1 10 0 0,0 0 0 0,0 0 0 15,0 0 0-15,0 0 0 0,0 0 0 0,-4 13 0 16,0 2 0-16,2 5 0 0,-2-1-240 0,1 1 64 16,1-2 16-16,0-2 0 0,1-2 160 0,1-2 0 15,0-2 0-15,0-10 0 0,0 0 0 0,6 8 0 16,-6-8 0-16,0 0 0 0,12 1 0 0,-1-2 256 15,-11 1-64-15,10-5-16 0,-1-2 0 0,-1-3 0 16,-1 0 0-16,0-1 0 0,-3 1-48 0,0-1 0 0,-1 0 0 0,-2-1 0 16,-1 1-128-16,-1 0 128 15,-1 0-128-15,2 11 128 0,-2-8-128 0,2 8 0 0,-5-5 0 0,5 5 0 16,0 0-224-16,-11 7-80 16,2 4-16-16,1 6 0 0,0 3-64 0,1 3 0 0,-1 3-16 0,1 2 0 15,-1-2 96-15,5-3 32 16,0-3 0-16,2-3 0 0,1-4 272 0,0-13-128 0,0 0 128 0,6 9 0 15,-6-9 0-15,11 3 0 16,-1-5 0-16,-1-2 0 0,0-6 0 0,0-2 0 0,2-2 160 0,-2-4-32 16,0-2-128-16,0 2 0 0,0-3 128 0,-1 0-128 15,-1 0 0-15,-1-1 144 0,-1-1-144 0,-1-1 0 16,-1 1 144-16,-2-2-144 0,-1 0 0 0,-1 0 144 16,-2-1-144-16,1 3 128 0,-2 3-128 0,3 5 128 0,-1 2-128 15,2 5 0-15,0 8 0 0,0 0 128 0,0 0-128 16,-9 10 0-16,0 6 0 0,0 5 0 0,0 5-176 0,0 1-112 15,1 2-32-15,0 0 0 0,0-1 176 0,0 2 144 16,0-1-208-16,1 1 80 0,-1 0 128 0,3-4 0 16,-1 0 0-16,2-1-128 0,-1-3 128 0,1-2 0 15,2-5 0-15,-1-1 0 0,-1-2 0 0,4-12 0 16,0 0 0-16,0 0 128 0,-2 11-128 0,2-11 0 16,0 0 0-16,0 0-9488 15,0 0-1808-15</inkml:trace>
  <inkml:trace contextRef="#ctx0" brushRef="#br0" timeOffset="13600.51">17706 10566 11967 0,'0'0'528'0,"0"0"112"0,0 0-512 0,0 0-128 15,0 0 0-15,0 0 0 0,0 0 1936 0,0 0 368 16,0 0 64-16,0 0 0 0,0 0-864 0,0 0-176 16,4-9-48-16,-4 9 0 0,0 0-352 0,0 0-80 15,4-9-16-15,-4 9 0 0,2-9-192 0,-2 9-64 16,0 0 0-16,0-10 0 0,0 10 160 0,0 0 32 15,-1-9 0-15,1 9 0 0,0 0-64 0,-4-9 0 16,4 9 0-16,0 0 0 0,-7-9 0 0,7 9 0 0,-6-8 0 0,6 8 0 16,-7-8-192-16,7 8-32 0,-9-6-16 0,9 6 0 15,-10-5-112-15,1 1-32 16,-2 0 0-16,2 1 0 0,-1-1-48 0,-1 2-16 16,1-1 0-16,1 0 0 0,-2 0 64 0,1 0 0 15,0 0 0-15,0 1 0 0,1 0 0 0,0 1 0 16,-1 1 0-16,-1 0 0 0,2 0-176 0,1 1-16 0,2 2-128 0,-1 1 192 15,7-4-192-15,-8 4 0 0,-1-2 0 0,3 4 0 16,-1 0-352-16,1 1-16 0,-1 1 0 0,1-1 0 31,1 3-1952-31,5-10-400 0,-3 11-80 0,3-11-13520 0</inkml:trace>
  <inkml:trace contextRef="#ctx0" brushRef="#br0" timeOffset="15586.05">18869 11102 23903 0,'0'0'1056'0,"9"-20"224"0,-9 20-1024 0,0 0-256 16,0 0 0-16,-8 5 0 0,-4-1 704 0,4 7 80 15,3 3 32-15,-1 4 0 0,-2 3-688 0,1 4-128 16,2 2 0-16,1 1 0 0,0-2 0 0,2-1-144 0,2-5 144 0,1 0-128 16,2-7 272-16,2-1 64 0,1-6 16 0,4-1 0 15,0-2 224-15,2-3 64 0,-1-3 0 0,1-3 0 16,1-3 176-16,-1-2 32 0,0-2 16 0,-1-1 0 16,0-3 112-16,-3-1 32 0,1-2 0 0,-3-1 0 15,-2 1-320-15,0-1-64 0,-1 0-16 0,-1 1 0 16,-3 2-240-16,-2 1-48 0,-1 1-16 0,-1 3 0 0,-3-2-176 15,-2 2 160-15,1 1-160 0,-2 3 160 16,1 2-544-16,0 3-96 0,10 4-32 16,-12-1 0-16,1 5-1136 0,2 3-224 0,0 3-48 0,3 3-7520 15,0 1-1504-15</inkml:trace>
  <inkml:trace contextRef="#ctx0" brushRef="#br0" timeOffset="16150.84">19152 11081 24703 0,'0'0'1088'0,"0"0"240"0,0 0-1072 0,0 0-256 16,-10 6 0-16,1 2 0 0,2 4 1104 0,-1 2 176 0,-1 5 16 0,1 1 16 15,-1 5-576-15,2 0-112 0,2 0-32 0,2-3 0 16,2-3-240-16,4-3-48 0,2-3-16 0,4-2 0 16,4-5-112-16,1-2-32 0,1-3 0 0,0-1 0 15,4-1-144-15,-1-6 160 0,0 0-160 0,0-2 160 16,-1-3 16-16,0-1 0 0,-2 0 0 0,-2-3 0 16,-3-1 64-16,-1 1 16 0,-1 1 0 0,-3 2 0 0,-2 1 0 15,-1 3 0-15,-2 9 0 0,0 0 0 0,0 0-48 0,0 0 0 16,0 0 0-16,-7 10 0 0,0 6-208 0,1 7 144 15,-2 4-144-15,1 1 128 0,-1 2-128 0,4-1 0 16,2-2-160-16,2-2 160 0,2-4 0 0,5-3 0 16,1-2 0-16,1-4 0 0,0-5 0 0,4-1 0 15,3-4 0-15,2-3 160 0,-1-4-16 0,1-3 0 16,-2-4 0-16,1-4 0 0,-2 0 48 0,1-5 16 16,0 0 0-16,-1 0 0 0,4-1-48 0,-2-2-16 15,-4-2 0-15,1 1 0 0,-2 1-144 0,1 3 0 16,-3 1 0-16,-1 3 128 0,-2 4 160 0,-3 4 32 15,-4 9 0-15,0 0 0 0,0 0 240 0,-4 12 48 16,-1 2 16-16,-3 7 0 0,-1 4-384 0,1 1-80 0,1 0-16 0,2 0 0 16,-1 1-144-16,0 0 0 15,5 0-160-15,0-1 160 0,-1-4 0 0,4-1-144 16,3-4 144-16,0-1 0 0,-1-5-144 0,-4-11 144 16,8 8-160-16,-8-8 160 15,13 4-688-15,-1-4-32 0,-2-4-16 0,-1-2 0 16,-1-1-1760-16,-1-2-336 0,-2-1-80 0,-1-2-16 15,-2 0-1088-15,-3 0-208 0,-2-1-64 0</inkml:trace>
  <inkml:trace contextRef="#ctx0" brushRef="#br0" timeOffset="16275.83">19472 11293 8287 0,'-14'-10'736'0,"1"-3"-592"0,1 2-144 0,3 2 0 15,1 3 3968-15,8 6 768 0,0 0 160 0,0 0 32 16,0 0-2272-16,0 0-448 0,0 0-96 0,13 4 0 16,2 1-1360-16,3 1-272 0,1 1-48 0,4 3-16 0,1-2-416 0,4 1 128 15,0 1-128-15,4-1 0 16,-1-2-896-16,2-3-272 0,1 0-48 0,3-2-8480 15,4-4-1696-15</inkml:trace>
  <inkml:trace contextRef="#ctx0" brushRef="#br0" timeOffset="16510.25">20311 10926 20271 0,'0'0'1792'0,"0"0"-1424"15,0 0-368-15,0 0 0 0,11 9 3872 0,1-1 704 0,0 0 144 0,0-1 16 16,-1 1-3136-16,1-1-640 16,0-2-128-16,2 0-32 0,2-1-288 0,2 0-64 15,0-1-16-15,0-1 0 0,1-1-432 0,-2 3 0 16,0-2 128-16,-2 0-128 0,0 1 0 0,-2 1-192 0,-2 1 32 0,0 0 16 31,-11-5-448-31,0 0-96 0,9 9-16 0,-9-9 0 16,0 0-2224-16,-4 13-448 0</inkml:trace>
  <inkml:trace contextRef="#ctx0" brushRef="#br0" timeOffset="16671.38">20102 11343 23039 0,'0'0'1024'0,"17"3"192"0,5-2-960 0,4-1-256 0,5-1 0 0,3-2 0 15,2 0 3648-15,-1 1 672 0,-4-1 144 0,-1 3 16 16,-1-1-3056-16,-2-1-608 0,1 2-128 0,-5-2-32 31,-2 2-1552-31,0-1-320 0,1 1-64 0,-1 0-10272 0,-3 0-2048 0</inkml:trace>
  <inkml:trace contextRef="#ctx0" brushRef="#br0" timeOffset="25882.04">20502 10935 1839 0,'0'0'160'0,"0"0"-160"16,0 0 0-16,0 0 0 0,0 0 3952 0,0 0 752 16,0 0 160-16,0 0 16 0,0 0-2928 0,0 0-592 15,0 0-112-15,0 0-32 0,0 0-288 0,0 0-64 16,0 0-16-16,0 0 0 0,-2-4 32 0,0-1 0 16,2 5 0-16,0 0 0 0,0 0-16 0,0 0 0 15,-6 0 0-15,6 0 0 0,0 0-144 0,-9 2-16 16,0 1-16-16,1 1 0 0,1-2-208 0,-1 2-32 15,1-1-16-15,-1 1 0 0,0 0-64 0,-1 1-16 0,1 0 0 0,-1 0 0 16,1-1-160-16,0 0-16 0,0 0-16 0,1 0 0 16,-3 0 80-16,1 0 16 0,0-1 0 15,0-1 0-15,1-1-112 0,0 1-16 0,1 0 0 0,-1-2 0 16,0 0 32-16,1 0 0 0,1 0 0 0,6 0 0 16,-8-5 48-16,2 3 16 0,0 0 0 0,6 2 0 15,-5-2 16-15,1-1 0 0,4 3 0 0,-4-4 0 0,4 4-80 16,-4-3-16-16,-1 1 0 0,5 2 0 0,-5-5-144 15,1 3 160-15,0-2-160 0,0 2 160 0,-1 2-32 0,1-4-128 16,0 1 192-16,0 2-64 0,-2 0-128 0,6 1 192 16,-8-2-192-16,1 1 192 0,1 1-32 0,1 0 0 15,0 0 0-15,-1 0 0 0,0 0-32 0,6 0 0 16,-5-1 0-16,5 1 0 0,0 0-128 0,-6 0 160 16,1 0-160-16,5 0 160 0,0 0-160 0,0 0 0 15,0 0 0-15,0 0 128 0,0 0-128 0,0 0 160 16,0 0-160-16,0 0 160 0,0 0 0 0,0 0 0 15,0 0 0-15,0 0 0 0,9-3 64 0,2 2 16 32,0 0 0-32,2-1 0 0,2 1-240 0,0 0 128 15,1-1-128-15,0 2 0 0,1-2 128 0,1 2-128 0,-1-2 0 0,-1 2 0 16,-1 0 0-16,2 0 0 16,-1 0 0-16,-2 2 0 0,-1 0 0 0,1-2 128 15,-2 2-128-15,0-1 0 0,-2 0 0 0,1 1 0 0,-2-1 0 16,-1 2 0-16,-8-3 160 0,9 1-160 0,-9-1 160 0,0 0-160 15,0 0 176-15,0 0-176 0,0 0 192 16,0 0-192-16,0 0 192 0,0 0-64 0,0 0 0 0,0 0-128 16,0 0 192-16,0 0-192 0,0 0 192 0,0 0-192 15,0 0 128-15,0 0-128 0,0 0 0 0,0 0 0 16,0 0 0-16,0 0 0 0,0 0 0 0,0 0 0 0,-7 2 0 16,7-2 0-16,-7 2-192 0,7-2 48 15,-10-2-1520-15,10 2-320 16,0 0-48-16,0 0-11216 0,0 0-2240 0</inkml:trace>
  <inkml:trace contextRef="#ctx0" brushRef="#br0" timeOffset="26600.72">20260 11329 5519 0,'0'0'496'0,"0"0"-496"0,0 0 0 0,0 0 0 16,0 0 2048-16,0 0 320 0,0 0 64 0,-5-2 16 0,-1 1-768 0,6 1-144 16,-5-4-48-16,5 4 0 0,0 0-208 0,0 0-32 15,-6-1-16-15,-1-1 0 0,2 2-240 0,5 0-48 16,-8 0-16-16,2 0 0 0,0 2-240 0,1-1-48 15,-1 0-16-15,0 2 0 0,1-3-128 0,0 1-32 16,0 2 0-16,0-1 0 0,-2 0-80 0,7-2 0 16,-5 2-16-16,0 1 0 0,5-3-176 0,-7 3-16 15,2-2-16-15,5-1 0 0,-5 1 32 0,-1 1 0 16,6-2 0-16,-5 2 0 0,5-2 64 0,0 0 0 16,-6 1 16-16,6-1 0 0,0 0 0 0,0 0 0 15,0 0 0-15,0 0 0 0,0 0 112 0,0 0 0 16,0 0 16-16,0 0 0 0,0 0 32 0,0 0 0 15,0 0 0-15,0 0 0 0,0 0-48 0,7-2-16 16,1-1 0-16,3 1 0 0,0-2-64 0,1 1-16 16,0 0 0-16,2 3 0 0,1-2-32 0,0 2-16 15,2 2 0-15,0-2 0 0,1 2-48 0,1-1 0 16,2 2 0-16,-2-1 0 0,-1 1 96 0,1-2 16 0,0 1 0 0,1-1 0 16,-1-1-112-16,0 0 0 15,-3 0-16-15,0 0 0 0,0 0-48 0,-2 0-128 16,0 0 192-16,-1 0-64 0,-2 0-128 0,-1 1 0 0,1-1 144 0,-3 1-144 15,-1-1 128-15,1 0-128 0,0 0 128 0,-8 0-128 16,0 0 128-16,0 0-128 0,8-1 160 0,-8 1-160 16,0 0 128-16,0 0-128 0,6-5 0 0,-2 0 0 31,-4 5-768-31,2-6-240 0,-2 0-48 0,0 6-16 16,1-7-2432-16,-1 7-480 0</inkml:trace>
  <inkml:trace contextRef="#ctx0" brushRef="#br0" timeOffset="30442.35">21506 11203 13823 0,'0'0'608'0,"0"0"128"0,0 0-592 0,0 0-144 15,0 0 0-15,0 0 0 0,8-6 3136 0,-18 5 608 16,3-5 112-16,7 6 32 0,0 0-1648 0,0 0-336 15,5-9-64-15,6 1-16 0,3 2-496 0,6-1-112 16,3-2 0-16,4 4-16 0,6 0-560 0,5 2-96 16,6 2-32-16,7 1 0 0,2 1-160 0,3 3-32 15,2 1-16-15,-1 2 0 0,-1-5-112 0,2 2-32 16,-1-1 0-16,3 1 0 0,1-3 0 0,-2 2 0 16,-3-1 0-16,-4 2 0 0,-8 0-160 0,-6-1 0 15,-5-1 0-15,-14 1 0 0,1 0 0 0,7 1 0 16,-7 0 0-16,-4 1 0 0,-6 0 0 0,-10-5 0 0,0 0-144 15,6 8 144 1,-6-8-768-16,0 0-32 0,0 0-16 0,0 0-11280 0,0 0-2272 0</inkml:trace>
  <inkml:trace contextRef="#ctx0" brushRef="#br0" timeOffset="30772.78">21893 10338 27519 0,'-7'-21'1216'0,"3"7"256"0,0-3-1168 0,0 0-304 15,-1 1 0-15,1 2 0 0,-2 1 1616 0,3-2 272 16,-1 4 48-16,-2 0 16 0,1 6-288 0,5 5-64 15,-8-1-16-15,2 5 0 0,-2 5-496 0,0 4-112 32,0 8-16-32,-1 5 0 0,0 4-672 0,0 6-144 0,-3 7-16 0,2 7-128 15,-1 1 0-15,2 1 0 0,1-3 0 0,3 1 0 16,0-7 0-16,2-4-176 0,3-5 176 0,2-16-160 16,-1 0-96-16,2-1-32 0,-1-1 0 0,3 2 0 31,1-4-544-31,-6-14-128 0,7 7 0 0,-7-7-16 15,10-1-2224-15,-3-5-448 0,1-3-96 0</inkml:trace>
  <inkml:trace contextRef="#ctx0" brushRef="#br0" timeOffset="31085.24">21874 10217 19343 0,'0'0'1728'0,"0"0"-1392"0,13-2-336 0,1 4 0 0,2 0 2784 0,-2 2 480 15,2 3 112-15,-3-1 16 0,-3 2-1792 0,1 2-368 16,-2 1-64-16,-3 2-16 15,0 0-672-15,-4 1-144 0,1 2-16 0,-2 1-16 0,-4 0-304 0,0 1 0 16,-3 0 0-16,-2-1-144 0,-2 0-96 0,-2 0-16 16,-1 1 0-16,-1-1 0 0,-3 0-64 0,0-2-32 15,-1-2 0-15,0-2 0 0,-2 0 352 0,3-3-176 16,1-3 176-16,2-3-128 0,1 0 128 0,7-1 0 16,0-1 0-16,6 0 128 0,0 0-128 0,0 0 128 15,0 0-128-15,0 0 128 0,0 0-128 0,12 3 128 16,1 1-128-16,1 1 128 0,2 1-128 0,2 3 144 15,1 2-144-15,-2-1 160 0,-3 1 0 0,3 0 0 0,1 0 0 0,-1-1 0 16,0 1-160-16,-3-2 0 16,-1-3 0-16,0 0-176 15,-1-1-720-15,1-3-128 0,1-3-48 0,0 0-8784 0,-1-6-1744 0</inkml:trace>
  <inkml:trace contextRef="#ctx0" brushRef="#br0" timeOffset="31397.72">22347 10363 29135 0,'0'0'1280'0,"0"0"288"0,8 10-1248 0,-3-1-320 0,0 0 0 0,0 2 0 15,1-1 1280-15,-1 1 208 0,0 0 48 0,-1 0 0 16,0-1-464-16,-1 3-96 0,-1 0-16 0,-1 2 0 0,-1 0-640 0,-1 2-144 16,-3 0-32-16,-1 3 0 0,-1 2-144 0,-2-1-144 15,-3 1 144-15,2 3-208 0,-1-1 48 0,2 0 16 16,0-3 0-16,4-2 0 0,2-1 144 0,2-1 0 15,2-2-144-15,3-2 144 0,2 0 0 16,3-4 192-16,2-1-32 0,2-2 0 0,3 1 160 0,0-3 48 16,0 0 0-16,-1 1 0 0,-2-3-96 0,-5 1-16 15,0 0 0-15,3 2 0 0,-5 0-112 0,-3 3-16 16,-4-8-128-16,0 8 192 0,-4 1-192 0,-5 5 0 16,-3 2 128-16,-2-2-128 15,-5 3-448-15,0 3-144 0,-3 2-32 0,-1-3 0 16,3 0-2320-16,-1-1-480 0,-5 3-96 0,10-2 0 0</inkml:trace>
  <inkml:trace contextRef="#ctx0" brushRef="#br0" timeOffset="31850.81">21940 11443 25791 0,'0'0'2304'0,"0"-10"-1856"16,0 10-448-16,0-9 0 0,0 9 2624 0,0 0 416 16,0 0 96-16,0 0 0 0,0 0-1376 0,0 0-288 15,-2 11-48-15,-1 8-16 0,0 3-832 0,0 7-160 16,-3 6-32-16,1 4-16 0,-3 5-192 0,0 3-48 15,-1 1 0-15,2-2 0 0,-1-3-128 0,4-10 0 16,-1-1 0-16,1 2 128 0,1-1-304 0,2-2-64 16,1-1-16-16,1-4 0 15,0-2-432-15,2-2-80 0,1-7-32 0,-2 4 0 16,1-8-16-16,-3-11 0 0,0 0 0 0,0 0-10640 16,0 0-2112-16</inkml:trace>
  <inkml:trace contextRef="#ctx0" brushRef="#br0" timeOffset="32163.25">21960 11518 12895 0,'15'-3'1152'0,"-2"3"-928"0,2-4-224 0,3 1 0 15,4 2 4080-15,-1-1 768 0,0-1 144 0,-3 3 48 16,-2 0-2896-16,-2 3-576 0,-2 2-112 0,-4 3-32 16,-3 2-864-16,-1-1-176 0,-2 3-48 0,-2 4 0 15,-3-2-336-15,-1 4 0 0,-2 2-160 0,-1 1 160 16,-1-2-512-16,1-5 16 15,-2 2 0-15,-5 8 0 0,1-2-32 0,0-1-16 0,0-6 0 0,1 1 0 0,2-2 368 16,0-1 176-16,5-1-160 0,0-2 160 0,1 2 128 0,4-12 112 16,0 12 16-16,3 0 16 0,1-3 320 0,2 0 64 15,2 0 16-15,1 0 0 0,0-2-64 0,2-1-16 16,0-2 0-16,2 1 0 0,-2 1-144 0,1-3-48 16,-1 0 0-16,0 0 0 0,-11-3-112 0,9 2-32 15,0 2 0-15,0-3 0 0,-9-1-256 0,9 3 0 16,-9-3-176-16,12 3 176 15,-12-3-1920-15,0 0-256 0,0 0-64 0,0 0-13536 0</inkml:trace>
  <inkml:trace contextRef="#ctx0" brushRef="#br0" timeOffset="32397.6">22592 11876 29487 0,'16'3'1296'0,"-16"-3"288"0,11 4-1264 0,0 1-320 15,1 0 0-15,-12-5 0 0,5 11 1152 0,-4-2 160 16,-2-3 32-16,-3 5 16 0,-3 3-944 0,0 0-192 0,-3 1-32 0,-4 5-16 31,1 1-608-31,1 0-112 0,1-3-32 0,4-5 0 0,3 2 576 0,2-1 0 0,-1-1 0 0,3 0 0 16,3 0 896-16,2-1 96 0,0-3 16 0,3-1 0 0,2-2-48 16,3-2-16-16,2-1 0 0,-1-2 0 15,0-2-448-15,2 0-96 0,0-2-16 0,-2-1 0 16,-1 0-1088-1,-1 0-208-15,-1 2-48 0,0-3-16560 0</inkml:trace>
  <inkml:trace contextRef="#ctx0" brushRef="#br0" timeOffset="32987.39">23700 10747 23951 0,'8'-19'1056'0,"-4"6"224"0,-1 1-1024 0,-2-1-256 15,0 0 0-15,-1 5 0 0,0 8 2240 0,0 0 400 16,-10 0 80-16,-2 6 16 0,-1 9-1472 0,3-2-304 15,-3 6-48-15,-7 17-16 0,-1 1-576 0,2 8-128 16,-2 4-32-16,2 7 0 0,3 7 64 0,1-1 16 16,3 2 0-16,3-4 0 0,4-8-16 0,4-15 0 15,2-4 0-15,3 0 0 0,3 1-224 0,3-4-208 16,3-1 32-16,9 5 16 16,2-9-2288-16,0-7-464 0,1-6-96 0</inkml:trace>
  <inkml:trace contextRef="#ctx0" brushRef="#br0" timeOffset="33284.15">24057 10867 27647 0,'0'0'2448'0,"4"14"-1952"15,0 5-496-15,0 3 0 0,1 5 2688 0,-3 4 432 16,-4 3 80-16,0 6 32 0,-1 1-2576 0,1 2-512 15,-2 0-144-15,4-4 0 0,2-5 0 0,4-5 0 16,0-7 0-16,4-1 0 0,4-8 0 0,1-1 0 0,3-4-144 0,3-5 144 16,-1-5 208-16,-5-1 128 0,1-3 32 0,8-9 0 15,-2-4 624-15,-1-6 128 0,-2-5 32 0,1-2 0 16,-1-5-544-16,2 0-96 0,-1 0-32 0,-3-1 0 16,-6 1-320-16,0 1-160 0,-2 3 160 0,0 5-160 15,-2 2-928-15,-4 11-288 16,0 1-48-16,0 3-16 0,-1 4-2256 0,-2 7-464 0</inkml:trace>
  <inkml:trace contextRef="#ctx0" brushRef="#br0" timeOffset="33440.37">24651 11235 28559 0,'1'15'2544'0,"0"-3"-2032"15,1 2-512-15,-2-1 0 0,0 3 1904 0,-3 2 272 16,-2-1 64-16,0-1 16 0,-2-2-1232 0,-1 3-240 15,0 2-48-15,-2 1-16 16,1-1-1616-16,2-4-336 0,2-2-64 0,1-4-16 16,4-9-1888-16,0 0-368 0</inkml:trace>
  <inkml:trace contextRef="#ctx0" brushRef="#br0" timeOffset="33601.44">25080 10540 27647 0,'0'0'2448'0,"0"0"-1952"16,0 0-496-16,-3 14 0 0,-2 6 3344 0,-6-1 576 15,-6 5 112-15,-2 3 32 0,-5 4-2640 0,7-7-528 16,-2 2-96-16,-8 16-13792 16,2-3-2752-16</inkml:trace>
  <inkml:trace contextRef="#ctx0" brushRef="#br0" timeOffset="34009.01">25365 11153 35007 0,'0'0'1552'0,"12"-10"320"15,2 1-1488-15,3 2-384 0,1 0 0 0,2 0 0 0,1 1 1248 0,1 2 176 16,-1 3 48-16,4-1 0 0,-1 4-512 0,1 0-112 16,0 2-16-16,0 1 0 0,-1-1-704 0,3 3-128 15,-3-1 0-15,0-2-128 16,-2 0-2288-16,0 0-448 0,2-1-80 0</inkml:trace>
  <inkml:trace contextRef="#ctx0" brushRef="#br0" timeOffset="34305.85">26083 10840 3679 0,'0'0'160'0,"0"0"32"0,0 13-192 0,0 2 0 16,2 5 0-16,-2 5 0 0,-3 3 7888 0,-2 2 1536 0,-3 7 304 0,-1-1 64 15,-1 2-7504-15,3 4-1520 0,4-3-288 0,2-4-64 16,1-6-288-16,3-3-128 0,-1-6 0 16,6-4 128-16,4-2 32 0,4-4 0 0,2-4 0 0,1-4 0 15,2-4 688-15,0-1 144 0,1-7 32 0,0-3 0 16,2-4 32-16,-1-5 16 0,1-5 0 0,-2-2 0 16,-5-5-432-16,0-2-96 0,0-3-16 0,1 1 0 15,-2-3-304-15,-1 5-64 0,1-2-16 0,-3 7 0 0,-1 2-144 16,-2 4 0-16,-1 3 0 0,0 5 0 15,-1 3-1984-15,-1 4-320 0,-1 2-64 0,-6 8-17920 16</inkml:trace>
  <inkml:trace contextRef="#ctx0" brushRef="#br0" timeOffset="34555.91">26628 11220 22111 0,'0'0'976'0,"11"7"208"0,1-3-944 0,1 0-240 16,1 1 0-16,-1-4 0 0,-1-1 4720 0,-12 0 896 16,8 2 176-16,-8-2 32 0,0 0-4016 0,0 0-800 15,0 0-176-15,0 0-16 0,-2 11-816 0,-2 0-144 16,-2 0-48-16,-2 0 0 0,-1 2-48 0,1 0-16 16,2 0 0-16,0 0 0 0,4-1 256 0,3-1 0 15,4 3 0-15,3-5 0 0,4 2 0 0,2-1 320 16,4-4-64-16,3-2 0 0,3 0 32 0,-1-2 0 15,1 1 0-15,-2-2 0 0,-1-1-288 0,-2-1 128 0,3-2-128 0,-1 0 0 32,0-3-2240-32,-1 1-576 0,-3 0-96 0</inkml:trace>
  <inkml:trace contextRef="#ctx0" brushRef="#br0" timeOffset="41590.86">24421 11284 13823 0,'0'0'1216'0,"0"0"-960"0,0 0-256 0,0 0 0 0,7-4 2672 0,-2 0 480 16,0-2 112-16,2 2 0 0,-1 0-784 0,1 0-176 0,1 0-16 0,1 0-16 15,0 0-736-15,1 2-128 16,3-1-48-16,-1 2 0 0,1-3-400 0,-3 4-64 0,1-1-32 0,1-1 0 16,1 1-288-16,-2 1-64 15,0 0-16-15,-1 0 0 0,-1 0-208 0,4 1-32 0,-3 2-16 16,-3 1 0-16,3-1 16 0,-5 2 0 0,-5-5 0 0,5 6 0 16,0 1-48-16,0 1 0 0,-2 1 0 0,-2 2 0 15,1 0-80-15,-2 1-128 0,0-2 176 0,0 2-176 16,0 1 128-16,-2 0-128 0,0 3 0 0,-2-5 0 15,0 2 0-15,-1 0 0 0,-2 0 0 0,1 0 0 16,-2 0-256-16,0 0-16 0,-1 1 0 0,0-4 0 0,0 2 96 0,-1-2 32 16,0 1 0-16,0-2 0 0,0-2 144 0,3 0 0 15,-1-3 0-15,1 0 0 16,2-2 0-16,5-2 0 0,0 0 0 0,0 0 0 0,0 0 192 0,0 0-48 16,0 0 0-16,0 0 0 0,0 0 64 0,7-3 16 15,0-1 0-15,1 1 0 0,0 0-224 0,1 1 144 16,2-1-144-16,2 1 128 0,-2-1-128 0,2 2 0 15,0-2 0-15,2 0 0 0,-2 2 0 0,1-1-272 16,2-1 64-16,2 0 16 16,-1-1-1072-16,1 0-208 0,2 1-32 0,1-1-16 15,0-2-1968-15,-1 3-400 0</inkml:trace>
  <inkml:trace contextRef="#ctx0" brushRef="#br0" timeOffset="43437.1">26799 11228 23327 0,'0'0'1024'0,"0"0"224"0,0 0-992 0,0 0-256 0,5-6 0 0,-5 6 0 15,0 0 1888-15,0 0 336 0,0 0 64 0,0 0 16 16,0-9-1040-16,0 9-208 0,0 0-32 0,0 0-16 16,0 0-448-16,0 0-96 0,-3 14-16 0,1 2 0 15,2 2-176-15,-1 1-32 0,-3 1-16 0,1 1 0 0,-1 1-224 0,2-5 176 16,-2 4-176-16,0 0 160 0,0-1-160 16,0 1 0-16,-1 0 144 0,1 0-144 0,0-5 0 0,2-1 128 15,-1-2-128-15,2-2 0 0,1-3 128 0,0-8-128 16,0 0 160-16,0 0-160 0,0 0 320 0,0 0-16 15,6-4-16-15,2-4 0 0,1-4 112 0,0-1 32 16,2-3 0-16,0 0 0 0,0-4-240 0,2-10-64 16,-3 3 0-16,-4 8 0 0,-1 0 64 0,0-10 16 15,-2 3 0-15,-2 6 0 0,0 1 320 0,-1 5 64 16,-1 4 16-16,1 10 0 0,0 0-304 0,0 0-64 16,-9 4-16-16,0 9 0 0,1 7-224 0,-1 0 0 15,-3 3 0-15,4-6 0 0,0 5-272 0,2 2 48 16,-1 0 16-16,1 1 0 0,1-1 16 0,1-1 0 0,1-3 0 0,2-2 0 15,-1-3 192-15,4-1 0 16,0-5 0-16,2-3 0 0,-4-6 176 0,0 0 80 16,8-2 0-16,1-4 16 0,0 0 48 0,2-3 16 15,-3-4 0-15,-1-2 0 0,1 1-160 0,0-3-48 16,0-1 0-16,1-7 0 0,-3 0-128 0,-2 4 0 16,-5 2 144-16,0 1-144 0,-2-1 176 0,-1 2-48 0,-4 2 0 0,-1 3 0 15,0 2-128-15,0 4 160 16,0 5-160-16,-1 2 160 0,-2 6-160 0,0 3-176 0,-2 3 48 0,-1 3 0 15,2 1 128-15,6-4-192 16,-3 1 192-16,3 2-192 0,-1 0 192 0,3-2 0 16,-1-2 0-16,4-1-128 0,-1 0 128 0,2-2 0 0,1-9 0 0,0 0 0 15,0 0 0-15,0 0 0 16,6 5 0-16,2-4 0 0,0-2 0 0,0-3 224 0,1-1-48 0,3-4-16 16,-2-2-32-16,-2-2-128 0,-2 3 192 0,1-3-64 15,-1 3-128-15,-2 2 0 0,-2 0 0 0,0-3 0 16,2-2 0-16,-4 2 0 0,-4 0 128 0,-1 3-128 15,1 2 0-15,4 6 128 0,-8-4-128 0,0 4 128 16,1 4-128-16,-1 2-272 0,0 5 64 0,2 2 16 16,-2 1-16-16,4-1 0 0,0 3 0 0,0 0 0 15,0 1 64-15,1-1 16 0,1-1 0 0,1 0 0 16,1 0 128-16,1-1 0 0,1-1 0 0,1-2-128 16,0-1 128-16,1-5 0 0,-4-5 0 0,0 0 0 0,9 3 0 0,-1-4 256 15,-1-3-64-15,1-2-16 0,1-1-32 0,0-4 0 16,-1 1 0-16,1-2 0 0,-1 0-144 0,0 1 0 15,-1-1 0-15,-2-1 0 0,-1-2 0 0,-2-4 128 16,-3 2-128-16,-2 3 0 0,-2-1 160 0,0 6-160 16,-2-1 192-16,-4-7-192 0,-1 4 176 0,0 4-176 15,2 3 160-15,-1 5-160 0,1 5 0 0,2-1 0 16,-1 3 0-16,-4 8 0 0,0 5-192 0,5-4 0 16,0 4 16-16,0 1 0 0,1 3 16 0,-1 1 0 15,1 2 0-15,2 1 0 0,1-3 32 0,2 1 0 16,0-1 0-16,2-6 0 0,3 0 128 0,1-6-192 15,0-2 192-15,1-1-192 0,1-2 192 0,2-2 0 16,0-5 0-16,1-5 0 0,0-2 208 0,2-2-16 0,-1-4-16 0,3-2 0 16,-2-4-176-16,-1 1 128 15,-1-3-128-15,-1 0 128 0,-2 0-128 0,4-9 0 0,-3 0 0 0,-4 3 128 16,-3 0 0-16,-1 2 0 0,-1-4 0 0,0 3 0 16,-2 1 32-16,0 2 0 15,-1 2 0-15,1 8 0 0,0 4-160 0,4 9 0 0,-10 3 0 0,-1 7 0 16,2 7 0-16,-1 2-224 0,-2 8 32 15,0 1 0 1,0 4-240-16,1 1-32 0,-1 3-16 0,5-9 0 16,1 4-320-16,-1 2-64 0,1-1-16 0,3-2 0 15,2-2 192-15,2-5 48 0,2-3 0 0,2-3 0 0,2-4 512 0,2-4 128 0,1-4 0 0,2-3 0 16,0-4 0-16,1-4 192 0,1-3-32 0,0-7-16 16,1 2 32-16,-1-7 0 0,-1 0 0 0,1-1 0 0,-2-3-176 0,-1 1 0 15,-2-2 0-15,2-11 128 0,1 1 0 0,-5 5-128 16,-3 2 192-16,-1 3-64 0,1 3 144 15,-1 5 32-15,-2 2 0 0,-1 3 0 0,0 4 64 0,0 9 16 16,0 0 0-16,0 0 0 0,-9 10-384 0,1 3 144 16,-2 4-144-16,-1 3 0 0,1 1 0 0,2-4 0 15,0 2 0-15,1 3-192 0,-3 2 192 0,3 1 0 16,-1-2 0-16,0 2 0 0,0 0 0 0,0-2 0 0,2-3 0 0,1-1 0 16,-1-1 0-16,0-2 128 15,2-3 0-15,1 0-128 0,2-5 384 0,1-8-48 0,0 0 0 0,0 0 0 16,0 0-144-16,0 0-16 0,8-7-16 0,0 0 0 15,0-8-160-15,-1 0 160 0,0-4-160 0,1-2 160 16,-1-2-160-16,1 0 0 0,-2-1 0 0,-1-1 128 16,0 1-128-16,0-10 128 0,-1 6-128 0,-1 7 128 15,-3 6-128-15,0 3 0 0,-3 5 0 0,3 7 128 16,-8-5-128-16,8 5 0 0,-10 5 144 0,2 2-144 16,-1 2 0-16,0 3 0 0,-2 4 0 0,1-1-192 15,-2 3 192-15,3 1 0 0,1-1-144 0,2 0 144 0,0 3 0 0,3-4 0 16,-1-1-144-16,2-2 144 0,2-2-144 0,2-3 144 15,-2-9-208-15,0 0 80 16,0 0-1216-16,0 0-256 0,0 0-32 0,7 1-17104 16</inkml:trace>
  <inkml:trace contextRef="#ctx0" brushRef="#br0" timeOffset="43846.38">26979 10447 33279 0,'0'0'1472'0,"0"0"320"0,0 0-1440 0,0 0-352 16,-1 8 0-16,-3 1 0 0,-3 3 1584 0,-6 9 240 16,-4 4 48-16,-1 5 16 0,-3 2-944 0,-2 2-192 15,-5 1-48-15,0 2 0 16,-5-3-1728-16,3 0-368 0,0-3-64 0</inkml:trace>
  <inkml:trace contextRef="#ctx0" brushRef="#br0" timeOffset="44143.1">27606 10660 24879 0,'9'10'1088'0,"0"2"256"0,3 4-1088 0,0 4-256 0,1 4 0 0,1 3 0 0,1-1 3184 0,-4 4 576 15,0 3 112-15,-5 2 32 0,0 4-2144 0,-6 4-416 16,-6 6-96-16,-4 3-16 0,-6 2-768 0,3-16-144 16,-4 7-48-16,-2 5 0 0,-6 4-272 0,-4 2 0 15,-2 1 0-15,-6 5-144 16,-3-2-2400-16,-6-1-464 0</inkml:trace>
  <inkml:trace contextRef="#ctx0" brushRef="#br0" timeOffset="46108.62">17548 13631 32255 0,'-9'-1'2864'0,"-3"-3"-2288"0,-1 1-576 0,4 2 0 0,-1 0 1408 0,-2 1 160 16,0 2 32-16,-1 5 16 0,-1 0-1248 0,-2 7-368 16,0 2 144-16,0 8-144 0,-1 5-224 0,2 6-112 0,2 7-32 0,3 3 0 31,2 3-80-31,4 6 0 0,3 2-16 0,5 1 0 0,5 2 464 0,5-7 0 0,4-6-128 0,6-8 128 16,4-8 336-16,6-10 112 0,4-7 32 0,3-7 0 15,3-10-128-15,0-8-32 0,2-5 0 0,-2-9 0 16,-2-7 80-16,-4-2 16 0,0-3 0 0,-3-1 0 15,-3 0 96-15,-2-1 32 0,-4-1 0 0,-1-4 0 0,-5 0 48 0,-5 2 16 16,-4 2 0-16,-6 0 0 0,-5 1-128 0,-4 2-32 16,-5 3 0-16,-7 2 0 0,-5-1-256 0,-3 4-48 15,-5 4-16-15,-17-5 0 16,1 7-2032-16,3 8-400 0,2 4-96 0,-1 8-16 16,-1 5-1888-16,2 7-384 0</inkml:trace>
  <inkml:trace contextRef="#ctx0" brushRef="#br0" timeOffset="46313.02">17680 13780 15663 0,'10'0'1392'0,"2"0"-1120"0,1 0-272 0,1 1 0 15,-2 1 2576-15,-2 4 464 16,-3 0 96-16,-2 1 0 0,-1 3-1888 0,-5 5-384 16,-3 3-80-16,-4 3-16 0,-2 2-640 0,-2 2-128 15,-1 2 0-15,-2 1 0 0,0 0 0 0,-1 0-144 0,4-2 144 0,2-3 0 16,2-1 1056-16,3-3 288 0,6-4 64 0,3-2 16 15,3-4-272-15,2-2-64 0,3-3-16 0,2-4 0 32,4-1-1328-32,4-7-256 0,3-3-48 0,1-6-15952 0</inkml:trace>
  <inkml:trace contextRef="#ctx0" brushRef="#br0" timeOffset="47596.94">18715 13514 31791 0,'0'0'1408'0,"0"0"288"0,0 0-1360 0,-3 0-336 0,2-12 0 0,1 12 0 15,-3-9 1024-15,3 9 144 0,0 0 32 0,0 0 0 16,0 0-240-16,-9 5-64 16,3 7 0-16,0-1 0 0,1 6-624 0,1 8-128 0,0 6-16 0,2 11-128 15,1 5 0-15,1 5 0 0,2 6 0 0,2 0-144 16,1 4 144-16,3-5 0 0,1-2 0 0,2-3-128 15,0-7 128-15,1-3 0 0,0-5 0 16,3-6 0-16,2-4 0 0,0-8 192 0,0-5 0 0,0-2-16 16,0-7 288-16,0-5 64 0,1-5 16 0,-1-6 0 0,-1-4 224 0,2-8 64 15,2-3 0-15,-2-6 0 0,-1-3-256 0,0-5-64 16,0 0 0-16,-1 1 0 16,-1-1-240-16,0-2-48 0,-2-4-16 0,-2 2 0 0,-2 1-16 0,-1 1-16 15,-1 2 0-15,-1 3 0 0,0 2-176 0,-1 5 192 16,-1 4-192-16,0 5 192 0,-2 4-192 0,1 4 0 15,-1 4 0-15,1-1 0 0,-3 10-176 0,0 0-64 16,0 0-16-16,0 0 0 16,0 0-304-16,0 0-64 0,10-3-16 0,-10 3 0 15,11-1-1456-15,-11 1-288 0,9 2-64 0,-9-2-16 16,9 4-1104-16,-9-4-208 0</inkml:trace>
  <inkml:trace contextRef="#ctx0" brushRef="#br0" timeOffset="58979.43">19308 14186 28559 0,'0'0'624'0,"0"0"128"0,0 0 16 0,0 0 64 0,0 0-672 0,8 0-160 0,-4-10 0 0,0 1 0 15,1-2 1360-15,0 2 240 0,-2 0 64 0,1 0 0 16,1 0-320-16,3 2-48 0,0 1-16 0,1 2 0 15,2 1-544-15,0 3-112 0,-1 3-32 0,1 2 0 0,-2 3-368 0,-1 5-80 16,-2 4-16-16,-1 4 0 0,-2 2-128 0,-3 3 0 16,0 2 0-16,-3 2 128 0,-1 1-336 0,-1 0-80 15,0 1-16-15,-2-4 0 0,0-2 96 0,-1-1 16 16,0-4 0-16,0-3 0 0,-1-3 192 0,3-4 0 16,2 0 0-16,-2-3 0 0,1-2 192 0,5-6 16 15,0 0 16-15,0 0 0 0,0 0 32 0,0 0 16 16,0 0 0-16,0 0 0 0,9 5-272 0,2 0 0 15,0-2 0-15,3 1 0 0,0 1 0 0,2 0 0 16,-2-1 0-16,3-1 0 0,1-2 0 0,0-2 0 16,1 1 0-16,-2 0 0 0,-1-4-272 0,0 1-16 15,0-2 0-15,-2 0 0 16,0 0-1888-16,-1-2-368 0,-2 1-80 0,-2-1-12864 0</inkml:trace>
  <inkml:trace contextRef="#ctx0" brushRef="#br0" timeOffset="59198.15">19806 13388 25791 0,'3'-6'2304'0,"-1"-1"-1856"0,-2 7-448 0,4-6 0 16,-4 6 2608-16,0 0 416 0,0 0 96 0,0 0 16 15,0 0-1360-15,-4 9-272 0,-4 4-48 0,-2 4-16 16,-3 4-720-16,-3 5-144 0,-3 5-16 0,-5 6-16 31,-2 4-1376-31,0 4-288 0,0 0-48 0,-1 5-11232 0,5-2-2240 0</inkml:trace>
  <inkml:trace contextRef="#ctx0" brushRef="#br0" timeOffset="59495.01">20077 14163 36687 0,'0'0'1616'0,"0"0"352"0,0 0-1584 0,0 0-384 15,0 0 0-15,0 0 0 0,0 0 1152 0,9 5 128 16,3-1 48-16,1 0 0 0,1 0-608 0,2 0-112 0,1 0-32 0,3 1 0 16,2-5-336-16,0 0-80 0,-1 0-16 0,2-3 0 15,-1 2-144-15,1 1 0 16,-4-3 0-16,1 3 0 16,1-2-2336-16,-3 0-400 0,0 1-80 0</inkml:trace>
  <inkml:trace contextRef="#ctx0" brushRef="#br0" timeOffset="63836.68">20979 13718 21183 0,'0'0'1888'0,"-6"0"-1504"0,-1 0-384 0,1 2 0 15,1 0 3392-15,-1 1 592 0,1 1 128 0,1 5 32 16,2 5-3024-16,0 8-608 16,2 6-112-16,0 4-16 0,0 9-128 0,2 2-32 15,-1 2 0-15,0 5 0 0,1 1-32 0,0 0 0 16,1-2 0-16,2-2 0 0,0-4-64 0,2-13-128 16,-1-1 176-16,2-3-176 0,1-8 656 0,0 0 32 15,0-5 0-15,1-5 0 0,0-3 112 0,2-2 32 0,1-6 0 0,0-6 0 16,1-6 16-16,1-7 16 0,0-8 0 0,1-6 0 15,-3-4-448-15,3-1-96 0,-1 2 0 0,-3 9-16 16,-2 0-304-16,2-2 160 0,-2-3-160 0,0-2 128 0,-3 1-128 0,1 0-224 16,-1 0 48-16,-1-6 16 15,1 6-1632-15,-1 7-336 16,0 6-64-16,-3 6-10880 0,1 4-2176 0</inkml:trace>
  <inkml:trace contextRef="#ctx0" brushRef="#br0" timeOffset="64039.75">21496 14229 30399 0,'0'7'2704'0,"0"2"-2160"16,0 0-544-16,0 3 0 0,0 1 2240 0,-2 1 320 16,1 2 80-16,0 0 16 0,-2 0-1440 0,1-1-272 15,-2 2-64-15,-2 0-16 0,1-3-864 0,0 2 0 16,-2-1-128-16,1 1 0 15,-1-2-1008-15,0 2-192 0,-1-3-32 0,1-3-16 16,2-6-672-16,5-4-144 0,0 0-32 0,0 0-12304 0</inkml:trace>
  <inkml:trace contextRef="#ctx0" brushRef="#br0" timeOffset="64229.49">21801 13245 37439 0,'0'0'832'0,"0"0"160"16,0 0 32-16,0 0 16 0,5 10-832 0,-1 4-208 0,-2 0 0 0,0 7 0 0,-4 3 1024 0,-1 3 176 15,-5 4 16-15,-3 3 16 0,0 2-512 0,-2 6-96 16,-2 2-32-16,0 3-13344 16,-2 0-2672-16</inkml:trace>
  <inkml:trace contextRef="#ctx0" brushRef="#br0" timeOffset="64874.21">22352 13890 1839 0,'0'0'160'15,"0"0"-160"-15,0 0 0 0,0 0 0 0,0 0 6640 0,0 0 1296 16,0 0 256-16,0 0 48 0,8-2-4864 0,1-1-976 15,2 1-192-15,2 0-32 0,2 2-704 0,4 0-128 16,0 0-16-16,3 0-16 0,-1 2-784 0,0 0-144 16,0 1-48-16,0-2 0 0,0 2-336 0,-1-3 0 15,0 0 0-15,-2 0 0 16,-1 0-432-16,0 0-144 0,-1-2-48 0,-2 2 0 16,-2 0-2096-16,-2 3-416 0,-1 0-96 0,-9-3-12640 15</inkml:trace>
  <inkml:trace contextRef="#ctx0" brushRef="#br0" timeOffset="65061.7">22348 14132 33919 0,'0'0'1504'0,"-1"9"304"0,2 0-1440 0,3 0-368 0,1 0 0 0,3 0 0 16,4 0 1424-16,2-2 224 15,1-2 32-15,2-1 16 0,1 0-448 0,3-2-96 0,-2-2 0 0,1 0-16 16,2-1-592-16,-1 0-112 15,-2-2-32-15,1 2 0 0,1-2-400 0,-3 1-224 16,-1-1 32-16,-1 2 0 16,-1 1-2368-16,1 0-480 0,-2 0-96 0</inkml:trace>
  <inkml:trace contextRef="#ctx0" brushRef="#br0" timeOffset="73726.97">23805 13454 20671 0,'0'0'912'0,"0"0"192"0,-2-7-880 0,2 1-224 16,-4-1 0-16,0 2 0 0,-1 1 1312 0,0 1 224 15,5 3 32-15,-9-1 16 0,1 4-32 0,-2 3 0 16,-2 1 0-16,0 3 0 16,0 1-544-16,-2 4-112 0,0 3-32 0,1 6 0 15,1 1-176-15,0 6-48 0,2 7 0 0,2 2 0 16,1 3 48-16,5 2 0 0,-1 0 0 0,3 2 0 15,2 0-144-15,1 0-32 0,4-3 0 0,0 2 0 16,-1-2-320-16,3-3-192 0,-2-2 192 0,2-4-192 16,3-4 0-16,-2-3 0 0,0-4 0 0,1-1-144 31,-2-5-496-31,1-3-80 0,1 0-32 0,-2-2 0 16,0-3-1856-16,2-1-368 0,-1-1-80 0</inkml:trace>
  <inkml:trace contextRef="#ctx0" brushRef="#br0" timeOffset="74056.42">24188 13587 24879 0,'0'0'2208'0,"0"0"-1760"15,0 0-448-15,0 0 0 0,0 0 2160 0,0 0 336 16,0 0 80-16,0 0 16 0,4 10-1056 0,-3 4-192 0,0 5-64 0,1 4 0 15,-1 4-576-15,0 5-128 0,-1 3-32 0,2 4 0 16,-1 0-288-16,0 0-48 0,1 2-16 0,-1-3 0 16,0-2-192-16,2-3 176 15,-1-5-176-15,2-3 160 0,0-4 160 0,1-4 48 16,-1-4 0-16,3-4 0 0,1-2 240 0,-1-5 48 0,1-3 16 0,0-4 0 16,-1-3 32-16,0-5 16 0,3-5 0 0,-1-1 0 15,0-4-336-15,-1-2-64 16,1-2 0-16,1-3-16 0,-1-4-128 0,0-4-32 0,1 0 0 0,-1 0 0 15,-1 1-320-15,-1 0-64 0,-1 3-16 0,0 2 0 32,-1 6-1984-32,2 2-384 0,-3 6-96 0,1 3-16224 0</inkml:trace>
  <inkml:trace contextRef="#ctx0" brushRef="#br0" timeOffset="74322.03">24631 13945 2751 0,'14'9'256'0,"-7"-6"-256"16,1-2 0-16,1 2 0 0,0-2 7312 0,-1 0 1424 16,-2 1 288-16,-6-2 48 0,7 4-6400 0,-3 1-1280 15,-4-5-256-15,1 8-48 0,-2 2-848 0,0-1-240 16,-2 2 0-16,-1 0 128 16,-1 1-608-16,0 1-112 0,-1 0-32 0,1 3 0 0,1-4 240 0,0 1 32 15,2-2 16-15,0 0 0 0,4-2 528 0,0-1 96 16,2 1 32-16,-4-9 0 0,7 2 320 0,1 2 64 0,1-4 0 0,0 0 16 15,1 0-336-15,2-4-80 16,0 2-16-16,2-1 0 16,-1-1-992-16,1-1-192 0,1 0-32 0,-1 0-10592 15,0-1-2112-15</inkml:trace>
  <inkml:trace contextRef="#ctx0" brushRef="#br0" timeOffset="74493.89">25085 13829 13823 0,'0'0'1216'0,"0"0"-960"0,10 4-256 0,2 1 0 16,1 2 5504-16,3-5 1072 0,-1 2 208 0,4 0 32 15,-1 1-3952-15,0-1-800 0,0-2-144 0,1 0-48 16,-1-2-976-16,1 0-192 0,1-2-32 0,-1 0-16 16,0 0-1248-16,-1-1-256 15,-1 0-48-15,-1 1-12640 0,-2-1-2528 0</inkml:trace>
  <inkml:trace contextRef="#ctx0" brushRef="#br0" timeOffset="75005.53">25917 13537 29487 0,'0'0'2624'0,"0"0"-2112"0,0 0-512 0,0 0 0 16,0 0 2576-16,2 11 416 16,1 4 80-16,-3 1 0 0,0 5-1984 0,-1 2-416 0,-1 6-80 0,1 5-16 15,0-2-384-15,1 9-64 16,0-2-128-16,1 3 176 0,0-3-176 0,2 0 0 0,2-3 0 0,0-4 0 16,0-2 0-16,2-4 0 0,1-4 0 0,0-4 0 15,-1-2 256-15,3-3 80 0,0-2 16 0,0-3 0 16,1-4 96-16,-2-4 32 0,-1-4 0 0,0-2 0 15,-1-5 160-15,3-2 48 0,0-6 0 0,0-2 0 16,2-3-288-16,0 0-48 0,0-4-16 0,-1 0 0 16,0-5-208-16,2-1-128 0,0-1 128 0,0 1-128 15,0 3 0-15,0 1 0 0,-1 0 0 0,-1 5 0 16,0 3-1088 0,-1 4-224-16,1 3-48 0,-2 3-16 0,-1 5-2528 0,-3 3-512 15</inkml:trace>
  <inkml:trace contextRef="#ctx0" brushRef="#br0" timeOffset="75224.28">26462 13973 36863 0,'0'0'1632'0,"0"0"336"0,0 0-1584 0,0 0-384 15,3 11 0-15,0-3 0 0,-2 3 1488 0,1 0 224 16,-2 2 32-16,0 2 16 0,-2 0-784 0,2 5-144 15,2-2-48-15,-2 4 0 0,0 0-496 0,0 2-96 16,0 2-32-16,1-1 0 0,0-2-160 0,1 1 0 16,0-3 0-16,1-1 0 15,-2-4-656-15,0-2-176 0,1-3-16 0,-2-11-16 16,0 0-2016-16,0 0-416 0</inkml:trace>
  <inkml:trace contextRef="#ctx0" brushRef="#br0" timeOffset="75552.37">27022 13441 28559 0,'0'0'2544'0,"5"10"-2032"15,2 4-512-15,1 5 0 0,1 3 2880 0,-1 3 496 16,-1 1 80-16,0 2 32 0,0 4-1600 0,-1 2-320 16,-1 1-64-16,-1 1-16 0,-1 7-672 0,-3 0-144 15,-2 4-32-15,-3 3 0 0,-1-1-448 0,-3 2-192 16,-3 3 128-16,0 2-128 15,-2 0-976-15,-3-2-288 0,-3 1-48 0,-2-4-12416 16,-3-4-2480-16</inkml:trace>
  <inkml:trace contextRef="#ctx0" brushRef="#br0" timeOffset="78132.02">23387 14491 9215 0,'-5'-2'816'0,"-1"-2"-656"15,0 1-160-15,1 1 0 0,5 2 2640 0,0 0 496 16,0 0 112-16,-2-6 16 0,2 6-1536 0,0 0-320 16,4-5-48-16,2 1-16 0,2 0-512 0,1 2-128 15,1-1 0-15,3 2-16 0,2 1-96 0,0 1-16 16,4 1 0-16,0 1 0 0,3-1 208 0,2 3 48 15,1-1 0-15,-1 1 0 0,2 2 48 0,3 0 16 16,0 0 0-16,1 1 0 0,1 0-384 0,4-1-80 16,4 1-16-16,-6-1 0 0,5 1-208 0,4-2-32 15,3 1-16-15,3-2 0 0,1-3-32 0,-1 1 0 16,1-3 0-16,22-1 0 0,-2-2-128 0,1 1-144 16,3-2 144-16,0 0-208 0,0-2 592 0,-20 1 128 15,1-1 32-15,5-2 0 0,5 0-352 0,1 0-192 16,2 0 192-16,0 3-192 0,-2-1 128 0,20-1-128 15,-9 2 0-15,-3 2 0 0,-1 3 0 0,-1 3 0 0,-2 0-128 16,-2 0 128-16,-2 3-192 0,-5-1 192 0,-5 1-208 0,1-2 80 16,-1 2 128-16,-1-1 0 0,1-1 0 0,1 0 0 15,4 0 0-15,-3 1 0 0,1 0 0 0,-5-1 0 16,-2 0 0-16,0 0 0 0,1-2 0 0,0 1 0 16,3 1 0-16,1 0 0 0,0 1 0 0,2-1 128 15,-2 0-128-15,-3 1 0 0,-2-2 0 0,-4 0 128 0,0 1 32 0,-2 0 16 16,0-1 0-16,-1 1 0 0,0-2 96 15,-2 1 32-15,-3 1 0 0,-1-3 0 0,-4 1 112 0,-4 1 32 16,-3-3 0-16,-5 0 0 0,-2 0-256 0,-3-3-32 16,0 0-16-16,-3-4 0 0,-2 2 16 0,0 0 0 15,-3-2 0-15,-1 1 0 0,1-1-160 0,-3 2 0 16,1 0 0-16,-2 2 128 0,-5 3-128 0,0 0-144 16,0 0 144-16,0 0-208 15,0 0-512-15,0 0-112 0,0 0 0 0,0 0-11936 16,0 0-2384-16</inkml:trace>
  <inkml:trace contextRef="#ctx0" brushRef="#br0" timeOffset="79338.02">24889 14970 7359 0,'0'0'320'0,"0"0"80"0,0 0-400 0,0 0 0 15,0 0 0-15,0 0 0 0,0-7 2944 0,0 7 512 16,0-7 112-16,0 7 16 0,0 0-1232 0,0 0-240 16,0 0-64-16,0 0 0 0,0 0-496 0,0 0-96 15,0 0-32-15,0 0 0 0,0 0-384 0,3 9-80 16,1 5 0-16,1 4-16 0,0 3-384 0,0 3-80 16,1 2-16-16,-1 5 0 0,-1 4-208 0,1 3-64 15,-2 4 0-15,-2-2 0 0,0 0-192 0,1-2 144 16,-1-4-144-16,0-6 128 0,-1 0-128 0,0-4 0 0,0-7 0 0,0-3 0 15,-1-1-208-15,0-3-80 16,1-10-16-16,0 0 0 16,0 0-1040-16,0 0-224 0,0 0-32 0,-6-5-16 15,1-4-1520-15,0-4-320 0,1-4-48 0</inkml:trace>
  <inkml:trace contextRef="#ctx0" brushRef="#br0" timeOffset="79619.23">24922 15039 21711 0,'13'-25'960'0,"-8"20"192"0,3 2-912 0,2-1-240 0,2-3 0 0,1 0 0 15,1 2 2496-15,1 0 448 0,-2-2 80 0,2 1 32 16,-1 3-1248-16,-4-1-240 0,-4 4-48 0,-6 0-16 16,0 0-864-16,0 11-160 0,-3-2-32 0,-3 4-16 0,-1 1-432 0,-4 2 0 15,-2 1 0-15,-1 0 0 16,-2-2-320-16,2 1-160 16,1 0-32-16,-2-1 0 0,-2 2 0 0,3-3-16 15,2 0 0-15,3 1 0 0,1-6 336 0,4 6 64 0,3-5 128 0,2 3-208 0,3 0 352 0,4 0 80 16,1 0 16-16,3 0 0 0,1 0 96 0,4 0 32 15,1-1 0-15,3 0 0 0,3-2-96 0,-1 1-16 16,1-2 0-16,-1 1 0 0,-1-3 64 0,-4-1 16 16,-1 1 0-16,-1-2 0 0,-3 0-96 0,-1-2-32 15,-2 1 0-15,-1 2 0 0,-1-4-352 0,-1 0-80 16,-1 1-16-16,-6-3 0 16,5 0-3536-16,-5 0-720 0</inkml:trace>
  <inkml:trace contextRef="#ctx0" brushRef="#br0" timeOffset="80228.55">25425 15262 11055 0,'0'0'976'0,"0"0"-784"16,0 0-192-16,0 0 0 0,7-4 2704 0,-2-1 496 16,0-2 112-16,0 1 16 0,-5 6-768 0,2-7-128 15,-2 7-48-15,-2-6 0 0,2 6-1248 0,-5-4-256 16,5 4-48-16,-8-3-16 0,-1 2-656 0,1 2-160 16,-1 3 0-16,-1 3 0 0,1 2-144 0,-2 5-64 15,1 2-16-15,2 1 0 0,-1 1 80 0,1 0 16 16,-1 2 0-16,2-1 0 0,3-2 128 0,0-2 0 15,2-5 0-15,2-1 0 0,-1 0 256 0,1-9 16 16,0 0 16-16,0 0 0 0,7-1-32 0,4-4-16 16,-2-4 0-16,1-1 0 0,2 1-240 0,1 2 144 0,0 0-144 0,3 3 128 15,1 3-128-15,-2 5 0 16,1 4 0-16,-2 2 0 0,-1 4 0 0,2 3 0 16,-2 2 0-16,0 3 0 15,-1 1-464-15,-2 3-80 0,-2-2-16 0,-3 2 0 16,0-1 16-16,-3-5 0 0,-2 4 0 0,-3 2 0 0,-1 3 544 0,-1-1 0 15,-3 2 128-15,0-4-128 0,-2 0 544 0,-2 4 16 0,2-5 0 0,-2-5 0 16,-2-5-96-16,-1-2-16 0,3-5 0 0,-2-3 0 16,0-1-304-16,-1-4-144 0,2-4 128 0,3-2-128 15,0-2-160-15,0-1-112 0,3 0-32 0,1-2 0 16,4 0-1408 0,3 0-272-16,0 1-64 0</inkml:trace>
  <inkml:trace contextRef="#ctx0" brushRef="#br0" timeOffset="80640.07">25918 15306 4607 0,'0'0'400'0,"0"0"-400"15,0 0 0-15,-7-1 0 0,-2-2 3328 0,0 2 576 16,0 1 112-16,0 1 16 0,0 2-2368 0,1 1-464 16,1 1-112-16,2 2 0 0,-1 3-64 0,0 3 0 15,1 3 0-15,0-1 0 0,1 4 0 0,2-1-16 16,0-1 0-16,1 0 0 0,1 0-16 0,1 0 0 16,2-2 0-16,1 0 0 0,0-4-240 0,1 0-48 15,1-2-16-15,2-4 0 0,1-1-320 0,0-3-64 16,1-1-16-16,-1-2 0 0,0-2-288 0,1-3 128 0,1 1-128 0,-2-1 0 15,-3 1 0-15,1-1 0 0,-2-2 0 0,0 0 0 32,-1 4-320-32,-4 5-112 0,3-7-16 0,-3 7-16 15,0 0-240-15,0 0-32 0,0 0-16 0,0 0 0 16,1 8-48-16,2 1-16 0,-1 0 0 0,1 2 0 16,-2 0 192-16,1-3 48 0,-1 0 0 0,0 1 0 0,2-2 192 0,1-1 64 0,1-2 0 0,-5-4 0 31,6 4-2288-31,4 0-448 0</inkml:trace>
  <inkml:trace contextRef="#ctx0" brushRef="#br0" timeOffset="80811.67">26291 15434 36687 0,'0'0'800'0,"-2"12"160"0,4-2 48 0,-2 2 32 0,0 0-832 0,0-1-208 0,-2 1 0 0,1 0 0 15,-1 0 1088-15,-1-2 160 16,0 2 32-16,1-6 16 0,2-6-800 0,0 0-176 15,-3 7-16-15,3-7-16 16,0 0-1712-16,0 0-352 0,0 0-64 0,0 0-16 16,4-5-1600-16,0-2-336 0</inkml:trace>
  <inkml:trace contextRef="#ctx0" brushRef="#br0" timeOffset="80939.08">26263 15091 9215 0,'0'0'400'0,"0"0"96"0,6 7-496 0,-1 0 0 0,0 3 0 0,0-1 0 0,2-1 4480 0,-2 1 816 16,0 0 144-16,0 0-11456 16,2 3-2304-16</inkml:trace>
  <inkml:trace contextRef="#ctx0" brushRef="#br0" timeOffset="81235.97">26519 15373 29423 0,'9'10'1296'0,"-4"-2"288"0,2 1-1264 0,-1 2-320 16,1-1 0-16,-2 2 0 0,0 1 1760 0,0 0 288 15,-2-2 64-15,0 1 16 0,-2-4-1040 0,0 0-192 16,-1-8-64-16,0 6 0 0,2 2-624 0,-2-8-208 0,0 0 128 0,0 0-128 16,0 0 176-16,6-4-32 15,2-1 0-15,4-3 0 0,1-1 48 0,0 1 0 0,0 0 0 0,1 2 0 16,0-1 352-16,1 4 80 0,-2-1 16 0,1 1 0 15,1 2 64-15,-2 2 32 0,0 4 0 0,-3-1 0 16,0 3-288-16,-2-2-48 0,0 3-16 0,1-2 0 16,-1 3-64-16,-3-1-32 0,-1 0 0 0,0 0 0 15,0 0-288-15,0 1 160 0,0-3-160 0,-4-6 128 16,0 0-2304-16,0 0-448 16,0 0-112-16</inkml:trace>
  <inkml:trace contextRef="#ctx0" brushRef="#br0" timeOffset="82891.98">28014 13875 12895 0,'0'0'1152'0,"0"0"-928"15,5-21-224-15,-5 21 0 0,0 0 2432 0,0 0 432 0,0 0 80 0,-9 0 32 16,-1 1-1440-16,0 2-304 0,-1 1-48 0,-1 2-16 16,1 2-32-16,-2 4-16 0,-2 1 0 0,0 4 0 15,-2 0-32-15,1 2-16 0,2 0 0 0,1 3 0 16,1 5-192-16,3 3-48 0,1 3 0 0,3 6 0 15,1 6-176-15,4 6-32 0,2 4-16 0,6 4 0 16,3 1-96-16,-1 1 0 0,-1-2-16 0,3 2 0 16,2 1-224-16,-1 1-32 0,-1-6-16 0,0-3 0 0,1-6-96 0,-3-5-128 15,-1-5 176-15,1-6-176 0,0-4 160 0,-1-2-160 16,-2-4 128-16,0-5-128 0,-1-1 0 0,-1-3 0 16,0-3 0-16,-1-2 0 15,-4-8-1616-15,0 0-256 0,0 0-48 0,0 0-15664 0</inkml:trace>
  <inkml:trace contextRef="#ctx0" brushRef="#br0" timeOffset="86704.69">28072 14082 20559 0,'0'0'896'0,"0"0"208"0,0 0-880 0,0 0-224 0,0 0 0 0,0 0 0 16,0 0 1872-16,0 0 336 0,0 0 64 0,0 0 16 16,0 0-496-16,0 0-80 0,0 0-32 0,0 0 0 15,0 0-656-15,0 0-144 0,9 13-32 0,-3 5 0 0,1 1-400 0,-2 5-96 16,0 2-16-16,2 4 0 0,-2 3-128 0,0 1-16 16,-1 0-16-16,0 1 0 0,0 3-176 0,0-2 160 15,-3 0-160-15,0-3 160 16,-1-5-160-16,0-3 0 0,0-2 0 0,0-3 0 0,0-3 0 0,0-3 0 15,0-1 0-15,0-1 0 16,0-12-464-16,0 0-80 0,0 0-16 0,0 0 0 16,0 0-1760-16,0 0-368 0,0 0-64 0</inkml:trace>
  <inkml:trace contextRef="#ctx0" brushRef="#br0" timeOffset="87048.42">28061 14164 13823 0,'0'0'1216'0,"0"0"-960"16,8-10-256-16,0 2 0 0,1 1 3696 0,3 2 688 0,2 1 144 0,3 2 16 16,1-1-2528-16,-1 3-512 15,0 3-96-15,0-1-32 0,0 3-448 0,-1 3-96 0,-3 3 0 0,-3 0-16 16,1 4-512-16,-5-2-112 0,-2 1 0 0,-4 3-16 16,-3 1-176-16,-2 3 0 15,-4 0 0-15,0 0 0 0,0-1 0 0,-2-2 0 0,0 0 0 0,0-2 0 16,2-3 0-16,-1-3 0 0,-2-2 0 0,2-3 0 15,-1-2 0-15,11-3-176 0,-10 0 176 0,10 0-192 16,-11-4 192-16,11 4 0 0,-5-8 0 0,5 8-128 16,0 0 128-16,0 0 0 0,0 0 0 0,8-6 0 0,-8 6 0 0,14-2 0 15,2 4 0-15,-3 1 0 0,-1 3 0 0,1 1 0 16,0 4 0-16,0 1 0 0,0 1 0 0,-2 0 0 16,3-3 0-16,-3 1 0 0,0-2 0 0,-2-1 0 15,0-2 0-15,-1-1 0 0,-8-5 0 0,10 5 0 16,1-1 0-16,-11-4 0 0,9 4-256 0,-9-4-112 15,0 0-16-15,10 0-16 16,-10 0-2992-16,0 0-576 0</inkml:trace>
  <inkml:trace contextRef="#ctx0" brushRef="#br0" timeOffset="87392.12">28606 14412 12895 0,'0'0'1152'0,"0"0"-928"0,0 0-224 0,0 13 0 16,0-4 4128-16,0 3 784 0,0 3 144 0,0-2 48 16,0 0-2800-16,0 4-544 0,0-1-112 0,0 2-32 15,0 2-720-15,0-1-160 0,0 2-32 0,1 1 0 16,1-3-432-16,0 0-80 0,1 1-32 0,0-2 0 16,-1 0-160-16,2-2-192 0,0-6 32 0,-4-10 16 15,0 0-1200 1,0 0-224-16,0 0-48 0,9 8-9168 0,-9-8-1824 0</inkml:trace>
  <inkml:trace contextRef="#ctx0" brushRef="#br0" timeOffset="87704.59">28828 14431 10127 0,'0'0'896'0,"0"0"-704"0,0 0-192 0,10-3 0 16,6 0 4992-16,-2-1 960 0,1-1 192 0,0 1 32 15,3 1-4256-15,2 1-864 0,1-2-160 0,0 1-48 16,1 1-432-16,-1-1-96 0,0 0 0 0,-3-1-16 15,0 0-304-15,2 2 0 0,-5-3 0 0,1 3 0 16,-3-2 0-16,0 2-224 0,-3-1 16 0,0 1 0 31,-10 2-2480-31,0 0-512 0</inkml:trace>
  <inkml:trace contextRef="#ctx0" brushRef="#br0" timeOffset="87907.7">29086 14177 21183 0,'0'0'944'0,"0"0"192"16,0 0-912-16,0 0-224 0,0 0 0 0,3 16 0 0,-1-1 3312 0,1 4 608 15,-3 0 128-15,1 3 32 0,-1 3-2448 0,0 1-480 16,0 2-112-16,1 3-16 0,1 3-496 0,-2-2-96 16,0 2-32-16,-2 0 0 0,1-1-400 0,1-1 0 15,1-2 0-15,2-3 0 16,0 0-1792-16,-1-4-432 0,1 0-80 0,-1-8-13584 0</inkml:trace>
  <inkml:trace contextRef="#ctx0" brushRef="#br0" timeOffset="88810.66">29547 14100 7359 0,'0'0'320'0,"0"0"80"0,0 0-400 0,0 0 0 15,0 0 0-15,0 0 0 0,0 0 3232 0,0 0 560 16,0-10 112-16,0 10 32 0,0 0-1728 0,0 0-352 16,-1-9-64-16,1 9 0 15,0 0-352-15,0 0-64 0,0 0-16 0,0 0 0 16,0 0-256-16,0 0-48 0,0 0-16 0,0 0 0 15,0 0-160-15,0 0-48 0,-8 2 0 0,8-2 0 16,0 0 16-16,-5 12 0 0,-1 1 0 0,3 0 0 0,0 1-160 0,2 2-48 16,0 1 0-16,1 3 0 0,0 0-224 0,2 5-48 0,1 1-16 0,1 2 0 15,0-2-160-15,0 1-48 0,0 1 0 0,0-1 0 16,-1 0-144-16,1-1 0 0,0-1 144 0,1 0-144 16,-2 0 0-16,1-4 0 0,0-3 0 0,0-3 0 15,-2-2 0-15,2-1 0 0,-4-12-160 0,3 9 160 31,-3-9-512-31,0 0 16 0,0 0 0 0,0 0 0 16,0 0-1424-16,0 0-272 0,0 0-64 0,0 0-16 16,0 0-416-16,0 0-64 0,0 0-32 0</inkml:trace>
  <inkml:trace contextRef="#ctx0" brushRef="#br0" timeOffset="89142.39">29678 14064 21183 0,'5'-13'1888'0,"-1"4"-1504"15,1-2-384-15,2 2 0 0,1 0 3104 0,3 2 544 16,2 1 128-16,2 3 0 0,-1-1-1808 0,3 3-368 16,0 1-80-16,-3 3-16 0,-2 2-448 0,-12-5-96 15,12 10 0-15,-5 3-16 0,-4 4-544 0,-2-1-96 16,-3-2-32-16,-2 7 0 0,-1 4-272 0,-4 2 0 16,-6-1 0-16,1 3-144 0,-2 0-16 0,-1-1 0 15,2 0 0-15,2-2 0 0,-2-7 160 0,2-2-208 16,0-2 80-16,1-4 128 0,-1 0 0 0,3-5 0 15,1-2 0-15,9-4 0 0,0 0-144 0,0 0 144 16,0 0 0-16,0 0 0 0,0 0 0 0,0 0 0 0,0 0 0 16,6 7 0-16,2-2 160 0,3 3-160 0,-1-4 160 0,0 1-160 15,2 2 144-15,0-1-144 0,1 2 128 0,1-2-128 16,2 1 0-16,0-1 0 0,1 1 0 0,-2-4 0 31,1-1-1728-31,1-2-208 0,1-1-48 0,-1 1-9808 0,-1-1-1968 0</inkml:trace>
  <inkml:trace contextRef="#ctx0" brushRef="#br0" timeOffset="89282.99">30177 14315 10127 0,'0'0'448'0,"7"13"96"0,-3 0-544 0,-1 2 0 0,0-1 0 0,0 2 0 0,-2-1 6176 0,-1 4 1120 16,1-1 240-16,-2 0 32 0,-2 0-5040 0,-1 3-1008 15,1-2-208-15,1 1-32 16,1-1-2016-16,1 0-400 0,0-1-80 0</inkml:trace>
  <inkml:trace contextRef="#ctx0" brushRef="#br0" timeOffset="89626.71">30399 14224 23951 0,'0'0'1056'0,"13"-4"224"0,2 0-1024 0,6-2-256 0,4 2 0 0,2 0 0 16,3 0 3264-16,2 1 608 0,-1 1 112 0,-1 2 32 16,-3 0-2720-16,1-3-528 0,-1 2-128 0,-1 0 0 15,-1-1-432-15,0 0-80 0,-2 0 0 0,1 1-128 0,-1 0 0 16,-2 1-176-16,-4 0 0 0,-3 2 0 16,-1 2-2096-1,-2 0-416-15,-11-4-96 0</inkml:trace>
  <inkml:trace contextRef="#ctx0" brushRef="#br0" timeOffset="89798.63">30760 14079 14735 0,'0'0'640'0,"0"0"160"0,-1 13-640 0,1 2-160 16,0 2 0-16,-2 2 0 0,1 2 5312 0,0 4 1024 16,-1 4 192-16,0 3 64 0,-2 2-4208 0,1 3-832 15,1 0-160-15,0 3-48 0,0-1-576 0,2 1-112 16,-2-1-16-16,2 3-16 0,0-3-432 0,2-1-64 15,-1-2-128-15,3 1 176 16,1-1-2304-16,3-3-464 0,1-4-96 0</inkml:trace>
  <inkml:trace contextRef="#ctx0" brushRef="#br0" timeOffset="90579.82">31233 14068 7359 0,'0'0'656'0,"0"0"-528"0,0 0-128 0,0 0 0 16,0 0 5264-16,0 0 1024 0,0 0 208 0,12 5 32 15,-3 5-4304-15,-2 5-880 0,-4 4-160 0,1 7-32 16,-1 6-560-16,-2 7-96 0,-2 6-32 0,0 1 0 16,-2 2-208-16,0 2-64 0,1-1 0 0,1 0 0 15,-2-3-192-15,0-4 144 0,2-4-144 0,0-2 128 16,-1-6-128-16,1-3 0 0,0-4 0 0,-1-6 0 31,2-3-576-31,0-14 16 0,0 0 0 0,0 0 0 16,0 0-1360-16,0 0-256 0,3-14-64 0,1-3-16 15,-1-6-1040-15,-1-1-208 0,1-1-32 0,-3-2-16 0,-1-3 1056 16,-2-7 192-16,0-4 64 0,-1-4 0 0,-1-3 1392 0,1 1 272 16,0-1 64-16,4 2 16 0,6 1 3712 0,0 6 752 0,3 3 128 0,2 6 48 0,0 3-560 0,1 5-96 15,1 4-32-15,2 5 0 0,0 5-1072 0,-1 1-208 16,1 6-64-16,-2 4 0 0,-1 3-896 0,-3 6-176 15,-4 0-32-15,-2 6-16 0,-5 3-592 0,-2 3-112 16,-5 5-32-16,-1 4 0 0,-5 2-256 0,1 0 0 16,0-1 0-16,-1 0 0 15,2 0-352-15,-1-2-128 0,-2-2-32 0,1-4 0 16,-1-5 0-16,3 0-16 0,0-3 0 0,3-7 0 0,2-3 144 0,1-2 16 16,7-6 16-16,0 0 0 0,0 0 352 0,0 0-144 15,0 0 144-15,13 7 0 0,3-2 0 0,1 1 192 16,1-2 0-16,0 2 0 0,1 0 192 0,0 1 16 15,1 0 16-15,-1 0 0 0,1 2-48 0,-1 2-16 16,0 0 0-16,-1 2 0 0,0 2-352 0,-2-1 0 0,-2-4 0 0,-2 1 128 31,-2-1-736-31,-1-2-144 0,-9-8-16 0,0 0-11344 0,0 0-2272 0</inkml:trace>
  <inkml:trace contextRef="#ctx0" brushRef="#br0" timeOffset="90970.33">31759 14553 22111 0,'0'0'976'0,"0"0"208"0,0 0-944 0,0 0-240 0,0-9 0 0,-3 1 0 16,-2 1 2720-16,-3 3 496 0,-3 0 112 0,0 4 0 16,-4 3-2560-16,-3 2-528 0,-3 0-112 0,0 8 0 15,1 1-128-15,-3 4 0 0,1 3 0 0,3-1 0 0,0 0 0 16,5 1 304-16,2 0-48 0,5-2-16 15,0-4 400-15,6-4 64 0,1-11 32 0,0 0 0 0,10 10-480 0,2-4-80 16,2-6-32-16,2-5 0 0,2-6-144 0,3 1 160 16,1 0-160-16,0-2 160 0,0 1 64 0,-2 4 16 15,-2 0 0-15,-2 3 0 0,-2 1-32 0,-1 5 0 16,0 2 0-16,-2 6 0 0,-1 4-80 0,-1 7-128 16,-2 5 176-16,-2 7-176 0,-1 4 0 0,0-1 0 15,0 4-160-15,0 2 160 16,-2 1-464-16,2 0 16 0,-4 0 16 0,-2 2 0 0,-4-4 224 0,0 1 32 15,-2-4 16-15,0-4 0 0,-2-3 160 0,-2-5 0 16,0-5 0-16,1-3 0 0,-2-7 0 0,-2-5 0 0,1-3 0 0,-3-6 0 31,-1-1-1280-31,-1-6-256 0,2-5-64 0,1 1-8768 0,-1-3-1728 0</inkml:trace>
  <inkml:trace contextRef="#ctx0" brushRef="#br0" timeOffset="91410.1">32078 14654 17503 0,'0'0'768'0,"0"0"176"0,8-6-752 0,-8 6-192 0,0 0 0 0,0 0 0 15,-3-9 2496-15,3 9 480 0,-12-5 96 0,-1 2 0 0,-1 2-2192 0,0 5-448 16,-1 2-96-16,0 4-16 0,-4 1 160 0,4 3 32 15,-2 2 0-15,1 3 0 0,1 4 176 0,2 0 32 16,2 1 16-16,2-1 0 0,2 0 96 0,4-2 32 16,0-2 0-16,3-2 0 0,3-4-272 0,2-3-48 15,4-1-16-15,1-5 0 0,2-3-272 0,1-2-64 16,1-3-16-16,2-2 0 0,0-4 128 0,2 0 16 16,2-4 16-16,0-2 0 0,0-1-160 0,-2-1-48 15,-1 0 0-15,-1-2 0 0,-3 0-128 0,-1 1 0 16,-5 3 144-16,1 2-144 0,-3 0 0 0,-1 4 0 0,-4 10 0 0,0 0 0 15,0 0 0-15,0 0 0 0,0 0 0 0,0 0 0 16,-6 8 0-16,-1 7-128 0,1 3 128 0,-1 3 0 16,1 1 0-16,2 3 0 0,0-1 0 0,1 3 128 15,1-5-128-15,2 1 0 0,0-1 128 0,1-2-128 16,0-4 0-16,3-2 0 0,-1-2 0 0,1-3 128 16,-4-9-128-16,0 0-256 0,0 0 64 0,10 2 0 31,-10-2-1360-31,12-5-288 0,-2-4-48 0,1-1-9200 0,-1-6-1840 0</inkml:trace>
  <inkml:trace contextRef="#ctx0" brushRef="#br0" timeOffset="91581.95">32311 14683 10127 0,'0'0'896'0,"-2"17"-704"0,0-3-192 0,1 5 0 0,0 1 5296 0,-2 3 1024 16,1-1 208-16,-1 3 32 0,-1-5-4208 0,0 3-848 15,2-3-160-15,-2-1-48 0,1-4-848 0,0 0-160 16,1-5-32-16,2-10-16 15,0 0-880-15,0 0-192 0,0 0-16 0,0 0-16 16,0 0-1728-16,2-9-352 0,2-4-64 0,0-1 0 16,0-5 1024-16,1-2 224 0,1-2 32 0,-1-4-7824 0</inkml:trace>
  <inkml:trace contextRef="#ctx0" brushRef="#br0" timeOffset="91675.83">32344 14352 911 0,'0'0'0'0,"0"0"0"15,0 0 0-15,0 0 0 0,0 0 7296 0,0 0 1392 16,0 0 272-16,0 0 48 0,4 12-6592 0,-2 1-1328 15,-2 2-256-15,-1 5-48 16,0-3-1632-16,0 4-336 0,-1 1-64 0,2 0-13568 0</inkml:trace>
  <inkml:trace contextRef="#ctx0" brushRef="#br0" timeOffset="92003.79">32523 14731 25791 0,'0'0'1152'0,"6"12"224"0,-6-12-1104 0,7 13-272 0,-2 1 0 0,-3 2 0 16,-2-3 3088-16,-1 1 560 0,-2 1 128 0,1-1 0 15,-2-2-2576-15,0 0-528 0,0-1-96 0,4-11-32 0,-5 8-336 0,5-8-64 16,0 0-16-16,0 0 0 0,0 0 128 16,0 0 32-16,0-13 0 0,3 0 0 0,0-3 16 0,5-1 0 15,3 1 0-15,0-1 0 0,4 1-304 0,0 0 0 16,2 2 0-16,0 4 0 0,-1-1 368 0,0 6-48 15,-2 2 0-15,-1 2 0 0,0 1 0 0,-1 5-16 16,-2 6 0-16,2 2 0 0,-2 0-112 0,-1 2 0 16,-2 5-16-16,0-1 0 0,-1 1 0 0,-1 0 0 15,2-1 0-15,-3-1 0 0,-3 1-176 0,-1-5 160 16,-3-2-160-16,1-1 160 0,2-11-160 0,-7 7 0 16,7-7-192-16,-11 3 192 15,-1-3-2560-15,0-4-384 0,2-3-64 0</inkml:trace>
  <inkml:trace contextRef="#ctx0" brushRef="#br0" timeOffset="92305.38">33052 13932 36111 0,'0'0'1600'0,"5"-4"320"0,0 0-1536 0,2 2-384 0,-1-1 0 0,2 3 0 16,-1 0 688-16,0 3 48 0,3 2 16 0,7 9 0 15,-1 6 480-15,3-2 112 0,-1 3 0 0,2 6 16 16,-1 2 16-16,-1 11 0 0,-1 9 0 0,-1 9 0 16,-3 9-304-16,-3 2-64 0,-2-5-16 0,-3-3 0 0,1-5-352 0,-5 8-64 15,-5 9 0-15,-2 3-16 0,-2 7-320 0,-5-7-64 31,-4-6-16-31,-4-6 0 0,-3-4-160 0,-3 2-144 16,-6 4 144-16,14-34-208 16,-6 3-1712-16,-2 1-320 0,-5-6-80 0</inkml:trace>
  <inkml:trace contextRef="#ctx0" brushRef="#br0" timeOffset="108270.22">6951 15983 2751 0,'0'0'256'0,"0"0"-256"16,11 6 0-16,-22-6 0 16,2 0 5648-16,1 4 1088 0,1 3 224 0,0 2 32 0,3 3-5552 0,3 3-1120 15,2 5-320-15,3 5 144 0,3 6-144 0,2 3 0 16,1 2 0-16,2 3 0 0,0 4 0 0,1 0 0 16,-2-2 192-16,2 3-64 0,2-1 64 0,-1-2 16 15,-1-5 0-15,-1-2 0 0,1-4 32 0,-1-5 0 16,-2 0 0-16,1-7 0 0,-2-3 272 0,-1-3 64 15,-5-3 16-15,-3-9 0 0,0 0 368 0,0 0 80 0,0 0 16 0,7-6 0 16,-2-5 0-16,-1-3 0 16,0-5 0-16,0-5 0 0,0-5-720 0,-2-2-144 15,2-8-16-15,2 0-16 0,-1 1-160 0,0-2 160 0,0 1-160 0,2 2 160 16,-1-2-160-16,1 5 160 16,-2 3-160-16,1 3 160 15,1 4-1360-15,1 1-272 0,0 6-48 0,-1 2-9680 0,1 3-1952 0</inkml:trace>
  <inkml:trace contextRef="#ctx0" brushRef="#br0" timeOffset="108551.56">7483 16396 24639 0,'0'0'1088'0,"0"0"240"0,7 5-1072 0,-1 1-256 0,1-1 0 0,1 1 0 0,-2 2 480 0,1 0 32 16,-1 2 16-16,-1 3 0 0,-1 2-736 0,-1 3-160 16,-2-1-16-16,-1 3-16 15,-1 0-1072-15,0 0-192 0,-1-2-64 0,2-2 0 16,0-3 496-16,0-1 80 0,2-2 32 0,0-2 0 0,-2-8 1888 0,0 0 368 16,6 6 80-16,-6-6 0 0,9 6 96 0,0-4 16 15,-9-2 0-15,10 0 0 0,2 0-624 0,0-1-112 16,-2 0-16-16,1-2-16 0,0 0-96 0,0 2-16 15,-1-4 0-15,1 1 0 16,-1-1-1440-16,-1 0-288 0,0 1-64 0</inkml:trace>
  <inkml:trace contextRef="#ctx0" brushRef="#br0" timeOffset="108796.93">7953 15761 36111 0,'0'0'1600'0,"-4"9"320"0,-1 3-1536 0,-1 1-384 15,1 1 0-15,-1 3 0 0,-2 3 912 0,-1 3 112 16,-3 2 0-16,0 4 16 0,-2 1-560 0,1 0-112 0,0 1-32 15,-2 0 0 1,0 2-1392-16,0 1-288 0,1-3-48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6437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6" y="0"/>
            <a:ext cx="4434999" cy="356437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F53F8F5-CBA8-4926-844A-B4EC1895904A}" type="datetimeFigureOut">
              <a:rPr lang="zh-CN" altLang="en-US" smtClean="0"/>
              <a:pPr/>
              <a:t>2023/9/27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6088" y="887413"/>
            <a:ext cx="4264025" cy="2398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418830"/>
            <a:ext cx="8187690" cy="2797225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7628"/>
            <a:ext cx="4434999" cy="356436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6" y="6747628"/>
            <a:ext cx="4434999" cy="356436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380CB0A-298F-446B-BA93-C8C2997B1AE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942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381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D4F31EC-7626-4ABB-B1CA-C7A338EF6836}" type="slidenum">
              <a:rPr lang="en-US" altLang="en-US"/>
              <a:pPr eaLnBrk="1" hangingPunct="1"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7740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9611BB8-6764-45C7-86C8-C3D850D44BEE}" type="slidenum">
              <a:rPr lang="en-US" altLang="en-US"/>
              <a:pPr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9309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The functionality of the offset pins may vary in devices. For example, it may be used to balance the input current. 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In practice, you should read the manual of the IC.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5EBAFBA-EA41-4EA9-A9DA-25892ABE5659}" type="slidenum">
              <a:rPr lang="en-US" altLang="en-US"/>
              <a:pPr eaLnBrk="1" hangingPunct="1"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9492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It is an active element because it is usually taken for granted that it is connected with voltage/current sources. </a:t>
            </a: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B9A686C-A1FC-434A-9B9F-1E4C937E2E55}" type="slidenum">
              <a:rPr lang="en-US" altLang="en-US"/>
              <a:pPr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2921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An intuitive explanation of saturation: the output voltage cannot go beyond the voltage of the power supply.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9DE8EB3-2BCB-4BC7-BEC3-99BC4B615CFC}" type="slidenum">
              <a:rPr lang="en-US" altLang="en-US"/>
              <a:pPr eaLnBrk="1" hangingPunct="1"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6681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Note that there is a linear region and a saturation region for op-amp.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D3FF29D-EDF2-4305-B035-F2C02F26A072}" type="slidenum">
              <a:rPr lang="en-US" altLang="en-US"/>
              <a:pPr eaLnBrk="1" hangingPunct="1"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3720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The fact that we prefer infinite open loop gain and infinite input resistance  is to ”isolate” the op-amp from the external environment, i.e., we don’t want the op-amp circuit affect the external environment. 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9DE8EB3-2BCB-4BC7-BEC3-99BC4B615CFC}" type="slidenum">
              <a:rPr lang="en-US" altLang="en-US"/>
              <a:pPr eaLnBrk="1" hangingPunct="1"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7661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Useful for creating square waves of varying duty cycle (on/off time)</a:t>
            </a:r>
          </a:p>
          <a:p>
            <a:r>
              <a:rPr lang="en-US" altLang="zh-CN" dirty="0"/>
              <a:t>Referred to as pulse-width modulation (PWM)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8543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Question: Can we apply Thevenin theorem here to simplify the circuit?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1640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239A2D4-55E2-413F-AF22-3B9872A7098A}" type="slidenum">
              <a:rPr lang="en-US" altLang="en-US"/>
              <a:pPr eaLnBrk="1" hangingPunct="1"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60122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239A2D4-55E2-413F-AF22-3B9872A7098A}" type="slidenum">
              <a:rPr lang="en-US" altLang="en-US"/>
              <a:pPr eaLnBrk="1" hangingPunct="1"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39644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Question: Is Vin = </a:t>
            </a:r>
            <a:r>
              <a:rPr lang="en-US" altLang="en-US" dirty="0" err="1">
                <a:latin typeface="Arial" panose="020B0604020202020204" pitchFamily="34" charset="0"/>
              </a:rPr>
              <a:t>Vout</a:t>
            </a:r>
            <a:r>
              <a:rPr lang="en-US" altLang="en-US" dirty="0">
                <a:latin typeface="Arial" panose="020B0604020202020204" pitchFamily="34" charset="0"/>
              </a:rPr>
              <a:t>? Is the op-amp operating at its linear region?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12C6B0D-7E31-436C-848B-02B7514576F8}" type="slidenum">
              <a:rPr lang="en-US" altLang="en-US"/>
              <a:pPr eaLnBrk="1" hangingPunct="1"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28039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6030128-E130-42F0-8B3E-A64A35304C4C}" type="slidenum">
              <a:rPr lang="en-US" altLang="en-US"/>
              <a:pPr eaLnBrk="1" hangingPunct="1">
                <a:spcBef>
                  <a:spcPct val="0"/>
                </a:spcBef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00023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25440FD-3DB7-48FA-962C-9A7FB32E3BC3}" type="slidenum">
              <a:rPr lang="en-US" altLang="en-US"/>
              <a:pPr eaLnBrk="1" hangingPunct="1">
                <a:spcBef>
                  <a:spcPct val="0"/>
                </a:spcBef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4099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3897FB7-9D40-4AEB-A5D4-9738D1307452}" type="slidenum">
              <a:rPr lang="en-US" altLang="en-US"/>
              <a:pPr eaLnBrk="1" hangingPunct="1">
                <a:spcBef>
                  <a:spcPct val="0"/>
                </a:spcBef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5824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** Current-to-voltage converter: If we consider the amplifying gain Rf / R1 is a constant, then we should consider R1 is a constant. Then, the input voltage vi depends on the current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( which can be considered as an input variable). </a:t>
            </a: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66CEB1A-7A00-4D6A-A20D-C43FFE0E9186}" type="slidenum">
              <a:rPr lang="en-US" altLang="en-US"/>
              <a:pPr eaLnBrk="1" hangingPunct="1"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73098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6C6727F-4D84-4CDA-83F2-344E29C741BD}" type="slidenum">
              <a:rPr lang="en-US" altLang="en-US"/>
              <a:pPr eaLnBrk="1" hangingPunct="1">
                <a:spcBef>
                  <a:spcPct val="0"/>
                </a:spcBef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09155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CF0F1E0-5AE3-4B2B-AD7E-81F0D2346454}" type="slidenum">
              <a:rPr lang="en-US" altLang="en-US"/>
              <a:pPr eaLnBrk="1" hangingPunct="1">
                <a:spcBef>
                  <a:spcPct val="0"/>
                </a:spcBef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69597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A9C6797-1C8E-4474-B59E-0B51BD8B2B41}" type="slidenum">
              <a:rPr lang="en-US" altLang="en-US"/>
              <a:pPr eaLnBrk="1" hangingPunct="1">
                <a:spcBef>
                  <a:spcPct val="0"/>
                </a:spcBef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810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C38A168-6FB3-4BF3-9949-64AF297C68F3}" type="slidenum">
              <a:rPr lang="en-US" altLang="en-US"/>
              <a:pPr eaLnBrk="1" hangingPunct="1">
                <a:spcBef>
                  <a:spcPct val="0"/>
                </a:spcBef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05986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A9F637D-778A-46A8-8F90-2C25BCC80814}" type="slidenum">
              <a:rPr lang="en-US" altLang="en-US"/>
              <a:pPr eaLnBrk="1" hangingPunct="1">
                <a:spcBef>
                  <a:spcPct val="0"/>
                </a:spcBef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76027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7DB2EF1-5D35-45EE-82D1-9E18448D0DCC}" type="slidenum">
              <a:rPr lang="en-US" altLang="en-US"/>
              <a:pPr eaLnBrk="1" hangingPunct="1">
                <a:spcBef>
                  <a:spcPct val="0"/>
                </a:spcBef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85242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9097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Sketch of the solution: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altLang="en-US" dirty="0">
                <a:latin typeface="Arial" panose="020B0604020202020204" pitchFamily="34" charset="0"/>
              </a:rPr>
              <a:t>The right part of the circuit is jus the common mode rejector shown on Slide 36. Therefore the output is </a:t>
            </a:r>
            <a:r>
              <a:rPr lang="en-US" altLang="en-US" dirty="0" err="1">
                <a:latin typeface="Arial" panose="020B0604020202020204" pitchFamily="34" charset="0"/>
              </a:rPr>
              <a:t>Vout</a:t>
            </a:r>
            <a:r>
              <a:rPr lang="en-US" altLang="en-US" dirty="0">
                <a:latin typeface="Arial" panose="020B0604020202020204" pitchFamily="34" charset="0"/>
              </a:rPr>
              <a:t> = (R3 / R2) * (V2’ – V1’), where V1’ is the output voltage from the top left op-amp that takes input V1, and V2’ is the output voltage from the bottom left op-amp that takes input V2. 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altLang="en-US" dirty="0">
                <a:latin typeface="Arial" panose="020B0604020202020204" pitchFamily="34" charset="0"/>
              </a:rPr>
              <a:t>The left part of the circuit outputs V1’ – V2’ = (V1 – V2)(1 + 2R1/</a:t>
            </a:r>
            <a:r>
              <a:rPr lang="en-US" altLang="en-US" dirty="0" err="1">
                <a:latin typeface="Arial" panose="020B0604020202020204" pitchFamily="34" charset="0"/>
              </a:rPr>
              <a:t>Rg</a:t>
            </a:r>
            <a:r>
              <a:rPr lang="en-US" altLang="en-US" dirty="0">
                <a:latin typeface="Arial" panose="020B0604020202020204" pitchFamily="34" charset="0"/>
              </a:rPr>
              <a:t>). The trick that the current flowing through R1 and </a:t>
            </a:r>
            <a:r>
              <a:rPr lang="en-US" altLang="en-US" dirty="0" err="1">
                <a:latin typeface="Arial" panose="020B0604020202020204" pitchFamily="34" charset="0"/>
              </a:rPr>
              <a:t>Rgain</a:t>
            </a:r>
            <a:r>
              <a:rPr lang="en-US" altLang="en-US" dirty="0">
                <a:latin typeface="Arial" panose="020B0604020202020204" pitchFamily="34" charset="0"/>
              </a:rPr>
              <a:t> is the same due to the property of ideal op-amp. </a:t>
            </a: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31C8AA1-AF1E-4FC4-AAD5-4B8F3818DFC7}" type="slidenum">
              <a:rPr lang="en-US" altLang="en-US"/>
              <a:pPr eaLnBrk="1" hangingPunct="1">
                <a:spcBef>
                  <a:spcPct val="0"/>
                </a:spcBef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5249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9B7545C-34E4-49A4-809B-3F38E01EFD6B}" type="slidenum">
              <a:rPr lang="en-US" altLang="en-US"/>
              <a:pPr eaLnBrk="1" hangingPunct="1">
                <a:spcBef>
                  <a:spcPct val="0"/>
                </a:spcBef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10681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41505A3-86CC-47B9-AAE0-99E91044CEA4}" type="slidenum">
              <a:rPr lang="en-US" altLang="en-US"/>
              <a:pPr eaLnBrk="1" hangingPunct="1">
                <a:spcBef>
                  <a:spcPct val="0"/>
                </a:spcBef>
              </a:pPr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39365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4E6D25B-A98C-4EAB-BB3D-8D1D882DC229}" type="slidenum">
              <a:rPr lang="en-US" altLang="en-US"/>
              <a:pPr eaLnBrk="1" hangingPunct="1">
                <a:spcBef>
                  <a:spcPct val="0"/>
                </a:spcBef>
              </a:pPr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98746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986" indent="-30961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441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817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9193" indent="-247688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04F1AE9-F403-4778-9524-F33CBD2239FC}" type="slidenum">
              <a:rPr lang="en-US" altLang="en-US"/>
              <a:pPr eaLnBrk="1" hangingPunct="1">
                <a:spcBef>
                  <a:spcPct val="0"/>
                </a:spcBef>
              </a:pPr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6163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9/24/2016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#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0716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9/24/2016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#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7" name="Picture 17" descr="Culogo"/>
          <p:cNvPicPr>
            <a:picLocks noChangeAspect="1" noChangeArrowheads="1" noCrop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" y="80953"/>
            <a:ext cx="804672" cy="5408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2294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9/24/2016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243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9/24/2016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685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9/24/2016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384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9/24/2016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77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9/24/2016</a:t>
            </a: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640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9/24/2016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94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9/24/2016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36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9/24/2016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99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9/24/2016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617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9/24/2016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#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4419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19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Relationship Id="rId9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customXml" Target="../ink/ink7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customXml" Target="../ink/ink6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1.png"/><Relationship Id="rId3" Type="http://schemas.openxmlformats.org/officeDocument/2006/relationships/image" Target="../media/image38.png"/><Relationship Id="rId7" Type="http://schemas.openxmlformats.org/officeDocument/2006/relationships/customXml" Target="../ink/ink9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1.png"/><Relationship Id="rId5" Type="http://schemas.openxmlformats.org/officeDocument/2006/relationships/customXml" Target="../ink/ink8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5.png"/><Relationship Id="rId7" Type="http://schemas.openxmlformats.org/officeDocument/2006/relationships/customXml" Target="../ink/ink10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11" Type="http://schemas.openxmlformats.org/officeDocument/2006/relationships/image" Target="../media/image48.png"/><Relationship Id="rId5" Type="http://schemas.openxmlformats.org/officeDocument/2006/relationships/image" Target="../media/image45.png"/><Relationship Id="rId10" Type="http://schemas.openxmlformats.org/officeDocument/2006/relationships/customXml" Target="../ink/ink15.xml"/><Relationship Id="rId4" Type="http://schemas.openxmlformats.org/officeDocument/2006/relationships/customXml" Target="../ink/ink12.xml"/><Relationship Id="rId9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3.jpeg"/><Relationship Id="rId4" Type="http://schemas.openxmlformats.org/officeDocument/2006/relationships/image" Target="../media/image44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eg"/><Relationship Id="rId4" Type="http://schemas.openxmlformats.org/officeDocument/2006/relationships/image" Target="../media/image50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7" Type="http://schemas.openxmlformats.org/officeDocument/2006/relationships/image" Target="../media/image5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5" Type="http://schemas.openxmlformats.org/officeDocument/2006/relationships/image" Target="../media/image50.png"/><Relationship Id="rId4" Type="http://schemas.openxmlformats.org/officeDocument/2006/relationships/customXml" Target="../ink/ink1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openxmlformats.org/officeDocument/2006/relationships/image" Target="../media/image52.jpeg"/><Relationship Id="rId7" Type="http://schemas.openxmlformats.org/officeDocument/2006/relationships/image" Target="../media/image4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4.wmf"/><Relationship Id="rId5" Type="http://schemas.openxmlformats.org/officeDocument/2006/relationships/image" Target="../media/image53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43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wmf"/><Relationship Id="rId4" Type="http://schemas.openxmlformats.org/officeDocument/2006/relationships/oleObject" Target="../embeddings/oleObject6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5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59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7" Type="http://schemas.openxmlformats.org/officeDocument/2006/relationships/image" Target="../media/image67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66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5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6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68.wmf"/><Relationship Id="rId9" Type="http://schemas.openxmlformats.org/officeDocument/2006/relationships/image" Target="../media/image56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5" Type="http://schemas.openxmlformats.org/officeDocument/2006/relationships/image" Target="../media/image71.png"/><Relationship Id="rId4" Type="http://schemas.openxmlformats.org/officeDocument/2006/relationships/image" Target="../media/image69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0.png"/><Relationship Id="rId5" Type="http://schemas.openxmlformats.org/officeDocument/2006/relationships/customXml" Target="../ink/ink19.xml"/><Relationship Id="rId4" Type="http://schemas.openxmlformats.org/officeDocument/2006/relationships/image" Target="../media/image7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9.png"/><Relationship Id="rId4" Type="http://schemas.microsoft.com/office/2007/relationships/hdphoto" Target="../media/hdphoto1.wdp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wmf"/><Relationship Id="rId4" Type="http://schemas.openxmlformats.org/officeDocument/2006/relationships/oleObject" Target="../embeddings/oleObject13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F04565-2698-3A41-93C0-EF86E69363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31"/>
            <a:ext cx="4537300" cy="1017918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524000" y="1038284"/>
            <a:ext cx="9144000" cy="1306710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EIE 2001 Basic Circuit Theory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66800" y="2861186"/>
            <a:ext cx="10058400" cy="2480699"/>
          </a:xfrm>
        </p:spPr>
        <p:txBody>
          <a:bodyPr>
            <a:normAutofit/>
          </a:bodyPr>
          <a:lstStyle/>
          <a:p>
            <a:r>
              <a:rPr lang="en-US" altLang="zh-CN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4 </a:t>
            </a:r>
          </a:p>
          <a:p>
            <a:r>
              <a:rPr lang="en-US" altLang="zh-CN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Amplifier</a:t>
            </a:r>
            <a:endParaRPr lang="zh-CN" altLang="en-US" sz="4800" dirty="0">
              <a:solidFill>
                <a:srgbClr val="7030A0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22A3F50-67FF-DB72-D352-3842B1C8649F}"/>
                  </a:ext>
                </a:extLst>
              </p14:cNvPr>
              <p14:cNvContentPartPr/>
              <p14:nvPr/>
            </p14:nvContentPartPr>
            <p14:xfrm>
              <a:off x="6914116" y="5314353"/>
              <a:ext cx="19800" cy="6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22A3F50-67FF-DB72-D352-3842B1C864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05116" y="5305713"/>
                <a:ext cx="37440" cy="2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3670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</a:t>
            </a:r>
          </a:p>
        </p:txBody>
      </p:sp>
      <p:sp>
        <p:nvSpPr>
          <p:cNvPr id="3075" name="Content Placeholder 3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59401"/>
          </a:xfrm>
        </p:spPr>
        <p:txBody>
          <a:bodyPr>
            <a:normAutofit/>
          </a:bodyPr>
          <a:lstStyle/>
          <a:p>
            <a:r>
              <a:rPr lang="en-US" altLang="en-US" dirty="0"/>
              <a:t>Operational amplifier</a:t>
            </a:r>
          </a:p>
          <a:p>
            <a:pPr lvl="1"/>
            <a:r>
              <a:rPr lang="en-US" altLang="en-US" dirty="0"/>
              <a:t>Basic structure</a:t>
            </a:r>
          </a:p>
          <a:p>
            <a:pPr lvl="1"/>
            <a:r>
              <a:rPr lang="en-US" altLang="en-US" dirty="0"/>
              <a:t>Equivalent circuit</a:t>
            </a:r>
          </a:p>
          <a:p>
            <a:pPr lvl="1"/>
            <a:r>
              <a:rPr lang="en-US" altLang="zh-CN" dirty="0"/>
              <a:t>Voltage saturation</a:t>
            </a:r>
            <a:endParaRPr lang="en-US" altLang="en-US" dirty="0"/>
          </a:p>
          <a:p>
            <a:pPr lvl="1"/>
            <a:r>
              <a:rPr lang="en-US" altLang="en-US" dirty="0"/>
              <a:t>Ideal Op-amp</a:t>
            </a:r>
          </a:p>
          <a:p>
            <a:r>
              <a:rPr lang="en-US" altLang="en-US" dirty="0"/>
              <a:t>Op-Amp application examples</a:t>
            </a:r>
          </a:p>
          <a:p>
            <a:pPr lvl="1"/>
            <a:r>
              <a:rPr lang="en-US" altLang="en-US" dirty="0"/>
              <a:t>Inverting amplifier </a:t>
            </a:r>
          </a:p>
          <a:p>
            <a:pPr lvl="1"/>
            <a:r>
              <a:rPr lang="en-US" altLang="en-US" dirty="0"/>
              <a:t>Noninverting amplifier</a:t>
            </a:r>
          </a:p>
          <a:p>
            <a:pPr lvl="1"/>
            <a:r>
              <a:rPr lang="en-US" altLang="en-US" dirty="0"/>
              <a:t>Difference amplifier</a:t>
            </a:r>
          </a:p>
          <a:p>
            <a:pPr lvl="1"/>
            <a:r>
              <a:rPr lang="en-US" altLang="en-US" dirty="0"/>
              <a:t>Cascaded op-amps</a:t>
            </a:r>
          </a:p>
          <a:p>
            <a:pPr lvl="1"/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8369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Operational Amplifier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7063596" cy="166254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The operational amplifier (Op-Amp for short) is a basic building block used in analog circuits.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8" name="Picture 2" descr="Image result for opamp"/>
          <p:cNvPicPr>
            <a:picLocks noChangeAspect="1" noChangeArrowheads="1"/>
          </p:cNvPicPr>
          <p:nvPr/>
        </p:nvPicPr>
        <p:blipFill rotWithShape="1">
          <a:blip r:embed="rId3" cstate="print"/>
          <a:srcRect l="14160"/>
          <a:stretch/>
        </p:blipFill>
        <p:spPr bwMode="auto">
          <a:xfrm>
            <a:off x="8302077" y="1414790"/>
            <a:ext cx="3509642" cy="2860030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838200" y="3247807"/>
            <a:ext cx="685656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163" indent="-2921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800" dirty="0"/>
              <a:t>Functions: </a:t>
            </a:r>
            <a:r>
              <a:rPr lang="en-US" altLang="en-US" sz="2800" dirty="0"/>
              <a:t>In combination with other elements it can perform various functions:</a:t>
            </a:r>
          </a:p>
          <a:p>
            <a:pPr marL="906463" lvl="1" indent="-457200" algn="just">
              <a:buFont typeface="Times New Roman" panose="02020603050405020304" pitchFamily="18" charset="0"/>
              <a:buChar char="–"/>
            </a:pPr>
            <a:r>
              <a:rPr lang="en-US" altLang="en-US" sz="2800" dirty="0"/>
              <a:t>amplification/scaling</a:t>
            </a:r>
          </a:p>
          <a:p>
            <a:pPr marL="906463" lvl="1" indent="-457200" algn="just">
              <a:buFont typeface="Times New Roman" panose="02020603050405020304" pitchFamily="18" charset="0"/>
              <a:buChar char="–"/>
            </a:pPr>
            <a:r>
              <a:rPr lang="en-US" altLang="en-US" sz="2800" dirty="0"/>
              <a:t>sign changing</a:t>
            </a:r>
          </a:p>
          <a:p>
            <a:pPr marL="906463" lvl="1" indent="-457200" algn="just">
              <a:buFont typeface="Times New Roman" panose="02020603050405020304" pitchFamily="18" charset="0"/>
              <a:buChar char="–"/>
            </a:pPr>
            <a:r>
              <a:rPr lang="en-US" altLang="en-US" sz="2800" dirty="0"/>
              <a:t>Arithmetic operations (+ - × ÷)</a:t>
            </a:r>
          </a:p>
          <a:p>
            <a:pPr marL="906463" lvl="1" indent="-457200" algn="just">
              <a:buFont typeface="Times New Roman" panose="02020603050405020304" pitchFamily="18" charset="0"/>
              <a:buChar char="–"/>
            </a:pPr>
            <a:r>
              <a:rPr lang="en-US" altLang="en-US" sz="2800" dirty="0"/>
              <a:t>integration/differentiation</a:t>
            </a:r>
          </a:p>
          <a:p>
            <a:pPr marL="906463" lvl="1" indent="-457200" algn="just">
              <a:buFont typeface="Times New Roman" panose="02020603050405020304" pitchFamily="18" charset="0"/>
              <a:buChar char="–"/>
            </a:pPr>
            <a:r>
              <a:rPr lang="en-US" altLang="en-US" sz="2800" dirty="0"/>
              <a:t>analog filtering</a:t>
            </a:r>
          </a:p>
        </p:txBody>
      </p:sp>
    </p:spTree>
    <p:extLst>
      <p:ext uri="{BB962C8B-B14F-4D97-AF65-F5344CB8AC3E}">
        <p14:creationId xmlns:p14="http://schemas.microsoft.com/office/powerpoint/2010/main" val="2407690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838200" y="160339"/>
            <a:ext cx="10515600" cy="1085498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Pins of a Typical </a:t>
            </a:r>
            <a:r>
              <a:rPr lang="en-US" altLang="en-US" sz="4000" dirty="0"/>
              <a:t>Operational Amplifier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735619" y="1468151"/>
            <a:ext cx="6511001" cy="503078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sz="3200" dirty="0"/>
              <a:t>There are five terminals found on all op-amps</a:t>
            </a:r>
          </a:p>
          <a:p>
            <a:pPr lvl="1" algn="just"/>
            <a:r>
              <a:rPr lang="en-US" altLang="en-US" sz="2800" dirty="0"/>
              <a:t>The inverting input</a:t>
            </a:r>
          </a:p>
          <a:p>
            <a:pPr lvl="1" algn="just"/>
            <a:r>
              <a:rPr lang="en-US" altLang="en-US" sz="2800" dirty="0"/>
              <a:t>The non-inverting input</a:t>
            </a:r>
          </a:p>
          <a:p>
            <a:pPr lvl="1" algn="just"/>
            <a:r>
              <a:rPr lang="en-US" altLang="en-US" sz="2800" dirty="0"/>
              <a:t>The output</a:t>
            </a:r>
          </a:p>
          <a:p>
            <a:pPr lvl="1" algn="just"/>
            <a:r>
              <a:rPr lang="en-US" altLang="en-US" sz="2800" dirty="0"/>
              <a:t>The positive power supply</a:t>
            </a:r>
          </a:p>
          <a:p>
            <a:pPr lvl="1" algn="just"/>
            <a:r>
              <a:rPr lang="en-US" altLang="en-US" sz="2800" dirty="0"/>
              <a:t>The negative power supply</a:t>
            </a:r>
          </a:p>
          <a:p>
            <a:pPr algn="just"/>
            <a:r>
              <a:rPr lang="en-US" altLang="en-US" sz="3200" dirty="0"/>
              <a:t>The other three terminals</a:t>
            </a:r>
          </a:p>
          <a:p>
            <a:pPr lvl="1" algn="just"/>
            <a:r>
              <a:rPr lang="en-US" altLang="en-US" sz="2800" dirty="0"/>
              <a:t>1,5: offset null (balance)</a:t>
            </a:r>
          </a:p>
          <a:p>
            <a:pPr lvl="1" algn="just"/>
            <a:r>
              <a:rPr lang="en-US" altLang="en-US" sz="2800" dirty="0"/>
              <a:t>8: no connection (NC)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5125" name="Picture 5" descr="C:\Users\Joel\Documents\Teaching\McGraw Hill\Fundamentals of Electric Circuits 5e\figures\Ch05\Color Labeled\ale80571_05_002.jpg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05" r="51080" b="9501"/>
          <a:stretch/>
        </p:blipFill>
        <p:spPr bwMode="auto">
          <a:xfrm>
            <a:off x="6096000" y="3826721"/>
            <a:ext cx="4247406" cy="2449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2" name="AutoShape 4" descr="Image result for operational amplifier 74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5" descr="C:\Users\Joel\Documents\Teaching\McGraw Hill\Fundamentals of Electric Circuits 5e\figures\Ch05\Color Labeled\ale80571_05_002.jpg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53" t="5217" r="-342" b="8080"/>
          <a:stretch/>
        </p:blipFill>
        <p:spPr bwMode="auto">
          <a:xfrm>
            <a:off x="7068392" y="1628806"/>
            <a:ext cx="4721998" cy="2774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6744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Powering an Op-amp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459748" cy="4848224"/>
          </a:xfrm>
        </p:spPr>
        <p:txBody>
          <a:bodyPr>
            <a:noAutofit/>
          </a:bodyPr>
          <a:lstStyle/>
          <a:p>
            <a:pPr algn="just"/>
            <a:r>
              <a:rPr lang="en-US" altLang="en-US" dirty="0"/>
              <a:t>Most op-amps use two voltage sources, with a ground reference between them; this gives a positive and negative supply voltage</a:t>
            </a:r>
          </a:p>
          <a:p>
            <a:pPr algn="just"/>
            <a:r>
              <a:rPr lang="en-US" altLang="en-US" dirty="0"/>
              <a:t>Sometimes in circuit diagrams the power supply terminals are obscured, or say that it is taken for granted that they must be connected</a:t>
            </a:r>
          </a:p>
          <a:p>
            <a:pPr algn="just"/>
            <a:endParaRPr lang="en-US" altLang="en-US" dirty="0"/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Op-amp is an active element.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7" name="Picture 2" descr="AAAZIUZ0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326" y="763393"/>
            <a:ext cx="4099034" cy="2772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AAAZIVA0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1136" y="3857415"/>
            <a:ext cx="3916224" cy="2681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303584" y="5198163"/>
                <a:ext cx="3528979" cy="46410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28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8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sz="28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sz="2800" dirty="0"/>
                  <a:t>=0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584" y="5198163"/>
                <a:ext cx="3528979" cy="464101"/>
              </a:xfrm>
              <a:prstGeom prst="rect">
                <a:avLst/>
              </a:prstGeom>
              <a:blipFill>
                <a:blip r:embed="rId5"/>
                <a:stretch>
                  <a:fillRect t="-23684" r="-5181" b="-38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3148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circuit of a 741 op-amp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113666" name="AutoShape 2" descr="Image result for operational amplifier 74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668" name="AutoShape 4" descr="Image result for operational amplifier 74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670" name="AutoShape 6" descr="Image result for operational amplifier 74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672" name="AutoShape 8" descr="Image result for operational amplifier 74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674" name="AutoShape 10" descr="Image result for internal circuit of 741 op-am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676" name="AutoShape 12" descr="https://www.ibiblio.org/kuphaldt/electricCircuits/Semi/03323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3678" name="Picture 14" descr="Image result for internal circuit of 741 op-amp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EFFFC"/>
              </a:clrFrom>
              <a:clrTo>
                <a:srgbClr val="FEFFFC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10023" y="2346385"/>
            <a:ext cx="6875916" cy="4247862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838200" y="1694882"/>
            <a:ext cx="10515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5563">
              <a:buNone/>
            </a:pPr>
            <a:r>
              <a:rPr lang="en-US" altLang="zh-CN" sz="2800" dirty="0"/>
              <a:t>A BJT (Bipolar Junction Transistor) op amp first made in 1968 by Fairchild Semiconductor </a:t>
            </a:r>
          </a:p>
        </p:txBody>
      </p:sp>
      <p:pic>
        <p:nvPicPr>
          <p:cNvPr id="14" name="Picture 5" descr="C:\Users\Joel\Documents\Teaching\McGraw Hill\Fundamentals of Electric Circuits 5e\figures\Ch05\Color Labeled\ale80571_05_002.jpg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53" t="5217" r="-342" b="8080"/>
          <a:stretch/>
        </p:blipFill>
        <p:spPr bwMode="auto">
          <a:xfrm>
            <a:off x="155575" y="3300492"/>
            <a:ext cx="4721998" cy="2774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/>
          <p:cNvCxnSpPr/>
          <p:nvPr/>
        </p:nvCxnSpPr>
        <p:spPr>
          <a:xfrm flipV="1">
            <a:off x="1259633" y="2155371"/>
            <a:ext cx="4786604" cy="933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endCxn id="9" idx="1"/>
          </p:cNvCxnSpPr>
          <p:nvPr/>
        </p:nvCxnSpPr>
        <p:spPr>
          <a:xfrm>
            <a:off x="5430416" y="2164702"/>
            <a:ext cx="783426" cy="5034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142655" y="2596954"/>
            <a:ext cx="486097" cy="486097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1931" y="4665463"/>
            <a:ext cx="2174033" cy="3638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Op-amp is a (linear) dependent source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278593" y="1541091"/>
            <a:ext cx="8128518" cy="494251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An </a:t>
            </a:r>
            <a:r>
              <a:rPr lang="en-US" altLang="en-US" dirty="0"/>
              <a:t>op-amp can be modelled as a dependent source as shown on the right. 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The open-circuit voltage output of an op-amp is proportional to the difference between the non-inverting and inverting inputs. </a:t>
            </a:r>
            <a:endParaRPr lang="en-US" altLang="en-US" sz="800" dirty="0"/>
          </a:p>
          <a:p>
            <a:pPr marL="0" indent="0" algn="just">
              <a:buNone/>
            </a:pPr>
            <a:endParaRPr lang="en-US" altLang="en-US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Here, </a:t>
            </a:r>
            <a:r>
              <a:rPr lang="en-US" altLang="en-US" i="1" dirty="0"/>
              <a:t>A</a:t>
            </a:r>
            <a:r>
              <a:rPr lang="en-US" altLang="en-US" dirty="0"/>
              <a:t> is called the </a:t>
            </a:r>
            <a:r>
              <a:rPr lang="en-US" altLang="en-US" u="sng" dirty="0"/>
              <a:t>open loop gain.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However, </a:t>
            </a:r>
            <a:r>
              <a:rPr lang="en-US" altLang="zh-CN" b="1" dirty="0">
                <a:solidFill>
                  <a:srgbClr val="C00000"/>
                </a:solidFill>
              </a:rPr>
              <a:t>saturation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will occur if 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o</a:t>
            </a:r>
            <a:r>
              <a:rPr lang="en-US" altLang="zh-CN" dirty="0"/>
              <a:t> exceeds the power supply voltage. (Op-amp is no longer linear when it saturates.)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32978" name="Picture 210" descr="C:\Users\skhark\AppData\Local\Temp\Rar$DI01.200\ale28221_05_004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733395" y="2151163"/>
            <a:ext cx="3284376" cy="2971578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8829916" y="2006712"/>
            <a:ext cx="309133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Equivalent circuit of a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nonideal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op-amp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81985" y="2804845"/>
            <a:ext cx="36420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i="1" dirty="0"/>
              <a:t>v</a:t>
            </a:r>
            <a:r>
              <a:rPr lang="en-US" altLang="zh-CN" i="1" baseline="-25000" dirty="0"/>
              <a:t>1</a:t>
            </a:r>
            <a:endParaRPr lang="zh-CN" altLang="en-US" i="1" baseline="-25000" dirty="0"/>
          </a:p>
        </p:txBody>
      </p:sp>
      <p:sp>
        <p:nvSpPr>
          <p:cNvPr id="11" name="TextBox 10"/>
          <p:cNvSpPr txBox="1"/>
          <p:nvPr/>
        </p:nvSpPr>
        <p:spPr>
          <a:xfrm>
            <a:off x="8592097" y="4386561"/>
            <a:ext cx="36420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i="1" dirty="0"/>
              <a:t>v</a:t>
            </a:r>
            <a:r>
              <a:rPr lang="en-US" altLang="zh-CN" i="1" baseline="-25000" dirty="0"/>
              <a:t>2</a:t>
            </a:r>
            <a:endParaRPr lang="zh-CN" altLang="en-US" i="1" baseline="-25000" dirty="0"/>
          </a:p>
        </p:txBody>
      </p:sp>
      <p:sp>
        <p:nvSpPr>
          <p:cNvPr id="12" name="TextBox 11"/>
          <p:cNvSpPr txBox="1"/>
          <p:nvPr/>
        </p:nvSpPr>
        <p:spPr>
          <a:xfrm>
            <a:off x="11827798" y="3619430"/>
            <a:ext cx="36420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i="1" dirty="0" err="1"/>
              <a:t>v</a:t>
            </a:r>
            <a:r>
              <a:rPr lang="en-US" altLang="zh-CN" i="1" baseline="-25000" dirty="0" err="1"/>
              <a:t>o</a:t>
            </a:r>
            <a:endParaRPr lang="zh-CN" altLang="en-US" i="1" baseline="-25000" dirty="0"/>
          </a:p>
        </p:txBody>
      </p:sp>
      <p:sp>
        <p:nvSpPr>
          <p:cNvPr id="4" name="TextBox 3"/>
          <p:cNvSpPr txBox="1"/>
          <p:nvPr/>
        </p:nvSpPr>
        <p:spPr>
          <a:xfrm>
            <a:off x="8592097" y="4844691"/>
            <a:ext cx="2319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</a:rPr>
              <a:t>Non-inverting terminal</a:t>
            </a:r>
            <a:endParaRPr lang="zh-CN" altLang="en-US" i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81985" y="2461850"/>
            <a:ext cx="187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</a:rPr>
              <a:t>Inverting terminal</a:t>
            </a:r>
            <a:endParaRPr lang="zh-CN" altLang="en-US" i="1" dirty="0">
              <a:solidFill>
                <a:srgbClr val="FF0000"/>
              </a:solidFill>
            </a:endParaRPr>
          </a:p>
        </p:txBody>
      </p:sp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3867717"/>
              </p:ext>
            </p:extLst>
          </p:nvPr>
        </p:nvGraphicFramePr>
        <p:xfrm>
          <a:off x="2353964" y="3988762"/>
          <a:ext cx="3742036" cy="566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95400" imgH="228600" progId="Equation.DSMT4">
                  <p:embed/>
                </p:oleObj>
              </mc:Choice>
              <mc:Fallback>
                <p:oleObj name="Equation" r:id="rId4" imgW="1295400" imgH="228600" progId="Equation.DSMT4">
                  <p:embed/>
                  <p:pic>
                    <p:nvPicPr>
                      <p:cNvPr id="1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3964" y="3988762"/>
                        <a:ext cx="3742036" cy="5663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97878" y="4041103"/>
            <a:ext cx="1088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(linear)</a:t>
            </a:r>
          </a:p>
        </p:txBody>
      </p:sp>
    </p:spTree>
    <p:extLst>
      <p:ext uri="{BB962C8B-B14F-4D97-AF65-F5344CB8AC3E}">
        <p14:creationId xmlns:p14="http://schemas.microsoft.com/office/powerpoint/2010/main" val="559502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Voltage Saturation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755780" y="1690688"/>
            <a:ext cx="7501812" cy="4448855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 dirty="0"/>
              <a:t>The terminal behavior of the op amp is a linear circuit element. However, the output is constrained not to exceed the supply voltages (</a:t>
            </a:r>
            <a:r>
              <a:rPr lang="en-US" altLang="en-US" sz="2400" i="1" dirty="0" err="1"/>
              <a:t>V</a:t>
            </a:r>
            <a:r>
              <a:rPr lang="en-US" altLang="en-US" sz="2400" i="1" baseline="-25000" dirty="0" err="1"/>
              <a:t>cc</a:t>
            </a:r>
            <a:r>
              <a:rPr lang="en-US" altLang="en-US" sz="2400" dirty="0"/>
              <a:t>).</a:t>
            </a:r>
          </a:p>
          <a:p>
            <a:pPr algn="just"/>
            <a:r>
              <a:rPr lang="en-US" altLang="en-US" sz="2400" dirty="0"/>
              <a:t>When an output should </a:t>
            </a:r>
            <a:r>
              <a:rPr lang="en-US" altLang="en-US" sz="2400" u="sng" dirty="0"/>
              <a:t>exceed</a:t>
            </a:r>
            <a:r>
              <a:rPr lang="en-US" altLang="en-US" sz="2400" dirty="0"/>
              <a:t> the possible voltage range, the output remains at either the maximum or minimum supply voltage, this is called </a:t>
            </a:r>
            <a:r>
              <a:rPr lang="en-US" altLang="en-US" sz="2400" u="sng" dirty="0"/>
              <a:t>Voltage Saturation.</a:t>
            </a:r>
          </a:p>
          <a:p>
            <a:pPr algn="just"/>
            <a:endParaRPr lang="en-US" altLang="en-US" sz="2400" u="sng" dirty="0"/>
          </a:p>
          <a:p>
            <a:pPr algn="just"/>
            <a:endParaRPr lang="en-US" altLang="en-US" sz="2400" u="sng" dirty="0"/>
          </a:p>
          <a:p>
            <a:pPr algn="just"/>
            <a:endParaRPr lang="en-US" altLang="en-US" sz="2400" u="sng" dirty="0"/>
          </a:p>
          <a:p>
            <a:pPr algn="just"/>
            <a:r>
              <a:rPr lang="en-US" altLang="en-US" sz="2400" dirty="0"/>
              <a:t>Outputs between these limiting voltages are referred to as the linear region.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9221" name="Picture 5" descr="C:\Users\Joel\Documents\Teaching\McGraw Hill\Fundamentals of Electric Circuits 5e\figures\Ch05\Color Labeled\ale80571_05_005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662" y="3100226"/>
            <a:ext cx="3441968" cy="2952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AAAZIUY0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2562" y="763191"/>
            <a:ext cx="2499276" cy="18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449919" y="3960294"/>
                <a:ext cx="6113533" cy="12320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d>
                                      <m:dPr>
                                        <m:ctrlPr>
                                          <a:rPr lang="en-US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en-US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&lt;−</m:t>
                                    </m:r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sSub>
                                  <m:sSubPr>
                                    <m:ctrlP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20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en-US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20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20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en-US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20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≤+</m:t>
                                </m:r>
                                <m:sSub>
                                  <m:sSubPr>
                                    <m:ctrlPr>
                                      <a:rPr lang="en-US" alt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d>
                                      <m:dPr>
                                        <m:ctrlPr>
                                          <a:rPr lang="en-US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en-US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&gt;+</m:t>
                                    </m:r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919" y="3960294"/>
                <a:ext cx="6113533" cy="12320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8077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Typical Range for Op-Amp Parameters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435609" cy="3111936"/>
          </a:xfrm>
        </p:spPr>
        <p:txBody>
          <a:bodyPr>
            <a:noAutofit/>
          </a:bodyPr>
          <a:lstStyle/>
          <a:p>
            <a:r>
              <a:rPr lang="en-US" altLang="en-US" dirty="0"/>
              <a:t>For the loop gain, </a:t>
            </a:r>
            <a:r>
              <a:rPr lang="en-US" altLang="en-US" i="1" dirty="0"/>
              <a:t>A, i</a:t>
            </a:r>
            <a:r>
              <a:rPr lang="en-US" altLang="en-US" dirty="0"/>
              <a:t>deally it is infinite.</a:t>
            </a:r>
          </a:p>
          <a:p>
            <a:r>
              <a:rPr lang="en-US" altLang="en-US" dirty="0"/>
              <a:t>In real devices, it is still high: 10</a:t>
            </a:r>
            <a:r>
              <a:rPr lang="en-US" altLang="en-US" baseline="30000" dirty="0"/>
              <a:t>5</a:t>
            </a:r>
            <a:r>
              <a:rPr lang="en-US" altLang="en-US" dirty="0"/>
              <a:t> to 10</a:t>
            </a:r>
            <a:r>
              <a:rPr lang="en-US" altLang="en-US" baseline="30000" dirty="0"/>
              <a:t>8</a:t>
            </a: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7174" name="Picture 6" descr="C:\Users\Joel\Documents\Teaching\McGraw Hill\Fundamentals of Electric Circuits 5e\figures\Ch05\Tables\ale80571_t05_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696" y="3016251"/>
            <a:ext cx="6581061" cy="261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978" name="Picture 210" descr="C:\Users\skhark\AppData\Local\Temp\Rar$DI01.200\ale28221_05_00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94253" y="2734308"/>
            <a:ext cx="3100193" cy="2804936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7604450" y="5635013"/>
            <a:ext cx="4339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Equivalent circuit of a non-ideal op-amp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50CC4CD-2C94-6861-55DD-39CBC7124F2F}"/>
                  </a:ext>
                </a:extLst>
              </p14:cNvPr>
              <p14:cNvContentPartPr/>
              <p14:nvPr/>
            </p14:nvContentPartPr>
            <p14:xfrm>
              <a:off x="8279236" y="2453433"/>
              <a:ext cx="20160" cy="7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50CC4CD-2C94-6861-55DD-39CBC7124F2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70596" y="2444793"/>
                <a:ext cx="37800" cy="2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2044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227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dirty="0"/>
              <a:t>Circuits with Op-Amps: Comparator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7619" y="4105028"/>
            <a:ext cx="7506591" cy="225132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US" altLang="zh-CN" sz="2400" dirty="0"/>
              <a:t>The potentiometer 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is used to set a reference voltage.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US" altLang="zh-CN" sz="2400" dirty="0"/>
              <a:t>If the input voltage </a:t>
            </a:r>
            <a:r>
              <a:rPr lang="en-US" altLang="zh-CN" sz="2400" i="1" dirty="0"/>
              <a:t>V</a:t>
            </a:r>
            <a:r>
              <a:rPr lang="en-US" altLang="zh-CN" sz="2400" i="1" baseline="-25000" dirty="0"/>
              <a:t>in</a:t>
            </a:r>
            <a:r>
              <a:rPr lang="en-US" altLang="zh-CN" sz="2400" dirty="0"/>
              <a:t> drops below the </a:t>
            </a:r>
            <a:r>
              <a:rPr lang="en-US" altLang="zh-CN" sz="2400" i="1" dirty="0" err="1"/>
              <a:t>V</a:t>
            </a:r>
            <a:r>
              <a:rPr lang="en-US" altLang="zh-CN" sz="2400" i="1" baseline="-25000" dirty="0" err="1"/>
              <a:t>ref</a:t>
            </a:r>
            <a:r>
              <a:rPr lang="en-US" altLang="zh-CN" sz="2400" dirty="0"/>
              <a:t>, the output will saturate to +V; then the LED will be powered. 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400" dirty="0"/>
              <a:t>This circuit can be used as a “low” alarm, e.g. to monitor if a device output maintain above certain threshold. </a:t>
            </a:r>
            <a:endParaRPr lang="zh-CN" alt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35755" y="1447834"/>
            <a:ext cx="5920490" cy="28219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32982" y="1855944"/>
            <a:ext cx="80610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i="1" dirty="0"/>
              <a:t>V</a:t>
            </a:r>
            <a:r>
              <a:rPr lang="en-US" altLang="zh-CN" sz="2800" i="1" baseline="-25000" dirty="0"/>
              <a:t>in</a:t>
            </a:r>
            <a:endParaRPr lang="zh-CN" altLang="en-US" sz="2800" i="1" baseline="-25000" dirty="0"/>
          </a:p>
        </p:txBody>
      </p:sp>
      <p:sp>
        <p:nvSpPr>
          <p:cNvPr id="7" name="TextBox 6"/>
          <p:cNvSpPr txBox="1"/>
          <p:nvPr/>
        </p:nvSpPr>
        <p:spPr>
          <a:xfrm>
            <a:off x="3135755" y="2597182"/>
            <a:ext cx="80610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i="1" dirty="0"/>
              <a:t>R</a:t>
            </a:r>
            <a:r>
              <a:rPr lang="en-US" altLang="zh-CN" sz="2800" i="1" baseline="-25000" dirty="0"/>
              <a:t>1</a:t>
            </a:r>
            <a:endParaRPr lang="zh-CN" altLang="en-US" sz="2800" i="1" baseline="-25000" dirty="0"/>
          </a:p>
        </p:txBody>
      </p:sp>
      <p:sp>
        <p:nvSpPr>
          <p:cNvPr id="8" name="TextBox 7"/>
          <p:cNvSpPr txBox="1"/>
          <p:nvPr/>
        </p:nvSpPr>
        <p:spPr>
          <a:xfrm>
            <a:off x="7601363" y="1766496"/>
            <a:ext cx="80610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i="1" dirty="0"/>
              <a:t>R</a:t>
            </a:r>
            <a:r>
              <a:rPr lang="en-US" altLang="zh-CN" sz="2800" i="1" baseline="-25000" dirty="0"/>
              <a:t>2</a:t>
            </a:r>
            <a:endParaRPr lang="zh-CN" altLang="en-US" sz="2800" i="1" baseline="-25000" dirty="0"/>
          </a:p>
        </p:txBody>
      </p:sp>
      <p:sp>
        <p:nvSpPr>
          <p:cNvPr id="9" name="TextBox 8"/>
          <p:cNvSpPr txBox="1"/>
          <p:nvPr/>
        </p:nvSpPr>
        <p:spPr>
          <a:xfrm>
            <a:off x="6114798" y="1864198"/>
            <a:ext cx="806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i="1" dirty="0" err="1"/>
              <a:t>V</a:t>
            </a:r>
            <a:r>
              <a:rPr lang="en-US" altLang="zh-CN" sz="2800" i="1" baseline="-25000" dirty="0" err="1"/>
              <a:t>out</a:t>
            </a:r>
            <a:endParaRPr lang="zh-CN" altLang="en-US" sz="2800" i="1" baseline="-25000" dirty="0"/>
          </a:p>
        </p:txBody>
      </p:sp>
      <p:pic>
        <p:nvPicPr>
          <p:cNvPr id="10" name="Picture 5" descr="C:\Users\Joel\Documents\Teaching\McGraw Hill\Fundamentals of Electric Circuits 5e\figures\Ch05\Color Labeled\ale80571_05_005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58" y="3700173"/>
            <a:ext cx="3441968" cy="2952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B29F6BC-0B5B-8DD3-84A2-2AF1AFA5AD6D}"/>
                  </a:ext>
                </a:extLst>
              </p14:cNvPr>
              <p14:cNvContentPartPr/>
              <p14:nvPr/>
            </p14:nvContentPartPr>
            <p14:xfrm>
              <a:off x="11066400" y="4000680"/>
              <a:ext cx="555120" cy="658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B29F6BC-0B5B-8DD3-84A2-2AF1AFA5AD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57040" y="3991320"/>
                <a:ext cx="573840" cy="67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6918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0" y="3513821"/>
            <a:ext cx="6245173" cy="21716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5523"/>
          </a:xfrm>
        </p:spPr>
        <p:txBody>
          <a:bodyPr/>
          <a:lstStyle/>
          <a:p>
            <a:r>
              <a:rPr lang="en-US" altLang="zh-CN" dirty="0"/>
              <a:t>Comparator with sinusoid inputs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756" y="1370648"/>
            <a:ext cx="5344382" cy="249404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668" y="3567729"/>
            <a:ext cx="5312216" cy="20071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68815" y="2305622"/>
            <a:ext cx="670633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800" i="1" dirty="0" err="1"/>
              <a:t>V</a:t>
            </a:r>
            <a:r>
              <a:rPr lang="en-US" altLang="zh-CN" sz="2800" i="1" baseline="-25000" dirty="0" err="1"/>
              <a:t>out</a:t>
            </a:r>
            <a:endParaRPr lang="zh-CN" altLang="en-US" sz="2800" i="1" baseline="-25000" dirty="0"/>
          </a:p>
        </p:txBody>
      </p:sp>
      <p:sp>
        <p:nvSpPr>
          <p:cNvPr id="12" name="TextBox 11"/>
          <p:cNvSpPr txBox="1"/>
          <p:nvPr/>
        </p:nvSpPr>
        <p:spPr>
          <a:xfrm>
            <a:off x="644159" y="2305621"/>
            <a:ext cx="563552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r"/>
            <a:r>
              <a:rPr lang="en-US" altLang="zh-CN" sz="2800" i="1" dirty="0"/>
              <a:t>V</a:t>
            </a:r>
            <a:r>
              <a:rPr lang="en-US" altLang="zh-CN" sz="2800" i="1" baseline="-25000" dirty="0"/>
              <a:t>in</a:t>
            </a:r>
            <a:endParaRPr lang="zh-CN" altLang="en-US" sz="2800" i="1" baseline="-25000" dirty="0"/>
          </a:p>
        </p:txBody>
      </p:sp>
      <p:sp>
        <p:nvSpPr>
          <p:cNvPr id="13" name="TextBox 12"/>
          <p:cNvSpPr txBox="1"/>
          <p:nvPr/>
        </p:nvSpPr>
        <p:spPr>
          <a:xfrm>
            <a:off x="6252497" y="1653730"/>
            <a:ext cx="51355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/>
              <a:t>For the circuit on the left, what would be the output?</a:t>
            </a:r>
          </a:p>
          <a:p>
            <a:pPr algn="just"/>
            <a:endParaRPr lang="en-US" altLang="zh-CN" sz="2800" dirty="0"/>
          </a:p>
          <a:p>
            <a:pPr algn="just"/>
            <a:r>
              <a:rPr lang="en-US" altLang="zh-CN" sz="2800" dirty="0"/>
              <a:t>What if adjust the </a:t>
            </a:r>
            <a:r>
              <a:rPr lang="en-US" altLang="zh-CN" sz="2800" i="1" dirty="0" err="1"/>
              <a:t>V</a:t>
            </a:r>
            <a:r>
              <a:rPr lang="en-US" altLang="zh-CN" sz="2800" i="1" baseline="-25000" dirty="0" err="1"/>
              <a:t>ref</a:t>
            </a:r>
            <a:r>
              <a:rPr lang="en-US" altLang="zh-CN" sz="2800" dirty="0"/>
              <a:t> higher?</a:t>
            </a:r>
            <a:endParaRPr lang="zh-CN" alt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644158" y="5530131"/>
            <a:ext cx="101457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Application</a:t>
            </a:r>
            <a:r>
              <a:rPr lang="en-US" altLang="zh-CN" sz="2400" dirty="0"/>
              <a:t> of this circuit: Useful for creating square waves of varying duty cycle (on/off time); Also referred to as pulse-width modulation (PWM)</a:t>
            </a:r>
            <a:endParaRPr lang="zh-CN" alt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3FBB221-DE37-FA6B-1DF2-167C9AB68835}"/>
                  </a:ext>
                </a:extLst>
              </p14:cNvPr>
              <p14:cNvContentPartPr/>
              <p14:nvPr/>
            </p14:nvContentPartPr>
            <p14:xfrm>
              <a:off x="3080880" y="3845160"/>
              <a:ext cx="1822680" cy="1662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3FBB221-DE37-FA6B-1DF2-167C9AB688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71520" y="3835800"/>
                <a:ext cx="1841400" cy="168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922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sosceles Triangle 12"/>
          <p:cNvSpPr/>
          <p:nvPr/>
        </p:nvSpPr>
        <p:spPr>
          <a:xfrm rot="5400000">
            <a:off x="8421668" y="2929033"/>
            <a:ext cx="2087589" cy="2637990"/>
          </a:xfrm>
          <a:prstGeom prst="triangle">
            <a:avLst>
              <a:gd name="adj" fmla="val 49064"/>
            </a:avLst>
          </a:prstGeom>
          <a:noFill/>
          <a:ln w="28575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6000" y="2661020"/>
            <a:ext cx="5219700" cy="29813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102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Consequence of the high input resistance and the high gain for Op-Amps: What can you observe?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03726" y="1501397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A 741 op amp has an open-loop gain of 2 × 10</a:t>
            </a:r>
            <a:r>
              <a:rPr lang="en-US" altLang="zh-CN" sz="2400" baseline="30000" dirty="0"/>
              <a:t>5</a:t>
            </a:r>
            <a:r>
              <a:rPr lang="en-US" altLang="zh-CN" sz="2400" dirty="0"/>
              <a:t> , input resistance of 2</a:t>
            </a:r>
            <a:r>
              <a:rPr lang="zh-CN" altLang="en-US" sz="2400" dirty="0"/>
              <a:t>𝑀</a:t>
            </a:r>
            <a:r>
              <a:rPr lang="en-US" altLang="zh-CN" sz="2400" dirty="0"/>
              <a:t>Ω, and output resistance of 50Ω. Find the closed-loop gain </a:t>
            </a:r>
            <a:r>
              <a:rPr lang="zh-CN" altLang="en-US" sz="2400" dirty="0"/>
              <a:t>𝑣</a:t>
            </a:r>
            <a:r>
              <a:rPr lang="zh-CN" altLang="en-US" sz="2400" baseline="-25000" dirty="0"/>
              <a:t>𝑜</a:t>
            </a:r>
            <a:r>
              <a:rPr lang="en-US" altLang="zh-CN" sz="2400" dirty="0"/>
              <a:t>/</a:t>
            </a:r>
            <a:r>
              <a:rPr lang="zh-CN" altLang="en-US" sz="2400" dirty="0"/>
              <a:t>𝑣</a:t>
            </a:r>
            <a:r>
              <a:rPr lang="zh-CN" altLang="en-US" sz="2400" baseline="-25000" dirty="0"/>
              <a:t>𝑠</a:t>
            </a:r>
            <a:r>
              <a:rPr lang="zh-CN" altLang="en-US" sz="2400" dirty="0"/>
              <a:t> </a:t>
            </a:r>
            <a:r>
              <a:rPr lang="en-US" altLang="zh-CN" sz="2400" dirty="0"/>
              <a:t>. Determine current </a:t>
            </a:r>
            <a:r>
              <a:rPr lang="zh-CN" altLang="en-US" sz="2400" dirty="0"/>
              <a:t>𝑖 </a:t>
            </a:r>
            <a:r>
              <a:rPr lang="en-US" altLang="zh-CN" sz="2400" dirty="0"/>
              <a:t>when </a:t>
            </a:r>
            <a:r>
              <a:rPr lang="zh-CN" altLang="en-US" sz="2400" dirty="0"/>
              <a:t>𝑣</a:t>
            </a:r>
            <a:r>
              <a:rPr lang="zh-CN" altLang="en-US" sz="2400" baseline="-25000" dirty="0"/>
              <a:t>𝑠</a:t>
            </a:r>
            <a:r>
              <a:rPr lang="zh-CN" altLang="en-US" sz="2400" dirty="0"/>
              <a:t> </a:t>
            </a:r>
            <a:r>
              <a:rPr lang="en-US" altLang="zh-CN" sz="2400" dirty="0"/>
              <a:t>= 2V.</a:t>
            </a:r>
            <a:endParaRPr lang="zh-CN" altLang="en-US" sz="2400" dirty="0"/>
          </a:p>
        </p:txBody>
      </p:sp>
      <p:sp>
        <p:nvSpPr>
          <p:cNvPr id="11" name="Right Arrow 10"/>
          <p:cNvSpPr/>
          <p:nvPr/>
        </p:nvSpPr>
        <p:spPr>
          <a:xfrm>
            <a:off x="5319623" y="4025281"/>
            <a:ext cx="776377" cy="5348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299" y="5486041"/>
            <a:ext cx="2924175" cy="6953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42912" y="6090671"/>
            <a:ext cx="2266950" cy="7715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3569" y="5916803"/>
            <a:ext cx="30207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Apply KCL at Node A and B</a:t>
            </a:r>
            <a:endParaRPr lang="zh-CN" altLang="en-US" sz="2400" dirty="0"/>
          </a:p>
        </p:txBody>
      </p:sp>
      <p:pic>
        <p:nvPicPr>
          <p:cNvPr id="19" name="Content Placeholder 18"/>
          <p:cNvPicPr>
            <a:picLocks noGrp="1" noChangeAspect="1"/>
          </p:cNvPicPr>
          <p:nvPr>
            <p:ph idx="1"/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7866" y="2714503"/>
            <a:ext cx="4638675" cy="30670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682418" y="343691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A</a:t>
            </a:r>
            <a:endParaRPr lang="zh-CN" altLang="en-US" i="1" dirty="0"/>
          </a:p>
        </p:txBody>
      </p:sp>
      <p:sp>
        <p:nvSpPr>
          <p:cNvPr id="21" name="TextBox 20"/>
          <p:cNvSpPr txBox="1"/>
          <p:nvPr/>
        </p:nvSpPr>
        <p:spPr>
          <a:xfrm>
            <a:off x="4424824" y="4079322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B</a:t>
            </a:r>
            <a:endParaRPr lang="zh-CN" altLang="en-US" i="1" dirty="0"/>
          </a:p>
        </p:txBody>
      </p:sp>
      <p:sp>
        <p:nvSpPr>
          <p:cNvPr id="22" name="TextBox 21"/>
          <p:cNvSpPr txBox="1"/>
          <p:nvPr/>
        </p:nvSpPr>
        <p:spPr>
          <a:xfrm>
            <a:off x="7768978" y="3889819"/>
            <a:ext cx="32573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i="1" dirty="0"/>
              <a:t>A</a:t>
            </a:r>
            <a:endParaRPr lang="zh-CN" altLang="en-US" i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447757" y="3884482"/>
            <a:ext cx="32573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i="1" dirty="0"/>
              <a:t>B</a:t>
            </a:r>
            <a:endParaRPr lang="zh-CN" altLang="en-US" i="1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1425" y="5663484"/>
            <a:ext cx="2038350" cy="6762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26570" y="2849753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20.066667</a:t>
            </a:r>
            <a:r>
              <a:rPr lang="el-GR" altLang="zh-CN" b="1" dirty="0">
                <a:solidFill>
                  <a:srgbClr val="FF0000"/>
                </a:solidFill>
              </a:rPr>
              <a:t>μ</a:t>
            </a:r>
            <a:r>
              <a:rPr lang="en-US" altLang="zh-CN" b="1" dirty="0">
                <a:solidFill>
                  <a:srgbClr val="FF0000"/>
                </a:solidFill>
              </a:rPr>
              <a:t>V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360645" y="3178837"/>
            <a:ext cx="251926" cy="52717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045470" y="4757772"/>
            <a:ext cx="140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-3.9999398V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4005351" y="4069148"/>
            <a:ext cx="445226" cy="6886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ight Arrow 31"/>
          <p:cNvSpPr/>
          <p:nvPr/>
        </p:nvSpPr>
        <p:spPr>
          <a:xfrm>
            <a:off x="6443205" y="6007918"/>
            <a:ext cx="776377" cy="5348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652925" y="6385023"/>
                <a:ext cx="228421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=−0.19999599</m:t>
                      </m:r>
                      <m:r>
                        <m:rPr>
                          <m:nor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mA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925" y="6385023"/>
                <a:ext cx="2284215" cy="307777"/>
              </a:xfrm>
              <a:prstGeom prst="rect">
                <a:avLst/>
              </a:prstGeom>
              <a:blipFill rotWithShape="0">
                <a:blip r:embed="rId8"/>
                <a:stretch>
                  <a:fillRect l="-3733" r="-4533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3229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1" grpId="0" animBg="1"/>
      <p:bldP spid="17" grpId="0"/>
      <p:bldP spid="22" grpId="0" animBg="1"/>
      <p:bldP spid="23" grpId="0" animBg="1"/>
      <p:bldP spid="25" grpId="0"/>
      <p:bldP spid="28" grpId="0"/>
      <p:bldP spid="32" grpId="0" animBg="1"/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63549" y="3943191"/>
            <a:ext cx="1069911" cy="34523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5859624" y="3146118"/>
            <a:ext cx="933062" cy="34523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4545"/>
                <a:ext cx="6800850" cy="5167312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altLang="en-US" sz="2400" dirty="0"/>
                  <a:t>From previous example, we noticed that the resulting current through the two input terminals is almost zero.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altLang="en-US" sz="2400" dirty="0"/>
                  <a:t>We can give several attributes of an ideal op-amp</a:t>
                </a:r>
              </a:p>
              <a:p>
                <a:pPr algn="just"/>
                <a:r>
                  <a:rPr lang="en-US" altLang="en-US" sz="2400" dirty="0"/>
                  <a:t>it will have an </a:t>
                </a:r>
                <a:r>
                  <a:rPr lang="en-US" altLang="en-US" sz="2400" dirty="0">
                    <a:solidFill>
                      <a:srgbClr val="FF0000"/>
                    </a:solidFill>
                  </a:rPr>
                  <a:t>infinite open-loop gain</a:t>
                </a:r>
                <a:r>
                  <a:rPr lang="en-US" altLang="en-US" sz="2400" dirty="0"/>
                  <a:t>,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≈∞</m:t>
                    </m:r>
                  </m:oMath>
                </a14:m>
                <a:endParaRPr lang="en-US" altLang="en-US" sz="2400" dirty="0">
                  <a:solidFill>
                    <a:srgbClr val="FF0000"/>
                  </a:solidFill>
                </a:endParaRPr>
              </a:p>
              <a:p>
                <a:pPr algn="just"/>
                <a:r>
                  <a:rPr lang="en-US" altLang="en-US" sz="2400" dirty="0"/>
                  <a:t>The resistance (impedance) of the two inputs will also be infinite,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≈∞</m:t>
                    </m:r>
                  </m:oMath>
                </a14:m>
                <a:endParaRPr lang="en-US" altLang="en-US" sz="2400" dirty="0">
                  <a:solidFill>
                    <a:srgbClr val="FF0000"/>
                  </a:solidFill>
                </a:endParaRP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200" dirty="0"/>
                  <a:t>=0</a:t>
                </a:r>
              </a:p>
              <a:p>
                <a:pPr algn="just"/>
                <a:r>
                  <a:rPr lang="en-US" altLang="en-US" sz="2400" dirty="0"/>
                  <a:t>It is also given zero output resistance (impedance),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400" dirty="0"/>
                  <a:t>0</a:t>
                </a:r>
              </a:p>
              <a:p>
                <a:pPr lvl="1" algn="just"/>
                <a:r>
                  <a:rPr lang="en-US" altLang="en-US" sz="2200" dirty="0"/>
                  <a:t>From </a:t>
                </a:r>
                <a:r>
                  <a:rPr lang="en-US" altLang="en-US" sz="2200" dirty="0" err="1"/>
                  <a:t>Thévenin’s</a:t>
                </a:r>
                <a:r>
                  <a:rPr lang="en-US" altLang="en-US" sz="2200" dirty="0"/>
                  <a:t> theorem one can see that this means it is load independent</a:t>
                </a:r>
              </a:p>
            </p:txBody>
          </p:sp>
        </mc:Choice>
        <mc:Fallback xmlns="">
          <p:sp>
            <p:nvSpPr>
              <p:cNvPr id="1024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4545"/>
                <a:ext cx="6800850" cy="5167312"/>
              </a:xfrm>
              <a:blipFill>
                <a:blip r:embed="rId3"/>
                <a:stretch>
                  <a:fillRect l="-1435" t="-943" r="-1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825" y="3614539"/>
            <a:ext cx="3714750" cy="2543175"/>
          </a:xfrm>
          <a:prstGeom prst="rect">
            <a:avLst/>
          </a:prstGeom>
        </p:spPr>
      </p:pic>
      <p:pic>
        <p:nvPicPr>
          <p:cNvPr id="11" name="Picture 210" descr="C:\Users\skhark\AppData\Local\Temp\Rar$DI01.200\ale28221_05_00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610600" y="675643"/>
            <a:ext cx="3100193" cy="2804936"/>
          </a:xfrm>
          <a:prstGeom prst="rect">
            <a:avLst/>
          </a:prstGeom>
          <a:noFill/>
        </p:spPr>
      </p:pic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838200" y="216143"/>
            <a:ext cx="8408670" cy="1325563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Practical Op-Amps may be approximated by ideal ones with </a:t>
            </a:r>
            <a:r>
              <a:rPr lang="mr-IN" altLang="en-US" sz="3600" dirty="0"/>
              <a:t>…</a:t>
            </a: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67437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Ideal Op-Amp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7035920" cy="347847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en-US" sz="2400" dirty="0"/>
              <a:t>Many modern op-amp come close to the ideal values: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/>
              <a:t>Most have very large open-loop gains, greater than one million.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/>
              <a:t>Input impedances are often in the Giga-Ohm to Terra-Ohm range, this means that current into both input terminals are zero.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en-US" sz="2400" dirty="0"/>
              <a:t>Things to know about Op-Amp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/>
              <a:t>The equivalent circuit for </a:t>
            </a:r>
            <a:r>
              <a:rPr lang="en-US" altLang="en-US" sz="2000" dirty="0" err="1"/>
              <a:t>nonideal</a:t>
            </a:r>
            <a:r>
              <a:rPr lang="en-US" altLang="en-US" sz="2000" dirty="0"/>
              <a:t> </a:t>
            </a:r>
            <a:r>
              <a:rPr lang="en-US" altLang="zh-CN" sz="2000" dirty="0"/>
              <a:t>Op-Amp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/>
              <a:t>For ideal Op-Amp, we have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120" y="3581625"/>
            <a:ext cx="3714750" cy="25431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034643" y="5302228"/>
                <a:ext cx="127579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≈∞</m:t>
                      </m:r>
                    </m:oMath>
                  </m:oMathPara>
                </a14:m>
                <a:endParaRPr lang="en-US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643" y="5302228"/>
                <a:ext cx="127579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39806" y="5302228"/>
                <a:ext cx="138287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≈∞</m:t>
                      </m:r>
                    </m:oMath>
                  </m:oMathPara>
                </a14:m>
                <a:endParaRPr lang="en-US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806" y="5302228"/>
                <a:ext cx="13828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198884" y="5250838"/>
                <a:ext cx="219734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800" dirty="0"/>
                  <a:t>=0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884" y="5250838"/>
                <a:ext cx="2197341" cy="523220"/>
              </a:xfrm>
              <a:prstGeom prst="rect">
                <a:avLst/>
              </a:prstGeom>
              <a:blipFill>
                <a:blip r:embed="rId6"/>
                <a:stretch>
                  <a:fillRect t="-11628" r="-1667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735325" y="5825448"/>
                <a:ext cx="133485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en-US" sz="28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en-US" sz="28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325" y="5825448"/>
                <a:ext cx="133485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815203" y="5828991"/>
                <a:ext cx="6466388" cy="10464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zh-CN" sz="2800" dirty="0">
                    <a:solidFill>
                      <a:srgbClr val="C00000"/>
                    </a:solidFill>
                  </a:rPr>
                  <a:t> </a:t>
                </a:r>
              </a:p>
              <a:p>
                <a:r>
                  <a:rPr lang="en-US" altLang="zh-CN" sz="2000" dirty="0">
                    <a:solidFill>
                      <a:srgbClr val="C00000"/>
                    </a:solidFill>
                  </a:rPr>
                  <a:t>(Caution: this holds only when operating in the linear region, with feedback loop)</a:t>
                </a:r>
                <a:endParaRPr lang="zh-CN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203" y="5828991"/>
                <a:ext cx="6466388" cy="1046440"/>
              </a:xfrm>
              <a:prstGeom prst="rect">
                <a:avLst/>
              </a:prstGeom>
              <a:blipFill>
                <a:blip r:embed="rId8"/>
                <a:stretch>
                  <a:fillRect l="-2451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10" descr="C:\Users\skhark\AppData\Local\Temp\Rar$DI01.200\ale28221_05_004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181398" y="545139"/>
            <a:ext cx="3100193" cy="28049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16523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5" name="Picture 2" descr="AAAZIVD0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014" y="2748112"/>
            <a:ext cx="5572586" cy="3954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95707" y="1422549"/>
            <a:ext cx="104580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For an ideal op-amp as shown below,</a:t>
            </a:r>
          </a:p>
          <a:p>
            <a:r>
              <a:rPr lang="en-US" altLang="zh-CN" sz="2400" dirty="0"/>
              <a:t>(a) Calculate </a:t>
            </a:r>
            <a:r>
              <a:rPr lang="en-US" altLang="zh-CN" sz="2400" i="1" dirty="0"/>
              <a:t>v</a:t>
            </a:r>
            <a:r>
              <a:rPr lang="en-US" altLang="zh-CN" sz="2400" i="1" baseline="-25000" dirty="0"/>
              <a:t>0</a:t>
            </a:r>
            <a:r>
              <a:rPr lang="en-US" altLang="zh-CN" sz="2400" dirty="0"/>
              <a:t> if </a:t>
            </a:r>
            <a:r>
              <a:rPr lang="en-US" altLang="zh-CN" sz="2400" i="1" dirty="0" err="1"/>
              <a:t>v</a:t>
            </a:r>
            <a:r>
              <a:rPr lang="en-US" altLang="zh-CN" sz="2400" i="1" baseline="-25000" dirty="0" err="1"/>
              <a:t>a</a:t>
            </a:r>
            <a:r>
              <a:rPr lang="en-US" altLang="zh-CN" sz="2400" dirty="0"/>
              <a:t> =1V and </a:t>
            </a:r>
            <a:r>
              <a:rPr lang="en-US" altLang="zh-CN" sz="2400" i="1" dirty="0" err="1"/>
              <a:t>v</a:t>
            </a:r>
            <a:r>
              <a:rPr lang="en-US" altLang="zh-CN" sz="2400" i="1" baseline="-25000" dirty="0" err="1"/>
              <a:t>b</a:t>
            </a:r>
            <a:r>
              <a:rPr lang="en-US" altLang="zh-CN" sz="2400" dirty="0"/>
              <a:t>=0V    (b)  Repeat (a) for </a:t>
            </a:r>
            <a:r>
              <a:rPr lang="en-US" altLang="zh-CN" sz="2400" i="1" dirty="0" err="1"/>
              <a:t>v</a:t>
            </a:r>
            <a:r>
              <a:rPr lang="en-US" altLang="zh-CN" sz="2400" i="1" baseline="-25000" dirty="0" err="1"/>
              <a:t>a</a:t>
            </a:r>
            <a:r>
              <a:rPr lang="en-US" altLang="zh-CN" sz="2400" dirty="0"/>
              <a:t>=1V and </a:t>
            </a:r>
            <a:r>
              <a:rPr lang="en-US" altLang="zh-CN" sz="2400" i="1" dirty="0" err="1"/>
              <a:t>v</a:t>
            </a:r>
            <a:r>
              <a:rPr lang="en-US" altLang="zh-CN" sz="2400" i="1" baseline="-25000" dirty="0" err="1"/>
              <a:t>b</a:t>
            </a:r>
            <a:r>
              <a:rPr lang="en-US" altLang="zh-CN" sz="2400" dirty="0"/>
              <a:t>=2V</a:t>
            </a:r>
          </a:p>
          <a:p>
            <a:r>
              <a:rPr lang="en-US" altLang="zh-CN" sz="2400" dirty="0"/>
              <a:t>(c) If </a:t>
            </a:r>
            <a:r>
              <a:rPr lang="en-US" altLang="zh-CN" sz="2400" i="1" dirty="0" err="1"/>
              <a:t>v</a:t>
            </a:r>
            <a:r>
              <a:rPr lang="en-US" altLang="zh-CN" sz="2400" i="1" baseline="-25000" dirty="0" err="1"/>
              <a:t>a</a:t>
            </a:r>
            <a:r>
              <a:rPr lang="en-US" altLang="zh-CN" sz="2400" dirty="0"/>
              <a:t> =1.5V, specify the range of </a:t>
            </a:r>
            <a:r>
              <a:rPr lang="en-US" altLang="zh-CN" sz="2400" i="1" dirty="0" err="1"/>
              <a:t>v</a:t>
            </a:r>
            <a:r>
              <a:rPr lang="en-US" altLang="zh-CN" sz="2400" i="1" baseline="-25000" dirty="0" err="1"/>
              <a:t>b</a:t>
            </a:r>
            <a:r>
              <a:rPr lang="en-US" altLang="zh-CN" sz="2400" dirty="0"/>
              <a:t> that avoids amplifier saturation</a:t>
            </a:r>
            <a:endParaRPr lang="zh-CN" alt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368FDD-5A2C-37EC-2F9E-B8D682168482}"/>
              </a:ext>
            </a:extLst>
          </p:cNvPr>
          <p:cNvSpPr txBox="1"/>
          <p:nvPr/>
        </p:nvSpPr>
        <p:spPr>
          <a:xfrm>
            <a:off x="5161650" y="704740"/>
            <a:ext cx="63562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Start with assuming linear operation region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(later checking this assumption against the result).</a:t>
            </a:r>
          </a:p>
        </p:txBody>
      </p:sp>
    </p:spTree>
    <p:extLst>
      <p:ext uri="{BB962C8B-B14F-4D97-AF65-F5344CB8AC3E}">
        <p14:creationId xmlns:p14="http://schemas.microsoft.com/office/powerpoint/2010/main" val="252302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7330D-E839-417D-CABB-B6744452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BA2E2B-4BA1-1C6F-455A-7660AC5A8FBB}"/>
                  </a:ext>
                </a:extLst>
              </p14:cNvPr>
              <p14:cNvContentPartPr/>
              <p14:nvPr/>
            </p14:nvContentPartPr>
            <p14:xfrm>
              <a:off x="529560" y="488880"/>
              <a:ext cx="11534760" cy="5802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BA2E2B-4BA1-1C6F-455A-7660AC5A8F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0200" y="479520"/>
                <a:ext cx="11553480" cy="582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2137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838199" y="171689"/>
            <a:ext cx="10515600" cy="1325563"/>
          </a:xfrm>
        </p:spPr>
        <p:txBody>
          <a:bodyPr/>
          <a:lstStyle/>
          <a:p>
            <a:r>
              <a:rPr lang="en-US" altLang="en-US" dirty="0"/>
              <a:t>Op-Amp Circuits with Feedbacks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838199" y="1314450"/>
            <a:ext cx="10769083" cy="4655029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Op-amps take on an expanded functional ability with the use of feedback. Depending on what elements this signal passes through the gain and behavior of the op-amp changes.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The idea is that the output of the op-amp is fed back into the inverting/noninverting terminal.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Feedback to the inverting terminal is called “</a:t>
            </a:r>
            <a:r>
              <a:rPr lang="en-US" altLang="en-US" b="1" u="sng" dirty="0"/>
              <a:t>negative feedback</a:t>
            </a:r>
            <a:r>
              <a:rPr lang="en-US" altLang="en-US" dirty="0"/>
              <a:t>”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Feedback to the non-inverting terminal is called “</a:t>
            </a:r>
            <a:r>
              <a:rPr lang="en-US" altLang="en-US" b="1" u="sng" dirty="0"/>
              <a:t>positive feedback</a:t>
            </a:r>
            <a:r>
              <a:rPr lang="en-US" altLang="en-US" dirty="0"/>
              <a:t>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5" name="Picture 2" descr="https://sub.allaboutcircuits.com/images/0303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469" y="4961402"/>
            <a:ext cx="2832786" cy="127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s://sub.allaboutcircuits.com/images/03052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05"/>
          <a:stretch/>
        </p:blipFill>
        <p:spPr bwMode="auto">
          <a:xfrm>
            <a:off x="6850380" y="4753211"/>
            <a:ext cx="2457061" cy="1409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970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48130" name="Picture 2" descr="https://sub.allaboutcircuits.com/images/03034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689" y="1837293"/>
            <a:ext cx="2832786" cy="127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816765" y="1985226"/>
            <a:ext cx="5017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Example: A voltage follower by a </a:t>
            </a:r>
            <a:r>
              <a:rPr lang="en-US" altLang="zh-CN" sz="2400" b="1" dirty="0"/>
              <a:t>negative</a:t>
            </a:r>
            <a:r>
              <a:rPr lang="en-US" altLang="zh-CN" sz="2400" dirty="0"/>
              <a:t> feedback circuit with op-amp</a:t>
            </a:r>
            <a:endParaRPr lang="zh-CN" altLang="en-US" sz="2400" dirty="0"/>
          </a:p>
        </p:txBody>
      </p:sp>
      <p:grpSp>
        <p:nvGrpSpPr>
          <p:cNvPr id="3" name="Group 2"/>
          <p:cNvGrpSpPr/>
          <p:nvPr/>
        </p:nvGrpSpPr>
        <p:grpSpPr>
          <a:xfrm>
            <a:off x="1361827" y="3619677"/>
            <a:ext cx="5006889" cy="2708098"/>
            <a:chOff x="769922" y="1530770"/>
            <a:chExt cx="5006889" cy="2708098"/>
          </a:xfrm>
        </p:grpSpPr>
        <p:pic>
          <p:nvPicPr>
            <p:cNvPr id="48134" name="Picture 6" descr="https://sub.allaboutcircuits.com/images/03035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049" y="1762367"/>
              <a:ext cx="4876800" cy="24765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769922" y="1530770"/>
              <a:ext cx="5006889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If there is an output voltage drop by delta</a:t>
              </a:r>
            </a:p>
          </p:txBody>
        </p:sp>
      </p:grp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838199" y="171689"/>
            <a:ext cx="10515600" cy="1325563"/>
          </a:xfrm>
        </p:spPr>
        <p:txBody>
          <a:bodyPr/>
          <a:lstStyle/>
          <a:p>
            <a:r>
              <a:rPr lang="en-US" altLang="en-US" dirty="0"/>
              <a:t>Negative feedback creates a condition of equilibrium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7055895" y="3435775"/>
            <a:ext cx="4381247" cy="2920575"/>
            <a:chOff x="7055895" y="3435775"/>
            <a:chExt cx="4381247" cy="2920575"/>
          </a:xfrm>
        </p:grpSpPr>
        <p:pic>
          <p:nvPicPr>
            <p:cNvPr id="48136" name="Picture 8" descr="https://sub.allaboutcircuits.com/images/03051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7294" y="3851274"/>
              <a:ext cx="2838450" cy="2505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/>
            <p:cNvSpPr txBox="1"/>
            <p:nvPr/>
          </p:nvSpPr>
          <p:spPr>
            <a:xfrm>
              <a:off x="7055895" y="3435775"/>
              <a:ext cx="4381247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then the output will increases, and vice versa, until “balance”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17DD6FD-D051-506F-4A63-482ECF0EC882}"/>
                  </a:ext>
                </a:extLst>
              </p14:cNvPr>
              <p14:cNvContentPartPr/>
              <p14:nvPr/>
            </p14:nvContentPartPr>
            <p14:xfrm>
              <a:off x="3648570" y="3950990"/>
              <a:ext cx="21240" cy="19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17DD6FD-D051-506F-4A63-482ECF0EC88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39930" y="3942350"/>
                <a:ext cx="388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DEFC2DF-B853-C501-5E98-95668BEFB76D}"/>
                  </a:ext>
                </a:extLst>
              </p14:cNvPr>
              <p14:cNvContentPartPr/>
              <p14:nvPr/>
            </p14:nvContentPartPr>
            <p14:xfrm>
              <a:off x="3729570" y="3808430"/>
              <a:ext cx="19080" cy="19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DEFC2DF-B853-C501-5E98-95668BEFB76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20570" y="3799790"/>
                <a:ext cx="36720" cy="3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829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16765" y="1985226"/>
            <a:ext cx="5017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Example: A voltage follower by a </a:t>
            </a:r>
            <a:r>
              <a:rPr lang="en-US" altLang="zh-CN" sz="2400" b="1" dirty="0"/>
              <a:t>positive</a:t>
            </a:r>
            <a:r>
              <a:rPr lang="en-US" altLang="zh-CN" sz="2400" dirty="0"/>
              <a:t> feedback circuit with op-amp</a:t>
            </a:r>
            <a:endParaRPr lang="zh-CN" altLang="en-US" sz="2400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838199" y="171689"/>
            <a:ext cx="10515600" cy="1325563"/>
          </a:xfrm>
        </p:spPr>
        <p:txBody>
          <a:bodyPr/>
          <a:lstStyle/>
          <a:p>
            <a:r>
              <a:rPr lang="en-US" altLang="en-US" dirty="0"/>
              <a:t>Positive feedback tends to lock the output at the boundaries</a:t>
            </a:r>
          </a:p>
        </p:txBody>
      </p:sp>
      <p:pic>
        <p:nvPicPr>
          <p:cNvPr id="13" name="Picture 4" descr="https://sub.allaboutcircuits.com/images/03052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05"/>
          <a:stretch/>
        </p:blipFill>
        <p:spPr bwMode="auto">
          <a:xfrm>
            <a:off x="7247021" y="1695872"/>
            <a:ext cx="2457061" cy="1409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0" descr="https://sub.allaboutcircuits.com/images/0305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172" y="4225266"/>
            <a:ext cx="2503503" cy="143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6095999" y="3678694"/>
            <a:ext cx="506930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2C3E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our circuit is saturated at an output voltage of +12 </a:t>
            </a:r>
            <a:r>
              <a:rPr lang="en-US" altLang="zh-CN" sz="2400">
                <a:solidFill>
                  <a:srgbClr val="2C3E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volts (the power supply), </a:t>
            </a:r>
            <a:r>
              <a:rPr lang="en-US" altLang="zh-CN" sz="2400" dirty="0">
                <a:solidFill>
                  <a:srgbClr val="2C3E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will take an input voltage at the inverting input of at least +12 volts to get the output to change. When it changes, it will saturate fully negative.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95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79" y="487133"/>
            <a:ext cx="6547024" cy="1367422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A positive feedback circuit: There are only two states of the output, which is triggered by two thresholds</a:t>
            </a:r>
            <a:endParaRPr lang="zh-CN" altLang="en-US" sz="32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29603" y="487133"/>
            <a:ext cx="3968576" cy="236929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14" y="3233305"/>
            <a:ext cx="5916690" cy="30181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33321" y="3233305"/>
            <a:ext cx="4020479" cy="33556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6DCDBC3-4AD6-AC4E-B902-C973AD0E49D0}"/>
                  </a:ext>
                </a:extLst>
              </p14:cNvPr>
              <p14:cNvContentPartPr/>
              <p14:nvPr/>
            </p14:nvContentPartPr>
            <p14:xfrm>
              <a:off x="8239668" y="3350369"/>
              <a:ext cx="1582920" cy="2514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6DCDBC3-4AD6-AC4E-B902-C973AD0E49D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30668" y="3341369"/>
                <a:ext cx="1600560" cy="253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91DED1A-1698-344D-A17C-949FABC76BA8}"/>
                  </a:ext>
                </a:extLst>
              </p14:cNvPr>
              <p14:cNvContentPartPr/>
              <p14:nvPr/>
            </p14:nvContentPartPr>
            <p14:xfrm>
              <a:off x="7826388" y="3675449"/>
              <a:ext cx="758520" cy="2276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91DED1A-1698-344D-A17C-949FABC76BA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17388" y="3666809"/>
                <a:ext cx="776160" cy="229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7291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Application of the “latch” circuit: lock the output in a stable state</a:t>
            </a:r>
            <a:endParaRPr lang="zh-CN" alt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067" y="1218417"/>
            <a:ext cx="10515600" cy="1729338"/>
          </a:xfrm>
        </p:spPr>
        <p:txBody>
          <a:bodyPr>
            <a:normAutofit/>
          </a:bodyPr>
          <a:lstStyle/>
          <a:p>
            <a:pPr algn="just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feedback creates a condition of </a:t>
            </a:r>
            <a:r>
              <a:rPr lang="en-US" altLang="zh-CN" sz="2400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hysteresis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(the tendency to “latch” in one of two extreme states).</a:t>
            </a:r>
          </a:p>
          <a:p>
            <a:pPr algn="just"/>
            <a:r>
              <a:rPr lang="en-US" altLang="zh-CN" sz="2400" dirty="0"/>
              <a:t>Recall the (open loop) comparator:</a:t>
            </a:r>
            <a:endParaRPr lang="zh-CN" alt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4711" y="2513729"/>
            <a:ext cx="3834839" cy="17895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597" y="1802780"/>
            <a:ext cx="4323216" cy="1503300"/>
          </a:xfrm>
          <a:prstGeom prst="rect">
            <a:avLst/>
          </a:prstGeom>
        </p:spPr>
      </p:pic>
      <p:pic>
        <p:nvPicPr>
          <p:cNvPr id="49154" name="Picture 2" descr="https://sub.allaboutcircuits.com/images/03055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38"/>
          <a:stretch/>
        </p:blipFill>
        <p:spPr bwMode="auto">
          <a:xfrm>
            <a:off x="7135590" y="3248663"/>
            <a:ext cx="4533229" cy="157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3726967" y="2681129"/>
            <a:ext cx="32657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sensitive because any time there is a transition through the reference voltage level, no matter how tiny that transition may be, the output of the comparator will switch states, producing a square wave with “glitches.”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9156" name="Picture 4" descr="https://sub.allaboutcircuits.com/images/03056.png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045198"/>
            <a:ext cx="3738174" cy="1676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158" name="Picture 6" descr="https://sub.allaboutcircuits.com/images/03057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513" y="4844967"/>
            <a:ext cx="3872499" cy="1843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0529824-ED65-0640-A928-D0C339D4F035}"/>
                  </a:ext>
                </a:extLst>
              </p14:cNvPr>
              <p14:cNvContentPartPr/>
              <p14:nvPr/>
            </p14:nvContentPartPr>
            <p14:xfrm>
              <a:off x="1604868" y="2513729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0529824-ED65-0640-A928-D0C339D4F03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95868" y="2505089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45C442-1A16-A543-B814-49BEB06B994F}"/>
              </a:ext>
            </a:extLst>
          </p:cNvPr>
          <p:cNvSpPr txBox="1"/>
          <p:nvPr/>
        </p:nvSpPr>
        <p:spPr>
          <a:xfrm>
            <a:off x="769114" y="4656639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If we add positive feedback:</a:t>
            </a:r>
          </a:p>
        </p:txBody>
      </p:sp>
    </p:spTree>
    <p:extLst>
      <p:ext uri="{BB962C8B-B14F-4D97-AF65-F5344CB8AC3E}">
        <p14:creationId xmlns:p14="http://schemas.microsoft.com/office/powerpoint/2010/main" val="247728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972E9-CE59-923A-CB44-314DD921D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13D1D0-90CD-1B75-AD24-EA1818041BD6}"/>
                  </a:ext>
                </a:extLst>
              </p14:cNvPr>
              <p14:cNvContentPartPr/>
              <p14:nvPr/>
            </p14:nvContentPartPr>
            <p14:xfrm>
              <a:off x="1141920" y="232560"/>
              <a:ext cx="10989360" cy="6523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13D1D0-90CD-1B75-AD24-EA1818041B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2560" y="223200"/>
                <a:ext cx="11008080" cy="65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5BBFC7-4727-F43C-2CD2-4F2FE6C03BC2}"/>
                  </a:ext>
                </a:extLst>
              </p14:cNvPr>
              <p14:cNvContentPartPr/>
              <p14:nvPr/>
            </p14:nvContentPartPr>
            <p14:xfrm>
              <a:off x="4777560" y="2780640"/>
              <a:ext cx="4957200" cy="3441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5BBFC7-4727-F43C-2CD2-4F2FE6C03B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68200" y="2771280"/>
                <a:ext cx="4975920" cy="346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F3C2C1F8-8D05-ED24-139F-06CC42822807}"/>
                  </a:ext>
                </a:extLst>
              </p14:cNvPr>
              <p14:cNvContentPartPr/>
              <p14:nvPr/>
            </p14:nvContentPartPr>
            <p14:xfrm>
              <a:off x="6227400" y="761100"/>
              <a:ext cx="251640" cy="140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F3C2C1F8-8D05-ED24-139F-06CC428228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18400" y="752100"/>
                <a:ext cx="2692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E4952C5B-FFFD-09AE-F809-87EBA503C6CC}"/>
                  </a:ext>
                </a:extLst>
              </p14:cNvPr>
              <p14:cNvContentPartPr/>
              <p14:nvPr/>
            </p14:nvContentPartPr>
            <p14:xfrm>
              <a:off x="9778800" y="2684940"/>
              <a:ext cx="350640" cy="432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E4952C5B-FFFD-09AE-F809-87EBA503C6C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70160" y="2675940"/>
                <a:ext cx="3682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B566A844-21ED-C905-DCDF-D3E69DF1F1C2}"/>
                  </a:ext>
                </a:extLst>
              </p14:cNvPr>
              <p14:cNvContentPartPr/>
              <p14:nvPr/>
            </p14:nvContentPartPr>
            <p14:xfrm>
              <a:off x="9599520" y="4861860"/>
              <a:ext cx="306720" cy="75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B566A844-21ED-C905-DCDF-D3E69DF1F1C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90520" y="4852860"/>
                <a:ext cx="324360" cy="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9563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722429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Negative feedback op-amp circuit </a:t>
            </a:r>
            <a:endParaRPr lang="zh-CN" alt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848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feedback creates a condition of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equilibrium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(balance). </a:t>
            </a:r>
          </a:p>
          <a:p>
            <a:r>
              <a:rPr lang="en-US" altLang="zh-CN" dirty="0"/>
              <a:t>It enables the op-amp to </a:t>
            </a:r>
            <a:r>
              <a:rPr lang="en-US" altLang="zh-CN" dirty="0">
                <a:solidFill>
                  <a:srgbClr val="FF0000"/>
                </a:solidFill>
              </a:rPr>
              <a:t>possibly</a:t>
            </a:r>
            <a:r>
              <a:rPr lang="en-US" altLang="zh-CN" dirty="0"/>
              <a:t> operate in its linear region.</a:t>
            </a:r>
          </a:p>
          <a:p>
            <a:r>
              <a:rPr lang="en-US" altLang="zh-CN" dirty="0"/>
              <a:t>Recall that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Usually, with negative feedback, the op-amp circuit can be used to amplify input signals.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292" y="2864302"/>
            <a:ext cx="3714750" cy="25431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220614" y="3539288"/>
                <a:ext cx="219734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400" dirty="0"/>
                  <a:t>=0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614" y="3539288"/>
                <a:ext cx="2197341" cy="461665"/>
              </a:xfrm>
              <a:prstGeom prst="rect">
                <a:avLst/>
              </a:prstGeom>
              <a:blipFill>
                <a:blip r:embed="rId3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36933" y="4135890"/>
                <a:ext cx="11420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933" y="4135890"/>
                <a:ext cx="1142044" cy="369332"/>
              </a:xfrm>
              <a:prstGeom prst="rect">
                <a:avLst/>
              </a:prstGeom>
              <a:blipFill>
                <a:blip r:embed="rId4"/>
                <a:stretch>
                  <a:fillRect l="-3191"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677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Inverting Amplifier Circuit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5851849" cy="495587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dirty="0"/>
              <a:t>The first useful op-amp circuit that we will consider is the </a:t>
            </a:r>
            <a:r>
              <a:rPr lang="en-US" altLang="en-US" b="1" u="sng" dirty="0"/>
              <a:t>inverting amplifier</a:t>
            </a:r>
          </a:p>
          <a:p>
            <a:pPr algn="just">
              <a:lnSpc>
                <a:spcPct val="100000"/>
              </a:lnSpc>
            </a:pPr>
            <a:r>
              <a:rPr lang="en-US" altLang="en-US" dirty="0"/>
              <a:t>Here the noninverting input is grounded.</a:t>
            </a:r>
          </a:p>
          <a:p>
            <a:pPr algn="just">
              <a:lnSpc>
                <a:spcPct val="100000"/>
              </a:lnSpc>
            </a:pPr>
            <a:r>
              <a:rPr lang="en-US" altLang="en-US" dirty="0"/>
              <a:t>The inverting terminal is connected to the output via a feedback resistor,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f</a:t>
            </a:r>
            <a:r>
              <a:rPr lang="en-US" altLang="en-US" dirty="0"/>
              <a:t> </a:t>
            </a:r>
          </a:p>
          <a:p>
            <a:pPr algn="just">
              <a:lnSpc>
                <a:spcPct val="100000"/>
              </a:lnSpc>
            </a:pPr>
            <a:r>
              <a:rPr lang="en-US" altLang="en-US" dirty="0"/>
              <a:t>The input is also connected to the inverting terminal via another resistor,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1</a:t>
            </a:r>
            <a:endParaRPr lang="en-US" altLang="en-US" i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12293" name="Picture 5" descr="C:\Users\Joel\Documents\Teaching\McGraw Hill\Fundamentals of Electric Circuits 5e\figures\Ch05\Color Labeled\ale80571_05_01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314" y="1976482"/>
            <a:ext cx="4491486" cy="3498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152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Inverting Amplifier Circuit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024114" cy="4525963"/>
          </a:xfrm>
        </p:spPr>
        <p:txBody>
          <a:bodyPr/>
          <a:lstStyle/>
          <a:p>
            <a:r>
              <a:rPr lang="en-US" altLang="en-US" dirty="0"/>
              <a:t>By applying KCL to node 1 of the circuit, one can see that: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pPr algn="just"/>
            <a:r>
              <a:rPr lang="en-US" altLang="en-US" dirty="0"/>
              <a:t>Also, in this circuit, the non-inverting terminal is grounded</a:t>
            </a:r>
          </a:p>
          <a:p>
            <a:pPr algn="just"/>
            <a:r>
              <a:rPr lang="en-US" altLang="en-US" dirty="0"/>
              <a:t>With negative feedback established through the feedback resistor, this means that </a:t>
            </a:r>
            <a:r>
              <a:rPr lang="en-US" altLang="en-US" i="1" dirty="0"/>
              <a:t>v</a:t>
            </a:r>
            <a:r>
              <a:rPr lang="en-US" altLang="en-US" i="1" baseline="-25000" dirty="0"/>
              <a:t>1</a:t>
            </a:r>
            <a:r>
              <a:rPr lang="en-US" altLang="en-US" dirty="0"/>
              <a:t> is also zero volts. </a:t>
            </a:r>
          </a:p>
          <a:p>
            <a:r>
              <a:rPr lang="en-US" altLang="en-US" dirty="0"/>
              <a:t>This yields: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133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641819"/>
              </p:ext>
            </p:extLst>
          </p:nvPr>
        </p:nvGraphicFramePr>
        <p:xfrm>
          <a:off x="3332670" y="5594393"/>
          <a:ext cx="1579105" cy="1063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60113" imgH="444307" progId="Equation.DSMT4">
                  <p:embed/>
                </p:oleObj>
              </mc:Choice>
              <mc:Fallback>
                <p:oleObj name="Equation" r:id="rId3" imgW="660113" imgH="444307" progId="Equation.DSMT4">
                  <p:embed/>
                  <p:pic>
                    <p:nvPicPr>
                      <p:cNvPr id="133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670" y="5594393"/>
                        <a:ext cx="1579105" cy="10637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5" descr="C:\Users\Joel\Documents\Teaching\McGraw Hill\Fundamentals of Electric Circuits 5e\figures\Ch05\Color Labeled\ale80571_05_01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314" y="1976482"/>
            <a:ext cx="4491486" cy="3498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96352" y="2536707"/>
            <a:ext cx="3361205" cy="95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866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Inverting Amplifier Circuit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024114" cy="5030787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US" altLang="en-US" dirty="0"/>
              <a:t>This can be rearranged to show the relationship between the input and output voltages</a:t>
            </a:r>
          </a:p>
          <a:p>
            <a:pPr>
              <a:lnSpc>
                <a:spcPct val="110000"/>
              </a:lnSpc>
            </a:pPr>
            <a:endParaRPr lang="en-US" altLang="en-US" dirty="0"/>
          </a:p>
          <a:p>
            <a:pPr>
              <a:lnSpc>
                <a:spcPct val="110000"/>
              </a:lnSpc>
            </a:pPr>
            <a:r>
              <a:rPr lang="en-US" altLang="en-US" dirty="0"/>
              <a:t>From this one can see that: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The gain is the ratio of the feedback resistor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f</a:t>
            </a:r>
            <a:r>
              <a:rPr lang="en-US" altLang="en-US" baseline="-25000" dirty="0"/>
              <a:t> </a:t>
            </a:r>
            <a:r>
              <a:rPr lang="en-US" altLang="en-US" dirty="0"/>
              <a:t>and R</a:t>
            </a:r>
            <a:r>
              <a:rPr lang="en-US" altLang="en-US" baseline="-25000" dirty="0"/>
              <a:t>1</a:t>
            </a:r>
            <a:endParaRPr lang="en-US" altLang="en-US" dirty="0"/>
          </a:p>
          <a:p>
            <a:pPr lvl="1" algn="just">
              <a:lnSpc>
                <a:spcPct val="110000"/>
              </a:lnSpc>
            </a:pPr>
            <a:r>
              <a:rPr lang="en-US" altLang="en-US" dirty="0"/>
              <a:t>The polarity of the output is the reverse of the input, thus the name </a:t>
            </a:r>
          </a:p>
          <a:p>
            <a:pPr marL="457200" lvl="1" indent="0" algn="ctr">
              <a:lnSpc>
                <a:spcPct val="110000"/>
              </a:lnSpc>
              <a:buNone/>
            </a:pPr>
            <a:r>
              <a:rPr lang="en-US" altLang="en-US" dirty="0">
                <a:solidFill>
                  <a:srgbClr val="FF0000"/>
                </a:solidFill>
              </a:rPr>
              <a:t>	</a:t>
            </a:r>
            <a:r>
              <a:rPr lang="en-US" altLang="en-US" sz="2800" dirty="0">
                <a:solidFill>
                  <a:srgbClr val="FF0000"/>
                </a:solidFill>
              </a:rPr>
              <a:t>“inverting amplifier”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143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3691"/>
              </p:ext>
            </p:extLst>
          </p:nvPr>
        </p:nvGraphicFramePr>
        <p:xfrm>
          <a:off x="3028000" y="2980961"/>
          <a:ext cx="1644515" cy="1020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36600" imgH="457200" progId="Equation.DSMT4">
                  <p:embed/>
                </p:oleObj>
              </mc:Choice>
              <mc:Fallback>
                <p:oleObj name="Equation" r:id="rId3" imgW="736600" imgH="457200" progId="Equation.DSMT4">
                  <p:embed/>
                  <p:pic>
                    <p:nvPicPr>
                      <p:cNvPr id="143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000" y="2980961"/>
                        <a:ext cx="1644515" cy="10203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5" descr="C:\Users\Joel\Documents\Teaching\McGraw Hill\Fundamentals of Electric Circuits 5e\figures\Ch05\Color Labeled\ale80571_05_01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314" y="1976482"/>
            <a:ext cx="4491486" cy="3498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5922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Equivalent Circuit for Inverting Amplifier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5683370" cy="452596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sz="3200" dirty="0"/>
              <a:t>The inverting amplifier’s equivalent circuit is shown here</a:t>
            </a:r>
          </a:p>
          <a:p>
            <a:pPr algn="just">
              <a:lnSpc>
                <a:spcPct val="100000"/>
              </a:lnSpc>
            </a:pPr>
            <a:r>
              <a:rPr lang="en-US" altLang="en-US" sz="3200" dirty="0"/>
              <a:t>Note that it has a finite input resistance</a:t>
            </a:r>
          </a:p>
          <a:p>
            <a:pPr algn="just">
              <a:lnSpc>
                <a:spcPct val="100000"/>
              </a:lnSpc>
            </a:pPr>
            <a:r>
              <a:rPr lang="en-US" altLang="en-US" sz="3200" dirty="0"/>
              <a:t>It is also a good candidate for making a </a:t>
            </a:r>
            <a:r>
              <a:rPr lang="en-US" altLang="en-US" sz="3200" b="1" u="sng" dirty="0"/>
              <a:t>current-to-voltage converter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15365" name="Picture 5" descr="C:\Users\Joel\Documents\Teaching\McGraw Hill\Fundamentals of Electric Circuits 5e\figures\Ch05\Color Labeled\ale80571_05_01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718" y="2283886"/>
            <a:ext cx="4974565" cy="2452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E9ABE8A-C886-BC04-9729-E0C5440DE4EA}"/>
                  </a:ext>
                </a:extLst>
              </p14:cNvPr>
              <p14:cNvContentPartPr/>
              <p14:nvPr/>
            </p14:nvContentPartPr>
            <p14:xfrm>
              <a:off x="3149280" y="4941360"/>
              <a:ext cx="6502680" cy="559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E9ABE8A-C886-BC04-9729-E0C5440DE4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39920" y="4932000"/>
                <a:ext cx="6521400" cy="5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C75CD5E-4E7B-C618-38EF-E66ACDBEC008}"/>
                  </a:ext>
                </a:extLst>
              </p14:cNvPr>
              <p14:cNvContentPartPr/>
              <p14:nvPr/>
            </p14:nvContentPartPr>
            <p14:xfrm>
              <a:off x="9534240" y="5004720"/>
              <a:ext cx="119520" cy="468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C75CD5E-4E7B-C618-38EF-E66ACDBEC00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524880" y="4995360"/>
                <a:ext cx="138240" cy="48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2252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Application Example: Summing Amplifier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6556676" cy="250597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Take the inverting amplifier and combines several inputs each via their own resistor: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The current from each input will be proportional to the applied voltage and the input resistance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19461" name="Picture 5" descr="C:\Users\Joel\Documents\Teaching\McGraw Hill\Fundamentals of Electric Circuits 5e\figures\Ch05\Color Labeled\ale80571_05_02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076" y="2329132"/>
            <a:ext cx="4031266" cy="2922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4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84906"/>
              </p:ext>
            </p:extLst>
          </p:nvPr>
        </p:nvGraphicFramePr>
        <p:xfrm>
          <a:off x="1982271" y="4078209"/>
          <a:ext cx="4623310" cy="808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16200" imgH="457200" progId="Equation.DSMT4">
                  <p:embed/>
                </p:oleObj>
              </mc:Choice>
              <mc:Fallback>
                <p:oleObj name="Equation" r:id="rId4" imgW="2616200" imgH="457200" progId="Equation.DSMT4">
                  <p:embed/>
                  <p:pic>
                    <p:nvPicPr>
                      <p:cNvPr id="194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271" y="4078209"/>
                        <a:ext cx="4623310" cy="8080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464857" y="5098468"/>
                <a:ext cx="4638449" cy="4954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2000" dirty="0"/>
                  <a:t>So we have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857" y="5098468"/>
                <a:ext cx="4638449" cy="495457"/>
              </a:xfrm>
              <a:prstGeom prst="rect">
                <a:avLst/>
              </a:prstGeom>
              <a:blipFill>
                <a:blip r:embed="rId7"/>
                <a:stretch>
                  <a:fillRect l="-3285" b="-85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198152" y="5969266"/>
                <a:ext cx="2905154" cy="36933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8152" y="5969266"/>
                <a:ext cx="2905154" cy="369332"/>
              </a:xfrm>
              <a:prstGeom prst="rect">
                <a:avLst/>
              </a:prstGeom>
              <a:blipFill>
                <a:blip r:embed="rId8"/>
                <a:stretch>
                  <a:fillRect l="-840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91785" y="5941566"/>
                <a:ext cx="4055982" cy="424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0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zh-CN" sz="2000" dirty="0"/>
                  <a:t>, then we have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785" y="5941566"/>
                <a:ext cx="4055982" cy="424732"/>
              </a:xfrm>
              <a:prstGeom prst="rect">
                <a:avLst/>
              </a:prstGeom>
              <a:blipFill>
                <a:blip r:embed="rId9"/>
                <a:stretch>
                  <a:fillRect l="-1502" t="-8696" r="-601" b="-20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989484"/>
              </p:ext>
            </p:extLst>
          </p:nvPr>
        </p:nvGraphicFramePr>
        <p:xfrm>
          <a:off x="1782036" y="4940446"/>
          <a:ext cx="13382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25500" imgH="469900" progId="Equation.DSMT4">
                  <p:embed/>
                </p:oleObj>
              </mc:Choice>
              <mc:Fallback>
                <p:oleObj name="Equation" r:id="rId10" imgW="825500" imgH="469900" progId="Equation.DSMT4">
                  <p:embed/>
                  <p:pic>
                    <p:nvPicPr>
                      <p:cNvPr id="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036" y="4940446"/>
                        <a:ext cx="1338263" cy="762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93013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Practice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27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If 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i="1" dirty="0"/>
              <a:t> =</a:t>
            </a:r>
            <a:r>
              <a:rPr lang="en-US" altLang="zh-CN" dirty="0"/>
              <a:t> 0.5 V, calculate: (a) the output voltage 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o</a:t>
            </a:r>
            <a:r>
              <a:rPr lang="en-US" altLang="zh-CN" dirty="0"/>
              <a:t>, and (b) the current in the 10k resistor.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10594"/>
            <a:ext cx="5377935" cy="329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135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Practice</a:t>
            </a:r>
            <a:endParaRPr lang="zh-CN" alt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4660" y="2239790"/>
            <a:ext cx="6274527" cy="356745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8200" y="1690599"/>
            <a:ext cx="59378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Calculate </a:t>
            </a:r>
            <a:r>
              <a:rPr lang="en-US" altLang="zh-CN" sz="2800" i="1" dirty="0" err="1"/>
              <a:t>v</a:t>
            </a:r>
            <a:r>
              <a:rPr lang="en-US" altLang="zh-CN" sz="2800" i="1" baseline="-25000" dirty="0" err="1"/>
              <a:t>o</a:t>
            </a:r>
            <a:r>
              <a:rPr lang="en-US" altLang="zh-CN" sz="2800" i="1" baseline="-25000" dirty="0"/>
              <a:t> </a:t>
            </a:r>
            <a:r>
              <a:rPr lang="en-US" altLang="zh-CN" sz="2800" dirty="0"/>
              <a:t>and </a:t>
            </a:r>
            <a:r>
              <a:rPr lang="en-US" altLang="zh-CN" sz="2800" i="1" dirty="0" err="1"/>
              <a:t>i</a:t>
            </a:r>
            <a:r>
              <a:rPr lang="en-US" altLang="zh-CN" sz="2800" i="1" baseline="-25000" dirty="0" err="1"/>
              <a:t>o</a:t>
            </a:r>
            <a:r>
              <a:rPr lang="en-US" altLang="zh-CN" sz="2800" i="1" dirty="0"/>
              <a:t>  </a:t>
            </a:r>
            <a:r>
              <a:rPr lang="en-US" altLang="zh-CN" sz="2800" dirty="0"/>
              <a:t>in the op amp circuit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98296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Noninverting Amplifier Circuit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6553200" cy="4525963"/>
          </a:xfrm>
        </p:spPr>
        <p:txBody>
          <a:bodyPr>
            <a:normAutofit/>
          </a:bodyPr>
          <a:lstStyle/>
          <a:p>
            <a:r>
              <a:rPr lang="en-US" altLang="en-US" dirty="0"/>
              <a:t>Another important op-amp circuit is the </a:t>
            </a:r>
            <a:r>
              <a:rPr lang="en-US" altLang="en-US" b="1" u="sng" dirty="0"/>
              <a:t>noninverting amplifier.</a:t>
            </a:r>
          </a:p>
          <a:p>
            <a:r>
              <a:rPr lang="en-US" altLang="en-US" dirty="0"/>
              <a:t>The basic configuration of the amplifier is the same as the inverting amplifier.</a:t>
            </a:r>
          </a:p>
          <a:p>
            <a:r>
              <a:rPr lang="en-US" altLang="en-US" dirty="0"/>
              <a:t>Except that </a:t>
            </a:r>
            <a:r>
              <a:rPr lang="en-US" altLang="en-US" i="1" u="sng" dirty="0"/>
              <a:t>the input and the ground are switched.</a:t>
            </a:r>
          </a:p>
          <a:p>
            <a:r>
              <a:rPr lang="en-US" altLang="en-US" dirty="0"/>
              <a:t>Once again applying KCL to the inverting terminal gives: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16389" name="Picture 5" descr="C:\Users\Joel\Documents\Teaching\McGraw Hill\Fundamentals of Electric Circuits 5e\figures\Ch05\Color Labeled\ale80571_05_01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0486" y="2062675"/>
            <a:ext cx="4386442" cy="3216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233989"/>
              </p:ext>
            </p:extLst>
          </p:nvPr>
        </p:nvGraphicFramePr>
        <p:xfrm>
          <a:off x="2345471" y="5279548"/>
          <a:ext cx="3537744" cy="1076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59866" imgH="444307" progId="Equation.DSMT4">
                  <p:embed/>
                </p:oleObj>
              </mc:Choice>
              <mc:Fallback>
                <p:oleObj name="Equation" r:id="rId4" imgW="1459866" imgH="444307" progId="Equation.DSMT4">
                  <p:embed/>
                  <p:pic>
                    <p:nvPicPr>
                      <p:cNvPr id="163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5471" y="5279548"/>
                        <a:ext cx="3537744" cy="10768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3533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Noninverting Amplifier Circuit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390736" cy="4351338"/>
          </a:xfrm>
        </p:spPr>
        <p:txBody>
          <a:bodyPr/>
          <a:lstStyle/>
          <a:p>
            <a:pPr algn="just"/>
            <a:r>
              <a:rPr lang="en-US" altLang="en-US" dirty="0"/>
              <a:t>There is once again negative feedback in the circuit, thus we know that the input voltage is present at the inverting terminal.</a:t>
            </a:r>
          </a:p>
          <a:p>
            <a:pPr algn="just"/>
            <a:r>
              <a:rPr lang="en-US" altLang="en-US" dirty="0"/>
              <a:t>This gives the following relationship:</a:t>
            </a:r>
          </a:p>
          <a:p>
            <a:pPr algn="just"/>
            <a:endParaRPr lang="en-US" altLang="en-US" dirty="0"/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The output voltage is thus:</a:t>
            </a:r>
          </a:p>
          <a:p>
            <a:pPr algn="just"/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174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094956"/>
              </p:ext>
            </p:extLst>
          </p:nvPr>
        </p:nvGraphicFramePr>
        <p:xfrm>
          <a:off x="3315731" y="3939948"/>
          <a:ext cx="1948867" cy="1065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12447" imgH="444307" progId="Equation.DSMT4">
                  <p:embed/>
                </p:oleObj>
              </mc:Choice>
              <mc:Fallback>
                <p:oleObj name="Equation" r:id="rId3" imgW="812447" imgH="444307" progId="Equation.DSMT4">
                  <p:embed/>
                  <p:pic>
                    <p:nvPicPr>
                      <p:cNvPr id="174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5731" y="3939948"/>
                        <a:ext cx="1948867" cy="10654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5652186"/>
              </p:ext>
            </p:extLst>
          </p:nvPr>
        </p:nvGraphicFramePr>
        <p:xfrm>
          <a:off x="3315731" y="5549899"/>
          <a:ext cx="2101658" cy="1050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65200" imgH="482600" progId="Equation.DSMT4">
                  <p:embed/>
                </p:oleObj>
              </mc:Choice>
              <mc:Fallback>
                <p:oleObj name="Equation" r:id="rId5" imgW="965200" imgH="482600" progId="Equation.DSMT4">
                  <p:embed/>
                  <p:pic>
                    <p:nvPicPr>
                      <p:cNvPr id="174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5731" y="5549899"/>
                        <a:ext cx="2101658" cy="10508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5" descr="C:\Users\Joel\Documents\Teaching\McGraw Hill\Fundamentals of Electric Circuits 5e\figures\Ch05\Color Labeled\ale80571_05_016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0486" y="2062675"/>
            <a:ext cx="4386442" cy="3216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764023" y="5710019"/>
            <a:ext cx="50129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Note that the gain here is positive, thus the amplifier is non-inverting</a:t>
            </a:r>
          </a:p>
        </p:txBody>
      </p:sp>
    </p:spTree>
    <p:extLst>
      <p:ext uri="{BB962C8B-B14F-4D97-AF65-F5344CB8AC3E}">
        <p14:creationId xmlns:p14="http://schemas.microsoft.com/office/powerpoint/2010/main" val="5151575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Noninverting Amplifier Circuit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838201" y="1600201"/>
            <a:ext cx="6327710" cy="4525963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dirty="0"/>
              <a:t>Note that this amplifier </a:t>
            </a:r>
            <a:r>
              <a:rPr lang="en-US" altLang="en-US" sz="2400" u="sng" dirty="0"/>
              <a:t>retains the infinite input impedance of the op-amp</a:t>
            </a:r>
          </a:p>
          <a:p>
            <a:pPr algn="just"/>
            <a:r>
              <a:rPr lang="en-US" altLang="en-US" sz="2400" dirty="0"/>
              <a:t>One aspect of this amplifier’s gain is that it can never go below 1.</a:t>
            </a:r>
          </a:p>
          <a:p>
            <a:pPr algn="just"/>
            <a:r>
              <a:rPr lang="en-US" altLang="en-US" sz="2400" dirty="0"/>
              <a:t>One could replace the feedback resistor with a wire and disconnect the ground and the gain would still be 1.</a:t>
            </a:r>
          </a:p>
          <a:p>
            <a:pPr algn="just"/>
            <a:r>
              <a:rPr lang="en-US" altLang="en-US" sz="2400" dirty="0"/>
              <a:t>This configuration is called a </a:t>
            </a:r>
            <a:r>
              <a:rPr lang="en-US" altLang="en-US" sz="2400" u="sng" dirty="0"/>
              <a:t>voltage follower </a:t>
            </a:r>
            <a:r>
              <a:rPr lang="en-US" altLang="en-US" sz="2400" dirty="0"/>
              <a:t>or a </a:t>
            </a:r>
            <a:r>
              <a:rPr lang="en-US" altLang="en-US" sz="2400" u="sng" dirty="0"/>
              <a:t>unity gain amplifier.</a:t>
            </a:r>
          </a:p>
          <a:p>
            <a:pPr algn="just"/>
            <a:r>
              <a:rPr lang="en-US" altLang="en-US" sz="2400" dirty="0"/>
              <a:t>It is good for separating two circuits while allowing a signal to pass through.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18437" name="Picture 5" descr="C:\Users\Joel\Documents\Teaching\McGraw Hill\Fundamentals of Electric Circuits 5e\figures\Ch05\Color Labeled\ale80571_05_01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130" y="1783492"/>
            <a:ext cx="3345814" cy="239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73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04427" y="4309291"/>
            <a:ext cx="3705225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81647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98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9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9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Practice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27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For the circuit as shown, find the output voltage 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o</a:t>
            </a:r>
            <a:r>
              <a:rPr lang="en-US" altLang="zh-CN" i="1" baseline="-25000" dirty="0"/>
              <a:t> </a:t>
            </a:r>
            <a:r>
              <a:rPr lang="en-US" altLang="zh-CN" i="1" dirty="0"/>
              <a:t>.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883" y="2482011"/>
            <a:ext cx="5273423" cy="365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3675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Practice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62300"/>
          </a:xfrm>
        </p:spPr>
        <p:txBody>
          <a:bodyPr/>
          <a:lstStyle/>
          <a:p>
            <a:r>
              <a:rPr lang="en-US" altLang="zh-CN" dirty="0"/>
              <a:t>Find the relation between the output voltage and input current source.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68" y="2463351"/>
            <a:ext cx="9706264" cy="38929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3FF4E62-5256-A930-49B9-D360E5FE1C35}"/>
                  </a:ext>
                </a:extLst>
              </p14:cNvPr>
              <p14:cNvContentPartPr/>
              <p14:nvPr/>
            </p14:nvContentPartPr>
            <p14:xfrm>
              <a:off x="8920080" y="3027600"/>
              <a:ext cx="2337840" cy="3327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3FF4E62-5256-A930-49B9-D360E5FE1C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10720" y="3018240"/>
                <a:ext cx="2356560" cy="334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27607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Difference Amplifier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562601" cy="4525963"/>
          </a:xfrm>
        </p:spPr>
        <p:txBody>
          <a:bodyPr/>
          <a:lstStyle/>
          <a:p>
            <a:pPr algn="just"/>
            <a:r>
              <a:rPr lang="en-US" altLang="en-US" sz="2400" dirty="0"/>
              <a:t>Subtraction should come naturally to the op-amp since its output is proportional to the difference between the two inputs</a:t>
            </a:r>
          </a:p>
          <a:p>
            <a:pPr algn="just"/>
            <a:r>
              <a:rPr lang="en-US" altLang="en-US" sz="2400" dirty="0"/>
              <a:t>For a circuit as shown on the right, applying KCL to node </a:t>
            </a:r>
            <a:r>
              <a:rPr lang="en-US" altLang="en-US" sz="2400" i="1" dirty="0"/>
              <a:t>a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b </a:t>
            </a:r>
            <a:r>
              <a:rPr lang="en-US" altLang="en-US" sz="2400" dirty="0"/>
              <a:t>in the circuit shown gives:</a:t>
            </a:r>
          </a:p>
          <a:p>
            <a:pPr algn="just"/>
            <a:endParaRPr lang="en-US" altLang="en-US" sz="2400" dirty="0"/>
          </a:p>
          <a:p>
            <a:pPr algn="just"/>
            <a:endParaRPr lang="en-US" altLang="en-US" sz="2400" dirty="0"/>
          </a:p>
          <a:p>
            <a:pPr algn="just"/>
            <a:r>
              <a:rPr lang="en-US" altLang="en-US" sz="2400" dirty="0"/>
              <a:t>With the negative feedback present, we know that </a:t>
            </a:r>
            <a:r>
              <a:rPr lang="en-US" altLang="en-US" sz="2400" i="1" dirty="0" err="1"/>
              <a:t>v</a:t>
            </a:r>
            <a:r>
              <a:rPr lang="en-US" altLang="en-US" sz="2400" i="1" baseline="-25000" dirty="0" err="1"/>
              <a:t>a</a:t>
            </a:r>
            <a:r>
              <a:rPr lang="en-US" altLang="en-US" sz="2400" i="1" dirty="0"/>
              <a:t>=</a:t>
            </a:r>
            <a:r>
              <a:rPr lang="en-US" altLang="en-US" sz="2400" i="1" dirty="0" err="1"/>
              <a:t>v</a:t>
            </a:r>
            <a:r>
              <a:rPr lang="en-US" altLang="en-US" sz="2400" i="1" baseline="-25000" dirty="0" err="1"/>
              <a:t>b</a:t>
            </a:r>
            <a:r>
              <a:rPr lang="en-US" altLang="en-US" sz="2400" dirty="0"/>
              <a:t> resulting in the following relationship:</a:t>
            </a:r>
          </a:p>
          <a:p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21509" name="Picture 5" descr="C:\Users\Joel\Documents\Teaching\McGraw Hill\Fundamentals of Electric Circuits 5e\figures\Ch05\Color Labeled\ale80571_05_02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019" y="2512220"/>
            <a:ext cx="4887781" cy="279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15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011847"/>
              </p:ext>
            </p:extLst>
          </p:nvPr>
        </p:nvGraphicFramePr>
        <p:xfrm>
          <a:off x="1424169" y="3932908"/>
          <a:ext cx="2224005" cy="7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4960" imgH="482400" progId="Equation.DSMT4">
                  <p:embed/>
                </p:oleObj>
              </mc:Choice>
              <mc:Fallback>
                <p:oleObj name="Equation" r:id="rId4" imgW="1434960" imgH="482400" progId="Equation.DSMT4">
                  <p:embed/>
                  <p:pic>
                    <p:nvPicPr>
                      <p:cNvPr id="215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4169" y="3932908"/>
                        <a:ext cx="2224005" cy="747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889432"/>
              </p:ext>
            </p:extLst>
          </p:nvPr>
        </p:nvGraphicFramePr>
        <p:xfrm>
          <a:off x="4234957" y="3932908"/>
          <a:ext cx="1583724" cy="7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431800" progId="Equation.DSMT4">
                  <p:embed/>
                </p:oleObj>
              </mc:Choice>
              <mc:Fallback>
                <p:oleObj name="Equation" r:id="rId6" imgW="914400" imgH="431800" progId="Equation.DSMT4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4957" y="3932908"/>
                        <a:ext cx="1583724" cy="747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031949" y="5898096"/>
                <a:ext cx="3175100" cy="64081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949" y="5898096"/>
                <a:ext cx="3175100" cy="6408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78336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Common Mode Rejection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altLang="en-US" dirty="0"/>
              <a:t>It is important that a difference amplifier rejects any signal that is common to the two inputs.</a:t>
            </a:r>
          </a:p>
          <a:p>
            <a:r>
              <a:rPr lang="en-US" altLang="en-US" dirty="0"/>
              <a:t>For the given circuit, this is true if: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At which point, the output is: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23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228138"/>
              </p:ext>
            </p:extLst>
          </p:nvPr>
        </p:nvGraphicFramePr>
        <p:xfrm>
          <a:off x="2980039" y="3147252"/>
          <a:ext cx="1139474" cy="880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58558" imgH="431613" progId="Equation.DSMT4">
                  <p:embed/>
                </p:oleObj>
              </mc:Choice>
              <mc:Fallback>
                <p:oleObj name="Equation" r:id="rId3" imgW="558558" imgH="431613" progId="Equation.DSMT4">
                  <p:embed/>
                  <p:pic>
                    <p:nvPicPr>
                      <p:cNvPr id="235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0039" y="3147252"/>
                        <a:ext cx="1139474" cy="8808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162057"/>
              </p:ext>
            </p:extLst>
          </p:nvPr>
        </p:nvGraphicFramePr>
        <p:xfrm>
          <a:off x="2664744" y="5504657"/>
          <a:ext cx="17700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2865" imgH="431613" progId="Equation.DSMT4">
                  <p:embed/>
                </p:oleObj>
              </mc:Choice>
              <mc:Fallback>
                <p:oleObj name="Equation" r:id="rId5" imgW="1002865" imgH="431613" progId="Equation.DSMT4">
                  <p:embed/>
                  <p:pic>
                    <p:nvPicPr>
                      <p:cNvPr id="235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4744" y="5504657"/>
                        <a:ext cx="1770063" cy="762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5" descr="C:\Users\Joel\Documents\Teaching\McGraw Hill\Fundamentals of Electric Circuits 5e\figures\Ch05\Color Labeled\ale80571_05_024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019" y="2512220"/>
            <a:ext cx="4887781" cy="279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636078" y="4712880"/>
                <a:ext cx="3827394" cy="640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1)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1)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078" y="4712880"/>
                <a:ext cx="3827394" cy="6408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49362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Common-mode rejection ratio (CMRR)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262808"/>
          </a:xfrm>
        </p:spPr>
        <p:txBody>
          <a:bodyPr>
            <a:normAutofit/>
          </a:bodyPr>
          <a:lstStyle/>
          <a:p>
            <a:pPr algn="just"/>
            <a:r>
              <a:rPr lang="en-US" altLang="zh-CN" sz="2400" dirty="0"/>
              <a:t>An ideal differential amplifier only amplifies the voltage difference between its two inputs. There should be no change in output voltage for any amount of common-mode voltage applied to the inputs.</a:t>
            </a:r>
            <a:endParaRPr lang="zh-CN" alt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49154" name="Picture 2" descr="https://sub.allaboutcircuits.com/images/03059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96" y="2859957"/>
            <a:ext cx="4233993" cy="213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88883" y="2819475"/>
                <a:ext cx="21920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883" y="2819475"/>
                <a:ext cx="2192010" cy="307777"/>
              </a:xfrm>
              <a:prstGeom prst="rect">
                <a:avLst/>
              </a:prstGeom>
              <a:blipFill>
                <a:blip r:embed="rId4"/>
                <a:stretch>
                  <a:fillRect l="-2228" t="-2000" r="-3900" b="-3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984183" y="2757920"/>
            <a:ext cx="9422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Ideally,</a:t>
            </a:r>
            <a:endParaRPr lang="zh-CN" alt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5384043" y="3158030"/>
            <a:ext cx="600168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000" dirty="0"/>
              <a:t>In real life, however, this is not easily attained. Thus, common-mode voltages will invariably have some effect on the op-amp’s output voltage. The output of a real differential amplifier is better described as </a:t>
            </a:r>
          </a:p>
          <a:p>
            <a:pPr algn="just"/>
            <a:endParaRPr lang="en-US" altLang="zh-CN" sz="2000" dirty="0"/>
          </a:p>
          <a:p>
            <a:pPr algn="just"/>
            <a:endParaRPr lang="en-US" altLang="zh-CN" sz="2000" dirty="0"/>
          </a:p>
          <a:p>
            <a:pPr algn="just"/>
            <a:r>
              <a:rPr lang="en-US" altLang="zh-CN" sz="2000" dirty="0"/>
              <a:t>where </a:t>
            </a:r>
            <a:r>
              <a:rPr lang="en-US" altLang="zh-CN" sz="2000" i="1" dirty="0" err="1"/>
              <a:t>A</a:t>
            </a:r>
            <a:r>
              <a:rPr lang="en-US" altLang="zh-CN" sz="2000" i="1" baseline="-25000" dirty="0" err="1"/>
              <a:t>cm</a:t>
            </a:r>
            <a:r>
              <a:rPr lang="en-US" altLang="zh-CN" sz="2000" dirty="0"/>
              <a:t> is the common-mode gain, that is typically much smaller than the differential gain </a:t>
            </a:r>
            <a:r>
              <a:rPr lang="en-US" altLang="zh-CN" sz="2000" i="1" dirty="0"/>
              <a:t>A</a:t>
            </a:r>
            <a:r>
              <a:rPr lang="en-US" altLang="zh-CN" sz="2000" i="1" baseline="-25000" dirty="0"/>
              <a:t>d</a:t>
            </a:r>
            <a:endParaRPr lang="zh-CN" altLang="en-US" sz="2000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300694" y="4420838"/>
                <a:ext cx="4168385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694" y="4420838"/>
                <a:ext cx="4168385" cy="5761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63253" y="5899946"/>
            <a:ext cx="109224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dirty="0"/>
              <a:t>Common-mode rejection ratio (CMRR) is used to describe the ratio of the two gains; it indicates how much of the common-mode signal will appear in your measurement.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51127" y="5054197"/>
                <a:ext cx="4706930" cy="783869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𝐶𝑀𝑅𝑅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𝑐𝑚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d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𝑐𝑚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dB</m:t>
                          </m:r>
                        </m:e>
                      </m:func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27" y="5054197"/>
                <a:ext cx="4706930" cy="7838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40440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of Difference Amplifier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62632"/>
          </a:xfrm>
        </p:spPr>
        <p:txBody>
          <a:bodyPr/>
          <a:lstStyle/>
          <a:p>
            <a:r>
              <a:rPr lang="en-US" altLang="zh-CN" dirty="0"/>
              <a:t>Design an op amp circuit with inputs 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 and 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 such that</a:t>
            </a:r>
          </a:p>
          <a:p>
            <a:pPr marL="0" indent="0" algn="ctr">
              <a:buNone/>
            </a:pPr>
            <a:r>
              <a:rPr lang="en-US" altLang="zh-CN" i="1" dirty="0" err="1"/>
              <a:t>v</a:t>
            </a:r>
            <a:r>
              <a:rPr lang="en-US" altLang="zh-CN" i="1" baseline="-25000" dirty="0" err="1"/>
              <a:t>o</a:t>
            </a:r>
            <a:r>
              <a:rPr lang="en-US" altLang="zh-CN" i="1" dirty="0"/>
              <a:t> =</a:t>
            </a:r>
            <a:r>
              <a:rPr lang="en-US" altLang="zh-CN" dirty="0"/>
              <a:t> - 5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 + 3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17" y="3307841"/>
            <a:ext cx="5114925" cy="28289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36194"/>
            <a:ext cx="5884922" cy="320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75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199" y="1501435"/>
            <a:ext cx="99943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>
                <a:solidFill>
                  <a:srgbClr val="000000"/>
                </a:solidFill>
              </a:rPr>
              <a:t>An </a:t>
            </a:r>
            <a:r>
              <a:rPr lang="en-US" altLang="zh-CN" sz="2400" i="1" dirty="0">
                <a:solidFill>
                  <a:srgbClr val="000000"/>
                </a:solidFill>
              </a:rPr>
              <a:t>instrumentation amplifier </a:t>
            </a:r>
            <a:r>
              <a:rPr lang="en-US" altLang="zh-CN" sz="2400" dirty="0">
                <a:solidFill>
                  <a:srgbClr val="000000"/>
                </a:solidFill>
              </a:rPr>
              <a:t>shown in figure is an amplifier of low level signals used in process control or measurement applications and commercially available in single-package units. Show that</a:t>
            </a:r>
            <a:endParaRPr lang="zh-CN" altLang="en-US" sz="2400" dirty="0"/>
          </a:p>
        </p:txBody>
      </p:sp>
      <p:pic>
        <p:nvPicPr>
          <p:cNvPr id="48130" name="Picture 2" descr="https://upload.wikimedia.org/wikipedia/commons/thumb/e/ed/Op-Amp_Instrumentation_Amplifier.svg/400px-Op-Amp_Instrumentation_Amplifier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934" y="2826998"/>
            <a:ext cx="4705803" cy="352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090" y="2567792"/>
            <a:ext cx="3628141" cy="8875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27C55C3-AAE7-26B9-AE0B-71025EA832DA}"/>
                  </a:ext>
                </a:extLst>
              </p14:cNvPr>
              <p14:cNvContentPartPr/>
              <p14:nvPr/>
            </p14:nvContentPartPr>
            <p14:xfrm>
              <a:off x="2489400" y="2897280"/>
              <a:ext cx="9502560" cy="3107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27C55C3-AAE7-26B9-AE0B-71025EA832D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80040" y="2887920"/>
                <a:ext cx="9521280" cy="312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68327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About Instrumentation Amplifier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5017" y="2552081"/>
            <a:ext cx="6307896" cy="2295963"/>
          </a:xfrm>
        </p:spPr>
        <p:txBody>
          <a:bodyPr>
            <a:normAutofit/>
          </a:bodyPr>
          <a:lstStyle/>
          <a:p>
            <a:pPr algn="just"/>
            <a:r>
              <a:rPr lang="en-US" altLang="zh-CN" sz="2400" dirty="0"/>
              <a:t>Instrumentation amplifiers are so useful, they are often packaged as a single chip with the only external component being the gain resistor.</a:t>
            </a:r>
          </a:p>
          <a:p>
            <a:pPr algn="just"/>
            <a:r>
              <a:rPr lang="en-US" altLang="zh-CN" sz="2400" dirty="0"/>
              <a:t>They are very effective at extracting a weak differential signal out of a large common mode signal.</a:t>
            </a:r>
            <a:endParaRPr lang="zh-CN" altLang="en-US" sz="2400" dirty="0"/>
          </a:p>
          <a:p>
            <a:pPr algn="just"/>
            <a:endParaRPr lang="en-US" altLang="zh-C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9" name="Picture 2" descr="https://upload.wikimedia.org/wikipedia/commons/thumb/e/ed/Op-Amp_Instrumentation_Amplifier.svg/400px-Op-Amp_Instrumentation_Amplifier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534" y="1489796"/>
            <a:ext cx="4341483" cy="3256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504" y="1557269"/>
            <a:ext cx="3628141" cy="88757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54098" y="4542336"/>
            <a:ext cx="9283803" cy="231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463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About Voltage Follower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2127930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Also known as </a:t>
            </a:r>
            <a:r>
              <a:rPr lang="en-US" altLang="zh-CN" sz="2400" i="1" dirty="0"/>
              <a:t>unity-gain buffer</a:t>
            </a:r>
            <a:r>
              <a:rPr lang="en-US" altLang="zh-CN" sz="2400" dirty="0"/>
              <a:t>, </a:t>
            </a:r>
            <a:r>
              <a:rPr lang="en-US" altLang="zh-CN" sz="2400" i="1" dirty="0"/>
              <a:t>isolation amplifier</a:t>
            </a:r>
            <a:r>
              <a:rPr lang="en-US" altLang="zh-CN" sz="2400" dirty="0"/>
              <a:t>…</a:t>
            </a:r>
          </a:p>
          <a:p>
            <a:r>
              <a:rPr lang="en-US" altLang="zh-CN" sz="2400" dirty="0"/>
              <a:t>It is a unity-gain negative feedback op-amp circuit. Thus, it has a gain of one (unity) and does not amplify the incoming signal. The voltage follower does not need any external components.  </a:t>
            </a:r>
          </a:p>
          <a:p>
            <a:r>
              <a:rPr lang="en-US" altLang="zh-CN" sz="2400" dirty="0"/>
              <a:t>Then why we need it? Let’s see an example</a:t>
            </a:r>
          </a:p>
          <a:p>
            <a:endParaRPr lang="zh-CN" alt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51204" name="Picture 4" descr="Unity Gain Buffer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858" y="365125"/>
            <a:ext cx="3329497" cy="146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06" name="Picture 6" descr="http://1oomzzme3s617r8yzr8qutjk-wpengine.netdna-ssl.com/wp-content/uploads/2017/05/Voltage-follower-fig-2-300x297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8CE91"/>
              </a:clrFrom>
              <a:clrTo>
                <a:srgbClr val="E8CE9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830" y="3774360"/>
            <a:ext cx="2181819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08" name="Picture 8" descr="http://1oomzzme3s617r8yzr8qutjk-wpengine.netdna-ssl.com/wp-content/uploads/2017/05/Voltage-follower-fig-3-300x297.jpg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861" y="3774360"/>
            <a:ext cx="2181819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97196" y="5955652"/>
            <a:ext cx="31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In this circuit, if </a:t>
            </a:r>
            <a:r>
              <a:rPr lang="en-US" altLang="zh-CN" sz="1400" i="1" dirty="0"/>
              <a:t>R</a:t>
            </a:r>
            <a:r>
              <a:rPr lang="en-US" altLang="zh-CN" sz="1400" i="1" baseline="-25000" dirty="0"/>
              <a:t>o</a:t>
            </a:r>
            <a:r>
              <a:rPr lang="en-US" altLang="zh-CN" sz="1400" dirty="0"/>
              <a:t> varies, it will affect the original circuit, </a:t>
            </a:r>
            <a:r>
              <a:rPr lang="en-US" altLang="zh-CN" sz="1400" i="1" dirty="0" err="1"/>
              <a:t>V</a:t>
            </a:r>
            <a:r>
              <a:rPr lang="en-US" altLang="zh-CN" sz="1400" i="1" baseline="-25000" dirty="0" err="1"/>
              <a:t>out</a:t>
            </a:r>
            <a:r>
              <a:rPr lang="en-US" altLang="zh-CN" sz="1400" dirty="0"/>
              <a:t> will change</a:t>
            </a:r>
            <a:endParaRPr lang="zh-CN" alt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7245227" y="5955652"/>
            <a:ext cx="31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With the unity gain buffer added, </a:t>
            </a:r>
            <a:r>
              <a:rPr lang="en-US" altLang="zh-CN" sz="1400" i="1" dirty="0" err="1"/>
              <a:t>V</a:t>
            </a:r>
            <a:r>
              <a:rPr lang="en-US" altLang="zh-CN" sz="1400" i="1" baseline="-25000" dirty="0" err="1"/>
              <a:t>out</a:t>
            </a:r>
            <a:r>
              <a:rPr lang="en-US" altLang="zh-CN" sz="1400" dirty="0"/>
              <a:t> will NOT change even if </a:t>
            </a:r>
            <a:r>
              <a:rPr lang="en-US" altLang="zh-CN" sz="1400" i="1" dirty="0"/>
              <a:t>R</a:t>
            </a:r>
            <a:r>
              <a:rPr lang="en-US" altLang="zh-CN" sz="1400" i="1" baseline="-25000" dirty="0"/>
              <a:t>o</a:t>
            </a:r>
            <a:r>
              <a:rPr lang="en-US" altLang="zh-CN" sz="1400" dirty="0"/>
              <a:t> varies.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0591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690688"/>
            <a:ext cx="10515600" cy="8472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Cascaded Op Amp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A cascade connection is a </a:t>
            </a:r>
            <a:r>
              <a:rPr lang="en-US" altLang="zh-CN" i="1" u="sng" dirty="0"/>
              <a:t>head-to-tail</a:t>
            </a:r>
            <a:r>
              <a:rPr lang="en-US" altLang="zh-CN" dirty="0"/>
              <a:t> arrangement of two or more op amp circuits such that the output of one is the input of the next.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 dirty="0"/>
              <a:t>Each amplifier is then called a “stage”, the gain of a series of amplifiers is the product of the individual gains: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Op amp circuits have the advantage that they can be cascaded without changing their input-output relationships. This is due to the fact that each (ideal) op amp circuit has infinite input resistance and zero output resistance.</a:t>
            </a:r>
            <a:endParaRPr lang="en-US" alt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27653" name="Picture 5" descr="C:\Users\Joel\Documents\Teaching\McGraw Hill\Fundamentals of Electric Circuits 5e\figures\Ch05\Color Labeled\ale80571_05_02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25" y="3469562"/>
            <a:ext cx="7497762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005561"/>
              </p:ext>
            </p:extLst>
          </p:nvPr>
        </p:nvGraphicFramePr>
        <p:xfrm>
          <a:off x="9015412" y="3933825"/>
          <a:ext cx="16589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200" imgH="228600" progId="Equation.DSMT4">
                  <p:embed/>
                </p:oleObj>
              </mc:Choice>
              <mc:Fallback>
                <p:oleObj name="Equation" r:id="rId4" imgW="711200" imgH="228600" progId="Equation.DSMT4">
                  <p:embed/>
                  <p:pic>
                    <p:nvPicPr>
                      <p:cNvPr id="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5412" y="3933825"/>
                        <a:ext cx="1658938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80811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Find </a:t>
            </a:r>
            <a:r>
              <a:rPr lang="en-US" altLang="en-US" i="1" dirty="0" err="1"/>
              <a:t>v</a:t>
            </a:r>
            <a:r>
              <a:rPr lang="en-US" altLang="en-US" i="1" baseline="-25000" dirty="0" err="1"/>
              <a:t>o</a:t>
            </a:r>
            <a:r>
              <a:rPr lang="en-US" altLang="en-US" dirty="0"/>
              <a:t> and </a:t>
            </a:r>
            <a:r>
              <a:rPr lang="en-US" altLang="en-US" i="1" dirty="0" err="1"/>
              <a:t>i</a:t>
            </a:r>
            <a:r>
              <a:rPr lang="en-US" altLang="en-US" i="1" baseline="-25000" dirty="0" err="1"/>
              <a:t>o</a:t>
            </a:r>
            <a:r>
              <a:rPr lang="en-US" altLang="en-US" i="1" baseline="-25000" dirty="0"/>
              <a:t> </a:t>
            </a:r>
            <a:r>
              <a:rPr lang="en-US" altLang="en-US" dirty="0"/>
              <a:t>in the circuit below: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80" y="2555380"/>
            <a:ext cx="5361020" cy="350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790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Application Example: </a:t>
            </a:r>
            <a:br>
              <a:rPr lang="en-US" altLang="en-US" dirty="0"/>
            </a:br>
            <a:r>
              <a:rPr lang="en-US" altLang="en-US" dirty="0"/>
              <a:t>Digital to Analog Converter (DAC)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492819" cy="4351338"/>
          </a:xfrm>
        </p:spPr>
        <p:txBody>
          <a:bodyPr/>
          <a:lstStyle/>
          <a:p>
            <a:r>
              <a:rPr lang="en-US" altLang="en-US" dirty="0"/>
              <a:t>The summing amplifier can be used to create a simple digital to analog converter (DAC): convert binary values to an analog voltage</a:t>
            </a:r>
          </a:p>
          <a:p>
            <a:pPr lvl="1"/>
            <a:r>
              <a:rPr lang="en-US" altLang="en-US" dirty="0"/>
              <a:t>In a digital signal, the input voltage will be either zero which represents ‘0’ or a non-zero voltage which represents ‘1’</a:t>
            </a:r>
          </a:p>
          <a:p>
            <a:pPr lvl="1"/>
            <a:r>
              <a:rPr lang="en-US" altLang="en-US" dirty="0"/>
              <a:t>By selecting different input resistors, we can define MSB (most significant bit) and LSB (least significant bit). </a:t>
            </a:r>
          </a:p>
          <a:p>
            <a:pPr lvl="1"/>
            <a:r>
              <a:rPr lang="en-US" altLang="en-US" dirty="0"/>
              <a:t>The feedback resistor provides an overall scaling.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5" name="Picture 5" descr="C:\Users\Joel\Documents\Teaching\McGraw Hill\Fundamentals of Electric Circuits 5e\figures\Ch05\Color Labeled\ale80571_05_036.jpg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70" b="6601"/>
          <a:stretch/>
        </p:blipFill>
        <p:spPr bwMode="auto">
          <a:xfrm>
            <a:off x="6619051" y="4461353"/>
            <a:ext cx="3831465" cy="2260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 descr="C:\Users\Joel\Documents\Teaching\McGraw Hill\Fundamentals of Electric Circuits 5e\figures\Ch05\Color Labeled\ale80571_05_036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51" t="2169" r="-1822" b="70557"/>
          <a:stretch/>
        </p:blipFill>
        <p:spPr bwMode="auto">
          <a:xfrm>
            <a:off x="1336969" y="4996212"/>
            <a:ext cx="4401579" cy="118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99127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DAC Example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7" name="Picture 5" descr="C:\Users\Joel\Documents\Teaching\McGraw Hill\Fundamentals of Electric Circuits 5e\figures\Ch05\Color Labeled\ale80571_05_036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70" b="6601"/>
          <a:stretch/>
        </p:blipFill>
        <p:spPr bwMode="auto">
          <a:xfrm>
            <a:off x="8019230" y="533099"/>
            <a:ext cx="3925939" cy="2315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838200" y="1690688"/>
            <a:ext cx="69347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Let </a:t>
            </a:r>
            <a:r>
              <a:rPr lang="en-US" altLang="zh-CN" sz="2400" i="1" dirty="0" err="1"/>
              <a:t>R</a:t>
            </a:r>
            <a:r>
              <a:rPr lang="en-US" altLang="zh-CN" sz="2400" i="1" baseline="-25000" dirty="0" err="1"/>
              <a:t>f</a:t>
            </a:r>
            <a:r>
              <a:rPr lang="en-US" altLang="zh-CN" sz="2400" i="1" dirty="0"/>
              <a:t> </a:t>
            </a:r>
            <a:r>
              <a:rPr lang="en-US" altLang="zh-CN" sz="2400" dirty="0"/>
              <a:t>= 10k</a:t>
            </a:r>
            <a:r>
              <a:rPr lang="el-GR" altLang="zh-CN" sz="2400" dirty="0"/>
              <a:t>Ω</a:t>
            </a:r>
            <a:r>
              <a:rPr lang="en-US" altLang="zh-CN" sz="2400" dirty="0"/>
              <a:t>, </a:t>
            </a:r>
            <a:r>
              <a:rPr lang="en-US" altLang="zh-CN" sz="2400" i="1" dirty="0"/>
              <a:t>R</a:t>
            </a:r>
            <a:r>
              <a:rPr lang="en-US" altLang="zh-CN" sz="2400" i="1" baseline="-25000" dirty="0"/>
              <a:t>1</a:t>
            </a:r>
            <a:r>
              <a:rPr lang="en-US" altLang="zh-CN" sz="2400" dirty="0"/>
              <a:t>=10k</a:t>
            </a:r>
            <a:r>
              <a:rPr lang="el-GR" altLang="zh-CN" sz="2400" dirty="0"/>
              <a:t> Ω</a:t>
            </a:r>
            <a:r>
              <a:rPr lang="en-US" altLang="zh-CN" sz="2400" dirty="0"/>
              <a:t>, </a:t>
            </a:r>
            <a:r>
              <a:rPr lang="en-US" altLang="zh-CN" sz="2400" i="1" dirty="0"/>
              <a:t>R</a:t>
            </a:r>
            <a:r>
              <a:rPr lang="en-US" altLang="zh-CN" sz="2400" i="1" baseline="-25000" dirty="0"/>
              <a:t>2</a:t>
            </a:r>
            <a:r>
              <a:rPr lang="en-US" altLang="zh-CN" sz="2400" dirty="0"/>
              <a:t>=20k</a:t>
            </a:r>
            <a:r>
              <a:rPr lang="el-GR" altLang="zh-CN" sz="2400" dirty="0"/>
              <a:t> Ω</a:t>
            </a:r>
            <a:r>
              <a:rPr lang="en-US" altLang="zh-CN" sz="2400" dirty="0"/>
              <a:t>, </a:t>
            </a:r>
            <a:r>
              <a:rPr lang="en-US" altLang="zh-CN" sz="2400" i="1" dirty="0"/>
              <a:t>R</a:t>
            </a:r>
            <a:r>
              <a:rPr lang="en-US" altLang="zh-CN" sz="2400" i="1" baseline="-25000" dirty="0"/>
              <a:t>3</a:t>
            </a:r>
            <a:r>
              <a:rPr lang="en-US" altLang="zh-CN" sz="2400" dirty="0"/>
              <a:t>=40k</a:t>
            </a:r>
            <a:r>
              <a:rPr lang="el-GR" altLang="zh-CN" sz="2400" dirty="0"/>
              <a:t> Ω</a:t>
            </a:r>
            <a:r>
              <a:rPr lang="en-US" altLang="zh-CN" sz="2400" dirty="0"/>
              <a:t>, and </a:t>
            </a:r>
            <a:r>
              <a:rPr lang="en-US" altLang="zh-CN" sz="2400" i="1" dirty="0"/>
              <a:t>R</a:t>
            </a:r>
            <a:r>
              <a:rPr lang="en-US" altLang="zh-CN" sz="2400" i="1" baseline="-25000" dirty="0"/>
              <a:t>4</a:t>
            </a:r>
            <a:r>
              <a:rPr lang="en-US" altLang="zh-CN" sz="2400" dirty="0"/>
              <a:t>=80k</a:t>
            </a:r>
            <a:r>
              <a:rPr lang="el-GR" altLang="zh-CN" sz="2400" dirty="0"/>
              <a:t> Ω</a:t>
            </a:r>
            <a:r>
              <a:rPr lang="en-US" altLang="zh-CN" sz="2400" dirty="0"/>
              <a:t>, obtain the analog output for binary inputs [0000], [0001], [0010], . . . , [1111].</a:t>
            </a:r>
            <a:endParaRPr lang="zh-CN" alt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676" y="4216580"/>
            <a:ext cx="4435592" cy="13881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743" y="2880654"/>
            <a:ext cx="5119713" cy="363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3505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familiar with the basic characteristics of operational amplifiers, such as</a:t>
            </a:r>
          </a:p>
          <a:p>
            <a:pPr lvl="1"/>
            <a:r>
              <a:rPr lang="en-US" dirty="0"/>
              <a:t>its equivalent circuit as linear dependent source</a:t>
            </a:r>
          </a:p>
          <a:p>
            <a:pPr lvl="1"/>
            <a:r>
              <a:rPr lang="en-US" dirty="0"/>
              <a:t>high input resistance, high gain, and low output resistance characteristics </a:t>
            </a:r>
          </a:p>
          <a:p>
            <a:r>
              <a:rPr lang="en-US" dirty="0"/>
              <a:t>Be able to apply the ideal op-amp concept to analyze several op-amp circuits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4188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nglish">
      <a:majorFont>
        <a:latin typeface="Times New Roman"/>
        <a:ea typeface="等线 Light"/>
        <a:cs typeface=""/>
      </a:majorFont>
      <a:minorFont>
        <a:latin typeface="Times New Roman"/>
        <a:ea typeface="等线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54323</TotalTime>
  <Words>2901</Words>
  <Application>Microsoft Office PowerPoint</Application>
  <PresentationFormat>宽屏</PresentationFormat>
  <Paragraphs>353</Paragraphs>
  <Slides>47</Slides>
  <Notes>29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4" baseType="lpstr">
      <vt:lpstr>DengXian</vt:lpstr>
      <vt:lpstr>Arial</vt:lpstr>
      <vt:lpstr>Calibri</vt:lpstr>
      <vt:lpstr>Cambria Math</vt:lpstr>
      <vt:lpstr>Times New Roman</vt:lpstr>
      <vt:lpstr>Office Theme</vt:lpstr>
      <vt:lpstr>Equation</vt:lpstr>
      <vt:lpstr>EIE 2001 Basic Circuit Theory</vt:lpstr>
      <vt:lpstr>Overview</vt:lpstr>
      <vt:lpstr>Operational Amplifier</vt:lpstr>
      <vt:lpstr>Pins of a Typical Operational Amplifier</vt:lpstr>
      <vt:lpstr>Powering an Op-amp</vt:lpstr>
      <vt:lpstr>Internal circuit of a 741 op-amp</vt:lpstr>
      <vt:lpstr>Op-amp is a (linear) dependent source</vt:lpstr>
      <vt:lpstr>Voltage Saturation</vt:lpstr>
      <vt:lpstr>Typical Range for Op-Amp Parameters</vt:lpstr>
      <vt:lpstr>Circuits with Op-Amps: Comparator</vt:lpstr>
      <vt:lpstr>Comparator with sinusoid inputs</vt:lpstr>
      <vt:lpstr>Consequence of the high input resistance and the high gain for Op-Amps: What can you observe?</vt:lpstr>
      <vt:lpstr>Practical Op-Amps may be approximated by ideal ones with …</vt:lpstr>
      <vt:lpstr>Ideal Op-Amp</vt:lpstr>
      <vt:lpstr>Example</vt:lpstr>
      <vt:lpstr>PowerPoint 演示文稿</vt:lpstr>
      <vt:lpstr>Op-Amp Circuits with Feedbacks</vt:lpstr>
      <vt:lpstr>Negative feedback creates a condition of equilibrium</vt:lpstr>
      <vt:lpstr>Positive feedback tends to lock the output at the boundaries</vt:lpstr>
      <vt:lpstr>A positive feedback circuit: There are only two states of the output, which is triggered by two thresholds</vt:lpstr>
      <vt:lpstr>Application of the “latch” circuit: lock the output in a stable state</vt:lpstr>
      <vt:lpstr>PowerPoint 演示文稿</vt:lpstr>
      <vt:lpstr>Negative feedback op-amp circuit </vt:lpstr>
      <vt:lpstr>The Inverting Amplifier Circuit</vt:lpstr>
      <vt:lpstr>The Inverting Amplifier Circuit</vt:lpstr>
      <vt:lpstr>The Inverting Amplifier Circuit</vt:lpstr>
      <vt:lpstr>Equivalent Circuit for Inverting Amplifier</vt:lpstr>
      <vt:lpstr>Application Example: Summing Amplifier</vt:lpstr>
      <vt:lpstr>Practice</vt:lpstr>
      <vt:lpstr>Practice</vt:lpstr>
      <vt:lpstr>The Noninverting Amplifier Circuit</vt:lpstr>
      <vt:lpstr>The Noninverting Amplifier Circuit</vt:lpstr>
      <vt:lpstr>The Noninverting Amplifier Circuit</vt:lpstr>
      <vt:lpstr>Practice</vt:lpstr>
      <vt:lpstr>Practice</vt:lpstr>
      <vt:lpstr>Difference Amplifier</vt:lpstr>
      <vt:lpstr>Common Mode Rejection</vt:lpstr>
      <vt:lpstr>Common-mode rejection ratio (CMRR)</vt:lpstr>
      <vt:lpstr>Example of Difference Amplifier</vt:lpstr>
      <vt:lpstr>Practice</vt:lpstr>
      <vt:lpstr>About Instrumentation Amplifier</vt:lpstr>
      <vt:lpstr>About Voltage Follower</vt:lpstr>
      <vt:lpstr>Cascaded Op Amp</vt:lpstr>
      <vt:lpstr>Example</vt:lpstr>
      <vt:lpstr>Application Example:  Digital to Analog Converter (DAC)</vt:lpstr>
      <vt:lpstr>DAC Example</vt:lpstr>
      <vt:lpstr>Expected learning outcome</vt:lpstr>
    </vt:vector>
  </TitlesOfParts>
  <Company>The Chinese University of Hong Kong, Shenzhen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Scientific Method</dc:title>
  <dc:creator>Skhark</dc:creator>
  <cp:lastModifiedBy>Prof. Shuguang Cui (SSE)</cp:lastModifiedBy>
  <cp:revision>1038</cp:revision>
  <cp:lastPrinted>2020-09-27T09:31:30Z</cp:lastPrinted>
  <dcterms:created xsi:type="dcterms:W3CDTF">2015-01-13T03:48:29Z</dcterms:created>
  <dcterms:modified xsi:type="dcterms:W3CDTF">2023-10-08T09:08:03Z</dcterms:modified>
</cp:coreProperties>
</file>