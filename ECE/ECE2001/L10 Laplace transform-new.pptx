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notesSlides/notesSlide11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2.xml" ContentType="application/vnd.openxmlformats-officedocument.presentationml.notesSlide+xml"/>
  <Override PartName="/ppt/ink/ink25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4"/>
  </p:sldMasterIdLst>
  <p:notesMasterIdLst>
    <p:notesMasterId r:id="rId70"/>
  </p:notesMasterIdLst>
  <p:sldIdLst>
    <p:sldId id="745" r:id="rId5"/>
    <p:sldId id="796" r:id="rId6"/>
    <p:sldId id="797" r:id="rId7"/>
    <p:sldId id="798" r:id="rId8"/>
    <p:sldId id="799" r:id="rId9"/>
    <p:sldId id="763" r:id="rId10"/>
    <p:sldId id="658" r:id="rId11"/>
    <p:sldId id="660" r:id="rId12"/>
    <p:sldId id="764" r:id="rId13"/>
    <p:sldId id="661" r:id="rId14"/>
    <p:sldId id="716" r:id="rId15"/>
    <p:sldId id="766" r:id="rId16"/>
    <p:sldId id="765" r:id="rId17"/>
    <p:sldId id="717" r:id="rId18"/>
    <p:sldId id="718" r:id="rId19"/>
    <p:sldId id="767" r:id="rId20"/>
    <p:sldId id="800" r:id="rId21"/>
    <p:sldId id="662" r:id="rId22"/>
    <p:sldId id="663" r:id="rId23"/>
    <p:sldId id="664" r:id="rId24"/>
    <p:sldId id="719" r:id="rId25"/>
    <p:sldId id="721" r:id="rId26"/>
    <p:sldId id="720" r:id="rId27"/>
    <p:sldId id="801" r:id="rId28"/>
    <p:sldId id="669" r:id="rId29"/>
    <p:sldId id="809" r:id="rId30"/>
    <p:sldId id="769" r:id="rId31"/>
    <p:sldId id="808" r:id="rId32"/>
    <p:sldId id="670" r:id="rId33"/>
    <p:sldId id="671" r:id="rId34"/>
    <p:sldId id="672" r:id="rId35"/>
    <p:sldId id="803" r:id="rId36"/>
    <p:sldId id="804" r:id="rId37"/>
    <p:sldId id="673" r:id="rId38"/>
    <p:sldId id="805" r:id="rId39"/>
    <p:sldId id="806" r:id="rId40"/>
    <p:sldId id="674" r:id="rId41"/>
    <p:sldId id="675" r:id="rId42"/>
    <p:sldId id="768" r:id="rId43"/>
    <p:sldId id="724" r:id="rId44"/>
    <p:sldId id="728" r:id="rId45"/>
    <p:sldId id="726" r:id="rId46"/>
    <p:sldId id="727" r:id="rId47"/>
    <p:sldId id="684" r:id="rId48"/>
    <p:sldId id="738" r:id="rId49"/>
    <p:sldId id="739" r:id="rId50"/>
    <p:sldId id="740" r:id="rId51"/>
    <p:sldId id="687" r:id="rId52"/>
    <p:sldId id="689" r:id="rId53"/>
    <p:sldId id="743" r:id="rId54"/>
    <p:sldId id="758" r:id="rId55"/>
    <p:sldId id="696" r:id="rId56"/>
    <p:sldId id="698" r:id="rId57"/>
    <p:sldId id="770" r:id="rId58"/>
    <p:sldId id="742" r:id="rId59"/>
    <p:sldId id="744" r:id="rId60"/>
    <p:sldId id="746" r:id="rId61"/>
    <p:sldId id="747" r:id="rId62"/>
    <p:sldId id="748" r:id="rId63"/>
    <p:sldId id="749" r:id="rId64"/>
    <p:sldId id="750" r:id="rId65"/>
    <p:sldId id="784" r:id="rId66"/>
    <p:sldId id="783" r:id="rId67"/>
    <p:sldId id="752" r:id="rId68"/>
    <p:sldId id="807" r:id="rId69"/>
  </p:sldIdLst>
  <p:sldSz cx="12192000" cy="6858000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B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2" autoAdjust="0"/>
    <p:restoredTop sz="92741" autoAdjust="0"/>
  </p:normalViewPr>
  <p:slideViewPr>
    <p:cSldViewPr snapToGrid="0">
      <p:cViewPr varScale="1">
        <p:scale>
          <a:sx n="95" d="100"/>
          <a:sy n="95" d="100"/>
        </p:scale>
        <p:origin x="192" y="464"/>
      </p:cViewPr>
      <p:guideLst>
        <p:guide orient="horz" pos="2180"/>
        <p:guide pos="3840"/>
      </p:guideLst>
    </p:cSldViewPr>
  </p:slideViewPr>
  <p:outlineViewPr>
    <p:cViewPr>
      <p:scale>
        <a:sx n="33" d="100"/>
        <a:sy n="33" d="100"/>
      </p:scale>
      <p:origin x="0" y="-447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3:01:4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8983 0 0,'0'0'1288'0'0,"-1"22"-888"0"0,9-10-400 0 0,2-3-64 0 0,4-4-4224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0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36 6911 0 0,'-2'-1'528'0'0,"2"0"-520"0"0,-1 1-1 0 0,0-1 0 0 0,0 1 0 0 0,1-1 1 0 0,-1 0-1 0 0,1 0 0 0 0,-1 1 0 0 0,0-1 1 0 0,1 0-1 0 0,-1 0 0 0 0,1 1 0 0 0,0-1 1 0 0,-1 0-1 0 0,1 0 0 0 0,0 0 1 0 0,-1 0-1 0 0,1 0 0 0 0,0 0 0 0 0,0 1 1 0 0,0-1-1 0 0,0 0 0 0 0,0 0 0 0 0,0 0 1 0 0,0 0-1 0 0,0 0 0 0 0,0 0 0 0 0,0 0 1 0 0,1 0-1 0 0,-1 0 0 0 0,0 1 0 0 0,1-1 1 0 0,-1 0-1 0 0,0 0 0 0 0,1 0 0 0 0,0-1 1 0 0,1-1 1825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0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90 5639 0 0,'-3'-12'316'0'0,"1"7"-148"0"0,0-1-1 0 0,1 1 0 0 0,0-1 0 0 0,-1-7 0 0 0,1 6 404 0 0,0 2 149 0 0,1-1 0 0 0,-1 0 0 0 0,1 1 0 0 0,1-8 0 0 0,0 15-656 0 0,11 22-3100 0 0,-5-10-403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0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52 9671 0 0,'-17'-18'424'0'0,"8"9"96"0"0,0 1-416 0 0,1 3 1992 0 0,5 21-2096 0 0,4-1-120 0 0,1-3-3280 0 0</inkml:trace>
  <inkml:trace contextRef="#ctx0" brushRef="#br0" timeOffset="1">78 0 7367 0 0,'0'0'784'0'0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2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 3223 0 0,'-22'-10'384'0'0,"18"11"107"0"0,2 0-203 0 0,1 0-90 0 0,0-1-1 0 0,0 1 0 0 0,0 0 1 0 0,1-1-1 0 0,-1 1 0 0 0,0-1 1 0 0,0 1-1 0 0,0-1 0 0 0,0 0 0 0 0,0 1 1 0 0,0-1-1 0 0,-2 0 0 0 0,6 12 198 0 0,-3-10-206 0 0,1-1-168 0 0,0 0 0 0 0,-1-1 0 0 0,1 1 0 0 0,0 0-1 0 0,-1-1 1 0 0,1 1 0 0 0,0 0 0 0 0,0-1 0 0 0,-1 1-1 0 0,1-1 1 0 0,0 1 0 0 0,0-1 0 0 0,0 0 0 0 0,0 1-1 0 0,0-1 1 0 0,1 0 0 0 0,7 5 229 0 0,4-2-666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2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21 10591 0 0,'-20'-10'944'0'0,"9"6"-752"0"0,-1-1-192 0 0,0 4-320 0 0,1 2-104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2:5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5871 0 0,'0'0'688'0'0,"0"-2"-373"0"0,2-18 3096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2:5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22 10135 0 0,'-5'-5'418'0'0,"3"4"-357"0"0,1-1 0 0 0,-1 1 0 0 0,0-1 0 0 0,0 1 0 0 0,0 0 0 0 0,0 0 1 0 0,0 0-1 0 0,0 0 0 0 0,0 0 0 0 0,0 1 0 0 0,-4-2 0 0 0,3 1 76 0 0,0-1-181 0 0,-11 4 1978 0 0,13-2-2876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 4607 0 0,'-10'-1'408'0'0,"1"-1"-328"0"0,-2 7-80 0 0,1 4 448 0 0,2 0 80 0 0,3 2 632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3:2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12 11975 0 0,'-25'-10'1064'0'0,"13"9"-848"0"0,1 1-216 0 0,2 3 0 0 0,0 5 0 0 0,13 5-280 0 0,15-2 200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6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11519 0 0,'0'0'1040'0'0,"-4"7"-832"0"0,-12 32 3036 0 0,1 0 0 0 0,-15 61 0 0 0,15-45-1644 0 0,3-15-1508 0 0,3 0-1 0 0,1 1 1 0 0,-5 65 0 0 0,15-78-178 0 0,3-17-1403 0 0,-5-11 1298 0 0,1 1 0 0 0,-1-1 0 0 0,0 0-1 0 0,1 0 1 0 0,-1 0 0 0 0,0 0 0 0 0,0 0-1 0 0,1 1 1 0 0,-1-1 0 0 0,0 0 0 0 0,1 0-1 0 0,-1 0 1 0 0,0 0 0 0 0,1 0 0 0 0,-1 0 0 0 0,0 0-1 0 0,1 0 1 0 0,-1 0 0 0 0,0 0 0 0 0,1 0-1 0 0,-1 0 1 0 0,0-1 0 0 0,1 1 0 0 0,-1 0-1 0 0,0 0 1 0 0,0 0 0 0 0,1 0 0 0 0,-1 0 0 0 0,0-1-1 0 0,0 1 1 0 0,1 0 0 0 0,-1-1 0 0 0,9-8-6951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11055 0 0,'11'12'984'0'0,"-5"-1"-792"0"0,1 7-192 0 0,3 5 0 0 0,-1 3 1152 0 0,2 4 192 0 0,-1-1 40 0 0,4 0 8 0 0,-1 0-584 0 0,0 0-112 0 0,3 2-24 0 0,-4-3-8 0 0,2-3-400 0 0,-2-2-72 0 0,0-2-24 0 0,-2-4 0 0 0,0-3-1112 0 0,-2-5-224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13359 0 0,'0'0'1027'0'0,"3"-1"-670"0"0,43-11 2539 0 0,93-14-1 0 0,16-3-593 0 0,14-23-1231 0 0,1-1-800 0 0,-163 52-230 0 0,-1 0 0 0 0,0 0 0 0 0,9 0 1 0 0,17-2-2122 0 0,-34 12-1608 0 0</inkml:trace>
  <inkml:trace contextRef="#ctx0" brushRef="#br0" timeOffset="1">502 69 6447 0 0,'1'8'449'0'0,"0"-1"0"0"0,0 1-1 0 0,-1-1 1 0 0,0 1-1 0 0,0-1 1 0 0,-1 1-1 0 0,0-1 1 0 0,-2 10 0 0 0,-1 16 4045 0 0,-6 155 3761 0 0,1 93-5517 0 0,8-260-2918 0 0,2 0 0 0 0,0-1-1 0 0,0 1 1 0 0,2-1 0 0 0,1 0-1 0 0,10 34 1 0 0,-8-41-1379 0 0,0-4-73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13823 0 0,'-10'20'1542'0'0,"1"0"-1"0"0,1 1 0 0 0,-8 29 0 0 0,0 3 1165 0 0,14-47-2697 0 0,0 0 1 0 0,1 1-1 0 0,-2 8 0 0 0,2 0-6023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13823 0 0,'0'0'1496'0'0,"-7"3"-1496"0"0,1 2 1192 0 0,3 3 216 0 0,-3-1 32 0 0,3 3 16 0 0,4 0-992 0 0,1 1-200 0 0,0 0-40 0 0,1 0-6000 0 0,0-2-1200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8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11 10591 0 0,'0'0'964'0'0,"0"2"-794"0"0,-27 160 7290 0 0,-1 1-4081 0 0,26-149-3021 0 0,1-1-1 0 0,0 1 0 0 0,1-1 1 0 0,2 18-1 0 0,-2-29 402 0 0,9-3-369 0 0,-7 0-369 0 0,-1 0-1 0 0,1 0 1 0 0,-1 0-1 0 0,0 0 1 0 0,1 0-1 0 0,-1 0 1 0 0,0-1-1 0 0,0 1 1 0 0,0 0-1 0 0,0-1 1 0 0,0 1-1 0 0,0-1 1 0 0,0 1-1 0 0,0-2 1 0 0,11-27 132 0 0,-9 24-119 0 0,6-26-52 0 0,-1 0 0 0 0,-1 0-1 0 0,3-48 1 0 0,-7 49-180 0 0,1 0 1 0 0,2 0-1 0 0,17-57 0 0 0,-19 78 117 0 0,2 20-109 0 0,-3 6 149 0 0,0 1-1 0 0,-2-1 1 0 0,1 1-1 0 0,-2 17 0 0 0,1 19 45 0 0,1-27 6 0 0,-1-6 27 0 0,1 0 0 0 0,0 0-1 0 0,9 30 1 0 0,-11-49-28 0 0,0 0 0 0 0,0-1-1 0 0,0 1 1 0 0,0 0 0 0 0,1 0-1 0 0,-1 0 1 0 0,0 0 0 0 0,1-1 0 0 0,-1 1-1 0 0,1 0 1 0 0,-1 0 0 0 0,0-1 0 0 0,1 1-1 0 0,0 0 1 0 0,-1-1 0 0 0,1 1 0 0 0,-1-1-1 0 0,1 1 1 0 0,0-1 0 0 0,-1 1-1 0 0,1-1 1 0 0,0 1 0 0 0,1 0 0 0 0,-1-1-5 0 0,0-1 0 0 0,-1 1 0 0 0,1 0 1 0 0,0 0-1 0 0,0-1 0 0 0,-1 1 0 0 0,1 0 1 0 0,0-1-1 0 0,-1 1 0 0 0,1-1 1 0 0,0 1-1 0 0,-1-1 0 0 0,1 1 0 0 0,-1-1 1 0 0,1 1-1 0 0,-1-1 0 0 0,1 0 0 0 0,-1 1 1 0 0,1-2-1 0 0,4-7-61 0 0,0 1 0 0 0,6-19 0 0 0,-10 24 18 0 0,6-17-274 0 0,5-31-1 0 0,-9 36 59 0 0,0 1 0 0 0,1-1 1 0 0,1 1-1 0 0,10-24 0 0 0,-13 34 196 0 0,10-11-230 0 0,-11 16 285 0 0,0-1 0 0 0,0 0 0 0 0,0 1 0 0 0,-1-1 0 0 0,1 1 1 0 0,0 0-1 0 0,-1-1 0 0 0,1 1 0 0 0,0 0 0 0 0,-1-1 0 0 0,1 1 0 0 0,-1 0 0 0 0,2 1 1 0 0,-2-2 2 0 0,5 10 168 0 0,1-1-1 0 0,-1 2 1 0 0,-1-1-1 0 0,0 0 0 0 0,-1 1 1 0 0,0 0-1 0 0,0 0 0 0 0,1 13 1 0 0,10 36-669 0 0,-12-53-283 0 0,1-1 1 0 0,-1 0-1 0 0,1 0 1 0 0,0 0-1 0 0,1 0 1 0 0,-1-1-1 0 0,6 7 1 0 0,0-3-6618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28T06:45:18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42 222 10135 0 0,'16'3'1079'0'0,"-10"-3"-521"0"0,1-1-1 0 0,-1 0 1 0 0,0 0 0 0 0,1-1 0 0 0,-1 1-1 0 0,0-2 1 0 0,0 1 0 0 0,0-1 0 0 0,0 0-1 0 0,0 0 1 0 0,-1 0 0 0 0,0-1 0 0 0,1 0-1 0 0,4-5 1 0 0,-2 2 606 0 0,0-1 0 0 0,0 0-1 0 0,11-17 1 0 0,1-9-1393 0 0,-18 31 236 0 0,-1 1-1 0 0,0-1 1 0 0,0 0 0 0 0,0 0 0 0 0,-1 1-1 0 0,1-1 1 0 0,-1 0 0 0 0,0 0 0 0 0,1 0-1 0 0,-1 1 1 0 0,0-1 0 0 0,-1 0 0 0 0,1 0 0 0 0,0 0-1 0 0,-1 1 1 0 0,0-1 0 0 0,1 0 0 0 0,-1 0-1 0 0,0 1 1 0 0,-1-1 0 0 0,1 1 0 0 0,0-1-1 0 0,-1 1 1 0 0,1-1 0 0 0,-1 1 0 0 0,0 0 0 0 0,0 0-1 0 0,-3-4 1 0 0,2 4-19 0 0,0 0 0 0 0,0-1 0 0 0,0 1 0 0 0,-1 0 0 0 0,1 0 0 0 0,0 1 0 0 0,-1-1 0 0 0,0 1 1 0 0,1 0-1 0 0,-1-1 0 0 0,0 2 0 0 0,0-1 0 0 0,1 0 0 0 0,-1 1 0 0 0,0 0 0 0 0,0 0 0 0 0,0 0 0 0 0,0 0 0 0 0,1 0 0 0 0,-7 2 0 0 0,3 1 25 0 0,1-1-1 0 0,0 1 1 0 0,-1 0-1 0 0,1 1 1 0 0,0-1-1 0 0,0 1 1 0 0,1 0-1 0 0,-1 1 1 0 0,1-1-1 0 0,0 1 1 0 0,0 0-1 0 0,1 1 1 0 0,-1-1-1 0 0,1 1 1 0 0,0 0-1 0 0,1 0 1 0 0,-1 0 0 0 0,1 0-1 0 0,1 1 1 0 0,-5 12-1 0 0,4-8 56 0 0,0-1 0 0 0,1 1 0 0 0,0-1 0 0 0,1 1 0 0 0,0 0 1 0 0,0-1-1 0 0,1 1 0 0 0,1 0 0 0 0,0 0 0 0 0,0-1 0 0 0,1 1 0 0 0,1 0 0 0 0,3 9 0 0 0,-3-12-12 0 0,1 0 1 0 0,0-1-1 0 0,1 1 1 0 0,-1-1-1 0 0,1 0 0 0 0,1-1 1 0 0,-1 1-1 0 0,1-1 1 0 0,0 0-1 0 0,1 0 0 0 0,-1-1 1 0 0,1 0-1 0 0,1 0 0 0 0,-1-1 1 0 0,0 0-1 0 0,1 0 1 0 0,0 0-1 0 0,0-1 0 0 0,0-1 1 0 0,0 1-1 0 0,0-1 0 0 0,1 0 1 0 0,-1-1-1 0 0,1 0 1 0 0,-1-1-1 0 0,10 0 0 0 0,-10 0-398 0 0,0-1-1 0 0,0 0 1 0 0,0 0-1 0 0,0-1 1 0 0,0 0-1 0 0,0-1 1 0 0,0 0-1 0 0,-1 0 1 0 0,1 0-1 0 0,11-8 1 0 0,-1-2-8013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1-28T07:00:00.1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2622 17878 14735 0,'0'0'640'0,"8"-3"160"0,11 3-640 0,-19 0-160 0,14 3 0 0,0 1 0 0,-1-1 816 0,-2 2 128 16,4 0 16-16,3 2 16 0,3-6-240 0,0 2-48 16,-1 1-16-16,5-2 0 15,1 1-32-15,6-3-16 0,3-4 0 0,1 3 0 16,5-1 208-16,3-1 32 0,-1-4 16 0,1-1 0 0,2-2-176 0,4-1-48 16,3 0 0-16,3 0 0 0,0 2-224 15,4 0-48-15,1 0-16 0,-2 0 0 16,-5 1-240-16,0 1-128 0,2 3 128 15,0-1-128-15,2-1 0 0,2 3 0 0,1 2 0 0,-1 1 0 0,-1 0 0 0,-5 1 0 16,-1 2 0-16,0-1 0 0,2 1 0 0,1-3 0 16,0 0 0-16,4 0 128 0,2 0-128 0,-2 1 0 15,-4 2 0-15,1-1 0 0,-1-2 0 0,2-2 0 0,5-2 0 16,1 0 0-16,1 0 0 0,1 1 0 0,0 2 0 16,-5 0 0-16,-4 1 0 0,1 0 0 0,-1 0 0 0,2 1 0 15,-1 0 0-15,2 2 0 0,2 1 0 0,-3 1 128 16,-1 0-128-16,-3 2 0 0,-1-1 128 0,2 1-128 15,0-2 0-15,3 0 0 0,0 2 0 0,1-4 0 16,1 0 0-16,-2 1 0 0,-3 2 0 0,0-4 128 16,1-1-128-16,3-1 0 15,3-1 0-15,3 0 128 0,3-2-128 0,-1 2 0 16,-3-4 0-16,1 3 0 0,0-1 0 0,2 0 0 16,0-1 0-16,1 1 0 0,0 1 0 0,-1-1 0 15,-6 1 0-15,1 2 0 0,1 1 0 0,-1 1 0 0,0 2 0 16,1-2 0-16,0 0 0 0,-2 2 0 0,0 3 0 0,-2-1 0 15,-4 1 0-15,2-2 0 0,4-1 0 0,0-1 0 16,2 0 0-16,1 4 0 0,3-3 0 0,-1 1 0 16,-4-1 0-16,4-1 0 0,2-5 0 0,1 1 0 15,3-2 0-15,2 2 0 0,-1 0 0 0,-4 1 0 16,-4-2 128-16,3 0-128 0,2-1 128 0,1 2-128 16,1-3 0-16,-1 3 0 0,-2-1 0 0,-2 2 0 15,-3 0 0-15,3 0 0 0,4-2 0 0,-1 1 0 16,1-2 0-16,-1 2 0 0,-2-1 0 0,-2 0 0 15,1-2 0-15,4 0 0 0,1 0 0 0,1-3 128 0,2 1-128 0,-2-1 0 16,-3 3 128-16,-1-2-128 0,0-2 0 16,2 3 0-16,0 1 0 0,0 1 128 0,-1-3-128 0,-3 2 0 15,-3 3 0-15,-1-2 0 0,0-1 0 0,1 0 0 16,2-2 0-16,2 4 0 0,1 0 0 0,-3 4 128 16,-5-2-128-16,2-2 0 0,0-1 128 0,1-1-128 15,-1 0 160-15,3 2-160 0,0 2 0 0,-1 2 128 16,-5 0-128-16,-1-1 0 0,-3-2 0 0,2-1 0 15,1 2 0-15,1-2 0 0,0-1 0 0,2 1 0 16,1 3 0-16,-4-1 0 0,-3-3 128 0,3-1-128 0,0-2 0 16,3-1 0-16,1 1 0 0,-1-1 128 0,1 3-128 15,-2-1 0-15,-6 1 0 0,-2 0 0 0,0 0 128 0,1 2-128 16,-2-1 0-16,0 2 0 0,1-2 0 0,-1 6 0 16,0 0 0-16,-4 0 0 0,-2 1 0 0,-1 0 0 15,-2 0 0-15,0-1 0 0,1-1 0 0,2-2 0 16,1 2 0-16,1-2 0 0,2 0 0 0,1 0 0 15,0 0 128-15,-1 0-128 0,-2 0 0 0,0-2 0 16,1-2 0-16,4 1 0 0,2-1 0 0,1 0 0 16,-1 0 0-16,1 1 128 0,2 2-128 0,-3-2 0 0,-4 1 0 15,1 0 0-15,1-3 0 0,0 1 0 0,3-1 0 0,1 1 0 16,3 2 0-16,1 0 0 0,-4 2 0 0,-2 0 0 16,-3 0 0-16,1 0 0 0,2-2 0 0,2 0 128 15,0 0-128-15,4 2 0 0,0 2 0 16,-2 1 128-16,-2 1-128 0,-1-3 0 15,0-1 0-15,3-1 0 0,4-3 128 0,3 1-128 0,1 2 0 0,-1 1 0 16,1 0 0-16,-3 0 0 0,-3-1 0 0,1-1 0 16,3 0 0-16,0-2 0 0,1 0 0 0,-2 3 0 0,-1 2 0 15,-3-1 0-15,-4-1 0 0,3-1 0 0,3 2 0 0,-1-2 0 16,2-1 0-16,2 2 0 0,-1 1 0 0,-3 0 0 16,-3 0 0-16,1 0 0 0,0 0 0 0,4-3 0 15,1 1 0-15,3 0 0 0,0 1 0 0,-5 2 0 16,-3 1 0-16,0-1 0 15,0-1 0-15,4-1 0 0,3-1 0 0,-2 2 0 16,0 0 0-16,-1 2 0 0,-1 0 0 16,-3 1 0-16,-2-2 0 0,2-1 0 0,4-1 0 15,3-2 0-15,2 3 0 0,0 0 0 0,-1 3 0 0,-3-2 0 16,-4 0 0-16,2-2 0 0,3 0 0 0,1-3 0 0,0 4 0 0,1 1 0 0,0 2 0 0,-3-3 0 16,-5 0 0-16,3 0 0 0,1 0 0 15,1-3 0-15,3 2 0 0,-1 1 0 0,2 1 0 0,-3 2 0 16,-6-3 0-16,1 0 0 0,3 0 0 0,2 0 0 15,3-3 0-15,3 6 0 0,1-2 0 0,-4 2 0 16,-4-1 0-16,2 0 0 0,3-2 0 0,3 0 0 16,2 0 0-16,0 1 0 0,1 3 0 0,-5-3 0 15,-4 2 0-15,2-3 0 0,4-3 128 16,4 3-128-16,2 1 0 0,0 1 0 0,-5-2 0 0,0 0 0 16,1 0 0-16,3-2 0 0,7 0 128 0,-1-2-128 0,1 4 0 15,-7 0 144-15,-5-1-144 0,-1-1 0 0,1-3 0 0,1 4 0 16,5 1 0-16,-3 1 0 0,-2 0 0 0,-5 1 0 31,-6 0 0-31,4-2 0 0,3-4 0 0,3 3 0 16,3 2 192-16,0 3-64 0,-6-2 0 0,-1-1 0 15,-4-1-128-15,4-1 160 0,3-1-160 0,1 4 160 16,1 0-160-16,-2 1 0 0,-5-1 0 0,-2 0 0 16,1-4 0-16,2 1 0 0,2 1 128 0,5 1-128 15,-1 1 0-15,-3 0 0 0,-8 1 0 0,-1-2 0 0,-1-3 0 0,-1 0 0 0,-1 2 0 16,-1-2 128-1,1 0-128-15,-3 6 0 0,-3-2 0 0,-6 0 0 0,-9 0 128 0,-5-1-128 16,-6 0 0-16,-2 1 128 0,-4-2-128 0,-4 0 160 16,-4 0-160-16,-3 0 160 15,-10 0-464-15,0 0-80 0,0 0-32 0,0 0-14480 0</inkml:trace>
  <inkml:trace contextRef="#ctx0" brushRef="#br0" timeOffset="538.21">26190 17306 3679 0,'0'0'160'0,"0"0"32"0,0 0-192 0,0 0 0 0,0 0 0 0,0 0 0 15,0 0 2560-15,0 0 448 0,0 0 112 0,0 0 16 16,0 0-1664-16,0 0-336 0,0 0-64 0,0 0-16 0,0 0-544 0,0 0-96 16,0 0-32-16,0 0 0 0,0 0-384 0,0 0 128 15,11 4-128-15,-11-4 0 0,0 0 0 0,0 0 0 16,0 0 0-16,0 0 0 0,0 0 176 0,0 0-48 0,0 0-128 0,0 0 192 16,2 12 320-16,-2-12 48 0,0 9 16 0,0-9 0 15,-3 12-64-15,-3-2-16 16,-2-1 0-16,-2 3 0 0,-2 2 48 0,-3 3 16 15,-5 1 0-15,-2 3 0 0,-3 3 48 0,-1 2 16 0,-1 4 0 16,-2 1 0-16,0-1-304 0,2 0-64 0,0-3-16 16,2 1 0-16,3-3-112 0,1-3-128 0,1-3 176 0,3 1-176 0,3-4 144 15,1-2-144-15,-1-5 0 0,1 0 144 32,2-1-576-32,3-3-112 0,8-5-32 0,0 0-8016 15,0 0-1616-15</inkml:trace>
  <inkml:trace contextRef="#ctx0" brushRef="#br0" timeOffset="719.82">25887 17361 26719 0,'0'0'2368'0,"0"0"-1888"0,-7 10-480 0,2 7 0 0,1 9 816 0,0 2 64 16,1 0 16-16,2 6 0 0,2 3-736 0,2-2-160 16,0-1 0-16,2 0 0 15,1-2 0-15,5 1 0 0,1-2-160 0,1 1 160 0,0-4-352 0,1 1 16 16,0-4 0-16,-1-1 0 15,-2-5-1952-15,-3-1-384 0,-1 5-80 0,-8 2 0 0</inkml:trace>
  <inkml:trace contextRef="#ctx0" brushRef="#br0" timeOffset="7367.96">26898 17506 15663 0,'0'0'1392'0,"3"-10"-1120"15,-3 3-272-15,0 7 0 0,0 0 1632 0,0 0 272 16,0 0 48-16,0 0 16 0,0 0-592 0,8 11-112 15,-4 6-32-15,-2 3 0 0,-2 3-720 0,0 2-160 16,-1 1-32-16,-2 0 0 0,-1-2-112 0,2-11-16 0,-1 0-16 0,-1 2 0 16,-1 2-176-16,-1-1 0 0,-1 2 144 0,1-1-144 15,-1-1 224-15,-3 11-32 0,0-3 0 0,4-6 0 16,2-5 128-16,4-13 0 0,0 0 16 0,0 0 0 16,0 0-48-16,0 0-16 0,0 0 0 0,0 0 0 15,5-14-48-15,2-2-16 0,1 0 0 0,2-4 0 16,3 1-80-16,0-2-128 0,0-2 176 0,0-1-176 15,1 0 128-15,2-1-128 0,0 0 0 0,1 3 0 16,0 0 0-16,0 4 0 0,0 3 128 0,-3 5-128 31,-2 3 144-31,-12 7-16 0,13 4-128 0,-4 8 192 0,-5 5 160 16,-4 4 32-16,-3 5 0 0,-3 1 0 0,-5 6-112 0,-3 2-16 16,-4 2 0-16,1 0 0 0,1 0 80 0,2-5 16 15,-1 0 0-15,5-1 0 0,3 0-64 0,3-2-16 16,2-8 0-16,2 1 0 0,4-5-16 0,0-3-16 15,0-2 0-15,2-7 0 0,3-2-240 0,4-4 144 16,-1-3-144-16,2-4 128 16,2-4-1056-16,2-4-224 15,4-1-32-15,-1-7-9760 0,-1-4-1936 0</inkml:trace>
  <inkml:trace contextRef="#ctx0" brushRef="#br0" timeOffset="7601.03">27262 17696 10127 0,'0'0'448'0,"0"0"96"0,-4 10-544 0,-2 3 0 16,-4-2 0-16,1 3 0 0,0 2 4096 0,0 1 720 0,0 2 144 0,0 1 32 15,-2-1-3008-15,4 2-608 0,-1 1-112 0,3-1-32 0,1-4-576 0,4-1-112 16,1-2-32-16,4-1 0 0,2-1-112 0,3-4-16 16,2-3-16-16,2-1 0 0,2-7-48 0,1-1-16 0,2-3 0 0,0-5 0 15,-1-5-48-15,0 0 0 0,0 1 0 0,-1-3 0 16,-2-2-80-16,-2-3-32 0,0 2 0 0,-2 1 0 16,0 2-144-16,-1-3-272 15,-3 1 64-15,-1 4 16 31,-2-1-320-31,-1 5-64 0,-2 1-16 0,-1 12 0 16,0 0-544-16,0 0-96 0,0 0-32 0,-13 0 0 0,-1 1-1584 16,-2 4-320-16</inkml:trace>
  <inkml:trace contextRef="#ctx0" brushRef="#br0" timeOffset="7958.64">27847 17388 24879 0,'0'0'1088'0,"0"0"256"0,0 0-1088 0,-4 13-256 0,-1 0 0 0,-1 4 0 16,-1 4 1392-16,-2 1 208 0,-4 3 64 0,-1 4 0 0,-2 3-640 0,-2 1-128 15,-2-2-32-15,2 4 0 0,1 3-480 0,1 1-80 16,2 0-32-16,4-1 0 0,1-3-272 0,6-2 0 16,4-4 0-16,4-2 0 0,2-3 0 0,-1-4-304 15,0-1 64-15,2-6 16 16,1-4-2144-16,0-4-448 0</inkml:trace>
  <inkml:trace contextRef="#ctx0" brushRef="#br0" timeOffset="8110.85">27559 17469 28559 0,'0'0'2544'15,"0"0"-2032"-15,9 14-512 0,2 2 0 0,1-2 1056 0,5 5 112 0,5-2 32 0,5 1 0 16,6-1-480-16,3-2-80 0,5 1-32 0,2-2 0 31,0 1-1696-31,5-2-352 0</inkml:trace>
  <inkml:trace contextRef="#ctx0" brushRef="#br0" timeOffset="9287.86">28482 17431 19519 0,'4'-10'864'0,"0"1"176"0,0 0-832 0,1 2-208 0,-5 7 0 16,9-5 0-16,1 0 1712 0,-10 5 288 0,11 0 64 0,0 4 16 15,-11-4-688-15,11 15-144 0,-1 7-32 0,-4 3 0 16,-2 0-736-16,-3 2-160 0,-1 5-16 0,-1-1-16 16,-3-1-96-16,-1 0-32 0,-2-3 0 0,0 2 0 15,-1-3-160-15,-1-1 160 0,-2-3-160 0,2-3 160 16,0 0-160-16,0-4 128 0,1-2-128 0,3-2 128 16,5-11 48-16,0 0 0 0,0 0 0 0,0 0 0 15,0 0 416-15,0 0 96 0,4-11 16 0,2-3 0 16,2-2-192-16,4-2-16 0,2-3-16 0,2 0 0 15,2-1-176-15,1 0-48 0,4 0 0 0,1 0 0 0,2-2-256 32,1 2 0-32,-3 1 0 0,2 4 0 15,0-1-1536-15,1 4-384 0,-3 5-64 16</inkml:trace>
  <inkml:trace contextRef="#ctx0" brushRef="#br0" timeOffset="9768.65">28888 17752 15663 0,'0'0'1392'0,"0"0"-1120"0,10-1-272 0,2-1 0 16,1-4 2640-16,1-1 480 0,2 0 80 0,0-3 32 15,-1 0-1888-15,0 0-384 0,0-1-80 0,0 1-16 16,-4-2-592-16,-2 0-112 0,-1 0-32 0,-1 1 0 16,-5-1-128-16,0-1-192 0,-4-1 32 0,0-1 16 15,-3 1-368-15,-3 1-80 0,-1 1-16 16,-3 4 0-16,-2 3 32 0,-1 4 0 15,-2 1 0-15,0 6 0 0,-1 6 272 0,0 1 64 0,1 3 16 0,3 3 0 0,2 0 80 0,3 0 16 16,2 1 0-16,3-2 0 0,3 0 128 0,4-1-160 16,3 3 160-16,4-5-160 0,5-2 160 0,3 0 0 15,3-3 0-15,4-4-128 0,1-2 128 0,1-3 176 16,2-1-48-16,1-2 0 0,2-5 32 0,2-1 0 0,0-2 0 16,3-3 0-16,-2-4 0 0,1 0 0 0,0 1 0 15,-1 1 0-15,-3-2 224 0,-3 0 64 0,-4 0 0 16,-6-1 0-16,-3 3 176 0,-4 0 32 0,-6-2 16 0,-2 4 0 15,-1 3 80-15,-3 10 16 0,0 0 0 0,-11-1 0 16,0 4-192-16,-4 5-16 0,-3 3-16 0,-5 5 0 16,-3 5-224-16,-2-3-32 0,1 0-16 0,1 2 0 15,0-1-80-15,3 1-32 0,7 1 0 0,5-7 0 16,5-2-16-16,6-12 0 0,-2 13 0 0,2-13 0 16,11 8 16-16,-1-2 0 0,3-2 0 0,4 0 0 15,1-3-160-15,1 5 128 0,-2 2-128 0,-3 3 128 16,-2 4-128-16,-3 7 0 0,-5 6 0 15,-4 9 0-15,-4 9-240 0,-5 7 32 0,-7 7 0 16,-4-1 0-16,-3-1-2336 0,-2 4-464 0,-1 0-80 0,3 1-32 16,-1 1 176-16,3-7 48 0,3-5 0 15,2-9 0-15,-1-4 1232 0,2-5 256 0,3-6 64 0</inkml:trace>
  <inkml:trace contextRef="#ctx0" brushRef="#br0" timeOffset="10314.33">29740 17532 20095 0,'0'0'896'0,"-10"4"176"0,0 2-864 0,-1 2-208 0,1 4 0 0,1 2 0 0,-1 3 1280 0,1 1 224 0,1 0 32 0,2 2 16 0,-2 2-272 16,6-2-48-16,0-2-16 0,2-1 0 0,3-3 192 0,3-1 48 15,5-2 0-15,2-3 0 0,-1-5-672 0,3 0-128 16,2-3-16-16,3-1-16 0,1-3-352 0,-2-4-64 16,-1-1-16-16,3-3 0 0,0-2-64 0,1-2 0 15,2 1-128-15,-1-1 192 0,1 0-192 0,-2-1-288 16,-1 0 64-16,-3-2 16 31,-2 2-704-31,-5 0-144 0,-2 4-32 0,-2 2 0 16,-7 11 272-16,0 0 48 0,0 0 16 0,-8 8 0 0,-1 7 608 0,-4 3 144 0,-3-1 0 0,1 2 0 15,0 2 0-15,2 1 192 0,0 1-32 0,2-3-16 0,3 1 80 16,4-2 16-16,2-4 0 0,5 0 0 16,1-1 208-16,3-1 32 0,0-4 16 0,4-1 0 15,-1-3-304-15,2-1-64 0,-2-7-128 0,3 1-10176 16,0-3-2160-16</inkml:trace>
  <inkml:trace contextRef="#ctx0" brushRef="#br0" timeOffset="10473.64">30254 17722 25103 0,'-12'18'1104'0,"5"-5"240"0,-4 2-1072 0,2 0-272 0,0 1 0 0,1-2 0 0,0-1 1296 0,2-1 208 15,0 0 32-15,6-12 16 0,0 0-784 0,0 0-144 16,0 0-48-16,0 0 0 15,0 0-2832-15,12-2-576 16</inkml:trace>
  <inkml:trace contextRef="#ctx0" brushRef="#br0" timeOffset="10599.9">30430 17339 11967 0,'0'0'1072'16,"0"0"-864"-16,-1-9-208 0,1 9 0 0,0 0 5056 0,0 0 976 0,0 0 192 31,0 0 48-31,-9 4-4160 0,2 3-832 0,1 5-176 0,0 2-16 31,0 2-2816-31,1 2-576 0</inkml:trace>
  <inkml:trace contextRef="#ctx0" brushRef="#br0" timeOffset="11015.49">30620 17579 7359 0,'0'0'320'0,"0"0"80"0,0 0-400 16,0 0 0-16,7 14 0 0,-4 0 0 0,-3 1 4704 0,-3 3 864 0,-2-1 160 0,-3 4 32 0,-3 3-3872 0,0 1-784 15,-2-1-144-15,0-1-48 0,1-2-592 16,-1 2-128-16,2 1-32 0,4-4 0 0,1-2-160 16,3-5 128-16,3-13-128 0,0 0 128 0,0 0 288 0,0 0 48 15,0 0 16-15,0 0 0 0,10-3 160 0,3-7 48 16,3-7 0-16,-1-1 0 0,1-2-240 0,1 0-32 15,0 1-16-15,0-5 0 0,-2 0-240 0,5 0-160 16,0 1 192-16,0 2-192 16,4-3-1280-16,-3 5-384 15,-2 3-64-15</inkml:trace>
  <inkml:trace contextRef="#ctx0" brushRef="#br0" timeOffset="11565.33">30841 17721 6447 0,'0'0'272'0,"0"0"80"0,2 11-352 0,2 0 0 0,-4-11 0 0,11 9 0 0,0-4 5568 0,1 0 1056 16,0-5 208-16,2-2 32 0,2-1-4336 0,1-1-864 16,0 0-192-16,1-3-16 0,-1 0-784 0,0-2-160 0,-1-3-16 0,-2 0-16 15,-1 2-272-15,-1 1-48 0,-3-4-16 0,-3 1 0 16,0 0-144-16,-4-3 0 0,-3 0 0 0,0 2 0 0,-2 0 0 0,-2 2-192 31,-4 1 0-31,-3 8 16 0,-2 2-80 0,-5 5-32 16,-3 3 0-16,0 5 0 0,-2 5-32 0,2 0 0 0,-1 1 0 15,5 3 0-15,5 0 128 0,5 0 0 0,4-1 16 0,4 0 0 16,5-5 0-16,4-1 0 0,3 1 0 0,5-3 0 16,5-4 176-16,7-2 0 0,3-4 0 0,3-3 0 0,3-3 0 0,-3-3 0 15,-1-2 0-15,-2-1 128 0,-2-1-128 0,-3 0 0 16,-1-1 128-16,-1-2-128 0,-4-3 0 0,-3-1 0 0,-2 6 0 16,-3-2 128-16,-3 1 0 0,-3 2 0 0,-7 10 0 15,0 0 0 1,0 0 352-16,0 0 80 0,-13 2 16 0,-3 6 0 0,-1 5-64 0,0 4-16 15,0-1 0-15,3 1 0 16,2-2-176-16,5 3-16 0,5-3-16 0,2 0 0 0,2-2 304 0,5-2 64 16,3-1 16-16,5-3 0 0,2-5-240 0,4-4-48 0,3-3-16 15,4-5 0-15,3-3-96 0,0-2-16 0,-2-1 0 16,1-1 0-16,0-2-256 0,0 0 0 0,-1-3 0 0,-2 1 0 16,0-2 144-16,-2-6-144 0,-5-2 0 0,-1-6 144 15,-3-4-144-15,-3-4 0 16,-4-2 0-16,2 6 128 0,-2 4-128 0,-2 6 0 0,-1 9 0 0,-4 7 0 15,-2 8 0 1,0 7 0-16,0 0 0 0,-6 11 0 16,-5 8 0-16,1 4 0 0,-2 7 160 0,-3 9-160 15,-4 8 544-15,0 4 0 0,-3 4 0 0,-3 3 0 16,-1 0-272-16,4 0-48 0,5 2-16 0,4 3 0 0,5-3-208 0,6-4 0 16,6-4 0-16,4-9 0 0,4-8-3360 15,2-6-720-15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1-30T05:12:25.1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26661 12263 9215 0,'0'0'400'0,"0"0"96"0,0 0-496 0,0 0 0 16,0 0 0-16,0 0 0 0,0 0 3008 0,0 0 496 16,0 0 96-16,0 0 32 0,0 0-1520 0,18 11-320 0,-18-11-48 0,5 10-16 15,-1 3-432-15,-1-6-80 0,-2-1-32 16,2 3 0-16,0 2-464 0,-1-1-80 15,-1 3-32-15,2 2 0 0,0 0-112 0,-1 17-32 16,0-2 0-16,-1 2 0 0,-1 3-48 0,0 3-16 16,-1 1 0-16,-3 3 0 0,-3 2-80 0,-1 1-32 15,0-1 0-15,-1-2 0 0,-2-3-288 0,-1-4 0 16,-1-2 0-16,-1-2 0 0,-1 1 0 0,2-4 0 16,3-1 0-16,-2-2 0 0,-4-2 0 0,2-3 0 0,-2-2 0 0,3 1 160 15,0-8-160-15,5-3 0 0,1-3 144 0,-4 2-144 16,1-2 144-16,10-5-144 0,0 0 192 0,0 0-192 15,-5-10 160-15,5 10-160 0,1-12 128 0,4 1-128 16,2 1 0-16,3 4 0 0,2-4 0 0,5 5 0 16,2 3-160-16,2 3 160 0,0 0-208 0,4 4 80 0,3 2 128 0,4 2 0 15,0 3 0-15,-8-4 128 0,2 2-128 0,1-1-192 16,3 2 64-16,11 4 0 0,-5 0 128 0,-2-6 224 16,-1 0-48-16,-3-3-16 0,-2 1 32 0,0-2 0 15,-2-1 0-15,-12-1 0 0,-2 0-64 0,-2 1-128 16,-1 0 192-16,3 0-64 0,-12-4-128 0,0 0 0 15,0 0-192-15,0 0-11856 16,0 0-2368-16</inkml:trace>
  <inkml:trace contextRef="#ctx0" brushRef="#br0" timeOffset="328.07">26980 12146 21183 0,'-11'-7'1888'0,"11"7"-1504"16,0 0-384-16,0 0 0 0,-9-1 1536 0,9 1 256 0,0 0 32 15,0 0 16-15,0 0-592 0,0 0-112 16,7 11-32-16,3-1 0 0,0 2-176 0,0 0-32 0,1-1-16 0,1 1 0 16,1 2-432-16,1 1-64 0,0-1-32 0,3 0 0 15,0 1-352-15,0-2 128 0,-1-3-128 0,1-1 0 16,4-1 0-16,-1-3 128 0,3-2-128 0,0 0 0 16,-1-2-1888-1,0-4-448-15,-1-1-96 0</inkml:trace>
  <inkml:trace contextRef="#ctx0" brushRef="#br0" timeOffset="470.28">27472 11978 25791 0,'0'0'2304'15,"0"0"-1856"-15,-8 9-448 0,3 4 0 0,-2 3 1728 0,2 5 240 0,1 5 48 0,-1 2 16 16,0 4-752-16,1 0-160 0,0 2-32 0,1 1 0 16,1-3-272-16,0 0-64 0,2-2-16 0,0-1 0 31,2 1-928-31,-2-3-192 0,0 2-48 0</inkml:trace>
  <inkml:trace contextRef="#ctx0" brushRef="#br0" timeOffset="1950.26">28166 11940 16927 0,'3'-4'752'0,"17"-12"144"0,-20 16-704 16,0 0-192-16,0 0 0 0,0 0 0 0,0 0 896 0,0 0 128 15,0 0 48-15,0 0 0 0,-9 4 240 0,0 0 48 16,1 2 16-16,0-1 0 0,-1-1-352 0,1 2-64 16,8-6 0-16,-9 7-16 0,0-3-432 0,1 1-96 15,8-5-16-15,-10 6 0 0,-1 0-80 0,2-1 0 16,-1-1-16-16,1 0 0 0,-2-2-80 0,-1 1-16 15,-1 1 0-15,0-3 0 0,0 0-208 0,0 1 128 16,0-1-128-16,1 2 0 0,2-1 128 0,1-1-128 16,9-1 0-16,-9 3 0 0,9-3 0 0,-9 1 0 15,9-1 0-15,0 0 0 0,0 0 192 0,0 0-64 16,0 0-128-16,0 0 192 0,0 0 0 0,0 0 0 16,0 0 0-16,0 0 0 0,0 0-64 0,0 0 0 15,0 0-128-15,0 0 192 0,0 0 0 0,0 0-16 16,-10 6 0-16,10-6 0 0,0 0 80 0,0 0 32 15,0 0 0-15,0 0 0 0,-6 9-16 0,6-9 0 16,-3 10 0-16,3-10 0 0,2 14-16 0,0 5-16 16,1 3 0-16,1 8 0 0,1 6-16 0,0 5 0 15,0 3 0-15,-3 4 0 0,-2 2 0 0,-2 3 0 0,1 2 0 0,0 6 0 16,-3 3-224-16,0 3 176 16,0-2-176-16,1-4 160 0,2-5-160 0,-1-1 0 15,-1-2 0-15,2 0 128 0,-1-3-128 0,4 7 0 0,-2-3 0 0,0 2 0 16,1-1 0-16,-1-4 0 0,0-5 0 0,1-18 0 15,2 1 0-15,-1 13 0 0,0-6 0 16,2-5 0-16,1-6 0 0,1-1 160 0,-2-7-160 0,-1-4 160 0,1-4 208 0,1 5 32 16,0-3 16-16,1-2 0 0,-6-9 64 0,6 8 16 15,-6-8 0-15,10 7 0 0,1-1-240 0,-2-3-64 16,-9-3 0-16,13 6 0 0,-1 0-192 0,-3-3-208 16,1 2 32-16,6 2-12768 15,0-1-2560-15</inkml:trace>
  <inkml:trace contextRef="#ctx0" brushRef="#br0" timeOffset="2781.2">28186 12619 8287 0,'0'0'736'0,"0"0"-592"0,0 0-144 0,-10 3 0 0,0-3 1840 0,10 0 336 15,-12 0 64-15,12 0 0 0,0 0-592 0,0 0-128 16,-11 0-32-16,11 0 0 0,0 0 0 0,0 0 0 15,0 0 0-15,0 0 0 0,12 2-624 0,2 2-128 16,1-2-32-16,7 0 0 0,7 1-128 0,7 0-16 16,6 0-16-16,2 1 0 0,3 3 48 0,5-3 16 15,3 5 0-15,6-3 0 0,6 2-128 0,7 1-32 16,7 0 0-16,-3 2 0 0,-5-1-192 0,0-2-32 16,-2-3-16-16,-1 2 0 0,3-4-16 0,-3 2 0 15,-2 1 0-15,-8-1 0 0,-12 2-48 0,-6-2-16 16,-7 0 0-16,-5 2 0 0,-4-4 16 0,-2 0 0 15,-7 1 0-15,-3 2 0 0,-2-3-16 0,-12-3-128 16,8 4 192-16,-8-4-64 0,0 0-128 0,0 0 0 16,0 0 0-16,0 0-11296 15,0 0-2288-15</inkml:trace>
  <inkml:trace contextRef="#ctx0" brushRef="#br0" timeOffset="3968.62">28581 11944 12495 0,'0'0'544'0,"0"0"128"0,0 0-544 0,0 0-128 0,0 0 0 0,0 0 0 16,3-9 1312-16,-3 9 224 0,0 0 64 15,0 0 0-15,0 0-64 0,0 0 0 0,0 0 0 16,0 0 0-16,0 0-304 0,0 0-64 0,0 0-16 0,0 0 0 16,3 14-400-16,-2 2-96 0,-1 2-16 0,0 4 0 15,-1 4-240-15,1 2-48 0,-2-1-16 0,4 4 0 16,0 3-16-16,1 0 0 0,-1-4 0 0,4-1 0 16,-1 1-96-16,1-5-32 0,2-3 0 0,0-3 0 0,1-3 0 0,2-4-16 15,-1-3 0-15,0-1 0 0,2-3 16 0,1-3 16 16,2-2 0-16,-2-2 0 0,-2-3 48 0,4-3 16 15,3-4 0-15,3-5 0 0,0-1-272 0,1-4 0 16,-1-4 0-16,-2-2 0 0,-1 0 0 0,-2-1-304 16,-3-1 48-16,-2 2 0 0,-2 1 128 0,-1 2 128 15,-2 3-192-15,1 7 192 0,-4 4 0 0,-3 11 0 16,0 0 0-16,0 0 0 0,-3 13 0 0,-1 7 0 16,-2 3 0-16,0 7 0 0,-2 5-128 0,3 3 128 15,1 1 0-15,5-5 0 0,3-1 0 0,4-5 0 16,2-1 0-16,3-7 0 0,1-4 192 0,1-3 80 15,-1-1 32-15,1-4 0 0,0-3 368 0,0-3 80 16,0 1 16-16,0-6 0 0,0-2-128 0,1-3-32 0,-2-1 0 0,-1-1 0 16,-1-1-272-16,1 0-48 15,-2-4-16-15,-1 0 0 0,-2-1-144 0,0-1-128 0,-2-2 192 0,-2-1-192 16,0-1 144-16,-1 0-144 16,-3-1 0-16,-2-1 144 0,1 0-400 0,-2 5-64 15,1 0-32-15,-2 5 0 16,1 1-2352-16,1 6-480 0</inkml:trace>
  <inkml:trace contextRef="#ctx0" brushRef="#br0" timeOffset="5498.65">28557 13125 1839 0,'0'0'160'0,"0"0"-160"0,0 0 0 0,0 0 0 16,0 0 4144-16,4-6 784 0,-4 6 176 0,0 0 16 15,0 0-2816-15,-3-8-560 0,3 8-112 0,-9-4-32 0,0 3-128 0,0 1-16 16,-2 2-16-16,-1 2 0 0,1 0-560 0,-4 3-112 16,-2 0-32-16,0 4 0 0,2 0-352 0,0 3-64 15,1-4 0-15,1 4-16 0,3 5 48 0,3-3 16 16,2 4 0-16,4 2 0 0,3 3-128 0,3 1-32 15,2-1 0-15,3 0 0 0,5-3-208 0,-1-1 176 16,0-1-176-16,-1-1 160 0,-1-2-16 0,0 0 0 16,-2-3 0-16,-1 2 0 0,1-1-144 0,-4 1 160 15,-2-2-160-15,-1 1 160 0,-3 0-32 0,0 0 0 16,-2 0 0-16,-2-2 0 0,-1-1 0 0,-3 0-128 16,-1 1 192-16,0-2-64 0,-1 0 16 0,-2-5 0 0,-1-3 0 0,1 0 0 15,0-2-320-15,1-2-64 0,-1-3-16 0,3-4 0 31,1-4-592-31,1-2-128 0,2-2-32 0,4-2-9840 0,2-3-1968 0</inkml:trace>
  <inkml:trace contextRef="#ctx0" brushRef="#br0" timeOffset="5764.25">28627 12984 1839 0,'9'-14'0'0,"-2"4"160"0,0 0-160 0,7 4 0 0,1-1 0 0,2 3 0 16,0 2 6576-16,3 1 1280 0,2 1 256 0,0 3 48 15,-1 1-5792-15,-3 3-1168 0,-4 1-240 0,-1 3-32 16,-2 0-224-16,-5 3-64 0,-3 2 0 0,-3 2 0 0,-3-1-320 0,-2 4-64 16,-3 5 0-16,-1-3-16 0,-3 4-112 0,2-4 0 15,0-1-128-15,1 0 192 16,-1-2-192-16,5-3 0 0,3-3 0 0,0-1 0 0,2-2 0 0,0-11 0 16,5 10 0-16,2-2 0 0,1-2 128 0,1 1-128 15,0-2 0-15,3-1 144 0,0 3-336 0,1-5-64 16,0 2 0-16,2-1-16 15,2 1-2304-15,-1 0-464 0,-1-1-96 0,1 0-10320 0</inkml:trace>
  <inkml:trace contextRef="#ctx0" brushRef="#br0" timeOffset="5998.59">28750 13448 31039 0,'0'0'1376'0,"14"3"288"0,3-3-1344 0,4 3-320 15,2-3 0-15,5 0 0 0,3 0 208 0,0 0-16 16,2 2-16-16,-3 2 0 0,0-1 400 0,2-1 96 0,1 0 16 0,-2-1 0 16,0 2-256-16,1-3-48 0,-1 0-16 0,-2 0 0 15,-2 0-240-15,-1-3-128 0,-1 2 128 0,-2-1-128 31,-3 1-416-31,-3 0-160 0,-3-2-16 0,-3 2-16 16,-11 1-2464-16,0 0-480 0</inkml:trace>
  <inkml:trace contextRef="#ctx0" brushRef="#br0" timeOffset="6172.08">29271 13179 20271 0,'0'0'1792'15,"-5"11"-1424"-15,-2 8-368 0,1-3 0 0,-2 5 2192 0,0 4 368 16,0 3 80-16,1 0 16 0,-3 1-1632 0,4 1-336 15,-2-1-64-15,0 1-16 0,2 2-320 0,2-1-64 16,0-2-16-16,3-2 0 0,1-2-208 0,2-3 144 16,3-2-144-16,1-2 128 15,0-6-1248-15,3 1-256 0,2-1-48 0,-2-6-7488 0,1-2-1504 0</inkml:trace>
  <inkml:trace contextRef="#ctx0" brushRef="#br0" timeOffset="6563.99">29551 13198 12895 0,'9'-19'576'0,"-2"6"112"0,1 1-560 0,-2 4-128 15,-6 8 0-15,0 0 0 0,0 0 3456 0,7 16 640 0,-2 4 144 0,-2 7 32 16,-3-1-2416-16,-2 5-464 0,1 2-112 0,-2 2 0 16,0 0-400-16,-1-3-80 0,1-3-16 0,3 0 0 0,0-4-192 15,4-3-32-15,2-1-16 0,2-3 0 0,3-2 32 0,-1-2 16 16,2-4 0-16,1-2 0 0,0-1-256 0,0-3-48 15,-1-4-16-15,-1-2 0 0,3 0-48 0,-1-5-16 16,-2-3 0-16,1 1 0 0,-2-1-208 0,2 0 0 16,-1 0-144-16,-2 0 144 0,-3 3-336 0,-6 7 16 15,0 0 16-15,0 0 0 0,0 0 48 0,0 0 16 16,8 10 0-16,-1 3 0 0,-4 0 16 0,3-1 0 16,-2 2 0-16,1 1 0 0,4-2 224 0,3 0 240 15,1-3-48-15,1-1-16 0,2-5 544 0,1-1 112 16,-2-5 32-16,2-1 0 0,0-4 144 0,0-1 16 15,0-1 16-15,0-1 0 0,-3-1-528 0,1 2-128 16,-1-1 0-16,-3 0-16 0,-4 3-240 0,0-4-128 16,-2 2 128-16,0-3-128 0,-3 1 0 0,-4-2 0 15,-2-2 0-15,2 2 0 16,-2 2-1792-16,0 1-336 0,-1 3-64 0,5 7-16640 0</inkml:trace>
  <inkml:trace contextRef="#ctx0" brushRef="#br0" timeOffset="8191.46">30120 13060 9215 0,'0'0'400'0,"0"0"96"0,0 0-496 0,0 0 0 0,2-9 0 0,-2 9 0 15,7-7 2976-15,-7 7 496 0,0 0 112 0,10-4 0 16,-10 4-1824-16,12 3-368 0,-12-3-80 0,12 6-16 16,-4 1-672-16,-2 1-144 0,-6-8-32 0,5 15 0 15,-5-1-192-15,-1-3-64 0,-2 1 0 0,1 1 0 16,-2 1-64-16,0-1-128 0,0-2 176 0,2 1-176 15,0-2 144-15,2-10-144 0,3 13 0 0,1-3 144 16,-4-10 48-16,8 11 16 0,1-3 0 0,1 0 0 16,-10-8 48-16,13 3 16 0,-1 0 0 0,-2 1 0 0,1-1-144 0,-1-1-128 15,2-1 144-15,0-1-144 16,-1-1-1088 0,2 0-304-16,2-3-64 0</inkml:trace>
  <inkml:trace contextRef="#ctx0" brushRef="#br0" timeOffset="8972.64">30478 11863 14735 0,'-6'-4'1312'0,"6"4"-1056"16,0 0-256-16,0 0 0 0,-7-5 1968 0,7 5 336 16,0 0 64-16,0 0 0 0,0 0-1872 0,0 0-496 15,8 8 128-15,4 0-128 0,0-2 320 0,-1 1 48 16,2-2 0-16,2 3 0 0,2 0 496 0,0 1 96 0,-2-3 32 0,1-1 0 15,-2 1-240-15,-1 1-48 16,0 1-16-16,-1-1 0 0,-2-3-96 0,0 2-16 0,-3-1 0 0,1 2 0 16,-8-7 32-16,7 9 0 0,-7-9 0 0,5 16 0 15,-2 1-32-15,-1 4-16 0,-1 2 0 0,1 6 0 16,-2 5-96-16,1 5-16 0,0 5 0 0,3 3 0 16,-1 4-128-16,-1 2-16 0,0 1-16 0,-1 4 0 15,-1 2-112-15,3 5-32 0,-1 2 0 0,4-2 0 16,-3-2-144-16,0-5 0 0,-3-2 0 0,-1-6 128 15,-1-2-128-15,2 0 0 0,-2-2 0 0,-1 1 128 16,1 0-128-16,-1-3 128 0,2-5-128 0,-2-1 128 16,0-4-128-16,1-1 160 0,1-6-160 0,-2-2 160 15,-1-3-32-15,0-2-128 0,0-3 192 0,-1-2-64 16,0 2 112-16,0-6 16 0,-1-2 0 0,0-1 0 0,-1-2-96 0,7-6-16 16,-7 7 0-16,-1-2 0 15,-1-1-1264-15,-1-3-256 16,0-1-48-16,-2-1-16160 0</inkml:trace>
  <inkml:trace contextRef="#ctx0" brushRef="#br0" timeOffset="9969.48">31124 12456 6447 0,'0'0'576'0,"0"0"-576"16,0 0 0-16,-4-9 0 0,4 9 3184 0,0 0 528 15,0 0 96-15,0 0 32 0,8-6-2112 0,-8 6-400 16,9-6-96-16,1 4-16 0,1 2 192 0,0 0 16 16,2 0 16-16,2 1 0 0,-1 2-624 0,3-1-128 15,1 1-32-15,0 1 0 0,1-2-352 0,-2 2-80 16,0 2-16-16,-2-1 0 0,0 1-208 0,-1-3 128 16,0 1-128-16,-1 0 0 15,0-2-1344-15,-13-2-352 0,0 0-80 0</inkml:trace>
  <inkml:trace contextRef="#ctx0" brushRef="#br0" timeOffset="10125.73">31049 12684 25791 0,'0'0'2304'0,"0"0"-1856"0,0 0-448 0,9 11 0 16,2-5 1152-16,3 1 144 0,4-1 32 0,1 0 0 15,-1-1-1072-15,2-1-256 0,0 0 0 0,0 1 0 16,0-2 368-16,-1 0 16 0,-1 0 0 0,1 1 0 15,-2 0-128-15,-2 0 0 0,1 0-16 0,-3 1-9856 16,-13-5-1968-16</inkml:trace>
  <inkml:trace contextRef="#ctx0" brushRef="#br0" timeOffset="40667.25">31860 12275 6447 0,'0'0'272'0,"0"0"80"0,0 0-352 0,0 0 0 0,0 0 0 0,0 0 0 15,0 0 2928-15,12 7 512 0,-12-7 96 0,0 0 32 16,0 0-1328-16,0 0-256 0,0 0-48 0,0 0-16 16,0 0-496-16,0 0-96 0,0 0-32 0,0 0 0 15,0 0-480-15,0 0-112 0,0 0 0 0,-10 7-16 16,-5 4-336-16,1-1-64 0,-3 1-16 0,1 0 0 15,-1 1-16-15,2 1-16 0,-1 0 0 0,2 0 0 16,-1 0-16-16,4 0 0 0,-1 2 0 0,3 0 0 16,1 2 16-16,1-2 0 0,2-1 0 0,1 2 0 15,-1 1-64-15,2 1-16 0,2-5 0 0,1 5 0 16,0 0-160-16,1-1 0 0,2 0 144 0,0 0-144 16,-2 0 0-16,2 0 0 0,-1-1 0 0,1-1 0 15,-2-2 0-15,-1 0 128 0,0-2-128 0,0-11 0 16,-1 13 0-16,-2-3 144 0,-2-2-144 0,-2 0 0 15,1 0 0-15,-3-2 0 0,0 0-240 0,-2-1 80 16,1-1-304-16,-1 1-64 0,0-4-16 0,-1 2 0 16,0-1-224-16,0-2-64 0,1-2 0 0,0-2 0 15,3 0-1536-15,2 1-320 0,-1-3-64 0,7 6-16 0</inkml:trace>
  <inkml:trace contextRef="#ctx0" brushRef="#br0" timeOffset="41042.21">31933 12508 7359 0,'0'0'320'0,"0"0"80"0,0 0-400 0,0 0 0 0,0 0 0 0,0 0 0 15,0 0 5200-15,0 0 960 0,0 0 192 0,5 10 48 16,-6-1-4320-16,0 2-864 0,-2 5-160 0,-1-2-32 15,-1 1-368-15,0-1-64 0,0 2-16 0,1-1 0 0,1 1-336 0,1-2-80 16,-1 1-16-16,2-2 0 16,1-3-144-16,1-1 0 0,-1-9 0 0,0 0 0 15,0 0-2080-15,0 0-400 0,0 0-80 16,0 0 0-16</inkml:trace>
  <inkml:trace contextRef="#ctx0" brushRef="#br0" timeOffset="41214.06">32048 12099 27183 0,'0'0'1200'0,"0"0"256"0,0 0-1168 0,0 0-288 0,0 0 0 0,10 7 0 16,-3 2 448-16,-2 2 48 0,-2 1 0 0,-1 1 0 16,1 2-288-16,-2 0-48 0,-1-2-16 0,0-1 0 31,3 0-1968-31,-3 1-400 0</inkml:trace>
  <inkml:trace contextRef="#ctx0" brushRef="#br0" timeOffset="41716.28">32146 12452 7359 0,'0'0'320'0,"0"0"80"0,0 0-400 0,0 0 0 16,4 13 0-16,-2-2 0 0,-2-11 3344 0,3 13 592 15,-3 4 112-15,0 0 32 0,-1 2-2336 0,-2 1-464 16,-2 3-80-16,0-2-32 0,1-1-336 0,0-2-64 0,0 3 0 0,0-3-16 16,1-2-432-16,2-2-64 0,1-2-32 0,0-12 0 15,0 0-96-15,0 0 0 0,0 0-128 0,0 0 192 16,9 6 64-16,-9-6 0 0,12-10 0 0,0-3 0 16,-1-4 128-16,1-4 16 0,-2-2 16 0,4-1 0 15,-1 1-256-15,0-1-160 0,-2-1 192 0,2 1-192 16,-1-2 144-16,1 2-144 0,0 1 0 0,3 2 144 15,-2 3-144-15,0 3 0 0,1 5 0 0,-2 5 0 16,-3 3-192-16,-1 5 192 0,-1 2-192 0,0 6 192 16,-3 3 0-16,-1 4 208 0,-1 4 0 0,-3-1 0 15,0 3 64-15,-1 0 16 0,-1 1 0 0,0 0 0 16,-1-2-80-16,2 1-16 0,-1-2 0 0,2-1 0 16,0-3 0-16,0 0 0 0,0-3 0 0,0-2 0 0,0-3-192 0,0-10 0 15,0 0 0-15,2 11-10560 16,-2-11-2144-16</inkml:trace>
  <inkml:trace contextRef="#ctx0" brushRef="#br0" timeOffset="42580.41">32735 12326 15023 0,'0'0'1344'0,"0"0"-1088"16,9-5-256-16,-9 5 0 0,9-3 1360 0,-9 3 224 15,0 0 32-15,11 8 16 0,-5 4-128 0,-1 3-32 16,-2 4 0-16,-2 1 0 0,-1 3-560 0,-2 1-112 16,-3 2-32-16,-1 2 0 0,0-1-384 0,1 2-96 0,-1-4-16 0,2-1 0 15,2 0 64-15,1-3 16 0,-1-2 0 0,4 0 0 16,0-4 80-16,2-2 16 0,0-2 0 0,-4-11 0 16,0 0-144-16,8 7-32 0,-8-7 0 0,0 0 0 15,10 0 112-15,-1-3 0 0,0-7 16 0,1-3 0 16,-1-2-208-16,1-2-32 0,1-3-16 0,-1 1 0 15,0-1-144-15,0-1-192 0,-1 0 32 0,-1 2 16 16,-2-2 16-16,1 5 0 0,-1 5 0 0,1 3 0 16,-7 8 128-16,0 0-128 0,0 0 128 0,0 0-128 15,0 0 128-15,0 13-128 0,-3 5 128 0,-1 2-128 16,-1 1 128-16,1 1 0 0,0 0 0 0,1 1 0 16,2-1 208-16,1-1-16 0,3-1-16 0,2-6 0 15,1-2 416-15,2-2 96 0,0-3 16 0,1-3 0 0,-9-4-48 16,13 2 0-16,-1-4 0 0,1-2 0 0,-1-3-176 15,-4 2-32-15,-1-3-16 0,3-2 0 16,-1-3-176-16,1-1-16 0,2-2-16 0,0-1 0 0,1 0-224 0,1 1 128 0,0-3-128 0,1 2 0 16,-2 0 128-16,9-13-128 0,-5 5 0 0,-3 4 0 15,-2 4-160-15,-3 0-128 0,-1 3-32 0,-2 2 0 32,0 2-1504-32,-3 1-304 0,-3 9-64 0</inkml:trace>
  <inkml:trace contextRef="#ctx0" brushRef="#br0" timeOffset="42987.97">33430 12306 2751 0,'0'0'256'16,"0"0"-256"-16,0 0 0 0,0 0 0 0,0 15 6368 0,1-1 1232 16,-1-1 240-16,-1 3 48 0,-2-2-5264 0,-1 0-1040 15,0 2-224-15,-2 2-32 0,-2-1-368 0,-1 3-64 16,0 2 0-16,-2 5-16 0,1 5-608 0,0 4-112 15,-1 6-32-15,3-2 0 0,3 1-128 0,0-6 0 16,-2-4 0-16,5-5 0 0,2-4 0 0,1-5 0 0,2-1 0 0,2-2 0 16,0-2 0-16,0-3 0 0,-5-9 0 0,8 8 0 15,-8-8 0-15,9 5 0 0,-9-5 0 0,11 0 0 32,-11 0-528-32,11-5-48 0,0-1 0 0,-2-2 0 15,-1-1-240-15,2-1-48 0,1 0-16 0,-2-2 0 16,0-1-272-16,0 0-64 0,-1 0-16 0,0-1 0 15,-2-1-2160-15,-2 0-448 0</inkml:trace>
  <inkml:trace contextRef="#ctx0" brushRef="#br0" timeOffset="43191.1">33163 12484 15663 0,'0'0'1392'0,"0"0"-1120"16,0 0-272-16,0 0 0 0,11 0 3328 0,2 1 624 15,2 2 112-15,2 2 32 0,1-3-2272 0,3 4-448 16,0-1-96-16,1 1 0 0,0-2-336 0,-1 3-64 16,-2-2-16-16,1 3 0 0,0-4-496 0,-1 1-112 15,-1 0 0-15,1-1-16 0,0 0-240 0,1 0 0 16,-2-1 0-16</inkml:trace>
  <inkml:trace contextRef="#ctx0" brushRef="#br0" timeOffset="93622.27">33743 12708 1839 0,'0'0'160'0,"0"0"-160"16,0 0 0-16,0 0 0 15,0 0 2960-15,0 0 560 0,0 0 128 0,0 0 0 0,0 0-1840 0,0 0-368 16,0 0-80-16,0 0-16 0,0 0-272 0,0 0-64 16,0 0-16-16,0 0 0 0,0 0-320 0,0 0-64 15,0 0-16-15,0 0 0 0,0 0-224 0,0 0-48 16,-3 10-16-16,3-10 0 0,-1 11-128 0,1-11-32 0,-1 10 0 0,1-10 0 16,0 0 112-16,-2 11 0 0,2-11 16 0,0 10 0 15,0-10 64-15,0 0 16 0,-1 10 0 0,1-10 0 16,0 0-96-16,0 0-32 0,0 0 0 0,0 0 0 15,0 0-48-15,0 0-16 0,0 0 0 0,0 0 0 16,0 0-160-16,0 0 0 0,0 0 0 0,0 0 128 16,0 0-128-16,0 0 128 0,1-10-128 0,1 1 128 15,-2 0-128-15,0 9 0 0,-3-11 0 0,0 2 128 16,1 0-128-16,2 9 0 0,-4-9 144 0,4 9-144 16,0 0 192-16,0 0-48 0,0 0 0 0,0 0 0 15,0 0-144-15,0 0 0 0,0 0 0 0,0 0 0 16,-7 9-144-16,3 0 144 0,4-9 0 0,-2 12 0 0,2-12 0 0,0 12 0 15,0-12 0-15,1 10 0 16,-1-10 0-16,0 0 128 0,0 0 0 0,4 12 16 0,-4-12 16 0,0 0 0 16,0 0 0-16,0 0 0 0,0 0-16 0,0 0 0 15,0 0 0-15,0 0 0 0,0 0 0 0,0 0 0 16,0 0 0-16,3-11 0 0,-2 2-144 0,-1 9 0 16,-1-10 0-16,-1 1 0 0,1 0 0 0,1 9 0 15,-3-11 0-15,3 11 128 0,-2-10-128 0,2 10 0 16,0 0 0-16,0 0 0 0,0 0 0 0,0 0 0 15,0 0 0-15,0 0 0 16,0 0 0-16,0 0 0 0,0 0-144 0,-3 10 144 16,2 1 0-16,1-11 0 0,0 11 0 0,0-11 0 15,0 0 256-15,0 0 0 0,0 0 0 0,0 0 0 0,0 0 144 0,0 0 48 16,0 0 0-16,10 2 0 0,-10-2-64 0,0 0-16 0,0 0 0 0,9-6 0 16,-9 6-176-16,7-6-48 0,-7 6 0 0,0 0 0 15,4-9-144-15,-4 9 0 0,0 0 144 0,1-9-144 16,-1 9 0-16,0 0 0 0,-2-8 0 0,2 8 128 15,-4-9-128-15,4 9 128 0,0 0-128 0,0 0 128 16,0 0-128-16,0 0 0 0,0 0-176 0,-9 5 176 16,1 3-144-16,3 1 144 0,1 1-128 0,1 1 128 15,0-1 0-15,2 1 0 0,1-11 0 0,0 10-128 16,0-10 128-16,0 0 0 0,4 10 0 0,-4-10 0 16,0 0 0-16,9 6 128 0,-9-6-128 0,11 0 176 15,-11 0 0-15,11-2 0 0,-2-3 0 0,-9 5 0 16,8-5-176-16,-8 5 128 0,8-7-128 0,-8 7 128 15,0 0-128-15,5-9 0 0,-1 0 0 0,-4 9 128 0,0-10-128 16,-1 1 0-16,1 9 144 0,-3-9-144 0,3 9 0 0,-4-8 0 16,4 8 0-16,-5-7 128 0,5 7-128 0,0 0 0 15,-9-1 0-15,9 1 0 0,0 0 0 0,-9 2 0 16,9-2-144-16,-7 7 144 0,7-7 0 0,0 0 0 16,-5 8 0-16,5-8 0 0,0 0 0 0,0 0 0 15,0 0 0-15,0 0 0 0,0 0 0 0,0 0 0 16,0 0 0-16,0 0 0 0,0 0 0 0,0 0-144 15,0 0 144-15</inkml:trace>
  <inkml:trace contextRef="#ctx0" brushRef="#br0" timeOffset="95499.57">32515 13276 20095 0,'0'0'896'0,"0"0"176"0,0 0-864 16,0 0-208-16,0 0 0 0,0 0 0 0,0 0 832 0,0 0 128 0,-2 15 32 0,1 0 0 16,0 4-128-16,-2 1-32 0,-1 3 0 0,0 1 0 15,-1 1-400-15,3-11-96 0,-1 2-16 0,0 0 0 16,1 2-144-16,-1 2-48 0,1-1 0 0,0-1 0 15,0 1 208-15,-1 12 48 0,4-8 0 0,2-4 0 16,0-6 176-16,-3-13 32 0,7 6 16 0,-7-6 0 16,13 4-288-16,-1-3-64 0,-12-1-16 0,13-5 0 15,-1-4-48-15,0 0-16 0,-1-3 0 0,0 0 0 16,1-1-176-16,-1-1 0 0,1 1 144 0,0 3-144 16,-1-9 0-16,0 4 144 0,-2-2-144 0,1 1 0 15,1-1 128-15,-2-1-128 0,-3 0 0 0,4-2 0 16,-1 1 160-16,-1-5-160 0,-3 1 128 0,1 3-128 15,5 1 0-15,-2 2 128 0,-1 4-128 0,0 1 0 0,-2 4 0 0,-6 8 0 16,0 0 128-16,0 0-128 0,0 0 128 0,8 13-128 16,-3 0 192-16,-2 7-64 0,-5 3 48 0,1 2 0 15,0 0 0-15,-2 1 0 0,-1 1 16 0,2 2 0 16,-1-1 0-16,2 1 0 0,1-5-192 0,0-2 0 16,1 0 0-16,3-3 0 0,1 0 160 0,0-5-160 15,2-1 192-15,-1-1-192 0,2-2 128 0,-8-10-128 16,9 8 0-16,-9-8 0 0,0 0-160 0,12 3-96 15,-12-3 0-15</inkml:trace>
  <inkml:trace contextRef="#ctx0" brushRef="#br0" timeOffset="96068.34">33061 13192 2751 0,'0'0'256'16,"0"0"-256"-16,0 0 0 0,1-6 0 0,1 1 3904 0,-2 5 720 0,1-5 160 0,-1 5 16 16,0 0-2240-16,0 0-448 0,0 0-80 0,0 0-32 15,0 0-256-15,-3 9-48 0,-1 3-16 0,0 2 0 16,1 2-608-16,-1 2-128 0,-2 2-32 0,1 0 0 16,-1 3-208-16,-6 17-64 0,2-5 0 0,0-3 0 15,3-6-256-15,-1 0-48 0,1-2-16 0,1 3 0 16,0-1-192-16,1 0-128 0,1 0 160 0,2-1-160 15,0-2 0-15,5-2 0 0,1 0 0 0,1-6 0 0,2 0 144 0,2-4-144 16,1-1 128-16,1-4-128 0,-1-1-192 0,1-1-112 31,0-6-16-31,-4 0-16 16,1 0-368-16,-1-5-64 0,3 1 0 0,-1-2-16 16,1-1-1824-16,1-3-352 0,-1 0-80 0</inkml:trace>
  <inkml:trace contextRef="#ctx0" brushRef="#br0" timeOffset="96318.32">33292 13266 21183 0,'0'0'1888'0,"0"0"-1504"0,0 0-384 0,-5 9 0 15,5-9 2064-15,-6 10 352 0,1 2 64 0,1 0 16 16,-1 1-1376-16,1 1-272 0,-1 2-48 0,1 2-16 15,0 0-112-15,0 2-32 0,1 0 0 0,1-1 0 16,1-1-272-16,1 1-64 0,0-5-16 0,2 2 0 16,2-1-288-16,1-2 0 0,2-1 0 0,1-2-144 15,-1 1 16-15,3-1 0 0,-3-2 0 0,4 0 0 32,-1-2-688-32,1 0-128 0,-1-1-16 0,-10-5-16 15,12 3-2224-15,-2-2-448 0,-10-1-96 0,11-1-16 0</inkml:trace>
  <inkml:trace contextRef="#ctx0" brushRef="#br0" timeOffset="96615.2">33036 13416 25455 0,'0'0'1120'0,"0"0"240"0,0 0-1088 0,7 1-272 0,2-1 0 0,1 0 0 16,3 0 288-16,3 0 0 0,2 0 0 0,2 0 0 16,2 0 32-16,21 0 0 0,-5 1 0 0,-4 1 0 15,-3-2-64-15,-2 1-16 0,-5 0 0 0,-3 1 0 16,-1-2-368-16,-2 0-80 0,-2-3-16 0</inkml:trace>
  <inkml:trace contextRef="#ctx0" brushRef="#br0" timeOffset="96802.64">33562 13266 18431 0,'0'0'816'0,"1"12"160"0,0 2-784 0,2 2-192 0,-1 1 0 0,1 1 0 0,0 0 2704 0,-1 2 496 15,0-2 112-15,-2 0 16 0,-2-1-1824 0,0-3-352 16,-2 2-80-16,-1 1-16 0,-5 0-288 0,1 3-64 16,-1-1-16-16,-1 5 0 0,-2 0-688 0,0 2-176 15,0 2-16-15,0-1 0 16,0-1-2592-16,0-2-528 0,-1-5-96 0</inkml:trace>
  <inkml:trace contextRef="#ctx0" brushRef="#br0" timeOffset="97780.55">32795 13263 13759 0,'0'0'1216'0,"0"0"-960"0,0 0-256 0,0 0 0 0,0 0 1472 0,0 0 240 15,0 0 48-15,0 0 16 0,0 0-608 0,0 0-112 16,0 0-32-16,0 0 0 0,0 0-112 0,0 12-16 16,-3-3-16-16,1 3 0 0,-2 1-384 0,0 3-80 15,-1-2-16-15,0 3 0 0,-2 1-272 0,1 3-128 0,-2 0 128 0,2-2-128 16,1 0 0-16,0-5 128 0,0 2-128 0,2-5 0 0,2 1 128 0,1-1-128 16,0-11 0-16,1 6 128 0,1 1-128 0,0-1 0 15,-1-1 0-15,-1-5 0 16,0 0 144-16,3 6-144 0,-3-6 160 0,0 0-160 0,0 0 176 0,0 0-176 15,0 0 192-15,0 0-192 0,0 0 192 0,10-3-192 16,-10 3 192-16,8-8-192 0,-2-2 160 0,-3-1-160 16,0 1 128-16,-2-1-128 0,1 1 144 0,-1-2-144 15,-1-1 160-15,1 0-160 0,1-3 224 0,-2 2-48 16,-2 1-16-16,2-1 0 0,0 1 64 0,-1 4 16 16,0-3 0-16,1 12 0 0,0 0-112 0,0 0 0 0,-2-9-128 0,2 9 192 15,0 0-192-15,0 0 0 0,0 0 0 0,0 0 0 16,0 0-144-16,0 0 144 0,-7 9 0 0,1-1-144 15,6-8 144-15,-5 10 0 0,0-2 0 0,5-8 0 16,-4 10 0-16,0-1 128 0,4-9-128 0,-4 10 0 16,4-10 128-16,0 0-128 0,-5 9 160 0,5-9-160 15,0 0 128-15,0 0-128 0,0 0 0 0,0 0 144 16,0 0-144-16,0 0 128 0,0 0-128 0,0 0 128 16,0 0-128-16,0 0 128 0,0 0-128 0,0 0 128 15,0 0-128-15,0 0 0 0,0 0 0 0,-3-9 0 16,3 9 0-16,-1-10 192 0,1 1-192 0,0 9 192 15,1-9-192-15,-1 9 0 0,0-9 0 0,0 9 0 16,0 0-128-16,0 0 128 0,0 0 0 0,0 0 0 16,0 0 0-16,0 0 0 0,0 0-144 0,0 0 144 15,0 0 0-15,0 0-128 0,0 0 128 0,0 0 0 16,0 0 0-16,0 0 0 0,0 0 0 0,-4 11 0 0,4-11 0 0,0 0 0 16,0 0 0-16,0 0 144 0,-1 10-144 0,1-10 0 15,0 0 0-15,0 0 0 0,0 0 0 0,0 0 0 16,0 0 0-16,0 0 0 0,0 0 0 0,0 0 0 15,0 0 128-15,0 0-128 0,0 0 0 0,0 0 0 16,0 0 0-16,0 10 0 0,0-10-256 0,0 0-48 16,0 0 0-16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3:19:54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0 499 24575,'12'-5'0,"0"-1"0,5 0 0,1 0 0,10 0 0,13-2 0,26-2 0,8-6 0,-22 5 0,4-2 0,1-3 0,2-3 0,8-1 0,0-1 0,-1 0 0,0 0-286,5-1 0,0 3 286,-7 4 0,0 1 0,3 0 0,-1 1 0,-14 5 0,-1 1 0,44-6 0,-21 7 0,11 0 0,2 3 0,-2 0 572,13 0-572,-2-4 0,-40 2 0,0-1 0,41-4 0,-43 0 0,0 0 0,42-5 0,-44 4 0,0 0 0,44-6 0,-45 7 0,-1 0 0,42-1 0,-40 5 0,0 2 0,41 0 0,-43 4 0,0 0 0,33 0 0,-6 0 0,-22 2 0,-18-2 0,-11 1 0,-1-1 0,-8 0 0,2 0 0,0 1 0,7 0 0,0 0 0,6 0 0,-6 0 0,1 1 0,-11-1 0,-4 0 0,-8-1 0,-2 0 0,3 0 0,4 0 0,2 0 0,-2 0 0,-5 0 0,-6 3 0,-6 4 0,5-3 0,-4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3:19:55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0 232 24575,'12'-2'0,"18"-5"0,10-5 0,35-9 0,9-3 0,-33 13 0,1 1 0,39-7 0,4 8 0,-9 1 0,12 5 0,-8-1 0,-39 4 0,1 0 0,-2 0 0,0 0 0,7-1 0,1 0 0,-4 0 0,-1-1-3392,3 0 0,-1-1 3392,45-3 0,-7 1 0,-42 1 0,1-1 0,41-4 0,0-2 0,-18 0 0,-20 2 0,-15 3 6784,3-1-6784,15 3 0,7-1 0,28 3 0,2-1 0,-39 1 0,1 0 0,41 2 0,-47-2 0,1 2 0,4 0 0,2 2 0,10 0 0,3 1-364,7 3 1,1-1 363,2 0 0,-2-1 0,-16 0 0,-4 0 0,25-2 0,-46-2 0,-30 0 0,-10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3:19:57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0 351 24575,'35'-10'0,"14"-6"0,12-4 0,5-2 0,5-1 0,-17 6 0,1 1-274,18-6 0,0 2 274,-14 4 0,-4 2 135,38-7-135,-41 10 0,-2 2 0,23-4 0,-13 4 0,-28 5 0,-9 0 413,-8 3-413,5 0 0,3-1 0,9 1 0,7-1 0,15-3 0,13-3 0,16-3 0,4 0 0,-36 4 0,1 1 0,0 3 0,1 0 0,6-1 0,0 0 0,-7 3 0,-1 1 0,4-1 0,0 0 0,-1 1 0,-1 0 0,7-1 0,-1 0 0,-5 0 0,0-1 0,0 1 0,-1 0 0,38-1 0,-38 1 0,-1 0 0,42 0 0,-33 1 0,2 0 0,0 2 0,1-1 0,6 1 0,0-1 0,-11 1 0,-3 0 0,32 0 0,-40 2 0,-6-1 0,-17 0 0,-5-2 0,-15 2 0,0-2 0,-7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3:19:58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 24575,'20'-9'0,"5"1"0,20-9 0,10-1 0,19-1 0,2-2 0,16 3 0,2 0 0,-35 11 0,1 0 0,37-4 0,-43 8 0,-2 1 0,24-2 0,-4 4 0,-9 0 0,7 0 0,0 2 0,24-2 0,-11 2 0,-27-2 0,1 0 0,-5 0 0,2 0 0,16 0 0,1 0 0,-8 0 0,2 0-323,15 0 0,0 0 323,-8 0 0,-1 0 0,6 0 0,-2 0 0,-16-1 0,-3 0 0,41 1 0,-25-4 0,-2 2 0,-9-2 0,-2 1 646,-7-1-646,5 0 0,-1 2 0,20 0 0,7 2 0,-32 0 0,0 0 0,33 0 0,-25 0 0,-34 0 0,-23 0 0,-4 0 0,-3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3:19:59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0 259 24575,'11'-1'0,"9"-4"0,21-6 0,24-11 0,-17 6 0,2-1 0,0-2 0,4 0-410,16-4 0,2 0 410,-10 3 0,0 2 0,9 0 0,-2 3 0,-17 4 0,-4 3 0,39 1 0,-23 5 0,-9 2 0,-4 0 0,-10 0 0,7 0 820,4-1-820,14 0 0,-1 0 0,8 1 0,-6 0 0,10 0 0,-9 0 0,8 0 0,-12 0 0,-5 0 0,-8 0 0,-6 0 0,2 0 0,3 0 0,1 3 0,3-1 0,-3 2 0,-2-1 0,-11-2 0,6 6 0,-2 0 0,17 3 0,-8-2 0,11 0 0,-15 0 0,1-2 0,-13 0 0,-5-1 0,-1-1 0,9 3 0,-1-2 0,1-2 0,-17-2 0,-8 0 0,-6 1 0,-6-1 0,1 1 0,-5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05:21:1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3167 0 0,'0'0'304'0'0,"5"13"-304"0"0,7-6 0 0 0,1-3 0 0 0,-3 2 128 0 0,4 0-16 0 0,-4 1 112 0 0,2-3-224 0 0,-3 1-2416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1-30T05:52:18.7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3001 851 17503 0,'0'0'1552'0,"0"0"-1232"0,-1-7-320 0,0-1 0 15,-1 2 1968-15,1 2 336 0,-4-1 64 0,-2-2 0 16,1 1-544-16,-1 2-112 0,-2 5-32 0,-3-2 0 15,-1-2-784-15,-8-1-144 0,-1 3-48 0,1 2 0 16,-3 2-368-16,11-1-80 0,-2 1 0 0,-2 5-16 0,-1-2-240 16,2-2 0-16,2 3 0 0,1 1 576 15,4 1 80-15,0 6 16 0,1-2 0 0,1-1-304 16,4 2-64-16,3 2-16 0,2 0 0 0,2-1-160 0,3 1-128 16,-1 0 192-16,2-1-192 0,1 2 176 0,0 0-176 15,2-1 160-15,-1 1-160 0,-2 1 128 0,-2-1-128 0,-3-1 0 0,1 2 0 16,0-2 144-16,-3 4-144 15,-4 3 128-15,0 0-128 0,-4-1 0 16,-3-1 0-16,-1-1 0 0,1-3 128 0,-1-2-128 0,0-2 128 0,-1 2-128 31,1-1-320-31,1 0-128 0,0-2-48 0,-1-2 0 16,2-2-544-16,1-3-112 0,0-3-32 0,8-2-9488 0,0 0-1888 0</inkml:trace>
  <inkml:trace contextRef="#ctx0" brushRef="#br0" timeOffset="296.83">3026 1169 22335 0,'0'0'992'0,"0"0"208"0,0 0-960 0,0 0-240 0,3 8 0 0,-3-8 0 0,0 0 1520 0,0 0 256 15,0 0 48-15,0 0 16 0,9 5-944 0,-2-3-176 16,0-2-32-16,2 0-16 0,2 0-352 0,-1-1-64 16,0-2 0-16,-2-2-16 0,-4 1-48 0,-4 4 0 15,0 0 0-15,5-4 0 0,2-2-64 0,-2 1-128 16,-5 5 176-16,0 0-176 0,0 0 192 0,0 0-64 16,0 0 0-16,-9-2-128 0,-3 2 176 0,-1 2-176 0,-2 0 160 15,0 1-160-15,3 0 0 0,-1 2 0 16,-1 0 0-16,2 1 0 15,3-4-1712-15,1 0-224 0,1 1-48 0</inkml:trace>
  <inkml:trace contextRef="#ctx0" brushRef="#br0" timeOffset="828.09">3085 1135 15663 0,'0'0'1392'0,"0"0"-1120"0,-4 9-272 0,-5 0 0 15,-2 2 1360-15,2-1 224 0,0-1 32 16,1 1 16-16,2 1-336 0,-4 2-64 0,4 1-16 0,3-2 0 16,3-12-512-16,0 0-96 0,0 0-32 0,4 7 0 15,4-4-160-15,2-1-32 0,2-2-16 0,1-2 0 16,0-7-32-16,8-8 0 0,-1 0 0 0,-2-1 0 16,-2 4-144-16,-6 5-16 0,-1 0-16 0,2-6 0 15,-5 1-160-15,-1 0 192 0,1 3-192 0,-6 11 192 16,0 0-192-16,0 0 0 0,0 0 144 0,-10-1-144 31,-3 3-304-31,2 4-128 0,-2-1-16 0,-6 5-16 16,6 1-2112-16,4-5-432 0</inkml:trace>
  <inkml:trace contextRef="#ctx0" brushRef="#br0" timeOffset="1109.25">3351 632 20271 0,'0'0'1792'0,"0"0"-1424"16,0 0-368-16,0 0 0 0,0 0 1536 0,-2 11 256 15,0 4 32-15,-4 3 16 0,0 0-304 0,-1 4-64 16,1 2-16-16,-5 14 0 0,-2 5-688 0,7-12-128 15,1 3-16-15,1 2-16 0,-3 1-336 0,3-2-64 0,3-1-16 0,1 12 0 16,0-13-192-16,4-13 0 0,1-3 0 0,6 1 0 31,-4-5-896-31,4-6-80 0,1-5-16 0,1-3-8736 0,1-2-1760 0</inkml:trace>
  <inkml:trace contextRef="#ctx0" brushRef="#br0" timeOffset="1546.7">3534 930 9215 0,'0'0'816'0,"-2"12"-656"0,-5-3-160 0,2 5 0 16,1 2 3504-16,-1 11 656 0,-2 1 144 0,3-3 32 16,4-2-2320-16,0-2-464 0,-1-2-80 0,4-9-32 15,2-3-320-15,2 0-64 0,-1-1-16 0,7 0 0 16,1-5-400-16,2-2-64 0,0-5-32 0,2 0 0 16,-1-3-224-16,-7 1-64 0,1-3 0 0,3-4 0 0,-2 0-112 15,-2 2-16-15,-3 3-128 0,-1-3 192 0,1 1-192 0,-5 4 0 16,0 2 128-16,-2 6-128 0,0 0 0 0,0 0 128 15,0 0-128-15,0 0 0 0,0 0 128 0,-3 12-128 16,2 3 0-16,-2 5 0 0,-1 1 160 0,0 0-160 16,2-1 160-16,2-4-160 0,1-2 0 15,2-3 0-15,2-2 0 0,5-3 0 0,1-2 0 0,1-5 0 16,-1-3 0-16,5-5 0 16,-2-5-640-16,2-5-64 0,1-3 0 0,2-2-16 15,4-3-880-15,-4-1-160 0,-2 0-32 0,-5 6-16 16,2-1 128-16,6-11 16 0,-2-1 16 0,-6 15 0 15,-1 2 976-15,1-2 192 0,-1 2 32 0,3-5 16 0,-1 4 1408 0,-8 13 288 0,-1-1 48 0,-4 7 16 16,0 0 800-16,0 0 176 0,-3 7 16 0,0 3 16 16,-3 3-928-16,-3 4-176 0,-1 4-32 0,-1 5-16 15,0 3-592-15,0 3-112 0,2 2-32 0,1-2 0 16,2-1-288-16,2-4-160 0,1-1 160 0,-1 7-160 16,2-6 0-16,3-7 0 0,3-7 0 0,1-1 0 31,2-3-1024-31,-2-4-288 0,0-1-64 0,2-1-16 15,-1-5-1472-15,1-2-288 0,-2-4-64 0,-1 1-16 0</inkml:trace>
  <inkml:trace contextRef="#ctx0" brushRef="#br0" timeOffset="1705.49">3858 974 12895 0,'0'0'1152'0,"0"0"-928"16,9 0-224-16,1-1 0 0,1 0 4544 0,-1-3 848 15,1 0 176-15,2-1 48 0,2-2-4016 0,-2 3-816 16,3-5-144-16,1 3-48 0,0-1-336 0,2 1-64 15,4 0 0-15,-4 4-16 16,-3-2-976-16,8-1-192 0,1 2-32 0,-4 3-8992 16,-1 1-1792-16</inkml:trace>
  <inkml:trace contextRef="#ctx0" brushRef="#br0" timeOffset="1830.57">4280 980 20783 0,'3'15'912'0,"-3"-6"208"0,0 3-896 0,1 3-224 0,0 0 0 0,1 3 0 15,-4-1 2048-15,1 0 384 0,0-1 64 0,2-3 0 16,2-1-1344-16,1 2-288 0,-1 0-48 0,0-7-16 15,-3-7-800-15,0 0 0 0,0 0-192 0,0 0 48 32,9-3-2544-32,0-1-496 0,0-3-96 0</inkml:trace>
  <inkml:trace contextRef="#ctx0" brushRef="#br0" timeOffset="1955.47">4434 712 2751 0,'1'-19'128'0,"1"11"16"0,-2 8-144 0,0 0 0 0,0 0 0 0,0 0 0 16,0 0 6144-16,0 0 1184 0,-7 3 240 0,7-3 48 15,0 9-5648-15,-1 5-1136 0,-2 2-240 0,1-3-32 16,2-13-2992 0,0 0-576-16</inkml:trace>
  <inkml:trace contextRef="#ctx0" brushRef="#br0" timeOffset="2174.19">4520 938 12895 0,'0'0'576'0,"-1"10"112"0,-1 5-560 0,0 2-128 16,0-4 0-16,2-5 0 0,2-1 3456 0,2-3 640 15,-4-4 144-15,8 3 32 0,-1-3-2416 0,1-3-496 16,1-1-80-16,0-1-32 0,2-3-576 0,-2-1-112 16,0-1-32-16,-1-1 0 0,-3 1-304 0,0 3-64 15,-1 1-16-15,0-1 0 0,-3-3-144 0,-2 2 160 16,-3 0-160-16,-1 4 160 0,-1 0-160 0,-4 4 0 0,-1 4 0 16,-1-2-176-16,0-1-48 0,2 3-16 0,-2 1 0 0,-2 4 0 31,2 2-368-31,5-4-80 0,2 1-16 0,3-1 0 15,2-7-2192-15,0 0-448 0,0 0-96 0,11-1-7248 0</inkml:trace>
  <inkml:trace contextRef="#ctx0" brushRef="#br0" timeOffset="2377.3">4644 912 15663 0,'21'1'688'0,"-11"-1"144"0,2-1-656 0,0 0-176 0,1-1 0 0,-2 4 0 15,1 1 2512-15,0 3 480 0,-4 0 80 0,-1 3 32 16,-1-1-896-16,-1 0-176 0,-4 1-48 0,1-1 0 16,-2-8-672-16,2 6-144 0,-2-6-16 0,0 0-16 15,4 4-464-15,4-1-96 0,0-4 0 0,0-5-16 16,2-1-240-16,-1-4-32 0,0-1-16 0,2 1 0 15,-1 2-144-15,0 2-128 0,0 1 144 0,-1 0-144 16,-1 2 0-16,-2 2 0 0,-6 2 0 0,0 0 0 16,9 9 0-16,-2 3 144 0,-5 3-144 0,0 0 128 15,2-1-128-15,-1 0 0 0,1 1 0 0,2-2 0 16,-3-3-1952 0,7 3-272-16,0-4-48 0,-10-9-13824 0</inkml:trace>
  <inkml:trace contextRef="#ctx0" brushRef="#br0" timeOffset="3017.96">5399 587 16575 0,'0'0'1472'0,"4"-5"-1168"15,-4 5-304-15,0 0 0 0,0 0 2624 0,0 0 480 0,0 0 96 0,0 0 0 16,0 0-720-16,0 8-160 15,0 2-16-15,-2 5-16 0,-2 3-1072 0,-3 13-192 0,0 2-64 0,3-7 0 16,2-3-304-16,0-7-64 0,-2 5-16 0,2 0 0 16,-2 1-304-16,2 1-64 0,1-1-16 0,0 2 0 15,-3-3-192-15,0 0 0 0,0-2 128 0,2-1-128 16,3-1 0-16,-1 0-208 0,-3-4 32 0,2-1 16 31,1-1-1968-31,0-2-400 0,0-9-80 0,0 0-13504 0</inkml:trace>
  <inkml:trace contextRef="#ctx0" brushRef="#br0" timeOffset="3189.72">5663 828 16575 0,'0'0'1472'16,"0"0"-1168"-16,-5 7-304 0,1-1 0 0,4-6 2448 0,-2 8 432 15,-1 1 96-15</inkml:trace>
  <inkml:trace contextRef="#ctx0" brushRef="#br0" timeOffset="3330.33">5601 1122 17503 0,'0'0'1552'16,"0"0"-1232"-16,0 0-320 0,0 0 0 0,2 9 4928 0,1-1 912 0,0 0 192 15,2-1 48-15,-5-7-3776 0,9 3-768 0,-9-3-128 0,6 3-48 32,1-1-2848-32,-7-2-576 0</inkml:trace>
  <inkml:trace contextRef="#ctx0" brushRef="#br0" timeOffset="4217.84">2617 4990 27119 0,'0'0'1200'0,"0"0"256"0,-6-3-1168 0,-3 2-288 0,-3 1 0 0,-1 0 0 15,-2 0 896-15,-2 4 128 0,-3 2 32 0,-2 5 0 0,-3 1-608 0,1 3-112 16,0 3-16-16,2-1-16 0,1-1-80 0,5-3-16 16,5 1 0-16,4 3 0 0,3 2 256 0,7 0 48 15,3-1 16-15,4-1 0 0,1-2-80 0,4-2-32 16,0-1 0-16,2-1 0 0,3 1 32 0,-3 0 16 16,-2 2 0-16,-2-1 0 0,-2-1-224 0,-3 2-48 15,-3-1-16-15,-3 4 0 0,-3 0 96 0,-4 3 32 16,-4 1 0-16,-3 1 0 0,-2-1-64 0,-3 2-16 15,-3-1 0-15,-1 0 0 0,-2-1-224 0,1-1 0 16,1-3 0-16,4 0 0 0,3-2 0 16,1-3 0-16,5-7-17968 0</inkml:trace>
  <inkml:trace contextRef="#ctx0" brushRef="#br0" timeOffset="4441.5">2703 5251 7359 0,'0'0'656'0,"-3"6"-528"0,0 6-128 0,1 4 0 15,-3 3 3744-15,-1 2 720 0,1-1 144 0,0 2 16 16,1 1-2208-16,1-2-448 0,-1-3-96 0,4-3-16 16,2-4-336-16,3-2-80 0,-5-9-16 0,8 6 0 15,1-4-608-15,1-2-128 0,1-4-32 0,1-1 0 16,1-3-208-16,0-1-32 0,0-4-16 0,-4-2 0 16,1 0-400-16,-1 0 0 0,-3 2 0 15,-6-1 384-15,0 3 0 0,1 0 0 0,-4 2 0 16,-5 0-384-16,-2 1 0 0,-2 3-176 31,-1 0-560-31,-1 2-112 0,1 3-32 0,0 0 0 0,-2 0-2368 0,4 3-464 0</inkml:trace>
  <inkml:trace contextRef="#ctx0" brushRef="#br0" timeOffset="5099.07">3061 4771 19343 0,'14'-16'1728'0,"-14"16"-1392"0,0 0-336 0,4-5 0 0,-4 5 3200 0,0 0 560 0,0 0 112 0,0 9 32 16,-2 5-1696-16,-1 5-336 0,1 3-64 0,-5 5-16 15,-2 7-864-15,1 3-176 0,0 2-48 0,-1 0 0 16,-1 1 0-16,2 3 0 0,1 2 0 0,3-1 0 16,2-2-544-16,2-2-160 0,4-7 0 0,2-3 0 15,2-6-176-15,3-1-96 16,-1-4-32-16,2-8 0 15,2-6-592-15,2-6-128 0,1-6-32 0,-2-1 0 16,-2-2-464-16,0-5-80 0,2-3-32 0,-2-1 0 16,-2-2-416-16,0 1-64 0,1 2-32 0,-3 4 0 0,-1 1 1424 0,-3 3 272 15,-1 4 64-15,-4 6 16 0,0 0 1824 0,0 0 352 16,-2 14 80-16,1 7 16 0,-2 3-496 0,1 2-80 16,-1 4-32-16,1-2 0 0,-1-2-240 0,3-1-48 0,1-4-16 0,2-1 0 15,1-2-96-15,1-2-32 16,3-3 0-16,0-6 0 0,1-4-208 0,1-6-32 0,2-2-16 0,0-1 0 15,-1-2-160-15,4-4-48 0,2-5 0 0,-2-2 0 16,-3-2-256-16,0 0-144 0,-2 1 160 0,2 1-160 16,-2-1 0-16,0 3 0 0,-3 4 0 0,-1 1 0 15,-2 6 0-15,-4 6 0 0,0 0 0 0,0 0 0 16,-3 12 0-16,-1 1-128 0,-1 6-16 0,2 2 0 16,1-1 144-16,-1 1 128 0,-1 1-128 0,3-4 176 15,2 0-176-15,2-2 0 0,1-2 0 0,1-5 0 16,3-2 0-16,2-3-144 0,3-7 144 0,1 1-160 15,2-4-192-15,2-3-32 0,1-9-16 0,-1 0 0 32,0-4-288-32,2-2-48 0,-3-2-16 0,1-3 0 0,0 1 240 0,-1 0 32 0,-3 2 16 0,1-1 0 15,-2-2 464-15,-1 2 0 0,-2 1 0 0,-1 6 0 0,0 3 848 0,-2 8 224 16,-3 1 32-16,0 2 16 0,-4 6-64 0,0 0-16 16,0 0 0-16,0 0 0 0,-3 13-560 0,0 4-112 15,-1 2-32-15,1 5 0 0,0 3-336 0,0 2 0 16,1 2 0-16,2 2 0 0,-2-5 128 0,2 0-128 15,2-2 128-15,0-4-128 16,1-3-448-16,1 0-144 0,-2-2-48 16,0-4 0-16,-1-5-1024 0,-1-8-224 0,0 0-32 0,0 0-16 15,0 0-768-15,0 0-160 0,-8-3-16 0,0-2-16 16,1-4-2464-16,-3-2-480 0</inkml:trace>
  <inkml:trace contextRef="#ctx0" brushRef="#br0" timeOffset="5224.25">3584 5262 28959 0,'0'0'1280'0,"0"0"272"0,0 0-1232 16,0 0-320-16,0 0 0 0,0 0 0 0,0 0 2032 0,0 0 336 0,9 0 80 0,3 0 16 15,1 0-1408-15,0 3-288 0,0 0-48 0,3-2-16 16,-1-1-384-16,5-1-96 0,2-1-16 0,-3 0 0 16,0-1-208-16,-1 2-256 0,2-1 48 0,-1 1 16 31,-1-4-1776-31,-1 4-336 0,2-3-80 0,-4 1-8160 0,-2 1-1616 0</inkml:trace>
  <inkml:trace contextRef="#ctx0" brushRef="#br0" timeOffset="5333.42">3988 5273 13823 0,'3'18'1216'0,"-1"-7"-960"0,2 2-256 0,0 2 0 15,-1-3 3136-15,1 2 576 0,0 3 112 0,-1-2 16 16,1-2-1760-16,0 0-352 0,-1 1-80 0,1-2-16 16,0-3-1216-16,-4-9-240 0,0 0-48 0,4 8-10144 15,-4-8-2016-15</inkml:trace>
  <inkml:trace contextRef="#ctx0" brushRef="#br0" timeOffset="5458.92">4104 4922 23039 0,'-3'-10'2048'0,"1"1"-1648"15,-1 2-400-15,3 7 0 0,0 0 4160 0,0 0 736 16,0 0 160-16,0 0 16 0,0 0-3216 0,0 0-640 16,0 0-128-16,2 8-16 15,0 2-2176-15,1 3-432 0,-2 0-96 0</inkml:trace>
  <inkml:trace contextRef="#ctx0" brushRef="#br0" timeOffset="6285.59">4321 5236 15663 0,'0'0'688'0,"0"0"144"0,0 0-656 0,0 0-176 0,0 0 0 0,0 0 0 16,0 0 3584-16,0 0 704 0,-2 9 128 0,0-1 16 15,-2 0-2512-15,1 1-496 0,3 2-96 0,1-2-32 0,-1 1-400 0,2-3-64 16,-1-1-32-16,-1-6 0 0,0 0-224 0,0 0-32 15,0 0-16-15,10 0 0 0,0-2-16 0,-1-2-16 16,-3-3 0-16,2 1 0 0,-1 0-112 0,-2 0-32 16,-4-2 0-16,-1 2 0 0,0 6-192 0,-3-7-32 15,1 3-128-15,-2-1 192 0,-3 1-192 0,1 3 0 16,-2 2-192-16,-2 2 192 0,-2-2-432 0,0 2 32 16,0 0 0-16,1 1 0 15,0 0-1072-15,2 2-192 0,1-1-64 0,1 1 0 16,0 1-1152-16,0-2-224 0,7-5-48 0</inkml:trace>
  <inkml:trace contextRef="#ctx0" brushRef="#br0" timeOffset="6598.05">4452 5221 23775 0,'0'0'512'0,"0"0"128"0,0 0 0 0,0 0 48 0,4 7-560 0,0 1-128 0,-1 1 0 0,-1 1 0 16,1 0 1488-16,-2 2 272 0,0 2 48 0,2-1 16 15,-4 1-976-15,2-2-192 0,-1 1-32 0,1-1-16 16,1 0-256-16,0-4-48 0,2-2-16 0,-4-6 0 16,0 0-96-16,7 3-32 0,-7-3 0 0,9-3 0 15,0-2 128-15,0-3 32 0,0 0 0 0,0-4 0 16,2 2-176-16,-1 0-16 0,2-2-128 0,-2 4 192 16,-1 0-192-16,1 2 128 0,-1 0-128 0,1 3 0 15,1 0 432-15,-2 4-16 0,-1 4 0 0,2 2 0 0,-2 2 48 0,-2 0 16 16,0 2 0-16,-1 2 0 0,0-3-192 0,-1 1-32 15,1-2-16-15,-1-1 0 0,0-1-240 0,-4-7 176 16,0 0-176-16,4 8 160 16,1 0-2208-16,-1-3-432 15</inkml:trace>
  <inkml:trace contextRef="#ctx0" brushRef="#br0" timeOffset="7178.54">5126 5128 27183 0,'0'0'1200'0,"0"0"256"0,0 0-1168 0,5-4-288 15,-1-1 0-15,-4 5 0 0,7-3 2240 0,2 1 400 16,0-1 80-16,2-1 16 0,3 0-896 0,0 3-176 16,-1 1-48-16,2 3 0 0,-4-1-736 0,1 2-160 15,0 1-16-15,-3 3-16 0,-1 4-688 0,-3 1-320 16,-2 3 16-16,-1-1 16 0,-2 6 64 0,-2 0 16 0,-4 4 0 0,-3 0 0 15,-3-1 208-15,-2 0 0 0,-3-2 0 0,0 0-144 16,0 0 144-16,0-2 0 0,2-6 0 0,0-2 0 16,2-4 0-16,3-2 0 0,1-3 0 0,4 1 128 15,5-4 192-15,0 0 64 0,0 0 0 0,0 0 0 16,0 0-16-16,10-4 0 0,2 1 0 0,2-2 0 16,2 4 48-16,2-2 16 0,4 6 0 0,-1-2 0 15,0-2-432-15,-2 1 128 0,2 0-128 0,-1 0 0 31,1 1-896-31,0 0-256 0,-2-1-48 0,-2 0-16 16,0 0-1264-16,-3-1-256 0,-1 0-48 0</inkml:trace>
  <inkml:trace contextRef="#ctx0" brushRef="#br0" timeOffset="7491.15">5884 5208 13823 0,'0'0'1216'0,"0"0"-960"0,0 0-256 0,0 0 0 16,0 0 5648-16,0 0 1088 0,0 0 224 0,0 0 32 16,0 0-4240-16,4 7-864 0,-4-7-160 0,3 10-48 15,-3-10-1232-15,7 9-240 0,0-1-48 0,-4 1-16 32,-3-9-784-32,6 6-144 0,-6-6-48 0,0 0-12176 0,5 7-2448 0</inkml:trace>
  <inkml:trace contextRef="#ctx0" brushRef="#br0" timeOffset="7650.36">5871 5474 45839 0,'0'0'1008'0,"0"0"208"0,0 0 32 0,0 2 48 0,4 5-1040 0,1 2-256 0,0 0 0 0,1 0 0 0,-6-9 832 0,0 0 96 0,7 5 32 0,-2 1 0 31,-5-6-3008-15,0 0-608-16</inkml:trace>
  <inkml:trace contextRef="#ctx0" brushRef="#br0" timeOffset="9420.94">14552 2513 35647 0,'0'0'784'0,"0"0"176"0,8 1 16 0,-2-1 16 0,2 1-800 0,0 1-192 15,1 2 0-15,3 2 0 16,4 3 352-16,2 4 32 0,20 11 0 0,-11-5 0 16,6 2 128-16,4 4 48 0,4 5 0 0,4 0 0 15,5 1-48-15,2 2 0 0,2 1 0 0,6 1 0 16,5-2-160-16,4 0-32 0,4 1-16 0,0 0 0 15,-1 1-176-15,-1-1-128 0,1-1 144 0,-3 0-144 16,0-6 128-16,-2 0-128 0,-2 1 0 0,-5-4 144 16,-4-3-144-16,-5-2 160 0,-4-3-160 0,-6 4 160 0,-3-2-160 15,-5 2 160-15,-5-5-160 0,-1-1 160 0,-4-5 112 0,-3 1 32 16,-2-3 0-16,-4 2 0 0,-2-4 832 0,-3-2 160 16,-9-3 48-16,0 0 0 0,0 0-1168 0,0 0-176 15,0 0-144-15,0 0 144 16,0 0-2944-16,0 0-448 0,-12 6-112 0,3-5-8768 15,-3 1-1744-15</inkml:trace>
  <inkml:trace contextRef="#ctx0" brushRef="#br0" timeOffset="9657.94">16272 3153 32943 0,'23'13'1456'0,"-10"-4"304"0,4 4-1408 0,5 3-352 0,4 2 0 0,2 2 0 15,-1 4 1552-15,1 0 240 0,-1-2 64 0,-1 1 0 16,0 0-1088-16,-4-1-192 0,-4 0-64 0,-2-2 0 16,-3-4-272-16,-1 0-64 0,-4 0-16 0,-3-2 0 15,-2-1 288-15,-3-1 64 0,-4 1 16 0,-3-1 0 16,-3 1-48-16,-3-2-16 0,-4-1 0 0,-3-1 0 16,-2-1-608-16,-3 1-128 0,-2 0-32 0,-14 2 0 31,2-3-3200-31,5-2-640 0</inkml:trace>
  <inkml:trace contextRef="#ctx0" brushRef="#br0" timeOffset="29802.1">16862 3253 6447 0,'0'0'272'0,"0"0"80"0,3 26-352 0,-15-27 0 15,4-1 0-15,8 2 0 0,-10-2 3408 0,10 2 624 16,0 0 112-16,0 0 16 0,0 0-1952 0,0 0-400 16,0 0-80-16,0 0 0 0,0 0-560 0,0 0-96 15,8 2-32-15,6-1 0 16,2-1-272-16,3 0-48 0,5 1-16 0,-1 0 0 16,3-1-320-16,2 0-64 0,-1 0 0 0,2 3-16 15,-1 0-96-15,-2 1-16 0,-3-3 0 0,-6 1 0 16,-3 1-192-16,7 2 0 0,-2-1 0 0,-4 1 0 31,-5 1-1520-31,-1-2-192 0,-1-2-32 0,-8-2-12288 0</inkml:trace>
  <inkml:trace contextRef="#ctx0" brushRef="#br0" timeOffset="29989.49">16976 3285 1839 0,'-4'17'160'0,"1"-4"-160"0,1 4 0 0,2 3 0 15,3 5 5184-15,0 3 992 0,-2-2 208 0,1-3 32 16,0 7-4400-16,0 1-880 0,0 7-176 0,1 3-48 0,-1-5-432 0,1-1-96 16,1-2 0-16,0-2-16 0,1-5-368 0,0 0-288 15,1-3 48-15,3 5 16 16,-2-7-928-16,0-5-192 0,-1-8-48 0,1-3-6304 16,-7-5-1264-16</inkml:trace>
  <inkml:trace contextRef="#ctx0" brushRef="#br0" timeOffset="30473.81">17328 3020 25791 0,'0'0'2304'0,"1"16"-1856"0,0 7-448 0,-1-1 0 16,0 8 1504-16,-1 22 208 0,-3 3 32 0,-2 1 16 16,-1 2-576-16,2-18-112 0,-3 6-32 0,-2 20 0 15,0-7-464-15,4-4-80 0,-1-6-32 0,5-6 0 16,2-4-112-16,2-7-32 0,1-6 0 0,0-11 0 15,-1 1 0-15,3 2 0 0,1-6 0 0,-6-12 0 16,9 6-64-16,-9-6 0 0,10-2-16 0,2-5 0 16,0-3-240-16,-3-1 0 0,0-3 0 0,5-11 0 31,1-1-640-31,-2-1-112 0,-2-2-16 0,1-1-16 16,0 0-304-16,-6 9-48 0,2 2-16 0,4-5 0 0,-3 6 608 0,0 6 112 0,-1 6 32 0,-8 6 0 15,0 0 528-15,10 12 96 0,-3 4 32 0,-1 4 0 16,0 2-32-16,0 2 0 0,1 0 0 0,2-1 0 15,0-3 64-15,4-1 16 0,1-5 0 0,5-1 0 16,1-4 144-16,5-2 48 0,1-6 0 0,-7-2 0 0,0-2-64 0,11-5-16 16,-1-3 0-16,-6-1 0 0,-3-3 32 0,-2 1 0 15,-4-2 0-15,-1 0 0 0,-2-1-128 0,-2 0 0 16,-2 2-16-16,-1 1 0 0,-5 1-176 0,-2 0-128 16,-3 1 144-16,-1 2-144 0,-2-1 0 0,-2 5-240 15,-1 1 32-15,1 3 0 0,-2 2 208 0,2 5-144 16,1 3 144-16,1 7-128 0,0 3 448 0,4 7 112 15,5-1 16-15,3 3 0 0,1 1 0 0,5-4 0 16,2-2 0-16,5-1 0 0,3-7-256 0,5-4-32 16,4 0-16-16,3-5 0 15,-2-1-1424-15,0-4-304 0,3 0-48 0,1-6-16336 0</inkml:trace>
  <inkml:trace contextRef="#ctx0" brushRef="#br0" timeOffset="31395.58">18373 3345 20159 0,'0'0'896'0,"0"0"176"0,0 0-864 0,0 0-208 16,0 0 0-16,0 0 0 0,8 11 1936 0,0 2 352 0,0 3 64 0,-2 4 16 15,1-1-1008-15,-2 5-192 32,0-2-32-32,-1-4-16 0,-1 3-544 0,-1 1-96 0,1 2-32 0,-2 0 0 0,-1 1-256 0,2-1-48 0,-2-2-16 0,0-4 0 15,-2 0 144-15,2-5 32 0,0 0 0 0,0-2 0 16,0-11 336-16,0 0 64 0,0 0 0 0,0 0 16 15,0 0-64-15,0 0-16 0,3-7 0 0,1-5 0 16,0 1-272-16,0-2-64 0,0-4-16 0,-2 0 0 16,2-1-288-16,3-10 0 0,-1 2 128 0,1 3-128 15,-1 2 0-15,1 2-304 0,-3 3 64 0,2 0 16 32,1 3-1344-32,0 1-272 0,0 3-48 0,-2 2-9152 0,2 1-1824 0</inkml:trace>
  <inkml:trace contextRef="#ctx0" brushRef="#br0" timeOffset="32453.85">18650 3608 15663 0,'0'0'1392'0,"13"3"-1120"15,0-3-272-15,1-3 0 0,0-1 1904 0,1-2 320 16,-1-4 64-16,-1 1 16 0,0 0-832 0,-1 3-176 16,-2-6-16-16,-1-1-16 0,-1-1-752 0,-1-1-160 15,-1 2-32-15,-4 4 0 0,-2 1 32 0,-2-5 0 16,0 1 0-16,-2 1 0 0,-1-1 144 0,-3 0 16 31,-1 1 16-31,-2 0 0 0,-3 1-208 0,-2 2-32 16,3 3-16-16,0 2 0 0,1 6 208 0,2 3 32 15,0 5 16-15,0 2 0 0,3 1 32 0,1 4 0 0,3 0 0 0,1-1 0 16,2 3-336-16,3 10-64 0,1-3-16 0,2 1 0 0,3-5-144 16,2-5 0-16,2 1 0 0,1-4 0 0,3-2-144 0,1-2-16 15,1-3 0-15,-1 1 0 16,1-4-336-16,0-1-64 0,-1-2-16 0,-4 2 0 15,-1-4-272-15,-1-2-64 0,-2-2-16 0,0-1 0 16,-4 1-1280-16,2-7-256 0,1 0-48 0,-4 1-16 16,0 0-480-16,2-4-112 0,-2-5-16 0,0 4 0 15,1-3 1824-15,-2-1 352 0,-2 0 80 0,1-1 16 16,-3-5-128-16,0 10-32 0,0-2 0 0,1-5 0 0,2 1 1744 0,-1 8 352 0,1 5 64 0,-3 8 16 16,0 0 2560-16,0 0 528 0,6 12 112 0,0 1 0 15,-2 5-1680-15,-2-4-352 0,-1 3-64 0,2 9-16 16,-2-1-960-16,2-1-208 0,1-1-48 0,1-1 0 15,0-5-64-15,1-1-32 0,-3-3 0 0,3-4 0 16,0-1-192-16,-1-3-32 0,2 0-16 0,2-4 0 16,-9-1-224-16,12-1-32 0,-2-5-16 0,1-1 0 15,-2-1-192-15,0-1-32 0,-1-6-16 0,0 0 0 16,-2 2-176-16,-1-1 0 0,0-1 0 0,-1 1 0 16,-1-2-144-16,0 2-16 0,-2-4 0 0,-1 6 0 15,0 0-128-15,1-3-32 0,1 3 0 0,-4 8 0 16,2 4 128-16,0 0 32 0,0 0 0 0,0 0 0 15,0 13 288-15,0 5 64 0,-1 2 16 0,1 2 0 0,0-4-32 0,3 1-16 16,0-2 0-16,3-4 0 0,-1-3 0 0,-5-10 0 16,9 9 0-16,1-2 0 0,1-3 16 0,-1-3 0 15,-1-2 0-15,3-2 0 0,-1-2-176 0,-1-2 0 16,0-2 144-16,1 0-144 0,1-1-144 0,-2-1-112 16,-2-2 0-16,0 3-16 15,-2-1-144-15,1 2-32 0,-2-4 0 0,0 3 0 0,0-1 160 0,1 2 32 16,-3-1 0-16,-3 10 0 0,0 0 256 0,0 0-160 15,0 0 160-15,0 0-128 0,0 0 256 0,6 10 48 16,-4 3 16-16,0-1 0 0,-1 2-32 0,2 1 0 16,0-2 0-16,4 0 0 0,2-4-160 0,1-1 0 0,4-2 0 0,0-2 0 31,2-4-560-31,-1-1 16 0,1-2 0 0,2-1 0 16,0-2-288-16,1-1-48 0,-2-5-16 0,-2 2 0 15,-1-2 256-15,1 1 64 0,-2-3 0 0,0 1 0 0,-1 3 320 0,-3 1 80 0,-3 2 16 0,1 0 0 16,-3-3 352-16,-2 3 64 0,0 0 0 0,-2 7 16 15,0 0 560-15,0 0 128 0,0 0 0 0,-7 0 16 16,-1 0-64-16,-5 7-16 0,0 3 0 0,1 6 0 16,1 3-416-16,3-3-96 0,0 2 0 0,-1 6-16 15,4-5-192-15,2-1-48 0,4-3 0 0,3-2 0 16,3-3 48-16,1-2 0 0,-8-8 0 0,11 5 0 16,2-1-48-16,1-6-128 0,0-2 192 0,0-3-64 15,1-1-128-15,-1-1 0 0,0-3 0 0,-1 1-176 16,0-1-304-1,-1 0-64-15,-2 3-16 0,-2-3 0 0,-1 1 112 0,-1 0 0 0,-2 2 16 0,1 0 0 16,-1 1 432-16,-4 8 0 0,0 0 0 0,0 0 0 0,0 0 192 0,0 0 112 16,0 0 16-16,-4 13 16 0,2 0 64 0,1 2 16 15,-1 2 0-15,5-1 0 0,-1 0-112 0,4 0-32 16,0-3 0-16,1 0 0 0,1-1-96 0,2-2-32 16,2-1 0-16,-3-4 0 0,1 1-144 0,2-4 0 15,-2-1 0-15,5-2-176 16,-2-1-448-16,-1-4-80 0,-1 0-32 15,0-1 0-15,-2-2-2144 0,-3 0-416 0,1 0-96 0,3-3 0 16,-2-1-960-16,1-1-176 0</inkml:trace>
  <inkml:trace contextRef="#ctx0" brushRef="#br0" timeOffset="32563.22">20003 3498 4607 0,'0'0'400'0,"0"0"-400"15,0 0 0-15,0 0 0 0,6 8 6416 0,0 1 1200 0,-1 3 256 0,-1 0 32 16,0 0-4640-16,0 1-912 0,1 0-192 0,-1 0-48 16,0-2-1216-16,0 1-240 0,-1-4-48 0,3 0-16 15,-1 0-416-15,0-2-176 0,0-3 128 0,-5-3-128 31,12 4-1488-31,-3-7-384 0,-9 3-80 0,7-4-9632 0,-2-2-1920 0</inkml:trace>
  <inkml:trace contextRef="#ctx0" brushRef="#br0" timeOffset="32688.21">20071 3195 13823 0,'0'0'1216'0,"0"0"-960"0,0 0-256 0,0 0 0 15,0 10 5312-15,1 2 1024 0,0 0 208 0,2-1 48 16,-3-11-4400-16,5 15-864 0,0-1-176 0,2-1-48 31,1 0-3104-31,0-2-624 0</inkml:trace>
  <inkml:trace contextRef="#ctx0" brushRef="#br0" timeOffset="33438.11">20258 3448 8287 0,'0'0'736'0,"0"0"-592"15,0 0-144-15,0 0 0 0,0 0 4160 0,0 0 784 16,0 0 176-16,0 0 16 0,0 0-2368 0,8 13-464 0,-4 6-112 16,-1-4-16-16,-2 1-912 0,-1 3-192 15,-1 2-48-15,0 1 0 0,1-1-208 0,1-1-48 16,-1-1-16-16,1-2 0 0,0-2-240 0,2 0-64 16,0-2 0-16,1-7 0 0,-1 1-128 0,-3-7-48 0,0 0 0 0,0 0 0 15,13-4 16-15,-2-1 0 0,-2-5 0 0,0-1 0 16,0-4-288-16,2-2 0 0,-1-1 0 0,2 1 0 31,-2-2-368-31,1-1-176 0,-1-5-32 0,1 5-16 16,-2 0-64-16,-3 7-16 0,1-1 0 0,3-6 0 0,-1 6 288 0,-1 5 48 0,-8 9 16 0,0 0 0 15,0 0 320-15,11 3 240 0,-5 7-48 0,-1 1 0 16,-1 4 336-16,0 2 64 0,0 0 16 0,0 2 0 16,1-2-240-16,2 3-48 0,1-5-16 0,-1 0 0 15,1-2-304-15,4-4 160 0,1 1-160 0,0-2 128 16,0-1-368-16,1-2-80 0,2-1 0 0,-3-2-16 31,-1-2-2016-31,-2-2-400 0,1-2-64 0</inkml:trace>
  <inkml:trace contextRef="#ctx0" brushRef="#br0" timeOffset="33594.36">20747 3510 24879 0,'-1'15'2208'0,"0"-5"-1760"0,-1 3-448 0,2 3 0 0,2-2 1920 0,-2 3 288 16,0 1 64-16,1-2 16 0,2-2-672 0,2-2-128 15,-1 0-16-15,1-5-16 0,-5-7-704 0,8 7-144 16,0-2-32-16,-1-4 0 16,-7-1-1392-16,14-1-272 0,-1-3-64 0,-3-2-16 15,-1-3-2496-15,-2 2-496 0</inkml:trace>
  <inkml:trace contextRef="#ctx0" brushRef="#br0" timeOffset="33719.47">20871 3222 8287 0,'0'0'368'0,"0"0"80"0,0 0-448 0,2 13 0 0,-2-1 0 0,0 1 0 16,-2 1 5360-16,1 2 976 0,0 0 208 0,1-1 48 31,1 2-6112-31,2-1-1216 0,-2 2-240 0,0-5-12208 0</inkml:trace>
  <inkml:trace contextRef="#ctx0" brushRef="#br0" timeOffset="34016.21">21009 3560 13823 0,'0'0'608'0,"0"0"128"0,0 0-592 0,0 0-144 0,6 13 0 0,-4-1 0 16,0-1 5552-16,-4 0 1072 0,4 2 224 0,-1-5 32 15,0 1-4224-15,0-3-848 0,-1-6-160 0,4 11-48 0,-4-11-1056 0,7 7-224 16,-7-7-32-16,10 6-16 0,-10-6-272 0,12-2 0 16,-3-3-128-16,2-1 128 0,-1-2-368 0,-1-1 32 15,-1-2 0-15,-3 3 0 0,0-2 16 0,2-2 0 16,1 1 0-16,1-4 0 0,-4 3 128 0,0 5 48 15,-5 7 0-15,0 0 0 0,0 0 144 0,0 0 0 16,0 0 0-16,0 0 0 0,0 13 0 0,0 0 128 16,0 1 0-16,0 2 0 0,0-3-304 0,3 0-48 15,0-3-16-15,2-1 0 16,-5-9-1664-16,10 8-336 0,1-3-64 0,0-2 0 16,1-3-1152-16,0-3-208 0,1-3-48 0,0-1-7424 0</inkml:trace>
  <inkml:trace contextRef="#ctx0" brushRef="#br0" timeOffset="34313.05">21357 3565 3679 0,'0'0'320'0,"12"-8"-320"0,-1-1 0 0,-1 0 0 15,-1-3 4416-15,-2 2 800 0,-2 1 160 0,-5 9 48 16,0 0-2096-16,0 0-432 0,0 0-80 0,0 0 0 16,0 0-1184-16,0 0-224 0,0 0-64 0,0 0 0 15,-3 13-512-15,2-4-128 0,1 1 0 0,1 1-16 16,1 2 112-16,0-3 32 0,2 2 0 0,0 2 0 16,0 2-176-16,0-1-16 0,1 1-16 0,0 2 0 15,1 3-352-15,-1 0-64 0,0 1-16 0,-1 2 0 16,-2 0-48-16,0 4-16 0,-4-1 0 0,1 10 0 15,-1-1-128-15,-4-3 0 0,-1-5-160 0,-3 1 160 16,1 0-352-16,1-10 32 0,-1 2 0 0,0-1 0 16,-1-5 176-16,-2 1 144 0,0-2-192 0,-1-2 192 15,0-1 0-15,0-4 0 0,1-1 0 0,-1-4 0 16,2-4 0-16,-1-4 256 0,2-1-32 0,-1-6 0 0,3-2-32 16,4 1 0-16,3 0 0 0,2-1 0 0,3 0-192 0,2 0 0 15,1 2 0-15,2 3 0 16,2-3-800-16,1 2-160 0,1-4-16 0,2 0-12256 15,2 2-2448-15</inkml:trace>
  <inkml:trace contextRef="#ctx0" brushRef="#br0" timeOffset="35920.6">22034 3418 911 0,'0'0'0'0,"0"0"0"0,0 0 0 0,0 0 0 16,0 0 3264-16,0 0 576 0,0 0 128 0,0 0 0 15,0 0-1984-15,0 0-416 0,0 0-80 0,0 0-16 16,0 0-384-16,0 0-96 0,0 0-16 0,0 0 0 16,0 0-336-16,0 0-64 0,0 0 0 0,0 0-16 15,0 0-352-15,0 0-64 0,0 0-16 0,0 0 0 16,0 0-128-16,0 0 0 0,0 0 0 0,0 0 0 16,0 0 0-16,0 0 0 0,0 0 144 0,0 0-144 15,0 0 336-15,0 0 0 0,0 0 0 0,0 0 0 16,0 0 64-16,0 0 16 0,0 0 0 0,0 0 0 15,0 0-32-15,7 9-16 0,-3 1 0 0,1 1 0 16,0 0 96-16,0 4 32 0,0 4 0 0,1-2 0 0,-2 7 144 0,1 0 48 16,-1 8 0-16,0 2 0 0,-2 2-112 0,1 3 0 15,1 3-16-15,1-2 0 0,-1 1-368 0,-2-3-192 16,0-1 192-16,-2-1-192 0,1-6 160 0,-2-2-160 16,-1-3 128-16,1 0-128 0,-1-6 0 0,0 0 0 15,0-4 0-15,-1-2 0 16,0 0-736-16,1-4-32 0,2-9 0 0,0 0 0 15,0 0-2608-15,0 0-528 0,-5-5-96 0</inkml:trace>
  <inkml:trace contextRef="#ctx0" brushRef="#br0" timeOffset="36123.75">22054 3545 23951 0,'22'-6'2128'0,"-5"5"-1696"0,2 1-432 0,4 0 0 0,-1-2 2080 0,-3 2 336 0,1 2 64 0,-7 0 16 16,-1 3-576-16,-2 2-96 0,-1 1-32 0,-1 2 0 15,-3 1-576-15,-2 2-128 0,-5 1-32 0,-1 2 0 16,-4 3-448-16,1-1-96 0,-4 2 0 0,0 1-16 16,0 0-304-16,-2-3-48 0,0 0-16 0,2-1 0 15,-1-1-320-15,1-2-64 0,-1-1 0 0,2-2-16 32,0-2-1680-32,3-5-336 0,6-4-64 0,0 0-9392 0,-6-4-1888 0</inkml:trace>
  <inkml:trace contextRef="#ctx0" brushRef="#br0" timeOffset="36373.68">22262 3535 23039 0,'9'4'2048'16,"4"1"-1648"-16,2 2-400 0,0 0 0 0,0 5 2048 15,-2-3 320-15,-1 3 64 0,-2 4 0 0,-1-1-1072 16,-1 2-208-16,-2 0-64 0,0 0 0 0,-2 0-640 16,-2 0-128-16,-1-1-16 0,-1-1-16 0,0 0-144 0,-1-5-16 15,-1 1-128-15,0-4 192 0,2-7 16 0,0 0 0 16,0 0 0-16,0 0 0 0,0 0 0 0,0 0 0 15,4-5 0-15,1-4 0 0,1-3-208 0,-1-1 144 16,1 0-144-16,1-4 128 0,-1-1-288 0,2 0-64 16,1 0-16-16,4-9 0 15,2 7-240-15,-1 3-48 0,-1 0-16 0,0 6 0 16,1 2-2000-16,-2 1-400 0,0 2-64 0,-3 3-10000 0</inkml:trace>
  <inkml:trace contextRef="#ctx0" brushRef="#br0" timeOffset="36561.15">22665 3609 13823 0,'1'20'608'0,"2"-8"128"0,-2 2-592 0,1 2-144 0,-1-1 0 0,2-3 0 15,2 1 3968-15,-1-1 768 0,0-2 160 0,3 1 32 16,1-5-2528-16,3-2-496 0,0-3-112 0,2-3 0 16,0-4-512-16,-3 0-80 0,0-2-32 0,6-5 0 15,-3-1-592-15,-2 1-128 0,0-3-32 0,-2 2 0 16,-1-2-224-16,-4 6-64 0,0-1 0 0,-3-2 0 16,-2 0 0-16,-3 1-128 0,-3 3 192 0,-2 0-64 15,-3 0-128-15,-1 3 128 0,-2 0-128 0,4 4 128 31,1 0-704-31,-7 4-128 0,1 2-48 0,2 2 0 0,1 1-2064 16,5-3-432-16,2 2-80 0</inkml:trace>
  <inkml:trace contextRef="#ctx0" brushRef="#br0" timeOffset="37001.01">23180 3607 9215 0,'0'0'400'0,"0"0"96"0,0-6-496 0,-3 0 0 0,1-2 0 0,-2 2 0 16,-1 0 4672-16,0 2 832 0,-2 3 160 0,1-3 32 0,-2 2-3072 0,0 2-640 15,-1 0-112-15,0 4-16 16,-1 2-272-16,0 3-48 0,-3 3-16 0,0 2 0 0,1 5-656 0,1 3-128 15,-1-1-32-15,3 2 0 0,1 0-240 0,3 1-48 16,2-3-16-16,3 1 0 0,3-1-272 0,3-3-128 16,2-2 128-16,4-3-128 0,1-3-224 0,1-2-128 15,2-3-32-15,2-3 0 16,2-2-1392-16,0-2-272 16,0-3-64-16,-2 0-16 0,0-4-1152 0,-1-2-240 0,-1 0-32 0</inkml:trace>
  <inkml:trace contextRef="#ctx0" brushRef="#br0" timeOffset="37469.71">23316 3725 22335 0,'0'0'992'0,"0"0"208"0,0 0-960 0,0 0-240 16,0 0 0-16,0 0 0 0,0 0 2096 0,0 0 368 0,6 6 80 0,2-4 16 16,1-1-1152-16,-1-1-208 0,0-1-48 0,2-1-16 15,2 0-128-15,0-3-32 0,-1 1 0 0,1 0 0 16,0-1-528-16,0 1-96 0,-1 0-32 0,0 0 0 16,-2-1-144-16,1 0-48 0,1 0 0 0,-2-2 0 15,-1 1 32-15,0-1 0 0,-1-1 0 0,1 2 0 16,-1-1-160-16,-2 1 0 0,-1-1 0 0,0 1 0 15,-2-1 0-15,-2 7 0 0,3-8 0 0,0 2 0 16,-3 6 160-16,0 0-160 0,0 0 192 0,0-5-192 16,-2 1 128-16,2 4-128 0,0 0 0 0,0 0 0 15,0 0 0-15,0 0 0 0,0 0 0 0,0 0 0 16,-6-4 0-16,6 4 0 0,-5-3 0 0,5 3 0 16,0 0 0-16,0 0 0 0,-6-5-192 0,6 5 48 15,-4-4 144-15,4 4 0 0,-5-5 0 0,1 0 0 16,0 1 0-16,0-3 0 0,1 3 0 0,-3 0 0 15,1-2 0-15,0 2 0 0,5 4 0 0,-8-3 0 0,-1 2 0 0,0 0 0 16,0 1 0-16,-2 0 0 0,0 1 0 0,-1 2 0 16,-1-1 0-16,1 2 0 0,2 1 0 0,-1 1 0 15,1-1 0-15,1 0 0 0,-1 1 0 0,4 4 0 16,2 0 0-16,1 2 128 0,2-1 128 0,2 4 48 16,5-1 0-16,-1 3 0 0,1-4-160 0,4 1-16 15,1 0-128-15,4-3 192 0,-1 0-48 0,4-2-16 16,0-3 0-16,2 0 0 0,0-3-128 0,-1 0-176 15,1 0 48-15,-1-3 0 16,-2 0-368-16,-2 0-64 0,-2 0-16 0,-2-3 0 16,-2 0-1616-16,-1 1-336 0,-1-2-64 0,-1 0-13024 0</inkml:trace>
  <inkml:trace contextRef="#ctx0" brushRef="#br0" timeOffset="39090.01">23881 3527 911 0,'0'0'0'0,"0"0"0"0,0 0 0 0,0 0 0 16,0 0 3648-16,0 0 640 0,0 0 128 0,-6 1 16 15,-2 1-2448-15,-4 2-512 0,1-2-80 0,4 3-32 16,-2 3-656-16,-4 7-128 0,1-1-16 0,7-1-16 16,-1 0-32-16,0 1-16 0,2 5 0 0,3-5 0 15,-1-1 368-15,2 0 80 0,1 0 16 0,3-4 0 16,1-2-192-16,1-3-48 0,4-2 0 0,0-3 0 15,2-3-400-15,1-1-96 0,1 0-16 0,0-3 0 0,1-1-64 0,-1-4-16 16,0 0 0-16,1-2 0 16,-3 0-128-16,1 0 0 0,-2 1 0 0,0-2 0 0,-2-3-224 0,0 0 32 15,-2 3 0-15,0-1 0 0,0 1 64 0,-2-1 128 16,-1-3-208-16,-1-10 80 0,-2 3 128 0,-2-3 0 16,-3-3 0-16,-2 1 0 0,0-1 0 0,-3 2 0 15,-2 1 128-15,2 1-128 0,1 6 128 0,3 9-128 16,0 2 160-16,5 12-160 0,0 0 704 0,-6 2 32 15,-1 8 16-15,-2 5 0 0,1 7-48 0,2 4 0 16,-2 4 0-16,5-5 0 0,0 4-208 0,1 2-48 16,-1 2-16-16,2-1 0 0,1 2-240 0,3 0-64 0,-1-4 0 0,3 0 0 15,3-1-128-15,3-2-256 0,2-6 64 0,0 1 16 16,1-5-32-16,2-1-16 0,-1-4 0 0,2-2 0 16,0-1-64-16,-1-4-16 0,-2-1 0 0,2-3 0 15,-3-1 144-15,-1-1 32 0,-1-5 0 0,1 0 0 16,-3-3-160-16,0 0-32 0,-1 0 0 0,3-4 0 31,-5 1-144-31,-1 4-48 0,-5 8 0 0,0 0 0 0,0 0 320 0,0 0 192 0,0 0-208 0,0 0 80 16,0 0 128-16,0 0 192 0,6 4-32 0,0 2-16 15,1 0 240-15,-2 1 32 0,0-1 16 0,0-3 0 16,3 1 16-16,-1 0 0 0,-1-4 0 0,2-2 0 16,1 0-192-16,1-2-48 0,-2-1 0 0,0-2 0 15,0-1-64-15,2-4-16 0,1 1 0 0,-2-2 0 16,-1 0-128-16,-2 0 0 0,1 1 0 0,-2 0-176 15,-2 0 48-15,-2 2 0 0,-2 1 0 0,-1 1 0 16,2 8 128-16,0 0 0 0,0 0 128 0,0 0-128 16,-8-1 384-16,8 1 0 0,-6 8 0 0,1 2 0 0,0 3 112 0,1 1 16 15,1 2 16-15,4-4 0 0,-1 0-160 0,3 1-48 16,0-2 0-16,2 1 0 0,1-2-176 0,2 0-144 16,1-1 192-16,3-4-192 0,0-1 0 0,1-2 0 15,0 0 0-15,4-2 0 16,-4-3-448-16,0 1-32 0,0-4-16 0,-1 1 0 15,-3-1-1408-15,0 2-272 0,-9 4-64 0,9-9-16 16,-1-2-752-16,-2 5-128 0,-2-1-48 0,-4 7 0 16,4-9-528-16,-1 0-128 0,-2 0 0 0,-2 0-16 15,1-2 2512-15,1-1 496 0,-1-2 96 0,1 4 32 0,2 2 2640 0,-3 8 512 0,0 0 128 0,0 0 0 16,0 0 848-16,0 0 176 0,0 0 16 0,0 0 16 16,0 0-1088-16,12 10-224 0,-3 2-32 0,-3-3-16 15,0 2-992-15,-1 0-208 0,0 2-32 0,0 2-16 16,0 0-560-16,1 2-128 0,-1 0 0 0,0-4-16 15,2-1-304-15,-2 0 0 0,-1 1 128 0,0-4-128 16,-1 0 0-16,0-3 160 0,-3-6-160 0,0 0 128 16,0 0 16-16,0 0 0 0,0 0 0 0,0 0 0 15,0 0-144-15,4-6 128 0,0-2-128 0,1-2 128 16,0-3-336-16,2 0-80 0,1 1-16 0,3-5 0 31,2 4-320-31,-1 4-64 0,-1 4-16 0,0 2 0 16,2 2 240-16,0 3 32 0,3 2 16 0,-5-1 0 0,0 1 224 0,2 0 32 0,3-2 16 0,-2 0 0 15,2-4 144-15,0 2 192 0,0-2-32 0,3-4-16 16,-2 1 336-16,5-7 64 0,-3 5 16 0,-3-4 0 16,-6 2 16-16,-2 1 16 0,-2 0 0 0,-6 8 0 0,2-7-224 0,-2 7-48 15,0 0-16-15,-2-10 0 0,2 10-48 0,-10-6-16 16,-1 2 0-16,2 3 0 0,-2 5-96 0,1 0-16 16,-2 2 0-16,4 2 0 0,2 1 32 0,-1 4 0 15,1 1 0-15,3 5 0 0,0 0 480 0,3 2 112 16,3 0 16-16,2 0 0 0,3 0-288 0,2-2-48 15,5-2-16-15,0-2 0 0,2-4-416 0,3-2 0 16,2-3 0-16,2-1 0 16,-1-1-2144-16,-1-4-416 15,-1-4-64-15</inkml:trace>
  <inkml:trace contextRef="#ctx0" brushRef="#br0" timeOffset="41095.06">25669 3213 7359 0,'-9'-27'656'16,"9"27"-528"-16,-2-6-128 0,0 0 0 16,-1-1 2320-16,1-1 432 0,-2 1 96 0,0-2 16 15,3-1-1216-15,-1 1-240 0,0 0-64 0,-1 1 0 16,0 2-448-16,1 1-80 0,2 5-32 0,0-7 0 0,-3 2-320 0,3 5-64 16,0 0-16-16,0 0 0 0,0 0-32 0,0 0-16 15,0 0 0-15,0 0 0 0,0 0 240 0,0 0 32 16,0 0 16-16,0 0 0 0,0 0 352 0,4 10 80 15,0 5 16-15,0 3 0 0,1 3-48 0,0 4-16 16,-1 2 0-16,1 4 0 0,3 3-320 0,-1 1-64 16,-2 3-16-16,0 0 0 0,0 4-432 0,1-2-176 15,-1 0 128-15,1 1-128 0,-2-1 0 0,0-2 0 16,0-5 0-16,1-1 0 0,-2-3 0 0,1-4 128 16,0-4-128-16,0-4 0 0,-2-2 0 0,1-6 128 15,-2 2-128-15,-1-11 0 0,0 0 0 0,0 0 0 0,0 0 128 0,4-7-128 16,0 1 0-16,0-7 0 0,-3-2 0 0,1 0 0 15,-2-5 0-15,0 3-144 0,0-6 144 0,0 1 0 16,1-2-144-16,1 2 144 0,1 4 0 0,1-1-144 16,1 5 144-16,0 4 0 0,2 1 0 0,-1 3 0 15,1 2 288-15,1 3-16 0,1 4 0 0,0 2 0 16,0 3-112-16,0 2-32 0,-1 2 0 0,-1 1 0 16,-2 1-128-16,0 2 0 0,-2 2 0 0,-3-1 128 15,-2 0-128-15,1 0 128 0,-3 0-128 0,0 1 128 16,-1-3-128-16,1 0 192 0,-2 0-192 0,-1-2 192 15,1-3-192-15,-1-1 0 0,-1-1 0 0,0 0 0 32,1-2-368-32,-1 1-96 0,-3-2-32 0,3 0 0 0,2-5-1744 0,-1 0-336 15,1 0-80-15,6 0-12624 0</inkml:trace>
  <inkml:trace contextRef="#ctx0" brushRef="#br0" timeOffset="41423.15">25894 3780 22463 0,'13'1'992'0,"-5"1"208"0,1-2-960 0,3 0-240 0,2 0 0 0,2 0 0 0,1-2 1344 0,1 0 240 16,-1-1 32-16,2-1 16 0,-1-2-544 0,0-1-96 15,-2 1-32-15,-1-2 0 0,0 0-272 0,-4 0-64 16,0 2-16-16,-2-3 0 0,-1-1-32 0,-2 0-16 16,0 0 0-16,-3-1 0 0,-1 1-208 0,-2 1-32 15,-3-1-16-15,-1 3 0 0,-4-5 32 0,-1 3 16 16,-1 0 0-16,-8-3 0 0,-2 3-128 0,8 5-32 0,1 1 0 0,-2 2 0 15,-1 1-192-15,3 4 0 0,-1 2 0 0,2 6 0 16,0-1 0-16,3 3 0 0,0 4 0 0,3 2-160 16,3 3 160-16,1-2 0 0,3 1 0 0,2-1 0 15,1-3 0-15,3-2 0 0,1 2 0 0,4-5 128 16,3 0 80-16,2-1 32 0,2-3 0 0,3-2 0 31,0-2-640-31,3-2-128 0,-1-2-32 0,0-1 0 16,0-4-368-16,-3-1-80 0,-1-2-16 0,-1-1 0 15,-1-1-1984-15,-1 0-416 0,0 0-80 0</inkml:trace>
  <inkml:trace contextRef="#ctx0" brushRef="#br0" timeOffset="41595.01">26519 3586 1839 0,'0'0'160'0,"0"0"-160"0,0 0 0 0,0 0 0 0,-7 8 5312 0,2-1 1040 15,-1 3 208-15,2 1 32 0,-1 4-3456 0,-1 0-704 16,1 2-144-16,1 1-32 0,0 3-976 0,3 0-208 15,0-3-48-15,3 2 0 0,1-2-640 0,1-1-128 16,1-1-16-16,2-2-16 16,2-1-1312-16,1-4-256 0,2-1-48 0,0-1-16 15,2-7-1824-15,2 0-368 0</inkml:trace>
  <inkml:trace contextRef="#ctx0" brushRef="#br0" timeOffset="41815.24">26711 3738 14735 0,'-7'15'640'0,"4"-9"160"0,-2 3-640 0,1 2-160 0,2-1 0 0,-1 3 0 16,2-4 2944-16,1 2 576 0,1-1 96 0,-1-10 32 16,5 7-1920-16,3-1-384 0,3-6-80 0,-1 0-16 15,3 0-368-15,0-4-80 0,0 2-16 0,1-5 0 16,2-2-464-16,-2 1-80 0,-1 2-32 0,-1-1 0 16,-1 1-208-16,-2-1 144 0,-5-2-144 0,0 3 128 15,-2-1-128-15,-2 7 128 0,-5-6-128 0,-2-1 128 16,0-1-128-16,-5 2-256 0,-2-2 64 0,-3 0 16 31,0 1-1808-31,0 2-352 0,0 1-80 0,1 2-11040 0</inkml:trace>
  <inkml:trace contextRef="#ctx0" brushRef="#br0" timeOffset="42644.64">26974 3621 911 0,'0'0'0'0,"3"8"0"16,2 0 0-16,0 2 0 0,-1 2 5984 0,0 3 1120 16,0 4 208-16,-2 2 48 0,1-1-4352 0,1 3-896 0,0-3-160 0,0 1-32 15,0-1-608-15,1-2-112 0,0-2-32 0,1-3 0 16,2-3-512-16,0-2-96 0,1-1-32 0,0-5 0 16,1-2-256-16,0-2-48 0,0-6-16 0,2-1 0 15,-1 0-208-15,-2-2 0 0,0-2 0 0,0 0 0 16,0-1-192-16,-1-1-16 0,-2 1-16 0,1 1 0 15,-2 1-80-15,-1-2-16 0,0 1 0 0,-1 1 0 16,-1 3 320-16,-2 2 0 0,0 7 0 0,0 0 0 16,0 0 0-16,0 0 256 0,0 0-64 0,0 12 0 15,0-3 0-15,1 3 0 0,1 1 0 0,0-1 0 16,1-3-192-16,1 0 0 0,1 0 0 0,2-2 0 16,0-3 176-16,-7-4-16 0,10 2 0 0,-1-2 0 15,0 0-160-15,1-4 0 0,-1-1 0 0,1-1 0 16,-3-2-432-1,2-1-112-15,-1-2-32 0,4-4 0 0,-3 0-160 0,-1 2-32 0,-2 0-16 16,-2 5 0-16,2 2 464 0,-2-1 80 0,-2 1 32 0,-2 6 0 0,0 0 208 0,0 0 0 16,0 0 0-16,0 0 160 0,0 10 288 0,0 1 48 15,0 2 16-15,1 1 0 0,2 2-192 0,2-2-48 16,2-2 0-16,2-1 0 0,-1 1-144 0,2-4-128 16,1-1 144-16,2-2-144 0,1-4 0 0,2-1 0 15,-1-1 0-15,1-3 0 0,0 1-256 0,0-2-64 16,-1-2 0-16,-1 0 0 0,-1-1 64 0,0-1 16 15,-1 0 0-15,0 1 0 0,-2-1 240 0,-1 1 0 16,-1 1 0-16,-1 1 0 0,-2-2 0 0,-1 0 0 16,-3 0 0-16,-1 2 0 0,0-1 0 0,-3 1-176 0,0-1 176 15,-3 1-160-15,1-1 160 0,-1 2 0 16,-2 0 160-16,0 2-160 0,0 1 384 0,0 2-32 0,0 2 0 0,2 5 0 16,-1 1 240-16,2 1 48 0,1 1 16 0,3 3 0 15,0 3 32-15,2 1 0 0,3-2 0 0,1 2 0 16,2-1-368-16,2-3-64 0,2-1 0 0,4-2-16 15,0-1-240-15,4-1 0 0,-1-4 0 0,2-3 0 32,0-2-336-32,3-2-112 0,-1-1-32 0,0-1 0 15,-1 0-416-15,1 0-64 0,-1 0-32 0,-2-2 0 16,1-1 48-16,-2-1 16 0,-1-1 0 0,0-2 0 16,-3 0 256-16,1 1 48 0,-1-1 16 0,-2 0 0 0,-2 0 480 0,-1 1 128 0,-2 0 0 0,-1 2 0 15,0 1 288-15,-1 3 128 0,-5 5 32 0,0 0 0 16,0 0 704-16,0 0 160 0,0 8 32 0,1 2 0 15,0 1-16-15,1 2 0 0,0 1 0 0,1 2 0 16,1 1-400-16,1-2-80 0,3-3-16 0,-2 0 0 16,0-1-304-16,0 1-64 0,1 0-16 0,-1-2 0 0,-1 0-288 0,1-3-160 15,-6-7 160-15,4 9-160 0,-2-1 0 0,-2-8 0 16,0 0 0-16,-4 11 0 16,-1-5-1152-16,-4 2-208 0,-3 0-48 0,-4 1-12192 15,-4 3-2432-15</inkml:trace>
  <inkml:trace contextRef="#ctx0" brushRef="#br0" timeOffset="43984.97">28843 3442 5519 0,'0'0'496'0,"0"-19"-496"0,0 19 0 0,0 0 0 15,0 0 3840-15,0 0 656 0,-2-9 144 0,2 9 32 16,0 0-2160-16,0 0-416 0,0 0-96 0,0 0-16 16,0 0-928-16,0 0-192 0,-1 11-32 0,2 2-16 0,1 3-96 0,1 1-16 15,0 5 0-15,2 2 0 0,-3 0-64 0,2 1-32 16,0 3 0-16,0-5 0 15,0-1-208-15,0-1-32 0,0-1-16 0,1-2 0 0,0 0-224 0,-1-3-128 16,0-1 160-16,0 0-160 0,-1-3-192 0,-1 0-144 16,-2-11-32-16,4 9 0 15,-4-9-1600-15,0 0-320 0,0 0-64 0,0 0-7296 0,0 0-1456 0</inkml:trace>
  <inkml:trace contextRef="#ctx0" brushRef="#br0" timeOffset="44547.4">28661 3659 14735 0,'0'0'1312'0,"0"0"-1056"0,0 0-256 0,0 0 0 16,13-4 2416-16,1 1 416 0,1 2 96 0,2 0 16 16,2 1-1360-16,3 0-272 0,2 0-48 0,2 0-16 15,0-4-752-15,1 1-160 0,1-1-16 0,0 2-16 16,0-5-48-16,-2 2-16 0,-1 0 0 0,-3-1 0 16,0-1 16-16,-1-2 16 0,0-1 0 0,-6 1 0 15,-2 0-80-15,2-4 0 0,-5 0-16 0,1-1 0 16,-4-3-48-16,2 1-128 0,1-3 192 0,-3-1-64 15,0-2-128-15,1 0 128 0,-2 0-128 0,1-2 128 16,-2-5-128-16,-1 3 0 0,-3 2 0 0,-1 0 128 16,0 6 0-16,0 4-128 0,0 4 192 0,0 10-64 0,0 0 528 0,0 0 112 15,-2 19 0-15,0 7 16 0,1 8-240 0,1 3-48 16,-1 3-16-16,1 0 0 0,1 0-192 0,3 1-32 16,1-2-16-16,3-3 0 0,2-2-64 0,1 0-16 15,-1-4 0-15,2-5 0 0,1-4 0 0,1-4 0 16,1-3 0-16,2-2 0 0,0-4-32 0,0-2-128 15,-3-3 192-15,0-2-64 0,1-2-128 0,-1-2 0 16,-1-2 0-16,3 0-176 16,-2-6-368-16,-1 2-80 0,-3 0-16 0,0 1 0 15,-1-1 0-15,-3 1 0 0,1-2 0 0,-2 1 0 0,0 0 464 0,2 1 176 16,-7 8-128-16,5-7 128 0,-5 7 128 0,0 0 96 16,8-4 32-16,1 3 0 0,-9 1 272 0,14 0 64 0,0 3 16 0,1 1 0 15,-1-2-240-15,2-1-48 16,1 1-16-16,-2-2 0 0,0-2-128 0,-1 1-32 15,-1-1 0-15,0-2 0 0,-5 0-144 0,-8 4 160 16,0 0-160-16,0 0 160 0,8-5-32 0,-8 5-128 0,0 0 192 0,0 0-64 16,0 0-128-16,0 0 0 15,0 0 0-15,-8-6 0 0,0 4-256 0,8 2 32 0,-10 1 0 0,10-1 0 16,-9 5 64-16,9-5 16 16,-7 11 0-16,4 2 0 0,2-3 16 0,2 1 0 0,3-1 0 0,4 2 0 15,3-1-96-15,3 0-16 0,2-2 0 0,4-1 0 31,3-3-2528-31,1-1-512 0</inkml:trace>
  <inkml:trace contextRef="#ctx0" brushRef="#br0" timeOffset="45475.45">30425 3468 2751 0,'-16'10'256'0,"6"-4"-256"0,-2 3 0 0,2 0 0 15,0-1 3600-15,4 3 688 0,2-2 128 0,4-9 16 16,3 11-2000-16,2 3-384 0,3-1-96 0,2 1-16 16,3 0-944-16,2 1-192 0,-1-1-32 0,1 0-16 15,-1-1-480-15,-1 0-80 0,0-1-32 0,-3 0 0 16,-1 1-160-16,-1-1 0 0,-3 1 144 0,-2 0-144 15,-2 1 192-15,-2 0-16 0,-2-1-16 0,-3 2 0 16,-5-2 160-16,1-2 48 0,1-1 0 0,-3 0 0 16,-1 0-224-16,1 0-144 0,0-1 192 0,2-5-192 31,0-2-1696-31,2 0-448 0,8-2-96 0,0 0-9472 0</inkml:trace>
  <inkml:trace contextRef="#ctx0" brushRef="#br0" timeOffset="46475.35">30792 3595 5519 0,'0'0'240'0,"0"0"64"0,0 0-304 0,0 0 0 16,3-9 0-16,-2 1 0 0,-1 8 3968 0,-1-8 720 16,1 8 160-16,0 0 16 0,-6-6-2496 0,6 6-512 15,-8-4-112-15,8 4-16 0,-13-2-592 0,1 5-128 16,-1 2-32-16,0 3 0 0,-1 3-144 0,-1 4-16 15,1 1-16-15,-2 5 0 0,1 3-48 0,2 1-16 0,1 0 0 0,3 0 0 16,-2-2-176-16,5-2-48 0,2-3 0 0,4-2 0 16,4-3-240-16,2-1-48 0,6-8-16 0,0-2 0 15,-1-2-208-15,3-5 0 0,1-1 0 0,2-4-160 16,-1-1-16-16,1-4 0 0,0-4 0 16,-2-1 0-16,0 1-144 0,-1-1-16 0,-1 1-16 0,-1-1 0 15,-3-1 96-15,-1 4 0 0,-3 3 16 0,-1 1 0 16,-2 1 240-16,-2 12 0 0,0 0 0 0,0 0 0 15,0 0 432-15,0 0-32 0,0 0 0 0,-6 14 0 16,-1 2-144-16,2 4-16 0,0 0-16 0,2 3 0 16,1-1-224-16,0 0 0 0,5-1 0 0,0-3 0 15,2-2 0-15,1-3-160 0,2-3 160 0,1-1-128 16,-9-9-80-16,13 6-16 0,3-4 0 0,-2-4 0 31,-1-4-240-31,2-3-48 0,-1-1-16 0,3-6 0 0,1 0 0 0,-1-2 0 0,0-1 0 0,0-1 0 0,0 1 96 0,-1-1 32 16,-3-1 0-16,1-1 0 0,-1-2 400 0,-1 4-160 15,-2-3 160-15,1 5 0 0,-1 3 0 0,-2 4 256 16,-3-1-32-16,-5 12 0 0,0 0 544 0,0 0 96 16,0 0 32-16,0 13 0 0,-2 3-128 0,-1 4 0 15,0 2-16-15,1 3 0 0,0 1-512 0,1-3-112 16,0-1 0-16,2-1-128 0,2-1 448 0,-1-2-32 16,1-2 0-16,1-2 0 0,1 0 384 0,2-3 80 15,-7-11 16-15,6 6 0 0,2-3-512 0,0-4-112 16,0-3-16-16,2-3 0 0,0-2-256 0,0-1-144 15,-3-2 16-15,5-3 0 16,0 0-256-16,-2 0-64 0,-2 1 0 0,0-2 0 16,2-2 0-16,-2-1 0 0,-3-2 0 0,1 1 0 0,-2 2 160 0,-1 1 32 0,0 3 0 0,0 2 0 15,-1 3 256-15,-2 9 0 0,0 0 0 0,0 0 0 16,0 0 384-16,0 0 128 0,0 0 16 0,3 10 16 16,0 2-48-16,-1 1-16 0,1 3 0 0,-1 1 0 15,1-4-288-15,0 1-64 0,-1 2-128 0,2-3 192 16,0 0-192-16,1-2 0 0,0-1 0 0,-5-10 0 15,7 9 0-15,-1-1-128 0,-6-8 128 0,8 6-208 32,-8-6-176-32,0 0-16 0,11 0-16 0,-1-1 0 15,-10 1-352-15,11-5-64 0,-4-5 0 0,1 1-16 0,-1 0-80 16,-1-1-16-16,-1-1 0 0,-1 4 0 0,-4 7 304 16,9-8 64-16,-1 1 16 0,-8 7 0 0,15-2 560 0,-1 2 0 0,-1 2 0 0,3 5 0 15,1-2 608-15,0 3 80 0,0 2 16 0,1-3 0 0,0-1-352 0,2 1-64 16,-2-5-16-16,1 1 0 0,0-3 96 0,-1-3 16 15,-1 1 0-15,-3-5 0 0,-1-2 64 0,2-1 0 16,-2-2 16-16,-2 0 0 0,-2 0-208 0,1 2-32 16,-3 0-16-16,1-1 0 0,-4 1-208 0,-4 10 144 15,1-11-144-15,-1 11 128 0,-2-9 32 0,2 9 0 16,-8-9 0-16,-1 5 0 0,-2 4-32 0,1 1 0 16,0 5 0-16,-1 0 0 0,1 5-128 0,1 2 128 15,1 0-128-15,3 4 128 0,1 2 0 0,2-2-128 16,4-1 192-16,3 1-64 0,4-4-128 0,3 0 0 15,1-3-160-15,2-2 160 0,4-3-288 0,0-1 32 16,-1-1 16-16,2-5 0 16,-2-1-960-16,1-1-192 0,-1-3-32 0,1 3-16 15,0-2-1840-15,-4-1-368 0,-2-2-80 0,2 0-16 0</inkml:trace>
  <inkml:trace contextRef="#ctx0" brushRef="#br0" timeOffset="47383.8">32562 3604 18719 0,'0'0'832'0,"0"0"160"0,0 0-800 0,0 0-192 0,0 0 0 0,0 0 0 15,10-6 1152-15,-10 6 176 0,8-8 32 0,-8 8 16 16,0 0-208-16,0 0-32 0,0 0-16 0,0 0 0 15,0 0 16-15,0 0 0 0,0 0 0 0,0 0 0 16,0 0-32-16,-9 5 0 0,-3 7 0 0,-1 1 0 16,-3 5-272-16,-1 3-48 0,-1 4-16 0,3 3 0 15,-1 1-240-15,4 0-48 0,2-3-16 0,2-2 0 16,0-1-80-16,4-6 0 0,3-4-16 0,1-3 0 0,0-10-144 0,0 0-32 16,6 7 0-16,3-6 0 0,3-1-192 0,0-3 0 15,1-8-144-15,1-1 144 0,1-3 0 0,-1-1 0 16,3-3 0-16,0 2 0 0,-1 0 0 0,-2 2 0 15,-2-1 0-15,-1 2 0 0,0 1 0 0,-3 1 0 16,-3 0 160-16,0 3-160 0,-5 9 256 0,0 0-16 16,0 0-16-16,0 0 0 0,0 0 288 0,0 0 64 15,0 0 16-15,-4 13 0 0,0 1-80 0,2 2-32 16,-1 4 0-16,3-3 0 0,0 0-352 0,3-2-128 16,1 0 0-16,1-2 144 0,1-3-144 0,3-1 0 15,3-1 0-15,0-3 0 0,0-1 0 0,2-1-256 16,2-6 64-16,-1 2 16 15,1-4-208-15,0-3-32 0,-1-3-16 0,2 0 0 0,0-2 64 0,-1 0 16 0,-2-2 0 0,2 0 0 16,-1 0 128-16,1-2 32 0,-2 2 0 0,1-2 0 16,-2 0 192-16,-2-2 0 0,1 4 0 0,-1 0 0 15,-4 1 144-15,0 2-16 0,-2 3-128 0,-5 9 192 16,0 0 48-16,0 0 0 0,0 0 0 0,0 0 0 16,-10 8 320-16,1 4 64 0,1 2 16 0,0 1 0 15,0 1-384-15,3 3-64 0,1-5 0 0,3 3-16 16,-1 1-48-16,2-1-128 0,3 0 192 0,1 0-64 15,1-1 144-15,2-1 32 0,0 0 0 0,3-4 0 16,-1 0-48-16,1-2 0 0,-1-2 0 0,-1-1 0 16,0 1-48-16,-2-4-16 0,-6-3 0 0,7 4 0 15,-7-4-64-15,0 0 0 0,0 0-128 0,0 0 192 32,-12 10-576-32,-2-1-112 0,-4 0-16 0,-3 1-16 0,-4 5-2352 0,-5 3-480 0</inkml:trace>
  <inkml:trace contextRef="#ctx0" brushRef="#br0" timeOffset="77427.95">16629 4631 5519 0,'0'0'496'0,"0"0"-496"0,-3-6 0 0,5 2 0 0,-4-3 4416 0,1 0 800 0,1 7 160 0,0-7 16 16,-1 2-2512-16,1 5-496 15,0 0-96-15,0 0-32 0,0 0-624 0,0 0-128 16,0 0-32-16,-4 6 0 0,0 5-592 0,1 4-128 0,1 1-32 0,0 5 0 16,1 0-272-16,0 5-64 0,-1 3-16 0,1 1 0 15,1-2-144-15,0 1-32 0,1 0 0 0,1-2 0 16,0-1-192-16,1-2 128 0,1-5-128 0,0-1 0 16,0-2-192-16,0-3-128 0,0 0-16 0,-1-5-16 15,-3-8-1440 1,0 0-272-16,0 0-64 0,0 0-16 0,0 0-864 0,0 0-160 0,-7 0-32 0,-4-1-16 15,-2-6-368-15,-3-2-80 0</inkml:trace>
  <inkml:trace contextRef="#ctx0" brushRef="#br0" timeOffset="78164.69">16299 4848 20671 0,'-29'-16'912'0,"20"14"192"0,0-2-880 0,0 1-224 15,2 0 0-15,4 2 0 0,3 1 2400 0,0 0 432 16,0 0 96-16,9 8 16 0,1 0-1328 0,7 0-256 16,3-1-48-16,3 0-16 0,2-4-272 0,4-1-64 15,1-1-16-15,2 2 0 0,3-3-496 0,-2 0-80 16,-2-5-32-16,1 1 0 0,-4 0-336 0,0 0 128 15,-2-1-128-15,-2-2 0 0,-3 2 0 0,-2-1 0 16,-4-2-160-16,0 0 160 16,-2-1-448-16,-2 0 0 0,0-2 16 0,-1 0 0 15,-1-4-192-15,-2 1-32 0,-2-3-16 0,-1 0 0 16,-3-3 0-16,-1 0 0 0,-1-3 0 0,-2 0 0 16,-1-2 96-16,0 2 0 0,1 1 16 0,1 3 0 0,1 4 560 0,1 4 0 0,1 3 0 15,-1 8 144-15,0 0 624 0,7 10 128 0,1 5 32 16,-1 6 0-16,0 5-144 0,1 7-16 15,0 6-16-15,-1 1 0 0,0 2-240 0,-1-3-64 16,2 0 0-16,1-2 0 0,2-5-256 0,1-3-64 16,-1-6-128-16,2 0 192 0,0-8 0 0,-1 0-16 15,1-4 0-15,1-3 0 0,0-4-176 0,-3-3 160 0,1-2-160 0,0-2 160 16,-1-2-336-16,1-3-64 16,-1-5-16-16,0-1 0 15,-2-3-752-15,-1-1-144 0,-1 0-48 0,-2-3 0 16,-2 0-80-16,1 3-32 0,-2 2 0 0,1 3 0 0,-1 4 864 0,-2 9 160 0,0 0 32 0,0 0 16 15,6 8 528-15,-2 3 96 0,1 4 32 0,-3 0 0 16,2 2-80-16,0 2-16 0,1-6 0 0,2 0 0 16,1-2-80-16,2 1-32 0,1-5 0 0,2-4 0 0,1-1 224 0,0-4 32 15,3 0 16-15,-1-3 0 0,0-2-224 0,-1-2-64 16,0-1 0-16,-1-2 0 0,-1-1-192 0,-1 0 0 16,-3 1 0-16,-1-1 0 0,-2-1-192 0,-1 2-48 15,1 2 0-15,-4-4 0 0,-3 1 64 0,0 3 16 16,-1 1 0-16,1 1 0 0,-3 3 32 0,4 5 0 15,0 0 0-15,0 0 0 0,0 0 368 0,-5 9 80 16,1 4 0-16,1 0 16 0,2 4 48 0,1-3 16 16,3 2 0-16,0-2 0 0,4 1 32 0,2-4 0 15,-1-1 0-15,2-3 0 0,3 1-96 0,2-3-16 16,0-1 0-16,1-4 0 0,1-1-128 0,0-3-48 16,0-2 0-16,0-1 0 0,-2-5-144 0,1-1 0 15,0-2 0-15,2-4 0 16,-1 1-416-16,0-3-16 0,0-1 0 0,-1-1 0 15,-2-2-272-15,0 0-48 0,2 3-16 0,-2 0 0 0,-1 1 352 0,-1 1 64 0,0 3 16 0,-1 4 0 16,-1 3 704-16,-3 3 144 0,0 4 16 0,-1 4 16 16,1 4 192-16,-3 5 32 0,0 2 16 0,0 4 0 15,-2 3-208-15,2 4-32 0,-1 1-16 0,1 1 0 16,0-1-288-16,1-1-64 0,0 0-16 0,2-4 0 16,0-1-160-16,1-1 0 0,1-3 0 0,0-1 0 0,1-1 0 0,-1-4-256 15,0 0 48-15,0 0 0 16,-9-8-2928-1,9 1-576-15</inkml:trace>
  <inkml:trace contextRef="#ctx0" brushRef="#br0" timeOffset="78305.45">17638 4618 34207 0,'0'0'752'0,"0"0"144"0,0 0 48 0,9 3 16 0,3-3-768 0,1 0-192 15,1 0 0-15,4 0 0 0,2 1 784 0,1-1 112 0,0-1 32 0,1 1 0 16,0-3-608-16,0 2-112 15,0 1-16-15,1 0-11424 16,-1 0-2272-16</inkml:trace>
  <inkml:trace contextRef="#ctx0" brushRef="#br0" timeOffset="79577.78">18562 4824 13823 0,'0'0'608'0,"0"0"128"0,0 0-592 0,0 0-144 15,0 0 0-15,0 0 0 0,9 3 3856 0,1-4 752 0,0-2 128 0,3-3 48 16,5-6-2528-16,2-1-496 16,1-4-96-16,3-1-32 0,1-5-672 0,3 0-144 15,-2-1-32-15,0 1 0 0,-3-2-336 0,-1 2-64 16,-1-2 0-16,-2 2-16 0,-3-1-144 0,-1 1-32 16,-2 0 0-16,-1 3 0 0,-2-1-192 0,-1-1 176 0,-2-1-176 0,-2 3 160 15,-1 0-160-15,-3 2 0 0,-2-1-192 0,-2 2 192 16,-1 2-288-16,-2-1 64 0,-2 2 16 0,1 2 0 15,-2 3 208-15,0 2 0 0,0 4 0 0,1 4 0 16,-1 4 176-16,0 7 80 0,1 2 0 0,0 8 16 16,2 7-16-16,1 6 0 0,2 6 0 0,-1 4 0 15,1 7-80-15,2 4-32 0,2 4 0 0,3 6 0 0,3 0-144 0,-1-2 0 16,2-5 0-16,0-6 0 0,0-5-176 0,1-3-64 16,3-8-16-16,-2-3 0 0,1-4-112 0,-1-4-16 15,0-2-16-15,1-3 0 16,-2-4-1392-16,-2-4-288 0,-4-5-48 0,-3-8-16 31,0 0 432-31,0 0 96 0,0 0 16 0,-2-8 0 16,-2-4-1904-16,-3-2-368 0,-2-2-80 0</inkml:trace>
  <inkml:trace contextRef="#ctx0" brushRef="#br0" timeOffset="80014">18665 4758 23839 0,'-10'-18'1056'0,"7"10"224"0,2-1-1024 0,1 1-256 16,0 0 0-16,1 1 0 0,5 1 1856 0,1 1 320 15,5 1 64-15,2 1 0 0,2 2-1104 0,4 0-240 16,0-2-32-16,3 0-16 0,0 0-576 0,2-1-112 15,0 1-32-15,-1-4 0 0,1 2 0 0,1 0-128 16,0 1 192-16,-1 2-64 0,-1 0-128 0,-1 2 0 16,-1 0 0-16,2 4 128 0,-2 1-128 0,-3 4 0 15,0-1 0-15,-1 4 128 0,0 0-128 0,-4 1 128 16,0 0-128-16,-1 0 128 0,0 0 32 0,-2-1 0 16,0-2 0-16,0-2 0 0,3-2 48 0,0-2 16 15,-1-2 0-15,-1-5 0 0,-1-2-16 0,2-2 0 16,0-1 0-16,-1-2 0 0,1-3 144 0,-2 0 32 0,-2 0 0 0,-3 2 0 15,-1-2-208-15,-2 2-48 16,-3-1 0-16,-1 3 0 0,-2 0 80 0,-3 1 16 0,-3 1 0 0,-2 3 0 16,-1-1 48-16,-1 4 16 0,2 1 0 0,-1 3 0 15,0 0-112-15,2 1-32 0,-1 2 0 0,3 0 0 16,3-1-144-16,5-5 0 0,0 0 0 0,0 0 0 16,9 3-128-16,4-3-64 0,3-3-16 0,2-1 0 15,4-2-48-15,3-1-16 0,-1 0 0 0,2 0 0 0,0 4 128 0,0 0 144 16,0 0-208-16,0 3 80 0,-2 1-32 0,-2 4 0 15,-3 2 0-15,-2-1 0 0,-2 5-32 0,-5-1-16 16,-2 2 0-16,-3 0 0 0,-2-2 208 0,-3 2 0 16,-2-4 192-16,1-2-192 0,-2 1 544 0,3-7 0 15,0 0 0-15,0 0 0 0,0 0-144 0,3-7-16 16,0-1-16-16,1-5 0 0,2-1-512 0,2-2-112 16,1 1 0-16,0 0-16 15,3-1-2336-15,0 1-464 0</inkml:trace>
  <inkml:trace contextRef="#ctx0" brushRef="#br0" timeOffset="80576.45">20458 4438 3679 0,'0'0'160'0,"1"-5"32"0,-1-3-192 0,0-1 0 16,0 0 0-16,0 1 0 0,0 1 6160 0,0 7 1200 16,0 0 224-16,0 0 48 0,0 0-4288 0,0 0-848 15,0 0-192-15,0 0-16 0,3 10-928 0,-2 3-176 0,-1 1-32 0,0 5-16 16,0 3-416-16,3 2-80 16,-3 4 0-16,1 2-16 0,-1 2-384 0,1 2-80 15,2 2-16-15,1-1 0 16,1 0-1168-16,2-2-256 0,-1-3-32 0,1-4-16 15,-1 0-1360-15,-1-2-256 0,-1-3-64 0,0-2-16 16,-2-4 192-16,-1-3 32 0,-2-3 16 0,-2-1-8032 0</inkml:trace>
  <inkml:trace contextRef="#ctx0" brushRef="#br0" timeOffset="81313.23">20389 4887 1839 0,'-18'-18'160'0,"10"10"-160"0,0-4 0 0,1 2 0 16,0-2 4560-16,3 2 880 0,1 0 192 0,3 4 16 16,3-1-2128-16,-3 7-416 0,9-5-96 0,1 3 0 15,2-2-1120-15,2 1-224 0,3 0-32 0,4-1-16 16,1-3-432-16,0-1-96 0,2 0 0 0,-1-2-16 15,1 0-464-15,1-1-96 0,-1-1 0 0,0 0-16 0,-3 2-368 0,-2-1-128 16,1 1 0-16,-3-2 0 0,-2 2 0 0,-2 2-160 16,-1-2 0-16,-3 0 0 15,-1 1-256-15,-1 0-48 0,-1-1-16 0,-2-1 0 16,0 0-176-16,-1-1-48 0,-5 1 0 16,2-3 0-16,-2-2-208 0,-2-2-48 0,-1 0-16 0,-3-4 0 15,0 1 80-15,1 0 32 0,2 2 0 0,1 3 0 0,2 4 864 0,0 4 240 16,0 4 16-16,2 4 0 0,0 0 896 0,2 10 176 15,1 5 32-15,0 5 16 0,0 3-400 0,1 5-80 16,0 4 0-16,0 1-16 0,0 2-416 0,1-2-80 16,2 0 0-16,-1-4-16 0,4-1-240 0,-1-2-128 15,1-3 128-15,1-2-128 0,-1-4 144 0,2-2-144 16,-1-5 192-16,1-1-192 0,-3-5 160 0,2-3-160 16,-1-4 128-16,1-2-128 0,-2-4-160 0,-2-1-112 15,1-2-32-15,-2-1 0 16,-1-2-128-16,-1 0-16 0,1 0-16 0,-1 4 0 0,0 0 464 0,-2 5 0 15,-2 6 0-15,0 0 0 0,0 0 240 0,0 0 144 0,4 9 16 16,0 4 16-16,-1 1 32 0,1 3 16 0,1 2 0 16,0-1 0-16,0 0-240 0,2-1-48 0,1-3-16 15,1-1 0-15,2-1-160 0,3-3 0 0,-4-1 0 0,2-5 0 32,-1-3-368-32,2-2-144 0,2-2-48 0,-1-2 0 15,-1-5-144-15,2 1-16 0,-1-3-16 0,0-1 0 0,-1-1-144 0,-1 1-16 0,0-2-16 0,-1 2 0 0,0 0 464 0,-2 1 80 16,-1 0 32-16,0 1 0 0,-2 0 336 0,1 3 128 15,-3 2 0-15,0 0 0 0,-2 0 320 0,-2 7 48 16,0 0 16-16,0 0 0 0,0 0 48 0,0 0 16 16,0 0 0-16,0 0 0 0,-6 5-256 0,-1 4-64 15,1-1 0-15,-1 1 0 0,1 2-64 0,0-1-32 16,2 2 0-16,2 0 0 0,-1-1 96 0,2-1 32 16,1 0 0-16,1-1 0 0,2 0-288 0,1-1 0 0,0-1 0 0,-4-7 0 15,7 5 160-15,3 0-32 16,-1-1 0-16,0-1 0 0,0-3-128 0,0 0 0 15,-9 0 0-15,9-2 0 0,0 1 0 0,-1-2 0 16,-1-1 0-16,-1 1-176 0,-1-1 176 0,1-2 0 16,-2 0 128-16,-1 2-128 0,-3 4 0 0,6-5 0 15,-2 0 0-15,-1-2 0 0,0 2 0 0,-3 5 0 0,3-7 0 0,-3 7 128 16,0 0-128-16,0 0 0 16,-2-6 0-16,2 6 0 0,0 0 0 0,0 0-288 0,-5-4 48 0,5 4 16 31,-6-3-1104-31,0 2-208 0,6 1-64 0,-6 0 0 15,-1 0-1664-15,1 0-320 0,-8-3-80 0,14 3-16 0</inkml:trace>
  <inkml:trace contextRef="#ctx0" brushRef="#br0" timeOffset="83872.52">21275 4773 10127 0,'0'0'896'0,"0"0"-704"0,0 0-192 0,0 0 0 15,9-2 2192-15,-1-1 416 0,1-1 80 0,1-1 0 16,-1-1-768-16,1-2-176 0,1 0-16 0,-1-4-16 16,0 2-688-16,1-1-128 0,-2 1-16 0,-1 0-16 15,-2 0-368-15,0 3-80 0,-3-1-16 0,1 1 0 16,-2-1-32-16,-4 2-16 0,0-1 0 0,-3 3 0 16,-2-2-32-16,-2 3 0 0,-3 1 0 0,-1 0 0 0,-1 2-96 0,-2 0-32 15,-1 3 0-15,0 1 0 0,0 4 64 0,2 4 0 16,-1 2 0-16,3 3 0 0,1 5 80 0,4 0 32 15,2 6 0-15,3-1 0 0,5 4 16 0,3 0 16 16,4 2 0-16,3-3 0 0,3-4 48 0,4-2 0 16,1-4 0-16,5-1 0 0,3-8-224 0,2-1-32 15,-2-3-16-15,4-1 0 0,0-6-400 0,1-3-80 16,-3 0-16-16,-2-3 0 16,-2-6-1920-16,1 0-400 0,-3 1-80 0</inkml:trace>
  <inkml:trace contextRef="#ctx0" brushRef="#br0" timeOffset="84826.93">22428 4578 18367 0,'0'0'816'0,"0"0"160"16,4-7-784-16,-4 7-192 0,0 0 0 0,0-6 0 0,0-1 1680 0,-3 3 304 16,-2-2 48-16,0 2 16 0,-2 1-464 0,1 3-96 15,-5 0-16-15,0 2 0 0,-3 3-336 0,0 1-80 16,-2 5-16-16,2 2 0 0,-1 0-384 0,1 5-80 15,3 3 0-15,2 3-16 0,-2 0 80 0,3 1 32 16,2 0 0-16,2-2 0 0,3-1-128 0,2-5-32 16,3-1 0-16,2-4 0 0,5-4-160 0,2-3-32 15,2-4-16-15,2-2 0 0,2 0-304 0,0-6-256 16,2-3 64-16,0-2 0 0,0 0-32 0,-3-4 0 16,0-3 0-16,2-1 0 15,-2 0-608-15,-1 0-112 0,-4 0-16 0,-1 1-16 16,-2 1 112-16,-3-1 32 0,-3 2 0 0,-2 2 0 0,0 0 496 0,-2 2 96 15,-3 3 32-15,0 3 0 0,3 7 368 0,0 0 80 16,-7 0 16-16,0 7 0 0,-1-1 304 0,2 5 64 16,-1 3 16-16,3 3 0 0,2 1-192 0,0 2-16 15,4 1-16-15,0-2 0 0,2 1-16 0,1-4 0 16,3-1 0-16,0 0 0 0,2-2 16 0,1-2 0 16,1-2 0-16,1-2 0 0,0-3-272 0,1-1-144 15,-2-3 160-15,0 0-160 0,-1-3 0 0,0-1 0 0,-1-1 0 0,1 0-160 31,-2-1-384-31,0 0-80 0,-1-2-16 0,-1 2 0 16,1-5-1952-16,-1 2-400 0,-1 0-80 0,1 1-11072 0</inkml:trace>
  <inkml:trace contextRef="#ctx0" brushRef="#br0" timeOffset="85264.38">22842 4502 11055 0,'0'0'976'0,"0"0"-784"0,0 0-192 0,0 0 0 0,0 0 3696 0,0 0 688 15,0 0 144-15,-5 0 16 0,-1 4-2720 0,2 1-544 16,0 2-128-16,1 1 0 0,1 1-576 0,0 0-128 15,1 1 0-15,2 2-16 0,2 1-112 0,1-1-32 16,1 1 0-16,2 0 0 0,0-1 160 0,3 0 16 16,-1-2 16-16,0 0 0 0,0 1-96 0,0-1 0 15,-1-1-16-15,0 2 0 0,-2-1-192 0,-1-1-48 16,-2 0 0-16,-2 1 0 0,-2 0 0 0,-2 0 0 16,0 1 0-16,-3-1 0 0,0-1 64 0,-2 1 0 15,-1 0 0-15,0-2 0 0,-2 0-192 0,2-1 192 16,0 0-192-16,0-2 192 0,1-1-192 0,2 0-144 15,6-4 144-15,0 0-208 0,0 0 48 0,0 0 16 16,0 0 0-16,7-3 0 0,4 1 144 0,3-2-160 16,3 0 160-16,3-1-160 0,1-3 160 0,2-1 0 15,2-3 0-15,2 0 0 0,1-1 0 0,0 0 0 16,1-4 0-16,-3 0 0 0,-1 0 0 0,-2 2 0 16,-3-1 0-16,-3 2 0 0,-3-1 0 0,-1 2 0 0,-4 0 0 15,-2 3 128-15,-2-2-128 0,-1 3 192 16,-2 1-64-16,1 0 0 0,-3-1-128 0,-1 2 144 0,-2 1-144 0,3 6 160 15,-4-4-160-15,4 4 128 0,0 0-128 0,0 0 128 16,-8 0-128-16,2 2 0 0,-1 2 144 0,1 1-144 16,-1 1 0-16,2 1 0 0,0-1 0 0,2 1-128 15,3-7-160-15,0 0-32 0,-4 6 0 0,4-6 0 32,0 0-320-32,0 0-80 0,0 0-16 0,3 7 0 0,-3-7-320 0,5 4-64 0,-5-4-16 0,0 0-8608 15,0 0-1728-15</inkml:trace>
  <inkml:trace contextRef="#ctx0" brushRef="#br0" timeOffset="86016.58">22260 4498 2751 0,'0'0'256'0,"0"0"-256"15,0 0 0-15,0 0 0 0,0 0 2512 0,0 0 464 16,0 0 96-16,0 0 0 0,0 0-1392 0,0 0-272 16,0 0-64-16,0 0-16 0,-2-6 80 0,2 6 0 15,-2-5 16-15,-3 1 0 0,5 4-48 0,-8-2-16 16,0 1 0-16,-1 0 0 0,-2 1-208 0,1 1-64 16,-1 2 0-16,0 1 0 0,-1 2-272 0,-1 2-64 15,-1 2-16-15,1 2 0 0,-2 1-384 0,1 0-80 16,0 2-16-16,1 0 0 0,1 2 64 0,3 1 0 0,2 2 0 0,2 1 0 15,1 1-16-15,3-1 0 0,2-2 0 0,2 1 0 16,2 1-112-16,1-2-32 0,1 0 0 0,1-2 0 16,0 0-160-16,-1-4 0 0,2 0 0 0,1-2 128 15,-3 0-128-15,1-2 0 0,1 0 0 0,1-2 0 0,-1-4-320 0,1 0-32 16,2-2-16-16,2-2-10976 16,0-3-2208-16</inkml:trace>
  <inkml:trace contextRef="#ctx0" brushRef="#br0" timeOffset="86922.75">23151 4657 17567 0,'0'0'768'0,"0"0"176"0,0 0-752 0,0 0-192 0,0 0 0 0,0 0 0 16,0 0 1424-16,0 0 256 0,0 0 48 0,0 0 16 15,0 0-368-15,4-7-80 0,0-1-16 0,0 0 0 16,0 1-352-16,1 1-80 0,0-3-16 0,1 1 0 16,-2 0-64-16,0 0 0 0,-1 1-16 0,0-1 0 15,0 0-48-15,-2 1 0 0,0 1 0 0,2-1 0 0,-3 1-48 0,0-1-16 16,-1 1 0-16,-1 1 0 0,1-1-224 16,-2 2-48-16,-1-2-16 0,-1 1 0 0,0-1-48 0,-2 3-16 15,-2-1 0-15,0 1 0 0,-1 3-64 0,-2 1-16 16,-1 3 0-16,0 0 0 0,-1 1-32 0,-2 2-16 15,-1 1 0-15,0 2 0 0,1 3-160 0,2 2 192 16,0 0-192-16,1 1 192 0,4 1-64 0,2 1-128 16,2-1 192-16,4 4-64 0,5 1 0 0,2-1-128 15,4-2 192-15,5 1-64 0,2-2 64 0,4-2 16 16,1-3 0-16,3-3 0 0,2-2-64 0,0-3-16 16,2-2 0-16,1 0 0 0,1-5-128 0,-1 1-256 15,-1-6 64-15,0 2 16 16,-2-1-1664-16,-1 1-336 0,-4-2-64 0,-1-2-15216 0</inkml:trace>
  <inkml:trace contextRef="#ctx0" brushRef="#br0" timeOffset="94213.35">20987 4433 16575 0,'-11'0'736'0,"-4"-4"160"0,0 0-720 0,-1-2-176 15,2 1 0-15,-1 1 0 0,2 1 1952 0,1 2 352 16,3 0 80-16,1-1 16 0,1 1-1344 0,7 1-272 16,0 0-48-16,0 0-16 0,10 8-80 0,4 2 0 15,5 2-16-15,3 1 0 0,3 0 16 0,2 1 0 16,3 1 0-16,1-2 0 0,-1-2-160 0,-8-5-32 16,2 0 0-16,3-1 0 0,1 2-224 0,-2-1-48 15,-3-2-16-15,6 0 0 0,-7 1 224 0,-6-3 32 16,-16-2 16-16,0 0 0 0,0 0 304 0,0 0 64 0,0 0 16 0,-6-2 0 15,-5 0-192-15,-4-1-48 16,-3-1 0-16,-12 0 0 0,-1 2-384 0,1 1-64 16,0 1-128-16,9-2 176 0,-6 1-176 0,-16-6 0 15,-2 0 0-15,1-3 0 0,-3 0-256 0,0 0 80 16,-1-2 16-16,4 1 0 0,4 2 160 0,8 5-160 16,4-2 160-16,9 5-160 0,5 2 160 0,4 3 224 0,10-4-48 0,0 0-16 15,7 15-160-15,6 5 0 0,5 1 0 0,2-4 0 16,5 1 0-16,6 2 0 0,3 2 0 0,4 0 0 15,3-1 0-15,0 1 0 0,-1-1 128 0,1-3-128 16,-5-1 128-16,-3-4-128 0,-5-1 128 0,-3 0-128 0,0-5 288 0,-4 1-32 16,-6-1 0-16,-2-2 0 0,-3-1 288 0,-10-4 48 15,0 0 16-15,0 0 0 0,0 0-160 0,-6 1-16 16,-3-1-16-16,-3-1 0 0,-2-1-176 0,-2-3-48 16,0 0 0-16,-3 0 0 0,-3-3-192 0,-4-2 0 15,-3-5 0-15,-2 0 0 0,-3-1-320 0,-1-2 32 16,0-1 16-16,2 4 0 0,4 3 80 0,6 3 32 15,3 2 0-15,7 5 0 0,4 2 160 0,9 0 0 16,3 10 0-16,5 6 0 0,5 3 0 0,6 4 0 16,6 1-128-16,4 2 128 0,3 2 0 0,5-2 0 15,3 0 0-15,2-4 176 0,0 0-176 0,1-1 192 16,2-3-192-16,-2-1 192 0,-1-1-192 0,-5-3 160 16,-5-4-160-16,-6 2 160 0,-4-4-32 0,-5 0-128 0,-2-2 192 0,-6 0-64 15,-1-1 208-15,-8-4 48 0,0 0 0 0,0 0 0 16,-9 4-80-16,-4-1-16 0,-6-2 0 0,-3-1 0 15,-4-2-288-15,-5-2 0 0,-1-2-208 0,-3 0 80 32,-3-2-304-32,-2-4-48 0,-4 1-16 0,-5-2 0 15,-4-6-48-15,0 2-16 0,0 0 0 0,5 0 0 0,8 4 304 0,7 4 48 0,4 3 16 0,6 3 0 16,6 4 432-16,7 3 80 0,6 4 32 0,4 4 0 16,6 2-224-16,7 2-128 0,7 1 128 0,5 0-128 15,5-2 128-15,5 1-128 0,4-2 160 0,4-2-160 16,4 0 272-16,0-3-32 0,1-2-16 0,2-4 0 0,0 0-224 0,0-3 176 15,-2 0-176-15,-3 0 160 0,-5 0 80 0,-4 0 16 16,-2-4 0-16,-6 3 0 0,-6 2-256 0,-4 0 0 16,-4-1 0-16,-3 0 0 15,-11 0-2624-15,0 0-608 0</inkml:trace>
  <inkml:trace contextRef="#ctx0" brushRef="#br0" timeOffset="95260.12">23739 4290 9215 0,'0'0'400'0,"-6"-4"96"0,-1 1-496 0,1-1 0 15,-1 0 0-15,7 4 0 0,-6-2 3968 0,6 2 704 16,0 0 144-16,0 0 32 0,0 0-2288 0,0 0-464 16,0 0-96-16,8 1-16 0,2 0-848 0,3 3-176 15,1-4-48-15,2 0 0 0,4 0-144 0,2 0-48 16,0 0 0-16,0-2 0 0,-1 0-304 0,1 2-64 15,0 0-16-15,-2 2 0 0,-2 0-208 0,-1-2-128 16,-3 2 128-16,-2-1-128 0,0 0 0 0,-4 1 0 16,-8-2 0-16,0 0 0 15,0 0-480-15,0 0-64 0,0 0-16 0,0 0 0 16,0 0-384-16,0 0-80 0,0 0 0 0,0 0-16 16,-6 0 400-16,0 0 64 0,-3 0 32 0,0 0 0 0,0 0 544 0,-1 1 0 15,3 2 192-15,-2-1-48 0,2 2 464 0,0 1 96 16,2 6 0-16,1 3 16 0,2 7-64 0,-1 1-16 15,2 3 0-15,1 2 0 0,0 3-368 0,1 3-80 16,2 1 0-16,-1 3-16 0,2 0-176 0,0-1 0 16,-1-2 0-16,1 0 0 0,1-2 0 0,-1-4 0 0,0 1 128 15,1-2-128-15,-1-2 0 0,0-1-224 0,-3-5 48 0,0-1 16 32,-1-1-1504-32,-1-1-320 0,-2 0-48 0,0-6-8240 0,-4-1-1648 0</inkml:trace>
  <inkml:trace contextRef="#ctx0" brushRef="#br0" timeOffset="95416.36">23782 4986 23327 0,'0'0'1024'0,"0"0"224"0,0 0-992 0,0 0-256 0,0 0 0 0,-2 5 0 16,2-5 2224-16,0 7 400 0,2 1 64 0,4-2 32 0,1 1-976 0,4-3-192 15,2-1-32-15,3 3-16 0,1-1-192 0,2-1-32 16,3-2-16-16,3 1 0 0,1 0-384 0,0-3-80 16,0 0-16-16,-1 1 0 0,0 1-512 0,-2 1-96 15,-1 0-32-15,1 1 0 0,-5-3-416 0,-1 2-96 16,-3-3-16-16,0 1 0 15,-1 1-2336-15,-2 1-480 0,-2-4-80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7T05:36:39.94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26 71 24575,'0'4'0,"0"1"0,0 3 0,1 2 0,0 2 0,0 3 0,-1 1 0,1 4 0,1 4 0,1-3 0,0 0 0,-2-5 0,1-3 0,-1 0 0,1-1 0,-2-1 0,1 4 0,-1-2 0,0 2 0,0-1 0,0 0 0,0-2 0,0 0 0,1 0 0,0 4 0,1-2 0,-2 2 0,3-3 0,-2 0 0,1-1 0,0 1 0,-1-3 0,2 0 0,-2-3 0,1-3 0,-2 1 0,0-1 0,0 0 0,0 1 0,0-2 0,0 1 0,-3-1 0,3 3 0,-4 3 0,4-1 0,-3 0 0,3-3 0,-2-4 0,-1 6 0,0-1 0,-1 3 0,3-2 0,-1-8 0,3-6 0,1-5 0,2-6 0,-1 3 0,1-2 0,-2 0 0,1 1 0,0-4 0,0 0 0,-2-1 0,1 1 0,-1 4 0,-1 2 0,2 2 0,-1 0 0,1 1 0,-2 0 0,1-1 0,-1-1 0,0 1 0,0 0 0,0 0 0,0 0 0,2-2 0,-2 0 0,1-2 0,-1 2 0,0 2 0,1 6 0,1-2 0,-1 3 0,0-3 0,-1-1 0,1-2 0,0 0 0,0 3 0,-1 2 0,1 3 0,-1 1 0,1-1 0,-1-2 0,2 0 0,-2 0 0,1 1 0,-2 3 0,0 1 0,-4 9 0,-3 3 0,0 4 0,0-4 0,3 0 0,2-2 0,-2 6 0,2-2 0,-1 2 0,1-4 0,2-1 0,-2-4 0,3 0 0,-3-1 0,2 1 0,-2 2 0,2 0 0,-2 2 0,3 0 0,-2 1 0,1-1 0,0 2 0,0 2 0,1-2 0,-2 1 0,2-3 0,0-2 0,0-2 0,-1 0 0,1-2 0,-1 2 0,1-2 0,0 0 0,0 1 0,0 1 0,0 3 0,0-3 0,0 1 0,0-3 0,-2-1 0,2 2 0,-2 3 0,0 1 0,0 1 0,0-4 0,1-3 0,1-5 0,0-4 0,3-13 0,0-4 0,2-9 0,-1 7 0,-2 0 0,0 6 0,-1-4 0,2 1 0,-3-1 0,3 2 0,-3-2 0,2 4 0,-1 0 0,0 2 0,0 0 0,-1 2 0,2-1 0,-2 2 0,1 1 0,-1 2 0,1 1 0,-1 0 0,0 1 0,0-2 0,0 4 0,0 0 0,0 0 0,0 2 0,0-2 0,1 3 0,0 0 0,0-1 0,-1 1 0,0-1 0,0-2 0,1-2 0,0-3 0,2-3 0,0 0 0,-2 2 0,1 0 0,-1 6 0,-1 1 0,-1 3 0,0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7T05:36:35.08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33 0 24575,'-1'5'0,"-1"1"0,-1 4 0,1 3 0,-1-4 0,0 4 0,1-2 0,-1 0 0,0 0 0,0 0 0,2 0 0,-1 0 0,1-1 0,-1-3 0,2 1 0,-2-3 0,2 2 0,0-1 0,0 1 0,0 0 0,0 1 0,0 0 0,0-1 0,0 1 0,1-1 0,0 2 0,1-1 0,0 1 0,1-1 0,1 1 0,0-1 0,1 0 0,-2-1 0,2 2 0,-2-2 0,0 0 0,-2-4 0,0 1 0,-1-1 0,1 2 0,0-1 0,0 0 0,0 1 0,-1-1 0,0 0 0,0 2 0,1-2 0,-1 5 0,1-1 0,1 3 0,-2-3 0,1 0 0,-1-2 0,0 0 0,1-2 0,0 0 0,0 0 0,-1-1 0,0 0 0,0 2 0,-2 1 0,2 2 0,-1-3 0,1 1 0,0 3 0,0 6 0,0 5 0,0-1 0,0-4 0,0-8 0,0-3 0,0-4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7T05:36:36.35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36 24575,'4'-1'0,"7"-1"0,-2-2 0,8 1 0,-4-1 0,5 3 0,0-2 0,2 3 0,-2-2 0,-2 1 0,-4 0 0,-2 1 0,-2 0 0,-2 0 0,-1 0 0,-2 0 0,2 0 0,1 0 0,-1 0 0,2 0 0,0-1 0,3 0 0,-1-1 0,-1 2 0,-1-1 0,3 1 0,-4 0 0,4 0 0,-1 0 0,3 0 0,-1 0 0,-1 0 0,-4 0 0,0 0 0,0 0 0,-2-2 0,3 2 0,0-1 0,4 1 0,0 0 0,4-1 0,-5 0 0,-3-1 0,-5 2 0,-2-2 0,-1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7T05:36:44.87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89 24575,'1'-2'0,"11"2"0,4 1 0,10 0 0,-1-2 0,-1 0 0,-4-1 0,-3 1 0,-1 0 0,-3 0 0,-1 1 0,-1-2 0,-1 1 0,2 1 0,0-1 0,0 1 0,-2 0 0,1-2 0,-1 2 0,3-2 0,-2 1 0,1 0 0,1 0 0,-1 1 0,1-2 0,0 2 0,1 0 0,-2 0 0,-3 0 0,0 0 0,4-4 0,0 1 0,4-5 0,-4 3 0,-5-1 0,-2 3 0,4-2 0,0 1 0,3 0 0,-3-1 0,-3 3 0,-6 0 0,-4 2 0,-6 1 0,-7 0 0,-2 2 0,-4 0 0,0-1 0,3 0 0,-1-2 0,7 2 0,-4-1 0,1 0 0,-1 1 0,-2-1 0,4 0 0,-1 0 0,4 1 0,5-2 0,-2 1 0,1 1 0,-4-2 0,-3 1 0,-2-1 0,-5 0 0,4 0 0,4 0 0,5 0 0,4 0 0,-3 0 0,-3 0 0,-2 0 0,-7 1 0,6 0 0,-1 0 0,4-1 0,-2 0 0,1 0 0,1 0 0,12-1 0,8-3 0,13-4 0,0 2 0,5-4 0,-7 7 0,0-3 0,-5 3 0,-3 2 0,-2 0 0,2 0 0,1 0 0,5 0 0,-2 0 0,2 0 0,-5 1 0,-3 0 0,-1 0 0,0 0 0,0 1 0,4 0 0,2 1 0,4 0 0,-3-1 0,-1 0 0,-3 1 0,-1-2 0,1 1 0,6 0 0,1 0 0,6 0 0,-3-1 0,0 0 0,-4 0 0,1 0 0,-5 0 0,2 0 0,-5-1 0,-2 0 0,-3 0 0,-4 1 0,-3 0 0,-6 1 0,-5 1 0,-3 2 0,-1-1 0,4 0 0,2 0 0,3-2 0,-1 1 0,3-2 0,-2 0 0,-1 0 0,-1 0 0,-3 0 0,-1 0 0,1 0 0,0 1 0,1 0 0,-1 1 0,-1-1 0,-2-1 0,-1 0 0,-2 1 0,2-1 0,0 2 0,5-2 0,2 0 0,1 0 0,4 1 0,-2-1 0,0 1 0,1-1 0,-2 0 0,6 0 0,-2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5:02:21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24575,'24'2'0,"-12"-1"0,14 0 0,-18-1 0,6 0 0,-6 0 0,0 0 0,2 0 0,0 0 0,0 0 0,2 1 0,-2-1 0,0 1 0,-2-1 0,0 1 0,-2-1 0,0 1 0,3 0 0,-1-1 0,1 1 0,-2 0 0,-2-1 0,-1 0 0,2 0 0,1 0 0,0 0 0,-1 0 0,1 0 0,-4-1 0,1 0 0,-14 2 0,7-1 0,-7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5:02:21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24575,'7'0'0,"0"-1"0,-1 1 0,2-1 0,-1 1 0,-3 0 0,0 0 0,-2 0 0,0 0 0,-1 0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5:02:22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24575,'14'-3'0,"1"1"0,3-1 0,0 0 0,-2 1 0,-1-1 0,-5 2 0,-1 0 0,-3 0 0,1 1 0,-1-1 0,4 1 0,0-2 0,3 1 0,6-1 0,-4-1 0,4 2 0,-5-1 0,-2 2 0,-2-1 0,-2 0 0,-3 1 0,3-2 0,-2 1 0,2 0 0,-2-1 0,-1 2 0,-2-2 0,-1 2 0,4-1 0,4 0 0,2 0 0,0-1 0,-8 1 0,-3 0 0,-10 1 0,5 0 0,-4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9T05:02:27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12 24575,'7'-2'0,"-2"0"0,4 0 0,0 0 0,5 1 0,0 0 0,3 0 0,-5 0 0,0 1 0,-7 0 0,1 0 0,-1 0 0,4 2 0,1-1 0,1 2 0,-2-1 0,-1-1 0,-1 0 0,0 0 0,-1-1 0,0 1 0,-3-1 0,3 0 0,-1 0 0,2 0 0,-1 1 0,0 0 0,-2-1 0,1 0 0,-3 0 0,2 0 0,0 0 0,1 0 0,1-1 0,4 0 0,-1 1 0,2-1 0,-1 0 0,-1 0 0,-2 0 0,0 1 0,-3-1 0,1 1 0,0-1 0,-1 0 0,-2 1 0,2 2 0,3 6 0,6 3 0,4 1 0,-2-1 0,-7-5 0,-4-3 0,-4-3 0,1-2 0,0 0 0,0-2 0,0 4 0,-4 4 0,-1 1 0,-2 4 0,-1 0 0,1 0 0,-1-1 0,1-1 0,2-4 0,1-1 0,-1 0 0,-4-2 0,-2 1 0,-5-1 0,2 0 0,-1 0 0,4-1 0,4 1 0,3-1 0,-1 0 0,-1 0 0,-2 0 0,0-1 0,1 1 0,-3-1 0,-1 0 0,-2 0 0,-1 1 0,0-1 0,3 2 0,2-1 0,0 0 0,-1 1 0,-1-1 0,1 1 0,3 0 0,1 0 0,0 0 0,-1 0 0,-5 0 0,2 0 0,-3-1 0,5 1 0,2-1 0,1 1 0,1 0 0,-2 0 0,-1 0 0,0 0 0,-1 0 0,0 0 0,1 0 0,0 0 0,-1 0 0,3 0 0,0 0 0,2 0 0,-2 0 0,1 0 0,-3 0 0,0 0 0,-2 0 0,1 0 0,0 0 0,4 0 0,0 0 0,-1 0 0,0 0 0,-2 0 0,-3 0 0,4 0 0,0 0 0,5-1 0,2-3 0,-1 1 0,0-3 0,-1 3 0,1 1 0,-1-1 0,1 1 0,-1-1 0,1 1 0,-1-1 0,1 1 0,-1-2 0,1 2 0,-1-1 0,1 0 0,0 1 0,0-1 0,0 2 0,5 0 0,8 1 0,2 1 0,4 0 0,-2 1 0,-2-1 0,0 1 0,3 0 0,-2 0 0,3-1 0,-7 0 0,-3-1 0,-6 0 0,0-1 0,5 0 0,2 0 0,3 0 0,-3 1 0,-1 0 0,3 0 0,-2 0 0,0-1 0,-6 0 0,-4 1 0,-4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04T23:39:54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19416 15984 1839 0,'0'0'160'0,"0"0"-160"0,0 0 0 0,0 0 0 0,0 0 1456 0,0 0 256 0,0 0 48 0,0 0 16 0,0 0-1088 0,0 0-224 16,0 0-32-16,0 0-16 0,0 0-416 0,0 0 0 15,0 0 0-15,0 0 0 16,0 0 0-16,9-18 0 0,-9 18-144 0,0 0 144 0,-6-4 0 0,6 4 0 16,0 0 0-16,0 0 0 0,0 0 208 0,0 0 160 15,0 0 16-15,0 0 16 0,-8-5 144 0,8 5 32 16,0 0 0-16,0 0 0 0,-9-4-32 0,9 4 0 16,0 0 0-16,0 0 0 0,0 0-96 0,0 0 0 15,-9 1-16-15,9-1 0 0,-9 3 80 0,9-3 32 16,0 0 0-16,0 0 0 0,0 0 224 0,0 0 64 15,0 0 0-15,-8 4 0 0,8-4-352 0,0 0-64 16,0 0-16-16,0 0 0 0,0 0-256 0,0 0-144 16,0 0 160-16,0 0-160 0,0 0 224 0,0 0-48 0,0 0-16 0,0 0 0 15,0 0 240-15,-5 8 48 0,5-8 16 16,0 0 0-16,0 0 80 0,0 0 16 0,0 0 0 0,-3 10 0 16,3-10-128-16,0 0-32 0,0 0 0 0,0 0 0 15,0 0-176-15,0 0-32 0,0 0-16 0,0 0 0 16,0 0 32-16,0 0 16 0,0 0 0 0,0 0 0 15,0 0 128-15,0 0 32 0,5 8 0 0,-5-8 0 16,0 0 64-16,0 0 0 0,0 0 16 0,0 0 0 16,3 10 48-16,-3-10 0 0,0 0 0 0,0 0 0 15,0 0-48-15,0 0 0 0,0 0 0 0,0 0 0 16,0 0-64-16,0 0-16 0,0 0 0 0,0 0 0 16,0 0-16-16,0 0-16 0,0 0 0 0,0 0 0 15,0 0 0-15,0 0 0 0,0 0 0 0,0 0 0 16,0 0-64-16,0 0-16 0,0 0 0 0,0 0 0 0,-8-4-80 0,8 4 0 15,0 0-16-15,0 0 0 0,0 0 48 0,0 0 16 16,-9-2 0-16,9 2 0 0,0 0 0 0,0 0 0 16,0 0 0-16,0 0 0 0,0 0-48 0,0 0-16 15,-12-2 0-15,12 2 0 0,0 0-32 0,0 0 0 16,-9-2 0-16,9 2 0 0,0 0 16 0,-10 2 0 16,10-2 0-16,0 0 0 0,-8 0-16 0,8 0 0 15,0 0 0-15,-9 7 0 0,9-7-144 0,0 0 192 16,-8 4-192-16,8-4 192 0,0 0-16 0,-9 6 0 15,9-6 0-15,-8 7 0 0,8-7 32 0,-9 6 16 16,9-6 0-16,-9 7 0 0,9-7-48 0,-11 6-16 16,1 1 0-16,1-3 0 0,9-4-160 0,-9 5 160 0,-1-1-160 0,10-4 160 15,-7 5-160-15,7-5 0 0,-7 5 0 0,7-5 128 16,0 0-128-16,-6 7 0 0,6-7 144 0,0 0-144 16,0 0 0-16,-4 6 128 0,4-6-128 0,0 0 0 15,-3 10 0-15,3-10 128 0,0 0-128 0,-1 11 0 16,1-11 0-16,-2 11 0 0,2-11 0 0,-1 11 0 15,1-11 0-15,-1 11 0 0,1-11 0 0,0 13 128 16,-1-4-128-16,1-9 0 0,0 10 0 0,0-10 0 16,0 11 0-16,0-11 0 0,1 13 0 0,-1-13 128 15,1 9-128-15,-1-9 0 0,0 0 0 0,4 10 0 16,-4-10 0-16,5 11 0 0,-5-11 0 0,7 8 0 16,-7-8 0-16,8 8 0 0,-8-8 0 0,9 7 0 15,0 0 0-15,-9-7 144 0,9 5-144 0,-1 0 0 16,-8-5 176-16,9 6-176 0,0-1 160 0,-9-5-160 15,10 5 144-15,0-2-144 0,-10-3 128 0,11 2-128 0,0-1 0 0,-11-1 0 16,10 0 0-16,-1 2 0 0,-9-2 128 0,12 0-128 16,-12 0 0-16,10 0 128 0,-10 0-128 0,12 0 160 15,-12 0-160-15,0 0 160 0,0 0-32 0,11 0 0 16,-11 0 0-16,0 0 0 0,0 0 0 0,0 0-128 16,0 0 192-16,10 2-64 0,-10-2-128 0,0 0 0 15,9 4 0-15,-9-4 128 0,0 0-128 0,0 0 0 16,0 0 0-16,0 0 0 0,0 0 0 0,0 0-176 15,0 0 16-15,0 0 0 16,0 0-1872-16,0 0-368 0,0 0-80 0,0 0-11216 16,11-8-2256-16</inkml:trace>
  <inkml:trace contextRef="#ctx0" brushRef="#br0" timeOffset="986.68">19402 15953 9727 0,'0'0'432'0,"0"0"80"0,0 0-512 0,0 0 0 16,0 0 0-16,0 0 0 0,0 0 704 0,0 0 16 15,0 0 16-15,0 0 0 0,0 0-144 0,0 0-16 16,0 0-16-16,0 0 0 0,0 0 80 0,0 0 32 16,0 0 0-16,0 0 0 0,0 0-32 0,0 0-16 0,0 0 0 0,0 0 0 15,-8 6 144-15,8-6 16 0,0 0 16 0,0 0 0 16,-9 4 0-16,9-4 0 0,0 0 0 0,0 0 0 15,-9 3-32-15,9-3-16 0,0 0 0 0,0 0 0 16,0 0-176-16,-9 3-16 0,9-3-16 0,0 0 0 16,0 0-80-16,0 0-16 0,0 0 0 0,0 0 0 15,0 0 16-15,0 0 0 0,0 0 0 0,0 0 0 16,0 0-48-16,0 0-16 0,-8-6 0 0,8 6 0 16,0 0-48-16,0 0-16 0,0 0 0 0,0 0 0 15,-12-4 16-15,12 4 0 0,0 0 0 0,-10 0 0 16,10 0-16-16,0 0 0 0,-11 3 0 0,11-3 0 15,-10 5 80-15,10-5 16 0,-9 7 0 0,9-7 0 16,-9 9-32-16,9-9 0 0,-8 6 0 0,8-6 0 0,-9 7-80 0,1-1 0 16,8-6-16-16,-9 8 0 0,9-8 16 0,-8 9 16 15,0-2 0-15,8-7 0 0,-6 6-192 0,6-6-144 16,-7 8 192-16,7-8-192 0,0 0 144 0,-5 8-144 16,5-8 0-16,-5 9 144 0,5-9 32 0,-6 8 0 15,6-8 0-15,-5 10 0 0,5-10 16 0,-5 7 0 16,5-7 0-16,-5 9 0 0,5-9-16 0,-5 8 0 15,5-8 0-15,0 0 0 0,-4 9 0 0,4-9 0 16,-6 8 0-16,6-8 0 0,0 0-48 0,-5 9-128 16,5-9 192-16,-2 9-64 0,2-9-128 0,-4 11 128 15,0-1-128-15,4-10 128 0,0 0 0 0,-3 9-128 16,3-9 192-16,-4 9-64 0,4-9-128 0,-2 9 192 0,2-9-192 16,0 0 192-16,0 0-48 0,-2 11 0 0,2-11 0 0,0 10 0 15,0-10-144-15,0 0 192 0,3 9-192 0,-3-9 192 16,5 9-192-16,-5-9 128 0,5 8-128 0,-5-8 128 15,7 8-128-15,-7-8 0 0,8 8 0 0,0-3 128 16,-8-5-128-16,10 5 0 0,2 1 0 0,-2-3 0 16,-10-3 128-16,12 2-128 0,-2-2 128 0,1 1-128 15,-1-1 160-15,1 0-160 0,-1-1 192 0,2-1-192 16,-1 2 128-16,0-2-128 0,-11 2 0 0,13-1 0 16,-1-2 128-16,-2 0-128 0,-10 3 0 0,12-2 0 0,-12 2 128 0,12-4-128 15,-12 4 0-15,9-5 0 0,-9 5 0 0,6-7 0 16,-6 7 0-16,0 0 0 15,5-8-1040-15,-5 8-176 16,2-8-16-16,-2 8-16 0,0 0-1568 0,0 0-304 0,0 0-64 0</inkml:trace>
  <inkml:trace contextRef="#ctx0" brushRef="#br0" timeOffset="2009.07">19423 15969 2751 0,'0'0'128'0,"0"0"16"0,0 0-144 0,0 0 0 16,0 0 0-16,0 0 0 0,0 0 1952 0,0 0 352 15,0 0 80-15,0 0 16 0,0 0-1424 0,0 0-272 16,0 0-64-16,0 0-16 0,0 0 144 0,0 0 16 16,0 0 16-16,0 0 0 0,0-8 304 0,0 8 64 15,0 0 16-15,0 0 0 0,0 0-16 0,0 0 0 16,0 0 0-16,0 0 0 0,0 0-32 0,0 0-16 16,0 0 0-16,0 0 0 0,0 0-160 0,0 0-16 15,0 0-16-15,0 0 0 0,0 0-192 0,0 0-32 16,0 0-16-16,-2-8 0 0,2 8-192 0,0 0-48 15,0 0 0-15,0 0 0 0,0 0-96 0,-2-9-32 16,2 9 0-16,-4-7 0 0,4 7 0 0,0 0-16 0,0 0 0 0,0 0 0 16,0 0 64-16,0 0 16 0,0 0 0 0,0 0 0 15,-8-6-16-15,8 6 0 0,0 0 0 0,0 0 0 16,-12-2-96-16,3 2-16 0,9 0 0 0,-10 3 0 16,10-3-96-16,-11 5-32 0,2 0 0 0,0 1 0 15,9-6-128-15,-9 6 0 0,1 1 144 0,8-7-144 0,0 0 128 0,-9 8-128 16,0-2 160-16,9-6-160 0,-7 8 176 0,7-8-176 15,-7 6 192-15,7-6-192 0,0 0 224 0,-7 8-64 16,7-8-16-16,-8 8 0 0,8-8-144 0,-8 8 128 16,2-2-128-16,6-6 128 0,0 0-128 0,-8 7 0 15,8-7 0-15,-6 6 0 0,6-6 128 0,0 0-128 16,-7 7 0-16,7-7 128 0,0 0-128 0,0 0 192 16,-6 6-192-16,6-6 192 0,0 0-192 0,-6 8 192 15,6-8-192-15,0 0 192 0,-5 9-192 0,5-9 0 0,-4 7 144 0,4-7-144 16,-5 10 0-16,5-10 128 0,-4 9-128 0,4-9 0 15,0 0 0-15,-3 12 128 0,3-12-128 0,0 0 0 16,-1 12 0-16,1-12 128 0,0 10-128 0,0-10 0 16,0 11 0-16,0-11 128 0,0 0-128 0,0 12 0 15,1-2 0-15,-1-10 0 0,3 10 0 0,-3-10 128 16,0 0-128-16,4 11 0 0,-4-11 0 0,4 9 0 16,-4-9 0-16,5 8 0 15,-5-8 0-15,0 0 0 0,0 0 128 0,11 6-128 16,-11-6 128-16,10 4-128 0,-10-4 128 0,10 3-128 15,0-2 128-15,-10-1-128 0,11 3 0 0,-11-3 128 16,11 0-128-16,-11 0 0 0,13 0 0 0,-3 0 128 0,-10 0-128 0,11-2 0 16,-1 2 0-16,-10 0 144 0,10-1-144 0,2 0 0 15,-12 1 160-15,12 0-160 0,-12 0 128 0,12-2-128 16,-12 2 128-16,11-1-128 0,-11 1 128 0,0 0-128 0,0 0 160 16,12-1-160-16,-12 1 192 0,0 0-192 0,0 0 176 0,11-3-176 15,-11 3 160-15,0 0-160 0,0 0 0 0,0 0 0 16,0 0 0-16,0 0 0 0,0 0 0 0,0 0-288 15,0 0 32-15,7-5 16 16,-7 5-1584-16,0 0-320 0,6-8-64 0,-6 8-10416 16,2-8-2096-16</inkml:trace>
  <inkml:trace contextRef="#ctx0" brushRef="#br0" timeOffset="34915.18">14903 13486 9615 0,'21'4'192'0,"-8"-10"64"0,2 0 0 0,1 1 32 0,0 0-288 0,1 0 0 0,1 0 0 0,0 1 0 16,0-3 256-16,1 1-16 0,-2-1 0 0,-1-5 0 16,1 1 96-16,-1-2 32 0,1 0 0 0,3 0 0 15,-1-3 272-15,2 2 48 0,-3-2 16 0,3 3 0 16,0 0-128-16,0 1 0 0,-3 0-16 0,3 3 0 15,0 1-320-15,-2 3-64 0,0 0-16 0,-1 4 0 16,-1 2-160-16,1 3 128 0,-1 1-128 0,-1 3 128 16,-1 1-128-16,0-1 0 0,0 4 144 0,1-2-144 15,-2 3 272-15,2-3-16 0,0 2 0 0,-2 0 0 0,0 1 0 0,2-3 0 16,-2-3 0-16,2-1 0 0,2 0-16 0,0-2-16 16,2-4 0-16,1-3 0 0,0 0-32 0,3-1 0 15,1-1 0-15,1-3 0 0,0-2-192 0,2 0 176 16,-2-5-176-16,1 2 160 0,1 0-160 0,-1 1 0 15,-2 5 0-15,-2-3 128 0,-1 7-128 0,-1-3 0 16,-3 5 0-16,1 1 0 0,-2 1 0 0,-2 5 0 16,-2-4 0-16,0 3 0 0,0 1 0 0,2-1 0 15,0 0 0-15,1 0 0 0,0 0 0 0,2-1 0 16,1-1 0-16,4 0 128 0,1-3 16 0,2 0 0 16,2-3 0-16,1 2 0 0,-2-1-144 0,2 2 0 15,-1 0 0-15,1 3 128 0,0 0-128 0,-1-3 0 0,0 2 0 0,-1-1 0 16,0-1 0-16,0 0 0 0,-4-1 0 0,2 0 128 15,1 0-128-15,0 1 0 0,0-4 0 0,1 2 0 16,1 2 0-16,0 0 0 0,-1 0 0 0,1 3 0 16,1 1 0-16,0 1 0 0,-2-1 0 0,2 3 0 15,-2 2 0-15,0 1 0 0,1-3 0 0,-1 0 0 16,2 4 0-16,-2-3 0 0,-1-1 0 0,2-1 0 16,-1-2 0-16,2-2 0 0,2 1 0 0,2-2 0 15,0-1 0-15,1 1 0 0,0-1 0 0,1 0 128 16,2 0-128-16,-2 2 0 0,-2-1 0 0,-1-1 0 15,1 1 0-15,-2-1 0 0,-3 2 0 0,-1-1 0 16,0-1 0-16,1 0 0 0,-1 0 0 0,2 0 0 16,1 0 0-16,1 1 0 0,0 1 0 0,2-1 0 15,0-1 0-15,0 1 0 0,1-1 0 0,3 1 0 0,-2-1 0 0,0 3 0 16,-1-3 0-16,-1 0 0 0,-2-3 0 0,2 2 0 16,1 0 0-16,-2 0 128 0,-1-1-128 0,2 1 0 15,0 1 0-15,-1-1 0 0,-1-1 0 0,3 1 0 16,2-2 0-16,-1 2 0 0,0 0 0 0,0-2 128 15,0 1-128-15,1-1 0 0,-1-1 0 0,-1 0 128 16,0 2-128-16,-1 2 0 0,3-3 0 0,-2 2 0 16,-1 1 128-16,0 0-128 0,-2 1 0 0,1 2 160 15,-4 0-160-15,1 1 160 0,-3 2 48 0,0-2 16 16,2-1 0-16,-1 1 0 0,-2-1 48 0,1 0 16 16,-3-3 0-16,1 1 0 0,0-1 0 0,1 0 0 15,1-3 0-15,2 1 0 0,0-1-96 0,4 0-32 16,-1 0 0-16,0-1 0 0,1-2 0 0,0 2 0 0,1 1 0 15,1-1 0-15,-2-3-32 0,1 2 0 0,-2 1 0 0,-1 1 0 16,-3 2 160-16,1 1 32 0,-1 1 0 0,-1 2 0 16,0 1 32-16,0 1 16 0,0 0 0 0,1 2 0 15,0-1-112-15,-1 1-32 0,1-1 0 0,1 1 0 16,-1-1 0-16,-1 0 0 0,0-2 0 0,0-3 0 16,2 2 112-16,0-1 32 0,-1-2 0 0,-3 0 0 15,-3-2 32-15,1 0 16 0,-1 1 0 0,1 1 0 16,-1 0-48-16,0 0-16 0,1-1 0 0,0 1 0 15,2-3-112-15,1 3-32 0,-1-1 0 0,-1-1 0 16,-3 1-80-16,0 2-128 0,0 2 176 0,-4 0-176 16,0-1 0-16,-3 2 0 0,-4 3 0 0,-5 2-16224 15</inkml:trace>
  <inkml:trace contextRef="#ctx0" brushRef="#br0" timeOffset="36789.68">22326 17199 1839 0,'0'0'0'0,"0"0"160"0,0 0-160 0,0 0 0 0,-14-2 0 0,14 2 0 16,6-8 3184-16,2 1 592 0,0 2 128 0,4 1 32 15,1 0-3008-15,2 0-608 0,1-1-112 0,4-1-16 16,2-1 784-16,3 2 176 0,3 0 16 0,1-2 16 15,0-2 32-15,1 0 16 0,3 0 0 0,0 0 0 16,0-1-512-16,1 3-96 0,3 1-32 0,2 3 0 16,3-1-400-16,1 2-64 0,0 4-128 0,0 3 176 15,0 1-176-15,-2 5 0 0,-4-1 0 0,-1 1 0 16,-1-2 0-16,-1-1 0 0,-3-3 0 0,3 0 0 16,1-1 0-16,0 0 0 0,-1 0 0 0,1 0 128 15,5 0-128-15,0 0 0 0,2 1 0 0,-1-4 0 16,0 2 0-16,-1-1 0 0,-1-2 0 0,-2 0 0 15,-3-2 0-15,0 0 128 0,0 1-128 0,-1 1 0 0,1 0 0 0,2 1 0 16,-1 1 0-16,1 0 0 0,1 2 160 0,-2 1-160 16,0 1 192-16,-1 0-192 0,0 1 192 0,-3-2-64 15,1-1 0-15,-4 0-128 0,1 1 320 0,1-3-64 16,2-2 0-16,4-1 0 0,3-3-64 0,4-1-32 16,5-3 0-16,4-1 0 0,3 0-160 0,1 0 192 15,-1-4-192-15,-4-2 192 0,-6 1-192 0,0 1 0 16,-4 1 0-16,1 3 0 0,-2 3 0 0,1 2 128 15,-3 1-128-15,-2 3 0 0,-2 0 0 0,-1 4 0 16,-5 0 0-16,1 1 0 0,-3 3 0 0,-1 0 0 0,-3 0 0 16,0 1 0-16,-1-1 128 0,3-2-128 0,-1-1 128 0,4-1-128 15,5 0 208-15,2-4-32 0,3 0-16 0,5-2 0 16,5 0 32-16,3 0 16 0,2-2 0 0,1 0 0 16,-2 0-208-16,-1-1 0 0,-6 0 0 0,0 3 0 15,-1 0 0-15,0 4 128 0,-1 2-128 0,-3 3 0 16,-2-1 0-16,-1 3 0 0,1 2 0 0,-4-1 0 15,0 1 0-15,-2-2 0 0,2 1 0 0,-2-3 0 16,1-2 144-16,3 0-144 0,3-1 128 0,5-1-128 0,1-5 272 16,5 1-16-16,4 1-16 0,0-1 0 0,0 1-80 0,-2-2-16 15,-1 1 0-15,-2 0 0 0,-5-2-144 0,-1 3 0 16,-3 1 0-16,1 2 128 0,1 0-128 0,1 1 0 16,-2 1 0-16,3 0 0 0,3 0 320 0,-2-2 0 15,-2 1-16-15,-1-4 0 0,0 0 96 0,2 0 32 16,1-4 0-16,4 1 0 0,3-1-144 0,1 2-32 15,2-3 0-15,-1 1 0 0,1-2-112 0,-2 0-16 16,-3-1-128-16,1 1 192 0,-4-1-192 0,-1 2 0 16,1 0 0-16,-1 2 0 0,2 2 0 0,2 1 128 15,-1 0-128-15,0 1 0 0,-1-1 0 0,-3 0 0 16,-3 0 0-16,-1 3 0 0,-2-2 0 0,1 2 0 0,-1-1 0 0,1 2 0 16,0 0 128-16,0-1-128 0,-2 1 0 0,1 2 144 15,-1-2 16-15,-1 1 0 0,-4-1 0 0,-2 0 0 16,1-1 256-16,-3 1 48 0,-3-2 16 0,-3 2 0 15,0-4 64-15,-3 2 16 0,-2-1 0 0,-1 0 0 16,-2-1-176-16,-1 3-16 0,-2-3-16 0,-11 0 0 16,10 0-144-16,-10 0-16 0,0 0-16 0,0 0 0 31,0 0-816-31,0 0-144 0,-1 10-48 0</inkml:trace>
  <inkml:trace contextRef="#ctx0" brushRef="#br0" timeOffset="40703.43">15660 10220 12895 0,'-8'-6'576'0,"1"-1"112"0,-3 3-560 0,4 1-128 15,1 1 0-15,5 2 0 0,0 0 3168 0,0 0 608 16,0 0 112-16,0 0 16 0,0 0-3152 0,14 3-752 15,-2-2 0-15,2-2 0 0,1 1 128 0,3 0 0 16,3-1 0-16,1-3 0 0,4 1 176 0,3 0 16 16,3 0 16-16,3-1 0 0,3-2 112 0,4 1 32 15,1-3 0-15,3 3 0 0,-1-1-128 0,1-1-32 16,-3 1 0-16,0-1 0 0,0 2-176 0,4 1-144 16,1 1 192-16,0 3-192 0,0 0 0 0,1 3 0 0,-2 0 0 0,-2 0 0 15,0 1 0-15,-5 2 0 0,-3-5 0 0,-2 4 0 16,0 2 0-16,-1-1 0 0,-2 5 0 0,1-1 0 15,0-1 0-15,-1 0 0 0,1-1 0 0,2-3 0 16,1-1 0-16,8-5 160 0,2-4-160 0,7-6 192 16,0-3 352-16,7-6 80 0,3-2 16 0,6-3 0 15,4-3-320-15,-2-1-48 0,1 2-16 0,-5 2 0 16,-5 4-256-16,-3 4 0 0,-4 4 128 0,-7 3-128 16,-3 7 0-16,-4 3 0 0,-6 3 0 0,-2 4 0 15,-7 7 0-15,-3 0 0 0,-3 4-144 0,-2-1 144 16,-2 3 0-16,-1-1 0 0,1-1 0 0,4-2-128 15,0-3 256-15,6-2 48 0,4-5 16 0,4-2 0 16,4-1 192-16,5-5 32 0,3-2 16 0,3-1 0 16,2 0-160-16,1 0-16 0,2-2-16 0,-2 3 0 0,-3 2-240 0,-2 0 0 15,-2 4 0-15,-5 2 0 0,-2 2 0 0,-3 2 0 16,-1 2 0-16,-3 3 0 0,-2 6 0 0,-3-4 0 16,0 2 0-16,-2 1 0 0,-2 1 0 0,0-2 0 15,4-2 0-15,0 0 0 0,3-6 0 0,3-3 0 16,6-4 0-16,1-4 0 0,0-3 0 0,4-1 128 15,3-4-128-15,2 1 0 0,2-1 192 0,-1 1-64 16,1 1-128-16,-4 0 192 0,-5-1-192 0,0 2 0 16,-2 2 0-16,-5 3 0 0,-4 2 0 0,-2-3 0 15,-2 3 0-15,1 3 0 0,-3 1 224 0,0-1-48 16,-2 1-16-16,0 0 0 0,-1 0 96 0,0-2 32 16,0 0 0-16,0-2 0 0,-2 0-80 0,-1-2-16 0,1 0 0 0,-2 0 0 31,-1-4-896-31,0 1-176 0,-3 0-32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F8F5-CBA8-4926-844A-B4EC1895904A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CB0A-298F-446B-BA93-C8C2997B1AE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075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5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108F60-29A9-427E-B114-7A2E94B1AFA5}" type="slidenum">
              <a:rPr lang="en-US" altLang="en-US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8FFFE6-4041-49C0-958E-C49997EE35F6}" type="slidenum">
              <a:rPr lang="en-US" altLang="en-US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BC8248-04CB-4B84-9C5D-BB8933D6817C}" type="slidenum">
              <a:rPr lang="en-US" altLang="en-US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by parts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719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3F1C3C-6113-4BCF-93D2-25608D03FB30}" type="slidenum">
              <a:rPr lang="en-US" altLang="en-US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8BE9303-F4D6-4E0E-AC06-766C095DD0E4}" type="slidenum">
              <a:rPr lang="en-US" altLang="en-US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3A4D08-1B3B-4BC7-9C75-3DE34AEB4AC2}" type="slidenum">
              <a:rPr lang="en-US" altLang="en-US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A0719A-A841-46BF-BC3F-58C03D183D27}" type="slidenum">
              <a:rPr lang="en-US" altLang="en-US"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A0719A-A841-46BF-BC3F-58C03D183D27}" type="slidenum">
              <a:rPr lang="en-US" altLang="en-US"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A0719A-A841-46BF-BC3F-58C03D183D27}" type="slidenum">
              <a:rPr lang="en-US" altLang="en-US"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347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DD36E1-AFC3-410C-87EA-32CA09928A2B}" type="slidenum">
              <a:rPr lang="en-US" altLang="en-US"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3838FA-F914-4D86-8CB0-7DE78BCFA90C}" type="slidenum">
              <a:rPr lang="en-US" altLang="en-US"/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918057-68A4-4229-8A5E-D4A712FA6846}" type="slidenum">
              <a:rPr lang="en-US" altLang="en-US"/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918057-68A4-4229-8A5E-D4A712FA6846}" type="slidenum">
              <a:rPr lang="en-US" altLang="en-US"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502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918057-68A4-4229-8A5E-D4A712FA6846}" type="slidenum">
              <a:rPr lang="en-US" altLang="en-US"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314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650C74-3984-44EA-8C82-7348AA997860}" type="slidenum">
              <a:rPr lang="en-US" altLang="en-US"/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7EF7BF-3E2F-4B33-B98B-E74DADD7060A}" type="slidenum">
              <a:rPr lang="en-US" altLang="en-US"/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0CBCEC-2754-4581-B2E4-A2713B5E8BEE}" type="slidenum">
              <a:rPr lang="en-US" altLang="en-US"/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F7138E-5B0C-44F7-A94D-F2ED062DA009}" type="slidenum">
              <a:rPr lang="en-US" altLang="en-US"/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F7138E-5B0C-44F7-A94D-F2ED062DA009}" type="slidenum">
              <a:rPr lang="en-US" altLang="en-US"/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84FBD0-294A-445E-820B-7AC6158AC87C}" type="slidenum">
              <a:rPr lang="en-US" altLang="en-US"/>
              <a:t>47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B60C1E-1CA4-465F-8F07-E3B12B8BAAFB}" type="slidenum">
              <a:rPr lang="en-US" altLang="en-US"/>
              <a:t>48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88AC56-12FB-43D7-8313-1CCFDE0FBAE7}" type="slidenum">
              <a:rPr lang="en-US" altLang="en-US"/>
              <a:t>51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2D8736-EC73-4EE0-9F4E-204567738C2B}" type="slidenum">
              <a:rPr lang="en-US" altLang="en-US"/>
              <a:t>52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final-value theorem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2DE441-DD85-4031-9CBF-432ECC7C8621}" type="slidenum">
              <a:rPr lang="en-US" altLang="en-US"/>
              <a:t>62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D4897D8-0752-474F-90F8-A97A5D5A0361}" type="slidenum">
              <a:rPr lang="en-US" altLang="zh-CN" smtClean="0">
                <a:ea typeface="黑体" panose="02010609060101010101" pitchFamily="49" charset="-122"/>
              </a:r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30/11/2016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5A365F3-438F-41E8-8837-72A33FC54988}" type="slidenum">
              <a:rPr lang="en-US" altLang="zh-CN" smtClean="0">
                <a:ea typeface="黑体" panose="02010609060101010101" pitchFamily="49" charset="-122"/>
              </a:r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30/11/2016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4897D8-0752-474F-90F8-A97A5D5A0361}" type="slidenum">
              <a:rPr lang="en-US" altLang="zh-CN" smtClean="0">
                <a:ea typeface="黑体" panose="02010609060101010101" pitchFamily="49" charset="-122"/>
              </a:r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6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jpeg"/><Relationship Id="rId9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60.png"/><Relationship Id="rId7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91.png"/><Relationship Id="rId7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2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" Type="http://schemas.openxmlformats.org/officeDocument/2006/relationships/oleObject" Target="../embeddings/oleObject3.bin"/><Relationship Id="rId21" Type="http://schemas.openxmlformats.org/officeDocument/2006/relationships/image" Target="../media/image46.png"/><Relationship Id="rId7" Type="http://schemas.openxmlformats.org/officeDocument/2006/relationships/image" Target="../media/image38.png"/><Relationship Id="rId12" Type="http://schemas.openxmlformats.org/officeDocument/2006/relationships/customXml" Target="../ink/ink3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24" Type="http://schemas.openxmlformats.org/officeDocument/2006/relationships/customXml" Target="../ink/ink9.xml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19" Type="http://schemas.openxmlformats.org/officeDocument/2006/relationships/image" Target="../media/image45.png"/><Relationship Id="rId4" Type="http://schemas.openxmlformats.org/officeDocument/2006/relationships/image" Target="../media/image19.wmf"/><Relationship Id="rId9" Type="http://schemas.openxmlformats.org/officeDocument/2006/relationships/customXml" Target="../ink/ink2.xml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customXml" Target="../ink/ink13.xml"/><Relationship Id="rId18" Type="http://schemas.openxmlformats.org/officeDocument/2006/relationships/image" Target="../media/image58.png"/><Relationship Id="rId3" Type="http://schemas.openxmlformats.org/officeDocument/2006/relationships/oleObject" Target="../embeddings/oleObject10.bin"/><Relationship Id="rId21" Type="http://schemas.openxmlformats.org/officeDocument/2006/relationships/customXml" Target="../ink/ink17.xml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55.png"/><Relationship Id="rId17" Type="http://schemas.openxmlformats.org/officeDocument/2006/relationships/customXml" Target="../ink/ink15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7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customXml" Target="../ink/ink12.xml"/><Relationship Id="rId5" Type="http://schemas.openxmlformats.org/officeDocument/2006/relationships/oleObject" Target="../embeddings/oleObject11.bin"/><Relationship Id="rId15" Type="http://schemas.openxmlformats.org/officeDocument/2006/relationships/customXml" Target="../ink/ink14.xml"/><Relationship Id="rId10" Type="http://schemas.openxmlformats.org/officeDocument/2006/relationships/image" Target="../media/image54.png"/><Relationship Id="rId19" Type="http://schemas.openxmlformats.org/officeDocument/2006/relationships/customXml" Target="../ink/ink16.xml"/><Relationship Id="rId4" Type="http://schemas.openxmlformats.org/officeDocument/2006/relationships/image" Target="../media/image41.wmf"/><Relationship Id="rId9" Type="http://schemas.openxmlformats.org/officeDocument/2006/relationships/customXml" Target="../ink/ink11.xml"/><Relationship Id="rId14" Type="http://schemas.openxmlformats.org/officeDocument/2006/relationships/image" Target="../media/image56.png"/><Relationship Id="rId22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64.png"/><Relationship Id="rId7" Type="http://schemas.openxmlformats.org/officeDocument/2006/relationships/image" Target="../media/image6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customXml" Target="../ink/ink22.xml"/><Relationship Id="rId18" Type="http://schemas.openxmlformats.org/officeDocument/2006/relationships/image" Target="../media/image85.png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12" Type="http://schemas.openxmlformats.org/officeDocument/2006/relationships/image" Target="../media/image820.png"/><Relationship Id="rId17" Type="http://schemas.openxmlformats.org/officeDocument/2006/relationships/customXml" Target="../ink/ink24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customXml" Target="../ink/ink21.xml"/><Relationship Id="rId5" Type="http://schemas.openxmlformats.org/officeDocument/2006/relationships/image" Target="../media/image71.emf"/><Relationship Id="rId15" Type="http://schemas.openxmlformats.org/officeDocument/2006/relationships/customXml" Target="../ink/ink23.xml"/><Relationship Id="rId10" Type="http://schemas.openxmlformats.org/officeDocument/2006/relationships/image" Target="../media/image81.png"/><Relationship Id="rId4" Type="http://schemas.openxmlformats.org/officeDocument/2006/relationships/image" Target="../media/image70.emf"/><Relationship Id="rId9" Type="http://schemas.openxmlformats.org/officeDocument/2006/relationships/customXml" Target="../ink/ink20.xml"/><Relationship Id="rId14" Type="http://schemas.openxmlformats.org/officeDocument/2006/relationships/image" Target="../media/image8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76.png"/><Relationship Id="rId4" Type="http://schemas.openxmlformats.org/officeDocument/2006/relationships/image" Target="../media/image7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7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88.png"/><Relationship Id="rId4" Type="http://schemas.openxmlformats.org/officeDocument/2006/relationships/image" Target="../media/image80.wmf"/><Relationship Id="rId9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99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oleObject" Target="../embeddings/oleObject3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wmf"/><Relationship Id="rId11" Type="http://schemas.openxmlformats.org/officeDocument/2006/relationships/image" Target="../media/image98.wmf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94.wmf"/><Relationship Id="rId9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oleObject" Target="../embeddings/oleObject39.bin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21.png"/><Relationship Id="rId5" Type="http://schemas.openxmlformats.org/officeDocument/2006/relationships/image" Target="../media/image107.png"/><Relationship Id="rId10" Type="http://schemas.openxmlformats.org/officeDocument/2006/relationships/customXml" Target="../ink/ink26.xml"/><Relationship Id="rId4" Type="http://schemas.openxmlformats.org/officeDocument/2006/relationships/image" Target="../media/image106.wmf"/><Relationship Id="rId9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90.png"/><Relationship Id="rId3" Type="http://schemas.openxmlformats.org/officeDocument/2006/relationships/image" Target="../media/image111.png"/><Relationship Id="rId12" Type="http://schemas.openxmlformats.org/officeDocument/2006/relationships/image" Target="../media/image1080.png"/><Relationship Id="rId2" Type="http://schemas.openxmlformats.org/officeDocument/2006/relationships/image" Target="../media/image110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70.png"/><Relationship Id="rId5" Type="http://schemas.openxmlformats.org/officeDocument/2006/relationships/image" Target="../media/image113.png"/><Relationship Id="rId15" Type="http://schemas.openxmlformats.org/officeDocument/2006/relationships/image" Target="../media/image116.png"/><Relationship Id="rId10" Type="http://schemas.openxmlformats.org/officeDocument/2006/relationships/image" Target="../media/image114.png"/><Relationship Id="rId4" Type="http://schemas.openxmlformats.org/officeDocument/2006/relationships/image" Target="../media/image112.png"/><Relationship Id="rId9" Type="http://schemas.openxmlformats.org/officeDocument/2006/relationships/image" Target="../media/image1050.png"/><Relationship Id="rId14" Type="http://schemas.openxmlformats.org/officeDocument/2006/relationships/image" Target="../media/image115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4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0.png"/><Relationship Id="rId3" Type="http://schemas.openxmlformats.org/officeDocument/2006/relationships/image" Target="../media/image120.wmf"/><Relationship Id="rId7" Type="http://schemas.openxmlformats.org/officeDocument/2006/relationships/customXml" Target="../ink/ink28.xml"/><Relationship Id="rId12" Type="http://schemas.openxmlformats.org/officeDocument/2006/relationships/image" Target="../media/image1250.png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0.png"/><Relationship Id="rId11" Type="http://schemas.openxmlformats.org/officeDocument/2006/relationships/customXml" Target="../ink/ink30.xml"/><Relationship Id="rId10" Type="http://schemas.openxmlformats.org/officeDocument/2006/relationships/image" Target="../media/image1240.png"/><Relationship Id="rId4" Type="http://schemas.openxmlformats.org/officeDocument/2006/relationships/customXml" Target="../ink/ink27.xml"/><Relationship Id="rId9" Type="http://schemas.openxmlformats.org/officeDocument/2006/relationships/customXml" Target="../ink/ink2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7" Type="http://schemas.openxmlformats.org/officeDocument/2006/relationships/image" Target="../media/image123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4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4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oleObject" Target="../embeddings/oleObject48.bin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wmf"/><Relationship Id="rId11" Type="http://schemas.openxmlformats.org/officeDocument/2006/relationships/image" Target="../media/image134.png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133.png"/><Relationship Id="rId4" Type="http://schemas.openxmlformats.org/officeDocument/2006/relationships/image" Target="../media/image128.wmf"/><Relationship Id="rId9" Type="http://schemas.openxmlformats.org/officeDocument/2006/relationships/image" Target="../media/image1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0.png"/><Relationship Id="rId4" Type="http://schemas.openxmlformats.org/officeDocument/2006/relationships/image" Target="../media/image13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143.png"/><Relationship Id="rId5" Type="http://schemas.openxmlformats.org/officeDocument/2006/relationships/image" Target="../media/image139.wmf"/><Relationship Id="rId10" Type="http://schemas.openxmlformats.org/officeDocument/2006/relationships/image" Target="../media/image142.png"/><Relationship Id="rId4" Type="http://schemas.openxmlformats.org/officeDocument/2006/relationships/oleObject" Target="../embeddings/oleObject52.bin"/><Relationship Id="rId9" Type="http://schemas.openxmlformats.org/officeDocument/2006/relationships/image" Target="../media/image14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60.bin"/><Relationship Id="rId18" Type="http://schemas.openxmlformats.org/officeDocument/2006/relationships/customXml" Target="../ink/ink32.xml"/><Relationship Id="rId3" Type="http://schemas.openxmlformats.org/officeDocument/2006/relationships/oleObject" Target="../embeddings/oleObject55.bin"/><Relationship Id="rId21" Type="http://schemas.openxmlformats.org/officeDocument/2006/relationships/image" Target="../media/image162.png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149.wmf"/><Relationship Id="rId17" Type="http://schemas.openxmlformats.org/officeDocument/2006/relationships/image" Target="../media/image159.png"/><Relationship Id="rId25" Type="http://schemas.openxmlformats.org/officeDocument/2006/relationships/image" Target="../media/image164.png"/><Relationship Id="rId2" Type="http://schemas.openxmlformats.org/officeDocument/2006/relationships/notesSlide" Target="../notesSlides/notesSlide24.xml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59.bin"/><Relationship Id="rId24" Type="http://schemas.openxmlformats.org/officeDocument/2006/relationships/customXml" Target="../ink/ink35.xml"/><Relationship Id="rId5" Type="http://schemas.openxmlformats.org/officeDocument/2006/relationships/oleObject" Target="../embeddings/oleObject56.bin"/><Relationship Id="rId15" Type="http://schemas.openxmlformats.org/officeDocument/2006/relationships/customXml" Target="../ink/ink31.xml"/><Relationship Id="rId23" Type="http://schemas.openxmlformats.org/officeDocument/2006/relationships/image" Target="../media/image163.png"/><Relationship Id="rId10" Type="http://schemas.openxmlformats.org/officeDocument/2006/relationships/image" Target="../media/image148.wmf"/><Relationship Id="rId19" Type="http://schemas.openxmlformats.org/officeDocument/2006/relationships/image" Target="../media/image161.png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150.wmf"/><Relationship Id="rId22" Type="http://schemas.openxmlformats.org/officeDocument/2006/relationships/customXml" Target="../ink/ink3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2.png"/><Relationship Id="rId7" Type="http://schemas.openxmlformats.org/officeDocument/2006/relationships/image" Target="../media/image154.wmf"/><Relationship Id="rId12" Type="http://schemas.openxmlformats.org/officeDocument/2006/relationships/image" Target="../media/image157.wmf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64.bin"/><Relationship Id="rId5" Type="http://schemas.openxmlformats.org/officeDocument/2006/relationships/image" Target="../media/image153.wmf"/><Relationship Id="rId10" Type="http://schemas.openxmlformats.org/officeDocument/2006/relationships/image" Target="../media/image156.wmf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7" Type="http://schemas.openxmlformats.org/officeDocument/2006/relationships/image" Target="../media/image161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emf"/><Relationship Id="rId5" Type="http://schemas.openxmlformats.org/officeDocument/2006/relationships/image" Target="../media/image159.wmf"/><Relationship Id="rId4" Type="http://schemas.openxmlformats.org/officeDocument/2006/relationships/oleObject" Target="../embeddings/oleObject66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16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167.png"/><Relationship Id="rId7" Type="http://schemas.openxmlformats.org/officeDocument/2006/relationships/image" Target="../media/image169.wmf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171.wmf"/><Relationship Id="rId5" Type="http://schemas.openxmlformats.org/officeDocument/2006/relationships/image" Target="../media/image168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170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image" Target="../media/image173.emf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178.wmf"/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177.wmf"/><Relationship Id="rId4" Type="http://schemas.openxmlformats.org/officeDocument/2006/relationships/image" Target="../media/image174.png"/><Relationship Id="rId9" Type="http://schemas.openxmlformats.org/officeDocument/2006/relationships/oleObject" Target="../embeddings/oleObject77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oleObject" Target="../embeddings/oleObject79.bin"/><Relationship Id="rId7" Type="http://schemas.openxmlformats.org/officeDocument/2006/relationships/image" Target="../media/image182.wmf"/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181.emf"/><Relationship Id="rId4" Type="http://schemas.openxmlformats.org/officeDocument/2006/relationships/image" Target="../media/image180.wmf"/><Relationship Id="rId9" Type="http://schemas.openxmlformats.org/officeDocument/2006/relationships/image" Target="../media/image183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wmf"/><Relationship Id="rId4" Type="http://schemas.openxmlformats.org/officeDocument/2006/relationships/oleObject" Target="../embeddings/oleObject83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.wmf"/><Relationship Id="rId4" Type="http://schemas.openxmlformats.org/officeDocument/2006/relationships/oleObject" Target="../embeddings/oleObject84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oleObject" Target="../embeddings/oleObject85.bin"/><Relationship Id="rId7" Type="http://schemas.openxmlformats.org/officeDocument/2006/relationships/image" Target="../media/image193.em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188.emf"/><Relationship Id="rId4" Type="http://schemas.openxmlformats.org/officeDocument/2006/relationships/image" Target="../media/image191.wmf"/><Relationship Id="rId9" Type="http://schemas.openxmlformats.org/officeDocument/2006/relationships/image" Target="../media/image194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0.png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199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198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20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2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3" Type="http://schemas.openxmlformats.org/officeDocument/2006/relationships/image" Target="../media/image2050.png"/><Relationship Id="rId7" Type="http://schemas.openxmlformats.org/officeDocument/2006/relationships/image" Target="../media/image20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206.wmf"/><Relationship Id="rId4" Type="http://schemas.openxmlformats.org/officeDocument/2006/relationships/oleObject" Target="../embeddings/oleObject93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ECE 2001 Basic Circuit Theory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10</a:t>
            </a:r>
          </a:p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Laplace Transform and Its Application to Circuit Analysis</a:t>
            </a:r>
          </a:p>
        </p:txBody>
      </p:sp>
    </p:spTree>
    <p:extLst>
      <p:ext uri="{BB962C8B-B14F-4D97-AF65-F5344CB8AC3E}">
        <p14:creationId xmlns:p14="http://schemas.microsoft.com/office/powerpoint/2010/main" val="32235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CC4E-B609-2442-BC92-0B819ADF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2" y="9939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We know how to find the step response of a first-order RL circuit; the key is to solve a homogeneous 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2846-90FE-F94F-A796-C837001F5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61" y="1679713"/>
            <a:ext cx="10515600" cy="4626459"/>
          </a:xfrm>
        </p:spPr>
        <p:txBody>
          <a:bodyPr/>
          <a:lstStyle/>
          <a:p>
            <a:r>
              <a:rPr lang="en-US" dirty="0"/>
              <a:t>Given a DC source </a:t>
            </a:r>
            <a:r>
              <a:rPr lang="en-US" i="1" dirty="0"/>
              <a:t>v</a:t>
            </a:r>
            <a:r>
              <a:rPr lang="en-US" i="1" baseline="-25000" dirty="0"/>
              <a:t>s</a:t>
            </a:r>
            <a:r>
              <a:rPr lang="en-US" dirty="0"/>
              <a:t>(t) = </a:t>
            </a:r>
            <a:r>
              <a:rPr lang="en-US" i="1" dirty="0" err="1"/>
              <a:t>V</a:t>
            </a:r>
            <a:r>
              <a:rPr lang="en-US" i="1" baseline="-25000" dirty="0" err="1"/>
              <a:t>m</a:t>
            </a:r>
            <a:r>
              <a:rPr lang="en-US" dirty="0"/>
              <a:t>. Suppose we know that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i="1" dirty="0"/>
              <a:t>I</a:t>
            </a:r>
            <a:r>
              <a:rPr lang="en-US" baseline="-25000" dirty="0"/>
              <a:t>0 </a:t>
            </a:r>
            <a:r>
              <a:rPr lang="en-US" dirty="0"/>
              <a:t>when t &lt;0. Find the current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for </a:t>
            </a:r>
            <a:r>
              <a:rPr lang="en-US" i="1" dirty="0"/>
              <a:t>t</a:t>
            </a:r>
            <a:r>
              <a:rPr lang="en-US" dirty="0"/>
              <a:t> &gt; 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D914-9ADC-5F4E-962F-EB2E5C36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2" descr="AAAZIZJ0.jpg">
            <a:extLst>
              <a:ext uri="{FF2B5EF4-FFF2-40B4-BE49-F238E27FC236}">
                <a16:creationId xmlns:a16="http://schemas.microsoft.com/office/drawing/2014/main" id="{6C554D3E-7886-9D4F-99DC-4E0A57E9A0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3"/>
          <a:stretch/>
        </p:blipFill>
        <p:spPr bwMode="auto">
          <a:xfrm>
            <a:off x="1078006" y="2595619"/>
            <a:ext cx="5163770" cy="255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C8BFDCD-9F00-E34A-8CAC-C7DC14EEC5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171717"/>
              </p:ext>
            </p:extLst>
          </p:nvPr>
        </p:nvGraphicFramePr>
        <p:xfrm>
          <a:off x="7124042" y="3170924"/>
          <a:ext cx="3271061" cy="68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700" imgH="431800" progId="Equation.DSMT4">
                  <p:embed/>
                </p:oleObj>
              </mc:Choice>
              <mc:Fallback>
                <p:oleObj name="Equation" r:id="rId3" imgW="1536700" imgH="431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C8BFDCD-9F00-E34A-8CAC-C7DC14EEC5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042" y="3170924"/>
                        <a:ext cx="3271061" cy="689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5F8B485B-FFB0-D449-AA96-C520CB53A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625472"/>
              </p:ext>
            </p:extLst>
          </p:nvPr>
        </p:nvGraphicFramePr>
        <p:xfrm>
          <a:off x="9257138" y="4272087"/>
          <a:ext cx="952899" cy="69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48" imgH="393359" progId="Equation.DSMT4">
                  <p:embed/>
                </p:oleObj>
              </mc:Choice>
              <mc:Fallback>
                <p:oleObj name="Equation" r:id="rId5" imgW="406048" imgH="393359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5F8B485B-FFB0-D449-AA96-C520CB53AF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7138" y="4272087"/>
                        <a:ext cx="952899" cy="69224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497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19EBC7-304D-5A4D-A863-B4A7363F3E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68680" y="1631053"/>
            <a:ext cx="2775822" cy="594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48CC4E-B609-2442-BC92-0B819ADF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1" y="99392"/>
            <a:ext cx="10770705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However, if the source is given by a cosine function as seen from an AC circuit, the corresponding ODE is difficult to solve.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2846-90FE-F94F-A796-C837001F5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61" y="1679713"/>
            <a:ext cx="10515600" cy="4626459"/>
          </a:xfrm>
        </p:spPr>
        <p:txBody>
          <a:bodyPr/>
          <a:lstStyle/>
          <a:p>
            <a:r>
              <a:rPr lang="en-US" dirty="0"/>
              <a:t>Given an AC source                                     . Suppose we know that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altLang="zh-CN" i="1" dirty="0"/>
              <a:t>0</a:t>
            </a:r>
            <a:r>
              <a:rPr lang="en-US" baseline="-25000" dirty="0"/>
              <a:t> </a:t>
            </a:r>
            <a:r>
              <a:rPr lang="en-US" altLang="zh-CN" dirty="0"/>
              <a:t>when t &lt;0.</a:t>
            </a:r>
            <a:r>
              <a:rPr lang="en-US" dirty="0"/>
              <a:t> Find the current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for </a:t>
            </a:r>
            <a:r>
              <a:rPr lang="en-US" i="1" dirty="0"/>
              <a:t>t</a:t>
            </a:r>
            <a:r>
              <a:rPr lang="en-US" dirty="0"/>
              <a:t> &gt; 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D914-9ADC-5F4E-962F-EB2E5C36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2" descr="AAAZIZJ0.jpg">
            <a:extLst>
              <a:ext uri="{FF2B5EF4-FFF2-40B4-BE49-F238E27FC236}">
                <a16:creationId xmlns:a16="http://schemas.microsoft.com/office/drawing/2014/main" id="{6C554D3E-7886-9D4F-99DC-4E0A57E9A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3"/>
          <a:stretch/>
        </p:blipFill>
        <p:spPr bwMode="auto">
          <a:xfrm>
            <a:off x="938858" y="2506166"/>
            <a:ext cx="4080402" cy="201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965156-1751-FB4D-B684-8AD778FE52C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32012" y="2574676"/>
            <a:ext cx="3782980" cy="907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B56D51-5BD3-5048-AE76-358DEAB2ADE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/>
          <a:srcRect t="21154" r="381" b="4624"/>
          <a:stretch/>
        </p:blipFill>
        <p:spPr>
          <a:xfrm>
            <a:off x="1912487" y="5604703"/>
            <a:ext cx="8533541" cy="7709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005E00-CF95-7043-8E09-A4F31808D5E6}"/>
              </a:ext>
            </a:extLst>
          </p:cNvPr>
          <p:cNvSpPr txBox="1"/>
          <p:nvPr/>
        </p:nvSpPr>
        <p:spPr>
          <a:xfrm>
            <a:off x="6778486" y="3588026"/>
            <a:ext cx="5136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(When the right-hand side is not a constant, solving the ODE requires advanced mathematical efforts.)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96D132-2B82-E94C-92BC-5A0E2E7F2641}"/>
              </a:ext>
            </a:extLst>
          </p:cNvPr>
          <p:cNvSpPr txBox="1"/>
          <p:nvPr/>
        </p:nvSpPr>
        <p:spPr>
          <a:xfrm>
            <a:off x="1046919" y="4684644"/>
            <a:ext cx="1041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We didn’t discuss how to obtain the following solution that describes the transient state of the current:  </a:t>
            </a:r>
          </a:p>
        </p:txBody>
      </p:sp>
    </p:spTree>
    <p:extLst>
      <p:ext uri="{BB962C8B-B14F-4D97-AF65-F5344CB8AC3E}">
        <p14:creationId xmlns:p14="http://schemas.microsoft.com/office/powerpoint/2010/main" val="219890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19EBC7-304D-5A4D-A863-B4A7363F3E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68680" y="1631053"/>
            <a:ext cx="2775822" cy="594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48CC4E-B609-2442-BC92-0B819ADF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1" y="99392"/>
            <a:ext cx="1077070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We already learned how to find the </a:t>
            </a:r>
            <a:r>
              <a:rPr lang="en-US" sz="3600" dirty="0">
                <a:solidFill>
                  <a:srgbClr val="C00000"/>
                </a:solidFill>
              </a:rPr>
              <a:t>steady-state</a:t>
            </a:r>
            <a:r>
              <a:rPr lang="en-US" sz="3600" dirty="0"/>
              <a:t> solution using the phasor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2846-90FE-F94F-A796-C837001F5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61" y="1679713"/>
            <a:ext cx="10515600" cy="4626459"/>
          </a:xfrm>
        </p:spPr>
        <p:txBody>
          <a:bodyPr/>
          <a:lstStyle/>
          <a:p>
            <a:r>
              <a:rPr lang="en-US" dirty="0"/>
              <a:t>Given an AC source                                     . Suppose the circuit has been running for a long time. Find the current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D914-9ADC-5F4E-962F-EB2E5C36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17322B-1A94-BF4A-AA81-DDC49441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0" y="2525433"/>
            <a:ext cx="4051024" cy="20184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C8ACB3-DF2E-8148-A188-4687DFAE3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010" y="3554343"/>
            <a:ext cx="546100" cy="2794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504BA4-33B9-8D4F-873F-780CFC651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170" y="3574498"/>
            <a:ext cx="787400" cy="2921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9609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19EBC7-304D-5A4D-A863-B4A7363F3EE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68680" y="1366010"/>
            <a:ext cx="2775822" cy="594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48CC4E-B609-2442-BC92-0B819ADF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1" y="99392"/>
            <a:ext cx="1077070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Preview: </a:t>
            </a:r>
            <a:r>
              <a:rPr lang="en-US" sz="3600" dirty="0">
                <a:solidFill>
                  <a:srgbClr val="C00000"/>
                </a:solidFill>
              </a:rPr>
              <a:t>Laplace transform (LT)</a:t>
            </a:r>
            <a:r>
              <a:rPr lang="en-US" sz="3600" dirty="0"/>
              <a:t> can find the step response of AC source (including the transient state).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2846-90FE-F94F-A796-C837001F5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61" y="1414670"/>
            <a:ext cx="10515600" cy="4626459"/>
          </a:xfrm>
        </p:spPr>
        <p:txBody>
          <a:bodyPr/>
          <a:lstStyle/>
          <a:p>
            <a:r>
              <a:rPr lang="en-US" dirty="0"/>
              <a:t>Given an AC source                                     . Suppose we know that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altLang="zh-CN" dirty="0"/>
              <a:t>0 when t &lt;0</a:t>
            </a:r>
            <a:r>
              <a:rPr lang="en-US" dirty="0"/>
              <a:t>. Find the current </a:t>
            </a:r>
            <a:r>
              <a:rPr lang="en-US" i="1" dirty="0" err="1"/>
              <a:t>i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for </a:t>
            </a:r>
            <a:r>
              <a:rPr lang="en-US" i="1" dirty="0"/>
              <a:t>t</a:t>
            </a:r>
            <a:r>
              <a:rPr lang="en-US" dirty="0"/>
              <a:t> &gt; 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D914-9ADC-5F4E-962F-EB2E5C36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2" descr="AAAZIZJ0.jpg">
            <a:extLst>
              <a:ext uri="{FF2B5EF4-FFF2-40B4-BE49-F238E27FC236}">
                <a16:creationId xmlns:a16="http://schemas.microsoft.com/office/drawing/2014/main" id="{6C554D3E-7886-9D4F-99DC-4E0A57E9A0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3"/>
          <a:stretch/>
        </p:blipFill>
        <p:spPr bwMode="auto">
          <a:xfrm>
            <a:off x="938858" y="2241123"/>
            <a:ext cx="4080402" cy="201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965156-1751-FB4D-B684-8AD778FE52C7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195930" y="2517913"/>
            <a:ext cx="3485718" cy="836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B56D51-5BD3-5048-AE76-358DEAB2ADE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/>
          <a:srcRect t="21154" r="381" b="4624"/>
          <a:stretch/>
        </p:blipFill>
        <p:spPr>
          <a:xfrm>
            <a:off x="1607689" y="5697469"/>
            <a:ext cx="7947129" cy="71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72186-8C2D-6C46-AE63-975ABCD0C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324" y="3898624"/>
            <a:ext cx="43561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064129-AF5E-984F-ACD7-A36976801F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2288" y="4633845"/>
            <a:ext cx="3390900" cy="55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16458D-4FE5-6643-8807-917DE561FE2E}"/>
              </a:ext>
            </a:extLst>
          </p:cNvPr>
          <p:cNvSpPr txBox="1"/>
          <p:nvPr/>
        </p:nvSpPr>
        <p:spPr>
          <a:xfrm>
            <a:off x="5115339" y="2067339"/>
            <a:ext cx="6936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 preview of the method using Laplace transform (LT)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70D3A7-EDF6-FB41-B9BC-7EE76B2AB0A9}"/>
              </a:ext>
            </a:extLst>
          </p:cNvPr>
          <p:cNvSpPr txBox="1"/>
          <p:nvPr/>
        </p:nvSpPr>
        <p:spPr>
          <a:xfrm>
            <a:off x="5459895" y="2716696"/>
            <a:ext cx="1702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KVL yields: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DA4A2-6E4C-2D4B-B98D-CBBEB7F42329}"/>
              </a:ext>
            </a:extLst>
          </p:cNvPr>
          <p:cNvSpPr txBox="1"/>
          <p:nvPr/>
        </p:nvSpPr>
        <p:spPr>
          <a:xfrm>
            <a:off x="5440016" y="3372679"/>
            <a:ext cx="459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LT on both sides (easy to compute):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E1CD2-7D38-4940-BF8E-64E47ECB6C07}"/>
              </a:ext>
            </a:extLst>
          </p:cNvPr>
          <p:cNvSpPr txBox="1"/>
          <p:nvPr/>
        </p:nvSpPr>
        <p:spPr>
          <a:xfrm>
            <a:off x="5446642" y="4651513"/>
            <a:ext cx="1782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solves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718DD-A3D9-5D4A-B36E-C677D32A0BD1}"/>
              </a:ext>
            </a:extLst>
          </p:cNvPr>
          <p:cNvSpPr txBox="1"/>
          <p:nvPr/>
        </p:nvSpPr>
        <p:spPr>
          <a:xfrm>
            <a:off x="967409" y="5181600"/>
            <a:ext cx="6526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Finally, inverse LT (not-so-hard) gives the solution: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B61EFFA-99B9-001D-F39D-F591720EA9BA}"/>
                  </a:ext>
                </a:extLst>
              </p14:cNvPr>
              <p14:cNvContentPartPr/>
              <p14:nvPr/>
            </p14:nvContentPartPr>
            <p14:xfrm>
              <a:off x="6977822" y="2710572"/>
              <a:ext cx="11880" cy="1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B61EFFA-99B9-001D-F39D-F591720EA9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69182" y="2701572"/>
                <a:ext cx="29520" cy="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197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713" y="19284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Laplace transformation (LT) overview: Why we should study it?</a:t>
            </a:r>
            <a:endParaRPr lang="zh-CN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810461" cy="50414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dirty="0"/>
              <a:t>In short, in many scenarios, we need to understand the transient of a circuit, and the LT provides the tool.</a:t>
            </a:r>
          </a:p>
          <a:p>
            <a:pPr>
              <a:lnSpc>
                <a:spcPct val="100000"/>
              </a:lnSpc>
            </a:pPr>
            <a:endParaRPr lang="en-US" altLang="en-US" sz="2400" dirty="0"/>
          </a:p>
          <a:p>
            <a:pPr>
              <a:lnSpc>
                <a:spcPct val="100000"/>
              </a:lnSpc>
            </a:pPr>
            <a:endParaRPr lang="en-US" altLang="en-US" dirty="0"/>
          </a:p>
          <a:p>
            <a:pPr>
              <a:lnSpc>
                <a:spcPct val="100000"/>
              </a:lnSpc>
            </a:pPr>
            <a:endParaRPr lang="en-US" altLang="en-US" sz="2400" dirty="0"/>
          </a:p>
          <a:p>
            <a:pPr>
              <a:lnSpc>
                <a:spcPct val="100000"/>
              </a:lnSpc>
            </a:pPr>
            <a:endParaRPr lang="en-US" altLang="en-US" dirty="0"/>
          </a:p>
          <a:p>
            <a:pPr>
              <a:lnSpc>
                <a:spcPct val="100000"/>
              </a:lnSpc>
            </a:pPr>
            <a:endParaRPr lang="en-US" altLang="en-US" sz="2400" dirty="0"/>
          </a:p>
          <a:p>
            <a:pPr>
              <a:lnSpc>
                <a:spcPct val="100000"/>
              </a:lnSpc>
            </a:pPr>
            <a:endParaRPr lang="en-US" altLang="en-US" dirty="0"/>
          </a:p>
          <a:p>
            <a:pPr>
              <a:lnSpc>
                <a:spcPct val="100000"/>
              </a:lnSpc>
            </a:pPr>
            <a:r>
              <a:rPr lang="en-US" altLang="en-US" sz="2400" dirty="0"/>
              <a:t>In technical terms, LT can help solve ODEs, handle initial conditions, and simplify the algebra involving differentials and integrals, etc. </a:t>
            </a:r>
            <a:r>
              <a:rPr lang="en-US" altLang="en-US" sz="2400" dirty="0">
                <a:sym typeface="Wingdings" pitchFamily="2" charset="2"/>
              </a:rPr>
              <a:t> </a:t>
            </a:r>
            <a:r>
              <a:rPr lang="en-US" altLang="en-US" dirty="0">
                <a:sym typeface="Wingdings" pitchFamily="2" charset="2"/>
              </a:rPr>
              <a:t>Broad</a:t>
            </a:r>
            <a:r>
              <a:rPr lang="en-US" altLang="en-US" sz="2400" dirty="0">
                <a:sym typeface="Wingdings" pitchFamily="2" charset="2"/>
              </a:rPr>
              <a:t> applications in industry</a:t>
            </a:r>
            <a:endParaRPr lang="en-US" altLang="en-US" sz="2400" dirty="0"/>
          </a:p>
          <a:p>
            <a:pPr lvl="1">
              <a:lnSpc>
                <a:spcPct val="100000"/>
              </a:lnSpc>
            </a:pPr>
            <a:endParaRPr lang="en-US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50332-5AED-5B4E-A7AF-8BE20AF3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959" y="2749409"/>
            <a:ext cx="3014041" cy="2095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64284-0DF6-8549-B07F-F84C687858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 r="-4432"/>
          <a:stretch/>
        </p:blipFill>
        <p:spPr>
          <a:xfrm>
            <a:off x="7862681" y="2749409"/>
            <a:ext cx="4137991" cy="1475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C6BA03-FA02-9B49-B555-9F29927C5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622" y="2978106"/>
            <a:ext cx="2895299" cy="1918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5A5D60-8B57-CB45-BC6E-CF16F674D610}"/>
              </a:ext>
            </a:extLst>
          </p:cNvPr>
          <p:cNvSpPr txBox="1"/>
          <p:nvPr/>
        </p:nvSpPr>
        <p:spPr>
          <a:xfrm>
            <a:off x="7938053" y="4293704"/>
            <a:ext cx="3803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(Flipping a switch may cause a so-called voltage surge. We can understand it via LT.)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8257"/>
          </a:xfrm>
        </p:spPr>
        <p:txBody>
          <a:bodyPr>
            <a:normAutofit/>
          </a:bodyPr>
          <a:lstStyle/>
          <a:p>
            <a:r>
              <a:rPr lang="en-US" altLang="en-US" dirty="0"/>
              <a:t>Part I. Introduction to LT</a:t>
            </a:r>
          </a:p>
          <a:p>
            <a:pPr lvl="1"/>
            <a:r>
              <a:rPr lang="en-US" altLang="en-US" sz="2400" dirty="0"/>
              <a:t>Basics of the LT</a:t>
            </a:r>
          </a:p>
          <a:p>
            <a:pPr lvl="1"/>
            <a:r>
              <a:rPr lang="en-US" altLang="en-US" sz="2400" dirty="0"/>
              <a:t>Technique 1: Functional transforms (compute LT via its definition)</a:t>
            </a:r>
          </a:p>
          <a:p>
            <a:pPr lvl="1"/>
            <a:r>
              <a:rPr lang="en-US" altLang="en-US" sz="2400" dirty="0"/>
              <a:t>Technique 2: Operational transforms (compute LT via its property)</a:t>
            </a:r>
          </a:p>
          <a:p>
            <a:pPr lvl="1"/>
            <a:r>
              <a:rPr lang="en-US" altLang="en-US" sz="2400" dirty="0"/>
              <a:t>Inverse transform</a:t>
            </a:r>
          </a:p>
          <a:p>
            <a:pPr lvl="1"/>
            <a:r>
              <a:rPr lang="en-US" altLang="en-US" sz="2400" dirty="0"/>
              <a:t>* Initial- and Final-value theorems</a:t>
            </a:r>
          </a:p>
          <a:p>
            <a:r>
              <a:rPr lang="en-US" altLang="en-US" dirty="0"/>
              <a:t>Part II. Apply LT to circuit analysis</a:t>
            </a:r>
          </a:p>
          <a:p>
            <a:pPr lvl="1"/>
            <a:r>
              <a:rPr lang="en-US" altLang="en-US" sz="2400" dirty="0"/>
              <a:t>Application to solving ODEs</a:t>
            </a:r>
          </a:p>
          <a:p>
            <a:pPr lvl="1"/>
            <a:r>
              <a:rPr lang="en-US" altLang="en-US" sz="2400" dirty="0"/>
              <a:t>Circuit elements in the </a:t>
            </a:r>
            <a:r>
              <a:rPr lang="en-US" altLang="en-US" sz="2400" i="1" dirty="0"/>
              <a:t>s</a:t>
            </a:r>
            <a:r>
              <a:rPr lang="en-US" altLang="en-US" sz="2400" dirty="0"/>
              <a:t>-Domain and the analysis</a:t>
            </a:r>
          </a:p>
          <a:p>
            <a:pPr lvl="1"/>
            <a:r>
              <a:rPr lang="en-US" altLang="en-US" sz="2400" dirty="0"/>
              <a:t>The transfer function and the concept of impulse response</a:t>
            </a:r>
          </a:p>
          <a:p>
            <a:pPr lvl="1"/>
            <a:endParaRPr lang="en-US" altLang="en-US" sz="2400" dirty="0"/>
          </a:p>
          <a:p>
            <a:pPr marL="457200" lvl="1" indent="0">
              <a:buNone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38199" y="98279"/>
            <a:ext cx="10515600" cy="1325563"/>
          </a:xfrm>
        </p:spPr>
        <p:txBody>
          <a:bodyPr/>
          <a:lstStyle/>
          <a:p>
            <a:r>
              <a:rPr lang="en-US" altLang="en-US" dirty="0"/>
              <a:t>The basics: definition of 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9660"/>
                <a:ext cx="10515600" cy="5107279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GB" altLang="en-US" sz="2400" dirty="0"/>
                  <a:t>The Laplace transform is an integral transformation of a function </a:t>
                </a:r>
                <a:r>
                  <a:rPr lang="en-GB" altLang="en-US" sz="2400" i="1" dirty="0"/>
                  <a:t>f</a:t>
                </a:r>
                <a:r>
                  <a:rPr lang="en-GB" altLang="en-US" sz="2400" dirty="0"/>
                  <a:t>(</a:t>
                </a:r>
                <a:r>
                  <a:rPr lang="en-GB" altLang="en-US" sz="2400" i="1" dirty="0"/>
                  <a:t>t</a:t>
                </a:r>
                <a:r>
                  <a:rPr lang="en-GB" altLang="en-US" sz="2400" dirty="0"/>
                  <a:t>) from the time domain into the complex frequency domain, giving </a:t>
                </a:r>
                <a:r>
                  <a:rPr lang="en-GB" altLang="en-US" sz="2400" i="1" dirty="0"/>
                  <a:t>F</a:t>
                </a:r>
                <a:r>
                  <a:rPr lang="en-GB" altLang="en-US" sz="2400" dirty="0"/>
                  <a:t>(</a:t>
                </a:r>
                <a:r>
                  <a:rPr lang="en-GB" altLang="en-US" sz="2400" i="1" dirty="0"/>
                  <a:t>s</a:t>
                </a:r>
                <a:r>
                  <a:rPr lang="en-GB" altLang="en-US" sz="2400" dirty="0"/>
                  <a:t>). </a:t>
                </a:r>
              </a:p>
              <a:p>
                <a:pPr algn="just">
                  <a:buFontTx/>
                  <a:buNone/>
                </a:pPr>
                <a:endParaRPr lang="en-US" altLang="en-US" sz="2400" dirty="0"/>
              </a:p>
              <a:p>
                <a:pPr algn="just">
                  <a:buFontTx/>
                  <a:buNone/>
                </a:pPr>
                <a:endParaRPr lang="en-US" altLang="en-US" sz="2400" dirty="0"/>
              </a:p>
              <a:p>
                <a:pPr marL="0" indent="0" algn="just">
                  <a:buNone/>
                </a:pPr>
                <a:r>
                  <a:rPr lang="en-US" altLang="en-US" sz="2400" dirty="0"/>
                  <a:t>           where </a:t>
                </a:r>
                <a:r>
                  <a:rPr lang="en-US" altLang="en-US" sz="2400" i="1" dirty="0"/>
                  <a:t>s</a:t>
                </a:r>
                <a:r>
                  <a:rPr lang="en-US" altLang="en-US" sz="2400" dirty="0"/>
                  <a:t> is a complex variable given by:</a:t>
                </a:r>
              </a:p>
              <a:p>
                <a:pPr algn="just"/>
                <a:endParaRPr lang="en-US" altLang="en-US" sz="2400" dirty="0"/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en-US" sz="2400" dirty="0"/>
                  <a:t>The variable </a:t>
                </a:r>
                <a:r>
                  <a:rPr lang="en-US" altLang="en-US" sz="2400" i="1" dirty="0"/>
                  <a:t>s</a:t>
                </a:r>
                <a:r>
                  <a:rPr lang="en-US" altLang="en-US" sz="2400" dirty="0"/>
                  <a:t> has the dimensions of frequency; </a:t>
                </a:r>
                <a:r>
                  <a:rPr lang="en-US" altLang="en-US" sz="2400" i="1" dirty="0"/>
                  <a:t>F</a:t>
                </a:r>
                <a:r>
                  <a:rPr lang="en-US" altLang="en-US" sz="2400" dirty="0"/>
                  <a:t>(</a:t>
                </a:r>
                <a:r>
                  <a:rPr lang="en-US" altLang="en-US" sz="2400" i="1" dirty="0"/>
                  <a:t>s</a:t>
                </a:r>
                <a:r>
                  <a:rPr lang="en-US" altLang="en-US" sz="2400" dirty="0"/>
                  <a:t>) is a function of the complex variable </a:t>
                </a:r>
                <a:r>
                  <a:rPr lang="en-US" altLang="en-US" sz="2400" i="1" dirty="0"/>
                  <a:t>s</a:t>
                </a:r>
                <a:r>
                  <a:rPr lang="en-US" altLang="en-US" sz="2400" dirty="0"/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en-US" sz="2400" dirty="0"/>
                  <a:t>The lower limit is denoted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en-US" sz="2400" dirty="0"/>
                  <a:t> to include any discontinuities present at </a:t>
                </a:r>
                <a:r>
                  <a:rPr lang="en-US" altLang="en-US" sz="2400" i="1" dirty="0"/>
                  <a:t>t </a:t>
                </a:r>
                <a:r>
                  <a:rPr lang="en-US" altLang="en-US" sz="2400" dirty="0"/>
                  <a:t>= 0.  What happened prior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en-US" sz="2400" dirty="0"/>
                  <a:t> is accounted for by the initial conditions </a:t>
                </a:r>
                <a:r>
                  <a:rPr lang="en-GB" altLang="en-US" sz="2400" dirty="0"/>
                  <a:t>(one sided Laplace transform).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altLang="en-US" sz="2000" i="1" u="sng" dirty="0">
                    <a:solidFill>
                      <a:schemeClr val="accent5"/>
                    </a:solidFill>
                  </a:rPr>
                  <a:t>To ensure this, a function is often multiplied by the unit step function u(t).</a:t>
                </a:r>
                <a:endParaRPr lang="en-US" altLang="en-US" sz="2000" i="1" u="sng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2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9660"/>
                <a:ext cx="10515600" cy="5107279"/>
              </a:xfrm>
              <a:blipFill>
                <a:blip r:embed="rId3"/>
                <a:stretch>
                  <a:fillRect l="-844" t="-1485" r="-844" b="-3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024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679427"/>
              </p:ext>
            </p:extLst>
          </p:nvPr>
        </p:nvGraphicFramePr>
        <p:xfrm>
          <a:off x="4270008" y="2071415"/>
          <a:ext cx="3651983" cy="889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200" imgH="482600" progId="Equation.DSMT4">
                  <p:embed/>
                </p:oleObj>
              </mc:Choice>
              <mc:Fallback>
                <p:oleObj name="Equation" r:id="rId4" imgW="1981200" imgH="482600" progId="Equation.DSMT4">
                  <p:embed/>
                  <p:pic>
                    <p:nvPicPr>
                      <p:cNvPr id="1024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008" y="2071415"/>
                        <a:ext cx="3651983" cy="889446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129490"/>
              </p:ext>
            </p:extLst>
          </p:nvPr>
        </p:nvGraphicFramePr>
        <p:xfrm>
          <a:off x="5272880" y="3460383"/>
          <a:ext cx="16462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190500" progId="Equation.DSMT4">
                  <p:embed/>
                </p:oleObj>
              </mc:Choice>
              <mc:Fallback>
                <p:oleObj name="Equation" r:id="rId6" imgW="685800" imgH="190500" progId="Equation.DSMT4">
                  <p:embed/>
                  <p:pic>
                    <p:nvPicPr>
                      <p:cNvPr id="102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880" y="3460383"/>
                        <a:ext cx="1646238" cy="457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1864"/>
          </a:xfrm>
        </p:spPr>
        <p:txBody>
          <a:bodyPr>
            <a:noAutofit/>
          </a:bodyPr>
          <a:lstStyle/>
          <a:p>
            <a:r>
              <a:rPr lang="en-GB" dirty="0"/>
              <a:t>Not every function has a corresponding Laplace transform function</a:t>
            </a:r>
            <a:r>
              <a:rPr lang="en-US" dirty="0"/>
              <a:t>.</a:t>
            </a:r>
            <a:endParaRPr lang="en-GB" dirty="0"/>
          </a:p>
          <a:p>
            <a:r>
              <a:rPr lang="en-GB" dirty="0"/>
              <a:t>For </a:t>
            </a:r>
            <a:r>
              <a:rPr lang="en-GB" i="1" dirty="0"/>
              <a:t>f 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 to have a Laplace transform, the integral must converge to a finite value.</a:t>
            </a:r>
          </a:p>
          <a:p>
            <a:r>
              <a:rPr lang="en-GB" dirty="0"/>
              <a:t>The integral converges when</a:t>
            </a:r>
          </a:p>
          <a:p>
            <a:endParaRPr lang="en-GB" sz="54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 Existence of Laplace Transform</a:t>
            </a:r>
            <a:endParaRPr lang="en-GB" dirty="0"/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1666023" y="3042370"/>
          <a:ext cx="6480615" cy="929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500" imgH="482600" progId="Equation.DSMT4">
                  <p:embed/>
                </p:oleObj>
              </mc:Choice>
              <mc:Fallback>
                <p:oleObj name="Equation" r:id="rId2" imgW="3365500" imgH="48260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023" y="3042370"/>
                        <a:ext cx="6480615" cy="9296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46638" y="3262169"/>
            <a:ext cx="3838328" cy="2914759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38200" y="3944069"/>
                <a:ext cx="757816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altLang="zh-CN" sz="2400" dirty="0"/>
                  <a:t>for some  real value </a:t>
                </a:r>
                <a:r>
                  <a:rPr lang="el-GR" altLang="zh-CN" sz="2400" dirty="0"/>
                  <a:t>σ</a:t>
                </a:r>
                <a:r>
                  <a:rPr lang="en-US" altLang="zh-CN" sz="2400" dirty="0"/>
                  <a:t> &gt; </a:t>
                </a:r>
                <a:r>
                  <a:rPr lang="el-GR" altLang="zh-CN" sz="2400" dirty="0"/>
                  <a:t>σ</a:t>
                </a:r>
                <a:r>
                  <a:rPr lang="en-US" altLang="zh-CN" sz="2400" baseline="-25000" dirty="0"/>
                  <a:t>c</a:t>
                </a:r>
                <a:r>
                  <a:rPr lang="en-US" altLang="zh-CN" sz="2400" dirty="0"/>
                  <a:t>. </a:t>
                </a:r>
              </a:p>
              <a:p>
                <a:pPr algn="just"/>
                <a:r>
                  <a:rPr lang="en-GB" altLang="zh-CN" sz="2400" dirty="0"/>
                  <a:t>The </a:t>
                </a:r>
                <a:r>
                  <a:rPr lang="en-GB" altLang="zh-CN" sz="2400" b="1" u="sng" dirty="0"/>
                  <a:t>region of convergence</a:t>
                </a:r>
                <a:r>
                  <a:rPr lang="en-GB" altLang="zh-CN" sz="2400" dirty="0"/>
                  <a:t> for the Laplace transform is </a:t>
                </a:r>
                <a:br>
                  <a:rPr lang="en-GB" altLang="zh-CN" sz="2400" dirty="0"/>
                </a:br>
                <a:r>
                  <a:rPr lang="en-GB" altLang="zh-CN" sz="2400" dirty="0"/>
                  <a:t>Re(</a:t>
                </a:r>
                <a:r>
                  <a:rPr lang="en-GB" altLang="zh-CN" sz="2400" i="1" dirty="0"/>
                  <a:t>s</a:t>
                </a:r>
                <a:r>
                  <a:rPr lang="en-GB" altLang="zh-CN" sz="2400" dirty="0"/>
                  <a:t>) = </a:t>
                </a:r>
                <a:r>
                  <a:rPr lang="en-GB" altLang="zh-CN" sz="2400" dirty="0">
                    <a:latin typeface="Symbol" panose="05050102010706020507" pitchFamily="18" charset="2"/>
                  </a:rPr>
                  <a:t>s</a:t>
                </a:r>
                <a:r>
                  <a:rPr lang="en-GB" altLang="zh-CN" sz="2400" dirty="0"/>
                  <a:t> &gt; </a:t>
                </a:r>
                <a:r>
                  <a:rPr lang="en-GB" altLang="zh-CN" sz="2400" dirty="0">
                    <a:latin typeface="Symbol" panose="05050102010706020507" pitchFamily="18" charset="2"/>
                  </a:rPr>
                  <a:t>s</a:t>
                </a:r>
                <a:r>
                  <a:rPr lang="en-GB" altLang="zh-CN" sz="2400" i="1" baseline="-25000" dirty="0"/>
                  <a:t>c</a:t>
                </a:r>
                <a:r>
                  <a:rPr lang="en-GB" altLang="zh-CN" sz="2400" i="1" dirty="0"/>
                  <a:t>. </a:t>
                </a:r>
                <a:r>
                  <a:rPr lang="en-GB" altLang="zh-CN" sz="2400" dirty="0"/>
                  <a:t>In this region,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 </m:t>
                    </m:r>
                  </m:oMath>
                </a14:m>
                <a:r>
                  <a:rPr lang="en-GB" altLang="zh-CN" sz="24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zh-CN" sz="2400" i="1" dirty="0"/>
                  <a:t> </a:t>
                </a:r>
                <a:r>
                  <a:rPr lang="en-GB" altLang="zh-CN" sz="2400" dirty="0"/>
                  <a:t>exists.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44069"/>
                <a:ext cx="7578162" cy="1200329"/>
              </a:xfrm>
              <a:prstGeom prst="rect">
                <a:avLst/>
              </a:prstGeom>
              <a:blipFill rotWithShape="1">
                <a:blip r:embed="rId6"/>
                <a:stretch>
                  <a:fillRect l="-1287" t="-4061" r="-1207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838200" y="5166237"/>
            <a:ext cx="75781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altLang="zh-CN" sz="2400" dirty="0">
                <a:solidFill>
                  <a:srgbClr val="FF0000"/>
                </a:solidFill>
              </a:rPr>
              <a:t>Fortunately, primary interest in circuit analysis satisfy the above convergence criterion and have Laplace transforms. Therefore, it is not necessary to specify the range in what follows (in this class).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 Inverse 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3528"/>
                <a:ext cx="10072816" cy="4593124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altLang="en-US" dirty="0"/>
                  <a:t>The complementary function is the inverse Laplace transform</a:t>
                </a:r>
              </a:p>
              <a:p>
                <a:pPr algn="just"/>
                <a:endParaRPr lang="en-US" altLang="en-US" sz="4800" dirty="0"/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altLang="zh-CN" dirty="0"/>
                  <a:t>The integration of inverse Laplace transform is performed along a straight line: (</a:t>
                </a:r>
                <a:r>
                  <a:rPr lang="el-GR" altLang="zh-CN" dirty="0"/>
                  <a:t>σ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+j</a:t>
                </a:r>
                <a:r>
                  <a:rPr lang="el-GR" altLang="zh-CN" dirty="0"/>
                  <a:t>ω</a:t>
                </a:r>
                <a:r>
                  <a:rPr lang="en-US" altLang="zh-CN" dirty="0"/>
                  <a:t>, -∞&lt;</a:t>
                </a:r>
                <a:r>
                  <a:rPr lang="el-GR" altLang="zh-CN" dirty="0"/>
                  <a:t> ω</a:t>
                </a:r>
                <a:r>
                  <a:rPr lang="en-US" altLang="zh-CN" dirty="0"/>
                  <a:t> &lt; ∞), </a:t>
                </a:r>
                <a:r>
                  <a:rPr lang="en-GB" altLang="zh-CN" dirty="0"/>
                  <a:t>in the region of convergence (</a:t>
                </a:r>
                <a:r>
                  <a:rPr lang="el-GR" altLang="zh-CN" dirty="0"/>
                  <a:t>σ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&gt;</a:t>
                </a:r>
                <a:r>
                  <a:rPr lang="el-GR" altLang="zh-CN" dirty="0"/>
                  <a:t> σ</a:t>
                </a:r>
                <a:r>
                  <a:rPr lang="en-US" altLang="zh-CN" baseline="-25000" dirty="0"/>
                  <a:t>c</a:t>
                </a:r>
                <a:r>
                  <a:rPr lang="en-US" altLang="zh-CN" dirty="0"/>
                  <a:t>), which could be hard.</a:t>
                </a:r>
                <a:endParaRPr lang="en-GB" altLang="zh-CN" dirty="0"/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altLang="zh-CN" dirty="0"/>
                  <a:t>For this reason, we will not use inverse Laplace integration to find the inverse Laplace transform. We will rather use a </a:t>
                </a:r>
                <a:r>
                  <a:rPr lang="en-GB" altLang="zh-CN" dirty="0">
                    <a:solidFill>
                      <a:srgbClr val="FF0000"/>
                    </a:solidFill>
                  </a:rPr>
                  <a:t>look-up table</a:t>
                </a:r>
                <a:r>
                  <a:rPr lang="en-GB" altLang="zh-CN" dirty="0"/>
                  <a:t>.</a:t>
                </a:r>
              </a:p>
              <a:p>
                <a:pPr algn="just"/>
                <a:r>
                  <a:rPr lang="en-GB" altLang="zh-CN" dirty="0"/>
                  <a:t>The functions </a:t>
                </a:r>
                <a:r>
                  <a:rPr lang="en-GB" altLang="zh-CN" i="1" dirty="0"/>
                  <a:t>f </a:t>
                </a:r>
                <a:r>
                  <a:rPr lang="en-GB" altLang="zh-CN" dirty="0"/>
                  <a:t>(</a:t>
                </a:r>
                <a:r>
                  <a:rPr lang="en-GB" altLang="zh-CN" i="1" dirty="0"/>
                  <a:t>t</a:t>
                </a:r>
                <a:r>
                  <a:rPr lang="en-GB" altLang="zh-CN" dirty="0"/>
                  <a:t>) and </a:t>
                </a:r>
                <a:r>
                  <a:rPr lang="en-GB" altLang="zh-CN" i="1" dirty="0"/>
                  <a:t>F</a:t>
                </a:r>
                <a:r>
                  <a:rPr lang="en-GB" altLang="zh-CN" dirty="0"/>
                  <a:t>(</a:t>
                </a:r>
                <a:r>
                  <a:rPr lang="en-GB" altLang="zh-CN" i="1" dirty="0"/>
                  <a:t>s</a:t>
                </a:r>
                <a:r>
                  <a:rPr lang="en-GB" altLang="zh-CN" dirty="0"/>
                  <a:t>) are regarded as a Laplace transform pair where </a:t>
                </a:r>
              </a:p>
              <a:p>
                <a:pPr marL="0" indent="0" algn="ctr">
                  <a:buNone/>
                </a:pPr>
                <a:r>
                  <a:rPr lang="en-GB" altLang="zh-CN" i="1" dirty="0"/>
                  <a:t>f </a:t>
                </a:r>
                <a:r>
                  <a:rPr lang="en-GB" altLang="zh-CN" dirty="0"/>
                  <a:t>(</a:t>
                </a:r>
                <a:r>
                  <a:rPr lang="en-GB" altLang="zh-CN" i="1" dirty="0"/>
                  <a:t>t</a:t>
                </a:r>
                <a:r>
                  <a:rPr lang="en-GB" altLang="zh-CN" dirty="0"/>
                  <a:t>) </a:t>
                </a:r>
                <a14:m>
                  <m:oMath xmlns:m="http://schemas.openxmlformats.org/officeDocument/2006/math">
                    <m:r>
                      <a:rPr lang="en-GB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GB" altLang="zh-CN" dirty="0"/>
                  <a:t> </a:t>
                </a:r>
                <a:r>
                  <a:rPr lang="en-GB" altLang="zh-CN" i="1" dirty="0"/>
                  <a:t>F</a:t>
                </a:r>
                <a:r>
                  <a:rPr lang="en-GB" altLang="zh-CN" dirty="0"/>
                  <a:t>(</a:t>
                </a:r>
                <a:r>
                  <a:rPr lang="en-GB" altLang="zh-CN" i="1" dirty="0"/>
                  <a:t>s</a:t>
                </a:r>
                <a:r>
                  <a:rPr lang="en-GB" altLang="zh-CN" dirty="0"/>
                  <a:t>) </a:t>
                </a:r>
              </a:p>
              <a:p>
                <a:pPr marL="0" indent="0">
                  <a:buNone/>
                </a:pPr>
                <a:r>
                  <a:rPr lang="en-GB" altLang="zh-CN" dirty="0"/>
                  <a:t>    meaning there is a one-to-one correspondence between the two.</a:t>
                </a:r>
              </a:p>
            </p:txBody>
          </p:sp>
        </mc:Choice>
        <mc:Fallback xmlns="">
          <p:sp>
            <p:nvSpPr>
              <p:cNvPr id="1229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3528"/>
                <a:ext cx="10072816" cy="4593124"/>
              </a:xfrm>
              <a:blipFill>
                <a:blip r:embed="rId3"/>
                <a:stretch>
                  <a:fillRect l="-882" t="-2479" r="-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229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704496"/>
              </p:ext>
            </p:extLst>
          </p:nvPr>
        </p:nvGraphicFramePr>
        <p:xfrm>
          <a:off x="3643987" y="1928604"/>
          <a:ext cx="4756880" cy="94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900" imgH="495300" progId="Equation.DSMT4">
                  <p:embed/>
                </p:oleObj>
              </mc:Choice>
              <mc:Fallback>
                <p:oleObj name="Equation" r:id="rId4" imgW="2501900" imgH="495300" progId="Equation.DSMT4">
                  <p:embed/>
                  <p:pic>
                    <p:nvPicPr>
                      <p:cNvPr id="1229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987" y="1928604"/>
                        <a:ext cx="4756880" cy="94166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Laplace Transform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8" name="Picture 2" descr="Image result for laplace transformation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565" y="1690688"/>
            <a:ext cx="8592353" cy="466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24947" y="145774"/>
            <a:ext cx="10515600" cy="1325563"/>
          </a:xfrm>
        </p:spPr>
        <p:txBody>
          <a:bodyPr/>
          <a:lstStyle/>
          <a:p>
            <a:r>
              <a:rPr lang="en-US" dirty="0"/>
              <a:t>Technique 1: compute LT via its definition,</a:t>
            </a:r>
            <a:br>
              <a:rPr lang="en-US" dirty="0"/>
            </a:br>
            <a:r>
              <a:rPr lang="en-US" dirty="0"/>
              <a:t>the unit step function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Laplace transform of each of the following functions: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(a) step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 rotWithShape="1">
                <a:blip r:embed="rId3"/>
                <a:stretch>
                  <a:fillRect l="-928" t="-1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/>
          <a:srcRect r="66875"/>
          <a:stretch>
            <a:fillRect/>
          </a:stretch>
        </p:blipFill>
        <p:spPr>
          <a:xfrm>
            <a:off x="1029039" y="3513965"/>
            <a:ext cx="3186023" cy="2752691"/>
          </a:xfrm>
          <a:prstGeom prst="rect">
            <a:avLst/>
          </a:prstGeom>
        </p:spPr>
      </p:pic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4405900" y="2449902"/>
          <a:ext cx="4151368" cy="101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81200" imgH="482600" progId="Equation.DSMT4">
                  <p:embed/>
                </p:oleObj>
              </mc:Choice>
              <mc:Fallback>
                <p:oleObj name="Equation" r:id="rId5" imgW="1981200" imgH="482600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900" y="2449902"/>
                        <a:ext cx="4151368" cy="101107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5900" y="3933825"/>
            <a:ext cx="4204700" cy="9426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067" y="5055903"/>
            <a:ext cx="3154303" cy="1029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 for the impulse function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Laplace transform of each of the following functions: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(b)  Delta function  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 rotWithShape="1">
                <a:blip r:embed="rId3"/>
                <a:stretch>
                  <a:fillRect l="-928" t="-1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390419" y="4889434"/>
          <a:ext cx="4802501" cy="111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482600" progId="Equation.DSMT4">
                  <p:embed/>
                </p:oleObj>
              </mc:Choice>
              <mc:Fallback>
                <p:oleObj name="Equation" r:id="rId4" imgW="2070100" imgH="4826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0419" y="4889434"/>
                        <a:ext cx="4802501" cy="11169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print"/>
          <a:srcRect l="69225"/>
          <a:stretch>
            <a:fillRect/>
          </a:stretch>
        </p:blipFill>
        <p:spPr>
          <a:xfrm>
            <a:off x="1057989" y="3498648"/>
            <a:ext cx="2668622" cy="2481733"/>
          </a:xfrm>
          <a:prstGeom prst="rect">
            <a:avLst/>
          </a:prstGeom>
        </p:spPr>
      </p:pic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4405900" y="2449902"/>
          <a:ext cx="4151368" cy="101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81200" imgH="482600" progId="Equation.DSMT4">
                  <p:embed/>
                </p:oleObj>
              </mc:Choice>
              <mc:Fallback>
                <p:oleObj name="Equation" r:id="rId7" imgW="1981200" imgH="482600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900" y="2449902"/>
                        <a:ext cx="4151368" cy="101107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0419" y="3563871"/>
            <a:ext cx="3845196" cy="1222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 for the exponential function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Laplace transform of each of the following functions: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(c)</a:t>
                </a:r>
                <a:r>
                  <a:rPr lang="en-GB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 rotWithShape="1">
                <a:blip r:embed="rId3"/>
                <a:stretch>
                  <a:fillRect l="-928" t="-1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/>
          <a:srcRect l="29881" r="29964"/>
          <a:stretch>
            <a:fillRect/>
          </a:stretch>
        </p:blipFill>
        <p:spPr>
          <a:xfrm>
            <a:off x="838200" y="3662299"/>
            <a:ext cx="2973316" cy="2119137"/>
          </a:xfrm>
          <a:prstGeom prst="rect">
            <a:avLst/>
          </a:prstGeom>
        </p:spPr>
      </p:pic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4405900" y="2449902"/>
          <a:ext cx="4151368" cy="101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81200" imgH="482600" progId="Equation.DSMT4">
                  <p:embed/>
                </p:oleObj>
              </mc:Choice>
              <mc:Fallback>
                <p:oleObj name="Equation" r:id="rId5" imgW="1981200" imgH="482600" progId="Equation.DSMT4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900" y="2449902"/>
                        <a:ext cx="4151368" cy="101107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8125" y="3886766"/>
            <a:ext cx="5354667" cy="10657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8260" y="4952542"/>
            <a:ext cx="4401899" cy="977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 txBox="1"/>
          <p:nvPr/>
        </p:nvSpPr>
        <p:spPr>
          <a:xfrm>
            <a:off x="838200" y="1690688"/>
            <a:ext cx="10515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Laplace transform of each of the following functions: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(d) 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)= </a:t>
            </a:r>
            <a:r>
              <a:rPr lang="en-US" altLang="zh-CN" i="1" dirty="0"/>
              <a:t>u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)sin</a:t>
            </a:r>
            <a:r>
              <a:rPr lang="el-GR" altLang="zh-CN" dirty="0"/>
              <a:t>ω</a:t>
            </a:r>
            <a:r>
              <a:rPr lang="en-US" altLang="zh-CN" i="1" dirty="0"/>
              <a:t>t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 for sine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0" y="3630728"/>
            <a:ext cx="3403480" cy="1920535"/>
          </a:xfrm>
          <a:prstGeom prst="rect">
            <a:avLst/>
          </a:prstGeom>
        </p:spPr>
      </p:pic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4405900" y="2449902"/>
          <a:ext cx="4151368" cy="101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482600" progId="Equation.DSMT4">
                  <p:embed/>
                </p:oleObj>
              </mc:Choice>
              <mc:Fallback>
                <p:oleObj name="Equation" r:id="rId3" imgW="1981200" imgH="482600" progId="Equation.DSMT4">
                  <p:embed/>
                  <p:pic>
                    <p:nvPicPr>
                      <p:cNvPr id="1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900" y="2449902"/>
                        <a:ext cx="4151368" cy="101107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461" y="3544706"/>
            <a:ext cx="6657975" cy="1028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522563"/>
            <a:ext cx="6667500" cy="1028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405" y="5478358"/>
            <a:ext cx="4292810" cy="1018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 txBox="1"/>
          <p:nvPr/>
        </p:nvSpPr>
        <p:spPr>
          <a:xfrm>
            <a:off x="838200" y="1690688"/>
            <a:ext cx="10515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Laplace transform of each of the following functions: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(e)  </a:t>
            </a:r>
            <a:r>
              <a:rPr lang="en-US" altLang="zh-CN" dirty="0"/>
              <a:t>Ramp function</a:t>
            </a:r>
            <a:r>
              <a:rPr lang="en-US" altLang="zh-CN" i="1" dirty="0"/>
              <a:t> </a:t>
            </a:r>
            <a:r>
              <a:rPr lang="en-US" altLang="zh-CN" i="1" dirty="0" err="1"/>
              <a:t>tu</a:t>
            </a:r>
            <a:r>
              <a:rPr lang="en-US" altLang="zh-CN" i="1" dirty="0"/>
              <a:t>(t)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dirty="0"/>
              <a:t>LT for the ramp function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4405900" y="2449902"/>
          <a:ext cx="4151368" cy="101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482600" progId="Equation.DSMT4">
                  <p:embed/>
                </p:oleObj>
              </mc:Choice>
              <mc:Fallback>
                <p:oleObj name="Equation" r:id="rId3" imgW="1981200" imgH="482600" progId="Equation.DSMT4">
                  <p:embed/>
                  <p:pic>
                    <p:nvPicPr>
                      <p:cNvPr id="1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900" y="2449902"/>
                        <a:ext cx="4151368" cy="101107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4" y="3460974"/>
            <a:ext cx="3527075" cy="28516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516" y="3840249"/>
            <a:ext cx="2394010" cy="8778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5900" y="3765283"/>
            <a:ext cx="3133587" cy="10277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4259" y="5203797"/>
            <a:ext cx="2914650" cy="111442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4D9930F-09F2-3C1F-FCC4-CE6677E8E4A4}"/>
              </a:ext>
            </a:extLst>
          </p:cNvPr>
          <p:cNvGrpSpPr/>
          <p:nvPr/>
        </p:nvGrpSpPr>
        <p:grpSpPr>
          <a:xfrm>
            <a:off x="4200422" y="3814109"/>
            <a:ext cx="55800" cy="69480"/>
            <a:chOff x="4200422" y="3814109"/>
            <a:chExt cx="55800" cy="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6AB547-097F-E410-850A-98B05451C98F}"/>
                    </a:ext>
                  </a:extLst>
                </p14:cNvPr>
                <p14:cNvContentPartPr/>
                <p14:nvPr/>
              </p14:nvContentPartPr>
              <p14:xfrm>
                <a:off x="4200422" y="3870629"/>
                <a:ext cx="4320" cy="12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6AB547-097F-E410-850A-98B05451C9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91782" y="3861989"/>
                  <a:ext cx="21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DA899E-8163-3279-A0B1-910FE724D54B}"/>
                    </a:ext>
                  </a:extLst>
                </p14:cNvPr>
                <p14:cNvContentPartPr/>
                <p14:nvPr/>
              </p14:nvContentPartPr>
              <p14:xfrm>
                <a:off x="4223822" y="3814109"/>
                <a:ext cx="7560" cy="32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DA899E-8163-3279-A0B1-910FE724D54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14822" y="3805469"/>
                  <a:ext cx="25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7875C60-C7C8-7439-B433-435559F45FF8}"/>
                    </a:ext>
                  </a:extLst>
                </p14:cNvPr>
                <p14:cNvContentPartPr/>
                <p14:nvPr/>
              </p14:nvContentPartPr>
              <p14:xfrm>
                <a:off x="4228142" y="3824909"/>
                <a:ext cx="28080" cy="20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7875C60-C7C8-7439-B433-435559F45F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19502" y="3815909"/>
                  <a:ext cx="4572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D17ECD-006B-83C1-A5E1-6708EA611E11}"/>
              </a:ext>
            </a:extLst>
          </p:cNvPr>
          <p:cNvGrpSpPr/>
          <p:nvPr/>
        </p:nvGrpSpPr>
        <p:grpSpPr>
          <a:xfrm>
            <a:off x="7725182" y="3883589"/>
            <a:ext cx="39960" cy="14400"/>
            <a:chOff x="7725182" y="3883589"/>
            <a:chExt cx="39960" cy="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BD182E-F6CC-BC94-9BAE-9ADA7BEE9671}"/>
                    </a:ext>
                  </a:extLst>
                </p14:cNvPr>
                <p14:cNvContentPartPr/>
                <p14:nvPr/>
              </p14:nvContentPartPr>
              <p14:xfrm>
                <a:off x="7725182" y="3883589"/>
                <a:ext cx="15480" cy="14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BD182E-F6CC-BC94-9BAE-9ADA7BEE96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16182" y="3874949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A2F962-8755-A2AF-F779-0DBAA73DD9E4}"/>
                    </a:ext>
                  </a:extLst>
                </p14:cNvPr>
                <p14:cNvContentPartPr/>
                <p14:nvPr/>
              </p14:nvContentPartPr>
              <p14:xfrm>
                <a:off x="7741022" y="3883949"/>
                <a:ext cx="24120" cy="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A2F962-8755-A2AF-F779-0DBAA73DD9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32382" y="3875309"/>
                  <a:ext cx="4176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4A20D3-7E03-6FA8-8ADB-DFA89AEDC2E2}"/>
              </a:ext>
            </a:extLst>
          </p:cNvPr>
          <p:cNvGrpSpPr/>
          <p:nvPr/>
        </p:nvGrpSpPr>
        <p:grpSpPr>
          <a:xfrm>
            <a:off x="7691342" y="3938669"/>
            <a:ext cx="76680" cy="31320"/>
            <a:chOff x="7691342" y="3938669"/>
            <a:chExt cx="76680" cy="3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C559CE-8F68-3AD7-8D30-A9E383B07A81}"/>
                    </a:ext>
                  </a:extLst>
                </p14:cNvPr>
                <p14:cNvContentPartPr/>
                <p14:nvPr/>
              </p14:nvContentPartPr>
              <p14:xfrm>
                <a:off x="7714742" y="3944429"/>
                <a:ext cx="1080" cy="8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C559CE-8F68-3AD7-8D30-A9E383B07A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05742" y="3935429"/>
                  <a:ext cx="18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AEAD8A-AFBD-8B15-E1EC-942FF2ECF14E}"/>
                    </a:ext>
                  </a:extLst>
                </p14:cNvPr>
                <p14:cNvContentPartPr/>
                <p14:nvPr/>
              </p14:nvContentPartPr>
              <p14:xfrm>
                <a:off x="7691342" y="3962069"/>
                <a:ext cx="1980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AEAD8A-AFBD-8B15-E1EC-942FF2ECF1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82702" y="3953069"/>
                  <a:ext cx="37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768C59-260D-F666-723C-71311AFDF591}"/>
                    </a:ext>
                  </a:extLst>
                </p14:cNvPr>
                <p14:cNvContentPartPr/>
                <p14:nvPr/>
              </p14:nvContentPartPr>
              <p14:xfrm>
                <a:off x="7717982" y="3953789"/>
                <a:ext cx="1908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768C59-260D-F666-723C-71311AFDF5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08982" y="3944789"/>
                  <a:ext cx="36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821217-70FD-B9AC-AD5D-C2498ACE6D17}"/>
                    </a:ext>
                  </a:extLst>
                </p14:cNvPr>
                <p14:cNvContentPartPr/>
                <p14:nvPr/>
              </p14:nvContentPartPr>
              <p14:xfrm>
                <a:off x="7743902" y="3938669"/>
                <a:ext cx="24120" cy="1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821217-70FD-B9AC-AD5D-C2498ACE6D1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5262" y="3930029"/>
                  <a:ext cx="41760" cy="30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85755-298A-204E-961F-2304BCAF5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234" y="20179"/>
            <a:ext cx="7910662" cy="68378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C83CA-E35E-E244-831D-3726AA2C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713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04461" y="0"/>
            <a:ext cx="10515600" cy="1126435"/>
          </a:xfrm>
        </p:spPr>
        <p:txBody>
          <a:bodyPr/>
          <a:lstStyle/>
          <a:p>
            <a:r>
              <a:rPr lang="en-US" altLang="en-US" dirty="0"/>
              <a:t>Technique 2: compute LT via its properties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rgbClr val="C00000"/>
                </a:solidFill>
              </a:rPr>
              <a:t>Linearity:</a:t>
            </a:r>
            <a:r>
              <a:rPr lang="en-US" altLang="en-US" dirty="0"/>
              <a:t> If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(s)</a:t>
            </a:r>
            <a:r>
              <a:rPr lang="en-US" altLang="en-US" dirty="0"/>
              <a:t> and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(s)</a:t>
            </a:r>
            <a:r>
              <a:rPr lang="en-US" altLang="en-US" dirty="0"/>
              <a:t> are the transforms of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(t)</a:t>
            </a:r>
            <a:r>
              <a:rPr lang="en-US" altLang="en-US" dirty="0"/>
              <a:t> and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(t)</a:t>
            </a:r>
            <a:r>
              <a:rPr lang="en-US" altLang="en-US" dirty="0"/>
              <a:t> respectively, then:</a:t>
            </a:r>
          </a:p>
          <a:p>
            <a:endParaRPr lang="en-US" altLang="en-US" sz="4000" i="1" dirty="0"/>
          </a:p>
          <a:p>
            <a:r>
              <a:rPr lang="en-US" altLang="en-US" dirty="0"/>
              <a:t>Scaling: If </a:t>
            </a:r>
            <a:r>
              <a:rPr lang="en-US" altLang="en-US" i="1" dirty="0"/>
              <a:t>F(s)</a:t>
            </a:r>
            <a:r>
              <a:rPr lang="en-US" altLang="en-US" dirty="0"/>
              <a:t> is the transform of </a:t>
            </a:r>
            <a:r>
              <a:rPr lang="en-US" altLang="en-US" i="1" dirty="0"/>
              <a:t>f(t)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>
                <a:solidFill>
                  <a:srgbClr val="C00000"/>
                </a:solidFill>
              </a:rPr>
              <a:t>Time shifting: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43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24505"/>
              </p:ext>
            </p:extLst>
          </p:nvPr>
        </p:nvGraphicFramePr>
        <p:xfrm>
          <a:off x="3690729" y="2337422"/>
          <a:ext cx="5210001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300" imgH="279400" progId="Equation.DSMT4">
                  <p:embed/>
                </p:oleObj>
              </mc:Choice>
              <mc:Fallback>
                <p:oleObj name="Equation" r:id="rId3" imgW="2527300" imgH="279400" progId="Equation.DSMT4">
                  <p:embed/>
                  <p:pic>
                    <p:nvPicPr>
                      <p:cNvPr id="143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729" y="2337422"/>
                        <a:ext cx="5210001" cy="576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606536"/>
              </p:ext>
            </p:extLst>
          </p:nvPr>
        </p:nvGraphicFramePr>
        <p:xfrm>
          <a:off x="2852945" y="3454605"/>
          <a:ext cx="7965000" cy="977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7000" imgH="482600" progId="Equation.DSMT4">
                  <p:embed/>
                </p:oleObj>
              </mc:Choice>
              <mc:Fallback>
                <p:oleObj name="Equation" r:id="rId5" imgW="3937000" imgH="482600" progId="Equation.DSMT4">
                  <p:embed/>
                  <p:pic>
                    <p:nvPicPr>
                      <p:cNvPr id="143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945" y="3454605"/>
                        <a:ext cx="7965000" cy="9778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542676"/>
              </p:ext>
            </p:extLst>
          </p:nvPr>
        </p:nvGraphicFramePr>
        <p:xfrm>
          <a:off x="2972214" y="4520234"/>
          <a:ext cx="7965000" cy="1899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51300" imgH="965200" progId="Equation.DSMT4">
                  <p:embed/>
                </p:oleObj>
              </mc:Choice>
              <mc:Fallback>
                <p:oleObj name="Equation" r:id="rId7" imgW="4051300" imgH="965200" progId="Equation.DSMT4">
                  <p:embed/>
                  <p:pic>
                    <p:nvPicPr>
                      <p:cNvPr id="143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214" y="4520234"/>
                        <a:ext cx="7965000" cy="1899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B2C720-F17F-6648-931B-12DCEE86063F}"/>
              </a:ext>
            </a:extLst>
          </p:cNvPr>
          <p:cNvSpPr/>
          <p:nvPr/>
        </p:nvSpPr>
        <p:spPr>
          <a:xfrm>
            <a:off x="3564834" y="2305879"/>
            <a:ext cx="5499652" cy="649356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E57B15-5D1C-6143-9C82-3FD91899DE41}"/>
              </a:ext>
            </a:extLst>
          </p:cNvPr>
          <p:cNvSpPr/>
          <p:nvPr/>
        </p:nvSpPr>
        <p:spPr>
          <a:xfrm>
            <a:off x="2908851" y="4684644"/>
            <a:ext cx="2657062" cy="649356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BAEE9-36D3-DA47-94FF-06813B1B9D24}"/>
              </a:ext>
            </a:extLst>
          </p:cNvPr>
          <p:cNvSpPr/>
          <p:nvPr/>
        </p:nvSpPr>
        <p:spPr>
          <a:xfrm>
            <a:off x="7540486" y="5698435"/>
            <a:ext cx="1345095" cy="530087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6B4AB-A133-4946-A357-15DB8368898B}"/>
              </a:ext>
            </a:extLst>
          </p:cNvPr>
          <p:cNvSpPr txBox="1"/>
          <p:nvPr/>
        </p:nvSpPr>
        <p:spPr>
          <a:xfrm>
            <a:off x="291547" y="1073426"/>
            <a:ext cx="11702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(Properties highlighted in red and boxed in green are required. Other properties are optional. 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74B8ED-47B6-6C40-5760-E4D3DD845DD1}"/>
              </a:ext>
            </a:extLst>
          </p:cNvPr>
          <p:cNvGrpSpPr/>
          <p:nvPr/>
        </p:nvGrpSpPr>
        <p:grpSpPr>
          <a:xfrm>
            <a:off x="1030982" y="3352589"/>
            <a:ext cx="154440" cy="188280"/>
            <a:chOff x="1030982" y="3352589"/>
            <a:chExt cx="15444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23E1B1-58D5-A521-6632-79CF0E2219ED}"/>
                    </a:ext>
                  </a:extLst>
                </p14:cNvPr>
                <p14:cNvContentPartPr/>
                <p14:nvPr/>
              </p14:nvContentPartPr>
              <p14:xfrm>
                <a:off x="1030982" y="3357629"/>
                <a:ext cx="43920" cy="183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23E1B1-58D5-A521-6632-79CF0E2219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1982" y="3348989"/>
                  <a:ext cx="61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C396A21-F678-3D16-2321-A62F46815001}"/>
                    </a:ext>
                  </a:extLst>
                </p14:cNvPr>
                <p14:cNvContentPartPr/>
                <p14:nvPr/>
              </p14:nvContentPartPr>
              <p14:xfrm>
                <a:off x="1113782" y="3352589"/>
                <a:ext cx="71640" cy="145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C396A21-F678-3D16-2321-A62F4681500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5142" y="3343949"/>
                  <a:ext cx="8928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B7C03F-40F0-887C-64C4-F7862DADCC14}"/>
              </a:ext>
            </a:extLst>
          </p:cNvPr>
          <p:cNvGrpSpPr/>
          <p:nvPr/>
        </p:nvGrpSpPr>
        <p:grpSpPr>
          <a:xfrm>
            <a:off x="841622" y="2709629"/>
            <a:ext cx="659520" cy="305280"/>
            <a:chOff x="841622" y="2709629"/>
            <a:chExt cx="65952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46A097-35E2-73C7-EF76-922169A7A9DD}"/>
                    </a:ext>
                  </a:extLst>
                </p14:cNvPr>
                <p14:cNvContentPartPr/>
                <p14:nvPr/>
              </p14:nvContentPartPr>
              <p14:xfrm>
                <a:off x="841622" y="2709629"/>
                <a:ext cx="269280" cy="305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46A097-35E2-73C7-EF76-922169A7A9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2622" y="2700629"/>
                  <a:ext cx="286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3B4B4E-CE38-690D-93BB-820647FCFA2D}"/>
                    </a:ext>
                  </a:extLst>
                </p14:cNvPr>
                <p14:cNvContentPartPr/>
                <p14:nvPr/>
              </p14:nvContentPartPr>
              <p14:xfrm>
                <a:off x="1079582" y="2891069"/>
                <a:ext cx="24840" cy="7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3B4B4E-CE38-690D-93BB-820647FCFA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0582" y="2882429"/>
                  <a:ext cx="42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EDC8DD-D5A0-4B34-D380-215E5BE1EBC5}"/>
                    </a:ext>
                  </a:extLst>
                </p14:cNvPr>
                <p14:cNvContentPartPr/>
                <p14:nvPr/>
              </p14:nvContentPartPr>
              <p14:xfrm>
                <a:off x="1100462" y="2783789"/>
                <a:ext cx="9360" cy="30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EDC8DD-D5A0-4B34-D380-215E5BE1EBC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1822" y="2774789"/>
                  <a:ext cx="27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C61671-1236-E346-E355-8FBCCD9D64CA}"/>
                    </a:ext>
                  </a:extLst>
                </p14:cNvPr>
                <p14:cNvContentPartPr/>
                <p14:nvPr/>
              </p14:nvContentPartPr>
              <p14:xfrm>
                <a:off x="1172462" y="2819069"/>
                <a:ext cx="130680" cy="15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C61671-1236-E346-E355-8FBCCD9D64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63462" y="2810429"/>
                  <a:ext cx="148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7FFD54B-ED91-7809-314B-B9E7508DE7B7}"/>
                    </a:ext>
                  </a:extLst>
                </p14:cNvPr>
                <p14:cNvContentPartPr/>
                <p14:nvPr/>
              </p14:nvContentPartPr>
              <p14:xfrm>
                <a:off x="1385582" y="2816189"/>
                <a:ext cx="115560" cy="14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7FFD54B-ED91-7809-314B-B9E7508DE7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76582" y="2807549"/>
                  <a:ext cx="133200" cy="160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 of the Transform II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0" y="1835535"/>
            <a:ext cx="10515600" cy="4341427"/>
          </a:xfrm>
        </p:spPr>
        <p:txBody>
          <a:bodyPr/>
          <a:lstStyle/>
          <a:p>
            <a:r>
              <a:rPr lang="en-US" altLang="en-US" dirty="0"/>
              <a:t>Frequency shift:</a:t>
            </a:r>
          </a:p>
          <a:p>
            <a:pPr>
              <a:buFontTx/>
              <a:buNone/>
            </a:pPr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Time differentiation</a:t>
            </a:r>
            <a:r>
              <a:rPr lang="en-US" altLang="en-US" dirty="0"/>
              <a:t>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for the n</a:t>
            </a:r>
            <a:r>
              <a:rPr lang="en-US" altLang="en-US" baseline="30000" dirty="0"/>
              <a:t>th</a:t>
            </a:r>
            <a:r>
              <a:rPr lang="en-US" altLang="en-US" dirty="0"/>
              <a:t> derivative: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6389" name="Object 8"/>
          <p:cNvGraphicFramePr>
            <a:graphicFrameLocks noChangeAspect="1"/>
          </p:cNvGraphicFramePr>
          <p:nvPr/>
        </p:nvGraphicFramePr>
        <p:xfrm>
          <a:off x="3721084" y="1835535"/>
          <a:ext cx="5783401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70200" imgH="482600" progId="Equation.DSMT4">
                  <p:embed/>
                </p:oleObj>
              </mc:Choice>
              <mc:Fallback>
                <p:oleObj name="Equation" r:id="rId3" imgW="2870200" imgH="482600" progId="Equation.DSMT4">
                  <p:embed/>
                  <p:pic>
                    <p:nvPicPr>
                      <p:cNvPr id="1638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084" y="1835535"/>
                        <a:ext cx="5783401" cy="97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9"/>
          <p:cNvGraphicFramePr>
            <a:graphicFrameLocks noChangeAspect="1"/>
          </p:cNvGraphicFramePr>
          <p:nvPr/>
        </p:nvGraphicFramePr>
        <p:xfrm>
          <a:off x="1878012" y="3215673"/>
          <a:ext cx="84359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156200" imgH="482600" progId="Equation.DSMT4">
                  <p:embed/>
                </p:oleObj>
              </mc:Choice>
              <mc:Fallback>
                <p:oleObj name="Equation" r:id="rId5" imgW="5156200" imgH="482600" progId="Equation.DSMT4">
                  <p:embed/>
                  <p:pic>
                    <p:nvPicPr>
                      <p:cNvPr id="1639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2" y="3215673"/>
                        <a:ext cx="8435975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10"/>
          <p:cNvGraphicFramePr>
            <a:graphicFrameLocks noChangeAspect="1"/>
          </p:cNvGraphicFramePr>
          <p:nvPr/>
        </p:nvGraphicFramePr>
        <p:xfrm>
          <a:off x="1641034" y="4248344"/>
          <a:ext cx="994350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11800" imgH="279400" progId="Equation.DSMT4">
                  <p:embed/>
                </p:oleObj>
              </mc:Choice>
              <mc:Fallback>
                <p:oleObj name="Equation" r:id="rId7" imgW="5511800" imgH="279400" progId="Equation.DSMT4">
                  <p:embed/>
                  <p:pic>
                    <p:nvPicPr>
                      <p:cNvPr id="1639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034" y="4248344"/>
                        <a:ext cx="9943500" cy="504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1"/>
          <p:cNvGraphicFramePr>
            <a:graphicFrameLocks noChangeAspect="1"/>
          </p:cNvGraphicFramePr>
          <p:nvPr/>
        </p:nvGraphicFramePr>
        <p:xfrm>
          <a:off x="2675076" y="5594640"/>
          <a:ext cx="7087500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00500" imgH="508000" progId="Equation.DSMT4">
                  <p:embed/>
                </p:oleObj>
              </mc:Choice>
              <mc:Fallback>
                <p:oleObj name="Equation" r:id="rId9" imgW="4000500" imgH="508000" progId="Equation.DSMT4">
                  <p:embed/>
                  <p:pic>
                    <p:nvPicPr>
                      <p:cNvPr id="1639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076" y="5594640"/>
                        <a:ext cx="7087500" cy="90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346164A-8F3E-EE47-9C92-4FEB6F7F646F}"/>
              </a:ext>
            </a:extLst>
          </p:cNvPr>
          <p:cNvSpPr/>
          <p:nvPr/>
        </p:nvSpPr>
        <p:spPr>
          <a:xfrm>
            <a:off x="1848677" y="3332923"/>
            <a:ext cx="1080053" cy="649356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BDA05D-C2C2-6A4E-B5C3-58A7DC920EC5}"/>
              </a:ext>
            </a:extLst>
          </p:cNvPr>
          <p:cNvSpPr/>
          <p:nvPr/>
        </p:nvSpPr>
        <p:spPr>
          <a:xfrm>
            <a:off x="8587407" y="3352802"/>
            <a:ext cx="1802297" cy="556589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DDC3F-22D3-7745-B27F-D3B6A569BE11}"/>
              </a:ext>
            </a:extLst>
          </p:cNvPr>
          <p:cNvSpPr/>
          <p:nvPr/>
        </p:nvSpPr>
        <p:spPr>
          <a:xfrm>
            <a:off x="1641034" y="4175666"/>
            <a:ext cx="1161315" cy="649356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F0993-5AAF-4249-88AB-8D2221563A52}"/>
              </a:ext>
            </a:extLst>
          </p:cNvPr>
          <p:cNvSpPr/>
          <p:nvPr/>
        </p:nvSpPr>
        <p:spPr>
          <a:xfrm>
            <a:off x="8682523" y="4206696"/>
            <a:ext cx="2902011" cy="649356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Properties of the Transform III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Time integration: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Corollary: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                                                                                        more generally,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19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3633787" y="1815982"/>
          <a:ext cx="6562111" cy="251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7000" imgH="1511300" progId="Equation.DSMT4">
                  <p:embed/>
                </p:oleObj>
              </mc:Choice>
              <mc:Fallback>
                <p:oleObj name="Equation" r:id="rId3" imgW="3937000" imgH="1511300" progId="Equation.DSMT4">
                  <p:embed/>
                  <p:pic>
                    <p:nvPicPr>
                      <p:cNvPr id="1843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7" y="1815982"/>
                        <a:ext cx="6562111" cy="2518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579473" y="4444327"/>
          <a:ext cx="61055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84600" imgH="508000" progId="Equation.DSMT4">
                  <p:embed/>
                </p:oleObj>
              </mc:Choice>
              <mc:Fallback>
                <p:oleObj name="Equation" r:id="rId5" imgW="3784600" imgH="5080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473" y="4444327"/>
                        <a:ext cx="6105525" cy="819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579473" y="5316387"/>
          <a:ext cx="505936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6900" imgH="508000" progId="Equation.DSMT4">
                  <p:embed/>
                </p:oleObj>
              </mc:Choice>
              <mc:Fallback>
                <p:oleObj name="Equation" r:id="rId7" imgW="3136900" imgH="5080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473" y="5316387"/>
                        <a:ext cx="5059362" cy="819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9913949" y="5408462"/>
          <a:ext cx="13303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500" imgH="393700" progId="Equation.DSMT4">
                  <p:embed/>
                </p:oleObj>
              </mc:Choice>
              <mc:Fallback>
                <p:oleObj name="Equation" r:id="rId9" imgW="825500" imgH="3937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3949" y="5408462"/>
                        <a:ext cx="1330325" cy="635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6A07CDE-5545-8947-A467-20AD71578938}"/>
              </a:ext>
            </a:extLst>
          </p:cNvPr>
          <p:cNvSpPr/>
          <p:nvPr/>
        </p:nvSpPr>
        <p:spPr>
          <a:xfrm>
            <a:off x="3597964" y="1755913"/>
            <a:ext cx="1570384" cy="907773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A692A-61AE-FC4A-BB2B-517844B88DAF}"/>
              </a:ext>
            </a:extLst>
          </p:cNvPr>
          <p:cNvSpPr/>
          <p:nvPr/>
        </p:nvSpPr>
        <p:spPr>
          <a:xfrm>
            <a:off x="8799442" y="3604591"/>
            <a:ext cx="1577009" cy="689113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 Initial and Final Values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539552"/>
            <a:ext cx="10515600" cy="518192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altLang="en-US" dirty="0"/>
              <a:t>It is possible to get the initial value </a:t>
            </a:r>
            <a:r>
              <a:rPr lang="en-US" altLang="en-US" i="1" dirty="0"/>
              <a:t>f(0)</a:t>
            </a:r>
            <a:r>
              <a:rPr lang="en-US" altLang="en-US" dirty="0"/>
              <a:t> and final value </a:t>
            </a:r>
            <a:r>
              <a:rPr lang="en-US" altLang="en-US" i="1" dirty="0"/>
              <a:t>f(</a:t>
            </a:r>
            <a:r>
              <a:rPr lang="en-US" altLang="en-US" i="1" dirty="0">
                <a:sym typeface="Symbol" panose="05050102010706020507" pitchFamily="18" charset="2"/>
              </a:rPr>
              <a:t>) </a:t>
            </a:r>
            <a:r>
              <a:rPr lang="en-US" altLang="en-US" dirty="0">
                <a:sym typeface="Symbol" panose="05050102010706020507" pitchFamily="18" charset="2"/>
              </a:rPr>
              <a:t>of a function directly from the Laplace transform.</a:t>
            </a:r>
          </a:p>
          <a:p>
            <a:pPr algn="just">
              <a:lnSpc>
                <a:spcPct val="110000"/>
              </a:lnSpc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  The initial value theorem                              Final value theorem</a:t>
            </a:r>
          </a:p>
          <a:p>
            <a:pPr algn="just">
              <a:lnSpc>
                <a:spcPct val="11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 algn="just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Proof:</a:t>
            </a:r>
          </a:p>
          <a:p>
            <a:pPr algn="just">
              <a:lnSpc>
                <a:spcPct val="110000"/>
              </a:lnSpc>
            </a:pPr>
            <a:endParaRPr lang="en-US" altLang="en-US" sz="4000" dirty="0">
              <a:sym typeface="Symbol" panose="05050102010706020507" pitchFamily="18" charset="2"/>
            </a:endParaRPr>
          </a:p>
          <a:p>
            <a:pPr algn="just">
              <a:lnSpc>
                <a:spcPct val="110000"/>
              </a:lnSpc>
            </a:pPr>
            <a:endParaRPr lang="en-US" altLang="en-US" sz="4000" dirty="0">
              <a:sym typeface="Symbol" panose="05050102010706020507" pitchFamily="18" charset="2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>
                <a:sym typeface="Symbol" panose="05050102010706020507" pitchFamily="18" charset="2"/>
              </a:rPr>
              <a:t>The IVT is based on the assumption that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t</a:t>
            </a:r>
            <a:r>
              <a:rPr lang="en-US" altLang="en-US" dirty="0">
                <a:sym typeface="Symbol" panose="05050102010706020507" pitchFamily="18" charset="2"/>
              </a:rPr>
              <a:t>) contains no impulse functions. The FVT is valid only if the poles of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), except for a first-order pole at the origin, lie in the left half of the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plane.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458037"/>
              </p:ext>
            </p:extLst>
          </p:nvPr>
        </p:nvGraphicFramePr>
        <p:xfrm>
          <a:off x="7314041" y="2853136"/>
          <a:ext cx="2386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92100" progId="Equation.DSMT4">
                  <p:embed/>
                </p:oleObj>
              </mc:Choice>
              <mc:Fallback>
                <p:oleObj name="Equation" r:id="rId2" imgW="1143000" imgH="2921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041" y="2853136"/>
                        <a:ext cx="2386013" cy="6096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024363"/>
              </p:ext>
            </p:extLst>
          </p:nvPr>
        </p:nvGraphicFramePr>
        <p:xfrm>
          <a:off x="2300838" y="3462736"/>
          <a:ext cx="7326871" cy="1981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65700" imgH="1346200" progId="Equation.DSMT4">
                  <p:embed/>
                </p:oleObj>
              </mc:Choice>
              <mc:Fallback>
                <p:oleObj name="Equation" r:id="rId4" imgW="4965700" imgH="1346200" progId="Equation.DSMT4">
                  <p:embed/>
                  <p:pic>
                    <p:nvPicPr>
                      <p:cNvPr id="307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838" y="3462736"/>
                        <a:ext cx="7326871" cy="198170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694376"/>
              </p:ext>
            </p:extLst>
          </p:nvPr>
        </p:nvGraphicFramePr>
        <p:xfrm>
          <a:off x="2307869" y="2853136"/>
          <a:ext cx="230663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292100" progId="Equation.DSMT4">
                  <p:embed/>
                </p:oleObj>
              </mc:Choice>
              <mc:Fallback>
                <p:oleObj name="Equation" r:id="rId6" imgW="1104900" imgH="292100" progId="Equation.DSMT4">
                  <p:embed/>
                  <p:pic>
                    <p:nvPicPr>
                      <p:cNvPr id="307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869" y="2853136"/>
                        <a:ext cx="2306637" cy="6096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987470" y="4917232"/>
            <a:ext cx="345233" cy="382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* Example, for </a:t>
                </a:r>
                <a:r>
                  <a:rPr lang="en-US" i="1" dirty="0"/>
                  <a:t>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1466401"/>
                <a:ext cx="6309420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 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66401"/>
                <a:ext cx="6309420" cy="753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2212503"/>
                <a:ext cx="6605206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Using the initial-value theorem,</a:t>
                </a:r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Similarly,</a:t>
                </a:r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which confirms with the value in time-domain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12503"/>
                <a:ext cx="6605206" cy="4154984"/>
              </a:xfrm>
              <a:prstGeom prst="rect">
                <a:avLst/>
              </a:prstGeom>
              <a:blipFill>
                <a:blip r:embed="rId4"/>
                <a:stretch>
                  <a:fillRect l="-1477" t="-1173" r="-5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1617" y="2702603"/>
                <a:ext cx="8257453" cy="7636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𝑠𝐹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+29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b="0" i="0" smtClean="0">
                                          <a:latin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+4+29/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func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617" y="2702603"/>
                <a:ext cx="8257453" cy="7636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561616" y="4308616"/>
                <a:ext cx="5510868" cy="707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𝑠𝐹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+29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616" y="4308616"/>
                <a:ext cx="5510868" cy="707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 Validity of FVT – an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4956"/>
          </a:xfrm>
        </p:spPr>
        <p:txBody>
          <a:bodyPr/>
          <a:lstStyle/>
          <a:p>
            <a:r>
              <a:rPr lang="en-US" dirty="0"/>
              <a:t>Consider the Laplace pair:</a:t>
            </a:r>
          </a:p>
          <a:p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Applying the final value theorem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But for </a:t>
            </a:r>
            <a:r>
              <a:rPr lang="en-US" i="1" dirty="0"/>
              <a:t>t</a:t>
            </a:r>
            <a:r>
              <a:rPr lang="en-US" dirty="0"/>
              <a:t> &gt;0,                     oscillates between -1 and 1, it does not have a limit.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Poles of  </a:t>
            </a:r>
            <a:r>
              <a:rPr lang="en-US" i="1" dirty="0"/>
              <a:t>F</a:t>
            </a:r>
            <a:r>
              <a:rPr lang="en-US" dirty="0"/>
              <a:t>(s) is at </a:t>
            </a:r>
            <a:r>
              <a:rPr lang="en-US" i="1" dirty="0"/>
              <a:t>s </a:t>
            </a:r>
            <a:r>
              <a:rPr lang="en-US" dirty="0"/>
              <a:t>= ±</a:t>
            </a:r>
            <a:r>
              <a:rPr lang="en-US" i="1" dirty="0"/>
              <a:t>j, </a:t>
            </a:r>
            <a:r>
              <a:rPr lang="en-US" dirty="0"/>
              <a:t>which are not in the left</a:t>
            </a:r>
            <a:r>
              <a:rPr lang="en-US" i="1" dirty="0"/>
              <a:t> s </a:t>
            </a:r>
            <a:r>
              <a:rPr lang="en-US" dirty="0"/>
              <a:t>plane (they are on the imaginary axis).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35406" y="1566556"/>
          <a:ext cx="4294857" cy="85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500" imgH="393700" progId="Equation.DSMT4">
                  <p:embed/>
                </p:oleObj>
              </mc:Choice>
              <mc:Fallback>
                <p:oleObj name="Equation" r:id="rId2" imgW="1968500" imgH="3937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406" y="1566556"/>
                        <a:ext cx="4294857" cy="858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5558810" y="2560464"/>
          <a:ext cx="4010843" cy="752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500" imgH="393700" progId="Equation.DSMT4">
                  <p:embed/>
                </p:oleObj>
              </mc:Choice>
              <mc:Fallback>
                <p:oleObj name="Equation" r:id="rId4" imgW="2095500" imgH="393700" progId="Equation.DSMT4">
                  <p:embed/>
                  <p:pic>
                    <p:nvPicPr>
                      <p:cNvPr id="131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8810" y="2560464"/>
                        <a:ext cx="4010843" cy="7526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2743203" y="3313147"/>
          <a:ext cx="1427964" cy="405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200" imgH="203200" progId="Equation.DSMT4">
                  <p:embed/>
                </p:oleObj>
              </mc:Choice>
              <mc:Fallback>
                <p:oleObj name="Equation" r:id="rId6" imgW="711200" imgH="203200" progId="Equation.DSMT4">
                  <p:embed/>
                  <p:pic>
                    <p:nvPicPr>
                      <p:cNvPr id="131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3" y="3313147"/>
                        <a:ext cx="1427964" cy="4054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1080" name="Picture 8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88060" y="4408219"/>
            <a:ext cx="2841592" cy="231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998600" y="4969252"/>
            <a:ext cx="6678190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final value theorem does not apply in finding the final values of sinusoidal functions—these functions oscillate forever and do not have final values.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E3495A-6CB9-9841-8280-BA0E00FD9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406" y="-1"/>
            <a:ext cx="10074907" cy="67720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C7712-70C2-2643-AD9A-27ECCB4D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04BB5E-055E-D4FA-7179-E0AD5300390D}"/>
                  </a:ext>
                </a:extLst>
              </p14:cNvPr>
              <p14:cNvContentPartPr/>
              <p14:nvPr/>
            </p14:nvContentPartPr>
            <p14:xfrm>
              <a:off x="943920" y="6228000"/>
              <a:ext cx="10493640" cy="49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04BB5E-055E-D4FA-7179-E0AD530039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4560" y="6218640"/>
                <a:ext cx="10512360" cy="51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625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Inverse Laplace Transform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5676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Method 1: By inspection, i.e., table look-up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Method 2: By partial fraction expansion</a:t>
            </a: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dirty="0"/>
              <a:t>	Example: find the inverse Laplace transform of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227" y="3363156"/>
            <a:ext cx="3369722" cy="8082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77334" y="4184686"/>
            <a:ext cx="43268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inverse transform is given by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b="39581"/>
          <a:stretch>
            <a:fillRect/>
          </a:stretch>
        </p:blipFill>
        <p:spPr>
          <a:xfrm>
            <a:off x="2705255" y="4727193"/>
            <a:ext cx="6779720" cy="6651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183" y="5915458"/>
            <a:ext cx="4589521" cy="4929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77334" y="5441965"/>
            <a:ext cx="4820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checking the transformation pairs,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30E3A2-C387-134F-9084-1B900088D82E}"/>
              </a:ext>
            </a:extLst>
          </p:cNvPr>
          <p:cNvGrpSpPr/>
          <p:nvPr/>
        </p:nvGrpSpPr>
        <p:grpSpPr>
          <a:xfrm>
            <a:off x="9395791" y="2849217"/>
            <a:ext cx="2311120" cy="1170680"/>
            <a:chOff x="9263269" y="1789043"/>
            <a:chExt cx="2311120" cy="1170680"/>
          </a:xfrm>
        </p:grpSpPr>
        <p:graphicFrame>
          <p:nvGraphicFramePr>
            <p:cNvPr id="12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8409443"/>
                </p:ext>
              </p:extLst>
            </p:nvPr>
          </p:nvGraphicFramePr>
          <p:xfrm>
            <a:off x="9359826" y="2262810"/>
            <a:ext cx="2214563" cy="696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71600" imgH="431800" progId="Equation.DSMT4">
                    <p:embed/>
                  </p:oleObj>
                </mc:Choice>
                <mc:Fallback>
                  <p:oleObj name="Equation" r:id="rId6" imgW="1371600" imgH="431800" progId="Equation.DSMT4">
                    <p:embed/>
                    <p:pic>
                      <p:nvPicPr>
                        <p:cNvPr id="12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9826" y="2262810"/>
                          <a:ext cx="2214563" cy="696913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3E466BA-24EF-A747-83A8-94C306C579A0}"/>
                </a:ext>
              </a:extLst>
            </p:cNvPr>
            <p:cNvSpPr txBox="1"/>
            <p:nvPr/>
          </p:nvSpPr>
          <p:spPr>
            <a:xfrm>
              <a:off x="9263269" y="1789043"/>
              <a:ext cx="10534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Recall: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947D9BF-43F2-C5D3-1E0E-B23BC2EA808E}"/>
                  </a:ext>
                </a:extLst>
              </p14:cNvPr>
              <p14:cNvContentPartPr/>
              <p14:nvPr/>
            </p14:nvContentPartPr>
            <p14:xfrm>
              <a:off x="9526320" y="4267440"/>
              <a:ext cx="2631240" cy="683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947D9BF-43F2-C5D3-1E0E-B23BC2EA80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16960" y="4258080"/>
                <a:ext cx="2649960" cy="70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20EE-0FB4-7E44-B293-2D2A0B96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956" y="12658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Method 1 Table lookup: </a:t>
            </a:r>
            <a:br>
              <a:rPr lang="en-US" sz="4000" dirty="0"/>
            </a:br>
            <a:r>
              <a:rPr lang="en-US" sz="4000" dirty="0"/>
              <a:t>Frequently used transform pairs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0A5BE-9654-2E48-904B-FBFE84C0F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478" y="1520826"/>
            <a:ext cx="9743428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44B61-12ED-AD4E-8FEE-8D5486A4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317D1DCC-0B62-4643-8D56-730A7A7966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759" t="79303" r="3771" b="734"/>
          <a:stretch/>
        </p:blipFill>
        <p:spPr>
          <a:xfrm>
            <a:off x="1177641" y="3972105"/>
            <a:ext cx="2133600" cy="17986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E02AF5-FFE3-C54A-B775-EEF4EA811A70}"/>
              </a:ext>
            </a:extLst>
          </p:cNvPr>
          <p:cNvSpPr/>
          <p:nvPr/>
        </p:nvSpPr>
        <p:spPr>
          <a:xfrm>
            <a:off x="3283529" y="3958250"/>
            <a:ext cx="2812473" cy="1798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404536-A247-5346-A66C-906CFE4DE359}"/>
              </a:ext>
            </a:extLst>
          </p:cNvPr>
          <p:cNvSpPr/>
          <p:nvPr/>
        </p:nvSpPr>
        <p:spPr>
          <a:xfrm>
            <a:off x="7885394" y="3950265"/>
            <a:ext cx="2812473" cy="1798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20FDE03-2EB8-AB44-A268-AF0B74DBA5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917" t="79303" r="43258" b="734"/>
          <a:stretch/>
        </p:blipFill>
        <p:spPr>
          <a:xfrm>
            <a:off x="7029085" y="3899658"/>
            <a:ext cx="1588796" cy="18492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618CA0-AE42-EA42-9D98-F86CFD8C5578}"/>
              </a:ext>
            </a:extLst>
          </p:cNvPr>
          <p:cNvSpPr txBox="1"/>
          <p:nvPr/>
        </p:nvSpPr>
        <p:spPr>
          <a:xfrm>
            <a:off x="8429923" y="4073516"/>
            <a:ext cx="6495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u</a:t>
            </a:r>
            <a:r>
              <a:rPr lang="en-US" sz="2400" dirty="0"/>
              <a:t>(</a:t>
            </a:r>
            <a:r>
              <a:rPr lang="en-US" sz="2400" i="1" dirty="0"/>
              <a:t>t</a:t>
            </a:r>
            <a:r>
              <a:rPr lang="en-US" sz="24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312B62-92BA-884D-A346-19F19C2268B1}"/>
              </a:ext>
            </a:extLst>
          </p:cNvPr>
          <p:cNvSpPr txBox="1"/>
          <p:nvPr/>
        </p:nvSpPr>
        <p:spPr>
          <a:xfrm>
            <a:off x="8468482" y="5011476"/>
            <a:ext cx="6495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u</a:t>
            </a:r>
            <a:r>
              <a:rPr lang="en-US" sz="2400" dirty="0"/>
              <a:t>(</a:t>
            </a:r>
            <a:r>
              <a:rPr lang="en-US" sz="2400" i="1" dirty="0"/>
              <a:t>t</a:t>
            </a:r>
            <a:r>
              <a:rPr lang="en-US" sz="24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C1A88-4E45-8B48-8413-9E696FD39F8B}"/>
              </a:ext>
            </a:extLst>
          </p:cNvPr>
          <p:cNvSpPr txBox="1"/>
          <p:nvPr/>
        </p:nvSpPr>
        <p:spPr>
          <a:xfrm>
            <a:off x="1080655" y="5985162"/>
            <a:ext cx="9743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 Note: we focus on right-sided functions, i.e., pay attention to the unit step function </a:t>
            </a:r>
            <a:r>
              <a:rPr lang="en-US" sz="2000" i="1" dirty="0"/>
              <a:t>u</a:t>
            </a:r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dirty="0"/>
              <a:t>) in the table. Equivalently, you can also emphasize that the expression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dirty="0"/>
              <a:t>) is for </a:t>
            </a:r>
            <a:r>
              <a:rPr lang="en-US" sz="2000" i="1" dirty="0"/>
              <a:t>t</a:t>
            </a:r>
            <a:r>
              <a:rPr lang="en-US" sz="2000" dirty="0"/>
              <a:t> &gt; 0.</a:t>
            </a:r>
          </a:p>
        </p:txBody>
      </p:sp>
    </p:spTree>
    <p:extLst>
      <p:ext uri="{BB962C8B-B14F-4D97-AF65-F5344CB8AC3E}">
        <p14:creationId xmlns:p14="http://schemas.microsoft.com/office/powerpoint/2010/main" val="2397812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200" dirty="0"/>
              <a:t>Method 2: Partial fraction expansion</a:t>
            </a:r>
            <a:br>
              <a:rPr lang="en-US" altLang="en-US" sz="3200" dirty="0"/>
            </a:br>
            <a:r>
              <a:rPr lang="en-US" altLang="en-US" sz="3200" dirty="0"/>
              <a:t>You usually need to factorize and expand F(s) before you can apply table lookup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199" y="1865826"/>
            <a:ext cx="10515600" cy="47567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dirty="0"/>
              <a:t>Example: Consider </a:t>
            </a:r>
          </a:p>
          <a:p>
            <a:pPr lvl="1">
              <a:lnSpc>
                <a:spcPct val="100000"/>
              </a:lnSpc>
              <a:spcBef>
                <a:spcPts val="1100"/>
              </a:spcBef>
            </a:pPr>
            <a:r>
              <a:rPr lang="en-US" dirty="0"/>
              <a:t>Step 1: Factorize the denominator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Step 2:  Convert to an expansion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Step 3: Inspection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Finally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BCB57D-F4EB-654B-9EE7-3A87545F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943" y="1835682"/>
            <a:ext cx="3859017" cy="551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24C2FD-854A-AA42-BDB8-B7216AA9B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943" y="2891693"/>
            <a:ext cx="3721100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60EEEC-E86B-5540-BFB4-A21AD3F43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943" y="4094524"/>
            <a:ext cx="3708400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99F20F-1D55-A542-9680-0D5C62363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0" y="5011605"/>
            <a:ext cx="5981700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69FE58-F261-A141-9822-90571F03EB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026" y="5594350"/>
            <a:ext cx="632460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FAEEF-E4B7-C44F-BD62-D31C33DB37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3897" y="6373330"/>
            <a:ext cx="2387600" cy="266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9418DD-141D-EA41-B2C7-B8514A148EEC}"/>
                  </a:ext>
                </a:extLst>
              </p14:cNvPr>
              <p14:cNvContentPartPr/>
              <p14:nvPr/>
            </p14:nvContentPartPr>
            <p14:xfrm>
              <a:off x="5836708" y="2050568"/>
              <a:ext cx="1303200" cy="17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9418DD-141D-EA41-B2C7-B8514A148EE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27708" y="2041928"/>
                <a:ext cx="13208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7A857D-64BD-9B44-9D3B-1EB184F8460C}"/>
                  </a:ext>
                </a:extLst>
              </p14:cNvPr>
              <p14:cNvContentPartPr/>
              <p14:nvPr/>
            </p14:nvContentPartPr>
            <p14:xfrm>
              <a:off x="5966308" y="3126968"/>
              <a:ext cx="1253520" cy="8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7A857D-64BD-9B44-9D3B-1EB184F8460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57308" y="3118328"/>
                <a:ext cx="12711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658321-29B2-7F41-BDD1-E1D7398DDD56}"/>
                  </a:ext>
                </a:extLst>
              </p14:cNvPr>
              <p14:cNvContentPartPr/>
              <p14:nvPr/>
            </p14:nvContentPartPr>
            <p14:xfrm>
              <a:off x="5899348" y="4317848"/>
              <a:ext cx="1247040" cy="126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658321-29B2-7F41-BDD1-E1D7398DDD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90348" y="4308848"/>
                <a:ext cx="12646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7778D44-FC52-2540-AD26-F3335C192EEF}"/>
                  </a:ext>
                </a:extLst>
              </p14:cNvPr>
              <p14:cNvContentPartPr/>
              <p14:nvPr/>
            </p14:nvContentPartPr>
            <p14:xfrm>
              <a:off x="4200868" y="5275808"/>
              <a:ext cx="1204200" cy="66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7778D44-FC52-2540-AD26-F3335C192E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91868" y="5266808"/>
                <a:ext cx="12218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0765E95-D83E-BB4A-BC36-17552E5D8F9D}"/>
                  </a:ext>
                </a:extLst>
              </p14:cNvPr>
              <p14:cNvContentPartPr/>
              <p14:nvPr/>
            </p14:nvContentPartPr>
            <p14:xfrm>
              <a:off x="4313908" y="5819408"/>
              <a:ext cx="1043640" cy="93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0765E95-D83E-BB4A-BC36-17552E5D8F9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04908" y="5810768"/>
                <a:ext cx="1061280" cy="1108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60D5F6C-CED7-7F4B-83EC-C314A187B0B2}"/>
              </a:ext>
            </a:extLst>
          </p:cNvPr>
          <p:cNvSpPr txBox="1"/>
          <p:nvPr/>
        </p:nvSpPr>
        <p:spPr>
          <a:xfrm>
            <a:off x="7838106" y="1865826"/>
            <a:ext cx="39891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Remark: the region of convergence “Re{s}&gt;-1” is something you need to consider for a rigorous Laplace transform. Yet, for our course, you don’t need to worry about that.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838199" y="190140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General discussion: A systematic method for partial fraction expansion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199" y="1782147"/>
            <a:ext cx="10515600" cy="475676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In general, the expression for </a:t>
            </a:r>
            <a:r>
              <a:rPr lang="en-US" altLang="en-US" i="1" dirty="0"/>
              <a:t>F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) is in forms of rational function of </a:t>
            </a:r>
            <a:r>
              <a:rPr lang="en-US" altLang="en-US" i="1" dirty="0"/>
              <a:t>s</a:t>
            </a:r>
            <a:r>
              <a:rPr lang="en-US" altLang="en-US" dirty="0"/>
              <a:t>. </a:t>
            </a:r>
            <a:r>
              <a:rPr lang="en-US" altLang="zh-CN" dirty="0"/>
              <a:t>A </a:t>
            </a:r>
            <a:r>
              <a:rPr lang="en-US" altLang="zh-CN" b="1" dirty="0"/>
              <a:t>rational function</a:t>
            </a:r>
            <a:r>
              <a:rPr lang="en-US" altLang="zh-CN" dirty="0"/>
              <a:t> can be defined by a </a:t>
            </a:r>
            <a:r>
              <a:rPr lang="en-US" altLang="zh-CN" b="1" dirty="0"/>
              <a:t>rational fraction</a:t>
            </a:r>
            <a:r>
              <a:rPr lang="en-US" altLang="zh-CN" dirty="0"/>
              <a:t>, i.e. an algebraic </a:t>
            </a:r>
            <a:r>
              <a:rPr lang="en-US" altLang="zh-CN" b="1" dirty="0"/>
              <a:t>fraction</a:t>
            </a:r>
            <a:r>
              <a:rPr lang="en-US" altLang="zh-CN" dirty="0"/>
              <a:t> such that both </a:t>
            </a:r>
            <a:r>
              <a:rPr lang="en-US" altLang="zh-CN" b="1" dirty="0">
                <a:solidFill>
                  <a:schemeClr val="accent5"/>
                </a:solidFill>
              </a:rPr>
              <a:t>the numerator N(s) </a:t>
            </a:r>
            <a:r>
              <a:rPr lang="en-US" altLang="zh-CN" dirty="0"/>
              <a:t>and </a:t>
            </a:r>
            <a:r>
              <a:rPr lang="en-US" altLang="zh-CN" b="1" dirty="0">
                <a:solidFill>
                  <a:schemeClr val="accent5"/>
                </a:solidFill>
              </a:rPr>
              <a:t>the denominator D(s) </a:t>
            </a:r>
            <a:r>
              <a:rPr lang="en-US" altLang="zh-CN" dirty="0">
                <a:solidFill>
                  <a:srgbClr val="FF0000"/>
                </a:solidFill>
              </a:rPr>
              <a:t>are polynomials</a:t>
            </a:r>
            <a:r>
              <a:rPr lang="en-US" altLang="zh-CN" dirty="0"/>
              <a:t>.</a:t>
            </a: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702817"/>
              </p:ext>
            </p:extLst>
          </p:nvPr>
        </p:nvGraphicFramePr>
        <p:xfrm>
          <a:off x="4967243" y="3514034"/>
          <a:ext cx="1780819" cy="969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2965" imgH="469900" progId="Equation.DSMT4">
                  <p:embed/>
                </p:oleObj>
              </mc:Choice>
              <mc:Fallback>
                <p:oleObj name="Equation" r:id="rId3" imgW="862965" imgH="469900" progId="Equation.DSMT4">
                  <p:embed/>
                  <p:pic>
                    <p:nvPicPr>
                      <p:cNvPr id="2867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43" y="3514034"/>
                        <a:ext cx="1780819" cy="96915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D73B942-2CA0-A54C-825D-AE96DD2F4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378" y="4749631"/>
            <a:ext cx="6721457" cy="1011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9F992F-6125-22FD-490B-1F2984643BA1}"/>
                  </a:ext>
                </a:extLst>
              </p14:cNvPr>
              <p14:cNvContentPartPr/>
              <p14:nvPr/>
            </p14:nvContentPartPr>
            <p14:xfrm>
              <a:off x="5235062" y="6628589"/>
              <a:ext cx="30960" cy="1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9F992F-6125-22FD-490B-1F2984643B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6062" y="6619949"/>
                <a:ext cx="4860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026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838200" y="39144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3200" dirty="0"/>
              <a:t>There are 4 possible cases for factorizing the denominator term D(s)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38200" y="2481943"/>
            <a:ext cx="10515600" cy="3695020"/>
          </a:xfrm>
        </p:spPr>
        <p:txBody>
          <a:bodyPr>
            <a:normAutofit/>
          </a:bodyPr>
          <a:lstStyle/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sz="2400" dirty="0"/>
              <a:t>Distinct Real Roots of D(s)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sz="2400" dirty="0"/>
              <a:t>Repeated Real </a:t>
            </a:r>
            <a:r>
              <a:rPr lang="en-US" altLang="zh-CN" sz="2400" dirty="0"/>
              <a:t>Roots of D(s)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400" dirty="0"/>
              <a:t>Complex Roots of D(s)</a:t>
            </a:r>
          </a:p>
          <a:p>
            <a:pPr marL="914400" lvl="1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400" dirty="0"/>
              <a:t>Improper rational function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Note: The ratio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)/</a:t>
            </a:r>
            <a:r>
              <a:rPr lang="en-US" altLang="en-US" i="1" dirty="0"/>
              <a:t>D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) is called a </a:t>
            </a:r>
            <a:r>
              <a:rPr lang="en-US" altLang="en-US" u="sng" dirty="0">
                <a:solidFill>
                  <a:schemeClr val="accent5"/>
                </a:solidFill>
              </a:rPr>
              <a:t>proper rational function</a:t>
            </a:r>
            <a:r>
              <a:rPr lang="en-US" altLang="en-US" dirty="0"/>
              <a:t> if </a:t>
            </a:r>
            <a:r>
              <a:rPr lang="en-US" altLang="en-US" i="1" dirty="0"/>
              <a:t>m&gt;n</a:t>
            </a:r>
            <a:r>
              <a:rPr lang="en-US" altLang="en-US" dirty="0"/>
              <a:t>, and an </a:t>
            </a:r>
            <a:r>
              <a:rPr lang="en-US" altLang="en-US" u="sng" dirty="0">
                <a:solidFill>
                  <a:schemeClr val="accent5"/>
                </a:solidFill>
              </a:rPr>
              <a:t>improper rational function</a:t>
            </a:r>
            <a:r>
              <a:rPr lang="en-US" altLang="en-US" dirty="0"/>
              <a:t> if </a:t>
            </a:r>
            <a:r>
              <a:rPr lang="en-US" altLang="en-US" i="1" dirty="0"/>
              <a:t>m ≤ n. 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endParaRPr lang="en-US" altLang="zh-CN" dirty="0"/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514" y="1364707"/>
            <a:ext cx="5521633" cy="83134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838200" y="205512"/>
            <a:ext cx="10515600" cy="1325563"/>
          </a:xfrm>
        </p:spPr>
        <p:txBody>
          <a:bodyPr/>
          <a:lstStyle/>
          <a:p>
            <a:r>
              <a:rPr lang="en-US" altLang="en-US" dirty="0"/>
              <a:t>Case 1: D(s) has distinct real roots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381735" cy="4602294"/>
          </a:xfrm>
        </p:spPr>
        <p:txBody>
          <a:bodyPr>
            <a:noAutofit/>
          </a:bodyPr>
          <a:lstStyle/>
          <a:p>
            <a:r>
              <a:rPr lang="en-US" altLang="en-US" sz="2200" dirty="0"/>
              <a:t>it can be expressed as:</a:t>
            </a: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endParaRPr lang="en-US" altLang="en-US" sz="105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 dirty="0"/>
              <a:t>Where </a:t>
            </a:r>
            <a:r>
              <a:rPr lang="en-US" altLang="en-US" sz="2200" i="1" dirty="0"/>
              <a:t>s=-p</a:t>
            </a:r>
            <a:r>
              <a:rPr lang="en-US" altLang="en-US" sz="2200" i="1" baseline="-25000" dirty="0"/>
              <a:t>1</a:t>
            </a:r>
            <a:r>
              <a:rPr lang="en-US" altLang="en-US" sz="2200" i="1" dirty="0"/>
              <a:t>, -p</a:t>
            </a:r>
            <a:r>
              <a:rPr lang="en-US" altLang="en-US" sz="2200" i="1" baseline="-25000" dirty="0"/>
              <a:t>2</a:t>
            </a:r>
            <a:r>
              <a:rPr lang="en-US" altLang="en-US" sz="2200" i="1" dirty="0"/>
              <a:t>,…,-</a:t>
            </a:r>
            <a:r>
              <a:rPr lang="en-US" altLang="en-US" sz="2200" i="1" dirty="0" err="1"/>
              <a:t>p</a:t>
            </a:r>
            <a:r>
              <a:rPr lang="en-US" altLang="en-US" sz="2200" i="1" baseline="-25000" dirty="0" err="1"/>
              <a:t>n</a:t>
            </a:r>
            <a:r>
              <a:rPr lang="en-US" altLang="en-US" sz="2200" i="1" dirty="0"/>
              <a:t> </a:t>
            </a:r>
            <a:r>
              <a:rPr lang="en-US" altLang="en-US" sz="2200" dirty="0"/>
              <a:t>are </a:t>
            </a:r>
            <a:r>
              <a:rPr lang="en-US" altLang="en-US" sz="2200" b="1" u="sng" dirty="0"/>
              <a:t>distinct</a:t>
            </a:r>
            <a:r>
              <a:rPr lang="en-US" altLang="en-US" sz="2200" b="1" dirty="0"/>
              <a:t> </a:t>
            </a:r>
            <a:r>
              <a:rPr lang="en-US" altLang="en-US" sz="2200" dirty="0"/>
              <a:t>simple roots </a:t>
            </a:r>
            <a:r>
              <a:rPr lang="en-US" altLang="en-US" sz="2200" i="1" dirty="0"/>
              <a:t>i.e., </a:t>
            </a:r>
            <a:r>
              <a:rPr lang="en-US" altLang="en-US" sz="2200" i="1" dirty="0" err="1"/>
              <a:t>p</a:t>
            </a:r>
            <a:r>
              <a:rPr lang="en-US" altLang="en-US" sz="2200" i="1" baseline="-25000" dirty="0" err="1"/>
              <a:t>j</a:t>
            </a:r>
            <a:r>
              <a:rPr lang="en-US" altLang="en-US" sz="2200" dirty="0"/>
              <a:t> ≠ </a:t>
            </a:r>
            <a:r>
              <a:rPr lang="en-US" altLang="en-US" sz="2200" i="1" dirty="0"/>
              <a:t>p</a:t>
            </a:r>
            <a:r>
              <a:rPr lang="en-US" altLang="en-US" sz="2200" i="1" baseline="-25000" dirty="0"/>
              <a:t>k</a:t>
            </a:r>
            <a:r>
              <a:rPr lang="en-US" altLang="en-US" sz="2200" i="1" dirty="0"/>
              <a:t> </a:t>
            </a:r>
            <a:r>
              <a:rPr lang="en-US" altLang="en-US" sz="2200" dirty="0"/>
              <a:t>for all </a:t>
            </a:r>
            <a:r>
              <a:rPr lang="en-US" altLang="en-US" sz="2200" i="1" dirty="0"/>
              <a:t>j</a:t>
            </a:r>
            <a:r>
              <a:rPr lang="en-US" altLang="en-US" sz="2200" dirty="0"/>
              <a:t> ≠ </a:t>
            </a:r>
            <a:r>
              <a:rPr lang="en-US" altLang="en-US" sz="2200" i="1" dirty="0"/>
              <a:t>k</a:t>
            </a:r>
            <a:r>
              <a:rPr lang="en-US" altLang="en-US" sz="2200" dirty="0"/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 dirty="0"/>
              <a:t>This can be expanded as: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sz="12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sz="2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sz="2200" dirty="0"/>
              <a:t>    where </a:t>
            </a:r>
            <a:r>
              <a:rPr lang="en-US" altLang="en-US" sz="2200" i="1" dirty="0"/>
              <a:t>k</a:t>
            </a:r>
            <a:r>
              <a:rPr lang="en-US" altLang="en-US" sz="2200" baseline="-25000" dirty="0"/>
              <a:t>1</a:t>
            </a:r>
            <a:r>
              <a:rPr lang="en-US" altLang="en-US" sz="2200" dirty="0"/>
              <a:t>, </a:t>
            </a:r>
            <a:r>
              <a:rPr lang="en-US" altLang="en-US" sz="2200" i="1" dirty="0"/>
              <a:t>k</a:t>
            </a:r>
            <a:r>
              <a:rPr lang="en-US" altLang="en-US" sz="2200" baseline="-25000" dirty="0"/>
              <a:t>2</a:t>
            </a:r>
            <a:r>
              <a:rPr lang="en-US" altLang="en-US" sz="2200" dirty="0"/>
              <a:t>,…</a:t>
            </a:r>
            <a:r>
              <a:rPr lang="en-US" altLang="en-US" sz="2200" i="1" dirty="0" err="1"/>
              <a:t>k</a:t>
            </a:r>
            <a:r>
              <a:rPr lang="en-US" altLang="en-US" sz="2200" baseline="-25000" dirty="0" err="1"/>
              <a:t>n</a:t>
            </a:r>
            <a:r>
              <a:rPr lang="en-US" altLang="en-US" sz="2200" dirty="0"/>
              <a:t> are the residues of </a:t>
            </a:r>
            <a:r>
              <a:rPr lang="en-US" altLang="en-US" sz="2200" i="1" dirty="0"/>
              <a:t>F</a:t>
            </a:r>
            <a:r>
              <a:rPr lang="en-US" altLang="en-US" sz="2200" dirty="0"/>
              <a:t>(</a:t>
            </a:r>
            <a:r>
              <a:rPr lang="en-US" altLang="en-US" sz="2200" i="1" dirty="0"/>
              <a:t>s</a:t>
            </a:r>
            <a:r>
              <a:rPr lang="en-US" altLang="en-US" sz="2200" dirty="0"/>
              <a:t>).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 dirty="0"/>
              <a:t>To have partial fraction decomposition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Apply the </a:t>
            </a:r>
            <a:r>
              <a:rPr lang="en-US" altLang="en-US" sz="2400" u="sng" dirty="0"/>
              <a:t>residue method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US" altLang="en-US" sz="24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Apply the </a:t>
            </a:r>
            <a:r>
              <a:rPr lang="en-US" altLang="en-US" sz="2400" u="sng" dirty="0"/>
              <a:t>algebraic method</a:t>
            </a:r>
            <a:endParaRPr lang="en-US" altLang="en-US" sz="2800" u="sng" dirty="0"/>
          </a:p>
          <a:p>
            <a:endParaRPr lang="en-US" altLang="en-US" sz="2200" u="sn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29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327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324839"/>
              </p:ext>
            </p:extLst>
          </p:nvPr>
        </p:nvGraphicFramePr>
        <p:xfrm>
          <a:off x="4391088" y="1573180"/>
          <a:ext cx="3275955" cy="72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600" imgH="469900" progId="Equation.DSMT4">
                  <p:embed/>
                </p:oleObj>
              </mc:Choice>
              <mc:Fallback>
                <p:oleObj name="Equation" r:id="rId3" imgW="2133600" imgH="469900" progId="Equation.DSMT4">
                  <p:embed/>
                  <p:pic>
                    <p:nvPicPr>
                      <p:cNvPr id="327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88" y="1573180"/>
                        <a:ext cx="3275955" cy="721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0"/>
          <p:cNvGraphicFramePr>
            <a:graphicFrameLocks noChangeAspect="1"/>
          </p:cNvGraphicFramePr>
          <p:nvPr/>
        </p:nvGraphicFramePr>
        <p:xfrm>
          <a:off x="3709194" y="3446861"/>
          <a:ext cx="47736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05100" imgH="431800" progId="Equation.DSMT4">
                  <p:embed/>
                </p:oleObj>
              </mc:Choice>
              <mc:Fallback>
                <p:oleObj name="Equation" r:id="rId5" imgW="2705100" imgH="431800" progId="Equation.DSMT4">
                  <p:embed/>
                  <p:pic>
                    <p:nvPicPr>
                      <p:cNvPr id="327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194" y="3446861"/>
                        <a:ext cx="4773612" cy="7620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7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626495"/>
              </p:ext>
            </p:extLst>
          </p:nvPr>
        </p:nvGraphicFramePr>
        <p:xfrm>
          <a:off x="5193385" y="5110814"/>
          <a:ext cx="6496899" cy="1322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868000" imgH="17678400" progId="Equation.DSMT4">
                  <p:embed/>
                </p:oleObj>
              </mc:Choice>
              <mc:Fallback>
                <p:oleObj name="Equation" r:id="rId7" imgW="86868000" imgH="17678400" progId="Equation.DSMT4">
                  <p:embed/>
                  <p:pic>
                    <p:nvPicPr>
                      <p:cNvPr id="8267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3385" y="5110814"/>
                        <a:ext cx="6496899" cy="13222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8676495" y="1444328"/>
            <a:ext cx="30137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i="1" dirty="0">
                <a:solidFill>
                  <a:srgbClr val="FF0000"/>
                </a:solidFill>
              </a:rPr>
              <a:t>Note: some books use –</a:t>
            </a:r>
            <a:r>
              <a:rPr lang="en-US" altLang="en-US" i="1" dirty="0" err="1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>
                <a:solidFill>
                  <a:srgbClr val="FF0000"/>
                </a:solidFill>
              </a:rPr>
              <a:t>j</a:t>
            </a:r>
            <a:r>
              <a:rPr lang="en-US" altLang="en-US" i="1" dirty="0">
                <a:solidFill>
                  <a:srgbClr val="FF0000"/>
                </a:solidFill>
              </a:rPr>
              <a:t> instead of the +</a:t>
            </a:r>
            <a:r>
              <a:rPr lang="en-US" altLang="en-US" i="1" dirty="0" err="1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>
                <a:solidFill>
                  <a:srgbClr val="FF0000"/>
                </a:solidFill>
              </a:rPr>
              <a:t>j</a:t>
            </a:r>
            <a:r>
              <a:rPr lang="en-US" altLang="en-US" i="1" dirty="0">
                <a:solidFill>
                  <a:srgbClr val="FF0000"/>
                </a:solidFill>
              </a:rPr>
              <a:t> . It does not affect the definition of poles.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Case 1: D(s) has distinct real roots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037248"/>
          </a:xfrm>
        </p:spPr>
        <p:txBody>
          <a:bodyPr>
            <a:normAutofit/>
          </a:bodyPr>
          <a:lstStyle/>
          <a:p>
            <a:r>
              <a:rPr lang="en-US" altLang="en-US" dirty="0"/>
              <a:t>According to the table of inverse Laplace transform:</a:t>
            </a:r>
            <a:endParaRPr lang="en-US" altLang="en-US" sz="600" dirty="0"/>
          </a:p>
          <a:p>
            <a:r>
              <a:rPr lang="en-US" altLang="en-US" dirty="0"/>
              <a:t>Yielding:</a:t>
            </a:r>
          </a:p>
          <a:p>
            <a:r>
              <a:rPr lang="en-US" altLang="en-US" b="1" dirty="0"/>
              <a:t>Example</a:t>
            </a:r>
            <a:r>
              <a:rPr lang="en-US" altLang="en-US" dirty="0"/>
              <a:t>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34822" name="Object 3"/>
          <p:cNvGraphicFramePr>
            <a:graphicFrameLocks noChangeAspect="1"/>
          </p:cNvGraphicFramePr>
          <p:nvPr/>
        </p:nvGraphicFramePr>
        <p:xfrm>
          <a:off x="2472689" y="2129330"/>
          <a:ext cx="58435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60700" imgH="279400" progId="Equation.DSMT4">
                  <p:embed/>
                </p:oleObj>
              </mc:Choice>
              <mc:Fallback>
                <p:oleObj name="Equation" r:id="rId3" imgW="3060700" imgH="279400" progId="Equation.DSMT4">
                  <p:embed/>
                  <p:pic>
                    <p:nvPicPr>
                      <p:cNvPr id="348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2689" y="2129330"/>
                        <a:ext cx="5843588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9" name="Object 73"/>
          <p:cNvGraphicFramePr>
            <a:graphicFrameLocks noChangeAspect="1"/>
          </p:cNvGraphicFramePr>
          <p:nvPr/>
        </p:nvGraphicFramePr>
        <p:xfrm>
          <a:off x="8415448" y="1582639"/>
          <a:ext cx="221456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600" imgH="431800" progId="Equation.DSMT4">
                  <p:embed/>
                </p:oleObj>
              </mc:Choice>
              <mc:Fallback>
                <p:oleObj name="Equation" r:id="rId5" imgW="1371600" imgH="431800" progId="Equation.DSMT4">
                  <p:embed/>
                  <p:pic>
                    <p:nvPicPr>
                      <p:cNvPr id="9289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5448" y="1582639"/>
                        <a:ext cx="2214563" cy="696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4230" y="3004376"/>
            <a:ext cx="3004939" cy="9977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1988" y="4292076"/>
            <a:ext cx="6887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Solution: There are three distinct real poles, so we let  </a:t>
            </a:r>
            <a:endParaRPr lang="zh-CN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351" y="4890497"/>
            <a:ext cx="4978168" cy="9404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6543" y="3127666"/>
            <a:ext cx="2757109" cy="847423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7288909" y="3374412"/>
            <a:ext cx="480778" cy="299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7686" y="3233530"/>
            <a:ext cx="3697546" cy="526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using the residual method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056" y="1484244"/>
            <a:ext cx="5261107" cy="993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466" y="2716795"/>
            <a:ext cx="2331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Residue Method</a:t>
            </a:r>
            <a:endParaRPr lang="zh-CN" alt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9115" y="3399525"/>
            <a:ext cx="8942624" cy="293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7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using the algebraic method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535" y="1484688"/>
            <a:ext cx="4627421" cy="87419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F1C4208-8E0D-5549-822F-586A5E34B828}"/>
              </a:ext>
            </a:extLst>
          </p:cNvPr>
          <p:cNvGrpSpPr/>
          <p:nvPr/>
        </p:nvGrpSpPr>
        <p:grpSpPr>
          <a:xfrm>
            <a:off x="968070" y="2756452"/>
            <a:ext cx="9368626" cy="3451744"/>
            <a:chOff x="5662345" y="4249920"/>
            <a:chExt cx="6502063" cy="2395598"/>
          </a:xfrm>
        </p:grpSpPr>
        <p:sp>
          <p:nvSpPr>
            <p:cNvPr id="16" name="TextBox 15"/>
            <p:cNvSpPr txBox="1"/>
            <p:nvPr/>
          </p:nvSpPr>
          <p:spPr>
            <a:xfrm>
              <a:off x="5662345" y="4249920"/>
              <a:ext cx="3961389" cy="320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Algebraic Method – reduction of fractions</a:t>
              </a:r>
              <a:endParaRPr lang="zh-CN" altLang="en-US" sz="2400" b="1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3102" y="4810077"/>
              <a:ext cx="5105400" cy="4857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7483" y="5201900"/>
              <a:ext cx="5876925" cy="104775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45054" y="6369293"/>
              <a:ext cx="2152650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863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901574" y="0"/>
            <a:ext cx="10515600" cy="1047892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Case 2: D(s) has repeated </a:t>
            </a:r>
            <a:r>
              <a:rPr lang="en-US" altLang="zh-CN" sz="4000" dirty="0"/>
              <a:t>real </a:t>
            </a:r>
            <a:r>
              <a:rPr lang="en-US" altLang="en-US" sz="4000" dirty="0"/>
              <a:t>roots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93344" y="1147480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en-US" dirty="0"/>
              <a:t>If </a:t>
            </a:r>
            <a:r>
              <a:rPr lang="en-US" altLang="en-US" i="1" dirty="0"/>
              <a:t>F(s)</a:t>
            </a:r>
            <a:r>
              <a:rPr lang="en-US" altLang="en-US" dirty="0"/>
              <a:t> has </a:t>
            </a:r>
            <a:r>
              <a:rPr lang="en-US" altLang="en-US" i="1" dirty="0"/>
              <a:t>n</a:t>
            </a:r>
            <a:r>
              <a:rPr lang="en-US" altLang="en-US" dirty="0"/>
              <a:t> repeated poles at </a:t>
            </a:r>
            <a:r>
              <a:rPr lang="en-US" altLang="en-US" i="1" dirty="0"/>
              <a:t>s=-p</a:t>
            </a:r>
            <a:r>
              <a:rPr lang="en-US" altLang="en-US" dirty="0"/>
              <a:t>, then decompose the fractions as: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where </a:t>
            </a:r>
            <a:r>
              <a:rPr lang="en-US" altLang="en-US" i="1" dirty="0"/>
              <a:t>G(s)</a:t>
            </a:r>
            <a:r>
              <a:rPr lang="en-US" altLang="en-US" dirty="0"/>
              <a:t> is the remaining part of </a:t>
            </a:r>
            <a:r>
              <a:rPr lang="en-US" altLang="en-US" i="1" dirty="0"/>
              <a:t>F(s) </a:t>
            </a:r>
            <a:r>
              <a:rPr lang="en-US" altLang="en-US" dirty="0"/>
              <a:t>that  does not have a pole at </a:t>
            </a:r>
            <a:r>
              <a:rPr lang="en-US" altLang="en-US" i="1" dirty="0"/>
              <a:t>s=-p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The expansion coefficient is obtained from</a:t>
            </a:r>
          </a:p>
          <a:p>
            <a:endParaRPr lang="en-US" altLang="en-US" sz="1600" dirty="0"/>
          </a:p>
          <a:p>
            <a:r>
              <a:rPr lang="en-US" altLang="en-US" dirty="0"/>
              <a:t>Also</a:t>
            </a:r>
          </a:p>
          <a:p>
            <a:endParaRPr lang="en-US" altLang="en-US" dirty="0"/>
          </a:p>
          <a:p>
            <a:r>
              <a:rPr lang="en-US" altLang="en-US" dirty="0"/>
              <a:t>Apply the inverse transform,</a:t>
            </a:r>
            <a:br>
              <a:rPr lang="en-US" altLang="en-US" dirty="0"/>
            </a:br>
            <a:r>
              <a:rPr lang="en-US" altLang="en-US" dirty="0"/>
              <a:t>The transform will be: 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368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528214"/>
              </p:ext>
            </p:extLst>
          </p:nvPr>
        </p:nvGraphicFramePr>
        <p:xfrm>
          <a:off x="3047606" y="1604962"/>
          <a:ext cx="58070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81400" imgH="469900" progId="Equation.DSMT4">
                  <p:embed/>
                </p:oleObj>
              </mc:Choice>
              <mc:Fallback>
                <p:oleObj name="Equation" r:id="rId3" imgW="3581400" imgH="469900" progId="Equation.DSMT4">
                  <p:embed/>
                  <p:pic>
                    <p:nvPicPr>
                      <p:cNvPr id="3686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606" y="1604962"/>
                        <a:ext cx="5807075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2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855579"/>
              </p:ext>
            </p:extLst>
          </p:nvPr>
        </p:nvGraphicFramePr>
        <p:xfrm>
          <a:off x="6553708" y="2934885"/>
          <a:ext cx="2492571" cy="634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365" imgH="355600" progId="Equation.DSMT4">
                  <p:embed/>
                </p:oleObj>
              </mc:Choice>
              <mc:Fallback>
                <p:oleObj name="Equation" r:id="rId5" imgW="1396365" imgH="355600" progId="Equation.DSMT4">
                  <p:embed/>
                  <p:pic>
                    <p:nvPicPr>
                      <p:cNvPr id="10312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708" y="2934885"/>
                        <a:ext cx="2492571" cy="6344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7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496658"/>
              </p:ext>
            </p:extLst>
          </p:nvPr>
        </p:nvGraphicFramePr>
        <p:xfrm>
          <a:off x="4675328" y="4531622"/>
          <a:ext cx="2853061" cy="755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27200" imgH="457200" progId="Equation.DSMT4">
                  <p:embed/>
                </p:oleObj>
              </mc:Choice>
              <mc:Fallback>
                <p:oleObj name="Equation" r:id="rId7" imgW="1727200" imgH="457200" progId="Equation.DSMT4">
                  <p:embed/>
                  <p:pic>
                    <p:nvPicPr>
                      <p:cNvPr id="10317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328" y="4531622"/>
                        <a:ext cx="2853061" cy="755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8599" y="3641727"/>
            <a:ext cx="9229725" cy="819150"/>
          </a:xfrm>
          <a:prstGeom prst="rect">
            <a:avLst/>
          </a:prstGeom>
        </p:spPr>
      </p:pic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5003B748-2FC6-FB4A-8377-7C77B4445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08319"/>
              </p:ext>
            </p:extLst>
          </p:nvPr>
        </p:nvGraphicFramePr>
        <p:xfrm>
          <a:off x="1169576" y="5574624"/>
          <a:ext cx="6489785" cy="808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76700" imgH="508000" progId="Equation.DSMT4">
                  <p:embed/>
                </p:oleObj>
              </mc:Choice>
              <mc:Fallback>
                <p:oleObj name="Equation" r:id="rId10" imgW="4076700" imgH="508000" progId="Equation.DSMT4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5003B748-2FC6-FB4A-8377-7C77B44458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576" y="5574624"/>
                        <a:ext cx="6489785" cy="8087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39FEC8C-24FB-C047-AB2E-213D77D5EE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512149"/>
              </p:ext>
            </p:extLst>
          </p:nvPr>
        </p:nvGraphicFramePr>
        <p:xfrm>
          <a:off x="9568292" y="5811729"/>
          <a:ext cx="17637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165" imgH="254000" progId="Equation.DSMT4">
                  <p:embed/>
                </p:oleObj>
              </mc:Choice>
              <mc:Fallback>
                <p:oleObj name="Equation" r:id="rId12" imgW="1066165" imgH="25400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939FEC8C-24FB-C047-AB2E-213D77D5EE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8292" y="5811729"/>
                        <a:ext cx="17637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67134F-5030-F34C-B241-7E6846D305B3}"/>
              </a:ext>
            </a:extLst>
          </p:cNvPr>
          <p:cNvSpPr txBox="1"/>
          <p:nvPr/>
        </p:nvSpPr>
        <p:spPr>
          <a:xfrm>
            <a:off x="8582685" y="5767057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where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B0475F-68C2-F157-2516-DFB63BCB3509}"/>
              </a:ext>
            </a:extLst>
          </p:cNvPr>
          <p:cNvSpPr txBox="1"/>
          <p:nvPr/>
        </p:nvSpPr>
        <p:spPr>
          <a:xfrm>
            <a:off x="2822402" y="5577151"/>
            <a:ext cx="40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x</a:t>
            </a:r>
            <a:r>
              <a:rPr lang="en-US" altLang="zh-CN" i="1" dirty="0" err="1">
                <a:solidFill>
                  <a:srgbClr val="FF0000"/>
                </a:solidFill>
              </a:rPr>
              <a:t>t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19269" y="14784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Example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278" y="254076"/>
            <a:ext cx="7778276" cy="11311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820" y="1844011"/>
            <a:ext cx="7137355" cy="39683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8561" y="1402643"/>
            <a:ext cx="422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Residue Method</a:t>
            </a:r>
            <a:endParaRPr lang="zh-CN" altLang="en-US" sz="2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58CC99-603E-4D45-9888-B652C641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549" y="5928087"/>
            <a:ext cx="5365911" cy="633885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18350A2C-7C16-7843-82BA-568D6D675F81}"/>
              </a:ext>
            </a:extLst>
          </p:cNvPr>
          <p:cNvSpPr/>
          <p:nvPr/>
        </p:nvSpPr>
        <p:spPr>
          <a:xfrm>
            <a:off x="1855744" y="6102853"/>
            <a:ext cx="568643" cy="327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29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19269" y="14784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Example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278" y="254076"/>
            <a:ext cx="7778276" cy="1131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98" y="1447911"/>
            <a:ext cx="25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Algebraic Method</a:t>
            </a:r>
            <a:endParaRPr lang="zh-CN" altLang="en-US" sz="24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A7A09-F9B3-B04E-BC75-43654E8788C1}"/>
              </a:ext>
            </a:extLst>
          </p:cNvPr>
          <p:cNvGrpSpPr/>
          <p:nvPr/>
        </p:nvGrpSpPr>
        <p:grpSpPr>
          <a:xfrm>
            <a:off x="1375251" y="2127565"/>
            <a:ext cx="8845524" cy="3014804"/>
            <a:chOff x="6304922" y="4048140"/>
            <a:chExt cx="5514975" cy="1879659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4137" y="4048140"/>
              <a:ext cx="4352925" cy="6286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4922" y="4784799"/>
              <a:ext cx="5514975" cy="11430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57AA753-21F4-034C-A95E-48EBB1C29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961" y="5584055"/>
            <a:ext cx="5365911" cy="633885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866CB0CE-088F-8D40-8BB7-9F7371EF2BD1}"/>
              </a:ext>
            </a:extLst>
          </p:cNvPr>
          <p:cNvSpPr/>
          <p:nvPr/>
        </p:nvSpPr>
        <p:spPr>
          <a:xfrm>
            <a:off x="1756156" y="5758821"/>
            <a:ext cx="568643" cy="327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40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Case 3: D(s) has complex roots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25962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Handling complex poles can be done by using the same techniques for real poles. There can be distinct and repeated complex poles as well. </a:t>
            </a:r>
          </a:p>
          <a:p>
            <a:pPr algn="just"/>
            <a:r>
              <a:rPr lang="en-US" altLang="en-US" dirty="0"/>
              <a:t>One thing to note that </a:t>
            </a:r>
            <a:r>
              <a:rPr lang="en-US" altLang="en-US" i="1" dirty="0"/>
              <a:t>N(s)</a:t>
            </a:r>
            <a:r>
              <a:rPr lang="en-US" altLang="en-US" dirty="0"/>
              <a:t> and </a:t>
            </a:r>
            <a:r>
              <a:rPr lang="en-US" altLang="en-US" i="1" dirty="0"/>
              <a:t>D(s)</a:t>
            </a:r>
            <a:r>
              <a:rPr lang="en-US" altLang="en-US" dirty="0"/>
              <a:t> always have real coefficients.</a:t>
            </a:r>
          </a:p>
          <a:p>
            <a:pPr algn="just"/>
            <a:r>
              <a:rPr lang="en-US" altLang="en-US" i="1" dirty="0">
                <a:solidFill>
                  <a:srgbClr val="FF0000"/>
                </a:solidFill>
              </a:rPr>
              <a:t>Complex roots of polynomials with real coefficients must occur in conjugate pairs.</a:t>
            </a:r>
          </a:p>
          <a:p>
            <a:pPr algn="just"/>
            <a:r>
              <a:rPr lang="en-US" altLang="en-US" dirty="0"/>
              <a:t>So here we can use a technique called “completing the square”</a:t>
            </a:r>
          </a:p>
          <a:p>
            <a:pPr algn="just"/>
            <a:r>
              <a:rPr lang="en-US" altLang="en-US" dirty="0"/>
              <a:t>To rewrite </a:t>
            </a:r>
            <a:r>
              <a:rPr lang="en-US" altLang="en-US" i="1" dirty="0"/>
              <a:t>F(s)</a:t>
            </a:r>
            <a:r>
              <a:rPr lang="en-US" altLang="en-US" dirty="0"/>
              <a:t> as a general form below:</a:t>
            </a:r>
          </a:p>
          <a:p>
            <a:pPr algn="just"/>
            <a:endParaRPr lang="en-US" altLang="en-US" i="1" dirty="0"/>
          </a:p>
          <a:p>
            <a:pPr algn="just"/>
            <a:endParaRPr lang="en-US" altLang="en-US" i="1" dirty="0"/>
          </a:p>
          <a:p>
            <a:pPr algn="just"/>
            <a:r>
              <a:rPr lang="en-US" altLang="en-US" dirty="0"/>
              <a:t>where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(s)</a:t>
            </a:r>
            <a:r>
              <a:rPr lang="en-US" altLang="en-US" dirty="0"/>
              <a:t> is the remaining part that does not have this complex conjugate pair.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48481" name="Object 1"/>
          <p:cNvGraphicFramePr>
            <a:graphicFrameLocks noChangeAspect="1"/>
          </p:cNvGraphicFramePr>
          <p:nvPr/>
        </p:nvGraphicFramePr>
        <p:xfrm>
          <a:off x="4405548" y="4284740"/>
          <a:ext cx="3380903" cy="81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600" imgH="393700" progId="Equation.DSMT4">
                  <p:embed/>
                </p:oleObj>
              </mc:Choice>
              <mc:Fallback>
                <p:oleObj name="Equation" r:id="rId3" imgW="1625600" imgH="393700" progId="Equation.DSMT4">
                  <p:embed/>
                  <p:pic>
                    <p:nvPicPr>
                      <p:cNvPr id="14848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548" y="4284740"/>
                        <a:ext cx="3380903" cy="81869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955767" y="1932829"/>
            <a:ext cx="10515600" cy="489857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sz="2800" b="1" dirty="0"/>
              <a:t>A trick to easily handle the complex root case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Completing the square by letting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Also let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Then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So the inverse transform is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Note: </a:t>
            </a:r>
            <a:r>
              <a:rPr lang="en-US" altLang="en-US" i="1" dirty="0"/>
              <a:t>sin</a:t>
            </a:r>
            <a:r>
              <a:rPr lang="en-US" altLang="en-US" dirty="0"/>
              <a:t> and </a:t>
            </a:r>
            <a:r>
              <a:rPr lang="en-US" altLang="en-US" i="1" dirty="0"/>
              <a:t>cos</a:t>
            </a:r>
            <a:r>
              <a:rPr lang="en-US" altLang="en-US" dirty="0"/>
              <a:t> terms can be further combined if needed.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1373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943805"/>
              </p:ext>
            </p:extLst>
          </p:nvPr>
        </p:nvGraphicFramePr>
        <p:xfrm>
          <a:off x="2446995" y="5197980"/>
          <a:ext cx="4935538" cy="862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482600" progId="Equation.DSMT4">
                  <p:embed/>
                </p:oleObj>
              </mc:Choice>
              <mc:Fallback>
                <p:oleObj name="Equation" r:id="rId3" imgW="2832100" imgH="482600" progId="Equation.DSMT4">
                  <p:embed/>
                  <p:pic>
                    <p:nvPicPr>
                      <p:cNvPr id="11373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995" y="5197980"/>
                        <a:ext cx="4935538" cy="8620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995" y="3719214"/>
            <a:ext cx="4752975" cy="771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591" y="2459523"/>
            <a:ext cx="5381625" cy="552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155" y="3015382"/>
            <a:ext cx="3000375" cy="542925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A78F84C7-E4EA-5D43-996C-F3B0886AE4E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8112" b="23876"/>
          <a:stretch/>
        </p:blipFill>
        <p:spPr>
          <a:xfrm>
            <a:off x="1224286" y="258040"/>
            <a:ext cx="9743428" cy="78377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754613-7173-394B-8532-BFAE079E24E9}"/>
              </a:ext>
            </a:extLst>
          </p:cNvPr>
          <p:cNvCxnSpPr/>
          <p:nvPr/>
        </p:nvCxnSpPr>
        <p:spPr>
          <a:xfrm>
            <a:off x="5652616" y="649925"/>
            <a:ext cx="1233563" cy="0"/>
          </a:xfrm>
          <a:prstGeom prst="straightConnector1">
            <a:avLst/>
          </a:prstGeom>
          <a:ln w="2857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DF84C8-0B38-9C47-AD84-A2FA64AE5EF0}"/>
              </a:ext>
            </a:extLst>
          </p:cNvPr>
          <p:cNvSpPr txBox="1"/>
          <p:nvPr/>
        </p:nvSpPr>
        <p:spPr>
          <a:xfrm>
            <a:off x="1515292" y="1135436"/>
            <a:ext cx="403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(Property: F</a:t>
            </a:r>
            <a:r>
              <a:rPr lang="en-CN" dirty="0"/>
              <a:t>or </a:t>
            </a:r>
            <a:r>
              <a:rPr lang="en-US" dirty="0"/>
              <a:t>complex root case, the coefficient must be complex conjugate)</a:t>
            </a:r>
            <a:endParaRPr lang="en-C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E0B971-1F4E-F740-BC95-FEC0B4354144}"/>
              </a:ext>
            </a:extLst>
          </p:cNvPr>
          <p:cNvGrpSpPr/>
          <p:nvPr/>
        </p:nvGrpSpPr>
        <p:grpSpPr>
          <a:xfrm>
            <a:off x="7559457" y="3307115"/>
            <a:ext cx="4520707" cy="1888909"/>
            <a:chOff x="7528142" y="3576424"/>
            <a:chExt cx="4520707" cy="1888909"/>
          </a:xfrm>
        </p:grpSpPr>
        <p:pic>
          <p:nvPicPr>
            <p:cNvPr id="15" name="Content Placeholder 4">
              <a:extLst>
                <a:ext uri="{FF2B5EF4-FFF2-40B4-BE49-F238E27FC236}">
                  <a16:creationId xmlns:a16="http://schemas.microsoft.com/office/drawing/2014/main" id="{801F1CDD-CA76-F240-B7E8-2CB71F235F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1917" t="79303" r="3771" b="734"/>
            <a:stretch/>
          </p:blipFill>
          <p:spPr>
            <a:xfrm>
              <a:off x="7593189" y="4100263"/>
              <a:ext cx="4296437" cy="1365069"/>
            </a:xfrm>
            <a:prstGeom prst="rect">
              <a:avLst/>
            </a:prstGeom>
          </p:spPr>
        </p:pic>
        <p:pic>
          <p:nvPicPr>
            <p:cNvPr id="16" name="Content Placeholder 4">
              <a:extLst>
                <a:ext uri="{FF2B5EF4-FFF2-40B4-BE49-F238E27FC236}">
                  <a16:creationId xmlns:a16="http://schemas.microsoft.com/office/drawing/2014/main" id="{79424EF8-DF32-B845-83F2-5681CB915F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39123" t="6397" r="8782" b="85899"/>
            <a:stretch/>
          </p:blipFill>
          <p:spPr>
            <a:xfrm>
              <a:off x="7697244" y="3576424"/>
              <a:ext cx="4121063" cy="52665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40D649-CABA-E642-938B-06909115FCD0}"/>
                </a:ext>
              </a:extLst>
            </p:cNvPr>
            <p:cNvSpPr/>
            <p:nvPr/>
          </p:nvSpPr>
          <p:spPr>
            <a:xfrm>
              <a:off x="7528142" y="3576425"/>
              <a:ext cx="4520707" cy="1888908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8CCCFB8-BAA0-7644-A893-8E84A9F8F5C1}"/>
              </a:ext>
            </a:extLst>
          </p:cNvPr>
          <p:cNvSpPr/>
          <p:nvPr/>
        </p:nvSpPr>
        <p:spPr>
          <a:xfrm>
            <a:off x="3287366" y="3692807"/>
            <a:ext cx="3066137" cy="797932"/>
          </a:xfrm>
          <a:prstGeom prst="rect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7B70B9-88A8-7641-B1D0-466E0F339802}"/>
              </a:ext>
            </a:extLst>
          </p:cNvPr>
          <p:cNvSpPr/>
          <p:nvPr/>
        </p:nvSpPr>
        <p:spPr>
          <a:xfrm>
            <a:off x="3203260" y="5196023"/>
            <a:ext cx="3434023" cy="440149"/>
          </a:xfrm>
          <a:prstGeom prst="rect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247DFD-F7F1-AE5F-B25B-C984A4FF9447}"/>
                  </a:ext>
                </a:extLst>
              </p14:cNvPr>
              <p14:cNvContentPartPr/>
              <p14:nvPr/>
            </p14:nvContentPartPr>
            <p14:xfrm>
              <a:off x="828000" y="209520"/>
              <a:ext cx="11058840" cy="1819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247DFD-F7F1-AE5F-B25B-C984A4FF94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8640" y="200160"/>
                <a:ext cx="11077560" cy="183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Case 4: Improper function. T</a:t>
            </a:r>
            <a:r>
              <a:rPr lang="en-US" altLang="en-US" sz="3600" dirty="0"/>
              <a:t>he order of the numerator polynomial </a:t>
            </a:r>
            <a:r>
              <a:rPr lang="en-US" altLang="en-US" sz="3600" i="1" dirty="0"/>
              <a:t>N</a:t>
            </a:r>
            <a:r>
              <a:rPr lang="en-US" altLang="en-US" sz="3600" dirty="0"/>
              <a:t>(</a:t>
            </a:r>
            <a:r>
              <a:rPr lang="en-US" altLang="en-US" sz="3600" i="1" dirty="0"/>
              <a:t>s</a:t>
            </a:r>
            <a:r>
              <a:rPr lang="en-US" altLang="en-US" sz="3600" dirty="0"/>
              <a:t>) is higher than that of </a:t>
            </a:r>
            <a:r>
              <a:rPr lang="en-US" altLang="en-US" sz="3600" i="1" dirty="0"/>
              <a:t>D</a:t>
            </a:r>
            <a:r>
              <a:rPr lang="en-US" altLang="en-US" sz="3600" dirty="0"/>
              <a:t>(s)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Example 1: One can expand                                       using long division to obtain  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Example 2: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031" y="3714515"/>
            <a:ext cx="3928835" cy="7857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1082"/>
          <a:stretch>
            <a:fillRect/>
          </a:stretch>
        </p:blipFill>
        <p:spPr>
          <a:xfrm>
            <a:off x="3018212" y="4816262"/>
            <a:ext cx="3156346" cy="685800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4474507" y="4502315"/>
            <a:ext cx="235671" cy="4349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505" y="4857528"/>
            <a:ext cx="4171950" cy="619125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6381160" y="5049255"/>
            <a:ext cx="386499" cy="235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5921" y="5887726"/>
            <a:ext cx="3286125" cy="581025"/>
          </a:xfrm>
          <a:prstGeom prst="rect">
            <a:avLst/>
          </a:prstGeom>
        </p:spPr>
      </p:pic>
      <p:sp>
        <p:nvSpPr>
          <p:cNvPr id="12" name="Down Arrow 11"/>
          <p:cNvSpPr/>
          <p:nvPr/>
        </p:nvSpPr>
        <p:spPr>
          <a:xfrm>
            <a:off x="4501401" y="5476653"/>
            <a:ext cx="235671" cy="4349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574409" y="5976452"/>
                <a:ext cx="4392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409" y="5976452"/>
                <a:ext cx="439223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9589" r="-10959"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5113" y="5782951"/>
            <a:ext cx="4591050" cy="685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76420" y="4684306"/>
                <a:ext cx="10077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420" y="4684306"/>
                <a:ext cx="1007775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5455" r="-4848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43370" y="5113878"/>
                <a:ext cx="1140825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70" y="5113878"/>
                <a:ext cx="1140825" cy="53751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50339" y="5800557"/>
                <a:ext cx="135293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⟺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39" y="5800557"/>
                <a:ext cx="1352934" cy="555793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3BE47D47-4CF4-F246-BF07-94D7A7D1F44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2951" t="18400" r="41917" b="62642"/>
          <a:stretch/>
        </p:blipFill>
        <p:spPr>
          <a:xfrm>
            <a:off x="7975691" y="2234667"/>
            <a:ext cx="3696875" cy="25815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CF551F-D73C-BE4F-8C6D-3CEE13C219D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34012" b="-16479"/>
          <a:stretch/>
        </p:blipFill>
        <p:spPr>
          <a:xfrm>
            <a:off x="4622216" y="1751766"/>
            <a:ext cx="2849738" cy="6565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9E8B5D-34D1-0C45-8DFE-3B1E262C5A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5883" y="2422125"/>
            <a:ext cx="3272929" cy="656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/>
      <p:bldP spid="16" grpId="0"/>
      <p:bldP spid="17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(Residue method)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Find the inverse transform of the frequency-domain function</a:t>
            </a:r>
            <a:endParaRPr lang="en-US" dirty="0"/>
          </a:p>
          <a:p>
            <a:r>
              <a:rPr lang="en-US" dirty="0"/>
              <a:t>Residue method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Note: for the complex pair of roots, only one k needs to be determined!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39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108"/>
          <p:cNvGraphicFramePr>
            <a:graphicFrameLocks noChangeAspect="1"/>
          </p:cNvGraphicFramePr>
          <p:nvPr/>
        </p:nvGraphicFramePr>
        <p:xfrm>
          <a:off x="8374930" y="1583956"/>
          <a:ext cx="2713538" cy="647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600" imgH="419100" progId="Equation.DSMT4">
                  <p:embed/>
                </p:oleObj>
              </mc:Choice>
              <mc:Fallback>
                <p:oleObj name="Equation" r:id="rId2" imgW="1752600" imgH="419100" progId="Equation.DSMT4">
                  <p:embed/>
                  <p:pic>
                    <p:nvPicPr>
                      <p:cNvPr id="6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4930" y="1583956"/>
                        <a:ext cx="2713538" cy="6473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255031" y="2408958"/>
          <a:ext cx="9279924" cy="304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383200" imgH="56083200" progId="Equation.DSMT4">
                  <p:embed/>
                </p:oleObj>
              </mc:Choice>
              <mc:Fallback>
                <p:oleObj name="Equation" r:id="rId4" imgW="170383200" imgH="56083200" progId="Equation.DSMT4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031" y="2408958"/>
                        <a:ext cx="9279924" cy="30497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(Residue method)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Taking the inverse Laplace transform of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), </a:t>
            </a:r>
            <a:endParaRPr lang="en-GB" dirty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108"/>
          <p:cNvGraphicFramePr>
            <a:graphicFrameLocks noChangeAspect="1"/>
          </p:cNvGraphicFramePr>
          <p:nvPr/>
        </p:nvGraphicFramePr>
        <p:xfrm>
          <a:off x="2043781" y="2523691"/>
          <a:ext cx="8104437" cy="3653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9001600" imgH="40233600" progId="Equation.DSMT4">
                  <p:embed/>
                </p:oleObj>
              </mc:Choice>
              <mc:Fallback>
                <p:oleObj name="Equation" r:id="rId2" imgW="89001600" imgH="40233600" progId="Equation.DSMT4">
                  <p:embed/>
                  <p:pic>
                    <p:nvPicPr>
                      <p:cNvPr id="6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781" y="2523691"/>
                        <a:ext cx="8104437" cy="3653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A6ADE6-9B65-8143-AEA4-E09C9F63C094}"/>
                  </a:ext>
                </a:extLst>
              </p14:cNvPr>
              <p14:cNvContentPartPr/>
              <p14:nvPr/>
            </p14:nvContentPartPr>
            <p14:xfrm>
              <a:off x="5527526" y="5640840"/>
              <a:ext cx="32400" cy="22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A6ADE6-9B65-8143-AEA4-E09C9F63C0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3206" y="5636520"/>
                <a:ext cx="4104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CF2AF-DECA-944F-9532-3F95CDC7A28F}"/>
              </a:ext>
            </a:extLst>
          </p:cNvPr>
          <p:cNvGrpSpPr/>
          <p:nvPr/>
        </p:nvGrpSpPr>
        <p:grpSpPr>
          <a:xfrm>
            <a:off x="5436806" y="5660640"/>
            <a:ext cx="232920" cy="196560"/>
            <a:chOff x="5436806" y="5660640"/>
            <a:chExt cx="23292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3276E4-7C2E-044C-BE09-1FC4F3271256}"/>
                    </a:ext>
                  </a:extLst>
                </p14:cNvPr>
                <p14:cNvContentPartPr/>
                <p14:nvPr/>
              </p14:nvContentPartPr>
              <p14:xfrm>
                <a:off x="5509886" y="5660640"/>
                <a:ext cx="18000" cy="196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3276E4-7C2E-044C-BE09-1FC4F32712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05566" y="5656320"/>
                  <a:ext cx="26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A99239-F49D-C242-9049-79313D370639}"/>
                    </a:ext>
                  </a:extLst>
                </p14:cNvPr>
                <p14:cNvContentPartPr/>
                <p14:nvPr/>
              </p14:nvContentPartPr>
              <p14:xfrm>
                <a:off x="5436806" y="5753160"/>
                <a:ext cx="148680" cy="13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A99239-F49D-C242-9049-79313D37063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32486" y="5748840"/>
                  <a:ext cx="157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0CBEBB7-128F-AD4B-AEBD-6126286707A6}"/>
                    </a:ext>
                  </a:extLst>
                </p14:cNvPr>
                <p14:cNvContentPartPr/>
                <p14:nvPr/>
              </p14:nvContentPartPr>
              <p14:xfrm>
                <a:off x="5452646" y="5735160"/>
                <a:ext cx="217080" cy="32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0CBEBB7-128F-AD4B-AEBD-6126286707A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48326" y="5730840"/>
                  <a:ext cx="225720" cy="41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(Algebraic method)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2309"/>
          </a:xfrm>
        </p:spPr>
        <p:txBody>
          <a:bodyPr>
            <a:normAutofit/>
          </a:bodyPr>
          <a:lstStyle/>
          <a:p>
            <a:r>
              <a:rPr lang="en-GB" dirty="0"/>
              <a:t>Express </a:t>
            </a:r>
            <a:r>
              <a:rPr lang="en-GB" i="1" dirty="0"/>
              <a:t>H</a:t>
            </a:r>
            <a:r>
              <a:rPr lang="en-GB" dirty="0"/>
              <a:t>(</a:t>
            </a:r>
            <a:r>
              <a:rPr lang="en-GB" i="1" dirty="0"/>
              <a:t>s</a:t>
            </a:r>
            <a:r>
              <a:rPr lang="en-GB" dirty="0"/>
              <a:t>) in terms of partial fractions</a:t>
            </a:r>
          </a:p>
          <a:p>
            <a:r>
              <a:rPr lang="en-US" dirty="0"/>
              <a:t>The equation must be satisfied for all values of </a:t>
            </a:r>
            <a:r>
              <a:rPr lang="en-US" i="1" dirty="0"/>
              <a:t>s</a:t>
            </a:r>
            <a:r>
              <a:rPr lang="en-US" dirty="0"/>
              <a:t>.</a:t>
            </a:r>
          </a:p>
          <a:p>
            <a:r>
              <a:rPr lang="en-US" dirty="0"/>
              <a:t>Sub 3 convenient s values that are not poles of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), </a:t>
            </a:r>
            <a:r>
              <a:rPr lang="en-US" dirty="0" err="1"/>
              <a:t>e.g</a:t>
            </a:r>
            <a:r>
              <a:rPr lang="en-US" dirty="0"/>
              <a:t> s=0, s=1 and s=-1.</a:t>
            </a:r>
          </a:p>
          <a:p>
            <a:endParaRPr lang="en-US" dirty="0"/>
          </a:p>
          <a:p>
            <a:endParaRPr lang="en-US" dirty="0"/>
          </a:p>
          <a:p>
            <a:endParaRPr lang="en-US" sz="3600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Solve for </a:t>
            </a:r>
            <a:r>
              <a:rPr lang="en-US" i="1" dirty="0"/>
              <a:t>A, B &amp; C</a:t>
            </a:r>
            <a:r>
              <a:rPr lang="en-US" dirty="0"/>
              <a:t>: 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108"/>
          <p:cNvGraphicFramePr>
            <a:graphicFrameLocks noChangeAspect="1"/>
          </p:cNvGraphicFramePr>
          <p:nvPr/>
        </p:nvGraphicFramePr>
        <p:xfrm>
          <a:off x="6566364" y="1713152"/>
          <a:ext cx="47561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400" imgH="419100" progId="Equation.DSMT4">
                  <p:embed/>
                </p:oleObj>
              </mc:Choice>
              <mc:Fallback>
                <p:oleObj name="Equation" r:id="rId2" imgW="3073400" imgH="419100" progId="Equation.DSMT4">
                  <p:embed/>
                  <p:pic>
                    <p:nvPicPr>
                      <p:cNvPr id="6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364" y="1713152"/>
                        <a:ext cx="4756150" cy="647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8"/>
          <p:cNvGraphicFramePr>
            <a:graphicFrameLocks noChangeAspect="1"/>
          </p:cNvGraphicFramePr>
          <p:nvPr/>
        </p:nvGraphicFramePr>
        <p:xfrm>
          <a:off x="1827787" y="3179090"/>
          <a:ext cx="5737095" cy="191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11600" imgH="1308100" progId="Equation.DSMT4">
                  <p:embed/>
                </p:oleObj>
              </mc:Choice>
              <mc:Fallback>
                <p:oleObj name="Equation" r:id="rId4" imgW="3911600" imgH="1308100" progId="Equation.DSMT4">
                  <p:embed/>
                  <p:pic>
                    <p:nvPicPr>
                      <p:cNvPr id="7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787" y="3179090"/>
                        <a:ext cx="5737095" cy="1915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8"/>
          <p:cNvGraphicFramePr>
            <a:graphicFrameLocks noChangeAspect="1"/>
          </p:cNvGraphicFramePr>
          <p:nvPr/>
        </p:nvGraphicFramePr>
        <p:xfrm>
          <a:off x="3559968" y="5609490"/>
          <a:ext cx="50720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76600" imgH="393700" progId="Equation.DSMT4">
                  <p:embed/>
                </p:oleObj>
              </mc:Choice>
              <mc:Fallback>
                <p:oleObj name="Equation" r:id="rId6" imgW="3276600" imgH="393700" progId="Equation.DSMT4">
                  <p:embed/>
                  <p:pic>
                    <p:nvPicPr>
                      <p:cNvPr id="8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968" y="5609490"/>
                        <a:ext cx="5072063" cy="606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Example(Algebraic method) 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Completing the square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Taking the inverse Laplace transform of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same result as before. 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108"/>
          <p:cNvGraphicFramePr>
            <a:graphicFrameLocks noChangeAspect="1"/>
          </p:cNvGraphicFramePr>
          <p:nvPr/>
        </p:nvGraphicFramePr>
        <p:xfrm>
          <a:off x="4061619" y="1892001"/>
          <a:ext cx="4068762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863600" progId="Equation.DSMT4">
                  <p:embed/>
                </p:oleObj>
              </mc:Choice>
              <mc:Fallback>
                <p:oleObj name="Equation" r:id="rId2" imgW="2628900" imgH="863600" progId="Equation.DSMT4">
                  <p:embed/>
                  <p:pic>
                    <p:nvPicPr>
                      <p:cNvPr id="6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619" y="1892001"/>
                        <a:ext cx="4068762" cy="13319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8"/>
          <p:cNvGraphicFramePr>
            <a:graphicFrameLocks noChangeAspect="1"/>
          </p:cNvGraphicFramePr>
          <p:nvPr/>
        </p:nvGraphicFramePr>
        <p:xfrm>
          <a:off x="3530032" y="3860129"/>
          <a:ext cx="53863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79800" imgH="393700" progId="Equation.DSMT4">
                  <p:embed/>
                </p:oleObj>
              </mc:Choice>
              <mc:Fallback>
                <p:oleObj name="Equation" r:id="rId4" imgW="3479800" imgH="393700" progId="Equation.DSMT4">
                  <p:embed/>
                  <p:pic>
                    <p:nvPicPr>
                      <p:cNvPr id="7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032" y="3860129"/>
                        <a:ext cx="5386387" cy="6080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Application: Solving ODEs using Laplace transform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US" altLang="en-US" dirty="0"/>
              <a:t>The Laplace transform is useful in solving linear </a:t>
            </a:r>
            <a:r>
              <a:rPr lang="en-US" altLang="en-US" dirty="0" err="1"/>
              <a:t>integro</a:t>
            </a:r>
            <a:r>
              <a:rPr lang="en-US" altLang="zh-CN" dirty="0"/>
              <a:t>-</a:t>
            </a:r>
            <a:r>
              <a:rPr lang="en-US" altLang="en-US" dirty="0"/>
              <a:t>differential equations.</a:t>
            </a:r>
          </a:p>
          <a:p>
            <a:pPr algn="just"/>
            <a:r>
              <a:rPr lang="en-US" altLang="en-US" dirty="0"/>
              <a:t>Using the differential and integral properties of Laplace transforms, each term in the equation is transformed.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Initial conditions are automatically taken into account.</a:t>
            </a:r>
          </a:p>
          <a:p>
            <a:pPr algn="just"/>
            <a:r>
              <a:rPr lang="en-US" altLang="en-US" dirty="0"/>
              <a:t>The resulting algebraic equation is solved in the s-domain.</a:t>
            </a:r>
          </a:p>
          <a:p>
            <a:pPr algn="just"/>
            <a:r>
              <a:rPr lang="en-US" altLang="en-US" dirty="0"/>
              <a:t>The s-domain solution is then converted back to time domain by using the inverse transform.</a:t>
            </a:r>
          </a:p>
          <a:p>
            <a:pPr algn="just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090" y="2776936"/>
            <a:ext cx="3152327" cy="1016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60" y="2845920"/>
            <a:ext cx="2692345" cy="10018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Solve the equation, subject to the initial conditions: </a:t>
            </a:r>
          </a:p>
          <a:p>
            <a:endParaRPr lang="en-US" altLang="en-US" sz="3600" dirty="0"/>
          </a:p>
          <a:p>
            <a:r>
              <a:rPr lang="en-US" altLang="en-US" dirty="0"/>
              <a:t> </a:t>
            </a:r>
            <a:r>
              <a:rPr lang="en-GB" dirty="0"/>
              <a:t>Take the Laplace transform of each term of the differential equation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sz="3200" dirty="0"/>
          </a:p>
          <a:p>
            <a:r>
              <a:rPr lang="en-US" altLang="en-US" dirty="0"/>
              <a:t>Determine the coefficients of the partial fractions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355927" y="2040090"/>
          <a:ext cx="2990980" cy="65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700" imgH="419100" progId="Equation.DSMT4">
                  <p:embed/>
                </p:oleObj>
              </mc:Choice>
              <mc:Fallback>
                <p:oleObj name="Equation" r:id="rId3" imgW="1917700" imgH="4191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27" y="2040090"/>
                        <a:ext cx="2990980" cy="6537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309644" y="1603618"/>
          <a:ext cx="26019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465" imgH="393700" progId="Equation.DSMT4">
                  <p:embed/>
                </p:oleObj>
              </mc:Choice>
              <mc:Fallback>
                <p:oleObj name="Equation" r:id="rId5" imgW="1688465" imgH="3937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9644" y="1603618"/>
                        <a:ext cx="2601912" cy="606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641975"/>
            <a:ext cx="3305175" cy="714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5927" y="5571556"/>
            <a:ext cx="3695700" cy="800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179" y="5628706"/>
            <a:ext cx="3857625" cy="685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1387" y="3143736"/>
            <a:ext cx="5229225" cy="609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1261" y="3622350"/>
            <a:ext cx="7229475" cy="685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1823" y="4270092"/>
            <a:ext cx="5848350" cy="80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8885" y="1334662"/>
            <a:ext cx="2647950" cy="107632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896438" y="3516413"/>
          <a:ext cx="8232842" cy="1465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11700" imgH="838200" progId="Equation.DSMT4">
                  <p:embed/>
                </p:oleObj>
              </mc:Choice>
              <mc:Fallback>
                <p:oleObj name="Equation" r:id="rId3" imgW="4711700" imgH="8382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438" y="3516413"/>
                        <a:ext cx="8232842" cy="1465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wn Arrow 6"/>
          <p:cNvSpPr/>
          <p:nvPr/>
        </p:nvSpPr>
        <p:spPr>
          <a:xfrm>
            <a:off x="5866743" y="2733402"/>
            <a:ext cx="292231" cy="4430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610600" y="2429916"/>
                <a:ext cx="158985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 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2429916"/>
                <a:ext cx="1589859" cy="52501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965650" y="1984408"/>
            <a:ext cx="294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Recall the transformation pair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Example: solve</a:t>
            </a:r>
            <a:endParaRPr lang="en-GB" sz="4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4414" y="1729212"/>
            <a:ext cx="10515600" cy="4746515"/>
          </a:xfrm>
        </p:spPr>
        <p:txBody>
          <a:bodyPr>
            <a:normAutofit/>
          </a:bodyPr>
          <a:lstStyle/>
          <a:p>
            <a:r>
              <a:rPr lang="en-US" dirty="0"/>
              <a:t>Solve the </a:t>
            </a:r>
            <a:r>
              <a:rPr lang="en-US" dirty="0" err="1"/>
              <a:t>integro</a:t>
            </a:r>
            <a:r>
              <a:rPr lang="en-US" dirty="0"/>
              <a:t>-differential equation subject to the condition </a:t>
            </a:r>
            <a:r>
              <a:rPr lang="en-US" i="1" dirty="0"/>
              <a:t>y</a:t>
            </a:r>
            <a:r>
              <a:rPr lang="en-US" dirty="0"/>
              <a:t>(0)=2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 </a:t>
            </a:r>
            <a:r>
              <a:rPr lang="en-US" i="1" dirty="0"/>
              <a:t>s</a:t>
            </a:r>
            <a:r>
              <a:rPr lang="en-US" dirty="0"/>
              <a:t>= 0 and 1, </a:t>
            </a:r>
          </a:p>
          <a:p>
            <a:endParaRPr lang="en-US" dirty="0"/>
          </a:p>
          <a:p>
            <a:r>
              <a:rPr lang="en-US" dirty="0"/>
              <a:t>Solve for A, B,                    , and obtain</a:t>
            </a:r>
          </a:p>
          <a:p>
            <a:endParaRPr lang="en-US" dirty="0"/>
          </a:p>
          <a:p>
            <a:r>
              <a:rPr lang="en-US" dirty="0"/>
              <a:t>Inverse Laplace transform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096445" y="4519672"/>
          <a:ext cx="1368000" cy="31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190500" progId="Equation.DSMT4">
                  <p:embed/>
                </p:oleObj>
              </mc:Choice>
              <mc:Fallback>
                <p:oleObj name="Equation" r:id="rId2" imgW="838200" imgH="1905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445" y="4519672"/>
                        <a:ext cx="1368000" cy="3121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253240" y="3744586"/>
          <a:ext cx="51689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14700" imgH="393700" progId="Equation.DSMT4">
                  <p:embed/>
                </p:oleObj>
              </mc:Choice>
              <mc:Fallback>
                <p:oleObj name="Equation" r:id="rId4" imgW="3314700" imgH="3937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240" y="3744586"/>
                        <a:ext cx="5168900" cy="614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967285" y="4858656"/>
          <a:ext cx="22574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800" imgH="419100" progId="Equation.DSMT4">
                  <p:embed/>
                </p:oleObj>
              </mc:Choice>
              <mc:Fallback>
                <p:oleObj name="Equation" r:id="rId6" imgW="1447800" imgH="4191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5" y="4858656"/>
                        <a:ext cx="2257425" cy="654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926803" y="6039896"/>
          <a:ext cx="23383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600" imgH="228600" progId="Equation.DSMT4">
                  <p:embed/>
                </p:oleObj>
              </mc:Choice>
              <mc:Fallback>
                <p:oleObj name="Equation" r:id="rId8" imgW="1498600" imgH="2286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803" y="6039896"/>
                        <a:ext cx="2338387" cy="355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own Arrow 3"/>
          <p:cNvSpPr/>
          <p:nvPr/>
        </p:nvSpPr>
        <p:spPr>
          <a:xfrm>
            <a:off x="5954595" y="5600897"/>
            <a:ext cx="282804" cy="4086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6848" y="2151992"/>
            <a:ext cx="7234945" cy="7632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6274" y="2911454"/>
            <a:ext cx="8754530" cy="836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39DFBC-414B-424E-8B1A-BC8637F598A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4538"/>
          <a:stretch/>
        </p:blipFill>
        <p:spPr>
          <a:xfrm>
            <a:off x="4384614" y="672816"/>
            <a:ext cx="3289175" cy="763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Laplace transform applied to circuit analysis</a:t>
            </a:r>
            <a:endParaRPr lang="en-US" altLang="en-US" dirty="0"/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US" altLang="en-US" dirty="0"/>
              <a:t>So we can apply the Laplace transform to circuit analysis.</a:t>
            </a:r>
          </a:p>
          <a:p>
            <a:pPr algn="just"/>
            <a:r>
              <a:rPr lang="en-US" altLang="en-US" dirty="0"/>
              <a:t>Three Steps as usual ~ 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FontTx/>
              <a:buAutoNum type="arabicPeriod"/>
            </a:pPr>
            <a:r>
              <a:rPr lang="en-US" altLang="en-US" dirty="0"/>
              <a:t> Transform the circuit from time domain to the s-domain.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FontTx/>
              <a:buAutoNum type="arabicPeriod"/>
            </a:pPr>
            <a:r>
              <a:rPr lang="en-US" altLang="en-US" dirty="0"/>
              <a:t> Solve the circuit using nodal analysis, mesh analysis, source transformation, superposition, or any circuit analysis technique with which we are familiar.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FontTx/>
              <a:buAutoNum type="arabicPeriod"/>
            </a:pPr>
            <a:r>
              <a:rPr lang="en-US" altLang="en-US" dirty="0"/>
              <a:t> Take the inverse transform of the solution and thus obtain the solution in the time domain.</a:t>
            </a:r>
          </a:p>
          <a:p>
            <a:pPr algn="just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2" descr="Image result for 把大象装冰箱总共分几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41"/>
          <a:stretch>
            <a:fillRect/>
          </a:stretch>
        </p:blipFill>
        <p:spPr bwMode="auto">
          <a:xfrm>
            <a:off x="1615513" y="4106142"/>
            <a:ext cx="8014524" cy="250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把大象装冰箱总共分几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7" r="25614" b="11641"/>
          <a:stretch>
            <a:fillRect/>
          </a:stretch>
        </p:blipFill>
        <p:spPr bwMode="auto">
          <a:xfrm>
            <a:off x="4992648" y="4106142"/>
            <a:ext cx="2584579" cy="250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把大象装冰箱总共分几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15" b="11641"/>
          <a:stretch>
            <a:fillRect/>
          </a:stretch>
        </p:blipFill>
        <p:spPr bwMode="auto">
          <a:xfrm>
            <a:off x="1615513" y="4106142"/>
            <a:ext cx="3461110" cy="250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Circuit Element Models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555553"/>
          </a:xfrm>
        </p:spPr>
        <p:txBody>
          <a:bodyPr/>
          <a:lstStyle/>
          <a:p>
            <a:r>
              <a:rPr lang="en-US" altLang="en-US" dirty="0"/>
              <a:t>As was done in phasor analysis, we transform a circuit from time domain to the frequency or s-domain.</a:t>
            </a:r>
          </a:p>
          <a:p>
            <a:r>
              <a:rPr lang="en-US" altLang="en-US" dirty="0"/>
              <a:t>For a resistor, the voltage current relationship in the time domain is:</a:t>
            </a:r>
          </a:p>
          <a:p>
            <a:r>
              <a:rPr lang="en-US" altLang="en-US" dirty="0"/>
              <a:t>Taking the Laplace transform:</a:t>
            </a:r>
          </a:p>
          <a:p>
            <a:endParaRPr lang="en-US" altLang="en-US" dirty="0"/>
          </a:p>
          <a:p>
            <a:r>
              <a:rPr lang="en-US" altLang="en-US" dirty="0"/>
              <a:t>For an inductor, </a:t>
            </a:r>
          </a:p>
          <a:p>
            <a:r>
              <a:rPr lang="en-US" altLang="en-US" dirty="0"/>
              <a:t>Taking the Laplace Transform: </a:t>
            </a:r>
          </a:p>
          <a:p>
            <a:endParaRPr lang="en-US" altLang="en-US" dirty="0"/>
          </a:p>
          <a:p>
            <a:r>
              <a:rPr lang="en-US" altLang="en-US" dirty="0"/>
              <a:t>For a Capacitor</a:t>
            </a:r>
          </a:p>
          <a:p>
            <a:r>
              <a:rPr lang="en-US" altLang="en-US" dirty="0"/>
              <a:t>Taking the Laplace Transform: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0245" name="Object 7"/>
          <p:cNvGraphicFramePr>
            <a:graphicFrameLocks noChangeAspect="1"/>
          </p:cNvGraphicFramePr>
          <p:nvPr/>
        </p:nvGraphicFramePr>
        <p:xfrm>
          <a:off x="9550787" y="2405356"/>
          <a:ext cx="1393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065" imgH="254000" progId="Equation.DSMT4">
                  <p:embed/>
                </p:oleObj>
              </mc:Choice>
              <mc:Fallback>
                <p:oleObj name="Equation" r:id="rId3" imgW="774065" imgH="254000" progId="Equation.DSMT4">
                  <p:embed/>
                  <p:pic>
                    <p:nvPicPr>
                      <p:cNvPr id="1024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0787" y="2405356"/>
                        <a:ext cx="1393825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010841"/>
              </p:ext>
            </p:extLst>
          </p:nvPr>
        </p:nvGraphicFramePr>
        <p:xfrm>
          <a:off x="5561307" y="3119718"/>
          <a:ext cx="1690061" cy="489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5665" imgH="254000" progId="Equation.DSMT4">
                  <p:embed/>
                </p:oleObj>
              </mc:Choice>
              <mc:Fallback>
                <p:oleObj name="Equation" r:id="rId5" imgW="875665" imgH="254000" progId="Equation.DSMT4">
                  <p:embed/>
                  <p:pic>
                    <p:nvPicPr>
                      <p:cNvPr id="102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307" y="3119718"/>
                        <a:ext cx="1690061" cy="4898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39" name="Object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224295"/>
              </p:ext>
            </p:extLst>
          </p:nvPr>
        </p:nvGraphicFramePr>
        <p:xfrm>
          <a:off x="3173019" y="3589947"/>
          <a:ext cx="1543836" cy="727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9000" imgH="419100" progId="Equation.DSMT4">
                  <p:embed/>
                </p:oleObj>
              </mc:Choice>
              <mc:Fallback>
                <p:oleObj name="Equation" r:id="rId7" imgW="889000" imgH="419100" progId="Equation.DSMT4">
                  <p:embed/>
                  <p:pic>
                    <p:nvPicPr>
                      <p:cNvPr id="17539" name="Object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019" y="3589947"/>
                        <a:ext cx="1543836" cy="727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41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016975"/>
              </p:ext>
            </p:extLst>
          </p:nvPr>
        </p:nvGraphicFramePr>
        <p:xfrm>
          <a:off x="5059285" y="4034118"/>
          <a:ext cx="5488355" cy="80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4980800" imgH="10972800" progId="Equation.DSMT4">
                  <p:embed/>
                </p:oleObj>
              </mc:Choice>
              <mc:Fallback>
                <p:oleObj name="Equation" r:id="rId9" imgW="74980800" imgH="10972800" progId="Equation.DSMT4">
                  <p:embed/>
                  <p:pic>
                    <p:nvPicPr>
                      <p:cNvPr id="17541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285" y="4034118"/>
                        <a:ext cx="5488355" cy="802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53315"/>
              </p:ext>
            </p:extLst>
          </p:nvPr>
        </p:nvGraphicFramePr>
        <p:xfrm>
          <a:off x="3183370" y="5029911"/>
          <a:ext cx="1397683" cy="64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065" imgH="419100" progId="Equation.DSMT4">
                  <p:embed/>
                </p:oleObj>
              </mc:Choice>
              <mc:Fallback>
                <p:oleObj name="Equation" r:id="rId11" imgW="901065" imgH="419100" progId="Equation.DSMT4">
                  <p:embed/>
                  <p:pic>
                    <p:nvPicPr>
                      <p:cNvPr id="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370" y="5029911"/>
                        <a:ext cx="1397683" cy="6495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183858"/>
              </p:ext>
            </p:extLst>
          </p:nvPr>
        </p:nvGraphicFramePr>
        <p:xfrm>
          <a:off x="5056944" y="5316071"/>
          <a:ext cx="5424698" cy="802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5000" imgH="469900" progId="Equation.DSMT4">
                  <p:embed/>
                </p:oleObj>
              </mc:Choice>
              <mc:Fallback>
                <p:oleObj name="Equation" r:id="rId13" imgW="3175000" imgH="469900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944" y="5316071"/>
                        <a:ext cx="5424698" cy="8026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CDEE2F09-38F9-FD45-AE7E-B99733A1C30E}"/>
              </a:ext>
            </a:extLst>
          </p:cNvPr>
          <p:cNvGrpSpPr/>
          <p:nvPr/>
        </p:nvGrpSpPr>
        <p:grpSpPr>
          <a:xfrm>
            <a:off x="6668491" y="5777081"/>
            <a:ext cx="173880" cy="39600"/>
            <a:chOff x="6668491" y="5777081"/>
            <a:chExt cx="173880" cy="3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6872FB-1474-634A-911A-0C21692E8315}"/>
                    </a:ext>
                  </a:extLst>
                </p14:cNvPr>
                <p14:cNvContentPartPr/>
                <p14:nvPr/>
              </p14:nvContentPartPr>
              <p14:xfrm>
                <a:off x="6716371" y="5799401"/>
                <a:ext cx="97920" cy="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6872FB-1474-634A-911A-0C21692E83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07371" y="5790401"/>
                  <a:ext cx="115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09FC95E-78F3-0E4A-B9AD-CA9F18BF0AA5}"/>
                    </a:ext>
                  </a:extLst>
                </p14:cNvPr>
                <p14:cNvContentPartPr/>
                <p14:nvPr/>
              </p14:nvContentPartPr>
              <p14:xfrm>
                <a:off x="6675331" y="5801561"/>
                <a:ext cx="18000" cy="1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09FC95E-78F3-0E4A-B9AD-CA9F18BF0A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66691" y="5792561"/>
                  <a:ext cx="35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DDB60F-E3FC-8449-8641-D61DE35D1388}"/>
                    </a:ext>
                  </a:extLst>
                </p14:cNvPr>
                <p14:cNvContentPartPr/>
                <p14:nvPr/>
              </p14:nvContentPartPr>
              <p14:xfrm>
                <a:off x="6707011" y="5783561"/>
                <a:ext cx="12708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DDB60F-E3FC-8449-8641-D61DE35D13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8011" y="5774561"/>
                  <a:ext cx="144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366836-1A3C-F54D-B2BB-E676DE41CEB1}"/>
                    </a:ext>
                  </a:extLst>
                </p14:cNvPr>
                <p14:cNvContentPartPr/>
                <p14:nvPr/>
              </p14:nvContentPartPr>
              <p14:xfrm>
                <a:off x="6668491" y="5777081"/>
                <a:ext cx="173880" cy="39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366836-1A3C-F54D-B2BB-E676DE41CE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59491" y="5768081"/>
                  <a:ext cx="191520" cy="57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CA55E9F-469D-994F-9AC7-39FD4965B744}"/>
              </a:ext>
            </a:extLst>
          </p:cNvPr>
          <p:cNvSpPr txBox="1"/>
          <p:nvPr/>
        </p:nvSpPr>
        <p:spPr>
          <a:xfrm>
            <a:off x="6313925" y="5987018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(minus)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0DF618-D0E2-B7B6-732E-51900576C1D2}"/>
                  </a:ext>
                </a:extLst>
              </p14:cNvPr>
              <p14:cNvContentPartPr/>
              <p14:nvPr/>
            </p14:nvContentPartPr>
            <p14:xfrm>
              <a:off x="5365080" y="3579840"/>
              <a:ext cx="5163840" cy="2633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0DF618-D0E2-B7B6-732E-51900576C1D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55720" y="3570480"/>
                <a:ext cx="5182560" cy="265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Equivalent Circuit in s-domain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5782"/>
          </a:xfrm>
        </p:spPr>
        <p:txBody>
          <a:bodyPr>
            <a:normAutofit/>
          </a:bodyPr>
          <a:lstStyle/>
          <a:p>
            <a:r>
              <a:rPr lang="en-US" altLang="en-US" dirty="0"/>
              <a:t>Here are the equivalent circuit elements including the sources for the initial conditions.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Note the initial conditions can be represented either as a voltage in series or as a current source in parallel. </a:t>
            </a:r>
            <a:r>
              <a:rPr lang="en-US" altLang="en-US" i="1" u="sng" dirty="0"/>
              <a:t>Watch out for the signs of the voltage/current.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49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6193" y="3054928"/>
            <a:ext cx="3017782" cy="19447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53975" y="3016251"/>
            <a:ext cx="2560542" cy="1969179"/>
          </a:xfrm>
          <a:prstGeom prst="rect">
            <a:avLst/>
          </a:prstGeom>
        </p:spPr>
      </p:pic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596076" y="5179108"/>
          <a:ext cx="21701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661600" imgH="6705600" progId="Equation.DSMT4">
                  <p:embed/>
                </p:oleObj>
              </mc:Choice>
              <mc:Fallback>
                <p:oleObj name="Equation" r:id="rId4" imgW="35661600" imgH="6705600" progId="Equation.DSMT4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76" y="5179108"/>
                        <a:ext cx="2170112" cy="407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3111634" y="4985430"/>
          <a:ext cx="21320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59865" imgH="469900" progId="Equation.DSMT4">
                  <p:embed/>
                </p:oleObj>
              </mc:Choice>
              <mc:Fallback>
                <p:oleObj name="Equation" r:id="rId6" imgW="1459865" imgH="46990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634" y="4985430"/>
                        <a:ext cx="2132012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12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14517" y="3080521"/>
            <a:ext cx="6043124" cy="1973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129"/>
          <p:cNvGraphicFramePr>
            <a:graphicFrameLocks noChangeAspect="1"/>
          </p:cNvGraphicFramePr>
          <p:nvPr/>
        </p:nvGraphicFramePr>
        <p:xfrm>
          <a:off x="6273771" y="5042229"/>
          <a:ext cx="2280268" cy="708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11300" imgH="469900" progId="Equation.DSMT4">
                  <p:embed/>
                </p:oleObj>
              </mc:Choice>
              <mc:Fallback>
                <p:oleObj name="Equation" r:id="rId9" imgW="1511300" imgH="469900" progId="Equation.DSMT4">
                  <p:embed/>
                  <p:pic>
                    <p:nvPicPr>
                      <p:cNvPr id="11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771" y="5042229"/>
                        <a:ext cx="2280268" cy="7088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0"/>
          <p:cNvGraphicFramePr>
            <a:graphicFrameLocks noChangeAspect="1"/>
          </p:cNvGraphicFramePr>
          <p:nvPr/>
        </p:nvGraphicFramePr>
        <p:xfrm>
          <a:off x="9166247" y="5217651"/>
          <a:ext cx="25130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185600" imgH="6705600" progId="Equation.DSMT4">
                  <p:embed/>
                </p:oleObj>
              </mc:Choice>
              <mc:Fallback>
                <p:oleObj name="Equation" r:id="rId11" imgW="37185600" imgH="6705600" progId="Equation.DSMT4">
                  <p:embed/>
                  <p:pic>
                    <p:nvPicPr>
                      <p:cNvPr id="12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6247" y="5217651"/>
                        <a:ext cx="2513012" cy="454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747525" y="3016251"/>
            <a:ext cx="200787" cy="28299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6443126" y="2374404"/>
            <a:ext cx="19415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/>
              <a:t>Capacitors</a:t>
            </a:r>
            <a:endParaRPr lang="zh-CN" altLang="en-US" sz="3200" dirty="0"/>
          </a:p>
        </p:txBody>
      </p:sp>
      <p:sp>
        <p:nvSpPr>
          <p:cNvPr id="14" name="Rectangle 13"/>
          <p:cNvSpPr/>
          <p:nvPr/>
        </p:nvSpPr>
        <p:spPr>
          <a:xfrm>
            <a:off x="2999476" y="2391880"/>
            <a:ext cx="17347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/>
              <a:t>Inductors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*Magnetic coupled Inductors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90688"/>
            <a:ext cx="6033940" cy="4486275"/>
          </a:xfrm>
        </p:spPr>
        <p:txBody>
          <a:bodyPr/>
          <a:lstStyle/>
          <a:p>
            <a:pPr algn="just"/>
            <a:r>
              <a:rPr lang="en-US" dirty="0"/>
              <a:t>In </a:t>
            </a:r>
            <a:r>
              <a:rPr lang="en-US" i="1" dirty="0"/>
              <a:t>t</a:t>
            </a:r>
            <a:r>
              <a:rPr lang="en-US" dirty="0"/>
              <a:t>-domain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In </a:t>
            </a:r>
            <a:r>
              <a:rPr lang="en-US" i="1" dirty="0"/>
              <a:t>s</a:t>
            </a:r>
            <a:r>
              <a:rPr lang="en-US" dirty="0"/>
              <a:t>-domain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Similar equivalent circuits apply to other dot arrangements (watch out for the sign of </a:t>
            </a:r>
            <a:r>
              <a:rPr lang="en-US" i="1" dirty="0"/>
              <a:t>M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495619" name="Object 3"/>
          <p:cNvGraphicFramePr>
            <a:graphicFrameLocks noChangeAspect="1"/>
          </p:cNvGraphicFramePr>
          <p:nvPr/>
        </p:nvGraphicFramePr>
        <p:xfrm>
          <a:off x="1244085" y="2050936"/>
          <a:ext cx="48006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9300" imgH="393700" progId="Equation.DSMT4">
                  <p:embed/>
                </p:oleObj>
              </mc:Choice>
              <mc:Fallback>
                <p:oleObj name="Equation" r:id="rId2" imgW="3289300" imgH="393700" progId="Equation.DSMT4">
                  <p:embed/>
                  <p:pic>
                    <p:nvPicPr>
                      <p:cNvPr id="4956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085" y="2050936"/>
                        <a:ext cx="4800600" cy="573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0" name="Object 4"/>
          <p:cNvGraphicFramePr>
            <a:graphicFrameLocks noChangeAspect="1"/>
          </p:cNvGraphicFramePr>
          <p:nvPr/>
        </p:nvGraphicFramePr>
        <p:xfrm>
          <a:off x="1244085" y="3097098"/>
          <a:ext cx="45212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800" imgH="584200" progId="Equation.DSMT4">
                  <p:embed/>
                </p:oleObj>
              </mc:Choice>
              <mc:Fallback>
                <p:oleObj name="Equation" r:id="rId4" imgW="3098800" imgH="584200" progId="Equation.DSMT4">
                  <p:embed/>
                  <p:pic>
                    <p:nvPicPr>
                      <p:cNvPr id="4956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085" y="3097098"/>
                        <a:ext cx="4521200" cy="85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024" y="3949586"/>
            <a:ext cx="3066451" cy="2297468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7551" y="1522634"/>
            <a:ext cx="3066451" cy="1843528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Impedances and Admittances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en-US" dirty="0"/>
              <a:t>Similarly, we can define the impedance in the s-domain as:</a:t>
            </a:r>
          </a:p>
          <a:p>
            <a:endParaRPr lang="en-US" altLang="en-US" sz="4800" dirty="0"/>
          </a:p>
          <a:p>
            <a:r>
              <a:rPr lang="en-US" altLang="en-US" dirty="0"/>
              <a:t>Thus, the three elements will have the following impedances:</a:t>
            </a:r>
          </a:p>
          <a:p>
            <a:endParaRPr lang="en-US" altLang="en-US" sz="3200" dirty="0"/>
          </a:p>
          <a:p>
            <a:endParaRPr lang="en-US" altLang="en-US" sz="4000" dirty="0"/>
          </a:p>
          <a:p>
            <a:endParaRPr lang="en-US" altLang="en-US" dirty="0"/>
          </a:p>
          <a:p>
            <a:r>
              <a:rPr lang="en-US" altLang="en-US" dirty="0"/>
              <a:t>In the s-domain, the admittance is also simply the reciprocal of the impedance: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24582" name="Object 8"/>
          <p:cNvGraphicFramePr>
            <a:graphicFrameLocks noChangeAspect="1"/>
          </p:cNvGraphicFramePr>
          <p:nvPr/>
        </p:nvGraphicFramePr>
        <p:xfrm>
          <a:off x="4401559" y="3339881"/>
          <a:ext cx="2895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800" imgH="876300" progId="Equation.DSMT4">
                  <p:embed/>
                </p:oleObj>
              </mc:Choice>
              <mc:Fallback>
                <p:oleObj name="Equation" r:id="rId3" imgW="1447800" imgH="876300" progId="Equation.DSMT4">
                  <p:embed/>
                  <p:pic>
                    <p:nvPicPr>
                      <p:cNvPr id="2458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1559" y="3339881"/>
                        <a:ext cx="2895600" cy="175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33" name="Object 129"/>
          <p:cNvGraphicFramePr>
            <a:graphicFrameLocks noChangeAspect="1"/>
          </p:cNvGraphicFramePr>
          <p:nvPr/>
        </p:nvGraphicFramePr>
        <p:xfrm>
          <a:off x="5036559" y="2083938"/>
          <a:ext cx="162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165" imgH="419100" progId="Equation.DSMT4">
                  <p:embed/>
                </p:oleObj>
              </mc:Choice>
              <mc:Fallback>
                <p:oleObj name="Equation" r:id="rId5" imgW="812165" imgH="419100" progId="Equation.DSMT4">
                  <p:embed/>
                  <p:pic>
                    <p:nvPicPr>
                      <p:cNvPr id="21633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559" y="2083938"/>
                        <a:ext cx="1625600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813946" y="5610145"/>
          <a:ext cx="2483213" cy="89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8100" imgH="469900" progId="Equation.DSMT4">
                  <p:embed/>
                </p:oleObj>
              </mc:Choice>
              <mc:Fallback>
                <p:oleObj name="Equation" r:id="rId7" imgW="1308100" imgH="4699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946" y="5610145"/>
                        <a:ext cx="2483213" cy="892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Dependent Sources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The models for dependent sources and op-amps are also easy to develop.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Dependent sources have a linear output based on the input.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dirty="0"/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In the Laplace transform, multiplying the time-domain equation by a constant results in the same constant multiplied against the Laplace transform (</a:t>
            </a:r>
            <a:r>
              <a:rPr lang="en-US" altLang="en-US" dirty="0">
                <a:solidFill>
                  <a:srgbClr val="C00000"/>
                </a:solidFill>
              </a:rPr>
              <a:t>linearity</a:t>
            </a:r>
            <a:r>
              <a:rPr lang="en-US" altLang="en-US" dirty="0"/>
              <a:t>).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Ideal Op amps: they just multiply a voltage by a constant. Thus, we can derive the equations as per normal, taking the input voltage to be zero and input currents to be zero for an ideal op-amp in linear mode.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327682" name="Object 2"/>
          <p:cNvGraphicFramePr>
            <a:graphicFrameLocks noChangeAspect="1"/>
          </p:cNvGraphicFramePr>
          <p:nvPr/>
        </p:nvGraphicFramePr>
        <p:xfrm>
          <a:off x="1200248" y="2942507"/>
          <a:ext cx="9415276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197600" imgH="6705600" progId="Equation.DSMT4">
                  <p:embed/>
                </p:oleObj>
              </mc:Choice>
              <mc:Fallback>
                <p:oleObj name="Equation" r:id="rId3" imgW="133197600" imgH="6705600" progId="Equation.DSMT4">
                  <p:embed/>
                  <p:pic>
                    <p:nvPicPr>
                      <p:cNvPr id="327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248" y="2942507"/>
                        <a:ext cx="9415276" cy="4680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Circuit Analysis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Circuit analysis is again relatively easy to do when we are in the </a:t>
            </a:r>
            <a:r>
              <a:rPr lang="en-US" altLang="zh-CN" i="1" dirty="0"/>
              <a:t>s</a:t>
            </a:r>
            <a:r>
              <a:rPr lang="en-US" altLang="zh-CN" dirty="0"/>
              <a:t>-domain.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The exciting thing about this is that </a:t>
            </a:r>
            <a:r>
              <a:rPr lang="en-US" altLang="zh-CN" b="1" i="1" u="sng" dirty="0">
                <a:solidFill>
                  <a:srgbClr val="FF0000"/>
                </a:solidFill>
              </a:rPr>
              <a:t>ALL</a:t>
            </a:r>
            <a:r>
              <a:rPr lang="en-US" altLang="zh-CN" i="1" u="sng" dirty="0"/>
              <a:t> </a:t>
            </a:r>
            <a:r>
              <a:rPr lang="en-US" altLang="zh-CN" u="sng" dirty="0"/>
              <a:t>of the circuit theorems and relationships we developed for dc circuits are perfectly valid in the </a:t>
            </a:r>
            <a:r>
              <a:rPr lang="en-US" altLang="zh-CN" i="1" u="sng" dirty="0"/>
              <a:t>s</a:t>
            </a:r>
            <a:r>
              <a:rPr lang="en-US" altLang="zh-CN" u="sng" dirty="0"/>
              <a:t>-domain</a:t>
            </a:r>
            <a:r>
              <a:rPr lang="en-US" altLang="zh-CN" dirty="0"/>
              <a:t>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One significant advantage of the Laplace transform is that it </a:t>
            </a:r>
            <a:r>
              <a:rPr lang="en-US" altLang="en-US" u="sng" dirty="0"/>
              <a:t>includes both stead-state and initial conditions</a:t>
            </a:r>
            <a:r>
              <a:rPr lang="en-US" altLang="en-US" dirty="0"/>
              <a:t>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This allows for obtaining both the steady-state response as well as the transient response.</a:t>
            </a:r>
            <a:endParaRPr lang="en-US" altLang="zh-CN" dirty="0"/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But Remember, equivalent circuits, with capacitors and inductors, only exist in the </a:t>
            </a:r>
            <a:r>
              <a:rPr lang="en-US" altLang="zh-CN" i="1" dirty="0"/>
              <a:t>s</a:t>
            </a:r>
            <a:r>
              <a:rPr lang="en-US" altLang="zh-CN" dirty="0"/>
              <a:t>-domain; they (initial conditions) cannot be directly mapped back into the time domain.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6509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 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02342" y="1081088"/>
            <a:ext cx="10515600" cy="5516936"/>
          </a:xfrm>
        </p:spPr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i="1" dirty="0" err="1"/>
              <a:t>v</a:t>
            </a:r>
            <a:r>
              <a:rPr lang="en-US" baseline="-25000" dirty="0" err="1"/>
              <a:t>o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in the circuit, assuming zero initial conditions.</a:t>
            </a:r>
          </a:p>
          <a:p>
            <a:r>
              <a:rPr lang="en-US" dirty="0"/>
              <a:t>Laplace transforms:</a:t>
            </a:r>
          </a:p>
          <a:p>
            <a:r>
              <a:rPr lang="en-US" dirty="0"/>
              <a:t>Mesh analysis of s-domain circuit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Completing the square:</a:t>
            </a:r>
          </a:p>
          <a:p>
            <a:endParaRPr lang="en-US" dirty="0"/>
          </a:p>
          <a:p>
            <a:r>
              <a:rPr lang="en-US" dirty="0"/>
              <a:t>Take the inverse Laplace transform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3471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9185" y="1591666"/>
            <a:ext cx="3919380" cy="186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71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9722" y="4061789"/>
            <a:ext cx="3544123" cy="1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9534159" y="3306028"/>
            <a:ext cx="108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2905" y="5977121"/>
            <a:ext cx="108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-domain</a:t>
            </a:r>
          </a:p>
        </p:txBody>
      </p:sp>
      <p:graphicFrame>
        <p:nvGraphicFramePr>
          <p:cNvPr id="347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276669"/>
              </p:ext>
            </p:extLst>
          </p:nvPr>
        </p:nvGraphicFramePr>
        <p:xfrm>
          <a:off x="3626061" y="1460592"/>
          <a:ext cx="5014704" cy="61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500" imgH="393700" progId="Equation.DSMT4">
                  <p:embed/>
                </p:oleObj>
              </mc:Choice>
              <mc:Fallback>
                <p:oleObj name="Equation" r:id="rId4" imgW="3238500" imgH="393700" progId="Equation.DSMT4">
                  <p:embed/>
                  <p:pic>
                    <p:nvPicPr>
                      <p:cNvPr id="3471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061" y="1460592"/>
                        <a:ext cx="5014704" cy="6102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466367"/>
              </p:ext>
            </p:extLst>
          </p:nvPr>
        </p:nvGraphicFramePr>
        <p:xfrm>
          <a:off x="1413918" y="2531135"/>
          <a:ext cx="5148246" cy="1987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3900" imgH="1257300" progId="Equation.DSMT4">
                  <p:embed/>
                </p:oleObj>
              </mc:Choice>
              <mc:Fallback>
                <p:oleObj name="Equation" r:id="rId6" imgW="3263900" imgH="1257300" progId="Equation.DSMT4">
                  <p:embed/>
                  <p:pic>
                    <p:nvPicPr>
                      <p:cNvPr id="3471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918" y="2531135"/>
                        <a:ext cx="5148246" cy="19870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13360"/>
              </p:ext>
            </p:extLst>
          </p:nvPr>
        </p:nvGraphicFramePr>
        <p:xfrm>
          <a:off x="4070497" y="4564142"/>
          <a:ext cx="4212892" cy="75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200" imgH="469900" progId="Equation.DSMT4">
                  <p:embed/>
                </p:oleObj>
              </mc:Choice>
              <mc:Fallback>
                <p:oleObj name="Equation" r:id="rId8" imgW="2616200" imgH="469900" progId="Equation.DSMT4">
                  <p:embed/>
                  <p:pic>
                    <p:nvPicPr>
                      <p:cNvPr id="3471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497" y="4564142"/>
                        <a:ext cx="4212892" cy="758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138428"/>
              </p:ext>
            </p:extLst>
          </p:nvPr>
        </p:nvGraphicFramePr>
        <p:xfrm>
          <a:off x="5520182" y="5527363"/>
          <a:ext cx="2867469" cy="703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500" imgH="419100" progId="Equation.DSMT4">
                  <p:embed/>
                </p:oleObj>
              </mc:Choice>
              <mc:Fallback>
                <p:oleObj name="Equation" r:id="rId10" imgW="1714500" imgH="419100" progId="Equation.DSMT4">
                  <p:embed/>
                  <p:pic>
                    <p:nvPicPr>
                      <p:cNvPr id="3471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182" y="5527363"/>
                        <a:ext cx="2867469" cy="7031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6509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 2</a:t>
            </a:r>
            <a:endParaRPr lang="en-GB" sz="4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7846" y="1036730"/>
            <a:ext cx="6593542" cy="480825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Find </a:t>
            </a:r>
            <a:r>
              <a:rPr lang="en-GB" i="1" dirty="0" err="1"/>
              <a:t>v</a:t>
            </a:r>
            <a:r>
              <a:rPr lang="en-GB" i="1" baseline="-25000" dirty="0" err="1"/>
              <a:t>o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 in the circuit. Assume </a:t>
            </a:r>
            <a:r>
              <a:rPr lang="en-GB" i="1" dirty="0" err="1"/>
              <a:t>v</a:t>
            </a:r>
            <a:r>
              <a:rPr lang="en-GB" i="1" baseline="-25000" dirty="0" err="1"/>
              <a:t>o</a:t>
            </a:r>
            <a:r>
              <a:rPr lang="en-GB" dirty="0"/>
              <a:t>(0)=5 V.</a:t>
            </a:r>
          </a:p>
          <a:p>
            <a:r>
              <a:rPr lang="en-GB" dirty="0"/>
              <a:t>Laplace transforms</a:t>
            </a:r>
          </a:p>
          <a:p>
            <a:endParaRPr lang="en-US" dirty="0"/>
          </a:p>
          <a:p>
            <a:endParaRPr lang="en-US" sz="3200" dirty="0"/>
          </a:p>
          <a:p>
            <a:endParaRPr lang="en-US" dirty="0"/>
          </a:p>
          <a:p>
            <a:r>
              <a:rPr lang="en-US" dirty="0"/>
              <a:t>Nodal analysis</a:t>
            </a:r>
            <a:endParaRPr lang="en-GB" dirty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80446" y="699248"/>
            <a:ext cx="5635356" cy="15035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29581" y="2976283"/>
            <a:ext cx="4979221" cy="18791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842149" y="5089351"/>
            <a:ext cx="1140051" cy="4938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1823" y="2161983"/>
            <a:ext cx="108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-domain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752978"/>
              </p:ext>
            </p:extLst>
          </p:nvPr>
        </p:nvGraphicFramePr>
        <p:xfrm>
          <a:off x="1177951" y="1940717"/>
          <a:ext cx="6791144" cy="133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52900" imgH="812800" progId="Equation.DSMT4">
                  <p:embed/>
                </p:oleObj>
              </mc:Choice>
              <mc:Fallback>
                <p:oleObj name="Equation" r:id="rId5" imgW="4152900" imgH="8128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51" y="1940717"/>
                        <a:ext cx="6791144" cy="1331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825571"/>
              </p:ext>
            </p:extLst>
          </p:nvPr>
        </p:nvGraphicFramePr>
        <p:xfrm>
          <a:off x="1195880" y="4035976"/>
          <a:ext cx="5808319" cy="1369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70300" imgH="863600" progId="Equation.DSMT4">
                  <p:embed/>
                </p:oleObj>
              </mc:Choice>
              <mc:Fallback>
                <p:oleObj name="Equation" r:id="rId7" imgW="3670300" imgH="863600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880" y="4035976"/>
                        <a:ext cx="5808319" cy="13697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479751" y="4568486"/>
            <a:ext cx="108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-domain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328653"/>
              </p:ext>
            </p:extLst>
          </p:nvPr>
        </p:nvGraphicFramePr>
        <p:xfrm>
          <a:off x="4775987" y="5124966"/>
          <a:ext cx="4072177" cy="1302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05100" imgH="863600" progId="Equation.DSMT4">
                  <p:embed/>
                </p:oleObj>
              </mc:Choice>
              <mc:Fallback>
                <p:oleObj name="Equation" r:id="rId9" imgW="2705100" imgH="86360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987" y="5124966"/>
                        <a:ext cx="4072177" cy="13027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ent-Up Arrow 3"/>
          <p:cNvSpPr/>
          <p:nvPr/>
        </p:nvSpPr>
        <p:spPr>
          <a:xfrm rot="5400000">
            <a:off x="4002407" y="5621770"/>
            <a:ext cx="338873" cy="627230"/>
          </a:xfrm>
          <a:prstGeom prst="bentUpArrow">
            <a:avLst>
              <a:gd name="adj1" fmla="val 29917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ight Arrow 8"/>
          <p:cNvSpPr/>
          <p:nvPr/>
        </p:nvSpPr>
        <p:spPr>
          <a:xfrm>
            <a:off x="8101907" y="6137534"/>
            <a:ext cx="381735" cy="169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857326"/>
              </p:ext>
            </p:extLst>
          </p:nvPr>
        </p:nvGraphicFramePr>
        <p:xfrm>
          <a:off x="8729376" y="5979459"/>
          <a:ext cx="2833143" cy="416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38300" imgH="241300" progId="Equation.DSMT4">
                  <p:embed/>
                </p:oleObj>
              </mc:Choice>
              <mc:Fallback>
                <p:oleObj name="Equation" r:id="rId11" imgW="1638300" imgH="24130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9376" y="5979459"/>
                        <a:ext cx="2833143" cy="4168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4716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 3</a:t>
            </a:r>
            <a:endParaRPr lang="en-GB" sz="4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7165" y="1180165"/>
            <a:ext cx="10515600" cy="5364069"/>
          </a:xfrm>
        </p:spPr>
        <p:txBody>
          <a:bodyPr>
            <a:normAutofit/>
          </a:bodyPr>
          <a:lstStyle/>
          <a:p>
            <a:r>
              <a:rPr lang="en-GB" dirty="0"/>
              <a:t>The switch in the circuit moves from position </a:t>
            </a:r>
            <a:r>
              <a:rPr lang="en-GB" i="1" dirty="0"/>
              <a:t>a </a:t>
            </a:r>
            <a:r>
              <a:rPr lang="en-GB" dirty="0"/>
              <a:t>to </a:t>
            </a:r>
            <a:br>
              <a:rPr lang="en-GB" dirty="0"/>
            </a:br>
            <a:r>
              <a:rPr lang="en-GB" dirty="0"/>
              <a:t>position </a:t>
            </a:r>
            <a:r>
              <a:rPr lang="en-GB" i="1" dirty="0"/>
              <a:t>b</a:t>
            </a:r>
            <a:r>
              <a:rPr lang="en-GB" dirty="0"/>
              <a:t> at </a:t>
            </a:r>
            <a:r>
              <a:rPr lang="en-GB" i="1" dirty="0"/>
              <a:t>t</a:t>
            </a:r>
            <a:r>
              <a:rPr lang="en-GB" dirty="0"/>
              <a:t>=0, find </a:t>
            </a:r>
            <a:r>
              <a:rPr lang="en-GB" i="1" dirty="0" err="1"/>
              <a:t>i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 for </a:t>
            </a:r>
            <a:r>
              <a:rPr lang="en-GB" i="1" dirty="0"/>
              <a:t>t</a:t>
            </a:r>
            <a:r>
              <a:rPr lang="en-GB" dirty="0"/>
              <a:t>&gt;0.</a:t>
            </a:r>
          </a:p>
          <a:p>
            <a:pPr algn="just"/>
            <a:r>
              <a:rPr lang="en-US" dirty="0"/>
              <a:t>Initial condition </a:t>
            </a:r>
            <a:r>
              <a:rPr lang="en-GB" i="1" dirty="0" err="1"/>
              <a:t>i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</a:t>
            </a:r>
            <a:r>
              <a:rPr lang="en-US" dirty="0"/>
              <a:t>=</a:t>
            </a:r>
            <a:r>
              <a:rPr lang="en-US" i="1" dirty="0"/>
              <a:t>I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Laplace transform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Mesh analysis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sz="1200" dirty="0"/>
          </a:p>
          <a:p>
            <a:pPr algn="just"/>
            <a:r>
              <a:rPr lang="en-US" dirty="0"/>
              <a:t>Expansion: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81939" y="439270"/>
            <a:ext cx="3830770" cy="2175032"/>
          </a:xfrm>
          <a:prstGeom prst="rect">
            <a:avLst/>
          </a:prstGeom>
        </p:spPr>
      </p:pic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418754"/>
              </p:ext>
            </p:extLst>
          </p:nvPr>
        </p:nvGraphicFramePr>
        <p:xfrm>
          <a:off x="1506066" y="2910528"/>
          <a:ext cx="6312360" cy="675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95700" imgH="393700" progId="Equation.DSMT4">
                  <p:embed/>
                </p:oleObj>
              </mc:Choice>
              <mc:Fallback>
                <p:oleObj name="Equation" r:id="rId3" imgW="3695700" imgH="39370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066" y="2910528"/>
                        <a:ext cx="6312360" cy="6753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43965" y="3015023"/>
            <a:ext cx="3823737" cy="2686530"/>
          </a:xfrm>
          <a:prstGeom prst="rect">
            <a:avLst/>
          </a:prstGeom>
        </p:spPr>
      </p:pic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169898"/>
              </p:ext>
            </p:extLst>
          </p:nvPr>
        </p:nvGraphicFramePr>
        <p:xfrm>
          <a:off x="1403747" y="4249770"/>
          <a:ext cx="5203241" cy="1304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54400" imgH="863600" progId="Equation.DSMT4">
                  <p:embed/>
                </p:oleObj>
              </mc:Choice>
              <mc:Fallback>
                <p:oleObj name="Equation" r:id="rId6" imgW="3454400" imgH="8636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747" y="4249770"/>
                        <a:ext cx="5203241" cy="13040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462256"/>
              </p:ext>
            </p:extLst>
          </p:nvPr>
        </p:nvGraphicFramePr>
        <p:xfrm>
          <a:off x="2649840" y="5818094"/>
          <a:ext cx="3258168" cy="692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2000" imgH="431800" progId="Equation.DSMT4">
                  <p:embed/>
                </p:oleObj>
              </mc:Choice>
              <mc:Fallback>
                <p:oleObj name="Equation" r:id="rId8" imgW="2032000" imgH="4318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840" y="5818094"/>
                        <a:ext cx="3258168" cy="6928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en-US" dirty="0"/>
              <a:t>Inverse Laplace transform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In terms of the characteristic time constant </a:t>
            </a:r>
            <a:r>
              <a:rPr lang="el-GR" i="1" dirty="0"/>
              <a:t>τ</a:t>
            </a:r>
            <a:r>
              <a:rPr lang="en-US" dirty="0"/>
              <a:t>=</a:t>
            </a:r>
            <a:r>
              <a:rPr lang="en-US" i="1" dirty="0"/>
              <a:t>L</a:t>
            </a:r>
            <a:r>
              <a:rPr lang="en-US" dirty="0"/>
              <a:t>/</a:t>
            </a:r>
            <a:r>
              <a:rPr lang="en-US" i="1" dirty="0"/>
              <a:t>R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i="1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i="1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The second term is the </a:t>
            </a:r>
            <a:r>
              <a:rPr lang="en-US" b="1" u="sng" dirty="0">
                <a:solidFill>
                  <a:srgbClr val="FF0000"/>
                </a:solidFill>
              </a:rPr>
              <a:t>transient response</a:t>
            </a:r>
            <a:r>
              <a:rPr lang="en-US" dirty="0"/>
              <a:t>. In the case </a:t>
            </a:r>
            <a:r>
              <a:rPr lang="en-US" i="1" dirty="0"/>
              <a:t>I</a:t>
            </a:r>
            <a:r>
              <a:rPr lang="en-US" i="1" baseline="-25000" dirty="0"/>
              <a:t>0</a:t>
            </a:r>
            <a:r>
              <a:rPr lang="en-US" dirty="0"/>
              <a:t>=0 (no initial energy), the response is to a step input voltage</a:t>
            </a:r>
            <a:endParaRPr lang="en-US" i="1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The first term is the </a:t>
            </a:r>
            <a:r>
              <a:rPr lang="en-US" b="1" u="sng" dirty="0">
                <a:solidFill>
                  <a:schemeClr val="accent5"/>
                </a:solidFill>
              </a:rPr>
              <a:t>steady state response</a:t>
            </a:r>
            <a:r>
              <a:rPr lang="en-US" dirty="0"/>
              <a:t>, which may also be obtained from the Laplace transform  </a:t>
            </a:r>
            <a:r>
              <a:rPr lang="en-US" i="1" dirty="0"/>
              <a:t>I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by applying the final value theorem.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i="1" dirty="0"/>
              <a:t> </a:t>
            </a:r>
            <a:r>
              <a:rPr lang="en-US" dirty="0"/>
              <a:t>  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532967" y="2983858"/>
          <a:ext cx="3324190" cy="726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400" imgH="393700" progId="Equation.DSMT4">
                  <p:embed/>
                </p:oleObj>
              </mc:Choice>
              <mc:Fallback>
                <p:oleObj name="Equation" r:id="rId2" imgW="1803400" imgH="3937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967" y="2983858"/>
                        <a:ext cx="3324190" cy="726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112391"/>
              </p:ext>
            </p:extLst>
          </p:nvPr>
        </p:nvGraphicFramePr>
        <p:xfrm>
          <a:off x="3206496" y="5630667"/>
          <a:ext cx="5743935" cy="814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8000" imgH="431800" progId="Equation.DSMT4">
                  <p:embed/>
                </p:oleObj>
              </mc:Choice>
              <mc:Fallback>
                <p:oleObj name="Equation" r:id="rId4" imgW="3048000" imgH="4318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496" y="5630667"/>
                        <a:ext cx="5743935" cy="8149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759777" y="2983858"/>
            <a:ext cx="1442301" cy="7266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5184742" y="2983858"/>
            <a:ext cx="395926" cy="726673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b="15814"/>
          <a:stretch/>
        </p:blipFill>
        <p:spPr>
          <a:xfrm>
            <a:off x="4587336" y="1676401"/>
            <a:ext cx="7156779" cy="6992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1988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Example 4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1" y="1726649"/>
            <a:ext cx="6590122" cy="4450314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/>
              <a:t>Assume that there is no initial energy stored in the circuit at </a:t>
            </a:r>
            <a:r>
              <a:rPr lang="en-GB" i="1" dirty="0"/>
              <a:t>t</a:t>
            </a:r>
            <a:r>
              <a:rPr lang="en-GB" dirty="0"/>
              <a:t>=0 and that </a:t>
            </a:r>
            <a:r>
              <a:rPr lang="en-GB" i="1" dirty="0"/>
              <a:t>i</a:t>
            </a:r>
            <a:r>
              <a:rPr lang="en-GB" i="1" baseline="-25000" dirty="0"/>
              <a:t>s</a:t>
            </a:r>
            <a:r>
              <a:rPr lang="en-GB" i="1" dirty="0"/>
              <a:t> = 10u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). Find </a:t>
            </a:r>
            <a:r>
              <a:rPr lang="en-GB" i="1" dirty="0"/>
              <a:t>V</a:t>
            </a:r>
            <a:r>
              <a:rPr lang="en-GB" baseline="-25000" dirty="0"/>
              <a:t>o</a:t>
            </a:r>
            <a:r>
              <a:rPr lang="en-GB" dirty="0"/>
              <a:t>(</a:t>
            </a:r>
            <a:r>
              <a:rPr lang="en-GB" i="1" dirty="0"/>
              <a:t>s</a:t>
            </a:r>
            <a:r>
              <a:rPr lang="en-GB" dirty="0"/>
              <a:t>) using </a:t>
            </a:r>
            <a:r>
              <a:rPr lang="en-GB" dirty="0" err="1"/>
              <a:t>Thevenin’s</a:t>
            </a:r>
            <a:r>
              <a:rPr lang="en-GB" dirty="0"/>
              <a:t> theorem</a:t>
            </a:r>
            <a:r>
              <a:rPr lang="en-US" dirty="0"/>
              <a:t> and hence </a:t>
            </a:r>
            <a:r>
              <a:rPr lang="en-US" i="1" dirty="0" err="1"/>
              <a:t>v</a:t>
            </a:r>
            <a:r>
              <a:rPr lang="en-US" baseline="-25000" dirty="0" err="1"/>
              <a:t>o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To find </a:t>
            </a:r>
            <a:r>
              <a:rPr lang="en-GB" i="1" dirty="0" err="1"/>
              <a:t>V</a:t>
            </a:r>
            <a:r>
              <a:rPr lang="en-GB" baseline="-25000" dirty="0" err="1"/>
              <a:t>Th</a:t>
            </a:r>
            <a:r>
              <a:rPr lang="en-GB" baseline="-25000" dirty="0"/>
              <a:t> </a:t>
            </a:r>
            <a:r>
              <a:rPr lang="en-GB" dirty="0"/>
              <a:t>, consider the Laplace transformed circuit (a)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Note: the current controlled voltage source in the </a:t>
            </a:r>
            <a:r>
              <a:rPr lang="en-GB" i="1" dirty="0"/>
              <a:t>s</a:t>
            </a:r>
            <a:r>
              <a:rPr lang="en-GB" dirty="0"/>
              <a:t>-domain is just 2</a:t>
            </a:r>
            <a:r>
              <a:rPr lang="en-GB" i="1" dirty="0"/>
              <a:t>I</a:t>
            </a:r>
            <a:r>
              <a:rPr lang="en-GB" i="1" baseline="-25000" dirty="0"/>
              <a:t>x</a:t>
            </a:r>
            <a:r>
              <a:rPr lang="en-GB" dirty="0"/>
              <a:t>(</a:t>
            </a:r>
            <a:r>
              <a:rPr lang="en-GB" i="1" dirty="0"/>
              <a:t>s</a:t>
            </a:r>
            <a:r>
              <a:rPr lang="en-GB" dirty="0"/>
              <a:t>).</a:t>
            </a:r>
          </a:p>
          <a:p>
            <a:pPr algn="just"/>
            <a:r>
              <a:rPr lang="en-US" dirty="0"/>
              <a:t>At open circuit,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x</a:t>
            </a:r>
            <a:r>
              <a:rPr lang="en-US" altLang="zh-CN" dirty="0"/>
              <a:t>=0, t</a:t>
            </a:r>
            <a:r>
              <a:rPr lang="en-US" dirty="0"/>
              <a:t>he open circuit voltage is</a:t>
            </a:r>
          </a:p>
          <a:p>
            <a:pPr algn="just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17457" y="3418701"/>
            <a:ext cx="4289321" cy="30179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23424" y="493742"/>
            <a:ext cx="4334105" cy="2843279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110939"/>
              </p:ext>
            </p:extLst>
          </p:nvPr>
        </p:nvGraphicFramePr>
        <p:xfrm>
          <a:off x="2951475" y="5293305"/>
          <a:ext cx="2376810" cy="730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393700" progId="Equation.DSMT4">
                  <p:embed/>
                </p:oleObj>
              </mc:Choice>
              <mc:Fallback>
                <p:oleObj name="Equation" r:id="rId4" imgW="1282700" imgH="3937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475" y="5293305"/>
                        <a:ext cx="2376810" cy="7309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Example 4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93376" y="1134877"/>
            <a:ext cx="7118023" cy="503078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To find the short circuit current, consider (b).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sz="32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The equivalent impedance is thus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sz="32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sz="12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Recall the original circuit, the output voltage is across the 5</a:t>
            </a:r>
            <a:r>
              <a:rPr lang="el-GR" dirty="0"/>
              <a:t>Ω</a:t>
            </a:r>
            <a:r>
              <a:rPr lang="en-US" dirty="0"/>
              <a:t> load</a:t>
            </a:r>
            <a:r>
              <a:rPr lang="en-US" dirty="0">
                <a:sym typeface="Symbol" panose="05050102010706020507" pitchFamily="18" charset="2"/>
              </a:rPr>
              <a:t>, the circuit is equivalent to (c).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dirty="0"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sz="1200" dirty="0"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dirty="0"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dirty="0">
              <a:sym typeface="Symbol" panose="05050102010706020507" pitchFamily="18" charset="2"/>
            </a:endParaRPr>
          </a:p>
          <a:p>
            <a:pPr algn="just"/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59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44570" y="501865"/>
            <a:ext cx="3109229" cy="2377646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980088"/>
              </p:ext>
            </p:extLst>
          </p:nvPr>
        </p:nvGraphicFramePr>
        <p:xfrm>
          <a:off x="1887673" y="1653701"/>
          <a:ext cx="5296557" cy="67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9300" imgH="419100" progId="Equation.DSMT4">
                  <p:embed/>
                </p:oleObj>
              </mc:Choice>
              <mc:Fallback>
                <p:oleObj name="Equation" r:id="rId3" imgW="3289300" imgH="4191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673" y="1653701"/>
                        <a:ext cx="5296557" cy="6771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662647"/>
              </p:ext>
            </p:extLst>
          </p:nvPr>
        </p:nvGraphicFramePr>
        <p:xfrm>
          <a:off x="2791897" y="2919772"/>
          <a:ext cx="3501327" cy="716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20900" imgH="431800" progId="Equation.DSMT4">
                  <p:embed/>
                </p:oleObj>
              </mc:Choice>
              <mc:Fallback>
                <p:oleObj name="Equation" r:id="rId5" imgW="2120900" imgH="4318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897" y="2919772"/>
                        <a:ext cx="3501327" cy="7164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250732" y="4857173"/>
            <a:ext cx="2885649" cy="1617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6797" y="6413698"/>
            <a:ext cx="401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(c)</a:t>
            </a:r>
            <a:endParaRPr lang="en-GB" sz="1400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431994"/>
              </p:ext>
            </p:extLst>
          </p:nvPr>
        </p:nvGraphicFramePr>
        <p:xfrm>
          <a:off x="2451238" y="4715436"/>
          <a:ext cx="4143779" cy="677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54300" imgH="431800" progId="Equation.DSMT4">
                  <p:embed/>
                </p:oleObj>
              </mc:Choice>
              <mc:Fallback>
                <p:oleObj name="Equation" r:id="rId8" imgW="2654300" imgH="4318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238" y="4715436"/>
                        <a:ext cx="4143779" cy="6775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8400842" y="2999629"/>
            <a:ext cx="2813114" cy="1693640"/>
            <a:chOff x="8249015" y="1738541"/>
            <a:chExt cx="3104785" cy="214825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9015" y="1849979"/>
              <a:ext cx="3104785" cy="2036815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9550122" y="1738541"/>
              <a:ext cx="411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GB" i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47165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Example 4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7165" y="1117413"/>
            <a:ext cx="10515600" cy="4351338"/>
          </a:xfrm>
        </p:spPr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Partial fractional expansion, </a:t>
            </a:r>
          </a:p>
          <a:p>
            <a:endParaRPr lang="en-US" dirty="0"/>
          </a:p>
          <a:p>
            <a:r>
              <a:rPr lang="en-US" dirty="0"/>
              <a:t>Determine A &amp; B</a:t>
            </a:r>
            <a:r>
              <a:rPr lang="zh-CN" altLang="en-US" dirty="0"/>
              <a:t>：</a:t>
            </a:r>
            <a:endParaRPr lang="en-US" dirty="0"/>
          </a:p>
          <a:p>
            <a:endParaRPr lang="en-US" dirty="0"/>
          </a:p>
          <a:p>
            <a:r>
              <a:rPr lang="en-US" i="1" dirty="0"/>
              <a:t>s</a:t>
            </a:r>
            <a:r>
              <a:rPr lang="en-US" dirty="0"/>
              <a:t>-domain voltage across the 5 </a:t>
            </a:r>
            <a:r>
              <a:rPr lang="en-US" dirty="0">
                <a:sym typeface="Symbol" panose="05050102010706020507" pitchFamily="18" charset="2"/>
              </a:rPr>
              <a:t> </a:t>
            </a:r>
            <a:r>
              <a:rPr lang="en-US" dirty="0"/>
              <a:t>resistor is</a:t>
            </a:r>
          </a:p>
          <a:p>
            <a:r>
              <a:rPr lang="en-US" dirty="0"/>
              <a:t>The corresponding t-domain voltage is</a:t>
            </a:r>
          </a:p>
          <a:p>
            <a:r>
              <a:rPr lang="en-US" dirty="0"/>
              <a:t>Note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dirty="0"/>
              <a:t>  which agree with the results obtain through initial- and </a:t>
            </a:r>
            <a:r>
              <a:rPr lang="en-US" altLang="zh-CN" dirty="0"/>
              <a:t>final-value theorem</a:t>
            </a:r>
            <a:r>
              <a:rPr lang="en-US" dirty="0"/>
              <a:t>s  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60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425126"/>
              </p:ext>
            </p:extLst>
          </p:nvPr>
        </p:nvGraphicFramePr>
        <p:xfrm>
          <a:off x="3569557" y="1873625"/>
          <a:ext cx="4599485" cy="79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69900" progId="Equation.DSMT4">
                  <p:embed/>
                </p:oleObj>
              </mc:Choice>
              <mc:Fallback>
                <p:oleObj name="Equation" r:id="rId3" imgW="2743200" imgH="4699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557" y="1873625"/>
                        <a:ext cx="4599485" cy="7932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866924" y="2783088"/>
          <a:ext cx="17113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165" imgH="393700" progId="Equation.DSMT4">
                  <p:embed/>
                </p:oleObj>
              </mc:Choice>
              <mc:Fallback>
                <p:oleObj name="Equation" r:id="rId5" imgW="1320165" imgH="3937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6924" y="2783088"/>
                        <a:ext cx="1711325" cy="512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527225"/>
              </p:ext>
            </p:extLst>
          </p:nvPr>
        </p:nvGraphicFramePr>
        <p:xfrm>
          <a:off x="7339730" y="3483613"/>
          <a:ext cx="2708164" cy="417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800" imgH="241300" progId="Equation.DSMT4">
                  <p:embed/>
                </p:oleObj>
              </mc:Choice>
              <mc:Fallback>
                <p:oleObj name="Equation" r:id="rId7" imgW="1574800" imgH="2413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9730" y="3483613"/>
                        <a:ext cx="2708164" cy="41728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276537"/>
              </p:ext>
            </p:extLst>
          </p:nvPr>
        </p:nvGraphicFramePr>
        <p:xfrm>
          <a:off x="1886778" y="3823737"/>
          <a:ext cx="3377585" cy="871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79600" imgH="482600" progId="Equation.DSMT4">
                  <p:embed/>
                </p:oleObj>
              </mc:Choice>
              <mc:Fallback>
                <p:oleObj name="Equation" r:id="rId9" imgW="1879600" imgH="4826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778" y="3823737"/>
                        <a:ext cx="3377585" cy="871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910174"/>
              </p:ext>
            </p:extLst>
          </p:nvPr>
        </p:nvGraphicFramePr>
        <p:xfrm>
          <a:off x="4769970" y="995801"/>
          <a:ext cx="2545229" cy="692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49400" imgH="419100" progId="Equation.DSMT4">
                  <p:embed/>
                </p:oleObj>
              </mc:Choice>
              <mc:Fallback>
                <p:oleObj name="Equation" r:id="rId11" imgW="1549400" imgH="4191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9970" y="995801"/>
                        <a:ext cx="2545229" cy="6926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ight Arrow 3"/>
          <p:cNvSpPr/>
          <p:nvPr/>
        </p:nvSpPr>
        <p:spPr>
          <a:xfrm>
            <a:off x="7334054" y="2922309"/>
            <a:ext cx="339365" cy="2634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8132" y="5656728"/>
            <a:ext cx="3658343" cy="76543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930626" y="5342793"/>
            <a:ext cx="4910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/>
                </a:solidFill>
              </a:rPr>
              <a:t>Initial-</a:t>
            </a:r>
            <a:r>
              <a:rPr lang="zh-CN" altLang="en-US" sz="2400" dirty="0">
                <a:solidFill>
                  <a:schemeClr val="accent5"/>
                </a:solidFill>
              </a:rPr>
              <a:t> </a:t>
            </a:r>
            <a:r>
              <a:rPr lang="en-US" altLang="zh-CN" sz="2400" dirty="0">
                <a:solidFill>
                  <a:schemeClr val="accent5"/>
                </a:solidFill>
              </a:rPr>
              <a:t>and final-value theorem imply: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93094F-344F-814C-B025-36964F1DF01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4391"/>
          <a:stretch>
            <a:fillRect/>
          </a:stretch>
        </p:blipFill>
        <p:spPr>
          <a:xfrm>
            <a:off x="1774730" y="5553629"/>
            <a:ext cx="3814180" cy="9278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235" y="0"/>
            <a:ext cx="4164106" cy="1325563"/>
          </a:xfrm>
        </p:spPr>
        <p:txBody>
          <a:bodyPr>
            <a:normAutofit fontScale="90000"/>
          </a:bodyPr>
          <a:lstStyle/>
          <a:p>
            <a:r>
              <a:rPr lang="en-US" altLang="zh-CN" sz="4000" dirty="0"/>
              <a:t>Summary </a:t>
            </a:r>
            <a:r>
              <a:rPr lang="en-US" altLang="zh-CN" sz="3100" dirty="0"/>
              <a:t>of equivalent circuits in the s-domain</a:t>
            </a:r>
            <a:endParaRPr lang="zh-CN" alt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61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845" y="0"/>
            <a:ext cx="6027978" cy="65731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258" y="470710"/>
            <a:ext cx="1295400" cy="12858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988" y="1924581"/>
            <a:ext cx="3369514" cy="24304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4677" y="4457310"/>
            <a:ext cx="3327100" cy="2218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85613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Transfer Function</a:t>
            </a:r>
            <a:r>
              <a:rPr lang="zh-CN" altLang="en-US" sz="4000" dirty="0"/>
              <a:t> </a:t>
            </a:r>
            <a:r>
              <a:rPr lang="en-US" altLang="zh-CN" sz="4000" dirty="0"/>
              <a:t>and Impulse Response</a:t>
            </a: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0270" y="1143840"/>
                <a:ext cx="10515600" cy="5561759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altLang="en-US" sz="2800" dirty="0"/>
                  <a:t>Previously we have talked about the transfer functions in frequency response.</a:t>
                </a:r>
              </a:p>
              <a:p>
                <a:pPr algn="just"/>
                <a:r>
                  <a:rPr lang="en-US" altLang="en-US" sz="2800" dirty="0"/>
                  <a:t>The transfer function is a key concept in signal processing because it indicates how a signal is processed as it passes through a network.</a:t>
                </a:r>
              </a:p>
              <a:p>
                <a:pPr algn="just"/>
                <a:endParaRPr lang="en-US" altLang="en-US" sz="2800" dirty="0"/>
              </a:p>
              <a:p>
                <a:pPr algn="just"/>
                <a:endParaRPr lang="en-US" altLang="en-US" sz="2800" dirty="0"/>
              </a:p>
              <a:p>
                <a:pPr algn="just"/>
                <a:r>
                  <a:rPr lang="en-US" altLang="en-US" sz="2800" dirty="0"/>
                  <a:t>The transfer function relates the output of a circuit to a given input, assuming </a:t>
                </a:r>
                <a:r>
                  <a:rPr lang="en-US" altLang="en-US" sz="2800" dirty="0">
                    <a:solidFill>
                      <a:srgbClr val="FF0000"/>
                    </a:solidFill>
                  </a:rPr>
                  <a:t>zero initial conditions</a:t>
                </a:r>
                <a:r>
                  <a:rPr lang="en-US" altLang="en-US" sz="2800" dirty="0"/>
                  <a:t>.</a:t>
                </a:r>
              </a:p>
              <a:p>
                <a:pPr lvl="1" algn="just"/>
                <a:r>
                  <a:rPr lang="en-US" altLang="en-US" sz="2400" i="1" dirty="0">
                    <a:ea typeface="幼圆" panose="02010509060101010101" pitchFamily="49" charset="-122"/>
                  </a:rPr>
                  <a:t>The transfer function of the circuit is the system </a:t>
                </a:r>
                <a:r>
                  <a:rPr lang="en-US" altLang="en-US" sz="2400" b="1" i="1" u="sng" dirty="0">
                    <a:ea typeface="幼圆" panose="02010509060101010101" pitchFamily="49" charset="-122"/>
                  </a:rPr>
                  <a:t>response Y(s) to a unit impulse input X(s) = 1</a:t>
                </a:r>
                <a:r>
                  <a:rPr lang="en-US" altLang="en-US" sz="2400" i="1" dirty="0">
                    <a:ea typeface="幼圆" panose="02010509060101010101" pitchFamily="49" charset="-122"/>
                  </a:rPr>
                  <a:t>. In other words, in the time domain, h(t) = y(t) if x(t) =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i="1" dirty="0"/>
              </a:p>
              <a:p>
                <a:pPr lvl="1" algn="just"/>
                <a:r>
                  <a:rPr lang="en-US" altLang="en-US" sz="2400" dirty="0"/>
                  <a:t>Here, </a:t>
                </a:r>
                <a:r>
                  <a:rPr lang="en-US" altLang="en-US" sz="2400" i="1" dirty="0"/>
                  <a:t>h</a:t>
                </a:r>
                <a:r>
                  <a:rPr lang="en-US" altLang="en-US" sz="2400" dirty="0"/>
                  <a:t>(</a:t>
                </a:r>
                <a:r>
                  <a:rPr lang="en-US" altLang="en-US" sz="2400" i="1" dirty="0"/>
                  <a:t>t</a:t>
                </a:r>
                <a:r>
                  <a:rPr lang="en-US" altLang="en-US" sz="2400" dirty="0"/>
                  <a:t>) is called the </a:t>
                </a:r>
                <a:r>
                  <a:rPr lang="en-US" altLang="en-US" sz="2400" i="1" u="sng" dirty="0">
                    <a:solidFill>
                      <a:srgbClr val="C00000"/>
                    </a:solidFill>
                  </a:rPr>
                  <a:t>impulse response </a:t>
                </a:r>
                <a:r>
                  <a:rPr lang="en-US" altLang="en-US" sz="2400" dirty="0"/>
                  <a:t>function of the circuit (or system).</a:t>
                </a:r>
              </a:p>
            </p:txBody>
          </p:sp>
        </mc:Choice>
        <mc:Fallback xmlns="">
          <p:sp>
            <p:nvSpPr>
              <p:cNvPr id="3277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0270" y="1143840"/>
                <a:ext cx="10515600" cy="5561759"/>
              </a:xfrm>
              <a:blipFill>
                <a:blip r:embed="rId3"/>
                <a:stretch>
                  <a:fillRect l="-965" t="-1595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62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761102" y="2963999"/>
                <a:ext cx="2297809" cy="1025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02" y="2963999"/>
                <a:ext cx="2297809" cy="1025345"/>
              </a:xfrm>
              <a:prstGeom prst="rect">
                <a:avLst/>
              </a:prstGeom>
              <a:blipFill>
                <a:blip r:embed="rId4"/>
                <a:stretch>
                  <a:fillRect l="-2747"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5012"/>
                <a:ext cx="10515600" cy="4401951"/>
              </a:xfrm>
            </p:spPr>
            <p:txBody>
              <a:bodyPr/>
              <a:lstStyle/>
              <a:p>
                <a:r>
                  <a:rPr lang="en-GB" dirty="0"/>
                  <a:t>Determine the transfer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GB" dirty="0"/>
                  <a:t> of the circuit.</a:t>
                </a:r>
              </a:p>
              <a:p>
                <a:r>
                  <a:rPr lang="en-US" u="sng" dirty="0"/>
                  <a:t>Method 1</a:t>
                </a:r>
                <a:r>
                  <a:rPr lang="en-US" dirty="0"/>
                  <a:t> (current division)</a:t>
                </a:r>
              </a:p>
              <a:p>
                <a:endParaRPr lang="en-US" u="sng" dirty="0"/>
              </a:p>
              <a:p>
                <a:endParaRPr lang="en-US" u="sng" dirty="0"/>
              </a:p>
              <a:p>
                <a:r>
                  <a:rPr lang="en-US" u="sng" dirty="0"/>
                  <a:t>Method 2</a:t>
                </a:r>
                <a:r>
                  <a:rPr lang="en-US" dirty="0"/>
                  <a:t> (ladder),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=1V.</a:t>
                </a:r>
              </a:p>
              <a:p>
                <a:endParaRPr lang="en-GB" u="sng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5012"/>
                <a:ext cx="10515600" cy="4401951"/>
              </a:xfrm>
              <a:blipFill>
                <a:blip r:embed="rId3"/>
                <a:stretch>
                  <a:fillRect l="-724" t="-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63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613935" y="2947934"/>
          <a:ext cx="6082321" cy="701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500" imgH="431800" progId="Equation.DSMT4">
                  <p:embed/>
                </p:oleObj>
              </mc:Choice>
              <mc:Fallback>
                <p:oleObj name="Equation" r:id="rId4" imgW="3746500" imgH="43180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935" y="2947934"/>
                        <a:ext cx="6082321" cy="7016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297223"/>
              </p:ext>
            </p:extLst>
          </p:nvPr>
        </p:nvGraphicFramePr>
        <p:xfrm>
          <a:off x="1344071" y="4340131"/>
          <a:ext cx="7194035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0" imgH="1295400" progId="Equation.DSMT4">
                  <p:embed/>
                </p:oleObj>
              </mc:Choice>
              <mc:Fallback>
                <p:oleObj name="Equation" r:id="rId6" imgW="4191000" imgH="12954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071" y="4340131"/>
                        <a:ext cx="7194035" cy="2225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123436" y="1741514"/>
            <a:ext cx="3578920" cy="3138470"/>
            <a:chOff x="8471991" y="1825625"/>
            <a:chExt cx="2881809" cy="224461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471991" y="1825625"/>
              <a:ext cx="2881809" cy="2244618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9990438" y="2268607"/>
              <a:ext cx="362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4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GB" sz="1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4924-061B-0F42-B8D4-696269EC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2AF8B-432A-E54C-86A1-BA7BE8F19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able to compute the (one-sided) Laplace transform for several basic functions (e.g., Table 12.1 on Page 16) using direct integrals and/or the Laplace transform properties</a:t>
            </a:r>
          </a:p>
          <a:p>
            <a:r>
              <a:rPr lang="en-US" dirty="0"/>
              <a:t>Be able to compute the inverse Laplace transform using table loop-up methods and partial fraction expansion</a:t>
            </a:r>
          </a:p>
          <a:p>
            <a:r>
              <a:rPr lang="en-US" dirty="0"/>
              <a:t>Be able to apply Laplace transform for circuit/system analysis (and synthesis)</a:t>
            </a:r>
          </a:p>
          <a:p>
            <a:pPr lvl="1"/>
            <a:r>
              <a:rPr lang="en-US" dirty="0"/>
              <a:t>Be able to understand the equivalent circuit elements in the </a:t>
            </a:r>
            <a:r>
              <a:rPr lang="en-US" i="1" dirty="0"/>
              <a:t>s</a:t>
            </a:r>
            <a:r>
              <a:rPr lang="en-US" dirty="0"/>
              <a:t>-domain</a:t>
            </a:r>
          </a:p>
          <a:p>
            <a:pPr lvl="1"/>
            <a:r>
              <a:rPr lang="en-US" dirty="0"/>
              <a:t>Have some basic understanding for the concept of transfer function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(in the </a:t>
            </a:r>
            <a:r>
              <a:rPr lang="en-US" i="1" dirty="0"/>
              <a:t>s</a:t>
            </a:r>
            <a:r>
              <a:rPr lang="en-US" dirty="0"/>
              <a:t>-domain) and the impulse response function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(in the time domain), and the fact that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the inverse LT of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51107-FB72-154F-B588-FE4709B4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t>64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31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E0B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2B83946813F4D4DAE03DED6A71E81ED" ma:contentTypeVersion="11" ma:contentTypeDescription="新建文档。" ma:contentTypeScope="" ma:versionID="7cabc5452899422e53ab1bbfe2cb54db">
  <xsd:schema xmlns:xsd="http://www.w3.org/2001/XMLSchema" xmlns:xs="http://www.w3.org/2001/XMLSchema" xmlns:p="http://schemas.microsoft.com/office/2006/metadata/properties" xmlns:ns3="f58ced40-e390-405d-92ce-a8149138374e" targetNamespace="http://schemas.microsoft.com/office/2006/metadata/properties" ma:root="true" ma:fieldsID="f9ff6859aaf61f8d00f6e5a563f2d014" ns3:_="">
    <xsd:import namespace="f58ced40-e390-405d-92ce-a8149138374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ced40-e390-405d-92ce-a814913837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AAEB57-21D9-4BAB-A2F8-D72D949B3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8ced40-e390-405d-92ce-a814913837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78E053-5A86-49F6-B858-3A354EA610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F34E99-81F6-425D-A478-AEA355095CB3}">
  <ds:schemaRefs>
    <ds:schemaRef ds:uri="f58ced40-e390-405d-92ce-a8149138374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18470</TotalTime>
  <Words>3539</Words>
  <Application>Microsoft Macintosh PowerPoint</Application>
  <PresentationFormat>宽屏</PresentationFormat>
  <Paragraphs>548</Paragraphs>
  <Slides>65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5" baseType="lpstr">
      <vt:lpstr>黑体</vt:lpstr>
      <vt:lpstr>幼圆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Equation</vt:lpstr>
      <vt:lpstr>ECE 2001 Basic Circuit Theory</vt:lpstr>
      <vt:lpstr>We know how to find the step response of a first-order RL circuit; the key is to solve a homogeneous ODE</vt:lpstr>
      <vt:lpstr>However, if the source is given by a cosine function as seen from an AC circuit, the corresponding ODE is difficult to solve.</vt:lpstr>
      <vt:lpstr>We already learned how to find the steady-state solution using the phasor representation</vt:lpstr>
      <vt:lpstr>Preview: Laplace transform (LT) can find the step response of AC source (including the transient state).</vt:lpstr>
      <vt:lpstr>Laplace transformation (LT) overview: Why we should study it?</vt:lpstr>
      <vt:lpstr>Overview</vt:lpstr>
      <vt:lpstr>The basics: definition of LT</vt:lpstr>
      <vt:lpstr>* Existence of Laplace Transform</vt:lpstr>
      <vt:lpstr>* Inverse Laplace Transform</vt:lpstr>
      <vt:lpstr>Laplace Transform</vt:lpstr>
      <vt:lpstr>Technique 1: compute LT via its definition, the unit step function</vt:lpstr>
      <vt:lpstr>LT for the impulse function</vt:lpstr>
      <vt:lpstr>LT for the exponential function</vt:lpstr>
      <vt:lpstr>LT for sine</vt:lpstr>
      <vt:lpstr>* LT for the ramp function</vt:lpstr>
      <vt:lpstr>PowerPoint 演示文稿</vt:lpstr>
      <vt:lpstr>Technique 2: compute LT via its properties</vt:lpstr>
      <vt:lpstr>Properties of the Transform II</vt:lpstr>
      <vt:lpstr>Properties of the Transform III</vt:lpstr>
      <vt:lpstr>* Initial and Final Values</vt:lpstr>
      <vt:lpstr>* Example, for t ≥0</vt:lpstr>
      <vt:lpstr>* Validity of FVT – an example</vt:lpstr>
      <vt:lpstr>PowerPoint 演示文稿</vt:lpstr>
      <vt:lpstr>Inverse Laplace Transform</vt:lpstr>
      <vt:lpstr>Method 1 Table lookup:  Frequently used transform pairs</vt:lpstr>
      <vt:lpstr>Method 2: Partial fraction expansion You usually need to factorize and expand F(s) before you can apply table lookup</vt:lpstr>
      <vt:lpstr>General discussion: A systematic method for partial fraction expansion</vt:lpstr>
      <vt:lpstr>There are 4 possible cases for factorizing the denominator term D(s)</vt:lpstr>
      <vt:lpstr>Case 1: D(s) has distinct real roots</vt:lpstr>
      <vt:lpstr>Case 1: D(s) has distinct real roots</vt:lpstr>
      <vt:lpstr>Example using the residual method</vt:lpstr>
      <vt:lpstr>Example using the algebraic method</vt:lpstr>
      <vt:lpstr>Case 2: D(s) has repeated real roots</vt:lpstr>
      <vt:lpstr>Example</vt:lpstr>
      <vt:lpstr>Example</vt:lpstr>
      <vt:lpstr>Case 3: D(s) has complex roots</vt:lpstr>
      <vt:lpstr>PowerPoint 演示文稿</vt:lpstr>
      <vt:lpstr>Case 4: Improper function. The order of the numerator polynomial N(s) is higher than that of D(s)</vt:lpstr>
      <vt:lpstr>Example (Residue method)</vt:lpstr>
      <vt:lpstr>Example (Residue method)</vt:lpstr>
      <vt:lpstr>Example (Algebraic method)</vt:lpstr>
      <vt:lpstr>Example(Algebraic method) </vt:lpstr>
      <vt:lpstr>Application: Solving ODEs using Laplace transform</vt:lpstr>
      <vt:lpstr>Example</vt:lpstr>
      <vt:lpstr>Example</vt:lpstr>
      <vt:lpstr>Example: solve</vt:lpstr>
      <vt:lpstr>Laplace transform applied to circuit analysis</vt:lpstr>
      <vt:lpstr>Circuit Element Models</vt:lpstr>
      <vt:lpstr>Equivalent Circuit in s-domain</vt:lpstr>
      <vt:lpstr>*Magnetic coupled Inductors</vt:lpstr>
      <vt:lpstr>Impedances and Admittances</vt:lpstr>
      <vt:lpstr>Dependent Sources</vt:lpstr>
      <vt:lpstr>Circuit Analysis</vt:lpstr>
      <vt:lpstr>Example 1</vt:lpstr>
      <vt:lpstr>Example 2</vt:lpstr>
      <vt:lpstr>Example 3</vt:lpstr>
      <vt:lpstr>Example 3</vt:lpstr>
      <vt:lpstr>Example 4</vt:lpstr>
      <vt:lpstr>Example 4</vt:lpstr>
      <vt:lpstr>Example 4</vt:lpstr>
      <vt:lpstr>Summary of equivalent circuits in the s-domain</vt:lpstr>
      <vt:lpstr>Transfer Function and Impulse Response</vt:lpstr>
      <vt:lpstr>Example</vt:lpstr>
      <vt:lpstr>Expected learning outcome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1571</cp:revision>
  <cp:lastPrinted>2017-11-16T15:32:00Z</cp:lastPrinted>
  <dcterms:created xsi:type="dcterms:W3CDTF">2015-01-13T03:48:00Z</dcterms:created>
  <dcterms:modified xsi:type="dcterms:W3CDTF">2024-12-03T11:26:07Z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  <property fmtid="{D5CDD505-2E9C-101B-9397-08002B2CF9AE}" pid="3" name="ContentTypeId">
    <vt:lpwstr>0x010100F2B83946813F4D4DAE03DED6A71E81ED</vt:lpwstr>
  </property>
</Properties>
</file>