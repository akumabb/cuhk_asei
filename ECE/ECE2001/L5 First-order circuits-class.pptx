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4.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5.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97" r:id="rId1"/>
  </p:sldMasterIdLst>
  <p:notesMasterIdLst>
    <p:notesMasterId r:id="rId74"/>
  </p:notesMasterIdLst>
  <p:sldIdLst>
    <p:sldId id="722" r:id="rId2"/>
    <p:sldId id="625" r:id="rId3"/>
    <p:sldId id="626" r:id="rId4"/>
    <p:sldId id="701" r:id="rId5"/>
    <p:sldId id="628" r:id="rId6"/>
    <p:sldId id="629" r:id="rId7"/>
    <p:sldId id="631" r:id="rId8"/>
    <p:sldId id="632" r:id="rId9"/>
    <p:sldId id="633" r:id="rId10"/>
    <p:sldId id="634" r:id="rId11"/>
    <p:sldId id="637" r:id="rId12"/>
    <p:sldId id="639" r:id="rId13"/>
    <p:sldId id="641" r:id="rId14"/>
    <p:sldId id="635" r:id="rId15"/>
    <p:sldId id="636" r:id="rId16"/>
    <p:sldId id="656" r:id="rId17"/>
    <p:sldId id="630" r:id="rId18"/>
    <p:sldId id="730" r:id="rId19"/>
    <p:sldId id="642" r:id="rId20"/>
    <p:sldId id="643" r:id="rId21"/>
    <p:sldId id="645" r:id="rId22"/>
    <p:sldId id="646" r:id="rId23"/>
    <p:sldId id="647" r:id="rId24"/>
    <p:sldId id="648" r:id="rId25"/>
    <p:sldId id="650" r:id="rId26"/>
    <p:sldId id="702" r:id="rId27"/>
    <p:sldId id="689" r:id="rId28"/>
    <p:sldId id="653" r:id="rId29"/>
    <p:sldId id="652" r:id="rId30"/>
    <p:sldId id="654" r:id="rId31"/>
    <p:sldId id="655" r:id="rId32"/>
    <p:sldId id="719" r:id="rId33"/>
    <p:sldId id="724" r:id="rId34"/>
    <p:sldId id="725" r:id="rId35"/>
    <p:sldId id="726" r:id="rId36"/>
    <p:sldId id="700" r:id="rId37"/>
    <p:sldId id="657" r:id="rId38"/>
    <p:sldId id="703" r:id="rId39"/>
    <p:sldId id="704" r:id="rId40"/>
    <p:sldId id="705" r:id="rId41"/>
    <p:sldId id="727" r:id="rId42"/>
    <p:sldId id="728" r:id="rId43"/>
    <p:sldId id="662" r:id="rId44"/>
    <p:sldId id="665" r:id="rId45"/>
    <p:sldId id="667" r:id="rId46"/>
    <p:sldId id="668" r:id="rId47"/>
    <p:sldId id="670" r:id="rId48"/>
    <p:sldId id="707" r:id="rId49"/>
    <p:sldId id="709" r:id="rId50"/>
    <p:sldId id="710" r:id="rId51"/>
    <p:sldId id="711" r:id="rId52"/>
    <p:sldId id="673" r:id="rId53"/>
    <p:sldId id="674" r:id="rId54"/>
    <p:sldId id="676" r:id="rId55"/>
    <p:sldId id="677" r:id="rId56"/>
    <p:sldId id="678" r:id="rId57"/>
    <p:sldId id="716" r:id="rId58"/>
    <p:sldId id="679" r:id="rId59"/>
    <p:sldId id="713" r:id="rId60"/>
    <p:sldId id="681" r:id="rId61"/>
    <p:sldId id="683" r:id="rId62"/>
    <p:sldId id="692" r:id="rId63"/>
    <p:sldId id="684" r:id="rId64"/>
    <p:sldId id="686" r:id="rId65"/>
    <p:sldId id="715" r:id="rId66"/>
    <p:sldId id="687" r:id="rId67"/>
    <p:sldId id="697" r:id="rId68"/>
    <p:sldId id="693" r:id="rId69"/>
    <p:sldId id="695" r:id="rId70"/>
    <p:sldId id="699" r:id="rId71"/>
    <p:sldId id="717" r:id="rId72"/>
    <p:sldId id="729" r:id="rId7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74" autoAdjust="0"/>
    <p:restoredTop sz="86444" autoAdjust="0"/>
  </p:normalViewPr>
  <p:slideViewPr>
    <p:cSldViewPr snapToGrid="0">
      <p:cViewPr varScale="1">
        <p:scale>
          <a:sx n="92" d="100"/>
          <a:sy n="92" d="100"/>
        </p:scale>
        <p:origin x="48" y="120"/>
      </p:cViewPr>
      <p:guideLst>
        <p:guide orient="horz" pos="2160"/>
        <p:guide pos="3840"/>
      </p:guideLst>
    </p:cSldViewPr>
  </p:slideViewPr>
  <p:outlineViewPr>
    <p:cViewPr>
      <p:scale>
        <a:sx n="33" d="100"/>
        <a:sy n="33" d="100"/>
      </p:scale>
      <p:origin x="0" y="-1036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Shuguang Cui (SSE)" userId="85de1bb4-a53e-4ccf-9dc2-65b85f685fb4" providerId="ADAL" clId="{92E2DD15-E8D7-49F5-9491-CE8707D34FCA}"/>
    <pc:docChg chg="modSld">
      <pc:chgData name="Prof. Shuguang Cui (SSE)" userId="85de1bb4-a53e-4ccf-9dc2-65b85f685fb4" providerId="ADAL" clId="{92E2DD15-E8D7-49F5-9491-CE8707D34FCA}" dt="2023-10-23T07:28:27.238" v="19" actId="9405"/>
      <pc:docMkLst>
        <pc:docMk/>
      </pc:docMkLst>
      <pc:sldChg chg="modSp mod">
        <pc:chgData name="Prof. Shuguang Cui (SSE)" userId="85de1bb4-a53e-4ccf-9dc2-65b85f685fb4" providerId="ADAL" clId="{92E2DD15-E8D7-49F5-9491-CE8707D34FCA}" dt="2023-10-11T08:49:51.098" v="18" actId="20577"/>
        <pc:sldMkLst>
          <pc:docMk/>
          <pc:sldMk cId="0" sldId="646"/>
        </pc:sldMkLst>
        <pc:spChg chg="mod">
          <ac:chgData name="Prof. Shuguang Cui (SSE)" userId="85de1bb4-a53e-4ccf-9dc2-65b85f685fb4" providerId="ADAL" clId="{92E2DD15-E8D7-49F5-9491-CE8707D34FCA}" dt="2023-10-11T08:49:51.098" v="18" actId="20577"/>
          <ac:spMkLst>
            <pc:docMk/>
            <pc:sldMk cId="0" sldId="646"/>
            <ac:spMk id="36867" creationId="{00000000-0000-0000-0000-000000000000}"/>
          </ac:spMkLst>
        </pc:spChg>
      </pc:sldChg>
      <pc:sldChg chg="addSp mod">
        <pc:chgData name="Prof. Shuguang Cui (SSE)" userId="85de1bb4-a53e-4ccf-9dc2-65b85f685fb4" providerId="ADAL" clId="{92E2DD15-E8D7-49F5-9491-CE8707D34FCA}" dt="2023-10-23T07:28:27.238" v="19" actId="9405"/>
        <pc:sldMkLst>
          <pc:docMk/>
          <pc:sldMk cId="2704930104" sldId="709"/>
        </pc:sldMkLst>
        <pc:inkChg chg="add">
          <ac:chgData name="Prof. Shuguang Cui (SSE)" userId="85de1bb4-a53e-4ccf-9dc2-65b85f685fb4" providerId="ADAL" clId="{92E2DD15-E8D7-49F5-9491-CE8707D34FCA}" dt="2023-10-23T07:28:27.238" v="19" actId="9405"/>
          <ac:inkMkLst>
            <pc:docMk/>
            <pc:sldMk cId="2704930104" sldId="709"/>
            <ac:inkMk id="42" creationId="{DDFF4AC4-0D54-2ADC-D31A-313B34B79425}"/>
          </ac:inkMkLst>
        </pc:inkChg>
      </pc:sldChg>
    </pc:docChg>
  </pc:docChgLst>
  <pc:docChgLst>
    <pc:chgData name="Prof. Shuguang Cui (SSE)" userId="85de1bb4-a53e-4ccf-9dc2-65b85f685fb4" providerId="ADAL" clId="{5087718F-0997-F942-9581-90BF8C0CB852}"/>
    <pc:docChg chg="modSld">
      <pc:chgData name="Prof. Shuguang Cui (SSE)" userId="85de1bb4-a53e-4ccf-9dc2-65b85f685fb4" providerId="ADAL" clId="{5087718F-0997-F942-9581-90BF8C0CB852}" dt="2023-10-11T02:49:01.628" v="154" actId="20577"/>
      <pc:docMkLst>
        <pc:docMk/>
      </pc:docMkLst>
      <pc:sldChg chg="modNotesTx">
        <pc:chgData name="Prof. Shuguang Cui (SSE)" userId="85de1bb4-a53e-4ccf-9dc2-65b85f685fb4" providerId="ADAL" clId="{5087718F-0997-F942-9581-90BF8C0CB852}" dt="2023-10-11T01:54:35.854" v="11" actId="20577"/>
        <pc:sldMkLst>
          <pc:docMk/>
          <pc:sldMk cId="0" sldId="626"/>
        </pc:sldMkLst>
      </pc:sldChg>
      <pc:sldChg chg="modAnim">
        <pc:chgData name="Prof. Shuguang Cui (SSE)" userId="85de1bb4-a53e-4ccf-9dc2-65b85f685fb4" providerId="ADAL" clId="{5087718F-0997-F942-9581-90BF8C0CB852}" dt="2023-10-11T01:59:59.357" v="22"/>
        <pc:sldMkLst>
          <pc:docMk/>
          <pc:sldMk cId="0" sldId="628"/>
        </pc:sldMkLst>
      </pc:sldChg>
      <pc:sldChg chg="modAnim">
        <pc:chgData name="Prof. Shuguang Cui (SSE)" userId="85de1bb4-a53e-4ccf-9dc2-65b85f685fb4" providerId="ADAL" clId="{5087718F-0997-F942-9581-90BF8C0CB852}" dt="2023-10-11T02:00:08.751" v="28"/>
        <pc:sldMkLst>
          <pc:docMk/>
          <pc:sldMk cId="0" sldId="631"/>
        </pc:sldMkLst>
      </pc:sldChg>
      <pc:sldChg chg="modAnim">
        <pc:chgData name="Prof. Shuguang Cui (SSE)" userId="85de1bb4-a53e-4ccf-9dc2-65b85f685fb4" providerId="ADAL" clId="{5087718F-0997-F942-9581-90BF8C0CB852}" dt="2023-10-11T02:06:01.658" v="29"/>
        <pc:sldMkLst>
          <pc:docMk/>
          <pc:sldMk cId="0" sldId="637"/>
        </pc:sldMkLst>
      </pc:sldChg>
      <pc:sldChg chg="modAnim">
        <pc:chgData name="Prof. Shuguang Cui (SSE)" userId="85de1bb4-a53e-4ccf-9dc2-65b85f685fb4" providerId="ADAL" clId="{5087718F-0997-F942-9581-90BF8C0CB852}" dt="2023-10-11T02:07:09.285" v="30"/>
        <pc:sldMkLst>
          <pc:docMk/>
          <pc:sldMk cId="0" sldId="639"/>
        </pc:sldMkLst>
      </pc:sldChg>
      <pc:sldChg chg="modNotesTx">
        <pc:chgData name="Prof. Shuguang Cui (SSE)" userId="85de1bb4-a53e-4ccf-9dc2-65b85f685fb4" providerId="ADAL" clId="{5087718F-0997-F942-9581-90BF8C0CB852}" dt="2023-10-11T02:49:01.628" v="154" actId="20577"/>
        <pc:sldMkLst>
          <pc:docMk/>
          <pc:sldMk cId="0" sldId="645"/>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0T09:14:30.804"/>
    </inkml:context>
    <inkml:brush xml:id="br0">
      <inkml:brushProperty name="width" value="0.025" units="cm"/>
      <inkml:brushProperty name="height" value="0.025" units="cm"/>
      <inkml:brushProperty name="color" value="#E71224"/>
    </inkml:brush>
  </inkml:definitions>
  <inkml:trace contextRef="#ctx0" brushRef="#br0">0 37 24575,'7'-1'0,"6"-1"0,3-1 0,8 1 0,4 1 0,3 0 0,1 1 0,0-1 0,9 1 0,-10 0 0,8 0 0,-14 0 0,3 0 0,1 0 0,4 0 0,2 0 0,-2 0 0,2 0 0,-2 0 0,3 0 0,-4-1 0,3 0 0,-8 0 0,5 0 0,-2 1 0,2-1 0,2 1 0,4 0 0,0 0 0,0 0 0,-6-1 0,-5-1 0,1 1 0,-3 0 0,5 1 0,0 0 0,10 0 0,0 0 0,2 0 0,-7 0 0,-1 0 0,-2 0 0,5 0 0,4 0 0,7 0 0,3 0 0,-2 0 0,6 1 0,-9 0 0,13 1 0,-6 0 0,12 0 0,-10 0 0,4-1 0,-9 0 0,3-1 0,2 0 0,10 0 0,-3-1 0,6 0 0,-10-1 0,0 1 0,5 0 0,-10 0 0,10 0 0,-16 0 0,6 1 0,-4 0 0,7 0 0,2 1 0,5-1 0,-2 3 0,-2-2 0,0 0 0,-10-2 0,2-1 0,-6 0 0,3 1 0,1 1 0,-1 0 0,-5 0 0,-6 0 0,-6 0 0,3 0 0,-2-1 0,4 1 0,-5-1 0,-2 1 0,-3 0 0,-1-1 0,6 0 0,1 0 0,14 1 0,4-1 0,6 0 0,-9-1 0,-7 1 0,-11-1 0,-4 1 0,10 1 0,6 0 0,15 0 0,-13 0 0,-3 0 0,-21-1 0,-4 1 0,-7-1 0,0 1 0,-2-1 0,-1 1 0,-1-1 0,-3 0 0,-1 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0T09:14:35.169"/>
    </inkml:context>
    <inkml:brush xml:id="br0">
      <inkml:brushProperty name="width" value="0.025" units="cm"/>
      <inkml:brushProperty name="height" value="0.025" units="cm"/>
      <inkml:brushProperty name="color" value="#E71224"/>
    </inkml:brush>
  </inkml:definitions>
  <inkml:trace contextRef="#ctx0" brushRef="#br0">1 44 24575,'15'-2'0,"5"0"0,6-1 0,13 0 0,5 2 0,4 0 0,12 1 0,2 0 0,14 0 0,13-2 0,-3 2 0,8-4 0,-9 4 0,-12-2 0,0 2 0,-18 0 0,4 2 0,-10-2 0,10 0 0,1-1 0,7-1 0,-7 0 0,0 0 0,-14 1 0,-1 1 0,-9 0 0,1 0 0,-1 0 0,1-1 0,-4 0 0,-3-2 0,1 2 0,1-1 0,3 1 0,4-1 0,-2 2 0,9-2 0,-14 1 0,9 0 0,-14-1 0,10 1 0,-1 1 0,17 0 0,-2 0 0,19 0 0,-2 0 0,1 0 0,7 0 0,-2 0 0,10 2 0,-6-2 0,6 2 0,-13-1 0,10 0 0,-10 0 0,6-4 0,-9 2 0,2-2 0,-16 3 0,-1 0 0,-14 0 0,8 0 0,1 0 0,4 2 0,-4-2 0,-4 1 0,-5-1 0,0 0 0,12 0 0,-1 0 0,18 0 0,4 0 0,10 2 0,-7-2 0,6 2 0,-9-1 0,2 1 0,8 0 0,-8-1 0,8-1 0,-11 0 0,5 0 0,-7 2 0,5 0 0,-18-1 0,-2 3 0,-13-3 0,6 3 0,-2-4 0,5 1 0,-6-1 0,-2 0 0,4 0 0,-7 0 0,8 0 0,-6 0 0,5 2 0,-7-2 0,12 1 0,-16-1 0,4 1 0,-10-1 0,9 0 0,5 0 0,8-1 0,-3 1 0,2 0 0,-7 0 0,4 0 0,-11-2 0,4 2 0,-4-2 0,12 2 0,2-2 0,9 2 0,-3 0 0,0 0 0,-4-1 0,-3 1 0,0-2 0,-4 2 0,3-1 0,-2 1 0,1-1 0,-6 1 0,2 0 0,-2 1 0,2-1 0,4 3 0,-1-3 0,4 1 0,-5-1 0,3 0 0,-5-1 0,4 0 0,-7 0 0,8 0 0,-12 1 0,11-2 0,-14 2 0,4 0 0,-9 0 0,1 0 0,-4 0 0,-2 0 0,1 0 0,-2 0 0,-1 1 0,-1-1 0,-1 1 0,-2-1 0,-3 0 0,-5-1 0,-1 1 0,0-1 0,0 1 0,4-1 0,-2 1 0,3 0 0,-5 0 0,-3 0 0,0 0 0,0 0 0,5 0 0,1 0 0,3-1 0,-4 1 0,-4-1 0,-4 1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10-10T09:14:39.646"/>
    </inkml:context>
    <inkml:brush xml:id="br0">
      <inkml:brushProperty name="width" value="0.025" units="cm"/>
      <inkml:brushProperty name="height" value="0.025" units="cm"/>
      <inkml:brushProperty name="color" value="#E71224"/>
    </inkml:brush>
  </inkml:definitions>
  <inkml:trace contextRef="#ctx0" brushRef="#br0">48 1 24575,'3'4'0,"0"1"0,-1 4 0,4 4 0,-2 1 0,5 1 0,-3-2 0,1-1 0,-2-2 0,0 1 0,0 0 0,3 3 0,-2 0 0,2 1 0,-2-2 0,0-2 0,-1 2 0,2-2 0,-3 2 0,1 2 0,2 2 0,-1-2 0,0-1 0,-1-5 0,-3-1 0,1-3 0,-1-1 0,-1 0 0,1 0 0,-1 2 0,1 0 0,-1 1 0,1 0 0,-1 0 0,0-1 0,1-1 0,-1-2 0,-2-3 0,-2-1 0,-4-2 0,1-2 0,-3 1 0,0-4 0,-1 1 0,-7-5 0,0 2 0,-4-2 0,3 2 0,-1 1 0,5 4 0,0 0 0,5 4 0,3 0 0,-1 0 0,0 0 0,-1 0 0,8 3 0,2 2 0,11 4 0,-1-2 0,6 5 0,-3-4 0,2 2 0,-2-1 0,-2-4 0,-2 1 0,-3-1 0,0 0 0,0 1 0,0-1 0,-1 1 0,-2-1 0,1 0 0,1 2 0,8 2 0,3 3 0,3-1 0,-2-2 0,-9-3 0,-2-7 0,-4-5 0,0-6 0,0-2 0,1-4 0,2-1 0,-1-1 0,3 1 0,-4 3 0,3 4 0,-4 5 0,-1 2 0,-1 4 0,-1 0 0,2-1 0,-3 0 0,2 1 0,-2 1 0,-1 1 0,0 0 0,1 0 0</inkml:trace>
</inkml:ink>
</file>

<file path=ppt/ink/ink4.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0T03:36:43.180"/>
    </inkml:context>
    <inkml:brush xml:id="br0">
      <inkml:brushProperty name="width" value="0.05292" units="cm"/>
      <inkml:brushProperty name="height" value="0.05292" units="cm"/>
      <inkml:brushProperty name="color" value="#FF0000"/>
    </inkml:brush>
  </inkml:definitions>
  <inkml:trace contextRef="#ctx0" brushRef="#br0">3807 8909 11967 0,'0'0'1072'0,"13"-14"-864"15,-13 14-208-15,0 0 0 0,2-8 1760 0,-2 8 304 16,2-13 64-16,0 2 16 0,0 2-560 0,0 0-112 16,1 0-32-16,-3 9 0 0,1-9-224 0,3-2-64 15,-4 11 0-15,4-9 0 0,-1 1-256 0,-3 8-48 16,0 0-16-16,0 0 0 0,0 0-256 0,13 8-64 0,-2 3-16 0,1 7 0 15,-1 7-176-15,-1 7-48 16,-1 6 0-16,3 6 0 0,-2 6 0 0,2 3 0 0,0 2 0 0,0 1 0 16,-1 0-272-16,2-4 160 15,0-9-160-15,2 0 128 0,-2-2-128 0,0-5 0 0,0-3 0 0,0-8 128 16,-1-3-128-16,-2-3 0 0,0-6 0 16,-2-1 128-16,0-3 240 0,-1-2 32 0,-7-7 16 0,0 0 0 15,10-4 592-15,0-9 112 0,0-4 32 0,-3-8 0 16,0-7-288-16,2-4-48 0,1-7-16 0,1-4 0 15,-1-2-336-15,1-10-64 0,2-2-16 0,-1 0 0 16,-2-1-256-16,2 4-128 0,1-1 0 0,-2 8 128 16,-1 7-128-16,-4 6 0 0,-2 4 0 0,-1 8 0 15,-2 7-304-15,-2 6-32 0,1 13-16 0,-7-6 0 16,7 6-1392 0,-13 4-288-16,0 3-48 0,0 6-9984 0,0 5-2000 0</inkml:trace>
  <inkml:trace contextRef="#ctx0" brushRef="#br0" timeOffset="546.81">4632 8725 16575 0,'0'0'1472'0,"-1"-9"-1168"16,0-1-304-16,-1 2 0 0,2 8 2208 0,0 0 384 15,0 0 80-15,-8-3 16 0,1 6-912 0,0 3-176 16,-1 5-48-16,-1 8 0 0,1 2-752 0,0 8-160 16,-1 3-16-16,1 5-16 0,2 1-256 0,1 2-48 15,1 3-16-15,1-1 0 0,2-2-144 0,4-1-16 16,2 0-128-16,0-3 192 0,0-4-192 0,2-2 0 16,1-1 0-16,3-3 0 0,0-4-144 0,2-4-128 15,0-3-32-15,2-4 0 16,4 1-1616-16,2-5-320 0,2-6-64 0,-1-4-6496 15,-1-2-1312-15</inkml:trace>
  <inkml:trace contextRef="#ctx0" brushRef="#br0" timeOffset="734.31">5081 8678 27935 0,'0'0'1232'0,"0"0"256"0,0 0-1184 0,-3 16-304 16,-1 2 0-16,-2 5 0 0,-1 7 880 0,-2 3 112 0,-2 4 32 15,1 0 0-15,0 5-384 0,2 0-80 0,1-2-16 16,3-1 0-16,3 0-256 0,2-1-48 0,3-3-16 0,1-2 0 16,1-4-224-16,0-2 0 0,1 2 0 0,1-3 0 31,1-4-2368-31,1 0-480 0,-2 0-96 0</inkml:trace>
  <inkml:trace contextRef="#ctx0" brushRef="#br0" timeOffset="937.41">4875 8944 26719 0,'0'0'2368'16,"0"0"-1888"-16,14 4-480 0,3-1 0 0,2-2 1056 0,4 0 112 16,0-1 32-16,2 0 0 0,1 0-704 0,0 0-144 15,-1-1-32-15,1 0 0 0,-1-2-320 0,-1-1 0 16,0 0 0-16,-1 0 128 15,-1-1-896-15,-1 0-192 0,-1 0-16 0,-2 1-16 16,-1 1-2592-16,-3-1-512 0</inkml:trace>
  <inkml:trace contextRef="#ctx0" brushRef="#br0" timeOffset="1119.06">5493 8548 27359 0,'0'0'1216'0,"10"11"240"0,3 5-1168 0,0 4-288 0,-1 4 0 0,-2 5 0 15,-1 4 1008-15,-2-6 144 16,-3 6 16-16,0 23 16 0,-3 0-576 0,-1 0-112 16,0 1-32-16,-1-3 0 0,-2 0-464 0,0-17 128 15,-2-1-128-15,-4 19 0 16,-1-5-1536-16,-1-5-368 0,-2 0-64 0,-1-6-10864 0</inkml:trace>
  <inkml:trace contextRef="#ctx0" brushRef="#br0" timeOffset="1556.5">5839 8901 31215 0,'0'0'1376'0,"6"-6"288"0,0-1-1328 0,1 2-336 15,0-3 0-15,-7 8 0 0,12-3 1088 0,1 2 128 16,0 1 48-16,0 1 0 0,-1 1-784 0,0 0-160 16,-2 4-16-16,2-1-16 0,0 1-288 0,1-2 0 15,-2 0 0-15,4-1 0 0,0-1-128 0,1-2-96 16,-3 0-16-16,3-2 0 15,-2 0-2096-15,-1 1-416 0,-13 1-96 0</inkml:trace>
  <inkml:trace contextRef="#ctx0" brushRef="#br0" timeOffset="1712.75">5938 9082 18431 0,'0'0'1632'0,"0"0"-1312"0,0 0-320 0,0 0 0 16,0 0 3184-16,16 7 560 0,1-3 112 0,0 0 32 15,1-3-1904-15,0 3-368 0,1-2-80 0,0 2 0 0,0 0-768 0,-1 0-128 16,0 1-48-16,2-1 0 16,-2 0-1360-1,-1-1-288-15,-2-2-48 0,-2 2-10096 0,-1 1-2000 0</inkml:trace>
  <inkml:trace contextRef="#ctx0" brushRef="#br0" timeOffset="2614.09">6957 7661 16575 0,'-4'-14'736'0,"1"5"160"0,1 0-720 0,-1-2-176 16,-1-2 0-16,-3 1 0 0,-2-2 2144 0,-1 2 400 15,-4-1 80-15,-2 3 0 0,-2 3-1472 0,-2 2-320 0,1 0-48 0,0 4-16 0,0 1-304 0,2 5-64 16,0 3-16-16,3 5 0 0,2 6-32 0,1 7-16 16,4 2 0-16,1 8 0 0,5 7-336 0,4 9 128 15,1 8-128-15,2 9 0 0,2 8 128 0,2 6-128 16,1 4 128-16,0 4-128 0,1 2 0 0,0-1 144 16,0 0-144-16,-3-6 0 0,-1-8 128 0,-4-5-128 15,-3-3 0-15,-4-3 0 0,-2-3 0 0,-2-2 0 16,0-3 128-16,-4-4-128 0,-3-6 0 0,3-14 160 15,-2 2-160-15,-7 12 128 0,-3-8 0 0,3-6-128 16,0-4 192-16,0-6-64 0,3-7 16 0,2-6 0 16,-1-4 0-16,3-6 0 0,3-4 32 0,1-2 0 15,2-5 0-15,4-2 0 0,3 0-176 0,4-1 160 16,2-5-160-16,3 4 160 0,4-3-32 0,1 5-128 16,0 3 192-16,-1 6-64 0,2 4-128 0,2 4 128 15,1 6-128-15,2 6 128 0,-1 4-128 0,-1 8 128 16,1 6-128-16,-1 3 128 0,0 4-128 0,-1 5 0 15,0 3 0-15,-3 1 0 16,-2 1-384-16,-1 3-48 0,-2 1-16 0,-1-1 0 0,-2 1 64 0,1 4 0 0,-1 0 0 0,-3 3 0 16,-2 4 512-16,-1-1 128 15,-1 3 0-15,-2 6 16 0,-1 1 80 0,-1 3 16 16,-2 3 0-16,2 3 0 0,-3 0-240 0,2 1-128 0,-1 0 128 0,2-1-128 16,3 0 0-16,-1-5 0 0,0-1 0 0,1-6 128 15,-1-2-128-15,2-6 0 0,-1-3 0 0,1-4 0 16,0-6 0-16,0-1 128 0,-2-5-128 0,2-3 0 0,-2-3 0 15,2-5 144-15,-1-3-144 0,2-6 0 0,0-2 0 0,0-5 0 16,0-6 0-16,0-2 0 16,-1-6-624-1,1-6-128-15,0 0-16 0,-4-10-13952 0</inkml:trace>
  <inkml:trace contextRef="#ctx0" brushRef="#br0" timeOffset="4463.66">7396 7500 19455 0,'0'0'864'0,"16"-8"176"0,-16 8-832 0,0 0-208 0,7-9 0 0,-7 9 0 16,0 0 1792-16,0 0 304 0,0 0 64 0,0 0 16 15,0 0-512-15,0 0-112 0,0 0-16 0,10 6 0 16,-5 5-912-16,-3 3-192 0,-2 4-48 0,0 4 0 15,-1-1-64-15,-2 3 0 0,1-2-16 0,2 1 0 16,0 3-64-16,2-3-16 0,4-1 0 0,2-1 0 16,1-1-96-16,-2-9-128 0,4 1 176 0,8 3-176 15,4-2 160-15,-3-1-160 0,-1-6 128 0,0 0-128 0,1-1 176 0,-1-2-48 16,1 0-128-16,-2 0 192 0,-2-2-192 0,-4 2 144 16,-2 1-144-16,-10-4 128 0,0 0-128 0,9 8 0 15,-9-8 0-15,5 11 128 0,-5-11-128 0,0 13 0 16,-1-1 0-16,-4 0-176 0,-6 1-32 0,0-1-16 15,-2-1 0-15,0 2 0 16,-2-1-416-16,1 0-64 0,0-3-32 0,-1 1 0 16,1 0-1904-16,0-4-384 0,-2-1-80 0</inkml:trace>
  <inkml:trace contextRef="#ctx0" brushRef="#br0" timeOffset="4651.2">7534 7533 13823 0,'0'0'1216'0,"0"0"-960"16,13-6-256-16,-1 1 0 0,-3 1 3488 0,3-1 656 15,0 1 128-15,-1 1 16 0,1 0-2912 0,1 1-592 16,1 1-112-16,1-1-32 0,-2 1-464 0,-3-2-176 16,3 1 0-16,8-1 144 0,0-1-272 0,-7 3-64 15,2 0-16-15,5-1 0 16,0 2-1216-16,-10 2-240 0,1 0-64 0,2 3-10336 0</inkml:trace>
  <inkml:trace contextRef="#ctx0" brushRef="#br0" timeOffset="4916.74">7936 7702 17503 0,'-3'14'768'0,"2"-2"176"0,0 2-752 0,-1 2-192 0,2 1 0 0,3-2 0 0,1-2 2032 0,1-1 368 16,0 0 80-16,0-2 16 0,2-1-1280 0,-7-9-240 15,10 8-48-15,3-4-16 0,2-5-560 0,0-4-112 16,1-5-32-16,0 1 0 0,-2-1 48 0,-1-2 0 16,-1-2 0-16,-2-1 0 0,1 0 64 0,-5 0 32 15,-3 2 0-15,-3 2 0 0,-2 3 96 0,-1-3 0 16,-3 5 16-16,-2-2 0 0,-3 0-112 0,-2 0-32 16,-2-1 0-16,1 3 0 0,-2-1-320 0,2 1 0 15,1-2 0-15,3 0 0 16,0 0-400-16,4 3-160 0,6 5-16 0,0 0-16 15,-3-8-2336-15,3 8-464 0</inkml:trace>
  <inkml:trace contextRef="#ctx0" brushRef="#br0" timeOffset="5272.9">8362 7438 10127 0,'0'0'896'0,"0"0"-704"0,0 0-192 0,0 0 0 0,0 0 3712 0,0 0 704 16,0 0 128-16,0 0 48 0,7 13-2016 0,-5-1-400 0,-3 2-64 0,-2 5-32 15,-1 3-864-15,-1-1-192 0,-1 3-16 0,-1 3-16 16,-1-1-416-16,3 1-64 0,-1 3-32 15,0-3 0-15,2-1-176 0,2-2-48 0,1 1 0 0,1-1 0 16,2-4-112-16,2 0-16 0,1-4-128 0,0-1 192 16,2-5 0-16,-1 1-16 0,1-3 0 0,1-2 0 15,-8-6-32-15,10 4 0 0,2-1 0 0,-3-3 0 16,-9 0-144-16,9-3-224 0,-1-4 48 0,0 1 16 16,-2-1-672-16,1-2-144 15,-2-1-32-15,-1 1 0 16,-1 0-2704-16,-3-1-528 0</inkml:trace>
  <inkml:trace contextRef="#ctx0" brushRef="#br0" timeOffset="5444.76">8253 7670 12895 0,'0'0'1152'0,"0"0"-928"16,0 0-224-16,0 0 0 0,9-5 4016 0,0 4 752 15,-9 1 160-15,13 0 16 0,0 1-3008 0,-3-1-592 16,2 0-128-16,8 0-32 0,-1-1-416 0,-7 1-64 15,1-3-32-15,9-1 0 0,0 0-336 0,0 0-64 16,2 2-16-16,-3-5 0 16,-3 2-1712-16,2 0-336 0,-1-2-80 0</inkml:trace>
  <inkml:trace contextRef="#ctx0" brushRef="#br0" timeOffset="7871.34">9709 7459 12895 0,'0'0'576'0,"0"0"112"0,0 0-560 0,0 0-128 15,1-8 0-15,0-1 0 0,-1 9 2592 0,-1-10 480 16,1 10 112-16,0 0 16 0,1-9-1088 0,-1 9-224 16,0 0-32-16,0 0-16 0,0 0-544 0,0 0-96 15,0 0-32-15,0 0 0 0,0 0-384 0,0 0-80 16,6 13 0-16,-1 2-16 0,-3-2-192 0,1 4-48 15,0-1 0-15,1 2 0 0,-2 3-112 0,2 0-16 16,0 0-16-16,1 1 0 0,-1 3-144 0,0-1-32 16,0 1 0-16,0 0 0 0,0-1-128 0,1-4 0 0,0 0 0 0,0-2 128 15,1-2-128-15,-1-3 0 0,0-3 0 0,-5-10 0 16,0 0 320-16,0 0 0 0,0 0-16 0,0 0 0 0,12-4 496 0,-4-2 96 16,-1-5 32-16,5-7 0 0,0 0-288 0,-4 0-64 15,1-3-16-15,5-13 0 0,1 1-240 0,-1 2-32 16,-1 2-16-16,0-1 0 0,-3 3-144 0,2 2-128 15,-1 2 192-15,-2 1-192 0,-3-2 128 0,1 3-128 16,-3 2 0-16,-2 3 0 0,0 2 0 0,-4 3 0 16,2-2 0-16,0 4 0 15,0 9-1504-15,-1-6-208 0,1 6-32 0,0 0-16 16,0 0-2352-16,0 0-480 0</inkml:trace>
  <inkml:trace contextRef="#ctx0" brushRef="#br0" timeOffset="10693.09">7079 8539 21183 0,'0'0'1888'0,"0"0"-1504"0,0 0-384 0,0 0 0 16,0 0 1408-16,0 0 192 0,0 0 64 0,0 0 0 16,0 0-832-16,-5 10-176 0,2 6-16 0,-1 2-16 15,2 3 0-15,-1 2 0 0,1 2 0 0,-1 4 0 16,2 2-48-16,-1 2-16 0,1-1 0 0,0 1 0 16,1-2 16-16,0-1 0 0,0 0 0 0,0-1 0 15,0-2-272-15,2-1-48 0,2-4-16 0,0-2 0 16,-1-3-240-16,1 0 0 0,0-5-144 0,0-1 144 15,-4-11-1728-15,5 8-256 0,-5-8-64 16,0 0-12048-16</inkml:trace>
  <inkml:trace contextRef="#ctx0" brushRef="#br0" timeOffset="10989.95">7255 8695 20271 0,'-12'16'896'0,"6"-3"192"0,-1 5-880 0,2-1-208 0,0 4 0 0,-3 13 0 16,2-6 1568-16,0 2 272 16,1 0 48-16,1-2 16 0,2-5-1232 0,0-2-240 15,2-3-48-15,3-3-16 0,-3-15-32 0,8 10 0 0,-8-10 0 0,13 1 0 16,1-3-16-16,1-10-16 16,0-4 0-16,2-3 0 0,0-5 144 0,-1 0 48 15,-1-1 0-15,1-1 0 0,-2-2-80 0,2 1-16 0,-2 0 0 0,-1-1 0 16,-3 0-80-16,-4-2 0 15,-2-2-16-15,-1 5 0 0,-5 3-144 0,1 5-32 16,0 3 0-16,-1 5 0 0,0 0-128 0,2 11 0 16,0 0 0-16,-9-1 128 0,-1 5-320 0,1 4-80 0,-1 3-16 0,-1 4 0 31,1-1-1936-31,0 2-384 0,-1 1-80 0</inkml:trace>
  <inkml:trace contextRef="#ctx0" brushRef="#br0" timeOffset="11242.34">7575 8831 17503 0,'2'9'1552'15,"2"3"-1232"-15,-1 2-320 0,-1 0 0 0,2-1 1792 0,0 2 320 32,0-2 48-32,0-2 16 0,-4-11-704 0,0 0-128 15,0 0-16-15,10 8-16 0,-10-8-560 0,12 0-112 16,-12 0-32-16,13-9 0 0,-2-4 16 0,0-1 0 15,1-3 0-15,-1-3 0 0,-5-3-224 0,1 2-32 0,-2 0-16 0,0 3 0 16,-2-2 144-16,-3 3 16 16,-2-1 16-16,0 2 0 0,-4 2-96 0,-3 1-32 0,-2 1 0 0,-1 2 0 15,-1 1-256-15,1 0-144 0,0 3 160 0,2 4-160 32,-1 2-528-32,4 5-208 0,-1 3-32 0,3 2-10432 0,1-1-2096 0</inkml:trace>
  <inkml:trace contextRef="#ctx0" brushRef="#br0" timeOffset="11461.02">7890 8852 12895 0,'0'0'1152'0,"14"5"-928"0,1-1-224 0,-2-2 0 0,-1-2 3328 0,-1-2 608 16,2 0 128-16,2 1 32 0,-1 0-1728 0,0-2-320 15,1 1-80-15,0 0-16 0,1 0-864 0,-3-1-160 16,-1-1-32-16,-2 1-16 0,-1 2-512 0,-9 1-112 15,0 0 0-15,0 0-16 0,0 0-240 0,0 0 0 16,0 0 0-16,6 8 0 16,-6-8-1472-16,0 0-400 0,1 12-80 0,-1-12-13312 15</inkml:trace>
  <inkml:trace contextRef="#ctx0" brushRef="#br0" timeOffset="12851.55">8362 8558 3679 0,'0'0'320'0,"0"0"-320"15,0 0 0-15,0 0 0 0,0 0 1760 0,0 0 288 16,0 0 48-16,0 0 16 0,0 0-704 0,0 0-128 0,0 0-16 0,0 0-16 16,0 0 32-16,0 0 0 15,9-4 0-15,-9 4 0 0,0 0-80 0,0 0-16 16,0 0 0-16,0 0 0 0,0 0-16 0,0 0 0 0,0 0 0 0,0 0 0 15,8-5-112-15,-8 5-32 0,0 0 0 0,8-4 0 16,-8 4-256-16,9-6-64 16,-9 6-16-16,10-4 0 0,-10 4-240 0,11-3-32 0,-1 1-16 0,2 0 0 15,0 2-192-15,2 4-32 0,-1-4-16 0,0 3 0 16,-1 1-32-16,0-3-128 0,2 2 192 0,0 0-64 16,1 3 0-16,0-2 0 0,1-1 0 0,-2 3 0 15,-1 0-128-15,-2 2 192 0,-3 1-192 0,-2 0 192 0,-2 3-64 0,-1 4 0 16,-2 2 0-16,-2 1 0 0,-2 0-128 0,-1-1 128 15,-1 0-128-15,-2-1 128 0,1 0-128 0,-2-1 0 16,0 1 0-16,-1-3 0 0,0-1 0 0,1-2 0 16,-1-4 0-16,2 1 0 0,1 0 0 0,2 0 0 15,4-8 0-15,-4 10 0 0,-2-3 0 0,6-7 0 16,0 0 0-16,0 0 0 0,0 0 0 0,-6 9 0 16,6-9 0-16,0 0 0 0,0 0 0 0,0 0 0 15,0 0 0-15,0 0 0 0,0 0 0 0,0 0 0 16,0 0 0-16,0 0 0 0,0 0 144 0,0 0-144 15,0 0 160-15,0 0-160 0,0 0 128 0,0 0-128 16,0 0 0-16,0 0 144 0,0 0-144 0,0 0 0 0,0 0 144 0,0 0-144 16,0 0 0-16,0 0 0 15,0 0 0-15,0 0 128 0,0 0-128 0,0 0 128 0,0 0-128 0,0 0 128 16,0 0 0-16,0 0 0 0,0 0 0 0,0 0 0 16,0 0 32-16,0 0 16 0,0 0 0 0,0 0 0 15,0 0-176-15,0 0 192 16,0 0-192-16,0 0 192 0,0 0-192 0,0 0 192 0,0 0-192 15,0 0 192-15,0 0-192 0,0 0 160 0,0 0-160 0,0 0 160 16,0 0-160-16,0 0 192 0,0 0-192 0,0 0 192 16,0 0-192-16,0 0 160 0,0 0-160 0,0 0 160 15,0 0-160-15,0 0 0 0,0 0 0 0,0 0 128 16,0 0-128-16,0 0 0 0,0 0 0 0,0 0 0 16,0 0 0-16,0 0 0 0,0 0 0 0,0 0 0 0,0 0 0 15,0 0 0-15,0 0 0 0,0 0 0 0,0 0 0 0,0 0 0 16,0 0 0-16,0 0 0 0,0 0 0 0,0 0 128 15,0 0-128-15,0 0 0 0,0 0 0 0,0 0 0 16,0 0 0-16,0 0 0 0,-4 10 0 0,4-10 0 16,0 0 0-16,0 0 0 0,0 0 0 0,0 0 0 15,0 0 0-15,0 0 0 0,0 0-144 0,0 0-112 16,0 0-32-16,0 0 0 16,0 0-1792-16,0 0-352 0,0 0-80 0,0 0-16 15,0 0 0-15,0 0 0 0,0 0 0 0,0 0 0 16,0 0 1200-16,0 0 240 0,0 0 64 0,0 0 0 15,0 0 64-15,0 0 32 0,0 0 0 0,0 0 0 0,0 0 688 0,0 0 240 16,0 0-144-16,0 0 144 0,0 0 336 0,0 0 160 16,0 0 16-16,0 0 16 0,0 0 704 0,0 0 144 0,0 0 32 0,0 0 0 15,-3 11 144-15,3-11 48 16,0 0 0-16,0 0 0 0,0 0-688 0,0 0-128 16,0 0-16-16,0 0-16 0,0 0-496 0,0 0-80 0,0 0-32 0,0 0 0 15,0 0-144-15,0 0 0 0,0 0 144 0,0 0-144 16,0 0 0-16,0 0 0 0,0 0 0 0,0 0 128 15,0 0 16-15,0 0 16 0,0 0 0 0,0 0 0 16,0 0 16-16,0 0 0 16,0 0 0-16,0 0 0 0,0 0-176 0,0 0 0 0,0 0 0 0,0 0 128 31,0 0-2992-31,0 0-592 0</inkml:trace>
  <inkml:trace contextRef="#ctx0" brushRef="#br0" timeOffset="13896.5">8586 8327 2751 0,'0'0'256'0,"0"0"-256"16,0 0 0-16,0-9 0 0,0 9 3200 0,4-9 576 0,-4 0 128 0,0 9 32 15,0 0-1920-15,0 0-384 0,4-10-80 0,-4 10-16 16,0 0-32-16,0 0-16 15,0 0 0-15,0 0 0 0,-8 4-496 0,2 2-96 16,-3 1-32-16,-2 2 0 0,-3 4-208 0,0 4-32 16,-1 4-16-16,0 5 0 0,-1 0-96 0,-1 2-32 15,-3 1 0-15,2 4 0 0,1-3-80 0,2 1-16 16,-1-2 0-16,3-3 0 0,1-4 0 0,6-8 0 0,-2-1 0 0,0 4 0 16,4-4-112-16,1-2-16 0,3-11-16 15,0 0 0-15,0 0-64 0,0 0-16 0,0 0 0 0,12 2 0 16,0-3 32-16,1-3 0 0,1-2 0 0,1-1 0 15,0 2-192-15,1 2 192 0,0-2-192 0,-1 2 192 16,0 2-192-16,-1 1 0 0,0 1 0 0,1 3 128 16,-2 1-128-16,0 1 0 0,-2 0 0 0,1 2 0 0,-1 2 0 0,-2 2 0 15,-2 1 0-15,3 0 128 0,0-2-128 0,-2 2 0 16,-3-2 0-16,0 2 128 0,-2 1-128 0,0-1 0 16,-2 0 144-16,-1 0-144 0,-3 0 128 0,-2 1-128 15,-4 2 160-15,-2 1-160 0,2 1 160 0,-2 0-160 16,-4 0 160-16,1 1-160 0,0-2 144 0,-2-2-144 15,-1-2 128-15,0 0-128 0,0 0 0 0,1-1 0 16,1 0 128-16,-1-6-128 0,2 1 0 0,-1-2 0 16,1-1 0-16,1-1 128 0,0-5-128 0,1 1 0 15,-2-2 144-15,2-1-144 0,1-2 0 0,-1-2-256 16,1 0 32-16,1-3 16 16,1-1-1136-16,0-1-208 0,2-5-48 0,3-1-9584 0,2 0-1904 15</inkml:trace>
  <inkml:trace contextRef="#ctx0" brushRef="#br0" timeOffset="14340.27">8414 8556 19743 0,'0'0'880'0,"0"0"176"0,0 0-848 0,0 0-208 0,0 0 0 0,0 0 0 15,-5-4 1632-15,-2-3 288 16,7 7 48-16,0 0 16 0,0 0-528 0,0 0-112 0,3-9 0 0,-3 9-16 16,10-4-400-16,2 0-80 15,1 3-16-15,3 4 0 0,3 0-288 0,1 3-64 16,2-4-16-16,0 3 0 0,-2 1 176 0,1-5 16 0,1 2 16 0,0-3 0 16,-2-2-64-16,1 1-16 0,-1 0 0 0,1-3 0 15,-1 1-80-15,-5 3-32 0,-3-2 0 16,-1 0 0-16,-1 0-160 0,-10 2-48 0,10-3 0 0,-10 3 0 15,0 0-272-15,11-3 0 0,-11 3 128 0,0 0-128 16,0 0 160-16,0 0-32 0,0 0 0 0,0 0 0 16,0 0-928-1,0 0-192-15,0 0-32 0,0 0-16 0,0 0-2352 0,0 0-480 0</inkml:trace>
  <inkml:trace contextRef="#ctx0" brushRef="#br0" timeOffset="14980.84">8953 8505 6447 0,'0'0'576'0,"-6"4"-576"16,0 1 0-16,-1 3 0 0,0 3 4880 0,-3 4 880 15,1 2 160-15,-1 4 32 0,-1 2-3472 0,1 3-704 16,1 3-144-16,1 1-32 0,2 2-608 0,3-2-128 15,0-1-32-15,5 0 0 0,2-3-400 0,2-1-96 16,3-3-16-16,4-3 0 0,2-6-320 0,0-2 128 16,1-7-128-16,2-2 0 0,0-2 192 0,1-5-16 15,0-4-16-15,-2-2 0 0,0 0 400 0,-1-5 80 16,-1 0 0-16,0-2 16 0,-1-1-80 0,-1 2-32 16,-4-4 0-16,-1 1 0 0,-3 1-176 0,-2 2-48 15,-1-3 0-15,-4 1 0 0,-3-1 0 0,-3 1-16 0,-1-1 0 0,-3 3 0 16,-2 0-112-16,-2 1 0 15,-4 2-16-15,3 2 0 0,2 3-176 0,0 3 0 16,1 1 0-16,0 2 128 0,1 4-128 0,0 3-176 16,1-1 48-16,-2 6 0 15,1 3-1808-15,2 1-368 0,3-2-64 0</inkml:trace>
  <inkml:trace contextRef="#ctx0" brushRef="#br0" timeOffset="15637.01">9717 8447 5519 0,'0'0'496'0,"0"0"-496"0,0 0 0 0,0 0 0 15,0 0 3136-15,4-9 512 0,-4 9 128 0,2-9 0 16,-1-1-1152-16,-1 10-256 0,0 0-32 0,0 0-16 0,0 0-224 0,0 0-48 16,0 0-16-16,0 0 0 0,0 0-496 0,0 0-112 15,-7 14-16-15,-3 6 0 0,-1 3-560 0,-1 3-112 16,-2 2-32-16,-1 4 0 0,0 5-192 0,0-1-32 15,5 2-16-15,-1 0 0 0,4-4-64 0,3-11-16 16,1 1 0-16,2 11 0 0,1-5-208 0,4-7-48 16,2-3-128-16,3-5 192 0,3-3-192 0,2-3 0 15,1-6 0-15,0-2 0 0,2-1-144 0,-1-4-128 16,-2-2-32-16,-1-6 0 16,0 0-1776-16,-1-1-352 0,-1-2-80 0,-2 2-9264 15,-3 0-1856-15</inkml:trace>
  <inkml:trace contextRef="#ctx0" brushRef="#br0" timeOffset="15808.87">9375 8536 31791 0,'0'0'1408'0,"0"0"288"0,10 4-1360 0,3 1-336 16,2 2 0-16,2-2 0 0,1 0 976 0,3-1 128 0,2 0 32 0,0 1 0 15,0-1-320-15,3 0-64 0,-2-1-16 0,0-3 0 16,1 2-496-16,1-4-112 0,-1-2 0 0,-9 4-11616 15,-1-3-2320 1</inkml:trace>
  <inkml:trace contextRef="#ctx0" brushRef="#br0" timeOffset="17362.58">11075 8502 11055 0,'0'0'976'0,"0"0"-784"16,-3 11-192-16,0-1 0 0,0 3 3776 0,-1 3 704 15,1 1 128-15,2 2 48 0,0 5-2672 0,0-1-544 16,-1 3-96-16,2 4-32 0,-1 0-432 0,2 4-96 16,2 0-16-16,1 1 0 0,0 0-384 0,2-1-64 15,3-6-32-15,2-4 0 0,0-3 32 0,2-6 16 0,2-5 0 0,-1-5 0 16,3-3 592-16,0-6 112 0,1-4 32 0,1-4 0 0,-2-4 160 0,1-3 48 16,1-6 0-16,3-2 0 0,-1-2-384 15,-1-2-64-15,-3-4 0 0,1 2-16 0,-1-1-384 0,0 1-80 16,-1 2-16-16,-2 1 0 0,-1-1-160 0,-1 4-48 15,-3 0 0-15,0 4 0 0,-2 2-128 0,-2 2 0 16,0 2 0-16,-1 4 0 16,-2 0-368-16,0 3-48 0,-2 3-16 0,0 7 0 15,0 0-2336-15,0 0-480 0,-4-6-80 0</inkml:trace>
  <inkml:trace contextRef="#ctx0" brushRef="#br0" timeOffset="19143.96">7140 10116 13823 0,'0'0'608'0,"0"0"128"0,0 0-592 0,0 0-144 16,0 0 0-16,0 0 0 0,0 0 3184 0,0 0 592 0,0 0 128 0,0 0 32 15,0 0-2048-15,0 0-416 0,0 0-64 0,0 0-32 16,8-6-368-16,-1 2-80 0,1 1-16 0,2 3 0 15,3-3-304-15,1 3-64 0,2 3-16 0,10-2 0 16,-1 2-144-16,1 1-48 0,-4 1 0 0,2-2 0 16,-1 2-176-16,1-2-32 0,-5-1-128 0,-5-1 192 15,3 1-192-15,0-2 144 0,2 0-144 0,3 1 128 0,-4-1-128 0,-4 0-224 16,-3 0 48-16,-2 0 16 16,-9 0-2224-1,10 0-448-15,-10 0-96 0,0 0-16 0</inkml:trace>
  <inkml:trace contextRef="#ctx0" brushRef="#br0" timeOffset="19504.57">7644 9878 27807 0,'0'0'1232'0,"14"0"256"0,0 0-1184 0,3 1-304 15,3 1 0-15,-2 4 0 0,-1 0 704 0,0 3 96 0,-1 3 16 0,-2 2 0 16,-1 3-336-16,-4 4-64 15,-2 3-16-15,-3 3 0 0,-3 2-272 0,-2-1-128 0,-5 1 128 0,0 1-128 16,-3 1 0-16,-2 1 0 16,-3-2 0-16,4-11-176 0,-2 2 176 0,-4 12 0 0,1-9 0 0,0-1 0 15,2-5 0-15,1-4 128 0,2-3-128 0,2-5 128 16,8-6-128-16,0 0 0 0,0 0 128 0,0 0-128 16,0 0 128-16,0 0-128 15,0 0 128-15,0 0-128 0,0 0 128 0,0 0-128 0,0 0 160 0,13 3-160 16,0-1 0-16,-2-2 0 0,0 0 0 0,9-1 0 15,-2 0 224-15,2-2-48 0,-1 1-16 0,2-2 0 16,1 0 64-16,1-3 16 0,-3 3 0 0,0-1 0 0,-2 1-240 0,0 0 0 16,-3-1 0-16,-1 4 0 15,-1-6-976-15,0 3-304 16,-4 2-48-16,-1-4-12704 0</inkml:trace>
  <inkml:trace contextRef="#ctx0" brushRef="#br0" timeOffset="19879.5">8232 9981 18431 0,'0'0'816'0,"0"0"160"0,0 0-784 0,0 0-192 16,0 0 0-16,0 0 0 0,-3 13 2496 0,0 1 464 16,-2 3 96-16,0 1 16 0,-1 3-2000 0,0 0-400 15,1-2-80-15,2-4-16 0,2-1 0 0,1 2-16 16,1-2 0-16,5 6 0 0,-1-6-96 0,1-4-16 16,1-2 0-16,3-3 0 0,2-3 128 0,1-2 32 0,-1-3 0 15,0-2 0-15,-2-3-128 0,2-1-32 0,0-3 0 0,-2 0 0 16,-1-1-80-16,-2 3-32 0,-1 0 0 0,2-9 0 15,-2 2-160-15,-2 6-48 0,0-2 0 0,-1-6 0 16,-4 2-128-16,-2 3 192 0,-2 1-192 0,-2 0 192 0,-2 0-192 16,-1 3 0-16,-3 3 0 0,0 2 0 15,-2 1-480-15,2 3-128 0,0 6-32 0,1 3 0 16,2 3-2144-16,0 2-432 0,0 0-96 0</inkml:trace>
  <inkml:trace contextRef="#ctx0" brushRef="#br0" timeOffset="20115.48">8550 10134 1839 0,'4'23'160'0,"0"-9"-160"16,0 4 0-16,-2-1 0 0,-2 4 5216 0,3-1 1008 15,1-4 208-15,0 0 32 0,-2-2-3728 0,2-2-752 16,-4-12-160-16,0 0-32 0,8 3 128 0,-2-5 32 16,1-1 0-16,3-8 0 0,-1-2-384 0,1-3-80 15,-3-2-16-15,0 0 0 0,-1-2-704 0,-3 9-160 16,0-2-32-16,-1-8 0 0,1 5-192 0,-3 0-32 15,-1 3-16-15,-3 2 0 0,-2 0-144 0,3 6-16 0,-3 0-16 0,-3 0 0 16,0 1-160-16,9 4 0 0,-10-2-192 0,1 4 192 31,-1-1-1792-31,10-1-224 0,0 0-48 0,0 0-16944 0</inkml:trace>
  <inkml:trace contextRef="#ctx0" brushRef="#br0" timeOffset="21490.89">8881 10024 1839 0,'0'0'160'0,"0"0"-160"16,0 0 0-16,0 0 0 0,0 0 6272 0,0 0 1232 16,0 0 240-16,0 0 64 0,18 2-5584 0,-5 2-1120 15,3-4-208-15,10 1-64 0,0 1-64 0,-8-2 0 16,2 0-16-16,2 0 0 0,1 0-224 0,13-2-32 15,-6 1-16-15,-3 1 0 0,-2-4-288 0,-4 3-48 16,-3 0-16-16,0-3 0 0,0 2-128 0,-7 1 0 16,-1-2 0-16,3 1 0 15,-2-2-304-15,-11 4-144 0,11-7-16 0,-3 2-16 16,-8 5-2880-16,0 0-576 0,0 0-112 0</inkml:trace>
  <inkml:trace contextRef="#ctx0" brushRef="#br0" timeOffset="21678.37">9146 9861 31615 0,'-2'19'1408'0,"2"1"272"0,2 6-1344 0,-2 6-336 0,0 5 0 16,-2 2 0-16,-3 3 464 0,0 2 32 16,-3 3 0-16,0 0 0 0,-1 1-176 0,0-5-48 0,0 0 0 0,1-4 0 31,4-3-1280-31,3-7-256 0,1-2-48 0,4-8-16 15,1-6-2144-15,3-5-432 0</inkml:trace>
  <inkml:trace contextRef="#ctx0" brushRef="#br0" timeOffset="21912.82">9594 9794 23039 0,'0'0'1024'0,"0"0"192"0,-5 11-960 0,1-1-256 16,-1 4 0-16,-1 3 0 0,1 2 1936 0,-3 7 352 15,-1 1 64-15,4 2 16 0,1-2-1632 0,3-6-320 16,0 2-64-16,5 13-16 0,3-5-192 0,2-2-144 16,-1-3 192-16,1-2-192 0,1-1 128 0,-4-3-128 15,1 1 0-15,-1-1 0 0,1-3 0 0,0-2 128 16,0 1-128-16,-1 1 0 0,-3-3 144 0,-3 1-144 16,-3-1 0-16,0-1 144 0,-3-1-144 0,-3 0 0 15,-1-2 0-15,-2-1-176 16,-5 0-1968-16,0-2-400 0,-2-3-80 0</inkml:trace>
  <inkml:trace contextRef="#ctx0" brushRef="#br0" timeOffset="22305.73">9588 9918 13823 0,'14'-4'1216'0,"-5"0"-960"0,3 2-256 0,7-4 0 0,1 1 3984 0,1 0 752 0,-2-2 160 0,0 1 32 16,-1-1-3648-16,-1 2-704 0,0 3-160 0,0-5-32 31,-2 2-1248-31,1 2-256 0,-2 2-48 0,-3 1-16 16,-1-1-2224-16,3 1-448 0,-2 3-96 0,-11-3-16 0,10 8 1968 0,-2 4 384 0,-3-4 80 0,-1 5 0 15,-3 3 192-15,-1-1 16 0,-1 6 16 0,0 1 0 0,-2 6 1312 0,-1 2 320 16,0 1 48-16,2 1 0 0,-1 0 1280 0,0-9 256 16,2 2 48-16,0 10 16 0,1-5 272 0,4-6 48 15,-2-5 16-15,2-4 0 0,1-5 176 0,3-2 32 16,-8-8 16-16,12 4 0 0,0-7-672 0,-1-1-128 15,1-6-16-15,1-2-16 0,-1-2-160 0,0-6-48 16,-3-2 0-16,1 0 0 0,1 0-496 0,-4-1-96 16,-1 3-32-16,-2 0 0 0,-2 0-384 0,-2 6-80 15,-2-2-16-15,-5-4 0 0,-1 1-192 0,-1 4-32 16,-1 2-16-16,-1 4 0 0,1-1-144 0,-2 5-192 16,0 1 32-16,1 6 16 15,-1 2-416-15,0 2-80 0,2 1 0 0,1-1-16 31,1 1-1632-31,3 2-320 0,-1 1-64 0,4 1-16 16,2-11-1200-16,1 13-240 0</inkml:trace>
  <inkml:trace contextRef="#ctx0" brushRef="#br0" timeOffset="22593.77">10439 9793 19343 0,'0'0'1728'0,"0"0"-1392"16,0 0-336-16,0 0 0 0,0 0 3232 0,-1 12 576 16,-2 1 112-16,0-2 32 0,-1 4-1696 0,-1 9-336 15,0 2-64-15,-3 1 0 0,-1 0-864 0,0 0-160 16,0 1-48-16,2 2 0 0,-1-2-512 0,5 1-96 0,0 0-32 0,4-2 0 16,3 0-144-16,1 0 0 15,3-1 0-15,1-7 0 0,-2-2 0 0,-1-8 0 0,3 2 0 0,5 0 0 16,-3-3 208-16,-2-4-32 0,-1 0-16 0,4-1 0 15,-2-3-352-15,1-4-80 0,-2-3-16 0,0-1 0 32,0-2-2064-32,2-3-400 0,-1-4-96 0,-1 0-8224 0,-2 0-1632 0</inkml:trace>
  <inkml:trace contextRef="#ctx0" brushRef="#br0" timeOffset="22762.96">10277 9977 9215 0,'0'0'816'0,"0"0"-656"0,0 0-160 0,0 0 0 16,0 0 6080-16,0 0 1200 0,0 0 224 0,12 1 48 0,0-2-5024 0,1-2-1008 16,1-1-208-16,2 0-32 0,1-1-384 0,1 1-64 15,0 1 0-15,0 0-16 0,1-4-496 0,-1 2-112 16,1 2-16-16,1 1 0 16,-2-2-2816-16,1 0-576 0</inkml:trace>
  <inkml:trace contextRef="#ctx0" brushRef="#br0" timeOffset="23406.23">11456 9810 33919 0,'0'0'1504'0,"4"13"304"0,0 1-1440 0,-2-3-368 15,1 3 0-15,1 9 0 0,-2 1 512 0,1 3 16 16,-2 3 16-16,2 1 0 0,-1 2 112 0,1-13 32 16,1 0 0-16,2 10 0 0,2-2-112 0,1-3-32 15,1-7 0-15,0-2 0 0,2-5 224 0,1 0 32 16,0-5 16-16,0-2 0 0,1-3 128 0,-1-2 16 15,2-3 16-15,-1-2 0 0,-1-3-96 0,3-4-32 16,1-3 0-16,-1-1 0 0,3-4-432 0,-2-2-96 0,0-3 0 0,0-2-16 16,0-2-304-16,2 0 160 15,1 0-160-15,-2-2 128 0,-2-2-128 0,2-1 0 0,-3 1 0 0,1 2 0 16,0 2-128-16,-2 3-128 0,-1 3 0 0,-2 5-16 31,-4-1-1424-31,-3 10-288 0,0 1-48 0,-4 9-18240 0</inkml:trace>
  <inkml:trace contextRef="#ctx0" brushRef="#br0" timeOffset="24989.69">8247 11429 20271 0,'-9'20'1792'0,"3"-5"-1424"16,-3 7-368-16,-2 7 0 0,1 2 2112 0,-1 3 368 16,1 0 64-16,2-1 16 0,1-2-1296 0,4-2-256 15,0-3-48-15,3-5-16 0,4-8-16 0,2-4 0 16,4-5 0-16,3-6 0 0,0-3 32 0,1-7 16 16,2-5 0-16,1-3 0 0,2-4-80 0,1-2 0 15,1-3-16-15,-2-1 0 0,-1-1-176 0,-1 0-48 16,-2 1 0-16,-1 4 0 0,-4 1 32 0,-3 2 0 15,-3-2 0-15,-6 4 0 0,-3 1-176 0,-4 3-16 16,-4 2-16-16,-3 2 0 0,0 1-224 0,-4 2-64 16,-3 2 0-16,0 5 0 0,2 6-192 0,1 3-240 15,-3 6 48-15,4 4 16 16,2 2-1888-16,1 4-384 0,3 3-80 0</inkml:trace>
  <inkml:trace contextRef="#ctx0" brushRef="#br0" timeOffset="27398.56">13969 7539 13823 0,'0'0'608'0,"0"0"128"0,0 0-592 0,0 0-144 16,-9 0 0-16,9 0 0 0,-9 8 2352 0,3 6 432 16,0 3 96-16,2 4 0 0,-2 1-1664 0,1 4-320 15,-2-1-80-15,3 1-16 0,0 2 32 0,4-4 16 16,3-3 0-16,3-4 0 0,2-6-80 0,4-3-32 16,1-1 0-16,4-5 0 0,4 0-64 0,0-8-16 0,0-4 0 0,-1-6 0 15,3-3 48-15,-3-3 0 16,1-2 0-16,-4 1 0 0,-1-1-48 0,-2 1 0 15,-1 2 0-15,-2 1 0 0,-2-2-80 0,-4 3-32 16,-2 0 0-16,-2 1 0 0,-2 4-208 0,-3 1-32 16,-1 0-16-16,-6 2 0 0,-2 2-96 0,-1 1-32 0,-2-1 0 0,-2 3 0 15,-2 2-320-15,1 1-64 0,-1 1-16 0,1 0 0 32,-2 4-528-32,1 3-96 0,2 1-32 0,2 2 0 15,3 4-800-15,3 1-160 0,1 1-48 0,4 2-8672 0,2 1-1744 0</inkml:trace>
  <inkml:trace contextRef="#ctx0" brushRef="#br0" timeOffset="27726.65">14709 7369 16575 0,'0'0'736'15,"0"0"160"-15,11-1-720 0,-11 1-176 0,0 0 0 0,0 0 0 0,0 0 3904 0,0 0 768 16,0 0 128-16,-6 10 48 0,-7 2-2816 0,-4 1-560 15,-1 3-128-15,-2-1 0 0,-1 0-976 0,0-1-192 16,-2 2-48-16,-1 1 0 0,2 0-128 0,-3 1 0 16,5-4 0-16,0 2 0 0,2-3 0 0,3 1 0 15,1-2 0-15,4 0 0 0,3-4 0 0,7-8 0 16,-1 10 0-16,3 0 0 0,4 2 192 0,3 0-32 16,1 1-16-16,3-4 0 0,2-1 16 0,3 0 0 15,4-2 0-15,0 3 0 0,-1 2-160 0,0-1 128 16,0 2-128-16,0-2 128 0,-1-1-128 0,0 1 0 15,0 0 0-15,-4 0 128 0,-1 1-128 0,-2-1 160 16,-3-1-160-16,-2-1 160 0,-1 3-160 0,-7-11 128 0,0 0-128 0,0 0 128 31,2 10-1024-31,-2-10-192 0,0 0-64 0,0 0-10384 0,0 0-2096 0</inkml:trace>
  <inkml:trace contextRef="#ctx0" brushRef="#br0" timeOffset="27976.62">15127 7387 4607 0,'0'0'400'0,"7"-6"-400"16,-7 6 0-16,0 0 0 0,0 0 6848 0,0 0 1280 15,0 0 256-15,-2 12 48 0,-3 5-5584 0,-4 1-1120 16,-3 3-208-16,-1 2-48 0,-4 3-800 0,2 2-160 16,-1 2-16-16,3 1-16 0,0 0-32 0,4-2-16 15,3-2 0-15,4-2 0 0,3-4-112 0,2-3-32 16,2-2 0-16,2-3 0 0,0-3-128 0,2 1-32 15,2-3 0-15,1-2 0 0,-1-1-128 0,2-2 0 16,2-3 0-16,-2 0 0 16,-1-1-448-16,-2-2-192 15,-10 3-16-15,10-5-16 0,-10 5-2272 0,0 0-448 0,0 0-80 0,0 0-12000 0</inkml:trace>
  <inkml:trace contextRef="#ctx0" brushRef="#br0" timeOffset="28179.75">14720 7595 28559 0,'11'5'2544'0,"3"1"-2032"15,4 1-512-15,3 0 0 0,3-1 1232 0,0-2 160 16,1 0 16-16,3-3 16 0,2 0-304 0,1-2-64 0,0-3-16 0,0 0 0 16,3 2-592-16,-4-2-112 15,-2-1-16-15,-1-3-16 0,-1 0-464 0,0 0-96 0,0 0 0 16,-1 3-16-1,-4 0-1424-15,-2 2-288 0,-2 1-48 0,-2 0-12608 0</inkml:trace>
  <inkml:trace contextRef="#ctx0" brushRef="#br0" timeOffset="28625.12">15714 7427 8287 0,'13'-15'368'0,"-4"9"80"0,1-1-448 0,-1 1 0 0,-9 6 0 0,0 0 0 15,0 0 5184-15,0 0 944 0,0 0 192 0,0 0 32 16,0 0-4016-16,-13 9-800 0,0 4-176 0,-2-1-16 15,-2 2-848-15,-1 0-176 0,-2 1-16 0,-1 3-16 16,-2 0-32-16,2 0-16 0,0 1 0 16,3-1 0-16,-1-4 400 0,4 1 96 0,2-1 16 15,2-4 0-15,3 1-112 0,3-2-32 0,3 0 0 0,2-9 0 16,0 0-128-16,4 12-32 0,1-3 0 0,4 0 0 16,1-1-176-16,3 1-32 0,2-3-16 0,2 4 0 0,1-3-224 0,3 0 176 15,1 1-176-15,0-3 160 0,-2-2-160 0,1-1 128 16,1 1-128-16,0-1 128 0,0 1-128 0,-1 1 0 15,0-3 144-15,-2 2-144 0,0-1 0 0,-4-2 128 16,-2 2-128-16,-13-2 0 0,13 5 0 0,-13-5 0 16,0 0 0-16,11 0 0 15,-11 0-1008-15,0 0-272 0,0 0-48 0,0 0-16 16,0 0-2496-16,7-5-496 0</inkml:trace>
  <inkml:trace contextRef="#ctx0" brushRef="#br0" timeOffset="28876.42">16375 7243 10127 0,'0'0'896'0,"0"0"-704"0,0 0-192 0,0 0 0 16,0 0 5520-16,10 0 1072 0,-10 0 224 0,7 8 32 15,-7-8-3680-15,0 14-736 0,-3 3-160 0,-1 4-32 0,-1 1-992 0,-2 1-208 16,0 3-32-16,0 3-16 0,2 0-528 0,0 1-96 16,-1 2-32-16,2 0 0 0,2-1-336 0,1-2 128 15,2-2-128-15,3-4 0 16,1-3-752-16,0-2-208 0,2-2-64 0,-1-6 0 16,2-3-1856-16,-8-7-384 0,0 0-80 0</inkml:trace>
  <inkml:trace contextRef="#ctx0" brushRef="#br0" timeOffset="35247.87">14062 8571 4607 0,'0'0'192'0,"0"0"64"0,0 0-256 0,0 0 0 15,0 0 0-15,0 0 0 0,0 0 2528 0,0 0 464 16,9-17 80-16,-9 17 32 0,0 0-1296 0,0 0-256 16,0 0-48-16,0 0-16 0,0 0-80 0,0 0-32 15,0 0 0-15,4-8 0 0,-4 8-208 0,0 0-32 16,0 0-16-16,0 0 0 0,0 0-352 0,0 0-64 16,0 0 0-16,4 15-16 0,0 7-112 0,-2 4-32 15,1 4 0-15,0 5 0 0,-1 4-16 0,-1 3 0 16,-1-2 0-16,2 1 0 0,-1-1-80 0,2 1-32 15,-2-2 0-15,0-4 0 0,1-4-208 0,0-1-32 16,1-6-16-16,-1-2 0 0,0-3-16 0,-1 0 0 16,0-4 0-16,2-3 0 0,-3-12-16 0,0 0-128 15,1 9 192-15,-1-9-64 0,0 0-128 0,0 0 128 16,0 0-128-16,0 0 128 16,8-8-2304-16,0-5-448 0,-2-5-112 0</inkml:trace>
  <inkml:trace contextRef="#ctx0" brushRef="#br0" timeOffset="35935.21">14740 8621 10127 0,'0'0'896'16,"0"0"-704"-16,0 0-192 0,6-7 0 0,-6 7 3360 0,0 0 640 15,6-6 128-15,-6 6 32 16,0 0-2240-16,0 0-448 0,0 0-96 0,-12 8-16 0,-1 1-768 0,-4 2-144 16,-1 5-48-16,-3 1 0 0,-1 3-400 0,-1-1 128 15,3 1-128-15,-4 1 0 0,-1 1 0 0,1-4 0 16,-1 1 128-16,4 0-128 0,1-6 256 0,2-1 0 15,2-5 16-15,6 0 0 0,0-2 176 0,10-5 48 16,0 0 0-16,0 0 0 0,0 0 112 0,0 0 32 16,0 0 0-16,0 0 0 0,0 0-128 0,0 0-32 15,9 7 0-15,2-1 0 0,1 1-320 0,3 2-160 16,-1-3 160-16,2 5-160 0,-1 2 144 0,2-3-144 16,-1-2 128-16,-1 1-128 0,0 0 0 0,-2 0 0 15,0-1 128-15,-1 3-128 0,-1-1 0 0,1 2 0 16,0-4 0-16,-2-1 0 15,-10-7-368-15,8 8-48 0,-8-8-16 0,7 11 0 16,-7-11-2768-16,0 0-544 0</inkml:trace>
  <inkml:trace contextRef="#ctx0" brushRef="#br0" timeOffset="36473.58">14458 9106 15663 0,'0'0'1392'0,"0"0"-1120"16,5-7-272-16,-5 7 0 0,10-4 2512 0,-10 4 448 15,10-5 96-15,0 4 16 0,-10 1-1040 0,13 0-208 16,2 6-32-16,-1-2-16 0,-2 1-1136 0,-2 2-208 15,-1 1-48-15,-1 0-16 0,0-1-368 0,-1 1 144 16,-7-8-144-16,5 8 0 0,1 0 128 0,2 4-128 0,-1-3 0 0,-1 1 0 16,-1 1-1328-16,-1-6-320 0,-4-5-64 0</inkml:trace>
  <inkml:trace contextRef="#ctx0" brushRef="#br0" timeOffset="36740.58">15312 8524 26719 0,'0'0'2368'0,"0"0"-1888"0,0 0-480 0,0 0 0 16,0 0 1664-16,0 0 256 16,-4 6 32-16,-2 5 16 0,-2 2-544 0,1 6-96 0,-2 1-32 15,0 6 0-15,-1 1-768 0,-1 3-144 0,1 2-48 0,-1 1 0 16,1-1-192-16,1 2-144 0,4 0 192 0,1 1-192 0,2-1 224 0,2-1-64 15,3-3-16-15,4-8 0 0,3-1-144 0,0-7 0 16,1-2 0-16,-1-2 128 16,2-1-128-16,0-2 0 0,-1-4 0 0,1-5-176 15,0-2-864-15,0-2-176 0,-1-1-48 16,2-4 0-16,-1-2-2032 0,-1-2-416 0</inkml:trace>
  <inkml:trace contextRef="#ctx0" brushRef="#br0" timeOffset="36928.04">15010 8805 28559 0,'0'0'1264'0,"0"0"272"16,0 0-1232-16,0 0-304 0,9 6 0 0,1-1 0 0,2-1 1552 0,0-4 256 16,1 0 48-16,2 0 16 0,4 0-1168 0,-2 0-224 15,-2 0-48-15,3 0-16 0,2 0-416 0,1 0-176 0,0-2 16 0,0 0 0 31,-2 0-1792-31,2 2-352 0,0-3-80 0,-2 3-11312 0</inkml:trace>
  <inkml:trace contextRef="#ctx0" brushRef="#br0" timeOffset="39200.71">16188 8576 4607 0,'0'0'400'0,"5"-6"-400"0,-1-3 0 0,-4 9 0 0,7-7 2944 0,-7 7 496 16,6-8 96-16,-6 8 32 0,6-6-1440 0,-6 6-272 16,4-7-64-16,-4 7-16 0,0 0-176 0,0 0-48 15,0 0 0-15,0 0 0 0,0 0-272 0,0 0-64 16,-10 3-16-16,0 2 0 0,-2 3-640 0,-2 2-128 16,-2 2-32-16,-1 1 0 0,-2 2-208 0,-2 2-64 15,0 1 0-15,0-1 0 0,0 0-128 0,2-4 0 16,-1 0 0-16,2 0 0 0,1-1 128 0,3-2-128 15,1-2 0-15,0 0 128 0,1-1-128 0,1 0 192 16,2-2-192-16,9-5 192 0,-8 3 144 0,8-3 48 16,-6 5 0-16,6-5 0 0,0 0 64 0,0 0 32 15,0 0 0-15,0 0 0 0,0 0-160 0,0 0-48 16,10 12 0-16,2-1 0 0,1 1-80 0,2-1-32 16,0 0 0-16,3 1 0 0,2-1-32 0,1 2-128 15,1-2 192-15,0 4-64 0,0 0-128 0,0 0 0 16,-1 0 144-16,2-3-144 0,-3 0 0 0,0-3 0 15,-3-1 0-15,-3-3 0 0,-1 0 0 0,-1-2-192 0,-12-3 32 0,12 0 0 16,-2-2-2016 0,-10 2-384-16,11-5-96 0</inkml:trace>
  <inkml:trace contextRef="#ctx0" brushRef="#br0" timeOffset="39609.89">16639 8412 20271 0,'0'0'1792'15,"0"0"-1424"-15,0 0-368 0,0 0 0 0,0 0 2432 0,0 0 432 16,0 0 80-16,0 0 0 0,9 4-1344 0,-9-4-288 16,0 0-48-16,11 1-16 0,-11-1-560 0,12 6-112 15,-3-4-32-15,0 3 0 0,-1 1-112 0,0-1-32 16,-1 0 0-16,-7-5 0 0,7 9-176 0,1 2-32 15,-2-1-16-15,-2 0 0 0,-1 0-176 0,-3 0 128 16,0 0-128-16,-2 4 128 0,-1 1-128 0,-4-1 192 16,-2 3-192-16,1 4 192 0,-1 0-192 0,-2-1 0 0,0 1 0 0,2-3 0 15,2-3 0-15,3 1 0 0,3 0 0 0,2-2 0 16,2 0 0-16,1-1 0 16,1-1 224-16,3-3-64 0,0 0 16 0,2 1 0 0,2-1 0 0,-1-3 0 15,1 1 16-15,0-3 0 0,-2 0 0 0,0-1 0 16,-10-3-192-16,10 7 128 0,-10-7-128 0,8 9 128 15,-4 2-128-15,-3-1 128 0,-2 2-128 0,-2-2 128 0,-3 3 0 0,-2 3 0 16,-3 1 0-16,-2 0 0 0,-2 2-128 0,-4 2 0 16,-3-1 0-16,-1 1-176 15,-2 2-1712-15,0-2-352 0,-2-2-64 0</inkml:trace>
  <inkml:trace contextRef="#ctx0" brushRef="#br0" timeOffset="45725.59">14466 9011 11055 0,'0'0'480'0,"0"0"112"0,0 0-464 0,0 0-128 16,-4-16 0-16,-8 17 0 0,2 1 1152 0,0-1 224 15,-1 0 32-15,2-1 16 0,0 0-352 0,9 0-80 16,-11-2-16-16,2-1 0 0,9 3-64 0,-6-5-16 15,-1-2 0-15,7 7 0 0,-4-9 48 0,4 9 0 0,0-8 0 0,0 8 0 16,4-10-240-16,-4 10-32 16,8-5-16-16,1 3 0 0,-9 2-224 0,16 4-48 15,0 3-16-15,2 6 0 0,1 0-208 0,2 4-32 0,-1 0-128 0,1 2 192 0,-1 1-192 16,0 1 0-16,-3-4 128 0,0 0-128 0,-1-3 0 0,-1-1 0 16,0-1 0-16,0-2 0 0,0-1 128 0,-2-1-128 15,-3-1 0-15,-10-7 0 0,10 9 0 0,-10-9 128 16,7 9-128-16,-7-9 0 0,0 0 944 0,0 0 144 15,0 0 16-15,0 0 16 16,0 0-1568-16,0 0-320 16,0 0-64-16,-7-5-16 0,-2-2 848 0,1-1 0 0,1-1 0 0,-2-1 0 0,-1-3 0 0,0 0 0 15,0-2 144-15,-1 1-144 0,-1-2 224 0,1-2-32 16,-2 2 0-16,-2 1 0 0,-2-5 48 0,2 3 0 0,-1-2 0 0,0 3 0 0,3 3 16 16,2 1 0-16,0 2 0 0,3 2 0 15,8 8 48-15,0 0 16 0,-7-5 0 0,7 5 0 0,0 0-64 0,0 0 0 16,0 0 0-16,0 0 0 0,5 12-256 15,3-1 0-15,2 2 0 0,2 0 0 0,-1 0 0 0,5 2 0 16,1-2 0-16,-1-3 0 0,-2 1 0 0,0-1 0 16,1 2 0-16,-1-3 0 0,-1-1 0 0,-1 1 0 15,0 1 0-15,-2-3 0 0,0-2 0 0,-10-5 0 16,11 7 0-16,-11-7 0 0,0 0 0 0,0 0 128 16,0 0-128-16,0 0 0 0,0 0 208 0,0 0-64 15,-5 7-16-15,-2-1 0 0,7-6 0 0,-12 1-128 16,1-1 192-16,-1 0-64 0,-1-3-128 0,1-2 128 15,2-3-128-15,-5-1 128 0,0-3-128 0,-1-1 0 16,0 0 144-16,0-2-144 0,-5-4 0 0,4 0 128 16,4-2-128-16,2 3 0 0,1 2 128 0,3 3-128 15,2 3 128-15,2 2-128 0,3 8 208 0,0 0-16 16,0 0-16-16,0 0 0 0,0 0-176 0,0 0 160 16,7 8-160-16,2 2 160 0,2 3-160 0,0 3 0 15,2-3 0-15,2 1 0 0,0-1 0 0,1 0 0 0,-2-1 0 16,1-2 0-16,-1 1 0 0,-1-2 0 0,-1-3 0 0,-1 0 0 15,0-2 0-15,-1-2 0 0,1 1 0 0,-11-3 0 16,0 0 0-16,10 2 0 0,-10-2 0 0,0 0 0 16,0 0 0-16,0 0 128 0,0 0-128 0,0 0 128 15,0 0 0-15,0 0-128 0,0 0 192 0,0 0-64 16,-6-6-128-16,-1 1 160 0,-2-2-160 0,0 1 160 0,0-1-160 0,0 1 0 16,0-2 0-16,-1-1 128 0,0-2-128 0,-2 1 0 15,-1-1 0-15,1 1 128 0,1 0-128 0,0 0 0 16,0 1 0-16,0 1 0 0,1 1 0 0,1-1 0 15,2-1 0-15,2 1 0 0,0 1 0 0,5 7 0 16,0 0 0-16,-4-6 0 0,4 6 0 0,0 0 0 16,0 0 0-16,0 0 0 0,0 0-160 0,11 8 160 15,2 2 0-15,1 3-144 0,-3 0 144 0,4 0 0 16,-2 0-144-16,0 0 144 0,-2 0 0 0,1-4 0 16,-1 1 0-16,-1-3 0 0,-1 1 0 0,-9-8 0 15,0 0 0-15,12 9 0 0,-12-9 0 0,9 7 0 16,-9-7 0-16,0 0 0 0,0 0 0 0,0 0 128 15,0 0-128-15,0 0 0 0,0 0 0 0,0 0 0 16,0 0 128-16,0 0-128 0,0 0-288 0,0 0-96 16,0 0 0-16,0 0-16 15,0 0-2608-15,-5-11-512 0</inkml:trace>
  <inkml:trace contextRef="#ctx0" brushRef="#br0" timeOffset="46662.86">14718 8676 6447 0,'0'0'272'0,"0"0"80"0,5-8-352 0,-5 8 0 0,0 0 0 0,0 0 0 0,4-7 3040 0,-4 7 544 15,0 0 96-15,0 0 32 0,0 0-2080 0,0 0-416 16,0 0-64-16,0 0-32 0,0 0-256 0,0 0-48 16,0 0-16-16,0 0 0 0,-9 0-32 0,9 0-16 15,-9 1 0-15,9-1 0 0,-10 3 0 0,10-3 0 16,0 0 0-16,-9 4 0 0,9-4-128 0,-9 7-32 16,-1-2 0-16,1 1 0 0,1 2-240 0,-1 1-48 15,-2 2-16-15,-1 0 0 0,2 4-96 0,-3 3-32 16,-1 0 0-16,-3-2 0 0,-2-1-160 0,0 0 0 15,-3-2 0-15,2 1 128 0,1 1-128 0,0-2 0 16,1-3 144-16,3-1-144 0,1 0 128 0,5-4-128 16,2-1 160-16,7-4-160 0,0 0 224 0,0 0-48 15,0 0-16-15,0 0 0 0,0 0-32 0,0 0-128 16,0 0 192-16,0-9-64 0,2 3-128 0,-2 6 160 16,4-9-160-16,-4 9 160 0,5-7-160 0,-5 7 0 15,0 0 0-15,0 0 128 0,4-8-128 0,-4 8 0 16,0 0 0-16,0 0 0 0,0 0 0 0,0 0 0 0,0 0 0 0,0 0 0 15,0 0 0-15,0 0 0 0,0 0 0 0,0 0 0 16,0 0 0-16,0 0 0 0,0 0 0 0,0 0 0 16,0 0 0-16,0 0 0 0,0 0 0 0,0 0 0 15,0 0 0-15,0 0 0 0,0 0 0 0,0 0 0 16,0 0 0-16,0 0 0 0,0 0 0 0,0 0 0 0,0 0 0 0,0 0 128 16,0 0-128-16,0 0 128 0,0 0 32 0,9 8 0 15,-9-8 0-15,12 9 0 0,-2-2 16 0,1 3 0 16,1 1 0-16,-1 0 0 0,2 1-176 0,0 2 192 15,-1 2-192-15,3 1 192 0,0 1-192 0,1-1 0 16,-2-1 0-16,2 1 0 0,-3-4 0 0,0 1 0 16,0-1 128-16,0-1-128 0,-1-2 0 0,-1 1 0 15,1-3 0-15,0-1 128 0,-3 1-128 0,-1-1 0 16,-8-7 0-16,0 0 128 0,9 8-128 0,-9-8 128 16,0 0-128-16,0 0 128 0,0 0-128 0,0 0 0 15,0 0 144-15,0 0-144 0,0 0 128 0,0 0-128 16,0 0 128-16,0 0-128 0,0 0 0 0,0 0 0 15,0 0 0-15,0 0 0 0,-9-2 0 0,-2-2 0 16,2 2 0-16,-1-1 0 0,-1 1 0 0,0-2 0 16,-2-2 0-16,1 3 0 0,-1-3-176 0,1 1 176 15,-1-3-208-15,-1 2 80 0,-2-1 128 0,-1 1 0 16,2-3 0-16,-1 1-128 0,2-3 128 0,2 4 0 16,1 0 0-16,2 2 0 0,1-2 0 0,2 3 0 15,1 2 0-15,5 2 0 0,0 0 0 0,0 0 0 16,0 0 0-16,0 0 0 0,0 0 0 0,0 0 0 0,0 0 0 0,0 0 0 15,0 0 0-15,0 0 0 0,10 6 0 0,3 1 0 16,1 3 0-16,2 3 0 0,-2-2 0 16,3 2 0-16,0 1 0 0,0 0 0 0,-2 1 0 0,-1-1 0 15,0-1 0-15,-1-1 0 0,0-2 0 0,0-3 128 16,-1-1-128-16,-3-2 0 0,0 1 128 0,1-1-128 16,-3-1 0-16,0 1 0 0,-7-4 0 0,0 0 0 15,0 0-832-15,0 0-256 0,6 10-32 16</inkml:trace>
  <inkml:trace contextRef="#ctx0" brushRef="#br0" timeOffset="54754.54">13989 9896 17503 0,'0'0'1552'0,"0"0"-1232"16,0 0-320-16,0 0 0 0,0 0 2944 0,0 0 512 15,12-8 128-15,-12 8 0 16,4-7-1984-16,1 1-384 0,0 2-96 0,1-2-16 0,2 0-512 0,1 2-96 16,2-1-32-16,1 1 0 0,-1 2-128 0,0 0-16 15,-1 2-16-15,-1 2 0 0,2 0-80 0,-2 0-16 16,-1 1 0-16,0 4 0 0,-2 2-80 0,-1 8 0 15,-5-1-128-15,-2 5 192 0,-5 2-192 0,-1 3 0 16,-2 0 0-16,-1 2 0 0,1-4-288 0,1 2 0 16,0-1 0-16,2-3 0 0,3-2 288 0,3-2-192 15,1-1 192-15,3-1-160 0,2-3 160 0,4 2 0 16,1-3 0-16,2-5 128 0,0-1-128 0,-3-2 176 16,1 0-176-16,3 1 192 0,-13-5-192 0,8 4 0 0,-8-4 144 0,12 8-144 15,-12-8 0-15,5 6 128 0,-5-6-128 0,3 8 0 16,-2 0 128-16,-2 1-128 0,-2 2 128 0,-1 0-128 15,2 1 0-15,-4 1 128 0,-3-2-128 0,0 0 0 16,-1 4 0-16,-2-5-128 0,0 3 0 0,-5 7 0 31,4-7-608-31,2-2-112 0,2 1-32 0,1-8 0 16,8-4-1040-16,0 0-224 0,0 0-32 0,0 0-10944 0</inkml:trace>
  <inkml:trace contextRef="#ctx0" brushRef="#br0" timeOffset="55193.32">14852 9835 18431 0,'0'0'1632'0,"0"0"-1312"16,0 0-320-16,-3 7 0 0,1 4 2512 0,-5 1 432 15,-3 2 96-15,-3 3 16 0,-4 2-2112 0,0 4-432 16,-1 3-64-16,-3 0-32 0,-3 1-256 0,2-1-160 16,3-1 192-16,-9 10-192 0,5-9 176 0,4-2-176 15,5-6 160-15,5-5-160 0,0-1 640 0,9-12 48 16,-7 6 0-16,7-6 0 0,0 0 176 0,0 0 32 15,0 0 16-15,0 0 0 0,7 1-352 0,6 2-80 0,1 0-16 0,3 1 0 16,3 0-144-16,-6-1-16 0,0 3-16 0,10 3 0 16,1 0 0-16,1 0 0 0,-1 0 0 0,-1 0 0 15,1-1 144-15,-1 1 16 0,-2 2 16 0,-1-4 0 0,-1 1-208 0,-1 0-64 16,-4 3 0-16,-6-5 0 0,2-1-192 0,-2 0 144 16,-1 2-144-16,-2 1 128 0,0-3-128 0,-4 2-176 15,-2-1 48-15,1 1 0 16,-3-1-1408-16,-1 1-288 0,-1-1-48 0,0 2-16 15,-1-3-1760-15,-1-1-368 0</inkml:trace>
  <inkml:trace contextRef="#ctx0" brushRef="#br0" timeOffset="55774.28">15738 9743 17503 0,'6'-11'768'0,"-6"11"176"0,8-7-752 0,-2 0-192 16,1 1 0-16,-7 6 0 0,0 0 3904 0,0 0 768 15,0 0 128-15,0 0 48 0,0 0-2480 0,0 0-480 16,5 6-96-16,-1 5-32 0,-3-1-560 0,-1 6-112 15,-1 0-32-15,-2 5 0 0,-1-3-544 0,-1 7-96 16,1-2-32-16,0 3 0 0,0 0-48 0,0 2-16 16,0 0 0-16,2 1 0 0,-1 0-320 0,2-2 128 15,0-1-128-15,-1 0 0 0,2 0 128 0,2-1-128 16,-1-2 160-16,1 5-160 0,2-7 0 0,2-7-160 0,-1-4 0 0,4-3 0 31,1-2-1184-31,2-5-224 0,0-2-48 0,1-2-16 16,0-3-1568-16,0-1-320 0,0-1-64 0</inkml:trace>
  <inkml:trace contextRef="#ctx0" brushRef="#br0" timeOffset="55946.18">15686 10048 33695 0,'0'0'1488'0,"0"0"304"0,0 0-1424 0,0 0-368 15,0 0 0-15,12 4 0 0,1-1 1024 0,1-2 128 16,2-2 16-16,0-2 16 0,-1-1 16 0,5 0 0 15,1-1 0-15,2 0 0 0,1-3-752 0,-1 0-128 16,-1 3-48-16,1-1 0 16,-1-1-1360-16,1 2-256 0,-2 0-64 0</inkml:trace>
  <inkml:trace contextRef="#ctx0" brushRef="#br0" timeOffset="56492.95">16805 9755 24879 0,'0'0'2208'0,"0"0"-1760"16,0 0-448-16,0 0 0 0,0 0 2064 0,-7 7 336 16,-3 4 64-16,-8 10 16 0,-3 0-1264 0,4-5-256 15,-4 3-64-15,-2 2 0 0,-3 1-704 0,-14 12-192 16,4-1 0-16,3-3 0 0,3-3 0 0,13-7 0 16,0-2 0-16,3 0 0 0,1-2 336 0,0 6 48 15,5-4 0-15,7-6 0 0,1 0 192 0,5 2 64 16,3-2 0-16,2-2 0 0,3-2-160 0,3 0-32 15,1-3 0-15,3 0 0 0,2 0-112 0,1 2-16 16,1-2-16-16,0-4 0 0,1-1-160 0,0 2-16 0,0 2-128 16,-2 0 192-16,-3 1-192 0,-6-3 0 0,0 1-144 15,7 1 144 1,-5-1-1824-16,-2-1-272 0,1-2-48 0,-4 0-9456 16,0-5-1904-16</inkml:trace>
  <inkml:trace contextRef="#ctx0" brushRef="#br0" timeOffset="56696.06">17113 9854 20271 0,'0'0'896'0,"-7"7"192"0,-1-1-880 0,0 2-208 0,-1 2 0 0,-1 3 0 0,-2 3 3136 0,0 0 592 16,-1 5 112-16,0-3 32 0,4 3-2400 0,4 0-496 16,1-2-80-16,4-1-32 0,3 1-272 0,2-4-48 15,4-2-16-15,3-2 0 0,2-5-96 0,3 1-32 16,4-2 0-16,0-1 0 0,1-2-176 0,3 0-32 15,-1-4-16-15,1 0 0 16,1-2-1136-16,-1-1-208 0,-4 0-48 0,0-2-16 16,-3 0-1680-16,-2 1-336 0</inkml:trace>
  <inkml:trace contextRef="#ctx0" brushRef="#br0" timeOffset="56868">17236 9838 23039 0,'0'0'2048'0,"-1"12"-1648"16,-3-1-400-16,3 6 0 0,1-1 3008 0,-1 8 512 16,-2 5 96-16,-1 5 32 0,0 5-1904 0,2-8-368 0,-2 5-80 0,-4 24-16 15,0 0-816-15,4-17-160 0,-2 6-48 0,-1 0 0 32,1 5-928-32,-1 2-192 0,2 0-32 0</inkml:trace>
  <inkml:trace contextRef="#ctx0" brushRef="#br0" timeOffset="57852.75">14136 11442 11055 0,'0'0'976'16,"0"0"-784"-16,0 0-192 0,0 0 0 0,-2-7 3104 0,0-3 576 15,2 10 112-15,0 0 32 0,0 0-1536 0,-4-9-304 0,4 9-64 0,0 0-16 16,0 0-832-16,-5 4-176 0,-1 1-16 0,-1 5-16 15,1 4-656-15,0 1-208 0,1 6 128 0,1 2-128 16,2 2 128-16,-1 3-128 16,2-1 144-16,1-1-144 0,2-2 240 0,2-6-48 15,1 0-16-15,5-5 0 16,1-4 32-16,2-2 16 0,0-6 0 0,2-4 0 16,2-3 48-16,1-4 16 0,2-6 0 0,-1-2 0 0,1-6-32 15,-1 1 0-15,-2-1 0 0,-1 2 0 0,-3-4-96 0,1-5-32 16,-5 3 0-16,-2 7 0 0,-7 2 64 0,-3 3 0 15,-3 5 0-15,-3-1 0 0,-4 4-48 0,-1 3 0 16,-1 2 0-16,-1 3 0 0,-1 3-144 0,6 1-256 16,-1 3 64-16,-4 7 16 15,3 0-1392-15,1 1-288 0,7-1-48 0,3-1-16 16,2 0-1264-16,0-13-256 0</inkml:trace>
  <inkml:trace contextRef="#ctx0" brushRef="#br0" timeOffset="58024.78">14596 11258 12895 0,'13'-5'1152'0,"-13"5"-928"0,16 0-224 0,-2 1 0 0,-3 3 3104 0,1 3 576 16,-2 4 112-16,-5-3 32 0,-1 4-1904 0,-1 8-384 16,-5 0-80-16,1-3-16 0,0 6-768 0,-4 0-160 0,-2-1-16 0,1 3-16 15,-1 2-112-15,1 1-32 16,-1-4 0-16,3 0 0 0,3-2-64 0,0-5-16 16,1-1 0-16,1-3 0 0,0-2-112 0,0-1-16 15,-1-10-128-15,0 0 192 16,0 0-3072-16,0 0-640 0,0 0-112 0,0 0-16 0</inkml:trace>
  <inkml:trace contextRef="#ctx0" brushRef="#br0" timeOffset="58868.25">14457 11608 21183 0,'0'0'944'0,"0"0"192"0,0 0-912 0,10 0-224 16,1 0 0-16,2 0 0 0,2 0 2624 0,4 0 496 16,-2-3 80-16,1-1 32 0,1-2-1888 0,4-5-368 15,0 2-80-15,1-1 0 0,-2-2-320 0,1-1-48 16,2 1-16-16,-2-1 0 0,1-1-352 0,-1 1-160 15,0 0 128-15,4-4-128 0,-4 1-192 0,-3 4-128 16,-4 2-32-16,-2 2 0 16,-1-1-240-16,-1 0-48 0,-3 1-16 0,-1 0 0 15,-3 0-304-15,-3 0-64 0,1-2-16 0,0 0 0 16,-2-2 80-16,-1-2 0 0,-1-3 16 0,-2 1 0 0,-1-4 512 0,2 6 112 16,-2-4 0-16,-2-8 16 0,1 2 560 0,3 10 128 15,-1 1 0-15,-1-1 16 0,4 4 688 0,0 10 144 16,0 0 32-16,4 11 0 0,0 6-96 0,0 8-16 15,0 8 0-15,-2 5 0 0,0 7-512 0,-1-10-128 16,-4 7 0-16,1 1-16 0,-2 2-224 0,1 2-32 0,2 0-16 0,0-4 0 16,1-5 0-16,2-3 0 0,2-8 0 0,1-2 0 15,2-4 192-15,2-8 32 0,-1-2 16 0,1-5 0 16,1-6-208-16,2-6-32 0,1-7-16 0,1-6 0 16,2-3-208-16,-2-1 0 15,-1-2 0-15,-1 0-160 0,-1-4 160 0,-2 6-128 16,0 2 128-16,-3 2-128 0,0 0 128 0,-2 8 0 15,-1 4 0-15,-3 7 0 0,0 0 0 0,0 0 0 16,3 10 0-16,-2 6 0 0,-2 2 0 0,1 3-160 0,0 1 160 0,1 1-208 16,2-4 208-16,1-1 0 0,1 1 0 0,2-6 0 15,0-2 0-15,3 1 0 0,-3-5 0 0,5-2 0 16,2-5-176-16,0-3 176 0,-1 1-192 0,0-5 192 16,1-2-448-1,-1 0 32-15,1-2 0 0,1 1 0 0,-2 0 0 16,0-2 0-16,-2 1 0 0,1 4 0 0,-3-4 288 0,0 2 128 0,-1 0-128 0,0 1 128 15,-1-4 0-15,-1 3 144 0,-2 1 0 0,0 1 0 0,0-3 352 0,0 0 64 16,-2 0 16-16,0-1 0 0,-1 2-112 0,-1-3-16 16,0 2 0-16,-1-1 0 0,-3 1-256 0,-1 0-64 15,-2 0-128-15,-3-3 192 0,0 3-48 0,1 3-16 16,0 4 0-16,9 3 0 0,-8 5-128 0,1 3 0 16,-3 2 0-16,1 2 0 0,0 3-192 0,1 5 192 0,1 2-192 15,1 0 192-15,4-1 0 0,0 0 0 16,4-1 0-16,2-4 0 0,2 0 0 0,2-3 0 15,1-2 0-15,2-2 0 0,0-1 0 0,2-6 0 16,2-2-160-16,2 0 160 0,0-2 0 0,-1-6 0 16,3 0 0-16,-1 0 0 0,-1-4 176 0,0 2-176 15,-3 1 160-15,-1-2-160 0,-1 0 144 0,1 0-144 16,-1 3 128-16,0 2-128 0,-2 1 256 0,0 2-48 16,1 0 0-16,-2 6 0 0,-1 0 0 0,0 4 0 0,-2 5 0 15,1 4 0-15,-1 2-80 0,1 2 0 0,-3-1-128 0,-1 2 192 16,1 0-192-16,0 1 0 0,-1-4 128 15,0-2-128-15,-1-3 304 0,1-1 16 0,-1-4 0 0,-2-8 0 16,0 0 208-16,0 0 48 0,7-3 16 0,-1-5 0 16,2-5 32-16,0-4 0 0,1-2 0 0,2-4 0 0,-1-1-624 15,2-1 0-15,-1-1 0 0,9-11 0 32,0 3-1776-32,0 4-368 0,1 4-80 0,-5 9-17904 0</inkml:trace>
  <inkml:trace contextRef="#ctx0" brushRef="#br0" timeOffset="59795.14">16122 11492 13823 0,'0'0'1216'0,"0"0"-960"16,4-7-256-16,0-3 0 0,-3-1 2800 0,0 1 512 16,-1 10 96-16,0 0 32 0,0 0-1456 0,0 0-304 15,0 0-48-15,0 0-16 0,0 0-896 0,0 0-176 16,2 13-32-16,-2 1-16 0,0 3-224 0,1 1-32 15,0 3-16-15,2 0 0 0,-1-1 176 0,2-3 48 0,0 1 0 0,1 0 0 16,3-5 128-16,0-1 48 16,0-3 0-16,0-3 0 0,-1-3-192 0,3-3-48 0,-1-4 0 0,0-4 0 15,1-2-64-15,2-3 0 0,1-3-16 16,-1 1 0-16,0-2-304 0,-2 1 0 0,0-1 0 0,-2 3 0 16,-3 1 0-16,1 4 0 0,-2 3-192 0,-4 6 192 15,0 0-192-15,0 0 192 0,-2 12-208 0,1 4 80 0,-2 2 128 0,1 3 0 16,-1 1 0-16,3-1 0 0,3-2 0 0,1-2 176 15,0-4-16-15,2-1 0 0,3-3 336 0,2-2 64 16,3-5 16-16,2-3 0 0,1-4 192 0,-1-4 32 16,1-4 16-16,2-2 0 0,-2 0-224 0,2-4-32 15,-2 1-16-15,-1-1 0 0,-1-1-256 0,-2 1-48 16,-2-2-16-16,-2 5 0 0,-2 0-224 0,-2 2 144 16,-1 1-144-16,-2 3 128 0,-2 2-272 0,0 8-64 15,0 0-16-15,0 0 0 16,-6 1-1792-16,-1 3-352 0,1 2-80 0,-1 4-10272 0,2 0-2048 0</inkml:trace>
  <inkml:trace contextRef="#ctx0" brushRef="#br0" timeOffset="59968.25">16815 11584 21183 0,'-1'11'1888'0,"1"2"-1504"0,0 1-384 0,-1 2 0 15,-3 1 3392-15,0-2 592 0,0 2 128 0,0-4 32 0,-1 1-2368 0,1-2-480 16,0-3-80-16,1-2-32 0,3-7-800 0,0 0-144 15,0 0-48-15,0 0 0 16,-1-9-1920-16,1 0-384 0,3-4-64 0,-1 0-32 16,2-3-912-16,0-1-176 0,4-22-32 0,-3 5-16 0</inkml:trace>
  <inkml:trace contextRef="#ctx0" brushRef="#br0" timeOffset="60077.63">16821 11256 21183 0,'0'0'1888'0,"0"0"-1504"15,0 0-384-15,0 0 0 0,-4 7 3904 0,1 3 720 16,0 0 144-16,1 4 32 0,-1 1-3008 0,3-1-576 15,-1-4-128-15,1-2-32 16,1 1-1824-16,3 0-384 0,0-1-64 0,3 1-10560 16,0 1-2128-16</inkml:trace>
  <inkml:trace contextRef="#ctx0" brushRef="#br0" timeOffset="60515.08">17178 11396 12895 0,'0'0'1152'0,"0"0"-928"0,-7 7-224 0,2-1 0 16,-1 1 3200-16,-2 1 608 0,-1 0 112 0,-1 2 32 16,0-2-2208-16,0 2-432 0,-1 2-96 0,2-2 0 15,1 1-512-15,3-1-80 0,1 2-32 0,1-4 0 16,5 1 160-16,0 0 16 0,1 2 16 0,2-5 0 0,2 2 48 0,-1 0 16 16,-1-2 0-16,2 1 0 0,-7-7-352 0,7 8-80 15,-2-1-16-15,-1 1 0 0,-4-8-400 0,0 0 0 16,0 0 128-16,-2 8-128 0,0-3-144 0,-2 0-64 15,-1 1-16-15,-2-2 0 16,2-1-720-16,5-3-144 0,-5 6-16 0,5-6-16 16,0 0-64-16,0 0-16 0,0 0 0 0,0 0 0 0,6 6 720 0,5-2 144 15,2-4 16-15,4-2 16 0,2-2 304 0,3-3 0 16,3-2 176-16,2 0-176 0,0 0 368 0,1-3-48 16,2-1 0-16,0-1 0 0,1-2 128 0,1 0 32 15,-1-1 0-15,-1-1 0 0,-3 0 640 0,-3 1 128 16,-3 1 32-16,-4 2 0 0,-2-2-608 0,0 2-112 0,-6-2-32 15,-1 3 0-15,-3-1-368 0,-3 1-160 16,-2 0 128-16,-1 2-128 0,0 2 176 0,-2 3-48 16,-2 1-128-16,-2 5 192 0,0 3 16 0,-1 5 0 15,-1 3 0-15,1 3 0 0,0 4-208 0,3 4 144 16,1 3-144-16,3 3 128 0,2 0-128 0,5 1 0 16,5 1 144-16,3-1-144 15,3-1-2064-15,5-4-496 0</inkml:trace>
</inkml:ink>
</file>

<file path=ppt/ink/ink5.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0T03:42:42.351"/>
    </inkml:context>
    <inkml:brush xml:id="br0">
      <inkml:brushProperty name="width" value="0.05292" units="cm"/>
      <inkml:brushProperty name="height" value="0.05292" units="cm"/>
      <inkml:brushProperty name="color" value="#FF0000"/>
    </inkml:brush>
    <inkml:context xml:id="ctx1">
      <inkml:inkSource xml:id="inkSrc9">
        <inkml:traceFormat>
          <inkml:channel name="X" type="integer" max="25977" units="cm"/>
          <inkml:channel name="Y" type="integer" max="17318" units="cm"/>
          <inkml:channel name="T" type="integer" max="2.14748E9" units="dev"/>
        </inkml:traceFormat>
        <inkml:channelProperties>
          <inkml:channelProperty channel="X" name="resolution" value="1000.26953" units="1/cm"/>
          <inkml:channelProperty channel="Y" name="resolution" value="1000.46216" units="1/cm"/>
          <inkml:channelProperty channel="T" name="resolution" value="1" units="1/dev"/>
        </inkml:channelProperties>
      </inkml:inkSource>
      <inkml:timestamp xml:id="ts1" timeString="2022-10-10T03:43:07.305"/>
    </inkml:context>
  </inkml:definitions>
  <inkml:trace contextRef="#ctx0" brushRef="#br0">5839 16408 9215 0,'0'0'816'0,"0"0"-656"15,0 0-160-15,0 0 0 0,-1-11 1920 0,1 2 336 16,0-1 80-16,0 1 16 0,0 0-816 0,0 9-176 16,-4-9-16-16,-1 2-16 0,0 0-112 0,-3 0-32 15,-1 1 0-15,-6 3 0 0,-2-1-224 0,-3 1-32 16,-1 3-16-16,-1 0 0 0,-2 4-368 0,-2 2-80 16,-1 4-16-16,-2 1 0 0,4 6-192 0,-1 3-32 15,-4 2-16-15,4 4 0 0,3 4-80 0,2 4 0 16,1 5-128-16,3 1 192 0,6 6 0 0,0-3-16 0,2-2 0 0,4 2 0 15,2 0 0-15,3-3 0 0,4-6 0 0,3-5 0 16,0-5 112-16,4-3 32 0,1-3 0 0,2-3 0 16,2-5 128-16,2 1 16 0,3-5 16 0,-2 1 0 15,1-1-128-15,1 1-32 0,1-5 0 0,0 2 0 16,-1-1-176-16,0-2-144 0,-2-1 192 0,-1 0-192 16,1 0 160-16,-4-1-160 0,0-2 128 0,-2 1-128 31,0-1-832-31,0 2-240 0,-1-3-48 0,-1 2-16 15,1 2-2304-15,-2-1-464 0</inkml:trace>
  <inkml:trace contextRef="#ctx0" brushRef="#br0" timeOffset="265.64">6105 16586 17503 0,'0'0'1552'0,"0"0"-1232"0,-4-3-320 0,4 3 0 0,0-11 1664 0,3 3 288 0,1 0 48 0,-4 8 16 0,12-9-736 0,1 3-160 16,1 1-32-16,2 2 0 0,2-1-336 0,1 2-80 16,1 0-16-16,1 1 0 0,1 0-352 0,0-1-80 15,0 0-16-15,1-1 0 0,-1 2-208 0,-1-2 128 16,-2 2-128-16,-1 0 0 0,2 1 0 0,-4 0-288 0,-5 1 32 15,-2 4 16 1,-9-5-2304-16,0 0-464 0</inkml:trace>
  <inkml:trace contextRef="#ctx0" brushRef="#br0" timeOffset="470.66">6129 16756 14735 0,'0'0'640'0,"0"0"160"0,0 0-640 0,0 0-160 0,13 5 0 0,1-1 0 0,2 0 3200 0,1-1 592 16,1-3 128-16,3 0 32 0,1 0-2480 0,4 0-512 16,1 0-80-16,1 0-32 0,1 1-624 0,-2-1-224 15,0-1 144-15,-1-5-144 0,-5 2-128 0,-3 1-128 16,-2 0 0-16,-2 0-16 16,-2 1-1856-16,-12 2-368 15</inkml:trace>
  <inkml:trace contextRef="#ctx0" brushRef="#br0" timeOffset="1773.16">7315 16314 18079 0,'0'0'800'0,"8"-10"160"0,-2-2-768 0,1 1-192 0,-2 1 0 0,0 1 0 15,-1 0 992-15,-4 9 160 0,4-11 16 0,-4 11 16 0,0-10-384 0,0 10-80 16,-6-8-16-16,6 8 0 16,-12-5 0-16,0 4-16 0,-2-1 0 0,-2 5 0 0,-3 2-80 0,-1 5-16 15,-1 1 0-15,0 3 0 0,-1 2-224 0,-1 3-48 16,-1 2-16-16,1 4 0 0,-1 1-304 0,5 0 128 15,1 0-128-15,3-1 0 0,2 0 176 0,3-2-176 16,2-1 160-16,4 1-160 0,4-3 192 0,3 0-64 16,2-7-128-16,1-2 192 0,2-1 16 0,4-4 0 15,1-2 0-15,1-1 0 0,3 0-80 0,2-3-128 16,0-3 176-16,2-1-176 0,-1 0 176 0,-1-1-176 16,-1 0 160-16,-3 0-160 0,-4-1 160 0,-11 6-160 15,0 0 160-15,0 0-160 0,0 0 128 0,0 0-128 0,0 0 0 16,0 0 144-16,-9 8 32 0,-2 3 0 0,-4 2 0 0,-2 0 0 15,-2 4-176-15,0 1 0 0,0 1 0 0,1 2 0 16,1 0 0-16,4-3 0 0,1 1 0 0,3-1 0 16,2 0 176-16,3 0 0 0,3 2 0 0,2-3 0 15,2-1-176-15,2-3 160 0,3 0-160 0,2-2 160 16,2 0-160-16,1-3 0 0,3-2 0 0,1-1 0 16,1-2 0-16,0-2 0 0,2-1-128 0,-1-1 128 15,1-2 0-15,0 1-144 0,-2-2 144 0,0-1 0 16,-2 1-192-16,1-2 64 0,-2 3 128 0,1-1-208 31,-2 0-1328-31,1-2-256 0,-2 1-48 0</inkml:trace>
  <inkml:trace contextRef="#ctx0" brushRef="#br0" timeOffset="2147.86">7627 16580 11967 0,'0'0'1072'0,"-12"4"-864"0,3 1-208 0,0-1 0 0,0 0 1984 0,9-4 336 16,-9 3 80-16,9-3 16 0,0 0-592 0,0 0-112 0,0 0-32 0,0 0 0 15,0 0-400-15,0 0-96 0,0 0-16 16,10-7 0-16,4 3-432 0,7-5-96 0,7 0 0 0,2-2-16 15,3 1-112-15,7 0 0 0,4-3-16 16,7-1 0-16,5 0 32 0,4 2 16 0,-2 3 0 0,1 0 0 16,-2 1-288-16,2 1-48 0,0-1-16 0,1 1 0 15,1 2-192-15,-2 1 0 0,-3 0 0 0,-8 2 0 16,-6 2 128-16,-6-3-128 0,-3 2 0 0,-7 5 144 16,-7-4-144-16,-3 3 192 0,-3 1-192 0,-13-4 192 15,0 0-192-15,0 0 192 0,0 0-192 0,0 0 192 31,-1 12-1328-31,1-12-256 0,-9 7-48 0,-3-3-14240 0</inkml:trace>
  <inkml:trace contextRef="#ctx0" brushRef="#br0" timeOffset="2882.16">8136 15673 14735 0,'0'0'1312'0,"-2"-8"-1056"0,2 8-256 0,-4-7 0 0,4 7 2624 0,0 0 448 16,-8-5 112-16,8 5 16 0,-8 4-1664 0,-1 4-320 16,-1 5-64-16,-2 4 0 0,-1 5-576 0,-3 8-96 15,1 6-32-15,0 7 0 0,4 4-160 0,0 5-32 16,1 6-16-16,-1-2 0 0,1-4 144 0,-1-1 16 15,2-8 16-15,5-5 0 0,4-6-224 0,3-4-32 16,2-7-16-16,2-6 0 0,1-4-144 0,2-6-272 16,0-3 64-16,1-2 16 15,-3-5-448-15,3-4-96 0,3-5-16 0,0-4 0 16,0-2-1888-16,1-6-384 0,-2-3-80 0,1-2-16 16,-2-4 832-16,-2-3 176 0,-3-8 16 0,-2 3 16 15,-3-1 64-15,1-2 16 0,-2-2 0 0,-1 1 0 0,0 0 2832 0,2 3 560 0,0 2 112 0,2 8 32 16,1 6 1088-16,1 4 240 0,-1 5 32 0,1 7 16 15,-6 12-720-15,12-3-144 0,0 6-16 0,0 7-16 16,-2 5-736-16,0 7-128 0,2 3-48 0,0 6 0 16,-3 4-512-16,1 3-96 0,1 0-32 0,-2 3 0 15,-1 2-48-15,-3 0-16 0,0 0 0 0,0-1 0 16,1-3-160-16,-2-4-48 0,-1-3 0 0,3-4 0 16,-1-4-192-16,-1-2 0 0,0-1 0 0,-2-5 0 31,1-6-432-31,-3-10-128 0,0 12-16 0,0-12-16 15,0 0-1760-15,-8 5-336 0,-2-4-80 0</inkml:trace>
  <inkml:trace contextRef="#ctx0" brushRef="#br0" timeOffset="3022.79">7977 15969 29135 0,'0'0'1280'0,"0"0"288"0,0 0-1248 0,0 0-320 0,0 0 0 0,0 0 0 0,0 0 1216 0,15-3 192 15,3 0 48-15,0 2 0 0,2 0-1040 0,-2-1-208 16,0 0-32-16,-2-1-16 0,-3 2-160 0,0-3-192 15,0 1 32-15,-1-2-15248 16</inkml:trace>
  <inkml:trace contextRef="#ctx0" brushRef="#br0" timeOffset="4056.23">8117 15928 7359 0,'0'0'320'0,"0"0"80"0,0 0-400 0,0 0 0 16,0 0 0-16,0 0 0 0,-9 4 1648 0,9-4 240 16,-9 1 48-16,9-1 16 0,0 0-1168 0,-11 0-224 15,2 0-48-15,9 0-16 0,0 0 512 0,0 0 96 16,-12-1 32-16,3 1 0 0,9 0 176 0,-8 0 32 15,8 0 16-15,0 0 0 0,0 0-240 0,-9 0-48 16,9 0-16-16,0 0 0 0,0 0-336 0,0 0-64 0,0 0-16 0,0 0 0 16,0 0-208-16,0 0-48 0,0 0-16 0,9 8 0 31,3-2-80-31,3 1-16 0,-1-3 0 0,2 0 0 16,-1 0 112-16,2-2 0 0,1-2 16 0,2 0 0 15,1 0 32-15,0-1 0 0,-3 0 0 0,0-2 0 16,-2 3-176-16,-1 0-48 0,0-1 0 0,-3 1 0 15,-12 0-208-15,0 0 144 0,0 0-144 0,0 0 128 16,10 5-128-16,-10-5 0 0,0 0 144 0,0 0-144 31,0 0-256-31,-3 12-128 0,-2-5-32 0,5-7-10512 0,-8 6-2096 0</inkml:trace>
  <inkml:trace contextRef="#ctx0" brushRef="#br0" timeOffset="5488.82">8245 16992 7359 0,'0'0'320'0,"0"0"80"0,0 0-400 0,2-9 0 15,0 1 0-15,0 0 0 0,0 2 3024 0,-1-5 528 16,-1 1 96-16,0 1 32 0,-1 0-1200 0,-2-1-240 16,-1 1-64-16,0 1 0 0,0 2-640 0,-1-1-128 15,-4 0-16-15,0 0-16 0,1 2-480 0,8 5-80 16,-12-1-32-16,0 3 0 0,2 3-432 0,0 3-96 15,0 3 0-15,1 2-16 0,0 6-240 0,1 5 0 0,3 3 0 0,3 6 0 16,-2-1 0-16,2 5-160 0,1 1 160 0,1-3-192 16,3-1 64-16,-1-4 0 0,1-4 0 0,1-7 0 15,1-7-32-15,3 0 0 0,0-6 0 0,-8-6 0 16,13 0-32-16,1 0 0 0,0-6 0 0,1-1 0 16,-2-2 192-16,-2-1 0 0,1-3 0 0,0-3 0 15,0-2 160-15,-2-2 16 0,1-1 0 0,-1-1 0 16,-1-1 16-16,-1-1 16 0,0-3 0 0,-2 1 0 15,-2 0 0-15,0-7 0 0,-1 1 0 0,-1-1 0 16,0-1 0-16,-2 0 0 0,-2-1 0 0,0-2 0 16,-1 1-64-16,0 2-16 0,0 4 0 0,-1 3 0 15,2 3-128-15,1 9 0 0,0 0 0 0,-1 7 0 16,2 8 128-16,0 0-128 0,0 0 192 0,0 0-64 0,-3 8 80 0,-1 4 16 16,-2 4 0-16,1-1 0 0,0 6-32 0,0-1-16 15,1 3 0-15,0 1 0 0,0-1-48 0,3 3 0 16,-1 0 0-16,4 3 0 0,0 2-128 0,2 2 128 15,1 2-128-15,2 4 128 0,2 4-128 0,2 0 0 16,0-2 0-16,2-1 0 0,0-1-128 0,0-4 128 16,2-5 0-16,-1-8 0 0,2-1 0 0,1-5-176 15,-2-2 176-15,1-1-128 0,0-4-16 0,-1 2 0 16,2-3 0-16,-4-3 0 0,-2-1 16 0,-2-4 0 16,0 0 0-16,-9 0 0 0,0 0-176 0,5-11-16 15,-5 11-16-15,0-13-16880 0</inkml:trace>
  <inkml:trace contextRef="#ctx1" brushRef="#br0">16630 18380 0,'0'0'16,"-12"-101"-16,5-51 15,8-76 1,2-34-16,20-64 16,29-36-1,16-28-15,-4-13 16,8 8-16,-15-5 15,-10 27 1,0 9-16,-13 27 16,-10 16-1,9 19-15,4 21 16,41-73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0.364"/>
    </inkml:context>
    <inkml:brush xml:id="br0">
      <inkml:brushProperty name="width" value="0.05" units="cm"/>
      <inkml:brushProperty name="height" value="0.05" units="cm"/>
    </inkml:brush>
  </inkml:definitions>
  <inkml:trace contextRef="#ctx0" brushRef="#br0">17 112 3223 0 0,'0'0'143'0'0,"0"-2"-3"0"0,0 2-140 0 0,0-1 1 0 0,0 1-1 0 0,0 0 0 0 0,0-1 0 0 0,1 1 0 0 0,-1 0 1 0 0,0-1-1 0 0,0 1 0 0 0,0-1 0 0 0,0 1 0 0 0,0 0 1 0 0,0-1-1 0 0,0 1 0 0 0,-1 0 0 0 0,1-1 0 0 0,0 1 1 0 0,0 0-1 0 0,0-1 0 0 0,0 1 0 0 0,0 0 0 0 0,0-1 1 0 0,-1 1-1 0 0,1-1 0 0 0,-10-19 310 0 0,9 17 219 0 0,0 0 1 0 0,0 0-1 0 0,0 0 1 0 0,1 0 0 0 0,-1 0-1 0 0,1-1 1 0 0,0 1-1 0 0,0 0 1 0 0,0 0-1 0 0,0 0 1 0 0,1 0 0 0 0,-1 0-1 0 0,1 0 1 0 0,0 0-1 0 0,0 0 1 0 0,0 0-1 0 0,1-4 1 0 0,-1 6-374 0 0,0-1-1 0 0,0 1 1 0 0,0-1 0 0 0,1 1 0 0 0,-1-1-1 0 0,0 1 1 0 0,0 0 0 0 0,1 0 0 0 0,-1 0-1 0 0,1-1 1 0 0,-1 1 0 0 0,1 1 0 0 0,-1-1-1 0 0,1 0 1 0 0,0 0 0 0 0,0 1-1 0 0,-1-1 1 0 0,1 0 0 0 0,0 1 0 0 0,0 0-1 0 0,-1-1 1 0 0,1 1 0 0 0,0 0 0 0 0,0 0-1 0 0,0 0 1 0 0,0 0 0 0 0,-1 1 0 0 0,1-1-1 0 0,0 0 1 0 0,0 1 0 0 0,1 0 0 0 0,5 1 64 0 0,-1 1 0 0 0,0 0 0 0 0,0 0 0 0 0,0 1 0 0 0,0 0 0 0 0,-1 0 0 0 0,1 1 0 0 0,8 8 0 0 0,-4-2-52 0 0,-1 0 1 0 0,0 0-1 0 0,11 17 0 0 0,6 15 184 0 0,-2 0 1 0 0,35 83 0 0 0,21 100 133 0 0,-62-171-445 0 0,-7-20-34 0 0,-1 1-1 0 0,-2 1 1 0 0,-2 0 0 0 0,-1 0-1 0 0,-1 0 1 0 0,-2 69 0 0 0,-4-94-19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0.713"/>
    </inkml:context>
    <inkml:brush xml:id="br0">
      <inkml:brushProperty name="width" value="0.05" units="cm"/>
      <inkml:brushProperty name="height" value="0.05" units="cm"/>
    </inkml:brush>
  </inkml:definitions>
  <inkml:trace contextRef="#ctx0" brushRef="#br0">386 1 13359 0 0,'-2'3'1027'0'0,"-140"251"3354"0"0,16 14-790 0 0,25 2-2246 0 0,97-258-1422 0 0,1 0-1 0 0,1 1 0 0 0,-1-1 1 0 0,0 17-1 0 0,3-28-43 0 0,0 0 1 0 0,0 0-1 0 0,0 0 0 0 0,1 0 0 0 0,-1 0 1 0 0,0 0-1 0 0,0 0 0 0 0,1 0 0 0 0,-1 0 1 0 0,0 0-1 0 0,1 0 0 0 0,-1 0 0 0 0,1 0 1 0 0,-1 0-1 0 0,1-1 0 0 0,-1 1 0 0 0,1 0 1 0 0,0 0-1 0 0,-1-1 0 0 0,1 1 0 0 0,0 0 1 0 0,0-1-1 0 0,-1 1 0 0 0,1-1 0 0 0,0 1 1 0 0,0-1-1 0 0,0 1 0 0 0,0-1 0 0 0,0 0 1 0 0,0 1-1 0 0,0-1 0 0 0,0 0 0 0 0,0 0 1 0 0,0 0-1 0 0,0 1 0 0 0,1-1 0 0 0,11-3-1759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1.067"/>
    </inkml:context>
    <inkml:brush xml:id="br0">
      <inkml:brushProperty name="width" value="0.05" units="cm"/>
      <inkml:brushProperty name="height" value="0.05" units="cm"/>
    </inkml:brush>
  </inkml:definitions>
  <inkml:trace contextRef="#ctx0" brushRef="#br0">25 109 11519 0 0,'29'-55'7384'0'0,"-29"59"-6389"0"0,-4 22-129 0 0,-7 27-1 0 0,-1 9-341 0 0,8-40-420 0 0,-16 140 624 0 0,18-133-564 0 0,1 0 1 0 0,2 0 0 0 0,6 45-1 0 0,-5-63-122 0 0,0 0 0 0 0,1-1-1 0 0,1 1 1 0 0,0 0 0 0 0,0-1 0 0 0,1 0-1 0 0,1 0 1 0 0,0-1 0 0 0,10 15 0 0 0,-12-20-261 0 0,0 0 0 0 0,0 0 0 0 0,0 0 0 0 0,1 0 0 0 0,-1-1 1 0 0,1 1-1 0 0,0-1 0 0 0,9 5 0 0 0,-10-7-353 0 0,0 0 0 0 0,1 1-1 0 0,-1-1 1 0 0,0-1 0 0 0,0 1 0 0 0,0 0-1 0 0,1-1 1 0 0,-1 0 0 0 0,0 0-1 0 0,0 0 1 0 0,0-1 0 0 0,1 0 0 0 0,4-1-1 0 0,13-5-5515 0 0</inkml:trace>
  <inkml:trace contextRef="#ctx0" brushRef="#br0" timeOffset="1">610 0 2303 0 0,'-1'2'3591'0'0,"-11"29"4540"0"0,-4 1-3849 0 0,6-12-3005 0 0,-10 29 0 0 0,8-12-675 0 0,1 1 1 0 0,2 0 0 0 0,-7 77 0 0 0,15-100-523 0 0,1 1 0 0 0,0-1 0 0 0,1 1 0 0 0,1-1 0 0 0,0 0 0 0 0,1 1 0 0 0,1-1 0 0 0,0-1-1 0 0,1 1 1 0 0,0-1 0 0 0,2 1 0 0 0,-1-1 0 0 0,10 13 0 0 0,-11-22-123 0 0,0 1 0 0 0,0-1 0 0 0,0 0 0 0 0,1 0 0 0 0,0 0-1 0 0,0-1 1 0 0,0 0 0 0 0,0 0 0 0 0,1 0 0 0 0,8 3 0 0 0,17 10-1248 0 0,-29-15 478 0 0,12 6 357 0 0,-4-7-6454 0 0,0-2 654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1.405"/>
    </inkml:context>
    <inkml:brush xml:id="br0">
      <inkml:brushProperty name="width" value="0.05" units="cm"/>
      <inkml:brushProperty name="height" value="0.05" units="cm"/>
    </inkml:brush>
  </inkml:definitions>
  <inkml:trace contextRef="#ctx0" brushRef="#br0">3 369 7367 0 0,'-2'-7'667'0'0,"2"-1"-547"0"0,1 6 55 0 0,0 0 0 0 0,1 0 0 0 0,-1 0 0 0 0,0 0 0 0 0,1 1 0 0 0,-1-1 0 0 0,1 0 0 0 0,0 1 0 0 0,-1-1 0 0 0,1 1 0 0 0,0-1 0 0 0,0 1 0 0 0,0 0 0 0 0,0 0 0 0 0,0 0 0 0 0,4-1 0 0 0,6-3 3169 0 0,22-5 0 0 0,-25 8-2575 0 0,127-28 3063 0 0,71 4-2851 0 0,-125 19-3910 0 0,-58 4 1346 0 0</inkml:trace>
  <inkml:trace contextRef="#ctx0" brushRef="#br0" timeOffset="1">849 1 12895 0 0,'2'2'595'0'0,"4"6"-286"0"0,1 1 0 0 0,-2 0 0 0 0,1 0 0 0 0,-1 0 0 0 0,0 1 0 0 0,-1 0 0 0 0,0 0 0 0 0,-1 0 0 0 0,0 0 0 0 0,-1 1 0 0 0,0-1 0 0 0,0 1 1 0 0,-1 15-1 0 0,2 26 2018 0 0,-2 1 0 0 0,-10 80 0 0 0,5-103-2449 0 0,-2-1 1 0 0,-1-1-1 0 0,0 1 1 0 0,-3-1-1 0 0,0-1 1 0 0,-16 29-1 0 0,21-45-187 0 0,-3 5-1170 0 0,-19 26 1 0 0,15-27-596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1.746"/>
    </inkml:context>
    <inkml:brush xml:id="br0">
      <inkml:brushProperty name="width" value="0.05" units="cm"/>
      <inkml:brushProperty name="height" value="0.05" units="cm"/>
    </inkml:brush>
  </inkml:definitions>
  <inkml:trace contextRef="#ctx0" brushRef="#br0">1 30 18719 0 0,'0'0'1692'0'0,"2"-1"-1393"0"0,17-6 329 0 0,1 1 0 0 0,0 2 0 0 0,-1 0 0 0 0,1 1 0 0 0,27-1 0 0 0,-8 3-285 0 0,58 3 188 0 0,-80-1-940 0 0,-1 1 1 0 0,0 0-1 0 0,29 10 1 0 0,-31-7-1072 0 0,-3 1-4212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2.075"/>
    </inkml:context>
    <inkml:brush xml:id="br0">
      <inkml:brushProperty name="width" value="0.05" units="cm"/>
      <inkml:brushProperty name="height" value="0.05" units="cm"/>
    </inkml:brush>
  </inkml:definitions>
  <inkml:trace contextRef="#ctx0" brushRef="#br0">1 2 7831 0 0,'0'0'760'0'0,"14"0"-672"0"0,2 0-88 0 0,2-2 0 0 0,1 2 0 0 0,3 2 2520 0 0,2 3 488 0 0,2-1 96 0 0,1 0 16 0 0,2-4-1880 0 0,0 3-376 0 0,0 0-80 0 0,-4 3-16 0 0,1 2-1016 0 0,0 0-200 0 0,-4 0-48 0 0,-8-3-8720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2.820"/>
    </inkml:context>
    <inkml:brush xml:id="br0">
      <inkml:brushProperty name="width" value="0.05" units="cm"/>
      <inkml:brushProperty name="height" value="0.05" units="cm"/>
    </inkml:brush>
  </inkml:definitions>
  <inkml:trace contextRef="#ctx0" brushRef="#br0">0 21 3679 0 0,'0'0'284'0'0,"1"-2"102"0"0,4-10 5235 0 0,-3 11-5360 0 0,0 0-1 0 0,-1 1 1 0 0,1-1-1 0 0,-1 0 1 0 0,1 1-1 0 0,0-1 1 0 0,0 1-1 0 0,-1-1 1 0 0,1 1 0 0 0,0 0-1 0 0,0 0 1 0 0,-1 0-1 0 0,1 0 1 0 0,0 0-1 0 0,0 0 1 0 0,1 1 0 0 0,2 0 47 0 0,-1 0 1 0 0,0 1 0 0 0,0-1 0 0 0,0 1 0 0 0,1 0-1 0 0,3 3 1 0 0,4 3 134 0 0,-1 0 1 0 0,-1 1-1 0 0,14 14 0 0 0,-7-5 14 0 0,-1 2-1 0 0,-1 0 1 0 0,-1 0 0 0 0,19 40 0 0 0,35 94 938 0 0,-64-145-1327 0 0,95 273 986 0 0,-95-266-1144 0 0,0 1 0 0 0,-1 0-1 0 0,0 0 1 0 0,-2 0 0 0 0,0 0 0 0 0,-1 0 0 0 0,-1 0-1 0 0,-2 19 1 0 0,2-34-762 0 0,-5-14-6444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3.163"/>
    </inkml:context>
    <inkml:brush xml:id="br0">
      <inkml:brushProperty name="width" value="0.05" units="cm"/>
      <inkml:brushProperty name="height" value="0.05" units="cm"/>
    </inkml:brush>
  </inkml:definitions>
  <inkml:trace contextRef="#ctx0" brushRef="#br0">538 1 15551 0 0,'0'0'1408'0'0,"-2"0"-1162"0"0,-3 3-111 0 0,-1-1 0 0 0,1 1 0 0 0,0 0 0 0 0,0 0 0 0 0,0 0 1 0 0,0 1-1 0 0,-7 7 0 0 0,0-1 320 0 0,-55 54 1365 0 0,-100 122 0 0 0,154-171-1707 0 0,-23 27 26 0 0,-74 95 308 0 0,97-119-413 0 0,2 1 1 0 0,0 0-1 0 0,1 0 1 0 0,1 1 0 0 0,-13 40-1 0 0,20-53-82 0 0,1-1 0 0 0,0 0 0 0 0,0 1 0 0 0,0-1 0 0 0,1 13 0 0 0,0-17-92 0 0,0 0 0 0 0,0 0-1 0 0,1 0 1 0 0,-1 0 0 0 0,1 0 0 0 0,-1-1 0 0 0,1 1-1 0 0,0 0 1 0 0,0 0 0 0 0,0-1 0 0 0,0 1 0 0 0,0 0-1 0 0,0-1 1 0 0,0 1 0 0 0,0-1 0 0 0,1 1-1 0 0,-1-1 1 0 0,0 0 0 0 0,1 1 0 0 0,-1-1 0 0 0,1 0-1 0 0,0 0 1 0 0,-1 0 0 0 0,3 0 0 0 0,14 6-1715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3.492"/>
    </inkml:context>
    <inkml:brush xml:id="br0">
      <inkml:brushProperty name="width" value="0.05" units="cm"/>
      <inkml:brushProperty name="height" value="0.05" units="cm"/>
    </inkml:brush>
  </inkml:definitions>
  <inkml:trace contextRef="#ctx0" brushRef="#br0">160 0 14311 0 0,'-7'9'223'0'0,"1"0"1"0"0,1 0-1 0 0,0 0 0 0 0,0 1 0 0 0,0 0 1 0 0,-3 14-1 0 0,-1 0-234 0 0,-18 52 1963 0 0,2 1 0 0 0,-26 158 0 0 0,48-214-1573 0 0,1 0 0 0 0,1 37 0 0 0,1-46-344 0 0,1 0 0 0 0,1 0-1 0 0,0 0 1 0 0,1-1 0 0 0,0 1-1 0 0,6 14 1 0 0,-7-22-277 0 0,0 0 0 0 0,0 0-1 0 0,1 0 1 0 0,-1 0 0 0 0,1-1 0 0 0,0 1-1 0 0,0-1 1 0 0,0 0 0 0 0,0 0 0 0 0,1 0-1 0 0,-1 0 1 0 0,1-1 0 0 0,0 1 0 0 0,0-1-1 0 0,7 4 1 0 0,11 0-6830 0 0</inkml:trace>
  <inkml:trace contextRef="#ctx0" brushRef="#br0" timeOffset="1">402 388 11055 0 0,'-9'14'523'0'0,"2"2"0"0"0,0-1-1 0 0,1 1 1 0 0,1 0 0 0 0,0 0-1 0 0,1 1 1 0 0,1-1 0 0 0,1 1-1 0 0,0 0 1 0 0,1 25 0 0 0,1-40-373 0 0,0 1 0 0 0,0-1 0 0 0,0 1 0 0 0,0-1 0 0 0,1 1 0 0 0,-1-1 1 0 0,1 0-1 0 0,0 1 0 0 0,0-1 0 0 0,0 0 0 0 0,0 0 0 0 0,0 0 0 0 0,0 1 0 0 0,1-1 1 0 0,-1 0-1 0 0,1-1 0 0 0,-1 1 0 0 0,1 0 0 0 0,0 0 0 0 0,0-1 0 0 0,-1 1 0 0 0,1-1 1 0 0,0 1-1 0 0,1-1 0 0 0,2 2 0 0 0,-2-3-84 0 0,0 1 0 0 0,0 0 0 0 0,0 0 1 0 0,0-1-1 0 0,0 0 0 0 0,0 1 0 0 0,0-1 0 0 0,0-1 0 0 0,0 1 1 0 0,0 0-1 0 0,1-1 0 0 0,-1 1 0 0 0,0-1 0 0 0,0 0 0 0 0,-1 0 1 0 0,1 0-1 0 0,0 0 0 0 0,0-1 0 0 0,2-1 0 0 0,3-2-49 0 0,0 0 0 0 0,-1 0-1 0 0,0-1 1 0 0,0 0 0 0 0,-1 0 0 0 0,1 0-1 0 0,-2-1 1 0 0,10-12 0 0 0,-13 16-38 0 0,0-1-1 0 0,0 0 1 0 0,0 0 0 0 0,0 0-1 0 0,-1 0 1 0 0,0 0 0 0 0,1 0-1 0 0,-1-1 1 0 0,-1 1 0 0 0,1 0-1 0 0,-1 0 1 0 0,0-1 0 0 0,0 1-1 0 0,0 0 1 0 0,0-1 0 0 0,-1 1-1 0 0,1 0 1 0 0,-1-1 0 0 0,-3-7-1 0 0,-6-10-1301 0 0,-1 1 1 0 0,-23-36-1 0 0,3 7-2378 0 0,18 26 1926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3.824"/>
    </inkml:context>
    <inkml:brush xml:id="br0">
      <inkml:brushProperty name="width" value="0.05" units="cm"/>
      <inkml:brushProperty name="height" value="0.05" units="cm"/>
    </inkml:brush>
  </inkml:definitions>
  <inkml:trace contextRef="#ctx0" brushRef="#br0">153 1 11055 0 0,'17'12'430'0'0,"0"0"0"0"0,16 17 0 0 0,-27-23-118 0 0,-1 0 0 0 0,1 0-1 0 0,-1 1 1 0 0,-1 0-1 0 0,1 0 1 0 0,-1 0 0 0 0,0 1-1 0 0,3 9 1 0 0,-2-2 215 0 0,-1 2 0 0 0,0-1 0 0 0,-1 0 0 0 0,-1 1 0 0 0,-1-1 0 0 0,0 1 1 0 0,-1 0-1 0 0,-1-1 0 0 0,-1 1 0 0 0,0-1 0 0 0,-1 1 0 0 0,-1-1 0 0 0,0 0 0 0 0,-7 16 0 0 0,0-5-281 0 0,0-1 0 0 0,-2 0-1 0 0,-1-1 1 0 0,-1-1 0 0 0,-1 0-1 0 0,-1-1 1 0 0,-27 28 0 0 0,26-33-744 0 0,-1-1 0 0 0,-32 25 0 0 0,22-24-439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4.170"/>
    </inkml:context>
    <inkml:brush xml:id="br0">
      <inkml:brushProperty name="width" value="0.05" units="cm"/>
      <inkml:brushProperty name="height" value="0.05" units="cm"/>
    </inkml:brush>
  </inkml:definitions>
  <inkml:trace contextRef="#ctx0" brushRef="#br0">30 346 14279 0 0,'0'0'1103'0'0,"3"1"-720"0"0,5 1-136 0 0,0-1 0 0 0,1 0 0 0 0,-1 0 1 0 0,1-1-1 0 0,-1 0 0 0 0,0 0 0 0 0,1-1 0 0 0,-1 0 1 0 0,0 0-1 0 0,0-1 0 0 0,10-4 0 0 0,14-5 1216 0 0,43-22 0 0 0,-70 31-1337 0 0,9-5-22 0 0,-1 0 0 0 0,0-1 0 0 0,-1-1 0 0 0,0 0 0 0 0,21-20 0 0 0,-27 24-77 0 0,0-2 0 0 0,-1 1 0 0 0,0 0 0 0 0,0-1 1 0 0,0 0-1 0 0,-1 0 0 0 0,0-1 0 0 0,-1 1 0 0 0,0-1 0 0 0,0 0 0 0 0,0 0 0 0 0,1-11 0 0 0,-3 16-35 0 0,-1-1 0 0 0,1 0 0 0 0,-1 0 0 0 0,-1 0 0 0 0,1 1 0 0 0,0-1 0 0 0,-1 0 0 0 0,0 0 0 0 0,0 1 0 0 0,0-1 0 0 0,0 0 0 0 0,0 1 0 0 0,-1-1 0 0 0,-3-5 0 0 0,2 5-19 0 0,0 0 0 0 0,-1 0 1 0 0,1 0-1 0 0,-1 1 0 0 0,0-1 0 0 0,0 1 1 0 0,0 0-1 0 0,0 0 0 0 0,-9-5 0 0 0,5 4-4 0 0,0 1-1 0 0,0 0 0 0 0,0 0 0 0 0,0 1 0 0 0,0 0 1 0 0,0 1-1 0 0,-1-1 0 0 0,1 1 0 0 0,-1 1 0 0 0,1 0 0 0 0,-1 0 1 0 0,-16 3-1 0 0,15-1 52 0 0,0 1 1 0 0,1 0 0 0 0,-1 1-1 0 0,1 0 1 0 0,-1 1-1 0 0,1-1 1 0 0,0 2 0 0 0,1-1-1 0 0,-1 1 1 0 0,1 1-1 0 0,0-1 1 0 0,1 1 0 0 0,0 1-1 0 0,0 0 1 0 0,0-1 0 0 0,-9 17-1 0 0,6-7 113 0 0,1 2 1 0 0,1-1-1 0 0,0 1 1 0 0,1 1-1 0 0,1-1 0 0 0,1 1 1 0 0,-4 31-1 0 0,5-19-40 0 0,1 0 0 0 0,1 1 1 0 0,2-1-1 0 0,1 0 0 0 0,1 1 0 0 0,11 47 0 0 0,-9-62-36 0 0,2 0 1 0 0,0-1-1 0 0,1 0 0 0 0,0 0 0 0 0,14 22 0 0 0,-14-27-38 0 0,1-1 0 0 0,0 0-1 0 0,1-1 1 0 0,1 1-1 0 0,0-2 1 0 0,0 1 0 0 0,22 14-1 0 0,-15-12-685 0 0,1-2 1 0 0,0 0-1 0 0,33 12 0 0 0,-45-19 297 0 0,0-1-1 0 0,0 0 0 0 0,1-1 1 0 0,-1 1-1 0 0,0-1 1 0 0,1-1-1 0 0,-1 1 1 0 0,1-1-1 0 0,-1 0 1 0 0,1 0-1 0 0,-1-1 0 0 0,1 0 1 0 0,-1 0-1 0 0,1-1 1 0 0,10-3-1 0 0,1-7-6497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5.131"/>
    </inkml:context>
    <inkml:brush xml:id="br0">
      <inkml:brushProperty name="width" value="0.05" units="cm"/>
      <inkml:brushProperty name="height" value="0.05" units="cm"/>
    </inkml:brush>
  </inkml:definitions>
  <inkml:trace contextRef="#ctx0" brushRef="#br0">15 1 1375 0 0,'0'0'6146'0'0,"-14"2"5961"0"0,22-2-10794 0 0,19 0-1524 0 0,20 12 912 0 0,14 2 3 0 0,26 4 99 0 0,-56-10-389 0 0,59 5 1 0 0,-73-10 339 0 0,-14-1-2590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5.695"/>
    </inkml:context>
    <inkml:brush xml:id="br0">
      <inkml:brushProperty name="width" value="0.05" units="cm"/>
      <inkml:brushProperty name="height" value="0.05" units="cm"/>
    </inkml:brush>
  </inkml:definitions>
  <inkml:trace contextRef="#ctx0" brushRef="#br0">14 15 4607 0 0,'0'0'354'0'0,"-2"0"-233"0"0,-9 6 3575 0 0,20-6 4675 0 0,1-1-6447 0 0,1 0-3824 0 0,147 8 4409 0 0,-44-1-1364 0 0,201-17 1431 0 0,-214 5-2324 0 0,-91 5-251 0 0,-1 0 0 0 0,1 0 0 0 0,-1-1 1 0 0,1 0-1 0 0,13-5 0 0 0,-21 6-80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6.039"/>
    </inkml:context>
    <inkml:brush xml:id="br0">
      <inkml:brushProperty name="width" value="0.05" units="cm"/>
      <inkml:brushProperty name="height" value="0.05" units="cm"/>
    </inkml:brush>
  </inkml:definitions>
  <inkml:trace contextRef="#ctx0" brushRef="#br0">122 1 11055 0 0,'0'0'1415'0'0,"-3"2"-178"0"0,-7 6-504 0 0,1 2 1 0 0,0-1-1 0 0,1 1 0 0 0,0 0 0 0 0,0 1 0 0 0,1 0 0 0 0,0 0 1 0 0,1 0-1 0 0,-7 18 0 0 0,6-12-549 0 0,1 1 1 0 0,1 0-1 0 0,0 0 1 0 0,1 1-1 0 0,-2 37 1 0 0,6-53-171 0 0,0 1 0 0 0,0 0 0 0 0,0 0 0 0 0,1 0 0 0 0,0-1 0 0 0,0 1 0 0 0,0 0 0 0 0,0-1 0 0 0,0 1 0 0 0,1-1 0 0 0,0 1 0 0 0,0-1-1 0 0,0 0 1 0 0,0 1 0 0 0,0-1 0 0 0,0 0 0 0 0,1-1 0 0 0,0 1 0 0 0,-1 0 0 0 0,7 4 0 0 0,-2-3-93 0 0,0 1 0 0 0,1-1-1 0 0,0 0 1 0 0,0 0 0 0 0,0-1-1 0 0,0 0 1 0 0,14 3 0 0 0,-11-5-412 0 0,-5-2-1529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6.375"/>
    </inkml:context>
    <inkml:brush xml:id="br0">
      <inkml:brushProperty name="width" value="0.05" units="cm"/>
      <inkml:brushProperty name="height" value="0.05" units="cm"/>
    </inkml:brush>
  </inkml:definitions>
  <inkml:trace contextRef="#ctx0" brushRef="#br0">1 22 3223 0 0,'2'-1'9228'0'0,"8"-3"-8096"0"0,0 0 0 0 0,0 1 0 0 0,0 1 1 0 0,17-3-1 0 0,-10 3-552 0 0,0 1 1 0 0,23 2 0 0 0,-11 1-558 0 0,0 2 1 0 0,-1 1-1 0 0,31 10 0 0 0,-8 3-1340 0 0,-28-9-122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16.713"/>
    </inkml:context>
    <inkml:brush xml:id="br0">
      <inkml:brushProperty name="width" value="0.05" units="cm"/>
      <inkml:brushProperty name="height" value="0.05" units="cm"/>
    </inkml:brush>
  </inkml:definitions>
  <inkml:trace contextRef="#ctx0" brushRef="#br0">0 32 1375 0 0,'2'1'107'0'0,"62"16"9831"0"0,3-5-4510 0 0,-31-9-4505 0 0,0-1-1 0 0,1-1 1 0 0,59-8 0 0 0,-35-4-1861 0 0,-59 10-585 0 0,10-4-452 0 0</inkml:trace>
  <inkml:trace contextRef="#ctx0" brushRef="#br0" timeOffset="1">344 0 14743 0 0,'0'0'1335'0'0,"-1"2"-1096"0"0,-8 9 217 0 0,2 0 0 0 0,-1 1 0 0 0,1 0 0 0 0,1 0 0 0 0,0 0 0 0 0,1 1 0 0 0,0 0 1 0 0,1 0-1 0 0,-3 15 0 0 0,5-17-289 0 0,1 0-1 0 0,0 1 1 0 0,1-1 0 0 0,0 0-1 0 0,0 1 1 0 0,1-1 0 0 0,1 0 0 0 0,0 0-1 0 0,4 13 1 0 0,-4-19-130 0 0,0 1 0 0 0,0-1 1 0 0,1 0-1 0 0,-1 0 0 0 0,1 0 0 0 0,0-1 0 0 0,1 1 0 0 0,-1-1 1 0 0,1 0-1 0 0,0 1 0 0 0,0-2 0 0 0,0 1 0 0 0,0 0 1 0 0,1-1-1 0 0,0 0 0 0 0,-1 0 0 0 0,1 0 0 0 0,0-1 0 0 0,0 1 1 0 0,8 1-1 0 0,-1 0 21 0 0,1-2 1 0 0,-1 1 0 0 0,1-2-1 0 0,0 1 1 0 0,22-2-1 0 0,-25-1-161 0 0,-1 0 0 0 0,1 0 0 0 0,-1 0 0 0 0,0-2-1 0 0,0 1 1 0 0,1-1 0 0 0,-2 0 0 0 0,13-7-1 0 0,-3-1-957 0 0,-3-3-67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20.535"/>
    </inkml:context>
    <inkml:brush xml:id="br0">
      <inkml:brushProperty name="width" value="0.05" units="cm"/>
      <inkml:brushProperty name="height" value="0.05" units="cm"/>
    </inkml:brush>
  </inkml:definitions>
  <inkml:trace contextRef="#ctx0" brushRef="#br0">47 96 6191 0 0,'0'0'556'0'0,"0"1"-531"0"0,0-1-1 0 0,0 0 0 0 0,0 0 0 0 0,0 0 0 0 0,1 0 0 0 0,-1 1 1 0 0,0-1-1 0 0,0 0 0 0 0,0 0 0 0 0,0 1 0 0 0,0-1 1 0 0,0 0-1 0 0,0 0 0 0 0,0 0 0 0 0,0 1 0 0 0,0-1 1 0 0,0 0-1 0 0,0 0 0 0 0,0 1 0 0 0,0-1 0 0 0,0 0 0 0 0,0 0 1 0 0,0 0-1 0 0,0 1 0 0 0,0-1 0 0 0,0 0 0 0 0,0 0 1 0 0,0 1-1 0 0,-1 0 99 0 0,0 0 1 0 0,0 0-1 0 0,0 0 1 0 0,0 0-1 0 0,0 0 1 0 0,0 0 0 0 0,0 0-1 0 0,0 0 1 0 0,0 0-1 0 0,-2 1 1 0 0,-9 8 8333 0 0,13-11-8229 0 0,3-2-153 0 0,0 0 0 0 0,0 0 0 0 0,0 0 1 0 0,0 0-1 0 0,0 0 0 0 0,1 1 0 0 0,0 0 1 0 0,-1 0-1 0 0,1 0 0 0 0,0 1 0 0 0,0 0 1 0 0,0 0-1 0 0,0 0 0 0 0,0 0 0 0 0,0 1 1 0 0,0-1-1 0 0,10 2 0 0 0,-8-1-75 0 0,16 4 0 0 0,-15-2 1 0 0,-3-1 0 0 0,0 0 0 0 0,0 0 1 0 0,0-1-1 0 0,1 1 0 0 0,-1-1 0 0 0,0 0 0 0 0,0-1 0 0 0,0 1 0 0 0,7-2 0 0 0,31-6 2474 0 0,-53-11-2151 0 0,3 15-298 0 0,0 0 0 0 0,0 0 1 0 0,-1 0-1 0 0,1 1 0 0 0,-1 0 0 0 0,0 1 0 0 0,0 0 1 0 0,0 0-1 0 0,0 1 0 0 0,0 0 0 0 0,0 0 1 0 0,0 0-1 0 0,-10 2 0 0 0,-13 1 160 0 0,1 1 1 0 0,-33 9-1 0 0,60-12-167 0 0,2 1 553 0 0,22 7-497 0 0,-5-2-58 0 0,1-1 1 0 0,0 0-1 0 0,0-1 1 0 0,0 0-1 0 0,1-2 1 0 0,-1 0-1 0 0,1-1 0 0 0,-1-1 1 0 0,1 0-1 0 0,22-4 1 0 0,20-8 183 0 0,-58 11 4 0 0,-2 1-196 0 0,1 0 0 0 0,0 0 0 0 0,-1 0 0 0 0,1 0 0 0 0,-1-1-1 0 0,1 1 1 0 0,-1 0 0 0 0,1-1 0 0 0,-1 1 0 0 0,1 0-1 0 0,-1-1 1 0 0,0 1 0 0 0,1 0 0 0 0,-1-1 0 0 0,1 1-1 0 0,-1-1 1 0 0,1 0 0 0 0,-1 0 2 0 0,1 0 0 0 0,0 0 0 0 0,-1-1 0 0 0,1 1 0 0 0,-1 0 0 0 0,1-1 0 0 0,-1 1-1 0 0,1 0 1 0 0,-1-1 0 0 0,0 1 0 0 0,0-1 0 0 0,0 1 0 0 0,0 0 0 0 0,0-1 0 0 0,0 1 0 0 0,0-1 0 0 0,-1 1 0 0 0,1 0-1 0 0,0-1 1 0 0,-1-1 0 0 0,0 1 13 0 0,1 0-19 0 0,-1 1 0 0 0,0-1 0 0 0,0 1 0 0 0,1-1 0 0 0,-1 1 0 0 0,0-1 0 0 0,0 1 0 0 0,0-1 0 0 0,-1 1 0 0 0,1 0 0 0 0,0 0 0 0 0,0 0 0 0 0,-1 0 0 0 0,1-1 0 0 0,-2 1 0 0 0,-24-12 54 0 0,25 12-54 0 0,-1 0 0 0 0,1 0 0 0 0,0 0 0 0 0,-1 0 0 0 0,0 1 0 0 0,1-1 0 0 0,-1 1 0 0 0,1-1 0 0 0,-1 1 0 0 0,-3 0 0 0 0,-1 1 4 0 0,6-1-11 0 0,0-1-1 0 0,-1 1 1 0 0,1 0 0 0 0,0 0-1 0 0,0 0 1 0 0,-1 0 0 0 0,1 0-1 0 0,0 0 1 0 0,0 1 0 0 0,-1-1-1 0 0,1 0 1 0 0,0 1 0 0 0,0-1-1 0 0,0 1 1 0 0,0-1 0 0 0,-1 1-1 0 0,0 1 1 0 0,-2 0-23 0 0,1-1 14 0 0,-10 7-147 0 0,12-7 155 0 0,0-1 1 0 0,1 0 0 0 0,0 0-1 0 0,0 0 1 0 0,-1 0 0 0 0,1 0 0 0 0,0 0-1 0 0,0 1 1 0 0,0-1 0 0 0,-1 0 0 0 0,1 0-1 0 0,0 0 1 0 0,0 1 0 0 0,0-1 0 0 0,0 0 0 0 0,-1 0-1 0 0,1 0 1 0 0,0 1 0 0 0,0-1 0 0 0,0 0-1 0 0,0 0 1 0 0,0 1 0 0 0,0-1 0 0 0,0 0 0 0 0,0 1-1 0 0,0-1 1 0 0,0 0 0 0 0,0 0 0 0 0,0 1-1 0 0,0 0 2 0 0,1 0-1 0 0,0 1 1 0 0,0-1-1 0 0,0 0 1 0 0,1 0 0 0 0,-1 0-1 0 0,0 0 1 0 0,0 0-1 0 0,0 0 1 0 0,3 1-1 0 0,36 16 66 0 0,-32-14-53 0 0,-5-3 31 0 0,4 3-68 0 0,-6-4-165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3.625"/>
    </inkml:context>
    <inkml:brush xml:id="br0">
      <inkml:brushProperty name="width" value="0.05" units="cm"/>
      <inkml:brushProperty name="height" value="0.05" units="cm"/>
    </inkml:brush>
  </inkml:definitions>
  <inkml:trace contextRef="#ctx0" brushRef="#br0">71 65 1375 0 0,'3'-2'107'0'0,"11"-4"128"0"0,-13 5 1 0 0,1 0 1 0 0,-1 0 0 0 0,0 0-1 0 0,0 0 1 0 0,0 0-1 0 0,0 0 1 0 0,0 0 0 0 0,0 0-1 0 0,0 0 1 0 0,0-1-1 0 0,0 1 1 0 0,-1 0 0 0 0,2-2-1 0 0,0-1 606 0 0,-2 3-625 0 0,4-3 550 0 0,0-1-1 0 0,-1 1 1 0 0,2 0-1 0 0,-1 0 1 0 0,0 0-1 0 0,6-4 1 0 0,-8 7-246 0 0,0 1-314 0 0,7 1 2233 0 0,-8 10-1904 0 0,-1-7-487 0 0,-1 0 0 0 0,0-1-1 0 0,0 1 1 0 0,0 0 0 0 0,-1-1 0 0 0,1 0 0 0 0,-1 1 0 0 0,0-1-1 0 0,0 0 1 0 0,-2 3 0 0 0,-2 2-23 0 0,0 0-1 0 0,-13 11 0 0 0,-63 51-2194 0 0,59-55 1022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5.197"/>
    </inkml:context>
    <inkml:brush xml:id="br0">
      <inkml:brushProperty name="width" value="0.05" units="cm"/>
      <inkml:brushProperty name="height" value="0.05" units="cm"/>
    </inkml:brush>
  </inkml:definitions>
  <inkml:trace contextRef="#ctx0" brushRef="#br0">0 54 9039 0 0,'0'0'816'0'0,"2"-1"-672"0"0,24-6 556 0 0,-13 3 36 0 0,0 0-1 0 0,24-2 1 0 0,16 1 284 0 0,93-8 871 0 0,53 1-388 0 0,-171 11-1409 0 0,-20 1-83 0 0,0 0 0 0 0,0 0 1 0 0,0 1-1 0 0,0 0 0 0 0,0 1 0 0 0,-1 0 1 0 0,1 0-1 0 0,8 3 0 0 0,-14-4-455 0 0,4 9-1809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5.538"/>
    </inkml:context>
    <inkml:brush xml:id="br0">
      <inkml:brushProperty name="width" value="0.05" units="cm"/>
      <inkml:brushProperty name="height" value="0.05" units="cm"/>
    </inkml:brush>
  </inkml:definitions>
  <inkml:trace contextRef="#ctx0" brushRef="#br0">66 0 11687 0 0,'0'0'532'0'0,"-1"2"-4"0"0,-7 17-458 0 0,-2 5 862 0 0,-14 44 0 0 0,18-44-419 0 0,0 1 1 0 0,2 0 0 0 0,1 1 0 0 0,0 37 0 0 0,3-52-403 0 0,1 0 0 0 0,0 0 0 0 0,1 0 0 0 0,0-1 0 0 0,1 1 0 0 0,0 0 0 0 0,0-1 0 0 0,1 0 0 0 0,1 0 0 0 0,0 0 0 0 0,0 0 0 0 0,13 17 0 0 0,-12-21-65 0 0,-1 0 0 0 0,1 0 0 0 0,0-1 0 0 0,0 1 0 0 0,1-1 0 0 0,-1-1 1 0 0,1 0-1 0 0,0 1 0 0 0,0-2 0 0 0,1 1 0 0 0,-1-1 0 0 0,1-1 1 0 0,11 4-1 0 0,-12-5-318 0 0,0 0 0 0 0,0 0 1 0 0,0 0-1 0 0,0-1 0 0 0,0 0 0 0 0,0 0 1 0 0,0-1-1 0 0,0 0 0 0 0,0 0 1 0 0,0-1-1 0 0,0 0 0 0 0,0 0 0 0 0,-1-1 1 0 0,1 1-1 0 0,9-7 0 0 0,5-5-1546 0 0,-1-1-20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5.882"/>
    </inkml:context>
    <inkml:brush xml:id="br0">
      <inkml:brushProperty name="width" value="0.05" units="cm"/>
      <inkml:brushProperty name="height" value="0.05" units="cm"/>
    </inkml:brush>
  </inkml:definitions>
  <inkml:trace contextRef="#ctx0" brushRef="#br0">125 1 5527 0 0,'0'0'498'0'0,"3"0"-24"0"0,50-1 7436 0 0,4 5-4114 0 0,22 1-3178 0 0,-25-3-1892 0 0,-39-1-52 0 0</inkml:trace>
  <inkml:trace contextRef="#ctx0" brushRef="#br0" timeOffset="1">0 187 9671 0 0,'0'0'1032'0'0,"10"6"-1032"0"0,3-1 0 0 0,3-2 1048 0 0,3-1 168 0 0,3-2 40 0 0,2 0 8 0 0,2 2-504 0 0,3 1-104 0 0,3 2-16 0 0,-2-2-8 0 0,-1 0-424 0 0,0 0-80 0 0,-3 0-24 0 0,-1 1-5056 0 0,1 2-1008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6.788"/>
    </inkml:context>
    <inkml:brush xml:id="br0">
      <inkml:brushProperty name="width" value="0.05" units="cm"/>
      <inkml:brushProperty name="height" value="0.05" units="cm"/>
    </inkml:brush>
  </inkml:definitions>
  <inkml:trace contextRef="#ctx0" brushRef="#br0">444 24 9183 0 0,'-11'-16'831'0'0,"11"15"-812"0"0,-1 1 0 0 0,1-1 0 0 0,-1 1-1 0 0,1-1 1 0 0,-1 1 0 0 0,1-1 0 0 0,-1 1 0 0 0,1-1 0 0 0,-1 1 0 0 0,1 0-1 0 0,-1-1 1 0 0,0 1 0 0 0,1 0 0 0 0,-1-1 0 0 0,1 1 0 0 0,-1 0 0 0 0,0 0-1 0 0,1 0 1 0 0,-1-1 0 0 0,0 1 0 0 0,0 0 0 0 0,1 0 0 0 0,-1 0 0 0 0,0 0-1 0 0,1 0 1 0 0,-1 0 0 0 0,0 1 0 0 0,1-1 0 0 0,-1 0 0 0 0,0 0 0 0 0,1 0-1 0 0,-1 1 1 0 0,0-1 0 0 0,1 0 0 0 0,-1 1 0 0 0,1-1 0 0 0,-2 1 0 0 0,1 0 118 0 0,0 1 0 0 0,0-1 0 0 0,0 0 0 0 0,0 1 0 0 0,0-1 0 0 0,0 1 0 0 0,0-1 1 0 0,-1 4-1 0 0,-2 12 339 0 0,1 0 0 0 0,0 0 0 0 0,1 1 0 0 0,1-1 1 0 0,1 1-1 0 0,2 17 0 0 0,-2-11-143 0 0,13 239 1837 0 0,-4-120-1228 0 0,-7-114-784 0 0,-2 0 1 0 0,0 0-1 0 0,-2 0 0 0 0,-7 31 1 0 0,8-50-120 0 0,-2-1 0 0 0,0 1 0 0 0,0-1 0 0 0,-1 0 0 0 0,0 0 0 0 0,0 0 0 0 0,-1 0 0 0 0,0-1 0 0 0,0 1 0 0 0,-1-2 0 0 0,-1 1 0 0 0,1 0 0 0 0,-1-1 0 0 0,0 0 0 0 0,-13 9 0 0 0,11-11 2 0 0,1 0-1 0 0,-1 0 1 0 0,0 0-1 0 0,0-1 1 0 0,-1-1 0 0 0,1 0-1 0 0,-1 0 1 0 0,0 0-1 0 0,1-2 1 0 0,-1 1-1 0 0,0-1 1 0 0,0 0-1 0 0,-20-2 1 0 0,22 0-47 0 0,1 0 0 0 0,0 0 1 0 0,-1-1-1 0 0,1 0 0 0 0,0 0 0 0 0,0-1 0 0 0,1 0 1 0 0,-1 0-1 0 0,0-1 0 0 0,1 1 0 0 0,0-1 0 0 0,0-1 1 0 0,0 1-1 0 0,0-1 0 0 0,1 0 0 0 0,0 0 1 0 0,0-1-1 0 0,0 0 0 0 0,-5-9 0 0 0,5 7-60 0 0,1 0 0 0 0,-1-1 0 0 0,-4-16 0 0 0,8 21 36 0 0,0 1 0 0 0,0-1 0 0 0,0 1 0 0 0,1 0 1 0 0,-1-1-1 0 0,1 0 0 0 0,0 1 0 0 0,0-1 0 0 0,0 1 0 0 0,1-1 0 0 0,-1 1 0 0 0,1 0 0 0 0,1-5 1 0 0,-1 7 21 0 0,-1 1 0 0 0,1-1 0 0 0,-1 1 0 0 0,1-1 1 0 0,-1 1-1 0 0,1 0 0 0 0,-1-1 0 0 0,1 1 1 0 0,0 0-1 0 0,-1-1 0 0 0,1 1 0 0 0,-1 0 0 0 0,1 0 1 0 0,0-1-1 0 0,-1 1 0 0 0,1 0 0 0 0,0 0 1 0 0,0 0-1 0 0,-1 0 0 0 0,1 0 0 0 0,1 0 0 0 0,-1 0-14 0 0,2 0 16 0 0,0 0-1 0 0,0 0 0 0 0,0 0 1 0 0,0 0-1 0 0,0 1 1 0 0,0-1-1 0 0,0 1 1 0 0,-1 0-1 0 0,1 0 0 0 0,0 0 1 0 0,0 0-1 0 0,4 3 1 0 0,-2 0 1 0 0,0-1 1 0 0,0 1 0 0 0,-1 0-1 0 0,1 0 1 0 0,6 9 0 0 0,0 2 84 0 0,0 1 0 0 0,16 33 1 0 0,-5 2 241 0 0,-3 1 1 0 0,22 87 0 0 0,-18-53-125 0 0,85 250-54 0 0,-106-330-525 0 0,11 36 1067 0 0,-3-23-2061 0 0,1-6-3928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7.151"/>
    </inkml:context>
    <inkml:brush xml:id="br0">
      <inkml:brushProperty name="width" value="0.05" units="cm"/>
      <inkml:brushProperty name="height" value="0.05" units="cm"/>
    </inkml:brush>
  </inkml:definitions>
  <inkml:trace contextRef="#ctx0" brushRef="#br0">93 1 7831 0 0,'0'0'603'0'0,"0"3"-396"0"0,-16 136 8832 0 0,4-79-7969 0 0,-11 26-43 0 0,-8 39-26 0 0,27-102-933 0 0,1-1-1 0 0,1 1 0 0 0,0 36 0 0 0,4-44-334 0 0,1-1-1 0 0,0 0 0 0 0,0 0 0 0 0,11 25 1 0 0,-13-37 168 0 0,0 1-1029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7.488"/>
    </inkml:context>
    <inkml:brush xml:id="br0">
      <inkml:brushProperty name="width" value="0.05" units="cm"/>
      <inkml:brushProperty name="height" value="0.05" units="cm"/>
    </inkml:brush>
  </inkml:definitions>
  <inkml:trace contextRef="#ctx0" brushRef="#br0">182 0 3223 0 0,'3'1'240'0'0,"7"3"736"0"0,0 1 0 0 0,0 0 0 0 0,-1 0 0 0 0,0 1 0 0 0,0 0 0 0 0,-1 0 0 0 0,1 1 0 0 0,-1 0 0 0 0,-1 0 0 0 0,1 1 0 0 0,-1 0 0 0 0,-1 1 0 0 0,9 13 0 0 0,-11-14-457 0 0,0-1 0 0 0,0 1-1 0 0,-1 0 1 0 0,0 0 0 0 0,-1 0 0 0 0,0 0 0 0 0,2 15 0 0 0,-3-16-521 0 0,-1 0 0 0 0,0 1 0 0 0,0-1 0 0 0,-1 0 0 0 0,0 0 0 0 0,0 0 0 0 0,-1 0 0 0 0,0 0 0 0 0,-5 13 0 0 0,1-8-56 0 0,0-1 0 0 0,-1 1 0 0 0,-1-2 0 0 0,0 1 0 0 0,0-1 0 0 0,-1 0 0 0 0,-1 0 0 0 0,1-1 0 0 0,-1 0 0 0 0,-1-1 0 0 0,0 0-1 0 0,0-1 1 0 0,0 0 0 0 0,-1-1 0 0 0,0 0 0 0 0,0-1 0 0 0,-1 0 0 0 0,1-1 0 0 0,-1-1 0 0 0,-24 4 0 0 0,29-6-94 0 0,1-1-1 0 0,0 0 1 0 0,-1-1 0 0 0,-11-1-1 0 0,17 1 101 0 0,0 1-1 0 0,0 0 0 0 0,0-1 0 0 0,-1 0 0 0 0,1 1 0 0 0,0-1 0 0 0,1 0 1 0 0,-1 0-1 0 0,0 0 0 0 0,0 0 0 0 0,0 0 0 0 0,0-1 0 0 0,1 1 1 0 0,-1 0-1 0 0,1-1 0 0 0,-1 1 0 0 0,1-1 0 0 0,0 0 0 0 0,-3-2 1 0 0,4 3 37 0 0,0 1 1 0 0,0-1-1 0 0,0 0 1 0 0,0 1 0 0 0,1-1-1 0 0,-1 1 1 0 0,0-1 0 0 0,0 1-1 0 0,0-1 1 0 0,0 1-1 0 0,1-1 1 0 0,-1 1 0 0 0,0-1-1 0 0,0 1 1 0 0,1-1-1 0 0,-1 1 1 0 0,0-1 0 0 0,1 1-1 0 0,-1-1 1 0 0,1 1 0 0 0,-1 0-1 0 0,0-1 1 0 0,2 0-1 0 0,9-7-98 0 0,-5 5 151 0 0,0 0 0 0 0,0 1 0 0 0,0-1 0 0 0,0 1 0 0 0,1 1 0 0 0,-1-1 0 0 0,1 1 0 0 0,-1 0 0 0 0,1 1 0 0 0,-1-1 0 0 0,1 1 0 0 0,0 1 0 0 0,-1-1 0 0 0,1 1 0 0 0,-1 0 0 0 0,1 1 0 0 0,6 2 0 0 0,5 1 108 0 0,-1 2 0 0 0,0 0 0 0 0,0 1-1 0 0,29 18 1 0 0,-24-11-74 0 0,79 45-216 0 0,-96-57-73 0 0,1-1 0 0 0,-1 0 0 0 0,12 3 0 0 0,6-2-4701 0 0,-4-3-816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7.834"/>
    </inkml:context>
    <inkml:brush xml:id="br0">
      <inkml:brushProperty name="width" value="0.05" units="cm"/>
      <inkml:brushProperty name="height" value="0.05" units="cm"/>
    </inkml:brush>
  </inkml:definitions>
  <inkml:trace contextRef="#ctx0" brushRef="#br0">267 1 9215 0 0,'-2'0'422'0'0,"-7"-1"-183"0"0,0 1 1 0 0,1 0-1 0 0,-1 1 1 0 0,0 0 0 0 0,1 1-1 0 0,-1-1 1 0 0,-9 5-1 0 0,-5 1 3014 0 0,-32 16-1 0 0,47-18-2864 0 0,-1 0 0 0 0,0 0 0 0 0,1 1 1 0 0,0 0-1 0 0,0 0 0 0 0,1 1 0 0 0,0-1 0 0 0,-10 13 0 0 0,14-15-309 0 0,0 0-1 0 0,1 0 0 0 0,-1 0 0 0 0,1 1 1 0 0,-1-1-1 0 0,1 0 0 0 0,1 1 1 0 0,-1 0-1 0 0,1-1 0 0 0,-1 1 1 0 0,2 0-1 0 0,-1 0 0 0 0,0 0 1 0 0,1 0-1 0 0,0 0 0 0 0,0 0 1 0 0,0-1-1 0 0,2 11 0 0 0,1-6-54 0 0,0 0 1 0 0,0-1-1 0 0,1 1 0 0 0,0-1 1 0 0,0 0-1 0 0,1 0 0 0 0,0 0 0 0 0,1-1 1 0 0,9 12-1 0 0,-1-5-56 0 0,1-1-1 0 0,0-1 1 0 0,24 17-1 0 0,-8-7-148 0 0,-17-12-773 0 0,26 16 0 0 0,-20-16-862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8.511"/>
    </inkml:context>
    <inkml:brush xml:id="br0">
      <inkml:brushProperty name="width" value="0.05" units="cm"/>
      <inkml:brushProperty name="height" value="0.05" units="cm"/>
    </inkml:brush>
  </inkml:definitions>
  <inkml:trace contextRef="#ctx0" brushRef="#br0">1 30 3679 0 0,'3'-1'284'0'0,"8"-4"84"0"0,1 0-1 0 0,0 1 1 0 0,0 1-1 0 0,1 0 1 0 0,-1 1-1 0 0,14-2 1 0 0,80 1 4923 0 0,199 28 1024 0 0,-205-15-5195 0 0,172 26 1097 0 0,-134-25-1472 0 0,-41-5-523 0 0,-65 0-136 0 0,-30-6-47 0 0,-2-2-1397 0 0,-1-7 40 0 0,-4-4-66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8.843"/>
    </inkml:context>
    <inkml:brush xml:id="br0">
      <inkml:brushProperty name="width" value="0.05" units="cm"/>
      <inkml:brushProperty name="height" value="0.05" units="cm"/>
    </inkml:brush>
  </inkml:definitions>
  <inkml:trace contextRef="#ctx0" brushRef="#br0">45 1 12439 0 0,'0'0'1412'0'0,"0"3"-750"0"0,-2 23 559 0 0,-1 0 1 0 0,-1 0 0 0 0,-8 26 0 0 0,4-18-598 0 0,-3 37-1 0 0,8-49-786 0 0,2-1 0 0 0,0 0 1 0 0,2 0-1 0 0,0 1 0 0 0,6 30 0 0 0,-3-43-1430 0 0,-2-7 1085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9.188"/>
    </inkml:context>
    <inkml:brush xml:id="br0">
      <inkml:brushProperty name="width" value="0.05" units="cm"/>
      <inkml:brushProperty name="height" value="0.05" units="cm"/>
    </inkml:brush>
  </inkml:definitions>
  <inkml:trace contextRef="#ctx0" brushRef="#br0">19 1 13015 0 0,'2'1'596'0'0,"30"12"-409"0"0,-7-3 1173 0 0,43 25 0 0 0,-61-31-1122 0 0,-1 0 0 0 0,-1 0 0 0 0,1 0 0 0 0,-1 1 0 0 0,1 0 1 0 0,-1 0-1 0 0,-1 1 0 0 0,1-1 0 0 0,-1 1 0 0 0,0 0 1 0 0,0 0-1 0 0,3 7 0 0 0,-6-10-194 0 0,0 1-1 0 0,0-1 1 0 0,-1 0 0 0 0,1 1 0 0 0,-1-1 0 0 0,1 0 0 0 0,-1 1-1 0 0,0-1 1 0 0,-1 0 0 0 0,1 1 0 0 0,0-1 0 0 0,-1 0-1 0 0,0 1 1 0 0,0-1 0 0 0,0 0 0 0 0,0 0 0 0 0,0 0-1 0 0,-1 0 1 0 0,1 0 0 0 0,-1 0 0 0 0,0 0 0 0 0,0 0-1 0 0,0-1 1 0 0,-5 5 0 0 0,-1 2 19 0 0,-1-1 1 0 0,-1 0-1 0 0,1 0 0 0 0,-1-1 0 0 0,-19 10 1 0 0,18-11-160 0 0,0-1 0 0 0,-16 6 0 0 0,23-10 32 0 0,0 1 0 0 0,-1-1 0 0 0,1-1-1 0 0,0 1 1 0 0,0 0 0 0 0,0-1 0 0 0,0 0 0 0 0,-1 0 0 0 0,1 0-1 0 0,-6-2 1 0 0,9 2 54 0 0,0 0 0 0 0,1 0 0 0 0,-1 0 0 0 0,0-1 0 0 0,0 1 0 0 0,0 0 0 0 0,1 0 0 0 0,-1-1 0 0 0,0 1 0 0 0,0 0 0 0 0,1-1 0 0 0,-1 1 0 0 0,0-1 0 0 0,1 1-1 0 0,-1-1 1 0 0,1 1 0 0 0,-1-1 0 0 0,0 0 0 0 0,1 1 0 0 0,-1-1 0 0 0,1 0 0 0 0,0 1 0 0 0,-1-1 0 0 0,1 0 0 0 0,-1 0 0 0 0,1 1 0 0 0,0-1 0 0 0,0 0 0 0 0,-1 0 0 0 0,1 0 0 0 0,0 1 0 0 0,0-1 0 0 0,0 0 0 0 0,0 0-1 0 0,0 0 1 0 0,0 1 0 0 0,0-1 0 0 0,0 0 0 0 0,0 0 0 0 0,1 0 0 0 0,-1 1 0 0 0,0-1 0 0 0,0 0 0 0 0,1 0 0 0 0,-1 1 0 0 0,1-2 0 0 0,0 0 41 0 0,1-1 1 0 0,-1 1 0 0 0,0 0-1 0 0,1 0 1 0 0,0 0-1 0 0,-1 0 1 0 0,1 1-1 0 0,0-1 1 0 0,0 0-1 0 0,0 1 1 0 0,0-1-1 0 0,0 1 1 0 0,4-2 0 0 0,-4 2-5 0 0,1 0 1 0 0,-1 1-1 0 0,1-1 1 0 0,-1 1-1 0 0,1-1 1 0 0,-1 1-1 0 0,1 0 1 0 0,0 0-1 0 0,-1 0 1 0 0,1 0-1 0 0,0 1 1 0 0,-1-1-1 0 0,1 1 1 0 0,-1-1 0 0 0,1 1-1 0 0,-1 0 1 0 0,5 2-1 0 0,0 1 56 0 0,0 1 1 0 0,0 0-1 0 0,-1 0 0 0 0,8 9 0 0 0,-10-10-50 0 0,11 11 14 0 0,-1 1 1 0 0,0 0 0 0 0,18 30 0 0 0,-6-2-6221 0 0,-16-28-295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55:39.595"/>
    </inkml:context>
    <inkml:brush xml:id="br0">
      <inkml:brushProperty name="width" value="0.05" units="cm"/>
      <inkml:brushProperty name="height" value="0.05" units="cm"/>
    </inkml:brush>
  </inkml:definitions>
  <inkml:trace contextRef="#ctx0" brushRef="#br0">125 0 14223 0 0,'0'0'1291'0'0,"0"2"-1063"0"0,-3 9 290 0 0,0 0 0 0 0,-1 0 0 0 0,0-1 0 0 0,-7 14 0 0 0,-1 2 39 0 0,-9 22 240 0 0,7-17-491 0 0,0 1 1 0 0,3 0-1 0 0,-13 55 0 0 0,23-82-250 0 0,0 1 1 0 0,0-1-1 0 0,1 0 0 0 0,0 1 0 0 0,0-1 0 0 0,0 0 0 0 0,1 1 1 0 0,0-1-1 0 0,0 0 0 0 0,0 1 0 0 0,1-1 0 0 0,0 0 1 0 0,3 8-1 0 0,-2-9 21 0 0,0 0 0 0 0,0 0 1 0 0,0 0-1 0 0,0-1 0 0 0,1 1 1 0 0,-1-1-1 0 0,1 0 0 0 0,0 0 1 0 0,0 0-1 0 0,0-1 0 0 0,0 1 1 0 0,0-1-1 0 0,1 0 0 0 0,-1 0 1 0 0,8 2-1 0 0,12 2 311 0 0,0-1-1 0 0,44 3 0 0 0,-20-3-30 0 0,-30-3-326 0 0,4 2-56 0 0,-1-1 0 0 0,1-2 1 0 0,39-1-1 0 0,-59-1-823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1:49:53.417"/>
    </inkml:context>
    <inkml:brush xml:id="br0">
      <inkml:brushProperty name="width" value="0.05" units="cm"/>
      <inkml:brushProperty name="height" value="0.05" units="cm"/>
    </inkml:brush>
  </inkml:definitions>
  <inkml:trace contextRef="#ctx0" brushRef="#br0">278 361 5063 0 0,'0'0'390'0'0,"-1"-2"-252"0"0,1 0-98 0 0,-1 1-1 0 0,0-1 1 0 0,1 1-1 0 0,-1-1 1 0 0,0 0-1 0 0,0 1 1 0 0,0 0-1 0 0,0-1 1 0 0,0 1 0 0 0,-1 0-1 0 0,1-1 1 0 0,-3-1-1 0 0,-24-18 2813 0 0,9 8 516 0 0,19 12-3307 0 0,-1 1 1 0 0,1 0 0 0 0,-1-1 0 0 0,1 1-1 0 0,-1 0 1 0 0,1-1 0 0 0,-1 1-1 0 0,0 0 1 0 0,1 0 0 0 0,-1-1 0 0 0,1 1-1 0 0,-1 0 1 0 0,0 0 0 0 0,1 0 0 0 0,-1 0-1 0 0,0 0 1 0 0,1 0 0 0 0,-1 0 0 0 0,0 0-1 0 0,1 0 1 0 0,-1 0 0 0 0,0 0-1 0 0,1 1 1 0 0,-1-1 0 0 0,1 0 0 0 0,-1 0-1 0 0,0 1 1 0 0,1-1 0 0 0,-1 0 0 0 0,1 1-1 0 0,-1-1 1 0 0,1 1 0 0 0,-1-1-1 0 0,1 0 1 0 0,-1 1 0 0 0,1-1 0 0 0,0 1-1 0 0,-1-1 1 0 0,1 1 0 0 0,0 0 0 0 0,-1-1-1 0 0,1 1 1 0 0,0-1 0 0 0,-1 1-1 0 0,1 0 1 0 0,-2 4-34 0 0,0 0 1 0 0,0 0-1 0 0,1 0 0 0 0,-1-1 1 0 0,0 7-1 0 0,-2 25 23 0 0,2 0 1 0 0,5 66-1 0 0,-1-70-44 0 0,5 84-177 0 0,5 0-1 0 0,35 144 0 0 0,-45-293 554 0 0,-7-23-33 0 0,-25-109 0 0 0,11 69-177 0 0,11 52-106 0 0,-91-425 450 0 0,98 463-473 0 0,-1 1-1 0 0,1 0 1 0 0,-1 0-1 0 0,0 0 1 0 0,-1 0-1 0 0,1 0 1 0 0,-5-7-1 0 0,6 11 179 0 0,-1 1-196 0 0,1 0 0 0 0,0 0 1 0 0,0 1-1 0 0,0-1 1 0 0,0 0-1 0 0,0 1 1 0 0,0-1-1 0 0,0 1 0 0 0,0-1 1 0 0,0 1-1 0 0,0-1 1 0 0,0 1-1 0 0,0 0 1 0 0,0 0-1 0 0,0-1 0 0 0,1 1 1 0 0,-1 0-1 0 0,0 0 1 0 0,0 0-1 0 0,1 0 1 0 0,-1 0-1 0 0,0 2 0 0 0,-1 1 1 0 0,0 0 0 0 0,0 0 0 0 0,1 1 0 0 0,-2 5 0 0 0,-8 55 99 0 0,-3 94 0 0 0,13-150-122 0 0,-4 70-166 0 0,4-1 0 0 0,3 1-1 0 0,20 130 1 0 0,-20-195 72 0 0,2 0-1 0 0,0 0 1 0 0,0-1 0 0 0,1 1-1 0 0,1-1 1 0 0,12 22 0 0 0,-14-29 60 0 0,0-1 0 0 0,0 1 1 0 0,0-1-1 0 0,1 0 1 0 0,0 0-1 0 0,0-1 1 0 0,0 1-1 0 0,0-1 1 0 0,1 0-1 0 0,0-1 1 0 0,-1 1-1 0 0,1-1 0 0 0,1 0 1 0 0,-1-1-1 0 0,0 1 1 0 0,8 1-1 0 0,-9-3 32 0 0,0-1-1 0 0,0 1 1 0 0,-1-1-1 0 0,1 0 1 0 0,0 0-1 0 0,0-1 0 0 0,-1 0 1 0 0,1 1-1 0 0,0-1 1 0 0,-1-1-1 0 0,1 1 1 0 0,-1-1-1 0 0,1 0 1 0 0,-1 0-1 0 0,0 0 1 0 0,0 0-1 0 0,0-1 0 0 0,0 0 1 0 0,0 0-1 0 0,-1 0 1 0 0,5-5-1 0 0,-2 3 5 0 0,-1-1-1 0 0,0 0 1 0 0,0 0-1 0 0,-1-1 1 0 0,0 0-1 0 0,0 1 1 0 0,-1-1 0 0 0,1 0-1 0 0,-2-1 1 0 0,1 1-1 0 0,-1-1 1 0 0,2-10-1 0 0,0-15 89 0 0,-2 0-1 0 0,-2 0 1 0 0,-4-45 0 0 0,-23-97 261 0 0,-64-152 559 0 0,81 296-790 0 0,7 23-92 0 0,-10-36 296 0 0,-35-73 0 0 0,47 114-298 0 0,-1-1 0 0 0,0 2 0 0 0,0-1 0 0 0,0 0 0 0 0,0 0 0 0 0,0 1 0 0 0,-3-3 0 0 0,5 4-23 0 0,-1 1 1 0 0,0-1-1 0 0,1 1 0 0 0,-1-1 1 0 0,1 1-1 0 0,-1 0 0 0 0,0 0 1 0 0,1-1-1 0 0,-1 1 1 0 0,0 0-1 0 0,1 0 0 0 0,-1-1 1 0 0,0 1-1 0 0,0 0 0 0 0,1 0 1 0 0,-1 0-1 0 0,0 0 1 0 0,0 0-1 0 0,1 0 0 0 0,-1 0 1 0 0,0 1-1 0 0,1-1 0 0 0,-1 0 1 0 0,0 0-1 0 0,1 0 1 0 0,-1 1-1 0 0,0-1 0 0 0,1 0 1 0 0,-1 1-1 0 0,0-1 1 0 0,1 1-1 0 0,-1-1 0 0 0,1 1 1 0 0,-1-1-1 0 0,1 1 0 0 0,-1-1 1 0 0,0 1-1 0 0,-2 3 7 0 0,1-1 0 0 0,-1 1 0 0 0,1-1 0 0 0,0 1 0 0 0,0 0 0 0 0,0 0 0 0 0,1 0-1 0 0,-3 6 1 0 0,-5 37-31 0 0,7-36 17 0 0,-28 341-780 0 0,35-49-1070 0 0,15-101-3922 0 0,-9-111 842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1:49:53.934"/>
    </inkml:context>
    <inkml:brush xml:id="br0">
      <inkml:brushProperty name="width" value="0.05" units="cm"/>
      <inkml:brushProperty name="height" value="0.05" units="cm"/>
    </inkml:brush>
  </inkml:definitions>
  <inkml:trace contextRef="#ctx0" brushRef="#br0">217 1286 5871 0 0,'4'2'54'0'0,"1"-2"-1"0"0,-1 1 1 0 0,1 0-1 0 0,-1-1 0 0 0,1 0 1 0 0,0 0-1 0 0,-1-1 0 0 0,1 1 1 0 0,-1-1-1 0 0,6-1 1 0 0,-7 1-41 0 0,0-1 1 0 0,0 1 0 0 0,0-1-1 0 0,0 0 1 0 0,0 1-1 0 0,0-1 1 0 0,0 0 0 0 0,-1-1-1 0 0,1 1 1 0 0,-1 0 0 0 0,0-1-1 0 0,1 0 1 0 0,-1 1 0 0 0,2-6-1 0 0,3-3 468 0 0,-1-1 0 0 0,-1 0-1 0 0,0-1 1 0 0,-1 1-1 0 0,0-1 1 0 0,3-16 0 0 0,6-82 1532 0 0,-13 103-1947 0 0,2-30 394 0 0,-2 0-1 0 0,-2 0 0 0 0,-8-49 0 0 0,-31-112 473 0 0,28 142-675 0 0,-51-196 678 0 0,42 182-201 0 0,-46-102 1 0 0,66 169-645 0 0,0 0 0 0 0,-1 0 0 0 0,1 0 0 0 0,-1 0 0 0 0,0 0 0 0 0,0 0 0 0 0,-4-4 0 0 0,6 7-72 0 0,0 1-1 0 0,0-1 0 0 0,0 0 1 0 0,0 1-1 0 0,0-1 0 0 0,0 1 1 0 0,0-1-1 0 0,0 1 1 0 0,0-1-1 0 0,0 1 0 0 0,0 0 1 0 0,0-1-1 0 0,0 1 1 0 0,0 0-1 0 0,0 0 0 0 0,0 0 1 0 0,0 0-1 0 0,0 0 1 0 0,0 0-1 0 0,0 0 0 0 0,0 0 1 0 0,-1 0-1 0 0,1 1 0 0 0,0-1 1 0 0,0 0-1 0 0,0 1 1 0 0,0-1-1 0 0,0 1 0 0 0,0-1 1 0 0,0 1-1 0 0,1-1 1 0 0,-1 1-1 0 0,0 0 0 0 0,0-1 1 0 0,0 1-1 0 0,0 0 1 0 0,0 1-1 0 0,-3 3 10 0 0,-1 1 1 0 0,1 1-1 0 0,1-1 0 0 0,-1 0 1 0 0,1 1-1 0 0,1 0 0 0 0,-1 0 1 0 0,1 0-1 0 0,0 0 0 0 0,-1 8 1 0 0,1-6-24 0 0,-10 49-103 0 0,-7 75 0 0 0,7 63-207 0 0,8 27-618 0 0,20-3-1873 0 0,-12-192 2320 0 0,1 1-1 0 0,2-2 1 0 0,1 1 0 0 0,21 49-1 0 0,-24-66 408 0 0,1 1 0 0 0,0-2 0 0 0,1 1 0 0 0,0-1 0 0 0,0 0 0 0 0,1 0 0 0 0,0-1 0 0 0,1 0 0 0 0,0 0 0 0 0,1-1 0 0 0,-1 0 0 0 0,2-1 0 0 0,15 9 0 0 0,-21-13 76 0 0,1-1 0 0 0,-1 0 0 0 0,1 0 0 0 0,0 0-1 0 0,-1-1 1 0 0,1 0 0 0 0,0 0 0 0 0,0 0 0 0 0,0-1 0 0 0,0 1-1 0 0,-1-2 1 0 0,8 0 0 0 0,-9 1 71 0 0,-1-1 0 0 0,1 0 0 0 0,0-1 0 0 0,0 1 0 0 0,-1-1 1 0 0,1 1-1 0 0,-1-1 0 0 0,1 0 0 0 0,-1 0 0 0 0,0-1 0 0 0,1 1 0 0 0,-1-1 0 0 0,-1 1 0 0 0,1-1 0 0 0,0 0 0 0 0,-1 0 0 0 0,1-1 0 0 0,3-5 0 0 0,2-6 324 0 0,-1-1-1 0 0,0 0 1 0 0,-1 0 0 0 0,-1 0-1 0 0,6-32 1 0 0,3-87 1193 0 0,-13 81-965 0 0,-11-101 0 0 0,-22-53 16 0 0,23 159-567 0 0,-91-415 815 0 0,99 461-873 0 0,-1-3 73 0 0,1-1 0 0 0,-1 1 0 0 0,0-1 0 0 0,-1 1 0 0 0,1 0 0 0 0,-1 0 0 0 0,-8-11 0 0 0,11 17-89 0 0,0 0 0 0 0,0 0 0 0 0,0 0 0 0 0,0-1-1 0 0,0 1 1 0 0,0 0 0 0 0,0 0 0 0 0,0 0 0 0 0,0 0 0 0 0,0 0 0 0 0,0 0-1 0 0,0 0 1 0 0,0 0 0 0 0,0 0 0 0 0,0 0 0 0 0,0 0 0 0 0,0 0 0 0 0,-1 0 0 0 0,1 0-1 0 0,0 0 1 0 0,0 0 0 0 0,0 0 0 0 0,0 0 0 0 0,0 0 0 0 0,0 0 0 0 0,0 0-1 0 0,0 0 1 0 0,0 0 0 0 0,0 0 0 0 0,0 0 0 0 0,0 0 0 0 0,-1 0 0 0 0,1 0-1 0 0,0 0 1 0 0,0 0 0 0 0,0 0 0 0 0,0 0 0 0 0,0 0 0 0 0,0 0 0 0 0,0 0-1 0 0,0 0 1 0 0,0 0 0 0 0,0 0 0 0 0,0 0 0 0 0,0 0 0 0 0,0 0 0 0 0,0 0-1 0 0,0 0 1 0 0,-1 0 0 0 0,1 0 0 0 0,0 0 0 0 0,0 1 0 0 0,0-1 0 0 0,0 0-1 0 0,0 0 1 0 0,0 0 0 0 0,0 0 0 0 0,0 0 0 0 0,0 0 0 0 0,0 0 0 0 0,0 0-1 0 0,0 0 1 0 0,0 0 0 0 0,0 0 0 0 0,0 1 0 0 0,-3 4 45 0 0,-1 0 1 0 0,1 0-1 0 0,1 1 1 0 0,-1 0-1 0 0,1-1 1 0 0,0 1-1 0 0,-2 9 1 0 0,-7 48 110 0 0,8-40-115 0 0,-23 232-224 0 0,24-183-645 0 0,11 113-1 0 0,-7-161 494 0 0,2 0 1 0 0,1 0-1 0 0,1 0 0 0 0,1-1 0 0 0,11 27 1 0 0,-12-38 191 0 0,0-1 0 0 0,0 1 0 0 0,1-1 1 0 0,0 0-1 0 0,1-1 0 0 0,1 0 1 0 0,-1 0-1 0 0,1-1 0 0 0,1 0 0 0 0,0 0 1 0 0,13 8-1 0 0,-11-10 78 0 0,0 0 0 0 0,0-1 0 0 0,0 0 0 0 0,1-1 0 0 0,0 0 0 0 0,0-1 1 0 0,0-1-1 0 0,0 0 0 0 0,15 2 0 0 0,-21-5 102 0 0,-1 1 1 0 0,1-1-1 0 0,-1 0 1 0 0,1-1-1 0 0,-1 0 1 0 0,1 0-1 0 0,-1 0 1 0 0,1 0-1 0 0,-1-1 1 0 0,0 0-1 0 0,0-1 1 0 0,0 1-1 0 0,0-1 1 0 0,0 0-1 0 0,0-1 1 0 0,-1 1 0 0 0,0-1-1 0 0,0 0 1 0 0,0-1-1 0 0,8-8 1 0 0,-1-3 228 0 0,-1-1 0 0 0,-1 1 1 0 0,0-2-1 0 0,-1 0 1 0 0,-1 0-1 0 0,-1 0 0 0 0,-1-1 1 0 0,0 0-1 0 0,-1 0 0 0 0,-1 0 1 0 0,-1-1-1 0 0,1-27 1 0 0,-3 3-83 0 0,-2 0-1 0 0,-2 0 1 0 0,-2 1 0 0 0,-15-64 0 0 0,18 94-149 0 0,-2 0 0 0 0,-8-20 1 0 0,11 32-40 0 0,1 0 1 0 0,0 0 0 0 0,-1 0 0 0 0,1 0-1 0 0,-1 0 1 0 0,1 0 0 0 0,-1 0 0 0 0,0 0-1 0 0,1 1 1 0 0,-1-1 0 0 0,0 0 0 0 0,0 0-1 0 0,-1 0 1 0 0,1 1-1 0 0,0 0-1 0 0,0 0 1 0 0,0 0-1 0 0,0 0 0 0 0,0 0 1 0 0,0 0-1 0 0,1 0 1 0 0,-1 1-1 0 0,0-1 1 0 0,0 0-1 0 0,0 1 1 0 0,0-1-1 0 0,0 1 0 0 0,0-1 1 0 0,0 1-1 0 0,0-1 1 0 0,1 1-1 0 0,-1-1 1 0 0,0 1-1 0 0,0 0 1 0 0,1 0-1 0 0,-1-1 1 0 0,0 1-1 0 0,1 0 0 0 0,-1 0 1 0 0,1 0-1 0 0,-1 1 1 0 0,-17 28-112 0 0,17-28 91 0 0,-29 71-1022 0 0,14-22-3998 0 0,6-6-1327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1:49:55.128"/>
    </inkml:context>
    <inkml:brush xml:id="br0">
      <inkml:brushProperty name="width" value="0.05" units="cm"/>
      <inkml:brushProperty name="height" value="0.05" units="cm"/>
    </inkml:brush>
  </inkml:definitions>
  <inkml:trace contextRef="#ctx0" brushRef="#br0">1 6 7831 0 0,'0'0'7290'0'0,"2"1"-6870"0"0,59 14 978 0 0,-7-3-726 0 0,-3 0 37 0 0,85 8 0 0 0,-86-14-403 0 0,33 6 152 0 0,93 10 240 0 0,-121-18-376 0 0,66-2 0 0 0,-110-3-208 0 0,0 0 0 0 0,-1-1 0 0 0,20-6 0 0 0,-21 5-47 0 0,0-5-54 0 0,-7 5-118 0 0,-1 1 1 0 0,1-1-1 0 0,-1 0 0 0 0,0 0 0 0 0,1 0 0 0 0,-2 0 1 0 0,1 0-1 0 0,0 0 0 0 0,-1 0 0 0 0,1 0 0 0 0,-1-6 1 0 0,-2-20-6231 0 0,-4 10 263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1:49:55.618"/>
    </inkml:context>
    <inkml:brush xml:id="br0">
      <inkml:brushProperty name="width" value="0.05" units="cm"/>
      <inkml:brushProperty name="height" value="0.05" units="cm"/>
    </inkml:brush>
  </inkml:definitions>
  <inkml:trace contextRef="#ctx0" brushRef="#br0">2 10 5983 0 0,'0'0'542'0'0,"-1"-10"7530"0"0,5 25-6390 0 0,0 7-1377 0 0,-2-1-1 0 0,0 1 1 0 0,-1-1-1 0 0,-2 23 0 0 0,0-3-207 0 0,0 13-53 0 0,1 42 29 0 0,3-77-62 0 0,6 9 42 0 0,-1-14-40 0 0,-2-11 16 0 0,-3-2-11 0 0,4 2 33 0 0,0-1 0 0 0,0 1 1 0 0,1-1-1 0 0,-1 0 0 0 0,1-1 0 0 0,0 0 0 0 0,-1 0 0 0 0,15-1 0 0 0,14 3 165 0 0,11 1 279 0 0,62 0 0 0 0,-29 0-165 0 0,5 0-186 0 0,-52-4-72 0 0,18-2-1348 0 0,-48 2-562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1:49:56.182"/>
    </inkml:context>
    <inkml:brush xml:id="br0">
      <inkml:brushProperty name="width" value="0.05" units="cm"/>
      <inkml:brushProperty name="height" value="0.05" units="cm"/>
    </inkml:brush>
  </inkml:definitions>
  <inkml:trace contextRef="#ctx0" brushRef="#br0">48 1 13759 0 0,'0'0'630'0'0,"0"2"-13"0"0,0 49-410 0 0,-12 270 1811 0 0,3-237-2580 0 0,4-31-509 0 0,-16 71 0 0 0,20-122 525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11:49:56.543"/>
    </inkml:context>
    <inkml:brush xml:id="br0">
      <inkml:brushProperty name="width" value="0.05" units="cm"/>
      <inkml:brushProperty name="height" value="0.05" units="cm"/>
    </inkml:brush>
  </inkml:definitions>
  <inkml:trace contextRef="#ctx0" brushRef="#br0">1 121 9791 0 0,'1'-9'128'0'0,"1"1"0"0"0,0-1 0 0 0,1 1-1 0 0,-1 0 1 0 0,2-1 0 0 0,7-13-1 0 0,-9 18-8 0 0,0 1 0 0 0,0 0-1 0 0,1 0 1 0 0,0 0 0 0 0,-1 0-1 0 0,1 0 1 0 0,0 1-1 0 0,1-1 1 0 0,-1 1 0 0 0,0 0-1 0 0,0 0 1 0 0,1 0 0 0 0,0 0-1 0 0,-1 1 1 0 0,1-1-1 0 0,0 1 1 0 0,6-1 0 0 0,2 0 441 0 0,1 0 1 0 0,0 2-1 0 0,-1 0 1 0 0,1 0-1 0 0,15 3 1 0 0,63 15 1360 0 0,-83-15-1774 0 0,0-1 1 0 0,0 2 0 0 0,0-1 0 0 0,0 1 0 0 0,-1 0 0 0 0,1 0 0 0 0,10 9 0 0 0,-13-9-120 0 0,-1-1 0 0 0,0 1 1 0 0,0 0-1 0 0,0 1 0 0 0,-1-1 0 0 0,1 0 1 0 0,-1 1-1 0 0,0 0 0 0 0,0 0 0 0 0,-1 0 1 0 0,1 0-1 0 0,2 9 0 0 0,-5-10-28 0 0,0-1 0 0 0,1 1 0 0 0,-1 0 0 0 0,0-1 0 0 0,-1 1 0 0 0,1-1 0 0 0,-1 1 0 0 0,1 0 0 0 0,-1-1 0 0 0,0 1 0 0 0,-1-1 0 0 0,1 1 0 0 0,0-1 0 0 0,-1 0 0 0 0,0 0 0 0 0,0 0 0 0 0,-3 5 0 0 0,0-1 0 0 0,-1-1 0 0 0,1 0 0 0 0,-1 0 0 0 0,0 0 0 0 0,0-1 0 0 0,-13 8 0 0 0,10-8-21 0 0,0 0 1 0 0,0-1-1 0 0,0 0 0 0 0,-1 0 0 0 0,0-1 0 0 0,1-1 0 0 0,-1 0 1 0 0,0 0-1 0 0,-11 0 0 0 0,-9-1-113 0 0,-51-5 1 0 0,41 1 104 0 0,30 3 43 0 0,9 0 50 0 0,2 2-8 0 0,4 6-24 0 0,0 0 0 0 0,1-1 1 0 0,0 0-1 0 0,0 0 0 0 0,1-1 1 0 0,0 0-1 0 0,11 9 1 0 0,60 35 185 0 0,-71-46-207 0 0,100 63 168 0 0,-42-25-425 0 0,76 37 1 0 0,-136-77-330 0 0,0 1 0 0 0,-1-2 0 0 0,1 1 0 0 0,1-1 0 0 0,8 2 0 0 0,-3-1-605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7:28:27.238"/>
    </inkml:context>
    <inkml:brush xml:id="br0">
      <inkml:brushProperty name="width" value="0.05" units="cm"/>
      <inkml:brushProperty name="height" value="0.05" units="cm"/>
    </inkml:brush>
  </inkml:definitions>
  <inkml:trace contextRef="#ctx0" brushRef="#br0">8 26 5983 0 0,'-1'-1'53'0'0,"0"-1"-1"0"0,0 1 0 0 0,0-1 0 0 0,0 1 1 0 0,1-1-1 0 0,-1 1 0 0 0,1-1 0 0 0,-1 0 0 0 0,1 1 1 0 0,-1-1-1 0 0,1-1 0 0 0,0 2-125 0 0,19-3-106 0 0,-18 4 211 0 0,1 1 0 0 0,0-1 0 0 0,0 1 1 0 0,0 0-1 0 0,-1 0 0 0 0,1 0 0 0 0,0 0 0 0 0,-1 0 0 0 0,1 0 0 0 0,0 0 0 0 0,-1 0 0 0 0,0 0 1 0 0,1 1-1 0 0,-1-1 0 0 0,2 3 0 0 0,17 27 306 0 0,-15-21-285 0 0,34 59 227 0 0,9 18-207 0 0,-39-73-90 0 0,1 0 0 0 0,0-1 0 0 0,22 21-1 0 0,-29-31 15 0 0,0 0 0 0 0,1 0-1 0 0,-1 0 1 0 0,1-1-1 0 0,0 0 1 0 0,-1 0-1 0 0,1 0 1 0 0,0 0-1 0 0,0 0 1 0 0,0-1 0 0 0,1 0-1 0 0,-1 0 1 0 0,0 0-1 0 0,0 0 1 0 0,1-1-1 0 0,-1 0 1 0 0,0 0 0 0 0,1 0-1 0 0,4 0 1 0 0,-3-2 2 0 0,1 1 0 0 0,0-1 1 0 0,0-1-1 0 0,-1 1 1 0 0,1-1-1 0 0,-1 0 0 0 0,0 0 1 0 0,0-1-1 0 0,0 0 1 0 0,0 0-1 0 0,5-5 0 0 0,6-6 3 0 0,27-32 1 0 0,-37 39-17 0 0,-1-1 0 0 0,1 0 1 0 0,-2-1-1 0 0,1 1 1 0 0,6-19-1 0 0,-10 20-49 0 0,-8 12 54 0 0,-6 14 14 0 0,4-6 214 0 0,1 1 0 0 0,0 1 0 0 0,1 0 0 0 0,1 0-1 0 0,0 0 1 0 0,1 0 0 0 0,0 1 0 0 0,-1 15 0 0 0,4-29-215 0 0,1 0 1 0 0,0-1 0 0 0,0 1 0 0 0,0 0 0 0 0,0 0 0 0 0,0 0-1 0 0,0 0 1 0 0,0 0 0 0 0,0-1 0 0 0,0 1 0 0 0,0 0-1 0 0,1 0 1 0 0,-1 0 0 0 0,0 0 0 0 0,0-1 0 0 0,1 1-1 0 0,-1 0 1 0 0,1 0 0 0 0,-1-1 0 0 0,1 1 0 0 0,-1 0-1 0 0,1-1 1 0 0,-1 1 0 0 0,2 1 0 0 0,-1-2-3 0 0,0 0 0 0 0,0 0 1 0 0,0 1-1 0 0,0-1 0 0 0,0 0 0 0 0,0 0 0 0 0,0 0 1 0 0,0 0-1 0 0,0 0 0 0 0,0 0 0 0 0,0-1 1 0 0,0 1-1 0 0,0 0 0 0 0,0 0 0 0 0,0-1 1 0 0,-1 1-1 0 0,3-1 0 0 0,3-3-21 0 0,0 1 0 0 0,0-1 0 0 0,0 0 0 0 0,8-7 0 0 0,-11 7-24 0 0,1 0-1 0 0,0 0 1 0 0,-1 0 0 0 0,0-1 0 0 0,0 1-1 0 0,0-1 1 0 0,-1 1 0 0 0,1-1-1 0 0,-1 0 1 0 0,0 0 0 0 0,-1 0 0 0 0,3-8-1 0 0,0 1-622 0 0,-1 7-2268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5.493"/>
    </inkml:context>
    <inkml:brush xml:id="br0">
      <inkml:brushProperty name="width" value="0.05" units="cm"/>
      <inkml:brushProperty name="height" value="0.05" units="cm"/>
    </inkml:brush>
  </inkml:definitions>
  <inkml:trace contextRef="#ctx0" brushRef="#br0">379 85 7831 0 0,'27'-56'603'0'0,"-26"55"-594"0"0,-1 1 0 0 0,0-1 0 0 0,0 1 0 0 0,1-1 0 0 0,-1 1 0 0 0,0-1 0 0 0,0 1 0 0 0,1-1 0 0 0,-1 1-1 0 0,0-1 1 0 0,0 1 0 0 0,0-1 0 0 0,0 1 0 0 0,0-1 0 0 0,0 1 0 0 0,0-1 0 0 0,0 0 0 0 0,0 1 0 0 0,0-1 0 0 0,0 1 0 0 0,0-1 0 0 0,0 1 0 0 0,-1-1 0 0 0,1 1 0 0 0,0-1 0 0 0,0 1 0 0 0,-1-2-1 0 0,-7 0-26 0 0,7 2 53 0 0,-4-2 142 0 0,-1 0 0 0 0,0 0 0 0 0,0 1 0 0 0,0-1 0 0 0,0 2 0 0 0,0-1-1 0 0,-7 0 1 0 0,10 1-113 0 0,1 1-1 0 0,-1-1 1 0 0,0 1-1 0 0,1-1 1 0 0,-1 1-1 0 0,1 0 1 0 0,-1 0-1 0 0,1 0 1 0 0,-1 0-1 0 0,1 0 1 0 0,0 1-1 0 0,0-1 1 0 0,-1 1-1 0 0,1 0 1 0 0,0-1-1 0 0,0 1 1 0 0,1 0-1 0 0,-1 0 1 0 0,-2 3-1 0 0,-1 2 20 0 0,0 2 0 0 0,1-1 0 0 0,-1 0 0 0 0,1 1 0 0 0,-2 10-1 0 0,-13 48 142 0 0,13-41-181 0 0,-8 35 91 0 0,-6 62 1 0 0,2 64 23 0 0,12-109-130 0 0,4-53 44 0 0,-2 0 1 0 0,0 0-1 0 0,-2 0 1 0 0,-1-1-1 0 0,-1 0 1 0 0,-19 41 0 0 0,24-59 54 0 0,-1 0 1 0 0,0 0 0 0 0,0 0-1 0 0,0-1 1 0 0,-1 1 0 0 0,0-1 0 0 0,0-1-1 0 0,0 1 1 0 0,-11 7 0 0 0,14-11-93 0 0,0 0 1 0 0,0 0-1 0 0,0 0 0 0 0,0 0 1 0 0,1 0-1 0 0,-1 0 0 0 0,-1-1 1 0 0,1 1-1 0 0,0-1 1 0 0,0 1-1 0 0,0-1 0 0 0,0 0 1 0 0,0 0-1 0 0,0 0 0 0 0,0 0 1 0 0,0 0-1 0 0,-1 0 1 0 0,1 0-1 0 0,0-1 0 0 0,0 1 1 0 0,0-1-1 0 0,0 0 0 0 0,0 0 1 0 0,0 1-1 0 0,0-1 1 0 0,1 0-1 0 0,-1-1 0 0 0,0 1 1 0 0,0 0-1 0 0,1 0 0 0 0,-1-1 1 0 0,1 1-1 0 0,-1-1 1 0 0,1 0-1 0 0,-2-2 0 0 0,3 4-25 0 0,0 0-1 0 0,0 0 1 0 0,0 0 0 0 0,1 0-1 0 0,-1 0 1 0 0,0 0-1 0 0,0 0 1 0 0,0 0 0 0 0,1 0-1 0 0,-1 0 1 0 0,0 0-1 0 0,0 0 1 0 0,1 0-1 0 0,-1 0 1 0 0,0 0 0 0 0,0 0-1 0 0,0 0 1 0 0,1 0-1 0 0,-1 0 1 0 0,0 0 0 0 0,0 0-1 0 0,0-1 1 0 0,0 1-1 0 0,1 0 1 0 0,-1 0-1 0 0,0 0 1 0 0,0 0 0 0 0,0 0-1 0 0,0-1 1 0 0,0 1-1 0 0,1 0 1 0 0,-1 0 0 0 0,0 0-1 0 0,0-1 1 0 0,0 1-1 0 0,0 0 1 0 0,0 0 0 0 0,0 0-1 0 0,0-1 1 0 0,0 1-1 0 0,0 0 1 0 0,0 0-1 0 0,0 0 1 0 0,0-1 0 0 0,0 1-1 0 0,0 0 1 0 0,0 0-1 0 0,0-1 1 0 0,0 1 0 0 0,0 0-1 0 0,0 0 1 0 0,0 0-1 0 0,0-1 1 0 0,0 1-1 0 0,0 0 1 0 0,0 0 0 0 0,-1 0-1 0 0,1 0 1 0 0,0-1-1 0 0,0 1 1 0 0,0 0 0 0 0,0 0-1 0 0,-1 0 1 0 0,19 5-13 0 0,-14-1 10 0 0,0-1 0 0 0,0 1 1 0 0,-1 0-1 0 0,1 0 0 0 0,-1 0 1 0 0,0 1-1 0 0,4 5 0 0 0,17 39 23 0 0,-18-37-5 0 0,31 75 54 0 0,-5 1 0 0 0,-3 2 0 0 0,26 136 0 0 0,-46-171-49 0 0,-2 0 0 0 0,-1 98-1 0 0,-10-71 25 0 0,-16 100-1 0 0,-24 41 73 0 0,-9 66 30 0 0,51-271-244 0 0,-12 130 331 0 0,12-106-1125 0 0,4 64-1 0 0,1-82-17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2.917"/>
    </inkml:context>
    <inkml:brush xml:id="br0">
      <inkml:brushProperty name="width" value="0.05" units="cm"/>
      <inkml:brushProperty name="height" value="0.05" units="cm"/>
    </inkml:brush>
  </inkml:definitions>
  <inkml:trace contextRef="#ctx0" brushRef="#br0">6 140 4607 0 0,'0'0'1238'0'0,"-5"-11"1355"0"0,5 8-2387 0 0,1 0 0 0 0,0 0-1 0 0,0 0 1 0 0,0 0 0 0 0,0 0 0 0 0,1 0-1 0 0,-1 0 1 0 0,1 0 0 0 0,-1 0 0 0 0,1 0-1 0 0,0 1 1 0 0,0-1 0 0 0,1 1 0 0 0,-1-1-1 0 0,0 1 1 0 0,1 0 0 0 0,-1 0 0 0 0,6-3-1 0 0,6-5 399 0 0,1 1 0 0 0,19-8 0 0 0,-17 9-369 0 0,1 2 0 0 0,1 0 0 0 0,-1 1 0 0 0,1 0 0 0 0,0 2 0 0 0,0 0 0 0 0,0 1 0 0 0,25 1 0 0 0,20 4 64 0 0,70 12-1 0 0,-132-15-291 0 0,219 37 279 0 0,20 3-35 0 0,-144-30-224 0 0,91 15 64 0 0,-173-23-74 0 0,-10-1 7 0 0,1 0 0 0 0,-1 0 0 0 0,0 0 0 0 0,0 0-1 0 0,1 1 1 0 0,-1 0 0 0 0,6 4 0 0 0,-9-5 106 0 0,-12 4-708 0 0,7-1-286 0 0,-13 3-5030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3.933"/>
    </inkml:context>
    <inkml:brush xml:id="br0">
      <inkml:brushProperty name="width" value="0.05" units="cm"/>
      <inkml:brushProperty name="height" value="0.05" units="cm"/>
    </inkml:brush>
  </inkml:definitions>
  <inkml:trace contextRef="#ctx0" brushRef="#br0">158 343 3223 0 0,'0'0'143'0'0,"2"-2"-3"0"0,19-44 4068 0 0,-14 25-2260 0 0,-7 20-1809 0 0,0-1 0 0 0,0 1 1 0 0,0-1-1 0 0,0 1 0 0 0,0-1 0 0 0,0 1 1 0 0,0-1-1 0 0,-1 1 0 0 0,1-1 0 0 0,0 1 0 0 0,-1-1 1 0 0,0 1-1 0 0,1-1 0 0 0,-1 1 0 0 0,0 0 1 0 0,0-1-1 0 0,0 1 0 0 0,1 0 0 0 0,-1 0 0 0 0,-1-1 1 0 0,1 1-1 0 0,0 0 0 0 0,-2-1 0 0 0,1 1-90 0 0,0 0 0 0 0,0 0 0 0 0,0 0 0 0 0,1 1 0 0 0,-1-1 0 0 0,0 1 0 0 0,0-1 0 0 0,0 1 0 0 0,0 0 0 0 0,0 0 0 0 0,0 0 0 0 0,0 0 0 0 0,0 0 0 0 0,0 0 0 0 0,0 1 0 0 0,0-1 0 0 0,0 0 0 0 0,0 1 0 0 0,1 0 0 0 0,-1-1 0 0 0,0 1 0 0 0,0 0 0 0 0,-2 1 0 0 0,-1 1-8 0 0,0 0 0 0 0,-1 0 0 0 0,1 1 0 0 0,1 0 0 0 0,-1 0 0 0 0,-5 5 0 0 0,0 3-26 0 0,1 0 1 0 0,0 0-1 0 0,1 1 0 0 0,1 0 1 0 0,0 1-1 0 0,1-1 0 0 0,0 1 1 0 0,1 0-1 0 0,1 1 0 0 0,0-1 1 0 0,1 1-1 0 0,0 0 0 0 0,1 0 1 0 0,1 0-1 0 0,1 19 0 0 0,-1-30-15 0 0,9 20 0 0 0,-1-11 0 0 0,4-3 0 0 0,-9-9 13 0 0,0 0 0 0 0,0 0-1 0 0,0 0 1 0 0,0-1 0 0 0,1 1-1 0 0,-1 0 1 0 0,0-1 0 0 0,0 1-1 0 0,1-1 1 0 0,-1 0 0 0 0,0 0-1 0 0,1 0 1 0 0,-1 0 0 0 0,0 0-1 0 0,0-1 1 0 0,5 0 0 0 0,-4 0 34 0 0,1-1 1 0 0,-1 1 0 0 0,0-1 0 0 0,0 0-1 0 0,1 0 1 0 0,-1 0 0 0 0,0 0-1 0 0,0 0 1 0 0,4-5 0 0 0,-1 0 33 0 0,-1 0 0 0 0,1 0 0 0 0,-1 0 0 0 0,-1-1 0 0 0,1 1 0 0 0,-1-1 0 0 0,-1 0 0 0 0,4-9 0 0 0,3-24-4 0 0,-1 0 0 0 0,-2 0 1 0 0,-1-1-1 0 0,-1-80 0 0 0,-1 69-77 0 0,-2 36 0 0 0,0-28 0 0 0,-1-21 640 0 0,-4 142 75 0 0,0 21-654 0 0,6-42-22 0 0,16 91-1 0 0,-13-119-28 0 0,0-1 0 0 0,2-1 0 0 0,1 1 0 0 0,1-1-1 0 0,21 37 1 0 0,-26-52-4 0 0,1 0 0 0 0,1 0 0 0 0,0-1 0 0 0,0 0-1 0 0,1 0 1 0 0,0-1 0 0 0,1 0 0 0 0,-1 0 0 0 0,1-1-1 0 0,12 8 1 0 0,-11-11-6 0 0,-8-4-80 0 0,-1 1 0 0 0,1-1-1 0 0,0 0 1 0 0,-1 0 0 0 0,1 0-1 0 0,-1 0 1 0 0,1-1 0 0 0,-1 1-1 0 0,1 0 1 0 0,-1-1 0 0 0,1 1-1 0 0,2-2 1 0 0,8-8-4454 0 0,-2-3-864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4.285"/>
    </inkml:context>
    <inkml:brush xml:id="br0">
      <inkml:brushProperty name="width" value="0.05" units="cm"/>
      <inkml:brushProperty name="height" value="0.05" units="cm"/>
    </inkml:brush>
  </inkml:definitions>
  <inkml:trace contextRef="#ctx0" brushRef="#br0">0 0 9215 0 0,'0'0'707'0'0,"2"3"-464"0"0,3 11 253 0 0,0 0 0 0 0,-1 0 0 0 0,0 1 0 0 0,2 26 0 0 0,1 64 1218 0 0,-4-39-1054 0 0,-3-63-647 0 0,17 185 847 0 0,-11-140-1319 0 0,25 88 0 0 0,-21-109-1221 0 0,-9-25 201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4.616"/>
    </inkml:context>
    <inkml:brush xml:id="br0">
      <inkml:brushProperty name="width" value="0.05" units="cm"/>
      <inkml:brushProperty name="height" value="0.05" units="cm"/>
    </inkml:brush>
  </inkml:definitions>
  <inkml:trace contextRef="#ctx0" brushRef="#br0">361 10 5063 0 0,'-16'-8'224'0'0,"5"7"48"0"0,-2 1-272 0 0,1 5 0 0 0,-3 4 0 0 0,-4 6 0 0 0,-7 1 2016 0 0,1 6 352 0 0,1 7 72 0 0,0 4 16 0 0,-2 6-1760 0 0,-1 3-352 0 0,1 1-72 0 0,-3 5-16 0 0,-3 3-1056 0 0,-3 0-224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5.148"/>
    </inkml:context>
    <inkml:brush xml:id="br0">
      <inkml:brushProperty name="width" value="0.05" units="cm"/>
      <inkml:brushProperty name="height" value="0.05" units="cm"/>
    </inkml:brush>
  </inkml:definitions>
  <inkml:trace contextRef="#ctx0" brushRef="#br0">190 408 6911 0 0,'-3'-6'303'0'0,"-1"-1"-1"0"0,0 1 1 0 0,0 0-1 0 0,0 0 1 0 0,0 1-1 0 0,-1-1 1 0 0,-9-7-1 0 0,13 12-210 0 0,0 0-1 0 0,-1-1 1 0 0,0 1-1 0 0,1 0 1 0 0,-1 0-1 0 0,0 1 1 0 0,1-1-1 0 0,-1 0 1 0 0,0 0-1 0 0,0 1 1 0 0,0-1-1 0 0,0 1 0 0 0,0 0 1 0 0,1-1-1 0 0,-1 1 1 0 0,0 0-1 0 0,0 0 1 0 0,0 0-1 0 0,0 1 1 0 0,0-1-1 0 0,0 0 1 0 0,0 1-1 0 0,0-1 1 0 0,1 1-1 0 0,-1 0 1 0 0,0-1-1 0 0,0 1 1 0 0,1 0-1 0 0,-1 0 1 0 0,0 0-1 0 0,1 0 0 0 0,-3 3 1 0 0,-4 3 27 0 0,1 0 1 0 0,0 1-1 0 0,1 0 1 0 0,-1 0-1 0 0,2 0 1 0 0,-1 1-1 0 0,1 0 1 0 0,-5 12-1 0 0,5-8-78 0 0,0 1 0 0 0,1-1 0 0 0,0 1-1 0 0,1 0 1 0 0,-2 20 0 0 0,5-31-30 0 0,0 1 0 0 0,0 0-1 0 0,0-1 1 0 0,0 1 0 0 0,1 0 0 0 0,-1-1 0 0 0,1 1-1 0 0,0 0 1 0 0,0-1 0 0 0,0 1 0 0 0,1-1 0 0 0,-1 1-1 0 0,1-1 1 0 0,0 0 0 0 0,0 0 0 0 0,0 0 0 0 0,0 0-1 0 0,5 5 1 0 0,-6-7-8 0 0,0-1 0 0 0,0 1 0 0 0,0-1 0 0 0,-1 1 0 0 0,1-1 0 0 0,0 1 0 0 0,0-1 0 0 0,0 0 0 0 0,0 0 0 0 0,0 1 0 0 0,-1-1 0 0 0,1 0 0 0 0,0 0 0 0 0,0 0 0 0 0,0 0-1 0 0,0 0 1 0 0,0 0 0 0 0,2-1 0 0 0,0 1 1 0 0,4 0 3 0 0,1-1 0 0 0,0 0-1 0 0,0-1 1 0 0,0 0 0 0 0,0 0 0 0 0,-1 0-1 0 0,1-1 1 0 0,-1 0 0 0 0,0-1 0 0 0,0 1-1 0 0,0-2 1 0 0,9-6 0 0 0,-3 1 89 0 0,0-2 1 0 0,0 1 0 0 0,-1-2-1 0 0,17-23 1 0 0,-16 20 78 0 0,-2-1-1 0 0,0-1 1 0 0,-1 0-1 0 0,-1-1 1 0 0,8-21-1 0 0,-13 27-100 0 0,0 0-1 0 0,-1-1 1 0 0,0 1 0 0 0,-1-1-1 0 0,-1 0 1 0 0,0 0-1 0 0,-1 1 1 0 0,-2-23-1 0 0,-1 13-24 0 0,-1-1-1 0 0,-1 1 0 0 0,-2 0 1 0 0,0 0-1 0 0,-1 1 1 0 0,-18-36-1 0 0,24 56-30 0 0,1 0 0 0 0,0-1 0 0 0,-1 1 0 0 0,1 0 0 0 0,-1 0 0 0 0,0 0 0 0 0,0 0 0 0 0,0 1 0 0 0,0-1 0 0 0,0 0 0 0 0,-4-2 0 0 0,6 4-4 0 0,-1 0-1 0 0,1 0 1 0 0,-1 0 0 0 0,0 0 0 0 0,1 1 0 0 0,-1-1-1 0 0,1 0 1 0 0,-1 0 0 0 0,1 0 0 0 0,-1 0-1 0 0,1 1 1 0 0,-1-1 0 0 0,1 0 0 0 0,-1 1-1 0 0,1-1 1 0 0,-1 0 0 0 0,1 1 0 0 0,-1-1 0 0 0,1 0-1 0 0,0 1 1 0 0,-1-1 0 0 0,0 1 0 0 0,1 0 18 0 0,-3 2 10 0 0,1 1 0 0 0,-1-1-1 0 0,1 0 1 0 0,0 1 0 0 0,0 0-1 0 0,0 0 1 0 0,1-1 0 0 0,-3 9-1 0 0,-5 34 176 0 0,4-8-167 0 0,1 0-1 0 0,4 66 0 0 0,1-82-51 0 0,1-1 1 0 0,2 1-1 0 0,0 0 0 0 0,1-1 1 0 0,1 0-1 0 0,11 24 0 0 0,-11-33-3 0 0,0-1-1 0 0,0 1 1 0 0,1-2-1 0 0,1 1 1 0 0,0-1-1 0 0,0 0 1 0 0,17 14 0 0 0,-18-18-45 0 0,1 0 0 0 0,-1 0 1 0 0,1-1-1 0 0,0 0 1 0 0,0-1-1 0 0,1 0 0 0 0,-1 0 1 0 0,1 0-1 0 0,0-1 1 0 0,0-1-1 0 0,12 3 1 0 0,-14-4-4 0 0,-1-1 0 0 0,0 0 0 0 0,0 0 0 0 0,1 0 0 0 0,-1-1 0 0 0,0 1 0 0 0,1-2 0 0 0,-1 1 0 0 0,0-1 0 0 0,0 1 0 0 0,0-2-1 0 0,0 1 1 0 0,6-4 0 0 0,-4 1 28 0 0,-1 0 0 0 0,1-1 0 0 0,-2 0 0 0 0,1 0-1 0 0,-1 0 1 0 0,1-1 0 0 0,-2 0 0 0 0,8-10-1 0 0,0-6 82 0 0,0 0-1 0 0,-2 0 0 0 0,-1-1 1 0 0,-1-1-1 0 0,9-35 0 0 0,-12 35 232 0 0,-1 0 1 0 0,-1-1-1 0 0,-2 1 0 0 0,0-51 0 0 0,-6 54 419 0 0,4 20-332 0 0,-2 4 2 0 0,-2 3-286 0 0,0 1 0 0 0,0-1 0 0 0,0 1 0 0 0,0 0 0 0 0,1 0 0 0 0,0 0 0 0 0,1 1 0 0 0,-1-1 0 0 0,-2 13 0 0 0,-9 65 728 0 0,13-76-808 0 0,-3 25-174 0 0,2 0 0 0 0,1 0 0 0 0,4 40 1 0 0,-2-56 57 0 0,2 0 0 0 0,0 0 0 0 0,1-1 0 0 0,1 1 0 0 0,0-1 0 0 0,1 0 0 0 0,1-1 0 0 0,9 18 0 0 0,-12-28-133 0 0,5 11-1347 0 0,17 20-1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5.477"/>
    </inkml:context>
    <inkml:brush xml:id="br0">
      <inkml:brushProperty name="width" value="0.05" units="cm"/>
      <inkml:brushProperty name="height" value="0.05" units="cm"/>
    </inkml:brush>
  </inkml:definitions>
  <inkml:trace contextRef="#ctx0" brushRef="#br0">15 7 13271 0 0,'-14'-6'1440'0'0,"30"7"-1440"0"0,1-1 264 0 0,4 0 24 0 0,5-1 8 0 0,1 1 0 0 0,2 1-32 0 0,1 1-8 0 0,-3 1 0 0 0,4 0-4656 0 0,1-1-936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6.662"/>
    </inkml:context>
    <inkml:brush xml:id="br0">
      <inkml:brushProperty name="width" value="0.05" units="cm"/>
      <inkml:brushProperty name="height" value="0.05" units="cm"/>
    </inkml:brush>
  </inkml:definitions>
  <inkml:trace contextRef="#ctx0" brushRef="#br0">43 44 3223 0 0,'0'-2'382'0'0,"0"-7"2324"0"0,-1 7-1778 0 0,1-18 270 0 0,1 18-182 0 0,-1 0-559 0 0,2-4 3676 0 0,-3 30-3983 0 0,-10-19-488 0 0,1-3 252 0 0,-8-2 137 0 0,14-1 1898 0 0,4 1-1935 0 0,0-1 0 0 0,0 1 0 0 0,1-1 1 0 0,-1 1-1 0 0,0-1 0 0 0,0 1 0 0 0,1-1 1 0 0,-1 1-1 0 0,0 0 0 0 0,1-1 1 0 0,-1 1-1 0 0,0-1 0 0 0,1 1 0 0 0,-1 0 1 0 0,1-1-1 0 0,-1 1 0 0 0,1 0 0 0 0,-1 0 1 0 0,1-1-1 0 0,-1 1 0 0 0,0 0 0 0 0,1 0 1 0 0,-1 0-1 0 0,1 0 0 0 0,-1-1 1 0 0,1 1-1 0 0,0 0 0 0 0,-1 0 0 0 0,1 0 1 0 0,-1 0-1 0 0,1 0 0 0 0,-1 0 0 0 0,2 1 1 0 0,17 1 233 0 0,42 18 188 0 0,-44-14-296 0 0,-1 0 0 0 0,1-1 1 0 0,27 4-1 0 0,85 7 188 0 0,-74-6-230 0 0,-53-10-328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7.094"/>
    </inkml:context>
    <inkml:brush xml:id="br0">
      <inkml:brushProperty name="width" value="0.05" units="cm"/>
      <inkml:brushProperty name="height" value="0.05" units="cm"/>
    </inkml:brush>
  </inkml:definitions>
  <inkml:trace contextRef="#ctx0" brushRef="#br0">63 0 4175 0 0,'0'0'6143'0'0,"-2"2"-5598"0"0,-2 4-289 0 0,-1 1-1 0 0,1 0 0 0 0,0 0 0 0 0,0 1 0 0 0,1-1 0 0 0,0 1 0 0 0,1 0 1 0 0,-3 12-1 0 0,-8 72 540 0 0,9-60-487 0 0,-5 98 495 0 0,9-104-604 0 0,1 0 0 0 0,1 0 1 0 0,6 27-1 0 0,-6-45-142 0 0,0 0-1 0 0,0 0 1 0 0,1 0-1 0 0,0 0 1 0 0,1 0-1 0 0,0 0 1 0 0,0-1 0 0 0,5 8-1 0 0,-5-11-13 0 0,-1 0-1 0 0,1 0 1 0 0,0 0-1 0 0,0 0 1 0 0,0-1-1 0 0,1 1 1 0 0,-1-1-1 0 0,1 0 1 0 0,0 0-1 0 0,0-1 1 0 0,0 1-1 0 0,0-1 1 0 0,7 2-1 0 0,-3-2 39 0 0,1 0-1 0 0,-1-1 0 0 0,1 0 0 0 0,0 0 1 0 0,0-1-1 0 0,-1 0 0 0 0,1-1 1 0 0,0 0-1 0 0,11-3 0 0 0,-7 0-243 0 0,0 0 1 0 0,0 0-1 0 0,-1-2 0 0 0,1 0 1 0 0,18-12-1 0 0,-18 9-504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9.478"/>
    </inkml:context>
    <inkml:brush xml:id="br0">
      <inkml:brushProperty name="width" value="0.05" units="cm"/>
      <inkml:brushProperty name="height" value="0.05" units="cm"/>
    </inkml:brush>
  </inkml:definitions>
  <inkml:trace contextRef="#ctx0" brushRef="#br0">1 78 4143 0 0,'0'0'319'0'0,"1"-1"-210"0"0,1-3 317 0 0,0 0 0 0 0,1 1 0 0 0,-1-1 0 0 0,1 1-1 0 0,0 0 1 0 0,0 0 0 0 0,1 0 0 0 0,-1 0-1 0 0,1 0 1 0 0,-1 1 0 0 0,1-1 0 0 0,0 1 0 0 0,0 0-1 0 0,0 0 1 0 0,0 1 0 0 0,8-3 0 0 0,6-1 822 0 0,1 2 1 0 0,31-4-1 0 0,-27 5-1302 0 0,35-4 324 0 0,-1 3 0 0 0,1 2 0 0 0,0 2 1 0 0,-1 4-1 0 0,1 1 0 0 0,104 27 1 0 0,-143-27-511 0 0,-1-1-1131 0 0,28 5-1 0 0,-43-10 105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5:59.815"/>
    </inkml:context>
    <inkml:brush xml:id="br0">
      <inkml:brushProperty name="width" value="0.05" units="cm"/>
      <inkml:brushProperty name="height" value="0.05" units="cm"/>
    </inkml:brush>
  </inkml:definitions>
  <inkml:trace contextRef="#ctx0" brushRef="#br0">82 1 11055 0 0,'0'0'852'0'0,"-1"2"-560"0"0,-2 1-235 0 0,0 1 0 0 0,1 0-1 0 0,0 0 1 0 0,0 1-1 0 0,0-1 1 0 0,0 0 0 0 0,1 1-1 0 0,0-1 1 0 0,-1 7 0 0 0,-4 46 864 0 0,4-39-777 0 0,-20 192 1153 0 0,-8 143-2431 0 0,29-291 267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0.171"/>
    </inkml:context>
    <inkml:brush xml:id="br0">
      <inkml:brushProperty name="width" value="0.05" units="cm"/>
      <inkml:brushProperty name="height" value="0.05" units="cm"/>
    </inkml:brush>
  </inkml:definitions>
  <inkml:trace contextRef="#ctx0" brushRef="#br0">308 6 6447 0 0,'0'0'586'0'0,"-1"-1"-486"0"0,-2 0 66 0 0,1 0-1 0 0,0 1 1 0 0,-1-1 0 0 0,1 1 0 0 0,-1-1 0 0 0,1 1-1 0 0,-1 0 1 0 0,-4 0 0 0 0,6 0-62 0 0,-1 1 0 0 0,1-1 0 0 0,-1 1-1 0 0,1-1 1 0 0,0 1 0 0 0,-1 0 0 0 0,1-1 0 0 0,0 1 0 0 0,-1 0-1 0 0,1 0 1 0 0,0 0 0 0 0,0 0 0 0 0,0 0 0 0 0,0 1 0 0 0,0-1-1 0 0,0 0 1 0 0,-1 2 0 0 0,-18 30 786 0 0,1 1 0 0 0,-26 68 0 0 0,22-48-375 0 0,13-33-326 0 0,-27 62 815 0 0,-49 162 1 0 0,72-162-3665 0 0,12-65-2206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0.500"/>
    </inkml:context>
    <inkml:brush xml:id="br0">
      <inkml:brushProperty name="width" value="0.05" units="cm"/>
      <inkml:brushProperty name="height" value="0.05" units="cm"/>
    </inkml:brush>
  </inkml:definitions>
  <inkml:trace contextRef="#ctx0" brushRef="#br0">241 0 8287 0 0,'0'0'639'0'0,"2"2"-415"0"0,3 4-74 0 0,0-1 0 0 0,-1 1 0 0 0,0 0 0 0 0,0 0 0 0 0,0 0 1 0 0,0 0-1 0 0,-1 1 0 0 0,0-1 0 0 0,-1 1 0 0 0,0 0 0 0 0,3 10 0 0 0,0 6 436 0 0,-2-1-1 0 0,2 34 0 0 0,-3-3-216 0 0,0 5-310 0 0,11 63 1 0 0,-9-94-610 0 0,0-3-32 0 0</inkml:trace>
  <inkml:trace contextRef="#ctx0" brushRef="#br0" timeOffset="1">2 338 7367 0 0,'0'0'320'0'0,"0"-11"80"0"0,-1-2-320 0 0,7 1-80 0 0,0 2 0 0 0,1 0 2344 0 0,6 6-1032 0 0,1 2 0 0 0,2 2-976 0 0,0 3-200 0 0,0 2-40 0 0,2 3-3736 0 0,1 0-744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0.836"/>
    </inkml:context>
    <inkml:brush xml:id="br0">
      <inkml:brushProperty name="width" value="0.05" units="cm"/>
      <inkml:brushProperty name="height" value="0.05" units="cm"/>
    </inkml:brush>
  </inkml:definitions>
  <inkml:trace contextRef="#ctx0" brushRef="#br0">1 0 14079 0 0,'0'0'1276'0'0,"2"1"-1049"0"0,1-1-178 0 0,0 1 0 0 0,-1 0 0 0 0,1 0 0 0 0,0 1-1 0 0,-1-1 1 0 0,1 0 0 0 0,-1 1 0 0 0,1 0 0 0 0,-1 0 0 0 0,0-1 0 0 0,0 1 0 0 0,2 3 0 0 0,1 0 190 0 0,-1 0 1 0 0,0 1 0 0 0,0 0 0 0 0,5 10-1 0 0,-1 4 339 0 0,-1 1 0 0 0,7 26 0 0 0,9 49 408 0 0,13 46-544 0 0,-26-111-509 0 0,1 0 0 0 0,21 43 0 0 0,-27-66 20 0 0,13 27-2674 0 0,44 64 1 0 0,-60-97 1166 0 0</inkml:trace>
  <inkml:trace contextRef="#ctx0" brushRef="#br0" timeOffset="1">454 18 14887 0 0,'0'0'1456'0'0,"-11"8"-1296"0"0,-2 3-160 0 0,-3 2 0 0 0,-2 1 0 0 0,-1 4 632 0 0,-2 4 96 0 0,-4 5 16 0 0,-3 5 8 0 0,0 4-400 0 0,-3 2-72 0 0,-1 4-24 0 0,0 4 0 0 0,-2 5-256 0 0,2 2-96 0 0,2 0 0 0 0,1-2-8040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1.223"/>
    </inkml:context>
    <inkml:brush xml:id="br0">
      <inkml:brushProperty name="width" value="0.05" units="cm"/>
      <inkml:brushProperty name="height" value="0.05" units="cm"/>
    </inkml:brush>
  </inkml:definitions>
  <inkml:trace contextRef="#ctx0" brushRef="#br0">0 21 10591 0 0,'0'0'2024'0'0,"2"-1"-1036"0"0,21-4-54 0 0,0 0-1 0 0,0 1 0 0 0,0 1 1 0 0,38 1-1 0 0,-40 4-921 0 0,0 0 1 0 0,0 2-1 0 0,0 0 1 0 0,29 12-1 0 0,-43-14-51 0 0,3 1-424 0 0,22 8-123 0 0,-30-10-44 0 0,0 0 1 0 0,0 0-1 0 0,0 0 0 0 0,0 0 0 0 0,-1 1 1 0 0,1-1-1 0 0,2 3 0 0 0,3 7-4633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1.551"/>
    </inkml:context>
    <inkml:brush xml:id="br0">
      <inkml:brushProperty name="width" value="0.05" units="cm"/>
      <inkml:brushProperty name="height" value="0.05" units="cm"/>
    </inkml:brush>
  </inkml:definitions>
  <inkml:trace contextRef="#ctx0" brushRef="#br0">0 1 9215 0 0,'0'0'1664'0'0,"3"0"-909"0"0,36 10 1208 0 0,58 6 0 0 0,-56-10-1462 0 0,61 16 0 0 0,21 8-1881 0 0,-94-24-2267 0 0,-9-2-1321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1.908"/>
    </inkml:context>
    <inkml:brush xml:id="br0">
      <inkml:brushProperty name="width" value="0.05" units="cm"/>
      <inkml:brushProperty name="height" value="0.05" units="cm"/>
    </inkml:brush>
  </inkml:definitions>
  <inkml:trace contextRef="#ctx0" brushRef="#br0">55 0 9671 0 0,'0'0'748'0'0,"1"3"-492"0"0,-1 20 567 0 0,0 1 0 0 0,-2-1 0 0 0,-5 27 1 0 0,4-25-318 0 0,-16 74 1254 0 0,-2 13-1107 0 0,19-88-541 0 0,0 1 0 0 0,3 40-1 0 0,0-54-611 0 0,1 0 0 0 0,-1-1 0 0 0,2 1 0 0 0,0-1 0 0 0,0 1 0 0 0,1-1 0 0 0,0 0 0 0 0,8 14 0 0 0,-3-11-4295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2.253"/>
    </inkml:context>
    <inkml:brush xml:id="br0">
      <inkml:brushProperty name="width" value="0.05" units="cm"/>
      <inkml:brushProperty name="height" value="0.05" units="cm"/>
    </inkml:brush>
  </inkml:definitions>
  <inkml:trace contextRef="#ctx0" brushRef="#br0">0 77 13071 0 0,'1'-2'598'0'0,"4"-3"-458"0"0,-1 0 1 0 0,0 0-1 0 0,1 1 1 0 0,0 0-1 0 0,0 0 1 0 0,1 0 0 0 0,-1 0-1 0 0,1 1 1 0 0,-1 0-1 0 0,1 0 1 0 0,8-2-1 0 0,1-1 446 0 0,0 1 0 0 0,0 1-1 0 0,26-3 1 0 0,-29 5-319 0 0,0 1 0 0 0,0 1 0 0 0,0 0 1 0 0,0 1-1 0 0,0 0 0 0 0,21 5 0 0 0,-28-5-232 0 0,0 1-1 0 0,0-1 1 0 0,0 1-1 0 0,0 0 1 0 0,-1 0-1 0 0,1 1 0 0 0,-1 0 1 0 0,1 0-1 0 0,-1 0 1 0 0,0 0-1 0 0,0 0 1 0 0,0 1-1 0 0,-1 0 1 0 0,1-1-1 0 0,-1 1 1 0 0,0 1-1 0 0,0-1 1 0 0,3 6-1 0 0,-5-7-72 0 0,0 1 0 0 0,0-1-1 0 0,0 1 1 0 0,-1-1 0 0 0,1 1 0 0 0,-1-1-1 0 0,0 1 1 0 0,0-1 0 0 0,0 1 0 0 0,0 0-1 0 0,-1-1 1 0 0,1 1 0 0 0,-1-1-1 0 0,0 1 1 0 0,0-1 0 0 0,-2 6 0 0 0,-4 5-298 0 0,1 0 1 0 0,-15 19 0 0 0,15-24 153 0 0,-9 13-678 0 0,-30 33 0 0 0,31-39 615 0 0,0 0 1 0 0,1 1 0 0 0,-20 34-1 0 0,31-46 278 0 0,0 0 0 0 0,1 0 0 0 0,-1 0 0 0 0,1 1-1 0 0,0-1 1 0 0,0 0 0 0 0,0 1 0 0 0,1-1 0 0 0,0 1 0 0 0,0-1-1 0 0,0 1 1 0 0,1-1 0 0 0,0 1 0 0 0,3 9 0 0 0,2 5 491 0 0,1-1 0 0 0,17 30 0 0 0,-19-38-342 0 0,-1-3-23 0 0,2 3 13 0 0,0 1 0 0 0,-1-1 0 0 0,0 1-1 0 0,4 20 1 0 0,-8-28-114 0 0,-1 0-1 0 0,0-1 0 0 0,1 1 1 0 0,-1 0-1 0 0,0-1 0 0 0,-1 1 1 0 0,1 0-1 0 0,-1-1 0 0 0,0 1 1 0 0,0 0-1 0 0,0-1 0 0 0,0 1 1 0 0,0-1-1 0 0,-1 0 0 0 0,1 1 1 0 0,-1-1-1 0 0,0 0 0 0 0,0 0 1 0 0,-1 0-1 0 0,-3 4 1 0 0,-5 4 62 0 0,0-2 1 0 0,-1 1-1 0 0,0-2 1 0 0,-1 1-1 0 0,0-2 1 0 0,0 0 0 0 0,-23 9-1 0 0,18-9-3128 0 0,-22 5 0 0 0,11-7-3482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8.582"/>
    </inkml:context>
    <inkml:brush xml:id="br0">
      <inkml:brushProperty name="width" value="0.05" units="cm"/>
      <inkml:brushProperty name="height" value="0.05" units="cm"/>
    </inkml:brush>
  </inkml:definitions>
  <inkml:trace contextRef="#ctx0" brushRef="#br0">1 88 7743 0 0,'0'0'356'0'0,"-1"-9"115"0"0,11-21-401 0 0,-8 26 371 0 0,0-1 0 0 0,0 0 0 0 0,-1 0 0 0 0,0 1-1 0 0,1-1 1 0 0,-1-8 0 0 0,0 12-367 0 0,-1 1 0 0 0,0-1 0 0 0,1 1 0 0 0,-1-1 0 0 0,1 1 0 0 0,-1-1 0 0 0,0 1 0 0 0,1-1 0 0 0,-1 1 0 0 0,1 0 0 0 0,-1-1 0 0 0,1 1 0 0 0,0 0 0 0 0,-1-1 0 0 0,1 1 0 0 0,-1 0 0 0 0,1 0 0 0 0,-1 0 0 0 0,1-1 0 0 0,0 1 0 0 0,-1 0 0 0 0,1 0 0 0 0,-1 0 0 0 0,1 0 0 0 0,0 0 0 0 0,-1 0 0 0 0,1 0 0 0 0,0 0 0 0 0,-1 0 0 0 0,1 1 0 0 0,21 2 648 0 0,-16 0-635 0 0,-1 0 1 0 0,1 1-1 0 0,-1-1 0 0 0,0 1 1 0 0,0 1-1 0 0,0-1 0 0 0,-1 1 1 0 0,1-1-1 0 0,-1 1 0 0 0,0 0 1 0 0,4 9-1 0 0,5 8 234 0 0,15 34-1 0 0,52 144 596 0 0,22 48-588 0 0,-85-211-267 0 0,13 25-354 0 0,-29-60-48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8.929"/>
    </inkml:context>
    <inkml:brush xml:id="br0">
      <inkml:brushProperty name="width" value="0.05" units="cm"/>
      <inkml:brushProperty name="height" value="0.05" units="cm"/>
    </inkml:brush>
  </inkml:definitions>
  <inkml:trace contextRef="#ctx0" brushRef="#br0">372 1 13247 0 0,'0'0'604'0'0,"-2"0"-13"0"0,-4 0-538 0 0,0 0 1 0 0,0 0-1 0 0,0 0 1 0 0,0 1-1 0 0,0 0 1 0 0,0 0-1 0 0,0 1 1 0 0,0 0-1 0 0,1 0 1 0 0,-1 0 0 0 0,1 1-1 0 0,-1-1 1 0 0,1 1-1 0 0,0 1 1 0 0,0-1-1 0 0,0 1 1 0 0,-6 5-1 0 0,-7 9 230 0 0,1 0 0 0 0,-28 38 0 0 0,19-22-285 0 0,2 2 1 0 0,2 0-1 0 0,1 2 1 0 0,2 0-1 0 0,2 1 1 0 0,1 1-1 0 0,-18 74 1 0 0,33-109-314 0 0,0 0 0 0 0,0 0-1 0 0,1 0 1 0 0,-1 0 0 0 0,1 0 0 0 0,0 0 0 0 0,0 0 0 0 0,1 0-1 0 0,0 0 1 0 0,-1 0 0 0 0,2 0 0 0 0,1 7 0 0 0,5 3-4279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9.257"/>
    </inkml:context>
    <inkml:brush xml:id="br0">
      <inkml:brushProperty name="width" value="0.05" units="cm"/>
      <inkml:brushProperty name="height" value="0.05" units="cm"/>
    </inkml:brush>
  </inkml:definitions>
  <inkml:trace contextRef="#ctx0" brushRef="#br0">109 0 11519 0 0,'0'0'887'0'0,"-1"1"-583"0"0,-7 8 155 0 0,1 0-1 0 0,0 1 1 0 0,0-1 0 0 0,1 1-1 0 0,1 0 1 0 0,0 1 0 0 0,0-1-1 0 0,-5 19 1 0 0,-20 97 376 0 0,27-108-686 0 0,-3 20-24 0 0,1 1 0 0 0,2-1 0 0 0,2 1 0 0 0,5 50 0 0 0,-3-79-436 0 0,0 1-1 0 0,1-1 0 0 0,1 1 1 0 0,-1-1-1 0 0,2 0 1 0 0,6 14-1 0 0,-9-20 153 0 0,2 0 1 0 0,-1 0-1 0 0,0-1 1 0 0,1 1-1 0 0,0 0 1 0 0,0-1-1 0 0,0 0 1 0 0,0 0-1 0 0,0 0 1 0 0,1 0-1 0 0,-1 0 1 0 0,1-1-1 0 0,0 1 1 0 0,-1-1-1 0 0,1 0 1 0 0,0 0-1 0 0,9 2 1 0 0,6 0-1192 0 0</inkml:trace>
  <inkml:trace contextRef="#ctx0" brushRef="#br0" timeOffset="1">441 112 1375 0 0,'0'-11'10'0'0,"-1"-1"0"0"0,-3-21 0 0 0,-4 11 9278 0 0,6 22-8842 0 0,0 0 1 0 0,0 0 0 0 0,0 1-1 0 0,1-1 1 0 0,-1 0 0 0 0,0 1-1 0 0,0 0 1 0 0,1-1 0 0 0,-1 1-1 0 0,0 0 1 0 0,1 0 0 0 0,-1 0 0 0 0,-2 2-1 0 0,1 0-76 0 0,0 0-1 0 0,0 0 1 0 0,0 0-1 0 0,0 1 1 0 0,-3 5-1 0 0,-2 5-281 0 0,1 0 0 0 0,-7 21 0 0 0,11-26 332 0 0,-8 19-255 0 0,2 1 0 0 0,-11 50 0 0 0,18-68-167 0 0,1 1-1 0 0,0-1 0 0 0,1 1 0 0 0,0-1 1 0 0,0 1-1 0 0,1-1 0 0 0,1 0 1 0 0,0 1-1 0 0,1-1 0 0 0,4 14 1 0 0,-5-20-56 0 0,1 1 0 0 0,0-1 0 0 0,0 1 0 0 0,1-1 0 0 0,-1 0 0 0 0,1 0 0 0 0,0 0 0 0 0,0-1 0 0 0,1 1 0 0 0,0-1 0 0 0,9 7 0 0 0,-7-7-621 0 0,0 0 1 0 0,0 0 0 0 0,0-1 0 0 0,1 0-1 0 0,7 3 1 0 0,0-3-5118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9.601"/>
    </inkml:context>
    <inkml:brush xml:id="br0">
      <inkml:brushProperty name="width" value="0.05" units="cm"/>
      <inkml:brushProperty name="height" value="0.05" units="cm"/>
    </inkml:brush>
  </inkml:definitions>
  <inkml:trace contextRef="#ctx0" brushRef="#br0">0 338 13679 0 0,'0'0'1239'0'0,"3"0"-986"0"0,119-4 945 0 0,32 0-589 0 0,-61 4-1678 0 0,-64 0-225 0 0</inkml:trace>
  <inkml:trace contextRef="#ctx0" brushRef="#br0" timeOffset="1">665 0 12439 0 0,'0'0'958'0'0,"1"3"-625"0"0,8 20 417 0 0,-1 1-1 0 0,-1-1 1 0 0,-2 1-1 0 0,0 0 1 0 0,3 49-1 0 0,-8-41-436 0 0,-2-1 0 0 0,-1 1 0 0 0,-14 59 0 0 0,-5-5-599 0 0,-33 114-3424 0 0,45-172 2378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09.935"/>
    </inkml:context>
    <inkml:brush xml:id="br0">
      <inkml:brushProperty name="width" value="0.05" units="cm"/>
      <inkml:brushProperty name="height" value="0.05" units="cm"/>
    </inkml:brush>
  </inkml:definitions>
  <inkml:trace contextRef="#ctx0" brushRef="#br0">20 37 8751 0 0,'-15'-11'910'0'0,"14"10"-706"0"0,1 1 1 0 0,0 0 0 0 0,0 0-1 0 0,-1 0 1 0 0,1-1 409 0 0,-1 1-410 0 0,1 0 1 0 0,0-1-1 0 0,0 1 1 0 0,0 0 0 0 0,-1-1-1 0 0,1 1 1 0 0,0 0 0 0 0,0 0-1 0 0,0-1 1 0 0,0 1-1 0 0,0 0 1 0 0,0-1 0 0 0,0 1-1 0 0,0 0 1 0 0,0-1 0 0 0,0 1-1 0 0,0 0 1 0 0,0-1-1 0 0,0 1 1 0 0,0 0 0 0 0,0-1-1 0 0,0 1 1 0 0,0 0-1 0 0,0 0 1 0 0,0-1 0 0 0,0 1-1 0 0,0 0 1 0 0,0-1 0 0 0,1 1-1 0 0,-1-1 1 0 0,1 1-2 0 0,0-1 0 0 0,0 0 0 0 0,0 0 0 0 0,0 0 0 0 0,1 1 0 0 0,-1-1 0 0 0,0 1 0 0 0,0-1 0 0 0,3 0 0 0 0,31-5 408 0 0,-17 7-528 0 0,1 0-1 0 0,-1 2 1 0 0,0 0-1 0 0,-1 1 1 0 0,1 0 0 0 0,24 11-1 0 0,35 8-337 0 0,-55-17-906 0 0,-1 0 0 0 0,36 16 0 0 0,-45-16-338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0.298"/>
    </inkml:context>
    <inkml:brush xml:id="br0">
      <inkml:brushProperty name="width" value="0.05" units="cm"/>
      <inkml:brushProperty name="height" value="0.05" units="cm"/>
    </inkml:brush>
  </inkml:definitions>
  <inkml:trace contextRef="#ctx0" brushRef="#br0">36 0 9215 0 0,'-8'3'328'0'0,"-3"1"-113"0"0,-6 7 6276 0 0,21-8-6193 0 0,-1-1 1 0 0,1 0-1 0 0,0 0 1 0 0,-1 0-1 0 0,1 0 1 0 0,0-1-1 0 0,1 1 1 0 0,-1-1 0 0 0,0 0-1 0 0,0 0 1 0 0,0-1-1 0 0,8 1 1 0 0,8-1 51 0 0,29-3 0 0 0,-27 2 66 0 0,92-12 659 0 0,0 0-399 0 0,-91 12-1879 0 0,1 1 0 0 0,42 5 1 0 0,-45-2-5892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1.901"/>
    </inkml:context>
    <inkml:brush xml:id="br0">
      <inkml:brushProperty name="width" value="0.05" units="cm"/>
      <inkml:brushProperty name="height" value="0.05" units="cm"/>
    </inkml:brush>
  </inkml:definitions>
  <inkml:trace contextRef="#ctx0" brushRef="#br0">1 34 6447 0 0,'0'0'8632'0'0,"2"-2"-7924"0"0,4-2-492 0 0,-1 0 0 0 0,1 1 1 0 0,0 0-1 0 0,0 0 0 0 0,0 0 0 0 0,0 1 0 0 0,0 0 0 0 0,0 0 0 0 0,1 0 0 0 0,-1 1 0 0 0,1 0 0 0 0,11 0 0 0 0,12 0 212 0 0,45 5-1 0 0,-56-3-175 0 0,316 6 1666 0 0,-50-3-861 0 0,-279-3-1038 0 0,15 0 52 0 0,0 1 0 0 0,1 0 1 0 0,30 10-1 0 0,-50-12-29 0 0,-23 1-4963 0 0,10-5-1775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2.245"/>
    </inkml:context>
    <inkml:brush xml:id="br0">
      <inkml:brushProperty name="width" value="0.05" units="cm"/>
      <inkml:brushProperty name="height" value="0.05" units="cm"/>
    </inkml:brush>
  </inkml:definitions>
  <inkml:trace contextRef="#ctx0" brushRef="#br0">130 0 11975 0 0,'0'0'2091'0'0,"-1"1"-1202"0"0,-1 0-716 0 0,0 0 0 0 0,0 0 0 0 0,0 0-1 0 0,1 0 1 0 0,-1 0 0 0 0,1 0 0 0 0,-1 0 0 0 0,1 1-1 0 0,-1-1 1 0 0,1 1 0 0 0,0-1 0 0 0,-1 1 0 0 0,1-1-1 0 0,0 1 1 0 0,0 0 0 0 0,0 0 0 0 0,0-1 0 0 0,0 3-1 0 0,-3 7 157 0 0,1-1 0 0 0,-3 13 1 0 0,3-10 51 0 0,-14 48-66 0 0,-5 21-353 0 0,-22 150 0 0 0,43-225-135 0 0,0 1 0 0 0,1-1 0 0 0,0 1 0 0 0,0-1 0 0 0,0 1 0 0 0,1-1 0 0 0,3 12 0 0 0,-3-17-282 0 0,2-2-1299 0 0,-1 0 1514 0 0,0 0 1 0 0,0 0 0 0 0,0-1 0 0 0,0 1-1 0 0,0 0 1 0 0,1-1 0 0 0,-1 0 0 0 0,0 1 0 0 0,0-1-1 0 0,-1 0 1 0 0,4-2 0 0 0,8-8-1232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2.575"/>
    </inkml:context>
    <inkml:brush xml:id="br0">
      <inkml:brushProperty name="width" value="0.05" units="cm"/>
      <inkml:brushProperty name="height" value="0.05" units="cm"/>
    </inkml:brush>
  </inkml:definitions>
  <inkml:trace contextRef="#ctx0" brushRef="#br0">17 187 8751 0 0,'-1'-2'-14'0'0,"-3"-11"375"0"0,1-1 0 0 0,0 1 0 0 0,1 0-1 0 0,-1-24 1 0 0,2 34-111 0 0,2-1 0 0 0,-1 1 0 0 0,0 0 0 0 0,1 0 0 0 0,-1 0 0 0 0,1 0 0 0 0,0 0 0 0 0,0 0 0 0 0,0 0 0 0 0,0 0 0 0 0,1 0 0 0 0,-1 0 0 0 0,1 0 0 0 0,0 1 0 0 0,0-1-1 0 0,0 1 1 0 0,0-1 0 0 0,0 1 0 0 0,0 0 0 0 0,1 0 0 0 0,-1 0 0 0 0,1 0 0 0 0,-1 0 0 0 0,1 0 0 0 0,0 1 0 0 0,3-2 0 0 0,7-2 93 0 0,0 1 0 0 0,0 0 0 0 0,0 1 0 0 0,0 0 0 0 0,20-1 0 0 0,-25 4-260 0 0,0 0 0 0 0,0 0 0 0 0,-1 0 1 0 0,1 1-1 0 0,0 0 0 0 0,-1 0 0 0 0,1 1 1 0 0,-1 0-1 0 0,1 1 0 0 0,13 6 0 0 0,-19-8-73 0 0,1 1 0 0 0,-1-1 0 0 0,1 1 0 0 0,-1 0 0 0 0,0 0 0 0 0,0 0-1 0 0,0 0 1 0 0,0 1 0 0 0,0-1 0 0 0,0 1 0 0 0,-1-1 0 0 0,1 1 0 0 0,-1-1 0 0 0,0 1-1 0 0,1 0 1 0 0,-1 0 0 0 0,0-1 0 0 0,-1 1 0 0 0,1 0 0 0 0,-1 0 0 0 0,1 0 0 0 0,-1 0 0 0 0,0 0-1 0 0,0 0 1 0 0,0 5 0 0 0,-2 0-8 0 0,1 1 0 0 0,-1 0 0 0 0,-1-1 0 0 0,1 1 0 0 0,-1-1 0 0 0,-1 0 0 0 0,-6 11 1 0 0,-8 13-308 0 0,-2-1 1 0 0,-1 0 0 0 0,-34 38-1 0 0,44-59 242 0 0,7-6 40 0 0,0 1-1 0 0,0 0 1 0 0,0 0-1 0 0,0 0 1 0 0,-5 10-1 0 0,9-13 15 0 0,-1 0-1 0 0,1 0 1 0 0,0-1 0 0 0,-1 1-1 0 0,1 0 1 0 0,0 0 0 0 0,0 0-1 0 0,0 0 1 0 0,1-1-1 0 0,-1 1 1 0 0,0 0 0 0 0,1 0-1 0 0,-1 0 1 0 0,2 2-1 0 0,-1 0-2 0 0,2 4-3 0 0,0 0 1 0 0,1 0-1 0 0,0 0 0 0 0,1-1 1 0 0,0 0-1 0 0,0 0 1 0 0,0 0-1 0 0,1 0 0 0 0,12 10 1 0 0,15 19 75 0 0,-29-32-53 0 0,9 17 90 0 0,-11-19-72 0 0,-1 1-1 0 0,0 0 0 0 0,0 0 1 0 0,0 0-1 0 0,0 0 0 0 0,0 0 1 0 0,-1 0-1 0 0,0 0 0 0 0,1 0 1 0 0,-1 0-1 0 0,0 0 0 0 0,0 0 1 0 0,-1 5-1 0 0,-1-2 31 0 0,1 0 0 0 0,-1 0 0 0 0,0-1 0 0 0,0 1 0 0 0,-1 0 0 0 0,-4 7 0 0 0,-3 2 77 0 0,-1-1 0 0 0,0 1 0 0 0,-21 19 0 0 0,22-24-146 0 0,-1 0 0 0 0,1 0 0 0 0,-2-2 0 0 0,1 1 0 0 0,-18 8 1 0 0,12-6-169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3.048"/>
    </inkml:context>
    <inkml:brush xml:id="br0">
      <inkml:brushProperty name="width" value="0.05" units="cm"/>
      <inkml:brushProperty name="height" value="0.05" units="cm"/>
    </inkml:brush>
  </inkml:definitions>
  <inkml:trace contextRef="#ctx0" brushRef="#br0">186 11 11023 0 0,'0'0'1002'0'0,"0"-2"-824"0"0,2-7 1678 0 0,-10 13 106 0 0,5-1-1790 0 0,0-1 1 0 0,0 1-1 0 0,0 0 1 0 0,0 0 0 0 0,0 1-1 0 0,0-1 1 0 0,1 1-1 0 0,-5 7 1 0 0,-14 35 455 0 0,14-29-493 0 0,-24 52 197 0 0,3 2 0 0 0,-31 121 0 0 0,55-154 346 0 0,4-22-3597 0 0,0-5-2627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3.408"/>
    </inkml:context>
    <inkml:brush xml:id="br0">
      <inkml:brushProperty name="width" value="0.05" units="cm"/>
      <inkml:brushProperty name="height" value="0.05" units="cm"/>
    </inkml:brush>
  </inkml:definitions>
  <inkml:trace contextRef="#ctx0" brushRef="#br0">109 23 7367 0 0,'1'-2'334'0'0,"6"-18"4672"0"0,-6 23-2478 0 0,9 69 1595 0 0,-5-33-3707 0 0,16 62 1 0 0,-5-49-459 0 0,1-1-1 0 0,35 69 0 0 0,-24-64-3078 0 0,-23-42 1442 0 0</inkml:trace>
  <inkml:trace contextRef="#ctx0" brushRef="#br0" timeOffset="1">13 243 919 0 0,'0'0'80'0'0,"-13"-15"11896"0"0,28 17-7640 0 0,-3-1-3344 0 0,1 1-488 0 0,3 3-344 0 0,0 0-728 0 0,-3 1-136 0 0,-2 2-32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5.710"/>
    </inkml:context>
    <inkml:brush xml:id="br0">
      <inkml:brushProperty name="width" value="0.05" units="cm"/>
      <inkml:brushProperty name="height" value="0.05" units="cm"/>
    </inkml:brush>
  </inkml:definitions>
  <inkml:trace contextRef="#ctx0" brushRef="#br0">1 72 5527 0 0,'0'-1'5699'0'0,"0"-1"-5525"0"0,0 0-1 0 0,0 0 1 0 0,1 0-1 0 0,-1 0 1 0 0,1 0 0 0 0,-1 0-1 0 0,1 0 1 0 0,0 0-1 0 0,0 0 1 0 0,0 0 0 0 0,0 0-1 0 0,0 1 1 0 0,0-1-1 0 0,1 0 1 0 0,-1 1 0 0 0,1-1-1 0 0,-1 1 1 0 0,1 0-1 0 0,-1-1 1 0 0,1 1 0 0 0,0 0-1 0 0,-1 0 1 0 0,1 0-1 0 0,0 0 1 0 0,0 0 0 0 0,0 0-1 0 0,3 0 1 0 0,7-3 17 0 0,1 1 1 0 0,0 0-1 0 0,18-1 0 0 0,-9 1 162 0 0,18-2 197 0 0,61 1 0 0 0,-56 3-361 0 0,96 2 462 0 0,-52 0-4605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6.045"/>
    </inkml:context>
    <inkml:brush xml:id="br0">
      <inkml:brushProperty name="width" value="0.05" units="cm"/>
      <inkml:brushProperty name="height" value="0.05" units="cm"/>
    </inkml:brush>
  </inkml:definitions>
  <inkml:trace contextRef="#ctx0" brushRef="#br0">15 0 12551 0 0,'0'0'1135'0'0,"1"4"-838"0"0,7 32 432 0 0,-2 1-1 0 0,-2 1 0 0 0,-1-1 0 0 0,-2 43 0 0 0,-20 153 188 0 0,1 5-663 0 0,18-209-863 0 0,2 0 1 0 0,2 0 0 0 0,0 0 0 0 0,13 44 0 0 0,-9-50-1523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6.892"/>
    </inkml:context>
    <inkml:brush xml:id="br0">
      <inkml:brushProperty name="width" value="0.05" units="cm"/>
      <inkml:brushProperty name="height" value="0.05" units="cm"/>
    </inkml:brush>
  </inkml:definitions>
  <inkml:trace contextRef="#ctx0" brushRef="#br0">283 16 4607 0 0,'0'0'354'0'0,"-2"-2"-64"0"0,-1 0 89 0 0,0 0-1 0 0,-1 1 0 0 0,1-1 1 0 0,-1 1-1 0 0,1 0 0 0 0,-1 0 0 0 0,0 0 1 0 0,1 0-1 0 0,-1 0 0 0 0,0 1 1 0 0,0 0-1 0 0,1 0 0 0 0,-8 0 1 0 0,5 1-31 0 0,1 0 0 0 0,-1 1 1 0 0,0-1-1 0 0,1 1 1 0 0,-1 1-1 0 0,1-1 1 0 0,-1 1-1 0 0,-5 3 0 0 0,1 2 5 0 0,-1 0-1 0 0,2 0 0 0 0,-1 1 1 0 0,1 0-1 0 0,0 0 0 0 0,1 1 1 0 0,-12 19-1 0 0,12-15-145 0 0,1-1 0 0 0,1 1 0 0 0,1 1 0 0 0,0-1 0 0 0,-5 25 0 0 0,-8 77 635 0 0,18-114-825 0 0,-4 25 85 0 0,-14 174 464 0 0,18-175-544 0 0,1 1 0 0 0,0-1 0 0 0,2 0 0 0 0,1 0 0 0 0,12 40 0 0 0,-11-52-128 0 0,0-1 0 0 0,0 0 0 0 0,2 0 0 0 0,7 12 0 0 0,-11-20-190 0 0,1 0 0 0 0,-1-1 0 0 0,1 1 0 0 0,0-1 1 0 0,0 0-1 0 0,0 0 0 0 0,0 0 0 0 0,1 0 0 0 0,0-1 1 0 0,0 0-1 0 0,0 0 0 0 0,6 3 0 0 0,-9-5-1004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7.237"/>
    </inkml:context>
    <inkml:brush xml:id="br0">
      <inkml:brushProperty name="width" value="0.05" units="cm"/>
      <inkml:brushProperty name="height" value="0.05" units="cm"/>
    </inkml:brush>
  </inkml:definitions>
  <inkml:trace contextRef="#ctx0" brushRef="#br0">7 11 6447 0 0,'-7'-10'6666'0'0,"57"151"-2141"0"0,-6-15-4401 0 0,-36-105-308 0 0,2-1 1 0 0,0 0 0 0 0,25 35 0 0 0,-28-45-840 0 0,-5-8-302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7.572"/>
    </inkml:context>
    <inkml:brush xml:id="br0">
      <inkml:brushProperty name="width" value="0.05" units="cm"/>
      <inkml:brushProperty name="height" value="0.05" units="cm"/>
    </inkml:brush>
  </inkml:definitions>
  <inkml:trace contextRef="#ctx0" brushRef="#br0">346 0 12671 0 0,'0'3'579'0'0,"-17"45"384"0"0,-32 63 1 0 0,-23 17 1069 0 0,28-54-1294 0 0,-18 23-305 0 0,41-67-534 0 0,2 0 1 0 0,1 2-1 0 0,-22 50 1 0 0,37-70-725 0 0,2-10-58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7.931"/>
    </inkml:context>
    <inkml:brush xml:id="br0">
      <inkml:brushProperty name="width" value="0.05" units="cm"/>
      <inkml:brushProperty name="height" value="0.05" units="cm"/>
    </inkml:brush>
  </inkml:definitions>
  <inkml:trace contextRef="#ctx0" brushRef="#br0">154 0 9671 0 0,'-2'1'748'0'0,"-4"3"-441"0"0,0 0 0 0 0,1 0 0 0 0,-1 0 0 0 0,1 1 0 0 0,0-1 0 0 0,0 2 1 0 0,0-1-1 0 0,1 0 0 0 0,0 1 0 0 0,0 0 0 0 0,0 0 0 0 0,1 0 0 0 0,-4 8 0 0 0,-4 12 1214 0 0,-14 52 0 0 0,24-74-1530 0 0,-14 55 1049 0 0,-14 98 0 0 0,28-147-1053 0 0,1 1-1 0 0,0-1 1 0 0,0 1 0 0 0,1-1-1 0 0,0 1 1 0 0,1-1 0 0 0,4 15-1 0 0,-5-22-79 0 0,0 1-1 0 0,1-1 0 0 0,-1 0 1 0 0,1 1-1 0 0,0-1 1 0 0,0 0-1 0 0,0 0 0 0 0,0 0 1 0 0,0-1-1 0 0,6 6 1 0 0,-6-7-41 0 0,0 1 1 0 0,0-1 0 0 0,0 0 0 0 0,1 0 0 0 0,-1 0 0 0 0,0 0 0 0 0,1 0 0 0 0,-1 0 0 0 0,1-1 0 0 0,-1 1 0 0 0,1-1 0 0 0,-1 1 0 0 0,1-1 0 0 0,-1 0-1 0 0,1 0 1 0 0,-1 0 0 0 0,4-1 0 0 0,18-5-1423 0 0</inkml:trace>
  <inkml:trace contextRef="#ctx0" brushRef="#br0" timeOffset="1">378 266 2303 0 0,'-39'49'-336'0'0,"-16"28"5068"0"0,42-56-3081 0 0,0 0 1 0 0,2 1-1 0 0,0 0 1 0 0,-10 33 0 0 0,21-54-1634 0 0,-5 23 1048 0 0,4-23-990 0 0,1 0 0 0 0,0 0 1 0 0,0 0-1 0 0,0 0 0 0 0,0 0 0 0 0,0 0 1 0 0,0 0-1 0 0,1 0 0 0 0,-1 0 1 0 0,0 0-1 0 0,0 0 0 0 0,1 0 1 0 0,-1 0-1 0 0,0 0 0 0 0,1 0 1 0 0,-1 0-1 0 0,1-1 0 0 0,-1 1 1 0 0,1 0-1 0 0,0 0 0 0 0,-1 0 1 0 0,1-1-1 0 0,0 1 0 0 0,1 0 1 0 0,0 1 24 0 0,1-1 1 0 0,0 1-1 0 0,0-1 1 0 0,0 0-1 0 0,1-1 1 0 0,-1 1-1 0 0,0 0 0 0 0,0-1 1 0 0,0 0-1 0 0,1 0 1 0 0,-1 0-1 0 0,6 0 1 0 0,-3-1 10 0 0,0-1 0 0 0,-1 1 0 0 0,1-1 0 0 0,-1 0 0 0 0,0 0-1 0 0,10-6 1 0 0,-5 2 6 0 0,-1 0-1 0 0,0-1 1 0 0,-1 0-1 0 0,0-1 1 0 0,0 0-1 0 0,0 0 1 0 0,8-12-1 0 0,-14 17-88 0 0,0 1 0 0 0,0-1 0 0 0,0 0-1 0 0,0 0 1 0 0,-1 0 0 0 0,1 0 0 0 0,-1 0 0 0 0,0 0-1 0 0,0-1 1 0 0,0 1 0 0 0,0 0 0 0 0,-1-1 0 0 0,1 1-1 0 0,-1-5 1 0 0,-2-9 88 0 0,-1 12-107 0 0,0 3 5 0 0,0-3-145 0 0,-1 1 0 0 0,0 0 1 0 0,0 0-1 0 0,0 0 1 0 0,0 0-1 0 0,-1 1 1 0 0,1-1-1 0 0,-1 1 1 0 0,0 0-1 0 0,-9-3 1 0 0,-16-12-1157 0 0,12 6-258 0 0,1-1-295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8.268"/>
    </inkml:context>
    <inkml:brush xml:id="br0">
      <inkml:brushProperty name="width" value="0.05" units="cm"/>
      <inkml:brushProperty name="height" value="0.05" units="cm"/>
    </inkml:brush>
  </inkml:definitions>
  <inkml:trace contextRef="#ctx0" brushRef="#br0">56 1 5527 0 0,'17'28'1662'0'0,"23"51"-1"0"0,-34-66-653 0 0,-2 1 0 0 0,1 0 1 0 0,-2-1-1 0 0,0 2 0 0 0,-1-1 0 0 0,1 20 0 0 0,-3-12-409 0 0,-1 0-1 0 0,-1-1 1 0 0,-1 1 0 0 0,-1-1-1 0 0,-9 29 1 0 0,2-18-365 0 0,-1 0 0 0 0,-28 51 0 0 0,5-30-1569 0 0,17-30 492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8.597"/>
    </inkml:context>
    <inkml:brush xml:id="br0">
      <inkml:brushProperty name="width" value="0.05" units="cm"/>
      <inkml:brushProperty name="height" value="0.05" units="cm"/>
    </inkml:brush>
  </inkml:definitions>
  <inkml:trace contextRef="#ctx0" brushRef="#br0">57 0 12871 0 0,'-14'5'492'0'0,"9"-3"-362"0"0,0 0 1 0 0,1 0 0 0 0,-1 0 0 0 0,1 1-1 0 0,-1-1 1 0 0,1 1 0 0 0,-6 5 3793 0 0,10-7-3803 0 0,1 0 0 0 0,0 0 0 0 0,0-1 0 0 0,0 1 0 0 0,0 0 0 0 0,0 0 0 0 0,0-1 0 0 0,0 1 0 0 0,3 0 0 0 0,-3 0 33 0 0,10 4 164 0 0,1-1 1 0 0,0 0-1 0 0,0 0 1 0 0,0-2-1 0 0,0 1 1 0 0,23 0 0 0 0,12 4 69 0 0,-17-1-550 0 0,35 12 0 0 0,-26-3-6604 0 0,-25-10 263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8.939"/>
    </inkml:context>
    <inkml:brush xml:id="br0">
      <inkml:brushProperty name="width" value="0.05" units="cm"/>
      <inkml:brushProperty name="height" value="0.05" units="cm"/>
    </inkml:brush>
  </inkml:definitions>
  <inkml:trace contextRef="#ctx0" brushRef="#br0">1 38 13127 0 0,'0'0'1516'0'0,"2"0"-894"0"0,44-12 1238 0 0,0 2 1 0 0,60-4 0 0 0,-19 13-1037 0 0,158 19 0 0 0,-108-8-760 0 0,-106-9-5813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9.274"/>
    </inkml:context>
    <inkml:brush xml:id="br0">
      <inkml:brushProperty name="width" value="0.05" units="cm"/>
      <inkml:brushProperty name="height" value="0.05" units="cm"/>
    </inkml:brush>
  </inkml:definitions>
  <inkml:trace contextRef="#ctx0" brushRef="#br0">141 0 15719 0 0,'0'0'1424'0'0,"-1"2"-1090"0"0,-52 127 2349 0 0,16-40-2377 0 0,27-65-316 0 0,-1 2 57 0 0,-10 34-1 0 0,19-52-139 0 0,0 0 1 0 0,1-1-1 0 0,0 2 0 0 0,0-1 0 0 0,1 0 0 0 0,0 0 1 0 0,0 0-1 0 0,3 15 0 0 0,-3-22-18 0 0,1 0 1 0 0,-1 0-1 0 0,1 0 0 0 0,-1 0 1 0 0,1 0-1 0 0,-1 0 1 0 0,1 0-1 0 0,0-1 0 0 0,-1 1 1 0 0,1 0-1 0 0,0 0 0 0 0,0-1 1 0 0,0 1-1 0 0,-1-1 1 0 0,1 1-1 0 0,0 0 0 0 0,0-1 1 0 0,0 0-1 0 0,0 1 0 0 0,0-1 1 0 0,0 0-1 0 0,2 1 1 0 0,-1 0-302 0 0,1-1 0 0 0,0 1 0 0 0,0-1 0 0 0,0 0 0 0 0,6 0 0 0 0,6-2-1311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9.619"/>
    </inkml:context>
    <inkml:brush xml:id="br0">
      <inkml:brushProperty name="width" value="0.05" units="cm"/>
      <inkml:brushProperty name="height" value="0.05" units="cm"/>
    </inkml:brush>
  </inkml:definitions>
  <inkml:trace contextRef="#ctx0" brushRef="#br0">15 123 5527 0 0,'-1'-4'-47'0'0,"0"-1"0"0"0,1 0-1 0 0,0 1 1 0 0,0-8-1 0 0,1 8 460 0 0,-1 1-1 0 0,1 0 1 0 0,0 0-1 0 0,0-1 0 0 0,0 1 1 0 0,0 0-1 0 0,1 0 1 0 0,-1 0-1 0 0,4-5 0 0 0,-2 4 186 0 0,1 0-1 0 0,-1 1 0 0 0,1-1 0 0 0,0 1 1 0 0,0-1-1 0 0,0 1 0 0 0,1 1 0 0 0,-1-1 1 0 0,1 0-1 0 0,-1 1 0 0 0,9-3 0 0 0,-2 1-178 0 0,0 1 0 0 0,0 1-1 0 0,1 0 1 0 0,-1 0 0 0 0,0 1-1 0 0,16 0 1 0 0,-5 2 143 0 0,1 0 0 0 0,26 7 0 0 0,-46-7-521 0 0,0-1-1 0 0,-1 1 1 0 0,1 0 0 0 0,0 0 0 0 0,0 0-1 0 0,-1 0 1 0 0,1 0 0 0 0,-1 1-1 0 0,1-1 1 0 0,-1 1 0 0 0,0 0 0 0 0,1-1-1 0 0,-1 1 1 0 0,0 0 0 0 0,0 0 0 0 0,0 1-1 0 0,0-1 1 0 0,2 5 0 0 0,-3-4-37 0 0,1 0 1 0 0,-1 0-1 0 0,0 0 0 0 0,0 1 1 0 0,-1-1-1 0 0,1 0 0 0 0,-1 0 1 0 0,1 1-1 0 0,-1-1 0 0 0,0 0 1 0 0,0 1-1 0 0,-1-1 0 0 0,1 0 1 0 0,-1 1-1 0 0,1-1 0 0 0,-2 4 1 0 0,-3 5-122 0 0,0 0 0 0 0,0 0 1 0 0,-1-1-1 0 0,-1 0 0 0 0,0 0 1 0 0,-15 18-1 0 0,-58 57-1213 0 0,59-66 1027 0 0,-39 38-576 0 0,58-54 728 0 0,-1 3 60 0 0,2-6 88 0 0,1-1 0 0 0,0 1-1 0 0,0 0 1 0 0,0 0 0 0 0,0-1 0 0 0,1 1-1 0 0,-1 0 1 0 0,0 0 0 0 0,0-1-1 0 0,0 1 1 0 0,1 0 0 0 0,-1-1 0 0 0,0 1-1 0 0,0 0 1 0 0,1-1 0 0 0,-1 1 0 0 0,1 0-1 0 0,-1-1 1 0 0,1 1 0 0 0,0 1-3 0 0,8 11 7 0 0,51 49 680 0 0,-55-57-604 0 0,-1 1 0 0 0,1-1 0 0 0,-1 1 0 0 0,0 0 0 0 0,-1 1 0 0 0,1-1 0 0 0,1 7 0 0 0,-4-12-70 0 0,-1 0 0 0 0,0 0-1 0 0,0 0 1 0 0,0-1 0 0 0,0 1 0 0 0,0 0 0 0 0,0 0-1 0 0,0-1 1 0 0,0 1 0 0 0,0 0 0 0 0,-1 0-1 0 0,1-1 1 0 0,0 1 0 0 0,0 0 0 0 0,-1 0-1 0 0,1-1 1 0 0,0 1 0 0 0,-1 0 0 0 0,0 0-1 0 0,0 2 19 0 0,-2 2 28 0 0,-1 1 0 0 0,1-1 0 0 0,-1 0-1 0 0,0 0 1 0 0,0 0 0 0 0,-1 0 0 0 0,-7 6 0 0 0,-38 27 148 0 0,48-37-199 0 0,-7 5-285 0 0,0-1-1 0 0,0 0 1 0 0,-1 0 0 0 0,1-1-1 0 0,-1 0 1 0 0,0-1 0 0 0,-14 4-1 0 0,0-3-1043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19.965"/>
    </inkml:context>
    <inkml:brush xml:id="br0">
      <inkml:brushProperty name="width" value="0.05" units="cm"/>
      <inkml:brushProperty name="height" value="0.05" units="cm"/>
    </inkml:brush>
  </inkml:definitions>
  <inkml:trace contextRef="#ctx0" brushRef="#br0">351 1 10735 0 0,'0'0'979'0'0,"-3"1"-808"0"0,-4 4 11 0 0,0 0 0 0 0,1 0 0 0 0,-1 0-1 0 0,1 1 1 0 0,0 0 0 0 0,-6 9 0 0 0,-33 47 2053 0 0,31-42-1939 0 0,-2 4 214 0 0,-166 253 1578 0 0,173-263-2044 0 0,4-5-28 0 0,0 0-1 0 0,1 0 1 0 0,-1 0-1 0 0,2 1 1 0 0,-5 15 0 0 0,7-22-659 0 0,17-11-5733 0 0,2-3 1441 0 0</inkml:trace>
  <inkml:trace contextRef="#ctx0" brushRef="#br0" timeOffset="1">247 99 3679 0 0,'0'0'739'0'0,"0"2"1126"0"0,2 6-177 0 0,-1 0 0 0 0,-1 0-1 0 0,1 15 1 0 0,-6 27 750 0 0,3-29-1887 0 0,0 23-1 0 0,3-12-336 0 0,-1-8-132 0 0,1 0-1 0 0,6 37 0 0 0,-3-45-82 0 0,0 7-95 0 0,2-1-1 0 0,11 30 1 0 0,-9-33-78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0.297"/>
    </inkml:context>
    <inkml:brush xml:id="br0">
      <inkml:brushProperty name="width" value="0.05" units="cm"/>
      <inkml:brushProperty name="height" value="0.05" units="cm"/>
    </inkml:brush>
  </inkml:definitions>
  <inkml:trace contextRef="#ctx0" brushRef="#br0">1 15 10135 0 0,'0'0'5304'0'0,"16"-3"-5096"0"0,-2-1-8 0 0,0 0-952 0 0,1 0-192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0.629"/>
    </inkml:context>
    <inkml:brush xml:id="br0">
      <inkml:brushProperty name="width" value="0.05" units="cm"/>
      <inkml:brushProperty name="height" value="0.05" units="cm"/>
    </inkml:brush>
  </inkml:definitions>
  <inkml:trace contextRef="#ctx0" brushRef="#br0">116 1 11519 0 0,'2'0'887'0'0,"4"0"-716"0"0,-1 0-1 0 0,1 1 1 0 0,0-1 0 0 0,-1 2 0 0 0,1-1-1 0 0,-1 0 1 0 0,1 1 0 0 0,-1 0 0 0 0,0 0-1 0 0,1 1 1 0 0,-1 0 0 0 0,5 3 0 0 0,-3-1 176 0 0,-1 1 0 0 0,0-1 0 0 0,0 1 0 0 0,0 0 0 0 0,0 1 0 0 0,-1-1 0 0 0,7 12 0 0 0,-2 3 248 0 0,0-1 1 0 0,-1 1 0 0 0,-1 1 0 0 0,-1 0 0 0 0,6 29 0 0 0,-11-36-421 0 0,0-1 1 0 0,-1 1-1 0 0,-1 0 1 0 0,0 0-1 0 0,-1 0 1 0 0,0 0-1 0 0,-1-1 1 0 0,-1 1-1 0 0,-9 27 1 0 0,0-8 28 0 0,-2-1 0 0 0,-1-1-1 0 0,-19 32 1 0 0,-46 61-431 0 0,63-101-1092 0 0,-2 0 1 0 0,-42 40 0 0 0,22-33-280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2.888"/>
    </inkml:context>
    <inkml:brush xml:id="br0">
      <inkml:brushProperty name="width" value="0.05" units="cm"/>
      <inkml:brushProperty name="height" value="0.05" units="cm"/>
    </inkml:brush>
  </inkml:definitions>
  <inkml:trace contextRef="#ctx0" brushRef="#br0">1 356 3679 0 0,'0'0'284'0'0,"3"0"-186"0"0,9 1 767 0 0,1-1 0 0 0,0-1 0 0 0,0 0 0 0 0,0-1 0 0 0,-1 0 0 0 0,1-1-1 0 0,-1-1 1 0 0,1 0 0 0 0,-1 0 0 0 0,-1-1 0 0 0,16-9 0 0 0,13-10 1107 0 0,66-51 0 0 0,-89 61-1853 0 0,-9 9-36 0 0,-1-1 0 0 0,-1 0 0 0 0,1 0-1 0 0,-1-1 1 0 0,0 0 0 0 0,-1 0 0 0 0,8-13 0 0 0,-11 18-63 0 0,-1 0 0 0 0,0-1 0 0 0,0 1 0 0 0,0 0 0 0 0,0-1 0 0 0,-1 1 0 0 0,1-1 0 0 0,-1 1 0 0 0,1-1 0 0 0,-1 1 0 0 0,0-1 0 0 0,0 1 0 0 0,0-1 0 0 0,0 1 0 0 0,0-1 0 0 0,-1 1 0 0 0,1-1 0 0 0,-1 1 1 0 0,1-1-1 0 0,-1 1 0 0 0,0 0 0 0 0,0-1 0 0 0,0 1 0 0 0,0 0 0 0 0,-1 0 0 0 0,1 0 0 0 0,-1 0 0 0 0,1 0 0 0 0,-1 0 0 0 0,0 0 0 0 0,-3-3 0 0 0,-4-2 15 0 0,0 0 0 0 0,0 1 0 0 0,-1 0-1 0 0,0 0 1 0 0,0 1 0 0 0,0 0 0 0 0,-1 1-1 0 0,0 0 1 0 0,0 0 0 0 0,0 2 0 0 0,0-1-1 0 0,-22-1 1 0 0,25 5-37 0 0,0-1-1 0 0,0 2 0 0 0,-1-1 1 0 0,1 1-1 0 0,0 0 0 0 0,0 1 1 0 0,1 0-1 0 0,-1 0 0 0 0,1 1 1 0 0,-1 0-1 0 0,1 0 0 0 0,0 1 1 0 0,0 0-1 0 0,-6 6 0 0 0,4-3-10 0 0,1 0 1 0 0,0 0-1 0 0,1 0 0 0 0,0 1 0 0 0,0 1 0 0 0,1-1 0 0 0,0 1 0 0 0,1 0 0 0 0,-8 20 0 0 0,7-13-4 0 0,2 1 0 0 0,0 1 1 0 0,1-1-1 0 0,0 0 0 0 0,2 1 0 0 0,1 34 1 0 0,1-39 6 0 0,0 0 1 0 0,2-1 0 0 0,-1 1-1 0 0,2 0 1 0 0,0-1 0 0 0,0 0-1 0 0,1 0 1 0 0,1 0 0 0 0,12 21-1 0 0,-11-24 1 0 0,0-1 0 0 0,1-1 0 0 0,0 1 0 0 0,1-1 0 0 0,-1 0 0 0 0,1-1 0 0 0,1 0 0 0 0,-1-1 0 0 0,1 1 0 0 0,1-2 0 0 0,-1 0 0 0 0,1 0 0 0 0,0-1 0 0 0,0 0 0 0 0,0-1 0 0 0,12 3 0 0 0,3-2-167 0 0,-1-1 0 0 0,1-1 0 0 0,0-1 0 0 0,0-1 0 0 0,0-2 0 0 0,29-4 0 0 0,-39 3-161 0 0,-1 0 0 0 0,1-1 0 0 0,19-7 0 0 0,-3-6-4218 0 0,-8 1-869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3.218"/>
    </inkml:context>
    <inkml:brush xml:id="br0">
      <inkml:brushProperty name="width" value="0.05" units="cm"/>
      <inkml:brushProperty name="height" value="0.05" units="cm"/>
    </inkml:brush>
  </inkml:definitions>
  <inkml:trace contextRef="#ctx0" brushRef="#br0">6 16 6447 0 0,'-5'-9'8468'0'0,"14"7"-7739"0"0,0 0-1 0 0,0 1 0 0 0,0 0 1 0 0,0 0-1 0 0,0 1 0 0 0,14 2 1 0 0,60 11-508 0 0,-70-11-33 0 0,-2 0-175 0 0,107 18 26 0 0,-91-17-229 0 0,0-1 0 0 0,38-2 0 0 0,-3-9-3512 0 0,-45 6-2286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3.546"/>
    </inkml:context>
    <inkml:brush xml:id="br0">
      <inkml:brushProperty name="width" value="0.05" units="cm"/>
      <inkml:brushProperty name="height" value="0.05" units="cm"/>
    </inkml:brush>
  </inkml:definitions>
  <inkml:trace contextRef="#ctx0" brushRef="#br0">423 0 14079 0 0,'0'0'1276'0'0,"-1"2"-1049"0"0,-66 82 2249 0 0,2-3-1241 0 0,26-28-719 0 0,-6 7-321 0 0,-72 128 0 0 0,98-152-246 0 0,-27 62-429 0 0,40-83-681 0 0,1 0 1 0 0,-4 23-1 0 0,5-17-4834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3.875"/>
    </inkml:context>
    <inkml:brush xml:id="br0">
      <inkml:brushProperty name="width" value="0.05" units="cm"/>
      <inkml:brushProperty name="height" value="0.05" units="cm"/>
    </inkml:brush>
  </inkml:definitions>
  <inkml:trace contextRef="#ctx0" brushRef="#br0">358 1 13015 0 0,'1'2'596'0'0,"3"6"-470"0"0,0 0 1 0 0,-1 1-1 0 0,0 0 0 0 0,-1 0 0 0 0,0 0 0 0 0,0 0 0 0 0,1 14 1 0 0,-2 67 1141 0 0,-10 38 329 0 0,3-80-1312 0 0,3 1 0 0 0,4 54 0 0 0,0-78-413 0 0,-1-14-2748 0 0</inkml:trace>
  <inkml:trace contextRef="#ctx0" brushRef="#br0" timeOffset="1">1 305 3223 0 0,'0'0'288'0'0,"14"2"-288"0"0,4-4 0 0 0,2-1 0 0 0,3 0 1496 0 0,1-2 240 0 0,3-2 56 0 0,7-4-5032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4.213"/>
    </inkml:context>
    <inkml:brush xml:id="br0">
      <inkml:brushProperty name="width" value="0.05" units="cm"/>
      <inkml:brushProperty name="height" value="0.05" units="cm"/>
    </inkml:brush>
  </inkml:definitions>
  <inkml:trace contextRef="#ctx0" brushRef="#br0">207 3 12439 0 0,'0'0'958'0'0,"2"-1"115"0"0,-2 0-949 0 0,0 1-1 0 0,1 0 1 0 0,-1 0-1 0 0,0 0 0 0 0,0 0 1 0 0,0 0-1 0 0,0 0 1 0 0,1 0-1 0 0,-1 0 0 0 0,0 0 1 0 0,0 0-1 0 0,0 0 1 0 0,0 0-1 0 0,1 0 0 0 0,-1 0 1 0 0,0 0-1 0 0,0 0 1 0 0,0 0-1 0 0,0 0 0 0 0,1 0 1 0 0,-1 0-1 0 0,2 1 1482 0 0,-2 0-1482 0 0,-2 4 3517 0 0,-2 0-4602 0 0,-41 59 1693 0 0,24-36-352 0 0,1 1 0 0 0,1 1 1 0 0,-27 61-1 0 0,31-51-379 0 0,-15 61 0 0 0,26-81 0 0 0,1 0 0 0 0,0 1 0 0 0,1-1 0 0 0,1 1 0 0 0,3 23 0 0 0,-2-39-11 0 0,1 0-1 0 0,0 0 0 0 0,0 0 1 0 0,0 0-1 0 0,0 0 1 0 0,1 0-1 0 0,0 0 1 0 0,0-1-1 0 0,0 1 0 0 0,1 0 1 0 0,0-1-1 0 0,5 7 1 0 0,-5-8-3 0 0,-1-1 0 0 0,1 0-1 0 0,-1 0 1 0 0,1 0 0 0 0,0 0 0 0 0,0 0 0 0 0,0 0 0 0 0,0-1 0 0 0,0 0 0 0 0,0 0 0 0 0,1 1-1 0 0,-1-2 1 0 0,0 1 0 0 0,1 0 0 0 0,-1-1 0 0 0,0 1 0 0 0,1-1 0 0 0,-1 0 0 0 0,1 0 0 0 0,3-1-1 0 0,8-1-266 0 0,-1-1-1 0 0,0-1 0 0 0,0 0 0 0 0,0-1 1 0 0,0 0-1 0 0,13-8 0 0 0,77-48-877 0 0,-52 29 683 0 0,-37 22-27 0 0,0-1 1 0 0,-1 0-1 0 0,0-1 1 0 0,0 0-1 0 0,19-24 1 0 0,-20 20-733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4.570"/>
    </inkml:context>
    <inkml:brush xml:id="br0">
      <inkml:brushProperty name="width" value="0.05" units="cm"/>
      <inkml:brushProperty name="height" value="0.05" units="cm"/>
    </inkml:brush>
  </inkml:definitions>
  <inkml:trace contextRef="#ctx0" brushRef="#br0">1 19 3679 0 0,'0'0'284'0'0,"2"0"-186"0"0,36-7 1968 0 0,-1 1 0 0 0,1 3 1 0 0,0 1-1 0 0,0 1 0 0 0,0 2 1 0 0,0 2-1 0 0,72 15 0 0 0,-78-10-2363 0 0,8 2-1626 0 0,54 7-1 0 0,-78-16 100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7T03:16:24.930"/>
    </inkml:context>
    <inkml:brush xml:id="br0">
      <inkml:brushProperty name="width" value="0.05" units="cm"/>
      <inkml:brushProperty name="height" value="0.05" units="cm"/>
    </inkml:brush>
  </inkml:definitions>
  <inkml:trace contextRef="#ctx0" brushRef="#br0">1 46 5527 0 0,'1'-1'3874'0'0,"7"-7"-1048"0"0,-5 4-2277 0 0,0 1 0 0 0,-1 0 1 0 0,1 1-1 0 0,0-1 0 0 0,1 1 0 0 0,-1-1 1 0 0,0 1-1 0 0,1 0 0 0 0,-1 0 0 0 0,1 0 1 0 0,0 1-1 0 0,4-2 0 0 0,2 1-167 0 0,1 1 0 0 0,-1 0 0 0 0,0 1 0 0 0,1 0 0 0 0,-1 0 0 0 0,0 1 0 0 0,1 1 0 0 0,12 3 0 0 0,29 2-36 0 0,-21-2-266 0 0,-24-4-493 0 0,-1-1 0 0 0,1 0 0 0 0,-1 0 0 0 0,1-1 1 0 0,-1 1-1 0 0,1-1 0 0 0,-1-1 0 0 0,1 1 0 0 0,6-3 0 0 0,-2-1-1402 0 0</inkml:trace>
</inkml:ink>
</file>

<file path=ppt/ink/ink9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08T09:20:05.621"/>
    </inkml:context>
    <inkml:brush xml:id="br0">
      <inkml:brushProperty name="width" value="0.05292" units="cm"/>
      <inkml:brushProperty name="height" value="0.05292" units="cm"/>
      <inkml:brushProperty name="color" value="#FF0000"/>
    </inkml:brush>
  </inkml:definitions>
  <inkml:trace contextRef="#ctx0" brushRef="#br0">10136 9792 2751 0,'0'0'256'0,"0"0"-256"0,0 0 0 0,0 0 0 0,0 0 1472 0,-11 3 240 16,11-3 48-16,0 0 16 0,0 0-512 0,-9 0-112 15,9 0 0-15,0 0-16 0,0 0-176 0,0 0-48 16,0 0 0-16,0 0 0 0,0 0-80 0,-7-3 0 16,1-5-16-16,6 8 0 0,0 0-16 0,0 0 0 15,0 0 0-15,0 0 0 0,0 0-320 0,0 0-64 0,-8 2-16 16,8-2 0-16,-9 7 128 0,2-1 32 15,7-6 0-15,-5 11 0 0,-3-2-64 0,3 1-16 0,0 2 0 16,1-5 0-16,4-7-240 0,-4 10-48 0,0 0-16 0,4-10 0 16,-4 10-176-16,4-10 0 0,-4 10 0 0,1-1 128 15,3-9-128-15,-2 11 0 0,2-11 0 0,-3 10 0 16,3-10 0-16,-2 12 0 0,-1-2 0 0,3-10 0 0,-4 11 0 0,1-1 0 16,1 0 0-16,-1 0 0 15,1 0 0-15,2-10 128 0,-2 9-128 0,1-2 0 0,0 2 0 0,-1-1 0 16,2-1 0-16,0 1 0 0,0 1 0 0,0-1 0 15,2 0 0-15,-2-8 0 0,2 9 0 0,1-1 0 16,-3-8 0-16,4 8 0 0,-4-8 0 0,5 6 0 16,-5-6-144-16,4 8 144 0,-4-8 0 0,6 4 0 15,0 0 0-15,0 1 0 0,-6-5-128 0,7 3 128 16,-7-3 0-16,0 0 0 0,8 2 0 0,-8-2 0 16,6 3 0-16,-6-3 0 0,8 1 0 0,-8-1 0 15,6 2 0-15,-6-2 0 0,0 0 0 0,8 0 0 16,-8 0 0-16,8 0 0 0,-1 0 0 0,-7 0 0 15,7-3 128-15,0 0-128 0,-1 1 0 0,1-1 0 16,-2-1 0-16,2 2 0 0,-1-5 128 0,1 2-128 16,1-2 0-16,-2 1 0 0,-1 1 128 0,1-1-128 0,-1 0 0 15,0-1 144-15,0 1-144 0,-1-1 192 16,0 2-192-16,0-1 192 0,0-1 0 0,1 1 0 16,-5 6 0-16,7-11 0 0,-7 11-32 0,6-9 0 15,-2 0 0-15,-1 1 0 0,-3 8-160 0,2-10 192 16,-2 10-192-16,3-9 192 0,-3 9-16 0,2-10 0 15,0 3 0-15,-2 7 0 0,1-12 64 0,-1 12 16 16,4-12 0-16,-1 3 0 0,-3 9-64 0,1-10 0 0,-1 10 0 0,2-11 0 16,0 1 0-16,-2 10 0 0,0-9 0 0,0-1 0 15,0 0-192-15,1 1 176 0,-1 1-176 0,0 8 160 16,0-12-160-16,-1 3 0 0,1 9 144 0,-2-9-144 16,1 0 0-16,1 9 0 0,-2-10 0 0,-1 2 128 0,3 8-128 15,-4-9 144-15,0-1-144 0,4 10 160 16,-3-7-160-16,3 7 192 0,-3-10-192 0,-1 3 192 0,-2 0-192 0,6 7 192 15,-5-9-192-15,1-1 192 0,4 10-192 0,-4-8 128 16,1 1-128-16,3 7 128 0,0 0-128 0,-6-4 0 16,6 4 144-16,0 0-144 0,-10 0 176 0,1 3-48 15,9-3 0-15,-11 6 0 0,2 2-128 0,0 0 0 16,1 0 0-16,2 0 128 0,-1 1-128 0,1 0 0 16,6-9 0-16,-7 7 0 0,7-7 0 0,-6 7 0 15,6-7 0-15,0 0 0 0,-7 11-160 0,7-11-16 16,0 0 0-16,0 0 0 15,0 0-1344-15,0 0-272 0,0 0-48 0,7 8-11984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8:16.662"/>
    </inkml:context>
    <inkml:brush xml:id="br0">
      <inkml:brushProperty name="width" value="0.05" units="cm"/>
      <inkml:brushProperty name="height" value="0.05" units="cm"/>
    </inkml:brush>
  </inkml:definitions>
  <inkml:trace contextRef="#ctx0" brushRef="#br0">258 52 2303 0 0,'0'0'12491'0'0,"-8"-3"-10440"0"0,3 3-1839 0 0,1 1 0 0 0,-1 0 1 0 0,1 0-1 0 0,-1 1 1 0 0,1-1-1 0 0,0 1 1 0 0,-1 0-1 0 0,1 0 1 0 0,0 0-1 0 0,0 1 1 0 0,-5 3-1 0 0,-3 4 126 0 0,1-1 0 0 0,-15 16 1 0 0,2 1 43 0 0,0 2 1 0 0,-27 41 0 0 0,45-60-303 0 0,0 0 0 0 0,1 0 0 0 0,0 1 1 0 0,1 0-1 0 0,0 0 0 0 0,1 0 0 0 0,0 1 0 0 0,0-1 0 0 0,1 1 1 0 0,1 0-1 0 0,-1-1 0 0 0,2 17 0 0 0,0-24-75 0 0,0 0 0 0 0,1 0-1 0 0,-1 0 1 0 0,1 0 0 0 0,0 0 0 0 0,-1 0-1 0 0,2 0 1 0 0,-1 0 0 0 0,0 0 0 0 0,0-1-1 0 0,1 1 1 0 0,0 0 0 0 0,-1-1 0 0 0,1 1-1 0 0,0-1 1 0 0,3 3 0 0 0,-2-2 10 0 0,0-1 0 0 0,1 0 0 0 0,-1 0 0 0 0,1 0 0 0 0,-1 0 1 0 0,1 0-1 0 0,0-1 0 0 0,0 0 0 0 0,-1 0 0 0 0,1 0 0 0 0,5 1 0 0 0,1-1 15 0 0,-1-1 0 0 0,1 0 0 0 0,-1 0-1 0 0,1-1 1 0 0,0 0 0 0 0,-1 0 0 0 0,1-1 0 0 0,-1-1-1 0 0,14-4 1 0 0,-12 2 8 0 0,-1 0-1 0 0,0-1 0 0 0,0 0 1 0 0,-1-1-1 0 0,0 0 1 0 0,0 0-1 0 0,11-12 1 0 0,49-65 330 0 0,-29 34 44 0 0,-35 44-330 0 0,0 0 0 0 0,-1-1 1 0 0,1 1-1 0 0,-1-1 0 0 0,-1 0 0 0 0,1-1 0 0 0,-1 1 1 0 0,0-1-1 0 0,-1 1 0 0 0,3-15 0 0 0,-3 10-18 0 0,-2 0 0 0 0,1 0 0 0 0,-1 0 0 0 0,-1 0 0 0 0,0 0 0 0 0,-5-19 0 0 0,3 21 16 0 0,2 8-66 0 0,1 0-1 0 0,-1 1 1 0 0,0-1 0 0 0,0 0-1 0 0,0 1 1 0 0,0-1 0 0 0,0 1-1 0 0,0-1 1 0 0,0 1 0 0 0,-1 0-1 0 0,1 0 1 0 0,0-1 0 0 0,-1 1-1 0 0,1 0 1 0 0,-1 0 0 0 0,-1-1-1 0 0,-2 0 27 0 0,3 0-17 0 0,-1 0 1 0 0,1 0-1 0 0,-1 1 0 0 0,0 0 1 0 0,0-1-1 0 0,0 1 0 0 0,0 0 0 0 0,0 0 1 0 0,0 1-1 0 0,-3-2 0 0 0,-4 2 8 0 0,1 0-1 0 0,0 0 1 0 0,-15 3 0 0 0,20-3-22 0 0,1 0-1 0 0,0 1 1 0 0,0-1 0 0 0,-1 1 0 0 0,1 0 0 0 0,0 0-1 0 0,0 0 1 0 0,0 0 0 0 0,0 1 0 0 0,0-1 0 0 0,-3 3-1 0 0,-1 1 4 0 0,-4 1-12 0 0,3 3 0 0 0,6-5 0 0 0,2-2 0 0 0,-1-1 0 0 0,1 1 0 0 0,-1-1 0 0 0,1 0 0 0 0,-1 0 0 0 0,0 1 0 0 0,0-1 0 0 0,0 0 0 0 0,1 0 0 0 0,-1 0 0 0 0,0 0 0 0 0,-1 0 0 0 0,-1 2 0 0 0,-5 5 0 0 0,0 2 0 0 0,1 1 0 0 0,1-2-85 0 0,5-7-347 0 0,-2 11-2820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29.152"/>
    </inkml:context>
    <inkml:brush xml:id="br0">
      <inkml:brushProperty name="width" value="0.05" units="cm"/>
      <inkml:brushProperty name="height" value="0.05" units="cm"/>
    </inkml:brush>
  </inkml:definitions>
  <inkml:trace contextRef="#ctx0" brushRef="#br0">110 13 8719 0 0,'0'0'794'0'0,"4"-2"-652"0"0,12-9 6017 0 0,-17 15-5391 0 0,-6 44 193 0 0,-2 1 0 0 0,-29 85 0 0 0,10-35-675 0 0,-1-14-165 0 0,11-37-1926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29.481"/>
    </inkml:context>
    <inkml:brush xml:id="br0">
      <inkml:brushProperty name="width" value="0.05" units="cm"/>
      <inkml:brushProperty name="height" value="0.05" units="cm"/>
    </inkml:brush>
  </inkml:definitions>
  <inkml:trace contextRef="#ctx0" brushRef="#br0">0 0 1375 0 0,'1'2'107'0'0,"6"44"1854"0"0,5 26 6677 0 0,-3-19-4063 0 0,-4-19-4906 0 0,0-8 834 0 0,1 0 0 0 0,1-1 0 0 0,12 30 0 0 0,-14-43-1293 0 0,1-1 1 0 0,14 19 0 0 0,-11-18-5021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0.201"/>
    </inkml:context>
    <inkml:brush xml:id="br0">
      <inkml:brushProperty name="width" value="0.05" units="cm"/>
      <inkml:brushProperty name="height" value="0.05" units="cm"/>
    </inkml:brush>
  </inkml:definitions>
  <inkml:trace contextRef="#ctx0" brushRef="#br0">3 171 1375 0 0,'0'-2'66'0'0,"-3"-16"9119"0"0,12 21-5029 0 0,7 12-3184 0 0,-10-9-739 0 0,-1 1 1 0 0,0 1-1 0 0,-1-1 1 0 0,1 1-1 0 0,3 9 0 0 0,14 44 194 0 0,-14-35-266 0 0,41 132 346 0 0,-28-84-389 0 0,32 77 0 0 0,-16-67 172 0 0,-37-84-266 0 0,0 1 0 0 0,0-1-1 0 0,0 1 1 0 0,0-1 0 0 0,1 1-1 0 0,-1-1 1 0 0,0 1 0 0 0,0-1-1 0 0,1 1 1 0 0,-1-1 0 0 0,0 1-1 0 0,0-1 1 0 0,1 0 0 0 0,-1 1-1 0 0,1-1 1 0 0,-1 1 0 0 0,0-1-1 0 0,1 0 1 0 0,-1 0 0 0 0,1 1-1 0 0,-1-1 1 0 0,1 0 0 0 0,-1 0 0 0 0,1 1-1 0 0,-1-1 1 0 0,1 0 0 0 0,-1 0-1 0 0,1 0 1 0 0,-1 0 0 0 0,1 0-1 0 0,-1 0 1 0 0,1 0 0 0 0,-1 0-1 0 0,1 0 1 0 0,-1 0 0 0 0,1 0-1 0 0,-1 0 1 0 0,1 0 0 0 0,-1 0-1 0 0,1 0 1 0 0,-1-1 0 0 0,1 1-1 0 0,-1 0 1 0 0,1 0 0 0 0,-1-1-1 0 0,1 1 1 0 0,-1 0 0 0 0,0-1-1 0 0,1 1 1 0 0,-1 0 0 0 0,1-1 0 0 0,-1 1-1 0 0,0 0 1 0 0,1-1 0 0 0,2-2 33 0 0,-1 0 1 0 0,0 0 0 0 0,1-1 0 0 0,-1 1 0 0 0,3-6 0 0 0,3-13 206 0 0,-1-1 0 0 0,-1 0 0 0 0,0 0 0 0 0,1-25 0 0 0,1 3-131 0 0,67-365 348 0 0,-65 360-618 0 0,21-59-1 0 0,-30 107-35 0 0,1 16-7897 0 0,-2-12 7075 0 0,1 12-4572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0.552"/>
    </inkml:context>
    <inkml:brush xml:id="br0">
      <inkml:brushProperty name="width" value="0.05" units="cm"/>
      <inkml:brushProperty name="height" value="0.05" units="cm"/>
    </inkml:brush>
  </inkml:definitions>
  <inkml:trace contextRef="#ctx0" brushRef="#br0">293 1 13103 0 0,'0'0'1186'0'0,"-2"0"-978"0"0,-2-1-114 0 0,1 1 0 0 0,-1 0 0 0 0,0 0 1 0 0,1 1-1 0 0,-1-1 0 0 0,0 1 1 0 0,0 0-1 0 0,1 0 0 0 0,-1 0 0 0 0,1 0 1 0 0,-1 0-1 0 0,1 1 0 0 0,0 0 1 0 0,-1 0-1 0 0,1 0 0 0 0,0 0 0 0 0,0 0 1 0 0,0 1-1 0 0,-4 3 0 0 0,2 0 123 0 0,0 0 0 0 0,0 0 0 0 0,1 1 0 0 0,0 0-1 0 0,0-1 1 0 0,0 1 0 0 0,1 1 0 0 0,-4 9 0 0 0,7-15-171 0 0,0 0 1 0 0,-1-1-1 0 0,1 1 1 0 0,0 0-1 0 0,0 0 1 0 0,0 0-1 0 0,0 0 1 0 0,1 0-1 0 0,-1 0 1 0 0,1-1-1 0 0,-1 1 1 0 0,1 2-1 0 0,1 2 79 0 0,4 21 371 0 0,-5-25-261 0 0,0 1-55 0 0,2 2-119 0 0,-1 1 0 0 0,1-1 0 0 0,-1 1 0 0 0,0-1-1 0 0,-1 1 1 0 0,1 0 0 0 0,-1 0 0 0 0,0 0 0 0 0,-1 0 0 0 0,1 0 0 0 0,-1 0 0 0 0,0 0 0 0 0,-1 0 0 0 0,1 0 0 0 0,-3 5 0 0 0,1-5-34 0 0,-1 0 0 0 0,1 0 0 0 0,-1 0 0 0 0,-1-1 0 0 0,1 0 0 0 0,-1 1 0 0 0,0-1 0 0 0,0-1 0 0 0,-8 8 0 0 0,4-5-39 0 0,0 0-1 0 0,-1-1 1 0 0,0 0-1 0 0,-18 9 1 0 0,22-13-132 0 0,0 0 0 0 0,0 0 1 0 0,0-1-1 0 0,0 0 1 0 0,0 0-1 0 0,0-1 1 0 0,-1 1-1 0 0,-8-1 1 0 0,10-1-363 0 0,0 1 0 0 0,0-1 0 0 0,0 1 0 0 0,1-1 0 0 0,-1 0 0 0 0,0 0 0 0 0,-5-3 0 0 0,-1-2-5368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1.681"/>
    </inkml:context>
    <inkml:brush xml:id="br0">
      <inkml:brushProperty name="width" value="0.05" units="cm"/>
      <inkml:brushProperty name="height" value="0.05" units="cm"/>
    </inkml:brush>
  </inkml:definitions>
  <inkml:trace contextRef="#ctx0" brushRef="#br0">92 10 3223 0 0,'0'0'143'0'0,"0"-1"-3"0"0,-2-7 5056 0 0,1 17-600 0 0,-5 8-3034 0 0,1-5-932 0 0,-30 121 1804 0 0,14-48-1703 0 0,14-59-418 0 0,2 0 0 0 0,-3 32-1 0 0,7-47-170 0 0,0 0 0 0 0,1 0-1 0 0,1 0 1 0 0,0 0-1 0 0,0 0 1 0 0,1 0-1 0 0,7 21 1 0 0,-9-31-116 0 0,1 1 0 0 0,0 0 0 0 0,0 0 0 0 0,-1-1 0 0 0,1 1 0 0 0,0 0 0 0 0,1-1 0 0 0,-1 1 0 0 0,0-1 1 0 0,0 1-1 0 0,1-1 0 0 0,-1 0 0 0 0,1 0 0 0 0,-1 1 0 0 0,1-1 0 0 0,0 0 0 0 0,-1 0 0 0 0,1 0 0 0 0,0-1 0 0 0,0 1 0 0 0,2 0 0 0 0,-2 0-7 0 0,1-1 0 0 0,0 0 0 0 0,-1 0 0 0 0,1 0-1 0 0,0 0 1 0 0,-1 0 0 0 0,1-1 0 0 0,0 1 0 0 0,-1-1 0 0 0,1 0-1 0 0,0 1 1 0 0,-1-1 0 0 0,0 0 0 0 0,1-1 0 0 0,2-1 0 0 0,4-2 50 0 0,-1-1 0 0 0,0-1 0 0 0,0 0 0 0 0,0 0 0 0 0,-1 0 1 0 0,11-15-1 0 0,33-56 272 0 0,-28 40-215 0 0,33-60 49 0 0,-46 78-133 0 0,-1-1 0 0 0,13-41-1 0 0,-10 22 23 0 0,-43 105 36 0 0,17-26 30 0 0,-12 53-1 0 0,22-73-88 0 0,1 1-1 0 0,1-1 1 0 0,1 1 0 0 0,1 38 0 0 0,1-52-42 0 0,-1-1 1 0 0,1 1-1 0 0,0-1 0 0 0,1 0 0 0 0,-1 0 1 0 0,1 1-1 0 0,0-1 0 0 0,0 0 0 0 0,1 0 1 0 0,-1-1-1 0 0,1 1 0 0 0,0-1 1 0 0,1 1-1 0 0,-1-1 0 0 0,1 0 0 0 0,-1 0 1 0 0,8 5-1 0 0,-9-7-83 0 0,0-1 0 0 0,1 0 0 0 0,-1 0 1 0 0,1 0-1 0 0,-1 0 0 0 0,1-1 0 0 0,-1 1 0 0 0,1 0 1 0 0,-1-1-1 0 0,1 0 0 0 0,0 0 0 0 0,-1 0 0 0 0,5 0 1 0 0,14-4-2142 0 0,-4-2-3288 0 0,-3-1-779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2.061"/>
    </inkml:context>
    <inkml:brush xml:id="br0">
      <inkml:brushProperty name="width" value="0.05" units="cm"/>
      <inkml:brushProperty name="height" value="0.05" units="cm"/>
    </inkml:brush>
  </inkml:definitions>
  <inkml:trace contextRef="#ctx0" brushRef="#br0">115 1 13823 0 0,'-1'2'1062'0'0,"-6"24"-166"0"0,-1 0 0 0 0,-22 46 0 0 0,-7 23 1738 0 0,29-73-2306 0 0,2 0 0 0 0,0 1 0 0 0,2 0 0 0 0,0 0 0 0 0,2 1 0 0 0,1-1 0 0 0,0 0 0 0 0,4 27 0 0 0,-2-41-550 0 0,0 1 0 0 0,1-1-1 0 0,1 0 1 0 0,-1 0 0 0 0,1 0-1 0 0,1 0 1 0 0,6 12 0 0 0,-8-18 121 0 0,0-1 0 0 0,0 1 0 0 0,0 0 0 0 0,0-1 0 0 0,0 1 0 0 0,1-1 0 0 0,-1 0 0 0 0,1 0 0 0 0,0 0 0 0 0,-1 0 0 0 0,1 0 0 0 0,0 0 0 0 0,0-1 0 0 0,0 1 0 0 0,0-1 0 0 0,0 0 0 0 0,1 0 0 0 0,-1 0 0 0 0,0 0 0 0 0,1-1 0 0 0,-1 0 0 0 0,0 1 0 0 0,1-1 1 0 0,3 0-1 0 0,6-3-2335 0 0,0-2-3730 0 0</inkml:trace>
  <inkml:trace contextRef="#ctx0" brushRef="#br0" timeOffset="1">413 61 10591 0 0,'0'0'964'0'0,"-2"2"-794"0"0,-12 12 1466 0 0,1 0 0 0 0,1 2 0 0 0,0-1 0 0 0,-14 27 0 0 0,23-37-1540 0 0,-9 14 170 0 0,1 1 1 0 0,1 0 0 0 0,1 0-1 0 0,0 1 1 0 0,2 0 0 0 0,1 1-1 0 0,0 0 1 0 0,2 0-1 0 0,0 0 1 0 0,-1 38 0 0 0,5-53-309 0 0,1 0 1 0 0,-1 0 0 0 0,1 0-1 0 0,1-1 1 0 0,-1 1 0 0 0,1 0-1 0 0,0-1 1 0 0,1 1 0 0 0,-1-1-1 0 0,8 11 1 0 0,-9-15-399 0 0,13 4-2656 0 0,-1-2 1272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2.430"/>
    </inkml:context>
    <inkml:brush xml:id="br0">
      <inkml:brushProperty name="width" value="0.05" units="cm"/>
      <inkml:brushProperty name="height" value="0.05" units="cm"/>
    </inkml:brush>
  </inkml:definitions>
  <inkml:trace contextRef="#ctx0" brushRef="#br0">0 253 8751 0 0,'0'0'674'0'0,"1"-1"-438"0"0,2-2 318 0 0,1 0 0 0 0,-1 1 0 0 0,1-1 0 0 0,-1 1 0 0 0,1 0 0 0 0,0 0 0 0 0,0 0 0 0 0,-1 0 0 0 0,1 1-1 0 0,1 0 1 0 0,5-2 0 0 0,6 0 1152 0 0,29-3-1 0 0,59 7 842 0 0,-39 1-2057 0 0,-39-1-1545 0 0,-1 1 0 0 0,39 9 0 0 0,-43-8-6089 0 0</inkml:trace>
  <inkml:trace contextRef="#ctx0" brushRef="#br0" timeOffset="1">703 0 3223 0 0,'1'2'240'0'0,"4"13"1379"0"0,-1 0-1 0 0,0 0 0 0 0,-1 0 0 0 0,-1 1 0 0 0,0-1 0 0 0,0 19 0 0 0,-3-11-3 0 0,-1 1 1 0 0,-1-1 0 0 0,-8 35-1 0 0,-2-11-1076 0 0,-2-2 0 0 0,-3 0-1 0 0,-31 60 1 0 0,34-77-1661 0 0,-19 28-1 0 0,4-17-6520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8.076"/>
    </inkml:context>
    <inkml:brush xml:id="br0">
      <inkml:brushProperty name="width" value="0.05" units="cm"/>
      <inkml:brushProperty name="height" value="0.05" units="cm"/>
    </inkml:brush>
  </inkml:definitions>
  <inkml:trace contextRef="#ctx0" brushRef="#br0">1 42 8895 0 0,'0'0'808'0'0,"3"-1"-664"0"0,10-3-10 0 0,34-9 4008 0 0,-28 10-3310 0 0,25 0 0 0 0,-38 3-718 0 0,54-6 44 0 0,-48 6-126 0 0,-8 0-32 0 0,0 0 0 0 0,0 0 0 0 0,0-1-1 0 0,0 1 1 0 0,0-1 0 0 0,0 0 0 0 0,7-3 0 0 0,0 0-143 0 0,-9 4-11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38.435"/>
    </inkml:context>
    <inkml:brush xml:id="br0">
      <inkml:brushProperty name="width" value="0.05" units="cm"/>
      <inkml:brushProperty name="height" value="0.05" units="cm"/>
    </inkml:brush>
  </inkml:definitions>
  <inkml:trace contextRef="#ctx0" brushRef="#br0">15 1 11111 0 0,'-1'22'488'0'0,"1"-6"112"0"0,-2 5-480 0 0,2 2-120 0 0,-2 2 0 0 0,-1 6 0 0 0,2 2 320 0 0,-1 2 32 0 0,-1 2 16 0 0,3 0 0 0 0,0 0-192 0 0,0-2-40 0 0,0-1-8 0 0,1-2-3888 0 0,1-2-784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41.753"/>
    </inkml:context>
    <inkml:brush xml:id="br0">
      <inkml:brushProperty name="width" value="0.05" units="cm"/>
      <inkml:brushProperty name="height" value="0.05" units="cm"/>
    </inkml:brush>
  </inkml:definitions>
  <inkml:trace contextRef="#ctx0" brushRef="#br0">136 63 5063 0 0,'0'0'390'0'0,"3"-11"1859"0"0,-3 1 834 0 0,-1 9-2398 0 0,0 0-678 0 0,1 0 119 0 0,0 0-1 0 0,-1 1 0 0 0,1-1 0 0 0,-1 0 0 0 0,0 0 0 0 0,1 0 0 0 0,-1 1 0 0 0,0-1 0 0 0,1 0 0 0 0,-1 1 0 0 0,0-1 0 0 0,0 0 1 0 0,1 1-1 0 0,-1-1 0 0 0,0 1 0 0 0,0-1 0 0 0,0 1 0 0 0,0 0 0 0 0,0-1 0 0 0,0 1 0 0 0,0 0 0 0 0,0 0 0 0 0,0 0 0 0 0,0-1 1 0 0,0 1-1 0 0,0 0 0 0 0,0 0 0 0 0,0 0 0 0 0,-2 1 0 0 0,-3 2 42 0 0,0 0 1 0 0,0 0-1 0 0,0 1 1 0 0,0 0 0 0 0,0 0-1 0 0,1 0 1 0 0,0 1-1 0 0,0 0 1 0 0,0 0-1 0 0,0 0 1 0 0,1 0-1 0 0,0 1 1 0 0,-6 11-1 0 0,5-7-7 0 0,0 0 0 0 0,1 0 0 0 0,0 0 0 0 0,1 1 0 0 0,0 0 0 0 0,0 0 0 0 0,1-1 0 0 0,1 1 0 0 0,0 0 0 0 0,1 1 0 0 0,0-1 0 0 0,2 18 0 0 0,-2-27-150 0 0,4 11 35 0 0,4 11 28 0 0,1 0 79 0 0,-8-22-64 0 0,0 1 0 0 0,11 18 96 0 0,-11-19 8 0 0,0-2-174 0 0,0 1 0 0 0,0-1-1 0 0,0 0 1 0 0,0 0 0 0 0,0 1 0 0 0,0-1 0 0 0,-1 1-1 0 0,1-1 1 0 0,0 1 0 0 0,0-1 0 0 0,-1 1-1 0 0,1-1 1 0 0,1 2 0 0 0,-2-1 1 0 0,1-1-1 0 0,-1 1 1 0 0,1-1-1 0 0,-1 1 1 0 0,1-1 0 0 0,0 1-1 0 0,-1-1 1 0 0,1 1 0 0 0,0-1-1 0 0,-1 0 1 0 0,1 1 0 0 0,0-1-1 0 0,-1 0 1 0 0,1 0-1 0 0,0 1 1 0 0,-1-1 0 0 0,1 0-1 0 0,0 0 1 0 0,0 0 0 0 0,-1 0-1 0 0,1 0 1 0 0,0 0 0 0 0,1 0-1 0 0,2-2 44 0 0,-1 0 1 0 0,1 0-1 0 0,0 0 0 0 0,-1 0 0 0 0,1-1 1 0 0,-1 0-1 0 0,0 1 0 0 0,0-1 0 0 0,0 0 1 0 0,4-7-1 0 0,3-3 233 0 0,11-23 1 0 0,-6 9-84 0 0,-12 21-162 0 0,0 0 0 0 0,-1 1 0 0 0,0-1 0 0 0,0-1-1 0 0,0 1 1 0 0,-1 0 0 0 0,1-7 0 0 0,5-22 175 0 0,-6 31-202 0 0,0 0-1 0 0,-1-1 1 0 0,0 1-1 0 0,1 0 1 0 0,-2-8-1 0 0,0-1 56 0 0,-2-3-35 0 0,2 13-20 0 0,-1-1 1 0 0,1 0-1 0 0,0 0 0 0 0,0 0 1 0 0,0-4-1 0 0,0 3 22 0 0,0 0-36 0 0,-13-17 114 0 0,2 1-48 0 0,10 18-22 0 0,-4-4-31 0 0,4 4 20 0 0,-4-2-20 0 0,3 4 20 0 0,2 1-41 0 0,1 0-1 0 0,-1 0 1 0 0,0 0-1 0 0,0 0 0 0 0,1 0 1 0 0,-1 0-1 0 0,0 0 0 0 0,0 0 1 0 0,1 0-1 0 0,-1 0 1 0 0,0 1-1 0 0,1-1 0 0 0,-1 0 1 0 0,0 1-1 0 0,1-1 0 0 0,-1 0 1 0 0,1 1-1 0 0,-1-1 0 0 0,0 1 1 0 0,1-1-1 0 0,-1 1 1 0 0,1-1-1 0 0,-1 1 0 0 0,1-1 1 0 0,-1 1-1 0 0,1 1 0 0 0,-2 0 1 0 0,-2 2-3 0 0,-11 10-7 0 0,7-8-7 0 0,7-4-151 0 0,-1-1-72 0 0,1 0 0 0 0,-1 0 0 0 0,1 0 1 0 0,-1 1-1 0 0,1-1 0 0 0,0 0 0 0 0,0 1 0 0 0,0 0 0 0 0,0-1 1 0 0,-2 4-1 0 0,-1 7-1884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47.395"/>
    </inkml:context>
    <inkml:brush xml:id="br0">
      <inkml:brushProperty name="width" value="0.05" units="cm"/>
      <inkml:brushProperty name="height" value="0.05" units="cm"/>
    </inkml:brush>
  </inkml:definitions>
  <inkml:trace contextRef="#ctx0" brushRef="#br0">159 28 2303 0 0,'0'0'2344'0'0,"1"-1"-1653"0"0,10-10 4186 0 0,-10 10-4581 0 0,-1 1 1 0 0,1-1-1 0 0,-1 1 0 0 0,1-1 1 0 0,-1 1-1 0 0,1-1 0 0 0,-1 1 1 0 0,1-1-1 0 0,-1 0 1 0 0,0 1-1 0 0,1-1 0 0 0,-1 0 1 0 0,0 1-1 0 0,0-1 1 0 0,1 0-1 0 0,-1 1 0 0 0,0-1 1 0 0,0 0-1 0 0,0 1 0 0 0,0-1 1 0 0,0-1-1 0 0,-2 4-13 0 0,-12 14-142 0 0,1 1 0 0 0,1 0 0 0 0,0 1 0 0 0,1 1 0 0 0,-9 21 0 0 0,-21 35 8 0 0,-11 22-20 0 0,51-95-214 0 0,12-15-5269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47.744"/>
    </inkml:context>
    <inkml:brush xml:id="br0">
      <inkml:brushProperty name="width" value="0.05" units="cm"/>
      <inkml:brushProperty name="height" value="0.05" units="cm"/>
    </inkml:brush>
  </inkml:definitions>
  <inkml:trace contextRef="#ctx0" brushRef="#br0">1 0 6447 0 0,'0'0'3496'0'0,"2"3"-1936"0"0,15 18 595 0 0,-1 1-1 0 0,23 43 0 0 0,-32-53-1820 0 0,0 1 0 0 0,15 18 1 0 0,2-6-1280 0 0,-19-22-327 0 0,0 1 0 0 0,-1-1-1 0 0,10 5 1 0 0,-6-4-4296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48.272"/>
    </inkml:context>
    <inkml:brush xml:id="br0">
      <inkml:brushProperty name="width" value="0.05" units="cm"/>
      <inkml:brushProperty name="height" value="0.05" units="cm"/>
    </inkml:brush>
  </inkml:definitions>
  <inkml:trace contextRef="#ctx0" brushRef="#br0">31 38 5063 0 0,'0'0'232'0'0,"-2"0"-13"0"0,-5-1 2 0 0,5 1 686 0 0,-13-4 2736 0 0,15 4-3523 0 0,0 0 1 0 0,0 0-1 0 0,-1 0 1 0 0,1 0-1 0 0,0 0 1 0 0,0 0-1 0 0,0-1 1 0 0,-1 1 0 0 0,1 0-1 0 0,0 0 1 0 0,0 0-1 0 0,0 0 1 0 0,-1 0-1 0 0,1 0 1 0 0,0-1-1 0 0,0 1 1 0 0,0 0-1 0 0,0 0 1 0 0,-1 0-1 0 0,1-1 1 0 0,0 1 0 0 0,0 0-1 0 0,0 0 1 0 0,0 0-1 0 0,0-1 1 0 0,0 1-1 0 0,0 0 1 0 0,0 0-1 0 0,-1 0 1 0 0,1-1-1 0 0,0 1 1 0 0,0 0 0 0 0,0 0-1 0 0,0-1 1 0 0,0 1-1 0 0,0 0 1 0 0,0 0-1 0 0,1-1 1 0 0,-1 1-1 0 0,9-6 1386 0 0,19-1-904 0 0,-11 5-418 0 0,0 2 0 0 0,0 0-1 0 0,-1 0 1 0 0,32 7 0 0 0,-23-4-129 0 0,30 1 0 0 0,-37-4-41 0 0,3 1-1 0 0,0-2 1 0 0,0-1-1 0 0,-1 0 0 0 0,22-6 0 0 0,-40 8-338 0 0,-1-1 0 0 0,1 1-1 0 0,-1-1 1 0 0,1 0 0 0 0,-1 0-1 0 0,1 0 1 0 0,-1 0 0 0 0,0 0 0 0 0,0 0-1 0 0,1 0 1 0 0,0-3 0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48.628"/>
    </inkml:context>
    <inkml:brush xml:id="br0">
      <inkml:brushProperty name="width" value="0.05" units="cm"/>
      <inkml:brushProperty name="height" value="0.05" units="cm"/>
    </inkml:brush>
  </inkml:definitions>
  <inkml:trace contextRef="#ctx0" brushRef="#br0">66 1 2303 0 0,'0'0'102'0'0,"-1"1"-1"0"0,-2 6 95 0 0,0-1-1 0 0,1 1 1 0 0,-1 0-1 0 0,1 0 1 0 0,1 0 0 0 0,-1 0-1 0 0,1 0 1 0 0,0 7-1 0 0,-4 19 3402 0 0,-1-5-315 0 0,-3 9-861 0 0,-3 49 0 0 0,7-37-1836 0 0,2-26-444 0 0,0 43 0 0 0,1 6-733 0 0,0-8-1917 0 0,3-32-2573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50.460"/>
    </inkml:context>
    <inkml:brush xml:id="br0">
      <inkml:brushProperty name="width" value="0.05" units="cm"/>
      <inkml:brushProperty name="height" value="0.05" units="cm"/>
    </inkml:brush>
  </inkml:definitions>
  <inkml:trace contextRef="#ctx0" brushRef="#br0">18 36 5063 0 0,'0'0'390'0'0,"0"-2"-108"0"0,0-15 2655 0 0,-1 1 3997 0 0,-2 19-6508 0 0,3-3-413 0 0,-1 0 0 0 0,1 0 0 0 0,0 0 0 0 0,-1 0-1 0 0,1 0 1 0 0,0 1 0 0 0,-1-1 0 0 0,1 0 0 0 0,0 0 0 0 0,0 0 0 0 0,-1 1 0 0 0,1-1 0 0 0,0 0 0 0 0,0 0 0 0 0,-1 1 0 0 0,1-1 0 0 0,0 0 0 0 0,0 1 0 0 0,0-1 0 0 0,-1 0 0 0 0,1 1 0 0 0,0-1 0 0 0,0 1 0 0 0,-2 7 90 0 0,0 0 1 0 0,0 1-1 0 0,1-1 0 0 0,0 1 0 0 0,1 0 1 0 0,0-1-1 0 0,2 16 0 0 0,15 64 193 0 0,-10-55-199 0 0,13 82 56 0 0,-13-67-114 0 0,2 1-1 0 0,19 60 1 0 0,-23-97-28 0 0,0 0 32 0 0,0-3-22 0 0,-4-7 160 0 0,2-3-150 0 0,0 1-1 0 0,-1-1 0 0 0,1 1 1 0 0,-1-1-1 0 0,1 0 0 0 0,-1 0 1 0 0,0 0-1 0 0,1 0 0 0 0,-1-1 1 0 0,0 1-1 0 0,0-1 0 0 0,1 1 1 0 0,-1-1-1 0 0,-1 0 0 0 0,1 0 1 0 0,0 0-1 0 0,0 0 0 0 0,-1 0 1 0 0,3-3-1 0 0,4-7 86 0 0,-1 0 1 0 0,7-17-1 0 0,-10 22-56 0 0,10-28 142 0 0,-2 1 0 0 0,-1-1 0 0 0,7-40 1 0 0,4-14 84 0 0,24-119 364 0 0,-46 207-627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19:50.864"/>
    </inkml:context>
    <inkml:brush xml:id="br0">
      <inkml:brushProperty name="width" value="0.05" units="cm"/>
      <inkml:brushProperty name="height" value="0.05" units="cm"/>
    </inkml:brush>
  </inkml:definitions>
  <inkml:trace contextRef="#ctx0" brushRef="#br0">267 30 5063 0 0,'0'0'390'0'0,"0"-2"-252"0"0,0-7 94 0 0,0 7 888 0 0,0 1-930 0 0,0 1-1 0 0,0-1 1 0 0,0 0-1 0 0,0 1 1 0 0,0-1-1 0 0,0 0 1 0 0,-1 1-1 0 0,1-1 1 0 0,0 1-1 0 0,0-1 1 0 0,0 0-1 0 0,-1 1 0 0 0,1-1 1 0 0,0 1-1 0 0,-1-1 1 0 0,1 1-1 0 0,0-1 1 0 0,-1 1-1 0 0,1-1 1 0 0,-1 1-1 0 0,1-1 1 0 0,0 1-1 0 0,-1 0 1 0 0,1-1-1 0 0,-1 1 1 0 0,0-1-1 0 0,0 1 0 0 0,0-1-12 0 0,-1 1-1 0 0,1 0 1 0 0,-1 0-1 0 0,1-1 0 0 0,-1 1 1 0 0,1 0-1 0 0,-1 0 0 0 0,1 0 1 0 0,-1 1-1 0 0,1-1 1 0 0,-3 1-1 0 0,-1 0-10 0 0,1 0 0 0 0,-1 1 0 0 0,0 0 0 0 0,0 0 0 0 0,1 1 0 0 0,-6 3 0 0 0,6-3-103 0 0,1 0 0 0 0,0 0-1 0 0,0 0 1 0 0,0 0 0 0 0,0 0 0 0 0,1 1-1 0 0,-1 0 1 0 0,1-1 0 0 0,0 1-1 0 0,-3 7 1 0 0,1 0 58 0 0,1 1 0 0 0,-3 17 0 0 0,0 1 144 0 0,5-25-160 0 0,0 0 1 0 0,1 1 0 0 0,0-1 0 0 0,-1 0-1 0 0,2 8 1 0 0,0-10 122 0 0,0-1 18 0 0,5 7 189 0 0,1 0 1 0 0,12 13 0 0 0,-4-5 199 0 0,-14-15-507 0 0,0 0-6 0 0,-1 1-95 0 0,1 0 1 0 0,-1 1 0 0 0,0-1-1 0 0,0 0 1 0 0,-1 1 0 0 0,1-1 0 0 0,-1 0-1 0 0,1 1 1 0 0,-1-1 0 0 0,0 0 0 0 0,-1 0-1 0 0,1 0 1 0 0,0 1 0 0 0,-1-2 0 0 0,1 1-1 0 0,-1 0 1 0 0,0 0 0 0 0,-4 4 0 0 0,1 0 19 0 0,-1-1 0 0 0,-1 0 0 0 0,1 0 0 0 0,-1 0 0 0 0,0-1 0 0 0,-9 6 0 0 0,0-1-68 0 0,11-7-59 0 0,0 1 0 0 0,0-1 0 0 0,-1 0 0 0 0,1-1 0 0 0,-1 1 0 0 0,1-1 0 0 0,-1 0 0 0 0,0-1 0 0 0,0 1 0 0 0,-8 0 1 0 0,11-2-168 0 0,1 0 0 0 0,0 0 1 0 0,0-1-1 0 0,0 1 1 0 0,0 0-1 0 0,-1-1 1 0 0,1 1-1 0 0,0-1 1 0 0,-2-1-1 0 0,-9-4-1645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35.808"/>
    </inkml:context>
    <inkml:brush xml:id="br0">
      <inkml:brushProperty name="width" value="0.05" units="cm"/>
      <inkml:brushProperty name="height" value="0.05" units="cm"/>
    </inkml:brush>
  </inkml:definitions>
  <inkml:trace contextRef="#ctx0" brushRef="#br0">0 114 6911 0 0,'5'1'6954'0'0,"55"-18"-2309"0"0,312-23-228 0 0,-333 37-4298 0 0,-1-1 1 0 0,0-3-1 0 0,72-21 0 0 0,-74 13-1732 0 0,-34 14 293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36.176"/>
    </inkml:context>
    <inkml:brush xml:id="br0">
      <inkml:brushProperty name="width" value="0.05" units="cm"/>
      <inkml:brushProperty name="height" value="0.05" units="cm"/>
    </inkml:brush>
  </inkml:definitions>
  <inkml:trace contextRef="#ctx0" brushRef="#br0">1 28 2759 0 0,'2'1'3274'0'0,"2"2"-1653"0"0,1 0 0 0 0,0 0 1 0 0,0-1-1 0 0,1 0 1 0 0,5 3-1 0 0,32 4 2267 0 0,46-6-2139 0 0,-79-3-1260 0 0,80-4 597 0 0,150-27 1 0 0,-130 14-1156 0 0,-110 17-44 0 0,44-5-290 0 0,-24 3-7802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39.261"/>
    </inkml:context>
    <inkml:brush xml:id="br0">
      <inkml:brushProperty name="width" value="0.05" units="cm"/>
      <inkml:brushProperty name="height" value="0.05" units="cm"/>
    </inkml:brush>
  </inkml:definitions>
  <inkml:trace contextRef="#ctx0" brushRef="#br0">0 47 2303 0 0,'0'0'13774'0'0,"2"1"-13429"0"0,6 2-194 0 0,0 0 0 0 0,0 0 0 0 0,0-1 0 0 0,0 0 0 0 0,1-1-1 0 0,-1 0 1 0 0,9 0 0 0 0,64-1 474 0 0,-57-1-437 0 0,241-22 1275 0 0,2 0-709 0 0,-98 17-631 0 0,168-4 1 0 0,-253 10 139 0 0,-1 5 0 0 0,162 28 0 0 0,-148-7 968 0 0,-96-26-1110 0 0,-14-7-3313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1.506"/>
    </inkml:context>
    <inkml:brush xml:id="br0">
      <inkml:brushProperty name="width" value="0.05" units="cm"/>
      <inkml:brushProperty name="height" value="0.05" units="cm"/>
    </inkml:brush>
  </inkml:definitions>
  <inkml:trace contextRef="#ctx0" brushRef="#br0">70 48 4143 0 0,'-11'1'104'0'0,"0"-1"211"0"0,1 1 3186 0 0,4-3-1680 0 0,6 2-1752 0 0,-1 0 0 0 0,1 0 0 0 0,0 0 0 0 0,-1 0-1 0 0,1-1 1 0 0,0 1 0 0 0,-1 0 0 0 0,1 0 0 0 0,0 0-1 0 0,-1 0 1 0 0,1 0 0 0 0,0 0 0 0 0,-1 0 0 0 0,1 0-1 0 0,0 0 1 0 0,-1 0 0 0 0,1 0 0 0 0,0 0 0 0 0,0 0-1 0 0,-1 1 1 0 0,1-1 0 0 0,0 0 0 0 0,-1 0 0 0 0,1 0 0 0 0,0 0-1 0 0,-1 1 1 0 0,1-1 0 0 0,0 0 0 0 0,0 0 0 0 0,-1 0-1 0 0,1 1 1 0 0,0-1 0 0 0,0 0 0 0 0,0 0 0 0 0,-1 1-1 0 0,1-1 1 0 0,0 0 0 0 0,0 1 0 0 0,0-1 0 0 0,-3 4 69 0 0,0 1 1 0 0,1-1 0 0 0,0 0 0 0 0,0 1-1 0 0,0 0 1 0 0,1-1 0 0 0,-1 1 0 0 0,1 0 0 0 0,0 0-1 0 0,1 0 1 0 0,-1 0 0 0 0,1 0 0 0 0,0 5-1 0 0,1 11 15 0 0,5 34 0 0 0,-6-53-144 0 0,9 56 99 0 0,2 0 0 0 0,36 104 0 0 0,-35-125-9 0 0,-7-21 65 0 0,1-1-1 0 0,0 1 1 0 0,12 20-1 0 0,-18-35-103 0 0,1 0 1 0 0,-1 0-1 0 0,1 0 0 0 0,-1-1 0 0 0,1 1 0 0 0,0 0 1 0 0,-1 0-1 0 0,1 0 0 0 0,0 0 0 0 0,0-1 1 0 0,-1 1-1 0 0,1 0 0 0 0,0-1 0 0 0,0 1 0 0 0,0-1 1 0 0,0 1-1 0 0,0-1 0 0 0,0 1 0 0 0,0-1 0 0 0,0 0 1 0 0,0 1-1 0 0,0-1 0 0 0,0 0 0 0 0,0 0 0 0 0,1 0 1 0 0,-1 0-1 0 0,0 0 0 0 0,0 0 0 0 0,0 0 0 0 0,0 0 1 0 0,0 0-1 0 0,0-1 0 0 0,0 1 0 0 0,0 0 0 0 0,0-1 1 0 0,0 1-1 0 0,0-1 0 0 0,0 1 0 0 0,0-1 0 0 0,0 1 1 0 0,0-1-1 0 0,0 0 0 0 0,-1 1 0 0 0,1-1 0 0 0,1-1 1 0 0,2-2 89 0 0,0 0 0 0 0,0 0 1 0 0,-1-1-1 0 0,0 1 0 0 0,0-1 1 0 0,0 0-1 0 0,2-5 0 0 0,32-76 661 0 0,-4-2 0 0 0,27-118-1 0 0,-57 193-798 0 0,23-112 112 0 0,-17 81-323 0 0,-8 42-66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1.858"/>
    </inkml:context>
    <inkml:brush xml:id="br0">
      <inkml:brushProperty name="width" value="0.05" units="cm"/>
      <inkml:brushProperty name="height" value="0.05" units="cm"/>
    </inkml:brush>
  </inkml:definitions>
  <inkml:trace contextRef="#ctx0" brushRef="#br0">133 0 9215 0 0,'0'0'707'0'0,"-2"1"-464"0"0,-12 6 434 0 0,1 1 1 0 0,-1 1-1 0 0,1-1 1 0 0,1 2-1 0 0,-19 17 1 0 0,28-24-651 0 0,0 1-1 0 0,0-1 1 0 0,0 1 0 0 0,0 0 0 0 0,0 0-1 0 0,1 0 1 0 0,0 0 0 0 0,0 0 0 0 0,0 1-1 0 0,0-1 1 0 0,1 0 0 0 0,0 1-1 0 0,-2 8 1 0 0,3-10-1 0 0,-1 0 0 0 0,1 0 0 0 0,0 0-1 0 0,1 0 1 0 0,-1 0 0 0 0,0 0 0 0 0,1 0 0 0 0,0 0 0 0 0,-1 0-1 0 0,1 0 1 0 0,0 0 0 0 0,1 0 0 0 0,-1-1 0 0 0,0 1-1 0 0,1 0 1 0 0,0-1 0 0 0,-1 1 0 0 0,1-1 0 0 0,0 0-1 0 0,0 1 1 0 0,1-1 0 0 0,2 2 0 0 0,72 47 1793 0 0,-55-37-1494 0 0,-16-11-257 0 0,0 0 0 0 0,-1 1-1 0 0,1-1 1 0 0,-1 1 0 0 0,9 9 0 0 0,-14-11-59 0 0,1-1 0 0 0,0 1 1 0 0,0 0-1 0 0,-1 0 1 0 0,1 0-1 0 0,-1 0 1 0 0,0 0-1 0 0,1 0 1 0 0,-1 0-1 0 0,0 0 0 0 0,0 0 1 0 0,0 0-1 0 0,0 0 1 0 0,-1 0-1 0 0,1-1 1 0 0,-1 4-1 0 0,0-3-7 0 0,0 5-81 0 0,-1-1 0 0 0,-1 1 0 0 0,1-1-1 0 0,-1 0 1 0 0,0 0 0 0 0,-1 0 0 0 0,1 0 0 0 0,-1 0-1 0 0,0-1 1 0 0,-1 1 0 0 0,1-1 0 0 0,-9 7 0 0 0,-4 2-515 0 0,0-1 1 0 0,-31 19 0 0 0,28-21-974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2.245"/>
    </inkml:context>
    <inkml:brush xml:id="br0">
      <inkml:brushProperty name="width" value="0.05" units="cm"/>
      <inkml:brushProperty name="height" value="0.05" units="cm"/>
    </inkml:brush>
  </inkml:definitions>
  <inkml:trace contextRef="#ctx0" brushRef="#br0">0 0 10591 0 0,'0'0'6996'0'0,"3"2"-6056"0"0,10 4-580 0 0,1 0 0 0 0,0 0 1 0 0,0-2-1 0 0,1 0 0 0 0,-1 0 0 0 0,1-1 0 0 0,0-1 0 0 0,19 1 0 0 0,15-3-1488 0 0,60-6 1 0 0,-91 4-217 0 0,-2-1-58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2.564"/>
    </inkml:context>
    <inkml:brush xml:id="br0">
      <inkml:brushProperty name="width" value="0.05" units="cm"/>
      <inkml:brushProperty name="height" value="0.05" units="cm"/>
    </inkml:brush>
  </inkml:definitions>
  <inkml:trace contextRef="#ctx0" brushRef="#br0">0 1 7831 0 0,'0'0'603'0'0,"0"2"-156"0"0,6 140 8403 0 0,-6-94-8492 0 0,3-1 1 0 0,1 0-1 0 0,11 49 1 0 0,-14-89-268 0 0,1 1-1 0 0,0-1 1 0 0,1 0 0 0 0,0 0 0 0 0,0-1 0 0 0,0 1 0 0 0,1 0 0 0 0,0-1 0 0 0,0 0 0 0 0,0 0 0 0 0,1 0 0 0 0,11 9 0 0 0,-15-14-17 0 0,1 1 0 0 0,-1-1-1 0 0,1 0 1 0 0,0-1 0 0 0,-1 1-1 0 0,1 0 1 0 0,0 0 0 0 0,0-1-1 0 0,0 1 1 0 0,-1-1 0 0 0,1 1-1 0 0,0-1 1 0 0,0 0 0 0 0,0 0-1 0 0,0 0 1 0 0,0 0 0 0 0,0 0-1 0 0,2-1 1 0 0,-2 0 29 0 0,1 1 0 0 0,-1-1 0 0 0,1-1 0 0 0,-1 1 0 0 0,1 0 0 0 0,-1-1 0 0 0,0 1 0 0 0,0-1 0 0 0,0 1 0 0 0,0-1 0 0 0,3-3 0 0 0,2-3 164 0 0,-1-1-1 0 0,0 0 1 0 0,0 0 0 0 0,-1 0-1 0 0,5-11 1 0 0,7-24 194 0 0,20-75 0 0 0,-10 28-576 0 0,-23 80-544 0 0,1 0 0 0 0,8-14 1 0 0,-2 8-6105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2.927"/>
    </inkml:context>
    <inkml:brush xml:id="br0">
      <inkml:brushProperty name="width" value="0.05" units="cm"/>
      <inkml:brushProperty name="height" value="0.05" units="cm"/>
    </inkml:brush>
  </inkml:definitions>
  <inkml:trace contextRef="#ctx0" brushRef="#br0">95 299 13247 0 0,'0'0'2627'0'0,"2"-1"-1287"0"0,4-3-896 0 0,0-1 0 0 0,-1 0 0 0 0,0 0 0 0 0,0 0 0 0 0,-1 0 0 0 0,1-1 0 0 0,-1 0 0 0 0,0 0 0 0 0,0 0 0 0 0,-1 0 0 0 0,3-9 0 0 0,5-12 447 0 0,10-39 0 0 0,-21 65-856 0 0,3-8 45 0 0,0 0 0 0 0,-2-1 0 0 0,1 1 0 0 0,-1 0-1 0 0,0 0 1 0 0,-1-1 0 0 0,0 1 0 0 0,-1-1 0 0 0,-2-12 0 0 0,3 21-71 0 0,0-1-1 0 0,-1 1 1 0 0,0 0 0 0 0,1 0 0 0 0,-1-1 0 0 0,0 1 0 0 0,1 0 0 0 0,-1 0-1 0 0,0 0 1 0 0,0 0 0 0 0,0 0 0 0 0,0 0 0 0 0,0 0 0 0 0,0 0 0 0 0,-1 0-1 0 0,1 0 1 0 0,0 1 0 0 0,0-1 0 0 0,0 0 0 0 0,-1 1 0 0 0,1-1 0 0 0,0 1-1 0 0,-1-1 1 0 0,1 1 0 0 0,-1 0 0 0 0,1 0 0 0 0,0 0 0 0 0,-1-1 0 0 0,1 1-1 0 0,-1 0 1 0 0,-1 1 0 0 0,-3-1 1 0 0,1 1 0 0 0,-1 0 0 0 0,1 1 0 0 0,0-1 0 0 0,-1 1 0 0 0,-5 3 0 0 0,-10 4-1082 0 0,1 2 0 0 0,-32 22 0 0 0,41-23-4486 0 0,3 2-1652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4.011"/>
    </inkml:context>
    <inkml:brush xml:id="br0">
      <inkml:brushProperty name="width" value="0.05" units="cm"/>
      <inkml:brushProperty name="height" value="0.05" units="cm"/>
    </inkml:brush>
  </inkml:definitions>
  <inkml:trace contextRef="#ctx0" brushRef="#br0">60 5 1375 0 0,'-4'-4'4829'0'0,"4"4"-4604"0"0,0 0-1 0 0,-1 0 1 0 0,1 0-1 0 0,0 0 1 0 0,-1 0-1 0 0,1 0 1 0 0,0-1-1 0 0,0 1 1 0 0,-1 0-1 0 0,1 0 1 0 0,0 0-1 0 0,-1 0 1 0 0,1 0-1 0 0,0 0 1 0 0,-1 0-1 0 0,1 0 1 0 0,0 0-1 0 0,0 0 1 0 0,-1 1-1 0 0,1-1 1 0 0,-4 5 3507 0 0,2 0-5128 0 0,-10 31 2250 0 0,1-1-1 0 0,-6 42 0 0 0,16-73-771 0 0,0 1 1 0 0,0 0-1 0 0,1 0 0 0 0,0 0 0 0 0,0 0 0 0 0,0 0 0 0 0,1 0 0 0 0,-1 0 1 0 0,1 0-1 0 0,0 0 0 0 0,1-1 0 0 0,1 6 0 0 0,-2-8 194 0 0,9 6 197 0 0,-7-5-384 0 0,-2-2 15 0 0,1 1-1 0 0,0-1 1 0 0,1 0 0 0 0,-1 0 0 0 0,0 0 0 0 0,0 0 0 0 0,0 0 0 0 0,1 0 0 0 0,-1 0 0 0 0,0-1 0 0 0,1 1 0 0 0,-1-1 0 0 0,1 0 0 0 0,-1 0 0 0 0,0 0 0 0 0,6 0 0 0 0,-1-1 39 0 0,-2 1-62 0 0,-1-1 1 0 0,0 0-1 0 0,0 0 0 0 0,0-1 0 0 0,0 1 1 0 0,0-1-1 0 0,0 0 0 0 0,0 0 1 0 0,0 0-1 0 0,4-4 0 0 0,-3 3-25 0 0,4-3-168 0 0,1 0-1420 0 0,-8 5 586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5.510"/>
    </inkml:context>
    <inkml:brush xml:id="br0">
      <inkml:brushProperty name="width" value="0.05" units="cm"/>
      <inkml:brushProperty name="height" value="0.05" units="cm"/>
    </inkml:brush>
  </inkml:definitions>
  <inkml:trace contextRef="#ctx0" brushRef="#br0">94 0 13039 0 0,'0'0'1186'0'0,"0"3"-978"0"0,-2 51 880 0 0,-12 61 0 0 0,0-4-146 0 0,-8 64-16 0 0,9-95-510 0 0,-2 115 1 0 0,15-148-370 0 0,0-45-194 0 0,0-5-1838 0 0,-5-94-3341 0 0,1 1 3336 0 0,1 58 1515 0 0,1 0 1 0 0,2-1 0 0 0,8-52 0 0 0,-5 71 683 0 0,1 1-1 0 0,1-1 1 0 0,1 1 0 0 0,0 0 0 0 0,2 1 0 0 0,0-1 0 0 0,1 1-1 0 0,14-20 1 0 0,-10 19 477 0 0,0 2-1 0 0,1 0 1 0 0,1 0-1 0 0,0 2 1 0 0,29-23-1 0 0,-36 32-374 0 0,1 0 0 0 0,0 0 0 0 0,0 1 0 0 0,0 0 0 0 0,1 0-1 0 0,0 1 1 0 0,0 0 0 0 0,0 1 0 0 0,0 0 0 0 0,1 1 0 0 0,-1 0 0 0 0,1 1 0 0 0,16-1 0 0 0,-24 2-214 0 0,1 0 0 0 0,-1 1 0 0 0,1-1 0 0 0,-1 1 0 0 0,1-1 0 0 0,-1 1 0 0 0,0 0 0 0 0,1 0 0 0 0,-1 1 0 0 0,0-1 1 0 0,0 1-1 0 0,0 0 0 0 0,0 0 0 0 0,0 0 0 0 0,3 2 0 0 0,-3-1-44 0 0,0 1-1 0 0,-1-1 1 0 0,0 0 0 0 0,1 1 0 0 0,-1-1-1 0 0,0 1 1 0 0,-1 0 0 0 0,1-1-1 0 0,-1 1 1 0 0,0 0 0 0 0,0 0-1 0 0,1 7 1 0 0,0 0-12 0 0,-1 1 0 0 0,-1 0-1 0 0,0 0 1 0 0,-1 0 0 0 0,0-1-1 0 0,-1 1 1 0 0,0 0 0 0 0,-7 19-1 0 0,3-10 22 0 0,-2-1 1 0 0,-1 0-1 0 0,-22 35 0 0 0,18-34-59 0 0,-2 0 1 0 0,0-2-1 0 0,-1 0 0 0 0,-21 19 1 0 0,30-31-5 0 0,1-1 1 0 0,-1-1 0 0 0,-1 1 0 0 0,1-1-1 0 0,-1-1 1 0 0,0 1 0 0 0,0-1 0 0 0,0 0 0 0 0,0-1-1 0 0,-1 0 1 0 0,0-1 0 0 0,1 1 0 0 0,-1-2-1 0 0,-16 2 1 0 0,21-3 0 0 0,1 0 0 0 0,-1 0 0 0 0,0-1 0 0 0,1 1 0 0 0,-1-1 0 0 0,0 0 0 0 0,1 0 0 0 0,0 0 0 0 0,-1-1 0 0 0,-3-1 0 0 0,6 3 10 0 0,0-1 0 0 0,0 1 0 0 0,1-1 0 0 0,-1 1 0 0 0,0-1 0 0 0,0 1 0 0 0,1-1 0 0 0,-1 1 0 0 0,0-1 0 0 0,1 0-1 0 0,-1 1 1 0 0,1-1 0 0 0,-1 0 0 0 0,1 0 0 0 0,-2-1 0 0 0,3 2 2 0 0,-1 0 0 0 0,0-1 0 0 0,0 1 0 0 0,0 0 0 0 0,0 0 0 0 0,0-1 0 0 0,0 1 0 0 0,0 0 0 0 0,0 0 1 0 0,0-1-1 0 0,1 1 0 0 0,-1 0 0 0 0,0 0 0 0 0,0-1 0 0 0,0 1 0 0 0,0 0 0 0 0,1 0 0 0 0,-1 0 0 0 0,0 0 0 0 0,0-1 0 0 0,0 1 0 0 0,1 0 0 0 0,-1 0 0 0 0,0 0 0 0 0,0 0 0 0 0,1 0 0 0 0,-1 0 0 0 0,0 0 0 0 0,1-1 0 0 0,19-1 620 0 0,-6 5-490 0 0,-1 0 0 0 0,1 1 0 0 0,-1 1-1 0 0,19 9 1 0 0,26 9 108 0 0,-11-10-3 0 0,-28-9-112 0 0,0 1 0 0 0,-1 1 0 0 0,1 1-1 0 0,33 18 1 0 0,60 43 222 0 0,-101-61-449 0 0,-9-6-13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6.468"/>
    </inkml:context>
    <inkml:brush xml:id="br0">
      <inkml:brushProperty name="width" value="0.05" units="cm"/>
      <inkml:brushProperty name="height" value="0.05" units="cm"/>
    </inkml:brush>
  </inkml:definitions>
  <inkml:trace contextRef="#ctx0" brushRef="#br0">89 304 11055 0 0,'0'0'852'0'0,"0"3"-560"0"0,1-2-201 0 0,-1 1-1 0 0,1 0 0 0 0,-1 0 0 0 0,1 0 0 0 0,0-1 1 0 0,0 1-1 0 0,0 0 0 0 0,0-1 0 0 0,0 1 1 0 0,0-1-1 0 0,1 1 0 0 0,-1-1 0 0 0,0 1 1 0 0,1-1-1 0 0,-1 0 0 0 0,1 0 0 0 0,0 0 0 0 0,-1 0 1 0 0,1 0-1 0 0,0 0 0 0 0,-1 0 0 0 0,1-1 1 0 0,0 1-1 0 0,0 0 0 0 0,0-1 0 0 0,0 0 0 0 0,0 1 1 0 0,-1-1-1 0 0,1 0 0 0 0,0 0 0 0 0,3 0 1 0 0,2-1 148 0 0,0 0 0 0 0,-1 0 0 0 0,1 0 0 0 0,-1-1 1 0 0,1 0-1 0 0,-1 0 0 0 0,0 0 0 0 0,8-5 0 0 0,0 0 5 0 0,0-1-1 0 0,-1 0 0 0 0,0-1 1 0 0,0-1-1 0 0,-1 0 0 0 0,0 0 1 0 0,-1-1-1 0 0,0-1 0 0 0,10-13 1 0 0,-8 6-105 0 0,-5 9-54 0 0,0 0 0 0 0,-1-1 0 0 0,0 0 0 0 0,-1 0 0 0 0,0-1 0 0 0,5-17 0 0 0,-10 27-68 0 0,0-1-1 0 0,-1 1 1 0 0,1-1-1 0 0,-1 1 1 0 0,0-1 0 0 0,0 0-1 0 0,0 1 1 0 0,0-1-1 0 0,0 0 1 0 0,-1 1-1 0 0,1-1 1 0 0,-1 1-1 0 0,1-1 1 0 0,-1 1-1 0 0,0-1 1 0 0,0 1 0 0 0,-2-4-1 0 0,1 3 14 0 0,-1 0 0 0 0,1 0 0 0 0,-1 0 0 0 0,0 0 0 0 0,1 1 1 0 0,-1-1-1 0 0,0 1 0 0 0,-1 0 0 0 0,1 0 0 0 0,-7-4 0 0 0,3 3 6 0 0,-1 0-1 0 0,0 0 1 0 0,0 1 0 0 0,0 0-1 0 0,0 0 1 0 0,-1 1 0 0 0,1 0-1 0 0,0 1 1 0 0,-1-1 0 0 0,-10 2 0 0 0,6 2-32 0 0,1-1 1 0 0,0 1 0 0 0,0 1 0 0 0,0 0 0 0 0,1 1 0 0 0,-1 0 0 0 0,1 1 0 0 0,1 0 0 0 0,-1 1 0 0 0,1 0 0 0 0,0 1 0 0 0,0 0 0 0 0,1 0 0 0 0,0 1 0 0 0,1 0 0 0 0,0 1 0 0 0,0 0 0 0 0,1 0 0 0 0,-7 13 0 0 0,6-9-14 0 0,1 1 1 0 0,0 0 0 0 0,1 0-1 0 0,1 0 1 0 0,0 0-1 0 0,2 1 1 0 0,-1 0 0 0 0,2 0-1 0 0,0 0 1 0 0,1 0-1 0 0,1 0 1 0 0,0 1 0 0 0,1-1-1 0 0,4 21 1 0 0,-2-22 11 0 0,1 0 0 0 0,1-1-1 0 0,0 1 1 0 0,1-1 0 0 0,0-1 0 0 0,1 1 0 0 0,15 21 0 0 0,-16-26 39 0 0,1-1 0 0 0,0 0 0 0 0,0-1 0 0 0,1 0-1 0 0,-1 0 1 0 0,2 0 0 0 0,-1-1 0 0 0,1 0 0 0 0,0-1 0 0 0,0 0 0 0 0,1 0 0 0 0,9 3 0 0 0,-4-3-6 0 0,-1-1 1 0 0,1-1-1 0 0,0 0 1 0 0,0-1-1 0 0,0 0 1 0 0,0-1-1 0 0,0-1 1 0 0,0 0-1 0 0,0-1 1 0 0,0-1-1 0 0,0 0 1 0 0,0-1-1 0 0,20-7 0 0 0,-29 7-210 0 0,0 0 0 0 0,0 0 0 0 0,-1-1 0 0 0,1 0 0 0 0,-1 0-1 0 0,0 0 1 0 0,0 0 0 0 0,0-1 0 0 0,-1 0 0 0 0,5-6 0 0 0,4-6-1448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6.828"/>
    </inkml:context>
    <inkml:brush xml:id="br0">
      <inkml:brushProperty name="width" value="0.05" units="cm"/>
      <inkml:brushProperty name="height" value="0.05" units="cm"/>
    </inkml:brush>
  </inkml:definitions>
  <inkml:trace contextRef="#ctx0" brushRef="#br0">0 0 13823 0 0,'0'0'9455'0'0,"3"1"-8771"0"0,37 5-219 0 0,0-1 0 0 0,72-2 0 0 0,11 2-1403 0 0,-42-2-1140 0 0,-27-6-5910 0 0,-36 1 1778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7.168"/>
    </inkml:context>
    <inkml:brush xml:id="br0">
      <inkml:brushProperty name="width" value="0.05" units="cm"/>
      <inkml:brushProperty name="height" value="0.05" units="cm"/>
    </inkml:brush>
  </inkml:definitions>
  <inkml:trace contextRef="#ctx0" brushRef="#br0">69 1 14911 0 0,'0'0'1756'0'0,"1"2"-909"0"0,1 2-559 0 0,-1-1 0 0 0,0 1 1 0 0,0 0-1 0 0,-1 0 0 0 0,1 0 0 0 0,-1 0 0 0 0,1 0 1 0 0,-1 0-1 0 0,-1 0 0 0 0,1 0 0 0 0,0 0 1 0 0,-2 5-1 0 0,-3 11 461 0 0,-8 23-1 0 0,5-20-226 0 0,0 4-436 0 0,-4 9 204 0 0,-12 70-1 0 0,22-96-260 0 0,1 0-1 0 0,1 0 1 0 0,-1 1-1 0 0,1-1 1 0 0,1 1-1 0 0,0-1 1 0 0,1 0-1 0 0,0 0 1 0 0,0 0-1 0 0,1 0 1 0 0,7 17-1 0 0,-8-22-65 0 0,1-1 0 0 0,-1 0 0 0 0,1 0-1 0 0,0-1 1 0 0,0 1 0 0 0,0-1 0 0 0,0 1 0 0 0,0-1 0 0 0,1 0-1 0 0,0 0 1 0 0,-1 0 0 0 0,1-1 0 0 0,0 1 0 0 0,0-1 0 0 0,1 0-1 0 0,-1 0 1 0 0,5 1 0 0 0,3 0-149 0 0,0-1-1 0 0,0 0 1 0 0,0 0-1 0 0,0-1 1 0 0,14-1-1 0 0,-25 0-60 0 0,1 0 0 0 0,-1-1 0 0 0,1 1 0 0 0,0 0 0 0 0,-1-1 0 0 0,1 1 1 0 0,-1-1-1 0 0,1 1 0 0 0,-1-1 0 0 0,0 0 0 0 0,1 1 0 0 0,1-3 0 0 0,-1 2-233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7.550"/>
    </inkml:context>
    <inkml:brush xml:id="br0">
      <inkml:brushProperty name="width" value="0.05" units="cm"/>
      <inkml:brushProperty name="height" value="0.05" units="cm"/>
    </inkml:brush>
  </inkml:definitions>
  <inkml:trace contextRef="#ctx0" brushRef="#br0">0 282 10135 0 0,'0'0'919'0'0,"2"-1"-759"0"0,9-4 843 0 0,0 0 1 0 0,1 0-1 0 0,-1 1 1 0 0,1 1-1 0 0,0 0 1 0 0,17-2-1 0 0,79-4 2946 0 0,-47 5-3866 0 0,-16 2-843 0 0,-1 3 1 0 0,47 6-1 0 0,-71-5-688 0 0,6 1-384 0 0</inkml:trace>
  <inkml:trace contextRef="#ctx0" brushRef="#br0" timeOffset="1">763 1 11975 0 0,'0'0'923'0'0,"-1"2"-602"0"0,-5 18 946 0 0,0-1 1 0 0,-2 1-1 0 0,-16 30 0 0 0,-39 53 1993 0 0,46-75-3026 0 0,-70 98 599 0 0,9-11-345 0 0,60-87-1175 0 0,1 1 1 0 0,2 0-1 0 0,-13 37 1 0 0,14-29-904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7.892"/>
    </inkml:context>
    <inkml:brush xml:id="br0">
      <inkml:brushProperty name="width" value="0.05" units="cm"/>
      <inkml:brushProperty name="height" value="0.05" units="cm"/>
    </inkml:brush>
  </inkml:definitions>
  <inkml:trace contextRef="#ctx0" brushRef="#br0">1 0 13359 0 0,'0'0'1544'0'0,"1"2"-678"0"0,1-1-580 0 0,0 0 1 0 0,0 1 0 0 0,-1-1 0 0 0,1 0 0 0 0,0 0 0 0 0,0 0-1 0 0,0 0 1 0 0,1 0 0 0 0,-1-1 0 0 0,0 1 0 0 0,0 0 0 0 0,0-1-1 0 0,4 1 1 0 0,35-2 946 0 0,-17 0-796 0 0,41-1-590 0 0,31 0-4183 0 0,-80 3 2602 0 0</inkml:trace>
  <inkml:trace contextRef="#ctx0" brushRef="#br0" timeOffset="1">177 104 13447 0 0,'-22'30'668'0'0,"2"1"0"0"0,-30 58 0 0 0,38-65 14 0 0,0 2-1 0 0,-12 38 1 0 0,22-57-583 0 0,0 0 0 0 0,0 0 0 0 0,1 1 1 0 0,0-1-1 0 0,0 1 0 0 0,0-1 0 0 0,1 1 0 0 0,1-1 0 0 0,-1 1 0 0 0,1-1 1 0 0,0 1-1 0 0,1-1 0 0 0,0 0 0 0 0,3 10 0 0 0,-4-15-76 0 0,0 0-1 0 0,1 0 0 0 0,-1 1 1 0 0,0-1-1 0 0,1 0 0 0 0,-1 0 1 0 0,1-1-1 0 0,0 1 0 0 0,0 0 1 0 0,0-1-1 0 0,0 1 1 0 0,0-1-1 0 0,0 1 0 0 0,0-1 1 0 0,0 0-1 0 0,4 2 0 0 0,-2-2 0 0 0,0 0 0 0 0,0 0-1 0 0,0-1 1 0 0,0 1-1 0 0,0-1 1 0 0,0 0 0 0 0,0 0-1 0 0,0 0 1 0 0,6-2 0 0 0,3-1 4 0 0,-1 0 1 0 0,1-1-1 0 0,0-1 1 0 0,-1 0 0 0 0,13-8-1 0 0,44-28-644 0 0,-25 11-4642 0 0,-15 9-698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8.750"/>
    </inkml:context>
    <inkml:brush xml:id="br0">
      <inkml:brushProperty name="width" value="0.05" units="cm"/>
      <inkml:brushProperty name="height" value="0.05" units="cm"/>
    </inkml:brush>
  </inkml:definitions>
  <inkml:trace contextRef="#ctx0" brushRef="#br0">107 151 10591 0 0,'0'0'1278'0'0,"-2"2"-350"0"0,-6 11-175 0 0,0 0 0 0 0,0 1 1 0 0,1-1-1 0 0,1 2 0 0 0,0-1 1 0 0,-6 23-1 0 0,0 8-260 0 0,-18 77 259 0 0,27-107-574 0 0,1 1 0 0 0,0-1 0 0 0,2 1 0 0 0,0-1 0 0 0,4 31 0 0 0,-3-40-72 0 0,0 1-1 0 0,1-1 1 0 0,0 0 0 0 0,0 0-1 0 0,0 0 1 0 0,1 0 0 0 0,4 6-1 0 0,-6-10-63 0 0,0 0 0 0 0,1 0-1 0 0,-1 0 1 0 0,1 0 0 0 0,0-1 0 0 0,-1 1-1 0 0,1-1 1 0 0,0 1 0 0 0,0-1-1 0 0,0 0 1 0 0,0 1 0 0 0,0-1-1 0 0,0 0 1 0 0,0 0 0 0 0,0-1-1 0 0,0 1 1 0 0,1 0 0 0 0,-1-1-1 0 0,0 1 1 0 0,1-1 0 0 0,-1 0-1 0 0,4 0 1 0 0,2 0 36 0 0,-1-2 0 0 0,0 1 1 0 0,0-1-1 0 0,1 0 0 0 0,-2-1 0 0 0,1 0 0 0 0,0 0 0 0 0,0 0 0 0 0,-1-1 1 0 0,0 0-1 0 0,0 0 0 0 0,0-1 0 0 0,7-6 0 0 0,9-9 368 0 0,35-45 0 0 0,-51 57-400 0 0,16-19 25 0 0,-1-1 0 0 0,-1-1 0 0 0,-2-1 0 0 0,-1-1 1 0 0,-1 0-1 0 0,-2-1 0 0 0,-1-1 0 0 0,-1 0 0 0 0,-2 0 0 0 0,-2-1 0 0 0,-1-1 0 0 0,5-64 0 0 0,-11 93-50 0 0,-3-15 107 0 0,-8 36 55 0 0,4 4-136 0 0,-1 0 0 0 0,2 0 0 0 0,1 1 0 0 0,0-1 0 0 0,0 26 0 0 0,1-25-37 0 0,0 7-10 0 0,1 1 0 0 0,1-1 0 0 0,1 1 0 0 0,1-1 0 0 0,8 41 0 0 0,-6-57 0 0 0,0 1 0 0 0,0-1 0 0 0,1 0 0 0 0,1 0 0 0 0,0-1 0 0 0,10 16 0 0 0,-10-19 0 0 0,0 0 0 0 0,0 0 0 0 0,1-1 0 0 0,0 0 0 0 0,0 0 0 0 0,1-1 0 0 0,0 0 0 0 0,0 0 0 0 0,0 0 0 0 0,8 3 0 0 0,-13-6-89 0 0,1-1 0 0 0,-1 0 0 0 0,1 0 0 0 0,-1 0 0 0 0,1 0 0 0 0,0 0 0 0 0,-1-1 0 0 0,1 1-1 0 0,0-1 1 0 0,0 1 0 0 0,-1-1 0 0 0,1 0 0 0 0,0 0 0 0 0,0-1 0 0 0,-1 1 0 0 0,1 0 0 0 0,0-1 0 0 0,0 0 0 0 0,-1 0 0 0 0,1 1 0 0 0,-1-2-1 0 0,1 1 1 0 0,-1 0 0 0 0,1 0 0 0 0,-1-1 0 0 0,1 1 0 0 0,-1-1 0 0 0,0 0 0 0 0,0 0 0 0 0,0 0 0 0 0,0 0 0 0 0,0 0 0 0 0,-1 0 0 0 0,1 0 0 0 0,2-5-1 0 0,6-9-1479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9.126"/>
    </inkml:context>
    <inkml:brush xml:id="br0">
      <inkml:brushProperty name="width" value="0.05" units="cm"/>
      <inkml:brushProperty name="height" value="0.05" units="cm"/>
    </inkml:brush>
  </inkml:definitions>
  <inkml:trace contextRef="#ctx0" brushRef="#br0">227 22 11975 0 0,'0'0'923'0'0,"0"-1"-602"0"0,0 0-217 0 0,1 1 0 0 0,-1-1 0 0 0,0 0 0 0 0,0 1 0 0 0,0-1 0 0 0,0 1 0 0 0,1-1 1 0 0,-1 1-1 0 0,0-1 0 0 0,0 0 0 0 0,0 1 0 0 0,0-1 0 0 0,-1 1 0 0 0,1-1 0 0 0,0 0 0 0 0,0 1 0 0 0,0-1 0 0 0,0 1 0 0 0,-1-1 0 0 0,1 1 0 0 0,0-1 0 0 0,0 0 0 0 0,-1 1 0 0 0,1-1 0 0 0,0 1 0 0 0,-1 0 0 0 0,1-1 0 0 0,-1 1 0 0 0,1-1 0 0 0,0 1 0 0 0,-1-1 0 0 0,1 1 0 0 0,-1 0 0 0 0,1 0 0 0 0,-1-1 0 0 0,0 1 0 0 0,1 0 0 0 0,-1 0 0 0 0,1-1 0 0 0,-1 1 0 0 0,1 0 0 0 0,-1 0 0 0 0,0 0 0 0 0,1 0 0 0 0,-1 0 0 0 0,1 0 0 0 0,-1 0 0 0 0,0 0 1 0 0,1 0-1 0 0,-1 0 0 0 0,1 0 0 0 0,-1 0 0 0 0,0 0 0 0 0,1 1 0 0 0,-1-1 0 0 0,1 0 0 0 0,-2 1 0 0 0,-2 1 317 0 0,-1-1 1 0 0,0 2-1 0 0,1-1 1 0 0,-1 0-1 0 0,-7 7 1 0 0,-2 2-201 0 0,1 2 1 0 0,0 0 0 0 0,1 1-1 0 0,0 0 1 0 0,1 1-1 0 0,1 0 1 0 0,-13 26 0 0 0,12-19-130 0 0,1 0 1 0 0,1 1 0 0 0,1 1 0 0 0,1-1-1 0 0,-4 28 1 0 0,8-28 3 0 0,0 0-1 0 0,2 0 1 0 0,3 41-1 0 0,-1-51-61 0 0,0 0 0 0 0,2 0 0 0 0,0 0 0 0 0,0 0 0 0 0,1-1 0 0 0,0 0 0 0 0,1 0 0 0 0,8 13 0 0 0,-11-21-228 0 0,1 1 0 0 0,0-1 1 0 0,0-1-1 0 0,0 1 0 0 0,1 0 0 0 0,-1-1 0 0 0,1 0 0 0 0,0 0 0 0 0,0 0 0 0 0,0 0 1 0 0,0 0-1 0 0,1-1 0 0 0,-1 0 0 0 0,1 0 0 0 0,-1 0 0 0 0,1 0 0 0 0,0-1 0 0 0,-1 0 1 0 0,1 0-1 0 0,5 1 0 0 0,-3-2-268 0 0,0 0 0 0 0,0 0 0 0 0,0-1 0 0 0,-1 0-1 0 0,1 0 1 0 0,0 0 0 0 0,-1-1 0 0 0,1 0 0 0 0,-1 0 0 0 0,1-1 0 0 0,-1 1 0 0 0,0-2 0 0 0,0 1 0 0 0,5-5 0 0 0,11-8-5520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9.472"/>
    </inkml:context>
    <inkml:brush xml:id="br0">
      <inkml:brushProperty name="width" value="0.05" units="cm"/>
      <inkml:brushProperty name="height" value="0.05" units="cm"/>
    </inkml:brush>
  </inkml:definitions>
  <inkml:trace contextRef="#ctx0" brushRef="#br0">194 1 16383 0 0,'0'0'1484'0'0,"-1"1"-1221"0"0,-13 15 841 0 0,1 1 0 0 0,1 1 0 0 0,1-1 0 0 0,-17 35 0 0 0,13-22-803 0 0,-2 1-145 0 0,3 1 0 0 0,0 0 1 0 0,2 0-1 0 0,2 2 0 0 0,1-1 0 0 0,1 1 0 0 0,2 0 0 0 0,-4 68 0 0 0,11-93-156 0 0,-1 0 0 0 0,1-1 0 0 0,0 1 0 0 0,1 0 0 0 0,0-1 0 0 0,0 1 0 0 0,1-1 0 0 0,0 1 0 0 0,8 14 0 0 0,-10-21-28 0 0,1 0-1 0 0,-1 0 1 0 0,1 0-1 0 0,0-1 0 0 0,-1 1 1 0 0,1-1-1 0 0,0 1 1 0 0,0-1-1 0 0,0 1 0 0 0,0-1 1 0 0,1 0-1 0 0,-1 0 0 0 0,0 0 1 0 0,0 0-1 0 0,1-1 1 0 0,-1 1-1 0 0,0-1 0 0 0,1 1 1 0 0,-1-1-1 0 0,0 0 1 0 0,1 0-1 0 0,-1 0 0 0 0,1 0 1 0 0,-1 0-1 0 0,3-1 1 0 0,6-1-485 0 0,-1 0 1 0 0,1-1-1 0 0,-1 0 1 0 0,10-5 0 0 0,-19 8 460 0 0,5-3-657 0 0,0-1 0 0 0,0 1 1 0 0,0-1-1 0 0,-1 0 0 0 0,11-10 0 0 0,-2 2-1086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26:49.831"/>
    </inkml:context>
    <inkml:brush xml:id="br0">
      <inkml:brushProperty name="width" value="0.05" units="cm"/>
      <inkml:brushProperty name="height" value="0.05" units="cm"/>
    </inkml:brush>
  </inkml:definitions>
  <inkml:trace contextRef="#ctx0" brushRef="#br0">16 429 2759 0 0,'-16'8'13374'0'0,"30"-7"-10481"0"0,1-3-2193 0 0,0 0-1 0 0,0-1 1 0 0,0 0 0 0 0,0-1 0 0 0,-1-1-1 0 0,23-10 1 0 0,16-5 75 0 0,11-2-209 0 0,52-15-567 0 0,-6 0-3834 0 0,-95 32 2571 0 0,3-3-1030 0 0</inkml:trace>
  <inkml:trace contextRef="#ctx0" brushRef="#br0" timeOffset="1">800 1 455 0 0,'13'11'425'0'0,"0"0"-1"0"0,15 18 1 0 0,20 29 11393 0 0,-43-50-10713 0 0,0-1-1 0 0,0 1 0 0 0,0 0 0 0 0,-1 0 0 0 0,-1 1 1 0 0,4 10-1 0 0,-4-10-560 0 0,-1 1 0 0 0,0 0 1 0 0,-1 0-1 0 0,0 0 0 0 0,0 12 0 0 0,-3-6-276 0 0,1 1-1 0 0,-2 0 1 0 0,0 0 0 0 0,-1-1-1 0 0,-1 1 1 0 0,-12 26-1 0 0,-5 5-172 0 0,-2 0 0 0 0,-2-2 0 0 0,-33 44-1 0 0,-12 1-7647 0 0,25-38-721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3:58.767"/>
    </inkml:context>
    <inkml:brush xml:id="br0">
      <inkml:brushProperty name="width" value="0.05" units="cm"/>
      <inkml:brushProperty name="height" value="0.05" units="cm"/>
    </inkml:brush>
  </inkml:definitions>
  <inkml:trace contextRef="#ctx0" brushRef="#br0">71 51 8719 0 0,'0'0'794'0'0,"-2"0"-652"0"0,0 0-94 0 0,0 0 0 0 0,0 0 0 0 0,0 0 0 0 0,0 1 0 0 0,0-1 0 0 0,0 1-1 0 0,1-1 1 0 0,-1 1 0 0 0,0 0 0 0 0,0-1 0 0 0,1 1 0 0 0,-4 2 0 0 0,-26 17 3875 0 0,20-12 1994 0 0,13-8-5865 0 0,0 0 0 0 0,0 0-1 0 0,0 0 1 0 0,0-1 0 0 0,0 1 0 0 0,0 0 0 0 0,0-1-1 0 0,0 1 1 0 0,2-2 0 0 0,0 1 14 0 0,189-50 887 0 0,-107 29-553 0 0,-77 19-355 0 0,-7 2-22 0 0,-1 0-1 0 0,1 0 1 0 0,0 1-1 0 0,-1-1 0 0 0,1 1 1 0 0,0-1-1 0 0,-1 1 1 0 0,1 0-1 0 0,0 0 1 0 0,2-1-1 0 0,3 3 70 0 0,-6-2-1 0 0,-2 24-16 0 0,-2 0 1 0 0,-1-1-1 0 0,-12 44 1 0 0,-3 14 43 0 0,4 42-315 0 0,14-108 156 0 0,1-1-1 0 0,0 1 0 0 0,1 0 1 0 0,1-1-1 0 0,1 1 1 0 0,5 19-1 0 0,-8-32-79 0 0,1-1 0 0 0,-1 1 0 0 0,1-1 0 0 0,-1 1 0 0 0,1-1 0 0 0,-1 0 0 0 0,1 1 0 0 0,0-1 0 0 0,0 0 0 0 0,-1 1 0 0 0,1-1 0 0 0,0 0 0 0 0,0 0 0 0 0,1 0 0 0 0,-1 1 0 0 0,0-1 0 0 0,0-1-1 0 0,0 1 1 0 0,1 0 0 0 0,-1 0 0 0 0,0 0 0 0 0,1-1 0 0 0,-1 1 0 0 0,1 0 0 0 0,-1-1 0 0 0,1 0 0 0 0,-1 1 0 0 0,1-1 0 0 0,-1 0 0 0 0,1 0 0 0 0,-1 1 0 0 0,1-1 0 0 0,2-1 0 0 0,6-1-1839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3:59.110"/>
    </inkml:context>
    <inkml:brush xml:id="br0">
      <inkml:brushProperty name="width" value="0.05" units="cm"/>
      <inkml:brushProperty name="height" value="0.05" units="cm"/>
    </inkml:brush>
  </inkml:definitions>
  <inkml:trace contextRef="#ctx0" brushRef="#br0">4 1 14887 0 0,'0'0'1616'0'0,"-1"17"-1616"0"0,-1 3 416 0 0,2-1 64 0 0,3 2 0 0 0,2 1 8 0 0,-2 2-344 0 0,4 0-72 0 0,2-1-8 0 0,2-1-5032 0 0,2-3-1008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3:59.438"/>
    </inkml:context>
    <inkml:brush xml:id="br0">
      <inkml:brushProperty name="width" value="0.05" units="cm"/>
      <inkml:brushProperty name="height" value="0.05" units="cm"/>
    </inkml:brush>
  </inkml:definitions>
  <inkml:trace contextRef="#ctx0" brushRef="#br0">32 1 7831 0 0,'0'0'706'0'0,"0"1"-578"0"0,-16 191 7367 0 0,5-99-5008 0 0,6 29-1943 0 0,6-121-466 0 0,-1 0-1 0 0,1 0 0 0 0,0 0 1 0 0,0 0-1 0 0,-1 0 0 0 0,1 0 1 0 0,0 0-1 0 0,0 0 0 0 0,0 0 1 0 0,0-1-1 0 0,0 1 0 0 0,0 0 1 0 0,0-1-1 0 0,3 2 0 0 0,19 7 1070 0 0,-4-7-657 0 0,30-1 0 0 0,-33-1-405 0 0,-6 0-73 0 0,-1-1-1 0 0,-7 0-55 0 0,2 1-174 0 0,-1 0-1552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3:59.803"/>
    </inkml:context>
    <inkml:brush xml:id="br0">
      <inkml:brushProperty name="width" value="0.05" units="cm"/>
      <inkml:brushProperty name="height" value="0.05" units="cm"/>
    </inkml:brush>
  </inkml:definitions>
  <inkml:trace contextRef="#ctx0" brushRef="#br0">114 7 919 0 0,'-9'-7'11809'0'0,"8"7"-11486"0"0,-9 10 3451 0 0,-6 23-3123 0 0,14-29 250 0 0,-14 38-192 0 0,2 0 1 0 0,2 1-1 0 0,1 1 1 0 0,3 0-1 0 0,1 0 1 0 0,-1 86-1 0 0,8-115-625 0 0,1-1-1 0 0,0 0 0 0 0,1 1 1 0 0,1-1-1 0 0,0 0 1 0 0,7 19-1 0 0,-8-27-297 0 0,1 0-1 0 0,0 0 0 0 0,0-1 1 0 0,0 1-1 0 0,1-1 1 0 0,0 0-1 0 0,5 6 1 0 0,-6-8-428 0 0,1 0 1 0 0,-1 0 0 0 0,1-1-1 0 0,-1 1 1 0 0,1-1 0 0 0,0 1 0 0 0,0-1-1 0 0,0 0 1 0 0,1-1 0 0 0,-1 1 0 0 0,5 0-1 0 0,7 2-5634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00.179"/>
    </inkml:context>
    <inkml:brush xml:id="br0">
      <inkml:brushProperty name="width" value="0.05" units="cm"/>
      <inkml:brushProperty name="height" value="0.05" units="cm"/>
    </inkml:brush>
  </inkml:definitions>
  <inkml:trace contextRef="#ctx0" brushRef="#br0">26 106 13247 0 0,'-5'16'438'0'0,"2"1"-1"0"0,-3 22 0 0 0,6-34-213 0 0,0 0-1 0 0,0 0 1 0 0,0 0-1 0 0,0 0 1 0 0,1 0-1 0 0,-1 0 1 0 0,1 0-1 0 0,1 0 1 0 0,-1 0-1 0 0,1-1 1 0 0,0 1-1 0 0,3 6 1 0 0,-3-9-81 0 0,-1-1 1 0 0,1 1 0 0 0,-1 0 0 0 0,1-1 0 0 0,0 0 0 0 0,0 1-1 0 0,0-1 1 0 0,-1 0 0 0 0,1 0 0 0 0,1 0 0 0 0,-1 0 0 0 0,0-1 0 0 0,0 1-1 0 0,0-1 1 0 0,0 1 0 0 0,0-1 0 0 0,1 1 0 0 0,-1-1 0 0 0,0 0-1 0 0,0 0 1 0 0,0 0 0 0 0,1-1 0 0 0,-1 1 0 0 0,0 0 0 0 0,0-1-1 0 0,3 0 1 0 0,4-2 82 0 0,1 0 1 0 0,-1 0-1 0 0,0 0 0 0 0,13-9 0 0 0,-11 6-92 0 0,-1-1 1 0 0,0-1-1 0 0,0 0 0 0 0,15-15 1 0 0,-20 17-78 0 0,1 0 0 0 0,0-1 0 0 0,-1 0 0 0 0,-1 0 0 0 0,1-1 0 0 0,-1 1 0 0 0,5-14 0 0 0,-8 19-28 0 0,0-1 1 0 0,0 1-1 0 0,-1-1 0 0 0,1 1 1 0 0,-1-1-1 0 0,0 0 0 0 0,0 1 0 0 0,0-1 1 0 0,0 1-1 0 0,0-1 0 0 0,-1 1 0 0 0,1-1 1 0 0,-1 1-1 0 0,1-1 0 0 0,-1 1 1 0 0,-1-4-1 0 0,0 3 14 0 0,0 0 1 0 0,0 0-1 0 0,-1 0 0 0 0,1 0 0 0 0,-1 0 1 0 0,1 0-1 0 0,-1 1 0 0 0,0-1 1 0 0,0 1-1 0 0,-3-3 0 0 0,-3 0-41 0 0,-1 0-1 0 0,0 0 1 0 0,1 1-1 0 0,-1 0 0 0 0,-1 1 1 0 0,-19-4-1 0 0,12 4-275 0 0,-1 1 0 0 0,-24 0 0 0 0,33 3-559 0 0,0-1 0 0 0,0 2 1 0 0,-11 1-1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00.511"/>
    </inkml:context>
    <inkml:brush xml:id="br0">
      <inkml:brushProperty name="width" value="0.05" units="cm"/>
      <inkml:brushProperty name="height" value="0.05" units="cm"/>
    </inkml:brush>
  </inkml:definitions>
  <inkml:trace contextRef="#ctx0" brushRef="#br0">36 1 15199 0 0,'8'7'204'0'0,"-1"2"0"0"0,0-1 0 0 0,-1 1 0 0 0,0 0-1 0 0,0 0 1 0 0,-1 1 0 0 0,0-1 0 0 0,5 18 0 0 0,-5-12 387 0 0,-1 1 1 0 0,-1-1-1 0 0,-1 1 0 0 0,0 0 1 0 0,0 19-1 0 0,-5 12 839 0 0,-1 0-1 0 0,-20 89 1 0 0,22-126-1519 0 0,-5 23-285 0 0,-1 0 1 0 0,-1-1-1 0 0,-2 0 0 0 0,-21 44 1 0 0,19-53-774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00.911"/>
    </inkml:context>
    <inkml:brush xml:id="br0">
      <inkml:brushProperty name="width" value="0.05" units="cm"/>
      <inkml:brushProperty name="height" value="0.05" units="cm"/>
    </inkml:brush>
  </inkml:definitions>
  <inkml:trace contextRef="#ctx0" brushRef="#br0">0 31 11055 0 0,'0'0'6328'0'0,"2"-1"-5282"0"0,6-3-587 0 0,-1 0 1 0 0,1 1-1 0 0,0 0 1 0 0,-1 1-1 0 0,1-1 1 0 0,1 1-1 0 0,11-1 1 0 0,64-2 452 0 0,-67 5-810 0 0,10-1-242 0 0,-1 2 1 0 0,1 2-1 0 0,48 9 0 0 0,-73-11-155 0 0,1 0 0 0 0,-1 0-1 0 0,0 0 1 0 0,1 0-1 0 0,-1 1 1 0 0,0-1-1 0 0,0 1 1 0 0,0-1-1 0 0,0 1 1 0 0,0 0-1 0 0,0 0 1 0 0,-1 0-1 0 0,1 0 1 0 0,2 3 0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01.240"/>
    </inkml:context>
    <inkml:brush xml:id="br0">
      <inkml:brushProperty name="width" value="0.05" units="cm"/>
      <inkml:brushProperty name="height" value="0.05" units="cm"/>
    </inkml:brush>
  </inkml:definitions>
  <inkml:trace contextRef="#ctx0" brushRef="#br0">1 1 14831 0 0,'323'0'4451'0'0,"-268"0"-5527"0"0,-1 1-4669 0 0,-30-1 363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01.568"/>
    </inkml:context>
    <inkml:brush xml:id="br0">
      <inkml:brushProperty name="width" value="0.05" units="cm"/>
      <inkml:brushProperty name="height" value="0.05" units="cm"/>
    </inkml:brush>
  </inkml:definitions>
  <inkml:trace contextRef="#ctx0" brushRef="#br0">42 144 10591 0 0,'-1'19'975'0'0,"-7"36"0"0"0,1-7 1925 0 0,4-26-1804 0 0,2-1 0 0 0,0 1 0 0 0,1-1 0 0 0,1 1 0 0 0,4 21 0 0 0,-3-37-994 0 0,-1 0 0 0 0,1 0 0 0 0,0 0 0 0 0,1-1 0 0 0,-1 1 0 0 0,1-1 0 0 0,0 1 0 0 0,0-1 0 0 0,7 8 0 0 0,-7-10-84 0 0,1 1 0 0 0,-1-1 0 0 0,1 0 0 0 0,0 0 0 0 0,0 0 0 0 0,1-1 0 0 0,-1 1 0 0 0,0-1 1 0 0,1 0-1 0 0,-1 0 0 0 0,1 0 0 0 0,0-1 0 0 0,7 2 0 0 0,0-2 53 0 0,0 1 1 0 0,1-2 0 0 0,-1 1-1 0 0,0-2 1 0 0,0 0 0 0 0,1 0-1 0 0,-1-1 1 0 0,0-1-1 0 0,0 0 1 0 0,0 0 0 0 0,-1-1-1 0 0,1-1 1 0 0,-1 0 0 0 0,0 0-1 0 0,0-1 1 0 0,-1-1-1 0 0,0 0 1 0 0,0 0 0 0 0,0-1-1 0 0,-1 0 1 0 0,0 0 0 0 0,-1-1-1 0 0,0-1 1 0 0,13-17-1 0 0,-15 17 57 0 0,0-1-1 0 0,-1 1 0 0 0,0-1 0 0 0,0 0 0 0 0,-1 0 1 0 0,0-1-1 0 0,-1 1 0 0 0,3-24 0 0 0,-5 25-71 0 0,-1 1 0 0 0,0-1-1 0 0,0 0 1 0 0,-1 1 0 0 0,0-1 0 0 0,-1 1-1 0 0,0-1 1 0 0,-1 1 0 0 0,0 0-1 0 0,0 0 1 0 0,-7-14 0 0 0,4 12 2 0 0,0 1 1 0 0,-1-1-1 0 0,0 1 1 0 0,-1 0-1 0 0,0 1 1 0 0,-1-1 0 0 0,0 2-1 0 0,0-1 1 0 0,-1 1-1 0 0,-11-7 1 0 0,14 11-40 0 0,-1 0 0 0 0,1 0 1 0 0,-1 0-1 0 0,0 1 0 0 0,0 1 1 0 0,0-1-1 0 0,0 1 0 0 0,-1 1 1 0 0,1-1-1 0 0,-1 1 0 0 0,1 1 1 0 0,-1 0-1 0 0,1 0 0 0 0,-1 0 1 0 0,-14 4-1 0 0,11-1-231 0 0,0 1 0 0 0,0 1-1 0 0,0 0 1 0 0,0 0 0 0 0,1 2-1 0 0,0-1 1 0 0,0 1 0 0 0,1 1 0 0 0,0-1-1 0 0,0 2 1 0 0,1 0 0 0 0,0 0 0 0 0,1 0-1 0 0,-10 15 1 0 0,1-2-1620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14.336"/>
    </inkml:context>
    <inkml:brush xml:id="br0">
      <inkml:brushProperty name="width" value="0.05" units="cm"/>
      <inkml:brushProperty name="height" value="0.05" units="cm"/>
    </inkml:brush>
  </inkml:definitions>
  <inkml:trace contextRef="#ctx0" brushRef="#br0">1 0 15839 0 0,'0'0'1712'0'0,"11"8"-1712"0"0,2 5 0 0 0,-4 2 288 0 0,-1-1 32 0 0,-1-1 0 0 0,-1 1 0 0 0,1 2-208 0 0,-1 0-40 0 0,0-1-8 0 0,1-1-5136 0 0,-1 2-1032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13.992"/>
    </inkml:context>
    <inkml:brush xml:id="br0">
      <inkml:brushProperty name="width" value="0.05" units="cm"/>
      <inkml:brushProperty name="height" value="0.05" units="cm"/>
    </inkml:brush>
  </inkml:definitions>
  <inkml:trace contextRef="#ctx0" brushRef="#br0">37 47 2759 0 0,'0'0'6744'0'0,"-1"0"-6672"0"0,1-1-1 0 0,0 1 0 0 0,0 0 1 0 0,0 0-1 0 0,0 0 0 0 0,-1-1 1 0 0,1 1-1 0 0,0 0 0 0 0,0 0 0 0 0,-1-1 1 0 0,1 1-1 0 0,0 0 0 0 0,0 0 1 0 0,-1 0-1 0 0,1 0 0 0 0,0 0 1 0 0,0 0-1 0 0,-1-1 0 0 0,1 1 1 0 0,0 0-1 0 0,-1 0 0 0 0,1 0 0 0 0,0 0 1 0 0,-1 0-1 0 0,1 0 0 0 0,0 0 1 0 0,0 0-1 0 0,-1 0 0 0 0,1 0 1 0 0,-1 1-1 0 0,-16 14 2901 0 0,16-14-2765 0 0,0 0-1 0 0,0 0 1 0 0,0 0 0 0 0,0 0-1 0 0,1 0 1 0 0,-1 1 0 0 0,0-1-1 0 0,0 0 1 0 0,1 0 0 0 0,-1 1-1 0 0,1-1 1 0 0,-1 1 0 0 0,1-1-1 0 0,0 1 1 0 0,0-1 0 0 0,-1 0-1 0 0,1 3 1 0 0,1-2-167 0 0,-1-1 0 0 0,0 0 0 0 0,1 0 0 0 0,0 0 0 0 0,-1 0 0 0 0,1 1 0 0 0,-1-1 0 0 0,1 0 0 0 0,0 0 0 0 0,0 0 0 0 0,0 0-1 0 0,0 0 1 0 0,-1-1 0 0 0,1 1 0 0 0,0 0 0 0 0,0 0 0 0 0,1-1 0 0 0,0 2 0 0 0,1-1 5 0 0,-1 0-1 0 0,1 0 1 0 0,0 0-1 0 0,0-1 0 0 0,0 1 1 0 0,0-1-1 0 0,5 1 1 0 0,0-1-1 0 0,0-1 1 0 0,0 1 0 0 0,-1-2-1 0 0,1 1 1 0 0,11-4 0 0 0,26-13 427 0 0,-1-2 1 0 0,61-37 0 0 0,-101 56-374 0 0,3-3-23 0 0,-5 4-9 0 0,-3 12-47 0 0,-1 0 1 0 0,0 0 0 0 0,-1 0 0 0 0,0 0-1 0 0,0 0 1 0 0,-8 13 0 0 0,-4 20-24 0 0,9-25 3 0 0,1-5 0 0 0,0 1 0 0 0,2-1 0 0 0,-3 26 0 0 0,5-23-49 0 0,3-14 54 0 0,-1 2-409 0 0,0-5 266 0 0,0 0-1 0 0,0 0 1 0 0,0 0 0 0 0,0 1-1 0 0,0-1 1 0 0,0 0 0 0 0,0 0-1 0 0,0 0 1 0 0,0-1 0 0 0,3 3-1 0 0,2 1-2855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14.845"/>
    </inkml:context>
    <inkml:brush xml:id="br0">
      <inkml:brushProperty name="width" value="0.05" units="cm"/>
      <inkml:brushProperty name="height" value="0.05" units="cm"/>
    </inkml:brush>
  </inkml:definitions>
  <inkml:trace contextRef="#ctx0" brushRef="#br0">26 9 1375 0 0,'1'-1'10196'0'0,"7"-6"-3929"0"0,-3 41-4870 0 0,-7-15-1296 0 0,0 1-1 0 0,-2-1 1 0 0,-6 21 0 0 0,4-15-56 0 0,0 0 0 0 0,-4 51 0 0 0,10-64-20 0 0,0-10 44 0 0,3 3-17 0 0,-3-5-31 0 0,0 1 0 0 0,0 0 0 0 0,1-1 0 0 0,-1 1 0 0 0,0-1 0 0 0,0 1 0 0 0,0-1 0 0 0,1 1 0 0 0,-1-1 0 0 0,0 1 0 0 0,1-1 0 0 0,-1 1-1 0 0,1-1 1 0 0,-1 1 0 0 0,0-1 0 0 0,2 1 0 0 0,2 2 82 0 0,0-1 0 0 0,0 0-1 0 0,0 0 1 0 0,1 0 0 0 0,-1-1 0 0 0,0 0-1 0 0,1 0 1 0 0,-1 0 0 0 0,1 0 0 0 0,7 0-1 0 0,-2-1 83 0 0,1-1-1 0 0,-1 0 1 0 0,20-5-1 0 0,-13 2-82 0 0,-1-1 0 0 0,0-1 0 0 0,24-11 0 0 0,-31 14-169 0 0,-8 2-285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0.431"/>
    </inkml:context>
    <inkml:brush xml:id="br0">
      <inkml:brushProperty name="width" value="0.05" units="cm"/>
      <inkml:brushProperty name="height" value="0.05" units="cm"/>
    </inkml:brush>
  </inkml:definitions>
  <inkml:trace contextRef="#ctx0" brushRef="#br0">0 18 3223 0 0,'0'0'4098'0'0,"2"-1"-2816"0"0,1-1-896 0 0,1 0-1 0 0,-1 1 0 0 0,1-1 0 0 0,0 1 1 0 0,0 0-1 0 0,0 0 0 0 0,-1 0 0 0 0,5 0 0 0 0,37-1 1017 0 0,-32 1-859 0 0,141 5 1811 0 0,-99-1-1943 0 0,99-7 0 0 0,-75 0-251 0 0,-76 3-112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0.776"/>
    </inkml:context>
    <inkml:brush xml:id="br0">
      <inkml:brushProperty name="width" value="0.05" units="cm"/>
      <inkml:brushProperty name="height" value="0.05" units="cm"/>
    </inkml:brush>
  </inkml:definitions>
  <inkml:trace contextRef="#ctx0" brushRef="#br0">1 29 10591 0 0,'2'1'819'0'0,"18"4"-209"0"0,-1-2 0 0 0,1 0 0 0 0,0-1 0 0 0,0-1 0 0 0,34-3 0 0 0,303-31 2918 0 0,-296 26-3319 0 0,-11 6-158 0 0,-22 1-154 0 0,-15 6-3197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5.192"/>
    </inkml:context>
    <inkml:brush xml:id="br0">
      <inkml:brushProperty name="width" value="0.05" units="cm"/>
      <inkml:brushProperty name="height" value="0.05" units="cm"/>
    </inkml:brush>
  </inkml:definitions>
  <inkml:trace contextRef="#ctx0" brushRef="#br0">65 152 2759 0 0,'-2'0'3850'0'0,"1"0"-3638"0"0,0-1 0 0 0,0 1 0 0 0,0 0 0 0 0,0-1 0 0 0,0 1 0 0 0,0-1 0 0 0,1 1 0 0 0,-1-1 1 0 0,0 0-1 0 0,0 1 0 0 0,0-1 0 0 0,1 0 0 0 0,-1 1 0 0 0,0-1 0 0 0,1 0 0 0 0,-1 0 0 0 0,1 0 0 0 0,-1 1 0 0 0,1-1 1 0 0,-1 0-1 0 0,1 0 0 0 0,-1 0 0 0 0,1 0 0 0 0,0 0 0 0 0,0 0 0 0 0,-1 0 0 0 0,1 0 0 0 0,0 0 0 0 0,0 0 0 0 0,0 0 0 0 0,0 0 1 0 0,0 0-1 0 0,0 0 0 0 0,1 0 0 0 0,-1 0 0 0 0,0 0 0 0 0,1-1 0 0 0,0-2 13 0 0,0-1 0 0 0,1 1 0 0 0,-1 0 0 0 0,1 0 0 0 0,0 0 0 0 0,0 0 1 0 0,5-6-1 0 0,-1 2 15 0 0,0 1 0 0 0,1 0 0 0 0,-1 0 0 0 0,1 0 0 0 0,0 1 0 0 0,1 0 0 0 0,0 1 0 0 0,0 0 0 0 0,0 0 0 0 0,11-5 0 0 0,-14 8-173 0 0,0 1 0 0 0,0-1 0 0 0,0 1 0 0 0,1 0 0 0 0,-1 0 0 0 0,0 1 0 0 0,1-1-1 0 0,-1 1 1 0 0,0 0 0 0 0,1 1 0 0 0,-1-1 0 0 0,0 1 0 0 0,1 0 0 0 0,-1 0 0 0 0,0 1 0 0 0,0 0 0 0 0,0 0-1 0 0,0 0 1 0 0,7 4 0 0 0,-6-2-53 0 0,0 0 0 0 0,0 0 0 0 0,-1 0 0 0 0,0 0 0 0 0,0 1 0 0 0,0 0 0 0 0,-1 0 0 0 0,1 0 0 0 0,-1 1 0 0 0,0-1 0 0 0,-1 1 0 0 0,1 0 0 0 0,-1 0 0 0 0,0 1 0 0 0,-1-1 0 0 0,1 0 0 0 0,-1 1 0 0 0,1 8 0 0 0,-2-4-17 0 0,0 0-1 0 0,0 1 1 0 0,-1-1-1 0 0,0 0 0 0 0,-1 0 1 0 0,-1 1-1 0 0,0-1 1 0 0,0 0-1 0 0,-1 0 0 0 0,-5 14 1 0 0,-6 9-149 0 0,-2 0-1 0 0,-30 48 1 0 0,-50 56-119 0 0,87-127 254 0 0,0 0-1 0 0,0-1 1 0 0,-21 17 0 0 0,24-22 17 0 0,0-1 0 0 0,-1 0 1 0 0,1 0-1 0 0,-1 0 0 0 0,0-1 0 0 0,0 0 1 0 0,0-1-1 0 0,-13 4 0 0 0,6-5 11 0 0,4-3 49 0 0,9 2-53 0 0,1-1 1 0 0,0 1-1 0 0,0-1 1 0 0,-1 1 0 0 0,1-1-1 0 0,0 1 1 0 0,0-1-1 0 0,0 1 1 0 0,0-1-1 0 0,0 0 1 0 0,0 1-1 0 0,0-1 1 0 0,0 1-1 0 0,0-1 1 0 0,0 1-1 0 0,0-1 1 0 0,0 0-1 0 0,0 1 1 0 0,0-1 0 0 0,0 1-1 0 0,0-1 1 0 0,1 0-1 0 0,-1 1 4 0 0,1-3 7 0 0,0 0-1 0 0,0 1 1 0 0,1-1 0 0 0,-1 0 0 0 0,1 1-1 0 0,0-1 1 0 0,-1 1 0 0 0,1 0 0 0 0,0 0-1 0 0,0 0 1 0 0,1-1 0 0 0,-1 2 0 0 0,5-4-1 0 0,4-2 100 0 0,21-10 0 0 0,-31 16-110 0 0,16-6 117 0 0,0 1 0 0 0,0 0-1 0 0,1 1 1 0 0,0 1 0 0 0,0 0-1 0 0,31-1 1 0 0,113 7 481 0 0,-119 0-596 0 0,10 4 49 0 0,-2 0-2937 0 0,-46-7 678 0 0,6-3-4129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5.699"/>
    </inkml:context>
    <inkml:brush xml:id="br0">
      <inkml:brushProperty name="width" value="0.05" units="cm"/>
      <inkml:brushProperty name="height" value="0.05" units="cm"/>
    </inkml:brush>
  </inkml:definitions>
  <inkml:trace contextRef="#ctx0" brushRef="#br0">253 23 4607 0 0,'0'0'354'0'0,"-13"-5"47"0"0,6 2 1099 0 0,0-1 0 0 0,0 2-1 0 0,0-1 1 0 0,0 1 0 0 0,-10-2 0 0 0,13 4-1272 0 0,1 0 0 0 0,0 0 1 0 0,-1 1-1 0 0,1-1 0 0 0,0 1 1 0 0,0-1-1 0 0,0 1 0 0 0,-1 0 1 0 0,1 0-1 0 0,0 0 0 0 0,0 1 1 0 0,0-1-1 0 0,0 1 0 0 0,1 0 1 0 0,-4 2-1 0 0,-5 5-31 0 0,0 0 1 0 0,1 0-1 0 0,1 1 1 0 0,0 1 0 0 0,0-1-1 0 0,1 2 1 0 0,0-1-1 0 0,1 1 1 0 0,0 0-1 0 0,1 0 1 0 0,0 1-1 0 0,1 0 1 0 0,-5 22-1 0 0,4-11-101 0 0,1-1-1 0 0,2 1 1 0 0,0 0-1 0 0,2 0 1 0 0,0 0-1 0 0,2 0 1 0 0,4 26-1 0 0,-3-37-72 0 0,0 0 0 0 0,1 0 0 0 0,1 0 0 0 0,0 0 0 0 0,1 0 0 0 0,1-1 0 0 0,0 0-1 0 0,8 13 1 0 0,-10-19-91 0 0,-1-1 1 0 0,1 0-1 0 0,0 0 0 0 0,1 0 0 0 0,-1-1 0 0 0,1 1 0 0 0,0-1 0 0 0,0 0 0 0 0,0 0 0 0 0,1-1 0 0 0,-1 0 0 0 0,1 0 1 0 0,0 0-1 0 0,0-1 0 0 0,0 1 0 0 0,0-2 0 0 0,0 1 0 0 0,0 0 0 0 0,10 0 0 0 0,4-2-793 0 0,0 0 0 0 0,0-2 0 0 0,0 0 0 0 0,-1-1 0 0 0,39-12 0 0 0,-29 6-4845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6.027"/>
    </inkml:context>
    <inkml:brush xml:id="br0">
      <inkml:brushProperty name="width" value="0.05" units="cm"/>
      <inkml:brushProperty name="height" value="0.05" units="cm"/>
    </inkml:brush>
  </inkml:definitions>
  <inkml:trace contextRef="#ctx0" brushRef="#br0">145 0 11519 0 0,'0'4'887'0'0,"-3"37"981"0"0,-2 0 0 0 0,-14 59 0 0 0,15-83-1329 0 0,-54 192 1829 0 0,22-87-2292 0 0,24-63-1227 0 0,7-19-4085 0 0,3-11-1051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6.355"/>
    </inkml:context>
    <inkml:brush xml:id="br0">
      <inkml:brushProperty name="width" value="0.05" units="cm"/>
      <inkml:brushProperty name="height" value="0.05" units="cm"/>
    </inkml:brush>
  </inkml:definitions>
  <inkml:trace contextRef="#ctx0" brushRef="#br0">1 107 6911 0 0,'0'0'608'0'0,"13"-5"-480"0"0,-1-2-128 0 0,4 1 0 0 0,4 3 2000 0 0,2-4 376 0 0,2 1 80 0 0,0 0 8 0 0,0 1-1432 0 0,0-2-288 0 0,0 1-56 0 0,0 0-16 0 0,0 1-448 0 0,3-3-96 0 0,1 0-24 0 0,1 0 0 0 0,-2 1-1368 0 0,0 1-272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6.688"/>
    </inkml:context>
    <inkml:brush xml:id="br0">
      <inkml:brushProperty name="width" value="0.05" units="cm"/>
      <inkml:brushProperty name="height" value="0.05" units="cm"/>
    </inkml:brush>
  </inkml:definitions>
  <inkml:trace contextRef="#ctx0" brushRef="#br0">136 272 6911 0 0,'0'0'3248'0'0,"2"0"-1854"0"0,3 0-978 0 0,1 0 0 0 0,-1 0 0 0 0,0 0 0 0 0,1 0 0 0 0,-1-1 0 0 0,1 0 0 0 0,-1 0 0 0 0,10-4 1 0 0,4-2 358 0 0,19-12 1 0 0,-8 5 14 0 0,-10 4-238 0 0,0 0 0 0 0,20-13 0 0 0,-34 18-447 0 0,1 1 0 0 0,-1-1 0 0 0,0 0-1 0 0,-1-1 1 0 0,1 1 0 0 0,-1-1 0 0 0,0 0 0 0 0,0-1-1 0 0,5-9 1 0 0,-9 15-82 0 0,0-1 0 0 0,-1 0 0 0 0,1 1 0 0 0,-1-1 0 0 0,1 0 0 0 0,-1 1 0 0 0,0-1 0 0 0,1 0 0 0 0,-1 1 0 0 0,0-1 0 0 0,0 0 0 0 0,0 0 0 0 0,0 1 0 0 0,-1-1 0 0 0,1 0 0 0 0,0 0 0 0 0,-2-2 0 0 0,1 1 7 0 0,0 0 1 0 0,-1 1 0 0 0,1-1-1 0 0,-1 1 1 0 0,0-1 0 0 0,0 1-1 0 0,0 0 1 0 0,0 0-1 0 0,-4-3 1 0 0,-1-1 26 0 0,-1 1 0 0 0,0 0 0 0 0,-1 0 1 0 0,1 1-1 0 0,-15-5 0 0 0,9 4 7 0 0,-1 0 1 0 0,-1 1-1 0 0,-16-2 0 0 0,25 5-39 0 0,0 1 0 0 0,0-1 0 0 0,-1 2 0 0 0,1-1-1 0 0,1 1 1 0 0,-1 0 0 0 0,0 0 0 0 0,0 1-1 0 0,-10 3 1 0 0,6 0 18 0 0,-1 0-1 0 0,1 1 1 0 0,1 0-1 0 0,-1 0 1 0 0,1 1-1 0 0,0 0 1 0 0,0 1-1 0 0,1 1 1 0 0,0-1-1 0 0,1 1 0 0 0,-1 1 1 0 0,2-1-1 0 0,0 1 1 0 0,0 1-1 0 0,0-1 1 0 0,2 1-1 0 0,-1 1 1 0 0,1-1-1 0 0,1 1 1 0 0,0-1-1 0 0,1 1 1 0 0,0 0-1 0 0,0 0 1 0 0,2 1-1 0 0,-1-1 1 0 0,2 0-1 0 0,0 1 1 0 0,1 12-1 0 0,0-12-13 0 0,1 0 0 0 0,1-1 0 0 0,0 1 0 0 0,1-1 1 0 0,0 0-1 0 0,1 0 0 0 0,0 0 0 0 0,1 0 0 0 0,1-1 0 0 0,-1 0 0 0 0,2-1 0 0 0,14 18 0 0 0,-12-17 5 0 0,1-1 0 0 0,1 0 0 0 0,-1-1 0 0 0,2 0 0 0 0,-1-1 0 0 0,1 0 0 0 0,0-1 0 0 0,1 0 0 0 0,0-1 0 0 0,24 7 0 0 0,-10-5-172 0 0,1-2-1 0 0,0-1 1 0 0,0-1-1 0 0,0-1 1 0 0,1-2-1 0 0,51-4 1 0 0,-62 0-1338 0 0,-1-4-3813 0 0,-3 0-1673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9.299"/>
    </inkml:context>
    <inkml:brush xml:id="br0">
      <inkml:brushProperty name="width" value="0.05" units="cm"/>
      <inkml:brushProperty name="height" value="0.05" units="cm"/>
    </inkml:brush>
  </inkml:definitions>
  <inkml:trace contextRef="#ctx0" brushRef="#br0">1 10 4607 0 0,'0'0'8947'0'0,"2"-1"-8183"0"0,2-1-464 0 0,1 1 1 0 0,0-1-1 0 0,0 1 1 0 0,-1 0-1 0 0,1 0 1 0 0,0 1-1 0 0,0 0 1 0 0,6 0-1 0 0,40 6 1443 0 0,-12 0-1051 0 0,-11 0-312 0 0,-15-3-199 0 0,24 5 0 0 0,-22-6-117 0 0,-2-1-24 0 0,-10 0-326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29.909"/>
    </inkml:context>
    <inkml:brush xml:id="br0">
      <inkml:brushProperty name="width" value="0.05" units="cm"/>
      <inkml:brushProperty name="height" value="0.05" units="cm"/>
    </inkml:brush>
  </inkml:definitions>
  <inkml:trace contextRef="#ctx0" brushRef="#br0">11 19 919 0 0,'0'0'3252'0'0,"-1"2"-2893"0"0,-8 18 7414 0 0,10-20-7690 0 0,0 0 0 0 0,0-1 0 0 0,1 0 0 0 0,-1 1 0 0 0,0-1 0 0 0,0 0-1 0 0,0 0 1 0 0,0 1 0 0 0,-1-1 0 0 0,1 0 0 0 0,0 0 0 0 0,0 0 0 0 0,0 0 0 0 0,-1 0-1 0 0,1 0 1 0 0,0-2 0 0 0,13-22 4151 0 0,-14 26-4191 0 0,0-1 0 0 0,0 0-1 0 0,0 0 1 0 0,0 0 0 0 0,0 0 0 0 0,0 0 0 0 0,0 0-1 0 0,0 0 1 0 0,0 0 0 0 0,0 0 0 0 0,0 0 0 0 0,0 0-1 0 0,1 0 1 0 0,-1 1 0 0 0,0-1 0 0 0,0 0 0 0 0,0 0-1 0 0,0 0 1 0 0,0 0 0 0 0,0 0 0 0 0,0 0 0 0 0,0 0 0 0 0,0 0-1 0 0,1 0 1 0 0,-1 0 0 0 0,0 0 0 0 0,0 0 0 0 0,0 0-1 0 0,0 0 1 0 0,0 0 0 0 0,0 0 0 0 0,0 0 0 0 0,0 0-1 0 0,0 0 1 0 0,1 0 0 0 0,-1 0 0 0 0,0 0 0 0 0,0 0-1 0 0,0 0 1 0 0,0-1 0 0 0,0 1 0 0 0,0 0 0 0 0,0 0-1 0 0,0 0 1 0 0,0 0 0 0 0,0 0 0 0 0,0 0 0 0 0,1 0 0 0 0,-1 0-1 0 0,0 0 1 0 0,0 0 0 0 0,0 0 0 0 0,0 0 0 0 0,0-1-1 0 0,0 1 1 0 0,0 0 0 0 0,0 0 0 0 0,0 0 0 0 0,0 0-1 0 0,0 0 1 0 0,1 15 637 0 0,-2 23-474 0 0,-13 52 266 0 0,-6 68-220 0 0,20-149-252 0 0,0 0 0 0 0,1 1 0 0 0,0-1 0 0 0,0 0 0 0 0,1 0 0 0 0,1 0 0 0 0,-1 0 0 0 0,1-1 0 0 0,1 1 0 0 0,5 10 0 0 0,-8-16-15 0 0,1 0 0 0 0,-1 0 0 0 0,1-1 0 0 0,0 1 0 0 0,-1-1 0 0 0,1 1 0 0 0,1-1 0 0 0,-1 1 0 0 0,0-1 0 0 0,0 0 0 0 0,1 0 0 0 0,-1 0 0 0 0,6 2 0 0 0,-5-2 1 0 0,-1-1-99 0 0,1-1-37 0 0,0 0 1 0 0,1-1 0 0 0,-1 1-1 0 0,0-1 1 0 0,0 0 0 0 0,0 0-1 0 0,0 0 1 0 0,0 0 0 0 0,0 0-1 0 0,-1-1 1 0 0,1 1 0 0 0,0-1-1 0 0,4-4 1 0 0,-2 2-364 0 0,0 0 0 0 0,-1-1 0 0 0,0 0 0 0 0,0 0 0 0 0,6-10 0 0 0,-3 2-1061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30.252"/>
    </inkml:context>
    <inkml:brush xml:id="br0">
      <inkml:brushProperty name="width" value="0.05" units="cm"/>
      <inkml:brushProperty name="height" value="0.05" units="cm"/>
    </inkml:brush>
  </inkml:definitions>
  <inkml:trace contextRef="#ctx0" brushRef="#br0">1 132 9671 0 0,'0'0'748'0'0,"1"-1"-492"0"0,12-4 367 0 0,0-1-1 0 0,0 2 1 0 0,0 0-1 0 0,0 0 1 0 0,27-2-1 0 0,10-4 434 0 0,83-17 144 0 0,-78 11-921 0 0,-35 10-207 0 0,23-4 1 0 0,101-16-2826 0 0,-116 20 1391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30.596"/>
    </inkml:context>
    <inkml:brush xml:id="br0">
      <inkml:brushProperty name="width" value="0.05" units="cm"/>
      <inkml:brushProperty name="height" value="0.05" units="cm"/>
    </inkml:brush>
  </inkml:definitions>
  <inkml:trace contextRef="#ctx0" brushRef="#br0">444 1 14887 0 0,'-9'6'404'0'0,"0"1"-1"0"0,0 0 1 0 0,-13 15-1 0 0,-9 8-401 0 0,13-14 291 0 0,1 2 0 0 0,-28 36 0 0 0,19-21 100 0 0,22-28-437 0 0,-131 166 1458 0 0,76-78-2230 0 0,43-65-1658 0 0,-15 40 1 0 0,18-32-3286 0 0</inkml:trace>
  <inkml:trace contextRef="#ctx0" brushRef="#br0" timeOffset="1">290 406 5063 0 0,'0'0'6907'0'0,"2"1"-4851"0"0,7 1-1670 0 0,0 0 0 0 0,0 0 1 0 0,1-1-1 0 0,-1 0 0 0 0,0-1 0 0 0,15-1 1 0 0,62-10 8 0 0,-47 5-383 0 0,-3 0 60 0 0,-5 2-1138 0 0,-9 1-3475 0 0,-11 1-454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30.925"/>
    </inkml:context>
    <inkml:brush xml:id="br0">
      <inkml:brushProperty name="width" value="0.05" units="cm"/>
      <inkml:brushProperty name="height" value="0.05" units="cm"/>
    </inkml:brush>
  </inkml:definitions>
  <inkml:trace contextRef="#ctx0" brushRef="#br0">78 0 8863 0 0,'-2'3'407'0'0,"-12"14"62"0"0,-22 39 0 0 0,32-49-270 0 0,0 1 0 0 0,1 1 1 0 0,0-1-1 0 0,0 0 0 0 0,1 1 1 0 0,0 0-1 0 0,0-1 1 0 0,0 14-1 0 0,2-15-187 0 0,-1 1 1 0 0,2-1-1 0 0,-1 1 0 0 0,1-1 0 0 0,0 0 1 0 0,3 11-1 0 0,-2-14-14 0 0,0 0 0 0 0,0 1 0 0 0,0-1 1 0 0,0 0-1 0 0,1-1 0 0 0,-1 1 0 0 0,1 0 0 0 0,0-1 0 0 0,0 1 1 0 0,1-1-1 0 0,5 5 0 0 0,-6-6-69 0 0,0 1 1 0 0,0-1-1 0 0,0 1 1 0 0,1-1-1 0 0,-1 0 0 0 0,1 0 1 0 0,-1-1-1 0 0,1 1 1 0 0,0-1-1 0 0,-1 0 0 0 0,1 0 1 0 0,0 0-1 0 0,0 0 0 0 0,0-1 1 0 0,0 1-1 0 0,0-1 1 0 0,0 0-1 0 0,0 0 0 0 0,0-1 1 0 0,0 1-1 0 0,0-1 1 0 0,6-2-1 0 0,2-1-3692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31.268"/>
    </inkml:context>
    <inkml:brush xml:id="br0">
      <inkml:brushProperty name="width" value="0.05" units="cm"/>
      <inkml:brushProperty name="height" value="0.05" units="cm"/>
    </inkml:brush>
  </inkml:definitions>
  <inkml:trace contextRef="#ctx0" brushRef="#br0">9 1 8751 0 0,'0'0'794'0'0,"1"3"-652"0"0,1 4 580 0 0,0 0 0 0 0,-1 0 1 0 0,0 0-1 0 0,0 0 0 0 0,0 1 0 0 0,-1-1 0 0 0,-1 9 0 0 0,-8 55 3644 0 0,2-22-6834 0 0,7-46 729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4:31.596"/>
    </inkml:context>
    <inkml:brush xml:id="br0">
      <inkml:brushProperty name="width" value="0.05" units="cm"/>
      <inkml:brushProperty name="height" value="0.05" units="cm"/>
    </inkml:brush>
  </inkml:definitions>
  <inkml:trace contextRef="#ctx0" brushRef="#br0">268 0 11519 0 0,'0'0'7467'0'0,"1"2"-6519"0"0,4 5-510 0 0,0-1 0 0 0,-1 1 0 0 0,0 0-1 0 0,-1 1 1 0 0,0-1 0 0 0,0 1 0 0 0,0-1 0 0 0,-1 1 0 0 0,0 0 0 0 0,1 14 0 0 0,0 12 298 0 0,-1 41 0 0 0,-2-62-657 0 0,0 37 75 0 0,-2 1-1 0 0,-2-1 1 0 0,-3 0 0 0 0,-24 95 0 0 0,-32 35-350 0 0,50-150 49 0 0,-2-1 1 0 0,0 0-1 0 0,-34 45 0 0 0,28-46-1277 0 0,-32 29-1 0 0,15-20-263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2.593"/>
    </inkml:context>
    <inkml:brush xml:id="br0">
      <inkml:brushProperty name="width" value="0.05" units="cm"/>
      <inkml:brushProperty name="height" value="0.05" units="cm"/>
    </inkml:brush>
  </inkml:definitions>
  <inkml:trace contextRef="#ctx0" brushRef="#br0">165 1 8751 0 0,'0'0'10783'0'0,"-3"8"-10036"0"0,-6 17-439 0 0,-1-1 1 0 0,-2-1-1 0 0,0 0 1 0 0,-30 42-1 0 0,26-46-2531 0 0,-24 23 0 0 0,19-23-4243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4.330"/>
    </inkml:context>
    <inkml:brush xml:id="br0">
      <inkml:brushProperty name="width" value="0.05" units="cm"/>
      <inkml:brushProperty name="height" value="0.05" units="cm"/>
    </inkml:brush>
  </inkml:definitions>
  <inkml:trace contextRef="#ctx0" brushRef="#br0">140 41 10335 0 0,'0'0'472'0'0,"2"-2"-9"0"0,22-22-118 0 0,-21 21-1101 0 0,11-8 9222 0 0,-14 11-8419 0 0,-4 10 531 0 0,-110 312 1522 0 0,72-167-1721 0 0,34-118-208 0 0,2 0-1 0 0,-2 48 0 0 0,8-77-132 0 0,0-1 0 0 0,0 0 0 0 0,1 1-1 0 0,0-1 1 0 0,0 0 0 0 0,4 11 0 0 0,-5-16-33 0 0,1 0 0 0 0,0-1 1 0 0,-1 1-1 0 0,1 0 0 0 0,0-1 1 0 0,0 1-1 0 0,0 0 0 0 0,0-1 1 0 0,0 0-1 0 0,0 1 0 0 0,1-1 1 0 0,-1 0-1 0 0,0 1 0 0 0,1-1 1 0 0,-1 0-1 0 0,1 0 0 0 0,-1 0 1 0 0,1 0-1 0 0,0 0 0 0 0,-1-1 1 0 0,1 1-1 0 0,0 0 0 0 0,-1-1 1 0 0,1 1-1 0 0,0-1 0 0 0,0 0 0 0 0,-1 0 1 0 0,1 1-1 0 0,0-1 0 0 0,0 0 1 0 0,2-1-1 0 0,4 0-118 0 0,-1-1 0 0 0,0 0 1 0 0,0-1-1 0 0,0 1 0 0 0,0-1 0 0 0,0-1 0 0 0,0 1 0 0 0,-1-1 1 0 0,0 0-1 0 0,0-1 0 0 0,9-7 0 0 0,1-3-1441 0 0,-1-1 0 0 0,22-29 0 0 0,-24 26-558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4.674"/>
    </inkml:context>
    <inkml:brush xml:id="br0">
      <inkml:brushProperty name="width" value="0.05" units="cm"/>
      <inkml:brushProperty name="height" value="0.05" units="cm"/>
    </inkml:brush>
  </inkml:definitions>
  <inkml:trace contextRef="#ctx0" brushRef="#br0">0 60 10591 0 0,'1'-1'4299'0'0,"3"-2"-3846"0"0,0 0-1 0 0,0 0 1 0 0,0 0 0 0 0,0 1 0 0 0,0-1 0 0 0,1 1-1 0 0,-1 0 1 0 0,1 1 0 0 0,0-1 0 0 0,5-1-1 0 0,11-1-492 0 0,23-1-1 0 0,-28 3 91 0 0,82-14-3218 0 0,-63 11 1472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5.002"/>
    </inkml:context>
    <inkml:brush xml:id="br0">
      <inkml:brushProperty name="width" value="0.05" units="cm"/>
      <inkml:brushProperty name="height" value="0.05" units="cm"/>
    </inkml:brush>
  </inkml:definitions>
  <inkml:trace contextRef="#ctx0" brushRef="#br0">61 114 14479 0 0,'0'0'1416'0'0,"12"-2"-1256"0"0,0-1-160 0 0,3-2 0 0 0,-1-1 0 0 0,1 0 632 0 0,1-1 96 0 0,0-1 16 0 0,1 0 8 0 0,2-1-480 0 0,2-1-96 0 0,-2-1-16 0 0,12-2-8 0 0,-5 2-1264 0 0,-2 3-248 0 0,-5 1-48 0 0</inkml:trace>
  <inkml:trace contextRef="#ctx0" brushRef="#br0" timeOffset="1">0 372 15695 0 0,'0'0'762'0'0,"3"-1"-336"0"0,22-7-49 0 0,0-2 0 0 0,0 0 1 0 0,34-21-1 0 0,3-2 0 0 0,-32 20-1613 0 0,1 1 1 0 0,42-11 0 0 0,-48 17-485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5.345"/>
    </inkml:context>
    <inkml:brush xml:id="br0">
      <inkml:brushProperty name="width" value="0.05" units="cm"/>
      <inkml:brushProperty name="height" value="0.05" units="cm"/>
    </inkml:brush>
  </inkml:definitions>
  <inkml:trace contextRef="#ctx0" brushRef="#br0">0 91 11519 0 0,'0'0'887'0'0,"3"1"-402"0"0,13 1 556 0 0,-1-1-1 0 0,0 0 0 0 0,1-1 0 0 0,-1-1 1 0 0,29-4-1 0 0,81-25-279 0 0,-54 12-616 0 0,-45 12-145 0 0,-1-1 0 0 0,24-11 0 0 0,-38 13 0 0 0,-1 0 26 0 0,-9 4 372 0 0,-2 1-332 0 0,-1 1 0 0 0,0-1 0 0 0,0 1-1 0 0,0-1 1 0 0,0 1 0 0 0,0 0 0 0 0,1-1 0 0 0,-1 1-1 0 0,0 0 1 0 0,1 0 0 0 0,-1 0 0 0 0,1 1 0 0 0,-1-1-1 0 0,1 0 1 0 0,-1 1 0 0 0,-1 1 0 0 0,-21 30 427 0 0,18-23-374 0 0,-13 19-26 0 0,1 0 1 0 0,2 1 0 0 0,1 1-1 0 0,1 0 1 0 0,2 1-1 0 0,1 1 1 0 0,2 0-1 0 0,1 0 1 0 0,1 1 0 0 0,-4 63-1 0 0,11-84-50 0 0,1-1 0 0 0,-1 0 0 0 0,2 0 0 0 0,0 0 0 0 0,0 0 0 0 0,1 0 0 0 0,6 15 0 0 0,-7-23-20 0 0,0 0 0 0 0,0 0 0 0 0,0 0-1 0 0,0 0 1 0 0,1-1 0 0 0,0 1 0 0 0,0-1-1 0 0,0 0 1 0 0,0 1 0 0 0,4 2 0 0 0,-4-4-11 0 0,0 0-1 0 0,0-1 1 0 0,0 1 0 0 0,-1-1-1 0 0,1 0 1 0 0,1 0 0 0 0,-1 0-1 0 0,0 0 1 0 0,0-1-1 0 0,0 1 1 0 0,0-1 0 0 0,0 0-1 0 0,1 0 1 0 0,-1 0 0 0 0,6-1-1 0 0,-5 1-47 0 0,0-1-1 0 0,0 0 1 0 0,0-1-1 0 0,0 1 1 0 0,0-1-1 0 0,0 0 1 0 0,-1 0-1 0 0,1 0 1 0 0,0 0-1 0 0,-1 0 0 0 0,1-1 1 0 0,2-3-1 0 0,7-8-2630 0 0,-1-2-3370 0 0,-6 5-373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5.689"/>
    </inkml:context>
    <inkml:brush xml:id="br0">
      <inkml:brushProperty name="width" value="0.05" units="cm"/>
      <inkml:brushProperty name="height" value="0.05" units="cm"/>
    </inkml:brush>
  </inkml:definitions>
  <inkml:trace contextRef="#ctx0" brushRef="#br0">41 0 9215 0 0,'0'0'831'0'0,"0"2"-686"0"0,0 7 1419 0 0,0-1-1 0 0,-1 1 0 0 0,0 0 1 0 0,0-1-1 0 0,-1 0 0 0 0,0 1 1 0 0,-6 14-1 0 0,-5 22 43 0 0,8-15-1523 0 0,1 1-1 0 0,0 48 1 0 0,8-17-8077 0 0,-3-48 859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7.098"/>
    </inkml:context>
    <inkml:brush xml:id="br0">
      <inkml:brushProperty name="width" value="0.05" units="cm"/>
      <inkml:brushProperty name="height" value="0.05" units="cm"/>
    </inkml:brush>
  </inkml:definitions>
  <inkml:trace contextRef="#ctx0" brushRef="#br0">1 44 6911 0 0,'0'0'4330'0'0,"6"-7"-828"0"0,-2 3-3136 0 0,0 1 0 0 0,1 0 0 0 0,-1 0 1 0 0,1 0-1 0 0,0 1 0 0 0,0 0 0 0 0,0 0 0 0 0,0 0 0 0 0,0 0 0 0 0,0 1 0 0 0,0 0 0 0 0,8-1 0 0 0,11 0 55 0 0,35 0 0 0 0,-29 2-256 0 0,-3-2-381 0 0,1 2 1 0 0,0 1 0 0 0,49 7-1 0 0,-59-2-2758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7.442"/>
    </inkml:context>
    <inkml:brush xml:id="br0">
      <inkml:brushProperty name="width" value="0.05" units="cm"/>
      <inkml:brushProperty name="height" value="0.05" units="cm"/>
    </inkml:brush>
  </inkml:definitions>
  <inkml:trace contextRef="#ctx0" brushRef="#br0">0 11 8287 0 0,'0'0'888'0'0,"14"2"-888"0"0,4-2 0 0 0,1 0 1120 0 0,2 0 192 0 0,0-2 32 0 0,1 1 16 0 0,1-1-848 0 0,-2 2-160 0 0,-1 0-40 0 0,1 0-8 0 0,0-1-808 0 0,0-1-160 0 0,0 0-32 0 0,0 1-3112 0 0,-1-1-616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7.770"/>
    </inkml:context>
    <inkml:brush xml:id="br0">
      <inkml:brushProperty name="width" value="0.05" units="cm"/>
      <inkml:brushProperty name="height" value="0.05" units="cm"/>
    </inkml:brush>
  </inkml:definitions>
  <inkml:trace contextRef="#ctx0" brushRef="#br0">35 101 14399 0 0,'0'2'662'0'0,"-25"54"270"0"0,22-48-798 0 0,1 1 0 0 0,0-1 0 0 0,1 1 0 0 0,0-1 0 0 0,0 18 1 0 0,2-23-84 0 0,-1 0 0 0 0,0 1 0 0 0,1-1 0 0 0,0 0 0 0 0,0 0 0 0 0,0 0 0 0 0,0 0 0 0 0,3 5 0 0 0,-4-6-13 0 0,1-1 1 0 0,1 1-1 0 0,-1-1 1 0 0,0 0 0 0 0,0 1-1 0 0,0-1 1 0 0,1 0-1 0 0,-1 0 1 0 0,1 0-1 0 0,-1 0 1 0 0,1 0 0 0 0,-1 0-1 0 0,1 0 1 0 0,-1 0-1 0 0,1-1 1 0 0,3 2 0 0 0,-1-2 37 0 0,-1 0 1 0 0,1 1-1 0 0,0-1 1 0 0,0 0 0 0 0,0-1-1 0 0,-1 1 1 0 0,1-1-1 0 0,0 0 1 0 0,-1 0-1 0 0,1 0 1 0 0,0 0 0 0 0,-1-1-1 0 0,5-2 1 0 0,0 1 31 0 0,-1-2-1 0 0,0 1 1 0 0,0-1 0 0 0,-1 0-1 0 0,8-7 1 0 0,-7 5-22 0 0,0-1-1 0 0,0 1 1 0 0,0-1 0 0 0,-1-1-1 0 0,-1 1 1 0 0,1-1-1 0 0,4-11 1 0 0,-9 16-68 0 0,1 0 0 0 0,-1 0 0 0 0,0-1 0 0 0,0 1 0 0 0,0-1 0 0 0,-1 1 0 0 0,1-1 1 0 0,-1 1-1 0 0,0-1 0 0 0,-1 1 0 0 0,1-1 0 0 0,-1 1 0 0 0,0-1 0 0 0,0 1 0 0 0,0 0 0 0 0,0-1 0 0 0,-1 1 0 0 0,-4-7 0 0 0,2 3-229 0 0,-1 0-1 0 0,0 1 0 0 0,-1-1 1 0 0,0 1-1 0 0,0 0 0 0 0,-7-6 1 0 0,1 2-672 0 0</inkml:trace>
  <inkml:trace contextRef="#ctx0" brushRef="#br0" timeOffset="1">338 253 10591 0 0,'0'0'944'0'0,"10"8"-752"0"0,-2-1-192 0 0,0-1 0 0 0,0 0 1304 0 0,-2 1 1792 0 0,1-1-872 0 0,-1-1-968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8.242"/>
    </inkml:context>
    <inkml:brush xml:id="br0">
      <inkml:brushProperty name="width" value="0.05" units="cm"/>
      <inkml:brushProperty name="height" value="0.05" units="cm"/>
    </inkml:brush>
  </inkml:definitions>
  <inkml:trace contextRef="#ctx0" brushRef="#br0">1 181 10591 0 0,'1'0'488'0'0,"7"0"-205"0"0,-2 0-152 0 0,0 0 0 0 0,0 0 0 0 0,-1 1 0 0 0,12 1 0 0 0,-16-1 27 0 0,1-1 1 0 0,0 1-1 0 0,-1 0 0 0 0,1-1 0 0 0,-1 1 0 0 0,1 0 0 0 0,-1 0 0 0 0,0 0 0 0 0,1 0 0 0 0,-1 0 0 0 0,0 0 0 0 0,0 1 0 0 0,0-1 1 0 0,1 0-1 0 0,-1 1 0 0 0,-1-1 0 0 0,1 0 0 0 0,0 1 0 0 0,0-1 0 0 0,0 1 0 0 0,0 3 0 0 0,0 0 38 0 0,0 0 0 0 0,0 0 1 0 0,0 0-1 0 0,-1 1 0 0 0,0-1 0 0 0,0 0 0 0 0,0 1 0 0 0,-2 6 0 0 0,-12 45-642 0 0,7-31 299 0 0,-8 48-545 0 0,14-67 674 0 0,0 1 0 0 0,1 0 0 0 0,0-1 0 0 0,0 1-1 0 0,1 0 1 0 0,0-1 0 0 0,3 13 0 0 0,-3-18 41 0 0,-1-1 1 0 0,1 1-1 0 0,-1-1 1 0 0,1 1-1 0 0,0-1 1 0 0,-1 1-1 0 0,1-1 1 0 0,0 1-1 0 0,0-1 1 0 0,0 0-1 0 0,0 0 1 0 0,0 1-1 0 0,1-1 1 0 0,-1 0-1 0 0,0 0 0 0 0,0 0 1 0 0,1 0-1 0 0,-1-1 1 0 0,1 1-1 0 0,1 1 1 0 0,0-2 34 0 0,-1 1 0 0 0,0-1-1 0 0,1 1 1 0 0,-1-1 0 0 0,0 0 0 0 0,1 0 0 0 0,-1 0 0 0 0,1-1 0 0 0,-1 1 0 0 0,0 0-1 0 0,1-1 1 0 0,3-1 0 0 0,1-1 96 0 0,0 0-1 0 0,0 0 1 0 0,-1-1-1 0 0,1 0 1 0 0,-1 0-1 0 0,1-1 1 0 0,8-8-1 0 0,9-12-3 0 0,-2-1-1 0 0,25-37 1 0 0,28-63-5285 0 0,-63 100 2523 0 0,-1-1 1 0 0,12-45 0 0 0,-14 42 1512 0 0,0 2-1 0 0,15-31 9075 0 0,-24 62-6424 0 0,-1 40 1837 0 0,0-21-2302 0 0,1-1 0 0 0,4 43 1 0 0,25 63 595 0 0,-15-72-1166 0 0,7 58 0 0 0,-20-105-479 0 0,-1-1 0 0 0,0 1 0 0 0,0 0-1 0 0,0-1 1 0 0,-1 1 0 0 0,0-1 0 0 0,-1 1 0 0 0,0-1 0 0 0,0 1-1 0 0,0-1 1 0 0,-1 0 0 0 0,0 0 0 0 0,-1 0 0 0 0,-6 10 0 0 0,4-8-480 0 0,-1-1 0 0 0,-1 0 1 0 0,1 0-1 0 0,-1 0 0 0 0,0-1 0 0 0,-1 0 1 0 0,0-1-1 0 0,0 0 0 0 0,-17 8 1 0 0,0-2-6412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8.601"/>
    </inkml:context>
    <inkml:brush xml:id="br0">
      <inkml:brushProperty name="width" value="0.05" units="cm"/>
      <inkml:brushProperty name="height" value="0.05" units="cm"/>
    </inkml:brush>
  </inkml:definitions>
  <inkml:trace contextRef="#ctx0" brushRef="#br0">0 134 919 0 0,'18'-7'80'0'0,"3"-2"-80"0"0,4-2 0 0 0,-1-1 0 0 0,-3 1 4192 0 0,-3 2 832 0 0,-5-1 160 0 0,-1 2 32 0 0,-2 0-3744 0 0,-2-2-736 0 0,-2 1-160 0 0,2 1-24 0 0,2 0-552 0 0,1 1-456 0 0,-1 1-1496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9.337"/>
    </inkml:context>
    <inkml:brush xml:id="br0">
      <inkml:brushProperty name="width" value="0.05" units="cm"/>
      <inkml:brushProperty name="height" value="0.05" units="cm"/>
    </inkml:brush>
  </inkml:definitions>
  <inkml:trace contextRef="#ctx0" brushRef="#br0">222 1 7367 0 0,'-2'1'568'0'0,"-12"2"-28"0"0,0 1-1 0 0,1 0 1 0 0,-1 2-1 0 0,-15 8 1 0 0,14-6-104 0 0,0 1 1 0 0,-21 19 0 0 0,30-23-378 0 0,-1 1 1 0 0,1 1-1 0 0,0-1 0 0 0,1 1 1 0 0,0 0-1 0 0,0 0 1 0 0,-5 10-1 0 0,7-11 105 0 0,0 1-1 0 0,0 0 1 0 0,1-1 0 0 0,0 1 0 0 0,0 0-1 0 0,0 0 1 0 0,1 0 0 0 0,0 1 0 0 0,1-1-1 0 0,-1 0 1 0 0,2 0 0 0 0,-1 0-1 0 0,1 0 1 0 0,0 1 0 0 0,0-1 0 0 0,1 0-1 0 0,-1 0 1 0 0,2-1 0 0 0,3 9 0 0 0,0-3 105 0 0,1-1 1 0 0,0 0-1 0 0,1 0 1 0 0,1-1-1 0 0,-1 0 1 0 0,1-1 0 0 0,1 0-1 0 0,0 0 1 0 0,0-1-1 0 0,19 12 1 0 0,-26-19-227 0 0,-1 1 0 0 0,1 0 0 0 0,0 0-1 0 0,-1 0 1 0 0,1 1 0 0 0,-1-1 0 0 0,0 0 0 0 0,0 1 0 0 0,0 0 0 0 0,0-1 0 0 0,0 1 0 0 0,2 6 0 0 0,-3-7-25 0 0,-1 0 0 0 0,1 0 1 0 0,-1 1-1 0 0,0-1 1 0 0,1 0-1 0 0,-1 0 0 0 0,0 0 1 0 0,-1 1-1 0 0,1-1 1 0 0,0 0-1 0 0,-1 0 0 0 0,1 0 1 0 0,-1 0-1 0 0,1 1 0 0 0,-1-1 1 0 0,0 0-1 0 0,0 0 1 0 0,0 0-1 0 0,0-1 0 0 0,-2 3 1 0 0,-1 1 79 0 0,0 0 0 0 0,-1 0 0 0 0,1 0 0 0 0,-1-1 0 0 0,0 0 0 0 0,0 0 0 0 0,-9 4 0 0 0,-14 8-1098 0 0,0-4-4180 0 0,8-6-923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29.932"/>
    </inkml:context>
    <inkml:brush xml:id="br0">
      <inkml:brushProperty name="width" value="0.05" units="cm"/>
      <inkml:brushProperty name="height" value="0.05" units="cm"/>
    </inkml:brush>
  </inkml:definitions>
  <inkml:trace contextRef="#ctx0" brushRef="#br0">1 33 14079 0 0,'0'0'646'0'0,"2"0"-16"0"0,49-11 83 0 0,-1 4-1 0 0,1 1 1 0 0,1 2-1 0 0,56 5 1 0 0,-36-4-618 0 0,4 1-345 0 0,-65 2-1012 0 0,-1 1 0 0 0,1 0 0 0 0,-1 1 0 0 0,19 4 0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0.276"/>
    </inkml:context>
    <inkml:brush xml:id="br0">
      <inkml:brushProperty name="width" value="0.05" units="cm"/>
      <inkml:brushProperty name="height" value="0.05" units="cm"/>
    </inkml:brush>
  </inkml:definitions>
  <inkml:trace contextRef="#ctx0" brushRef="#br0">0 89 1375 0 0,'0'0'66'0'0,"3"0"-8"0"0,73 9 376 0 0,-37-8 3790 0 0,43-4-1 0 0,39-13 3805 0 0,-44-1-8341 0 0,34-13-847 0 0,-17 4-3561 0 0,-67 20 3034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0.658"/>
    </inkml:context>
    <inkml:brush xml:id="br0">
      <inkml:brushProperty name="width" value="0.05" units="cm"/>
      <inkml:brushProperty name="height" value="0.05" units="cm"/>
    </inkml:brush>
  </inkml:definitions>
  <inkml:trace contextRef="#ctx0" brushRef="#br0">0 1 17071 0 0,'17'5'277'0'0,"-1"1"0"0"0,-1 0 0 0 0,1 1 0 0 0,-1 1 0 0 0,0 1 0 0 0,-1 0 0 0 0,0 1 0 0 0,-1 0 0 0 0,0 1 0 0 0,0 1 0 0 0,-1 0 1 0 0,13 17-1 0 0,-20-23-217 0 0,-2 0 0 0 0,1-1 1 0 0,-1 2-1 0 0,0-1 0 0 0,0 0 1 0 0,0 1-1 0 0,-1-1 1 0 0,0 1-1 0 0,-1 0 0 0 0,1 0 1 0 0,-1-1-1 0 0,0 11 1 0 0,-1-7-1 0 0,-1 1 0 0 0,0-1 1 0 0,0 0-1 0 0,-1 0 0 0 0,0-1 0 0 0,-1 1 1 0 0,-7 16-1 0 0,-1-3-122 0 0,-1-1 0 0 0,-1-1-1 0 0,-1 0 1 0 0,-1-1 0 0 0,0-1 0 0 0,-21 20 0 0 0,-19 15-2620 0 0,28-33-4190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1.004"/>
    </inkml:context>
    <inkml:brush xml:id="br0">
      <inkml:brushProperty name="width" value="0.05" units="cm"/>
      <inkml:brushProperty name="height" value="0.05" units="cm"/>
    </inkml:brush>
  </inkml:definitions>
  <inkml:trace contextRef="#ctx0" brushRef="#br0">0 91 11519 0 0,'0'0'887'0'0,"2"-1"-311"0"0,1-2 108 0 0,17-14 3737 0 0,32-21 0 0 0,-45 33-4320 0 0,0 1 1 0 0,1 0-1 0 0,-1 1 0 0 0,1 0 0 0 0,0 0 0 0 0,-1 0 0 0 0,2 1 0 0 0,-1 0 0 0 0,10-1 0 0 0,-4 4-101 0 0,0 2 0 0 0,-1 6 0 0 0,-5 3 12 0 0,-6-7 6 0 0,0 0-1 0 0,-1 0 0 0 0,1 1 1 0 0,-1-1-1 0 0,0 0 0 0 0,-1 1 1 0 0,1-1-1 0 0,-1 12 1 0 0,-2 4 16 0 0,-5 22 1 0 0,0 8 12 0 0,6-41-86 0 0,0 9 86 0 0,1 33 0 0 0,1-45-185 0 0,0-1 0 0 0,0 1-1 0 0,0 0 1 0 0,1-1-1 0 0,0 1 1 0 0,1-1 0 0 0,-1 0-1 0 0,6 9 1 0 0,-6-12-98 0 0,10 15-1897 0 0,-3-7-3267 0 0,-1-4-1006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1.334"/>
    </inkml:context>
    <inkml:brush xml:id="br0">
      <inkml:brushProperty name="width" value="0.05" units="cm"/>
      <inkml:brushProperty name="height" value="0.05" units="cm"/>
    </inkml:brush>
  </inkml:definitions>
  <inkml:trace contextRef="#ctx0" brushRef="#br0">0 0 13823 0 0,'0'0'6992'0'0,"8"13"-6608"0"0,-1 1-208 0 0,-6 4-48 0 0,3 4 0 0 0,0 2-1152 0 0,0 4-224 0 0,-4 2-40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1.836"/>
    </inkml:context>
    <inkml:brush xml:id="br0">
      <inkml:brushProperty name="width" value="0.05" units="cm"/>
      <inkml:brushProperty name="height" value="0.05" units="cm"/>
    </inkml:brush>
  </inkml:definitions>
  <inkml:trace contextRef="#ctx0" brushRef="#br0">29 1 7831 0 0,'0'0'10131'0'0,"1"2"-9294"0"0,1 2-727 0 0,0 0-1 0 0,-1 1 1 0 0,0-1 0 0 0,1 0-1 0 0,-2 1 1 0 0,1-1 0 0 0,0 1-1 0 0,-1 0 1 0 0,0-1 0 0 0,0 1-1 0 0,-1 6 1 0 0,-2 10-125 0 0,-7 26-1 0 0,3-17 10 0 0,0 0-73 0 0,3-14 35 0 0,1 0-1 0 0,-2 18 1 0 0,6-22 44 0 0,2-3 89 0 0,-2-8 158 0 0,12 0 350 0 0,-6-1-370 0 0,-1-2 0 0 0,1 1 0 0 0,-1-1 0 0 0,1 0 0 0 0,-1 0 0 0 0,0 0 0 0 0,10-6-1 0 0,16-6 523 0 0,15-3 143 0 0,-29 9-672 0 0,1 1 1 0 0,1 1-1 0 0,-1 1 1 0 0,36-4 0 0 0,-52 8-307 0 0,8 0-103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2.726"/>
    </inkml:context>
    <inkml:brush xml:id="br0">
      <inkml:brushProperty name="width" value="0.05" units="cm"/>
      <inkml:brushProperty name="height" value="0.05" units="cm"/>
    </inkml:brush>
  </inkml:definitions>
  <inkml:trace contextRef="#ctx0" brushRef="#br0">118 1 1375 0 0,'-2'1'10267'0'0,"-7"6"-9707"0"0,1 1-1 0 0,0 0 1 0 0,0 1 0 0 0,0-1-1 0 0,1 1 1 0 0,0 1 0 0 0,1-1 0 0 0,0 1-1 0 0,1 0 1 0 0,0 1 0 0 0,0-1-1 0 0,-5 21 1 0 0,3-6-245 0 0,2 0 1 0 0,0 1-1 0 0,2-1 1 0 0,-1 47-1 0 0,4-51-243 0 0,1 0-1 0 0,2 0 1 0 0,0 0-1 0 0,0 0 0 0 0,2 0 1 0 0,1-1-1 0 0,1 1 1 0 0,0-1-1 0 0,2-1 1 0 0,0 0-1 0 0,18 28 1 0 0,-7-18-2087 0 0,-13-23 964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3.526"/>
    </inkml:context>
    <inkml:brush xml:id="br0">
      <inkml:brushProperty name="width" value="0.05" units="cm"/>
      <inkml:brushProperty name="height" value="0.05" units="cm"/>
    </inkml:brush>
  </inkml:definitions>
  <inkml:trace contextRef="#ctx0" brushRef="#br0">43 0 1375 0 0,'0'0'66'0'0,"-3"9"4"0"0,-5 9 1573 0 0,1 1 0 0 0,1 1-1 0 0,-6 27 1 0 0,9-33-509 0 0,1 0 0 0 0,1 0 0 0 0,0 0 0 0 0,1 0 0 0 0,4 26 0 0 0,-4-39-1044 0 0,0 1 1 0 0,0 0-1 0 0,1 0 1 0 0,-1 0-1 0 0,1 0 1 0 0,0-1-1 0 0,-1 1 1 0 0,1 0-1 0 0,0 0 1 0 0,0-1-1 0 0,0 1 1 0 0,0-1-1 0 0,0 1 1 0 0,0-1-1 0 0,1 1 1 0 0,-1-1-1 0 0,1 0 1 0 0,-1 0-1 0 0,0 1 1 0 0,1-1-1 0 0,0 0 1 0 0,-1 0-1 0 0,1-1 0 0 0,3 2 1 0 0,-2-1 31 0 0,0 0 0 0 0,0-1-1 0 0,0 0 1 0 0,0 0 0 0 0,0 0 0 0 0,0 0 0 0 0,0 0-1 0 0,0-1 1 0 0,0 1 0 0 0,0-1 0 0 0,0 0 0 0 0,0 0 0 0 0,0 0-1 0 0,5-3 1 0 0,-3 2 5 0 0,-1 0-1 0 0,0-1 1 0 0,0 0 0 0 0,0 0-1 0 0,0 0 1 0 0,0 0-1 0 0,-1-1 1 0 0,1 0 0 0 0,-1 1-1 0 0,0-1 1 0 0,0 0-1 0 0,-1-1 1 0 0,1 1 0 0 0,-1 0-1 0 0,0-1 1 0 0,2-5-1 0 0,-2 6-76 0 0,-2 1-1 0 0,1-1 0 0 0,0 0 1 0 0,-1 0-1 0 0,1 1 1 0 0,-1-1-1 0 0,0 0 0 0 0,-1 0 1 0 0,1 1-1 0 0,0-1 1 0 0,-1 0-1 0 0,0 0 0 0 0,0 1 1 0 0,0-1-1 0 0,-1 1 1 0 0,1-1-1 0 0,-1 1 0 0 0,1-1 1 0 0,-1 1-1 0 0,0 0 0 0 0,-4-5 1 0 0,-20-20-994 0 0,14 18-4689 0 0,2 3-1093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3.854"/>
    </inkml:context>
    <inkml:brush xml:id="br0">
      <inkml:brushProperty name="width" value="0.05" units="cm"/>
      <inkml:brushProperty name="height" value="0.05" units="cm"/>
    </inkml:brush>
  </inkml:definitions>
  <inkml:trace contextRef="#ctx0" brushRef="#br0">0 0 12895 0 0,'0'0'1152'0'0,"5"8"-928"0"0,3 2-224 0 0,-3-2 960 0 0,0 1 136 0 0,-2 1 32 0 0,-2 0 576 0 0,1-1-1256 0 0,-2 1 408 0 0,16-5-8008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4.182"/>
    </inkml:context>
    <inkml:brush xml:id="br0">
      <inkml:brushProperty name="width" value="0.05" units="cm"/>
      <inkml:brushProperty name="height" value="0.05" units="cm"/>
    </inkml:brush>
  </inkml:definitions>
  <inkml:trace contextRef="#ctx0" brushRef="#br0">0 109 14399 0 0,'0'0'1306'0'0,"2"2"-1077"0"0,5 5 281 0 0,0 0-1 0 0,0 1 1 0 0,10 13 0 0 0,-16-17-385 0 0,1 0 0 0 0,0 0 1 0 0,-1 0-1 0 0,0 0 0 0 0,1 1 1 0 0,-2-1-1 0 0,1 0 0 0 0,0 6 1 0 0,0 9-26 0 0,-3 31 1 0 0,1-30-350 0 0,2 26-1 0 0,-1-40 216 0 0,1 0 1 0 0,0 1-1 0 0,0-1 1 0 0,1 0-1 0 0,0 0 0 0 0,0 0 1 0 0,0 0-1 0 0,5 7 1 0 0,-1-5-10 0 0,-4-7 43 0 0,0 0-1 0 0,0-1 1 0 0,0 1-1 0 0,0 0 1 0 0,0-1 0 0 0,0 1-1 0 0,0-1 1 0 0,0 0 0 0 0,0 1-1 0 0,0-1 1 0 0,0 0-1 0 0,1 0 1 0 0,-1-1 0 0 0,0 1-1 0 0,0 0 1 0 0,0-1 0 0 0,0 1-1 0 0,0-1 1 0 0,0 1-1 0 0,0-1 1 0 0,0 0 0 0 0,-1 0-1 0 0,1 0 1 0 0,2-2 0 0 0,5-2-7 0 0,-1-1 0 0 0,0 0 0 0 0,11-11 0 0 0,3-5-874 0 0,29-36 0 0 0,-9 0-5719 0 0,-29 36 2228 0 0</inkml:trace>
  <inkml:trace contextRef="#ctx0" brushRef="#br0" timeOffset="1">373 0 2759 0 0,'0'0'126'0'0,"-1"2"-5"0"0,-5 6 1231 0 0,0 1 0 0 0,0 0 0 0 0,1 0 1 0 0,0 1-1 0 0,1-1 0 0 0,0 1 0 0 0,-3 11 0 0 0,3-6-611 0 0,1 0-1 0 0,1 0 1 0 0,0 0 0 0 0,0 22-1 0 0,3-12-484 0 0,1 1 0 0 0,1-1-1 0 0,1 0 1 0 0,2 0 0 0 0,13 42 0 0 0,-3-27 121 0 0,-6-15-78 0 0,8 30-1 0 0,-16-48-275 0 0,-1 1 0 0 0,1 0 0 0 0,-1 0 0 0 0,-1 0 1 0 0,1-1-1 0 0,-2 1 0 0 0,1 0 0 0 0,-2 11 0 0 0,1-15-105 0 0,-1-1 0 0 0,1 1 0 0 0,0-1 0 0 0,-1 0 0 0 0,1 0 0 0 0,-1 0 0 0 0,0 0 0 0 0,0 0-1 0 0,-1 0 1 0 0,1 0 0 0 0,0-1 0 0 0,-1 1 0 0 0,0-1 0 0 0,1 0 0 0 0,-4 2 0 0 0,-7 5-705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4.521"/>
    </inkml:context>
    <inkml:brush xml:id="br0">
      <inkml:brushProperty name="width" value="0.05" units="cm"/>
      <inkml:brushProperty name="height" value="0.05" units="cm"/>
    </inkml:brush>
  </inkml:definitions>
  <inkml:trace contextRef="#ctx0" brushRef="#br0">0 156 13823 0 0,'0'0'608'0'0,"16"-6"128"0"0,3-2-584 0 0,-3 1-152 0 0,-1 2 0 0 0,-4 2 896 0 0,0 0 1240 0 0,2 1-1048 0 0,0 4-1248 0 0,0 3-5168 0 0</inkml:trace>
  <inkml:trace contextRef="#ctx0" brushRef="#br0" timeOffset="1">308 1 9671 0 0,'2'1'440'0'0,"4"4"-462"0"0,0 0 0 0 0,0 0-1 0 0,-1 1 1 0 0,6 6-1 0 0,-3-2 1250 0 0,-1 1-1 0 0,0 0 0 0 0,10 23 0 0 0,-8-14 657 0 0,-2 1 0 0 0,0 0 0 0 0,6 40 0 0 0,-11-45-1559 0 0,-1 1-1 0 0,0 0 0 0 0,-1 0 0 0 0,-3 21 0 0 0,-16 68 268 0 0,14-79-515 0 0,-4 18 108 0 0,-23 65 0 0 0,24-90-635 0 0,0 1-1 0 0,-1-2 0 0 0,-2 1 0 0 0,0-1 0 0 0,-18 23 0 0 0,3-13-941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5.814"/>
    </inkml:context>
    <inkml:brush xml:id="br0">
      <inkml:brushProperty name="width" value="0.05" units="cm"/>
      <inkml:brushProperty name="height" value="0.05" units="cm"/>
    </inkml:brush>
  </inkml:definitions>
  <inkml:trace contextRef="#ctx0" brushRef="#br0">0 31 7831 0 0,'2'-2'6771'0'0,"0"1"-6478"0"0,0 0 0 0 0,0-1 0 0 0,0 1 0 0 0,0 0 0 0 0,0 0 0 0 0,0 0 0 0 0,0 0 0 0 0,0 0 1 0 0,0 1-1 0 0,3-1 0 0 0,29-4 1073 0 0,-16 2-661 0 0,9-1-457 0 0,1 1 1 0 0,-1 1-1 0 0,0 1 1 0 0,1 2-1 0 0,-1 1 1 0 0,1 1-1 0 0,28 6 1 0 0,-45-6-366 0 0,0 1 0 0 0,-1 0 0 0 0,1 0 0 0 0,10 7 1 0 0,-21-11 4 0 0,1 1 0 0 0,0-1 0 0 0,-1 1 0 0 0,1-1 0 0 0,0 1 0 0 0,-1 0 1 0 0,1-1-1 0 0,-1 1 0 0 0,1-1 0 0 0,-1 1 0 0 0,1 0 0 0 0,-1-1 0 0 0,0 1 1 0 0,1 0-1 0 0,-1 0 0 0 0,0-1 0 0 0,0 1 0 0 0,1 0 0 0 0,-1 0 1 0 0,0-1-1 0 0,0 1 0 0 0,0 0 0 0 0,0 1 0 0 0,-5 17-3614 0 0,3-14 3289 0 0,-1 11-1737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6.142"/>
    </inkml:context>
    <inkml:brush xml:id="br0">
      <inkml:brushProperty name="width" value="0.05" units="cm"/>
      <inkml:brushProperty name="height" value="0.05" units="cm"/>
    </inkml:brush>
  </inkml:definitions>
  <inkml:trace contextRef="#ctx0" brushRef="#br0">0 64 16639 0 0,'0'0'763'0'0,"3"0"-14"0"0,8 0-563 0 0,1-1 0 0 0,-1 0 0 0 0,0 0 0 0 0,1-1 0 0 0,-1-1 0 0 0,0 0 0 0 0,13-6 0 0 0,30-6 1329 0 0,-10 5 96 0 0,72-7 0 0 0,-102 16-1651 0 0,0 1 1 0 0,0 0 0 0 0,-1 0 0 0 0,1 2-1 0 0,0 0 1 0 0,-1 0 0 0 0,1 2 0 0 0,-1-1-1 0 0,22 10 1 0 0,-31-11-511 0 0,1 1-1 0 0,0 0 1 0 0,-1-1 0 0 0,6 6-1 0 0,2 3-1073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38.273"/>
    </inkml:context>
    <inkml:brush xml:id="br0">
      <inkml:brushProperty name="width" value="0.05" units="cm"/>
      <inkml:brushProperty name="height" value="0.05" units="cm"/>
    </inkml:brush>
  </inkml:definitions>
  <inkml:trace contextRef="#ctx0" brushRef="#br0">1 65 11023 0 0,'0'0'1002'0'0,"1"-2"-824"0"0,1-3 82 0 0,1 1 0 0 0,0 0 0 0 0,1 0-1 0 0,-1 0 1 0 0,1 1 0 0 0,-1-1 0 0 0,1 1 0 0 0,0 0-1 0 0,0 0 1 0 0,1 0 0 0 0,-1 0 0 0 0,1 1 0 0 0,-1 0-1 0 0,1 0 1 0 0,0 0 0 0 0,0 0 0 0 0,5 0-1 0 0,-1-1 87 0 0,0 1 0 0 0,0 1 0 0 0,0 0 0 0 0,0 0 0 0 0,0 1-1 0 0,1 0 1 0 0,-1 1 0 0 0,0 0 0 0 0,10 2 0 0 0,-16-2-312 0 0,1 0 0 0 0,-1 0 0 0 0,1 0 1 0 0,-1 0-1 0 0,0 1 0 0 0,0-1 0 0 0,0 1 0 0 0,1 0 0 0 0,-2 0 1 0 0,1 0-1 0 0,0 0 0 0 0,0 1 0 0 0,-1-1 0 0 0,1 1 0 0 0,-1 0 1 0 0,0 0-1 0 0,0-1 0 0 0,0 1 0 0 0,0 1 0 0 0,0-1 0 0 0,-1 0 1 0 0,3 5-1 0 0,-3-2-22 0 0,0 0 0 0 0,0 0 0 0 0,0 0 0 0 0,0 0 0 0 0,-1 0-1 0 0,0 0 1 0 0,-1 0 0 0 0,1 0 0 0 0,-1 0 0 0 0,0 0 0 0 0,0 0 0 0 0,-4 9 0 0 0,-6 13-12 0 0,-1 0 0 0 0,-1-1 0 0 0,-1 0 0 0 0,-2-1 0 0 0,-1-1 0 0 0,0-1 0 0 0,-36 38 0 0 0,22-32 83 0 0,30-29 393 0 0,30-1-406 0 0,1 2-1 0 0,48 7 1 0 0,-48-4-408 0 0,-23-5 126 0 0,-1 1 0 0 0,0 0 0 0 0,1 0 0 0 0,-1 1 0 0 0,0 0 0 0 0,0 0 0 0 0,0 0 0 0 0,0 1 0 0 0,0-1 0 0 0,8 7 0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40.751"/>
    </inkml:context>
    <inkml:brush xml:id="br0">
      <inkml:brushProperty name="width" value="0.05" units="cm"/>
      <inkml:brushProperty name="height" value="0.05" units="cm"/>
    </inkml:brush>
  </inkml:definitions>
  <inkml:trace contextRef="#ctx0" brushRef="#br0">199 0 5983 0 0,'0'0'3418'0'0,"-2"2"-2469"0"0,-14 9 131 0 0,-7 5 843 0 0,-33 30 0 0 0,49-39-1696 0 0,0 0 0 0 0,0 1 0 0 0,1 0 0 0 0,0 0 0 0 0,0 1 0 0 0,1-1 0 0 0,0 1 0 0 0,-4 12 0 0 0,0 5 187 0 0,1 0-1 0 0,2 0 0 0 0,-4 31 1 0 0,-1 82 834 0 0,11-108-1071 0 0,1 0 1 0 0,1-1-1 0 0,2 1 1 0 0,1-1-1 0 0,10 35 1 0 0,-13-60-175 0 0,0 0 0 0 0,0 0 0 0 0,0 0 0 0 0,1 0 0 0 0,-1 0 0 0 0,1 0 0 0 0,0-1 0 0 0,1 1 0 0 0,-1-1 0 0 0,1 0 0 0 0,0 0 1 0 0,0 0-1 0 0,8 6 0 0 0,-8-8-130 0 0,0 0 1 0 0,0 0-1 0 0,0 0 1 0 0,1 0-1 0 0,-1-1 1 0 0,1 1-1 0 0,-1-1 1 0 0,1 0-1 0 0,-1-1 0 0 0,1 1 1 0 0,-1-1-1 0 0,1 0 1 0 0,0 0-1 0 0,-1 0 1 0 0,1-1-1 0 0,8-1 1 0 0,12-6-1931 0 0,1-3-4257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41.099"/>
    </inkml:context>
    <inkml:brush xml:id="br0">
      <inkml:brushProperty name="width" value="0.05" units="cm"/>
      <inkml:brushProperty name="height" value="0.05" units="cm"/>
    </inkml:brush>
  </inkml:definitions>
  <inkml:trace contextRef="#ctx0" brushRef="#br0">151 1 14279 0 0,'2'17'1272'0'0,"-6"6"-1016"0"0,0 2-256 0 0,-3 7 0 0 0,-1 4 536 0 0,0 2 56 0 0,-3 2 16 0 0,0 3 0 0 0,-1 4-176 0 0,0-1-32 0 0,-3 1-8 0 0,4-3 0 0 0,1 1-168 0 0,1-1-32 0 0,-2-3 0 0 0,3-1-8 0 0,1-3-1208 0 0,2-2-248 0 0</inkml:trace>
  <inkml:trace contextRef="#ctx0" brushRef="#br0" timeOffset="1">127 481 15431 0 0,'0'0'1672'0'0,"16"2"-1672"0"0,0-2 0 0 0,-2 0 0 0 0,-1-2 496 0 0,3 2-240 0 0,0 0 0 0 0,2 0-768 0 0,-1 0-160 0 0,0 0-24 0 0,0 0-5864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41.448"/>
    </inkml:context>
    <inkml:brush xml:id="br0">
      <inkml:brushProperty name="width" value="0.05" units="cm"/>
      <inkml:brushProperty name="height" value="0.05" units="cm"/>
    </inkml:brush>
  </inkml:definitions>
  <inkml:trace contextRef="#ctx0" brushRef="#br0">115 347 8287 0 0,'11'-1'295'0'0,"-1"0"0"0"0,1 0 0 0 0,-1-1 0 0 0,1-1 0 0 0,-1 0 0 0 0,0 0 0 0 0,0-1 0 0 0,0 0 0 0 0,0-1 0 0 0,-1 0 0 0 0,16-11-1 0 0,-9 4 830 0 0,-1 0-1 0 0,-1-1 0 0 0,0 0 0 0 0,0-2 0 0 0,18-24 0 0 0,-28 33-1087 0 0,0 1 0 0 0,-1 0 1 0 0,0-1-1 0 0,0 0 1 0 0,0 0-1 0 0,-1 0 0 0 0,1 0 1 0 0,1-12-1 0 0,-3 15-9 0 0,-1 0 1 0 0,0 0-1 0 0,0 0 0 0 0,0 0 0 0 0,0-1 0 0 0,-1 1 0 0 0,1 0 0 0 0,-1 0 1 0 0,0 0-1 0 0,0 0 0 0 0,0 0 0 0 0,0 0 0 0 0,0 0 0 0 0,-1 0 0 0 0,0 1 1 0 0,1-1-1 0 0,-1 0 0 0 0,0 1 0 0 0,-4-5 0 0 0,-2-2 156 0 0,-1 0-1 0 0,0 1 0 0 0,-1 0 1 0 0,-17-12-1 0 0,23 18-145 0 0,1 0-1 0 0,-1 1 1 0 0,0-1-1 0 0,0 1 1 0 0,0-1-1 0 0,0 1 1 0 0,0 0-1 0 0,0 0 1 0 0,0 1-1 0 0,0 0 1 0 0,0-1-1 0 0,0 1 1 0 0,-1 0-1 0 0,1 1 1 0 0,0-1-1 0 0,0 1 1 0 0,-7 2 0 0 0,1 1-6 0 0,0 0 0 0 0,0 1 0 0 0,0 0 1 0 0,1 1-1 0 0,0 0 0 0 0,1 0 1 0 0,-1 1-1 0 0,1 0 0 0 0,0 1 1 0 0,-8 9-1 0 0,0 3-19 0 0,1 0 0 0 0,1 1 0 0 0,-15 28 0 0 0,22-35-6 0 0,1-1 1 0 0,0 1 0 0 0,1 0 0 0 0,1 1-1 0 0,0-1 1 0 0,1 1 0 0 0,0 0 0 0 0,1 0-1 0 0,1 0 1 0 0,0 18 0 0 0,2-24-7 0 0,0 0 1 0 0,0 0-1 0 0,0 0 1 0 0,1-1-1 0 0,1 1 1 0 0,-1 0-1 0 0,1-1 0 0 0,1 1 1 0 0,0-1-1 0 0,0 0 1 0 0,0 0-1 0 0,1-1 1 0 0,0 1-1 0 0,1-1 0 0 0,0 0 1 0 0,0-1-1 0 0,0 1 1 0 0,9 5-1 0 0,-1-2-29 0 0,0-1-1 0 0,1-1 1 0 0,0-1-1 0 0,0 0 1 0 0,1-1-1 0 0,0 0 1 0 0,0-1-1 0 0,0-1 1 0 0,29 3 0 0 0,-43-7-123 0 0,1 0 0 0 0,-1-1 1 0 0,0 1-1 0 0,1-1 1 0 0,-1 0-1 0 0,0 0 1 0 0,1 0-1 0 0,-1 0 1 0 0,0 0-1 0 0,0 0 1 0 0,0 0-1 0 0,0-1 1 0 0,3-2-1 0 0,-2 2-293 0 0,6-6-830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41.997"/>
    </inkml:context>
    <inkml:brush xml:id="br0">
      <inkml:brushProperty name="width" value="0.05" units="cm"/>
      <inkml:brushProperty name="height" value="0.05" units="cm"/>
    </inkml:brush>
  </inkml:definitions>
  <inkml:trace contextRef="#ctx0" brushRef="#br0">1 5 12727 0 0,'0'0'5002'0'0,"2"-1"-3781"0"0,10 0-744 0 0,-1-1 0 0 0,1 2 0 0 0,-1-1 1 0 0,1 2-1 0 0,-1-1 0 0 0,1 2 0 0 0,11 2 0 0 0,81 25 380 0 0,-17-3-1087 0 0,-48-16-4211 0 0,-37-10 2583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42.326"/>
    </inkml:context>
    <inkml:brush xml:id="br0">
      <inkml:brushProperty name="width" value="0.05" units="cm"/>
      <inkml:brushProperty name="height" value="0.05" units="cm"/>
    </inkml:brush>
  </inkml:definitions>
  <inkml:trace contextRef="#ctx0" brushRef="#br0">23 1 14599 0 0,'0'0'640'0'0,"1"14"144"0"0,-1 1-624 0 0,0-1-160 0 0,2 1 0 0 0,-4 1 0 0 0,1 0 736 0 0,-3 1 112 0 0,1 1 24 0 0,0-1 8 0 0,1 3-528 0 0,1-3-112 0 0,-1 3-16 0 0,1 7-3808 0 0,-3-2-752 0 0,1-1-152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5:42.657"/>
    </inkml:context>
    <inkml:brush xml:id="br0">
      <inkml:brushProperty name="width" value="0.05" units="cm"/>
      <inkml:brushProperty name="height" value="0.05" units="cm"/>
    </inkml:brush>
  </inkml:definitions>
  <inkml:trace contextRef="#ctx0" brushRef="#br0">334 1 10591 0 0,'24'44'843'0'0,"10"22"3088"0"0,-30-56-3130 0 0,-1 0 0 0 0,0 0 0 0 0,0 1 0 0 0,-1-1 0 0 0,1 14 0 0 0,-1 4-68 0 0,-2 0 1 0 0,-1 0-1 0 0,-2 0 0 0 0,-6 29 0 0 0,-31 111 320 0 0,34-143-897 0 0,-5 17 28 0 0,-2-1 0 0 0,-1 0 0 0 0,-3-1 0 0 0,-30 55 0 0 0,39-80-362 0 0,-2-1 0 0 0,0 0 0 0 0,0 0 0 0 0,-1-1 0 0 0,-1-1 0 0 0,0 0 0 0 0,-1-1 0 0 0,0 0 0 0 0,-1 0 0 0 0,0-2 0 0 0,0 0 0 0 0,-1 0 0 0 0,-1-1 0 0 0,-20 7 0 0 0,-6-2-1167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01.320"/>
    </inkml:context>
    <inkml:brush xml:id="br0">
      <inkml:brushProperty name="width" value="0.05" units="cm"/>
      <inkml:brushProperty name="height" value="0.05" units="cm"/>
    </inkml:brush>
  </inkml:definitions>
  <inkml:trace contextRef="#ctx0" brushRef="#br0">0 190 455 0 0,'0'0'15419'0'0,"2"-1"-15147"0"0,88-42 1195 0 0,-3 2-417 0 0,-46 18-618 0 0,-10 5-99 0 0,0 1 1 0 0,1 2-1 0 0,42-14 1 0 0,-72 28-319 0 0,0 1 1 0 0,0-1-1 0 0,0 1 1 0 0,0 0 0 0 0,1-1-1 0 0,-1 1 1 0 0,0 0 0 0 0,0 0-1 0 0,0 1 1 0 0,4-1-1 0 0,-5 1-6 0 0,0-1-1 0 0,1 1 1 0 0,-1-1-1 0 0,0 1 1 0 0,0-1-1 0 0,0 1 0 0 0,0-1 1 0 0,0 1-1 0 0,0 0 1 0 0,-1 0-1 0 0,1-1 1 0 0,0 1-1 0 0,0 0 1 0 0,0 0-1 0 0,0 2 0 0 0,1-1 7 0 0,-1 1-1 0 0,0 0 1 0 0,0 1-1 0 0,0-1 1 0 0,-1 0-1 0 0,1 0 1 0 0,-1 0-1 0 0,1 0 1 0 0,-1 1-1 0 0,0-1 0 0 0,-1 0 1 0 0,1 0-1 0 0,-1 4 1 0 0,-6 25 84 0 0,0-1-1 0 0,-15 35 1 0 0,4-13-48 0 0,-10 30 15 0 0,11-33-66 0 0,1 1 0 0 0,-9 59 0 0 0,24-103-5 0 0,1 0-1 0 0,-1-1 0 0 0,2 11 1 0 0,-1-15-121 0 0,3-1-72 0 0,-2 0 160 0 0,1 0 1 0 0,-1-1 0 0 0,1 1-1 0 0,0-1 1 0 0,-1 1 0 0 0,1-1-1 0 0,0 0 1 0 0,-1 0 0 0 0,1 0-1 0 0,0 0 1 0 0,-1 0 0 0 0,1 0-1 0 0,0 0 1 0 0,-1 0 0 0 0,1-1-1 0 0,0 1 1 0 0,-1-1 0 0 0,1 1-1 0 0,-1-1 1 0 0,1 0 0 0 0,-1 0-1 0 0,1 1 1 0 0,1-3 0 0 0,4-2-1215 0 0,-1 0 1 0 0,1-1-1 0 0,8-11 0 0 0,-11 12-273 0 0,12-13-4333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01.651"/>
    </inkml:context>
    <inkml:brush xml:id="br0">
      <inkml:brushProperty name="width" value="0.05" units="cm"/>
      <inkml:brushProperty name="height" value="0.05" units="cm"/>
    </inkml:brush>
  </inkml:definitions>
  <inkml:trace contextRef="#ctx0" brushRef="#br0">61 1 15175 0 0,'0'0'1640'0'0,"-6"6"-1640"0"0,1 2 0 0 0,-2 5 0 0 0,1 3 224 0 0,0 5 0 0 0,1 3 8 0 0,-2 16 0 0 0,1 0-1064 0 0,1 0-208 0 0,0 13-48 0 0,2-10-4928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01.995"/>
    </inkml:context>
    <inkml:brush xml:id="br0">
      <inkml:brushProperty name="width" value="0.05" units="cm"/>
      <inkml:brushProperty name="height" value="0.05" units="cm"/>
    </inkml:brush>
  </inkml:definitions>
  <inkml:trace contextRef="#ctx0" brushRef="#br0">0 1 10135 0 0,'0'0'8646'0'0,"2"1"-8292"0"0,0 1-333 0 0,1 0-1 0 0,-1 0 1 0 0,0 1-1 0 0,0-1 1 0 0,0 1-1 0 0,0-1 1 0 0,-1 1-1 0 0,1 0 1 0 0,-1 0-1 0 0,1 0 1 0 0,-1 0 0 0 0,0 0-1 0 0,0 0 1 0 0,0 0-1 0 0,-1 0 1 0 0,1 0-1 0 0,-1 0 1 0 0,0 0-1 0 0,0 5 1 0 0,0 10 99 0 0,-1-1 0 0 0,-4 24 0 0 0,2-25-99 0 0,1 3-21 0 0,-10 88-3 0 0,12-92 6 0 0,0 0-1 0 0,0-1 1 0 0,2 1 0 0 0,0 0 0 0 0,4 16 0 0 0,-5-27 36 0 0,1 1 0 0 0,0-1 1 0 0,0 0-1 0 0,0 0 1 0 0,0 0-1 0 0,0-1 1 0 0,1 1-1 0 0,0 0 1 0 0,0-1-1 0 0,0 0 1 0 0,0 1-1 0 0,0-1 0 0 0,1-1 1 0 0,-1 1-1 0 0,1 0 1 0 0,0-1-1 0 0,0 0 1 0 0,0 0-1 0 0,0 0 1 0 0,0 0-1 0 0,0 0 1 0 0,0-1-1 0 0,5 1 1 0 0,1 0 31 0 0,0 0 1 0 0,0-1 0 0 0,-1 0 0 0 0,1-1 0 0 0,0 0 0 0 0,0-1 0 0 0,0 0 0 0 0,-1 0 0 0 0,17-5 0 0 0,-3-1-2061 0 0,-21 6 898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02.325"/>
    </inkml:context>
    <inkml:brush xml:id="br0">
      <inkml:brushProperty name="width" value="0.05" units="cm"/>
      <inkml:brushProperty name="height" value="0.05" units="cm"/>
    </inkml:brush>
  </inkml:definitions>
  <inkml:trace contextRef="#ctx0" brushRef="#br0">1 1 13359 0 0,'0'0'2542'0'0,"2"0"-1302"0"0,20 4-328 0 0,0 0 1 0 0,0-2 0 0 0,35-1-1 0 0,-36-2-1294 0 0,-14 0-13 0 0,0 1 0 0 0,0 0 0 0 0,0 0 0 0 0,14 3 0 0 0,-9-1-896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02.660"/>
    </inkml:context>
    <inkml:brush xml:id="br0">
      <inkml:brushProperty name="width" value="0.05" units="cm"/>
      <inkml:brushProperty name="height" value="0.05" units="cm"/>
    </inkml:brush>
  </inkml:definitions>
  <inkml:trace contextRef="#ctx0" brushRef="#br0">0 79 14743 0 0,'0'0'1335'0'0,"3"0"-1096"0"0,10 3 270 0 0,1-2 0 0 0,0 0 0 0 0,0 0 0 0 0,-1-2 0 0 0,1 0 0 0 0,27-4 1 0 0,55-5 2152 0 0,-62 9-2252 0 0,-1-3-1 0 0,64-14 0 0 0,46-22-2545 0 0,-127 35 1028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07.865"/>
    </inkml:context>
    <inkml:brush xml:id="br0">
      <inkml:brushProperty name="width" value="0.05" units="cm"/>
      <inkml:brushProperty name="height" value="0.05" units="cm"/>
    </inkml:brush>
  </inkml:definitions>
  <inkml:trace contextRef="#ctx0" brushRef="#br0">209 7 919 0 0,'4'-1'67'0'0,"14"-4"10650"0"0,-18 6-10437 0 0,-1 0-1 0 0,1 1 1 0 0,-1-1-1 0 0,0 0 1 0 0,1 0-1 0 0,-1 1 1 0 0,0-1-1 0 0,0 0 0 0 0,0 0 1 0 0,0 0-1 0 0,0 0 1 0 0,0 0-1 0 0,0 0 1 0 0,-2 0-1 0 0,1 0-177 0 0,0 0 0 0 0,0 0 0 0 0,0 0 0 0 0,0-1-1 0 0,0 1 1 0 0,0-1 0 0 0,0 0 0 0 0,0 1 0 0 0,0-1 0 0 0,-4 0 0 0 0,-8 1 313 0 0,3 0-140 0 0,0 0 0 0 0,0-1 0 0 0,0-1 0 0 0,0 0 0 0 0,0 0 0 0 0,0-1 0 0 0,-15-5 0 0 0,9 3 143 0 0,13 2-351 0 0,-1 1 1 0 0,1-1-1 0 0,0 1 0 0 0,-1 0 0 0 0,1 1 1 0 0,-1-1-1 0 0,1 1 0 0 0,-1 0 1 0 0,-7 1-1 0 0,11-1 761 0 0,0-1-750 0 0,-2 0-38 0 0,12 3-1 0 0,98 32-51 0 0,-74-28 56 0 0,63 5-1 0 0,-17-3-2 0 0,-35 2 110 0 0,-41-9-26 0 0,0 0 1 0 0,1 0 0 0 0,-1-1-1 0 0,0 1 1 0 0,1-1 0 0 0,-1 0-1 0 0,1 0 1 0 0,-1 0 0 0 0,1-1-1 0 0,-1 1 1 0 0,0-1-1 0 0,5-1 1 0 0,-7 2-31 0 0,0-1-6 0 0,4-2-4 0 0,-4 2 26 0 0,0 1-463 0 0,7 1 340 0 0,0 0 25 0 0,-6-1 27 0 0,0-1-80 0 0,5 0 2 0 0,-5 1-88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5.605"/>
    </inkml:context>
    <inkml:brush xml:id="br0">
      <inkml:brushProperty name="width" value="0.05" units="cm"/>
      <inkml:brushProperty name="height" value="0.05" units="cm"/>
    </inkml:brush>
  </inkml:definitions>
  <inkml:trace contextRef="#ctx0" brushRef="#br0">0 88 2303 0 0,'0'0'16358'0'0,"3"-1"-15885"0"0,166-52 2026 0 0,-114 37-2022 0 0,-50 15-443 0 0,52-13 371 0 0,-51 13-363 0 0,0 0 0 0 0,0 0 1 0 0,-1 1-1 0 0,1 0 0 0 0,0 0 1 0 0,0 1-1 0 0,9 2 0 0 0,-13-3-34 0 0,-1 0 0 0 0,0 1 0 0 0,0-1 0 0 0,0 0-1 0 0,0 1 1 0 0,0 0 0 0 0,0-1 0 0 0,0 1 0 0 0,0 0 0 0 0,0-1 0 0 0,0 1-1 0 0,0 0 1 0 0,0 0 0 0 0,0 0 0 0 0,-1 0 0 0 0,1 0 0 0 0,0 0 0 0 0,-1 0-1 0 0,2 1 1 0 0,-2 0 2 0 0,1 1 0 0 0,0-1 0 0 0,-1 0 0 0 0,1 1 0 0 0,-1-1 0 0 0,0 0 0 0 0,0 1 0 0 0,0-1 0 0 0,0 4 0 0 0,-2 5 23 0 0,0-1 0 0 0,-1 1 0 0 0,-6 15 0 0 0,6-17 2 0 0,-49 131 65 0 0,-5 17 61 0 0,45-121-134 0 0,3 1 1 0 0,-7 51 0 0 0,14-79-53 0 0,2-1-1 0 0,0 16 1 0 0,0-21 15 0 0,1 0-1 0 0,-1 0 1 0 0,1-1 0 0 0,-1 1 0 0 0,1 0 0 0 0,0 0-1 0 0,0-1 1 0 0,0 1 0 0 0,1-1 0 0 0,-1 1 0 0 0,3 3-1 0 0,-4-6-2 0 0,1 0-1 0 0,-1 1 1 0 0,1-1-1 0 0,0 0 0 0 0,-1 0 1 0 0,1 1-1 0 0,-1-1 1 0 0,1 0-1 0 0,0 0 0 0 0,-1 0 1 0 0,1 0-1 0 0,-1 0 1 0 0,1 0-1 0 0,0 0 0 0 0,-1 0 1 0 0,1 0-1 0 0,0 0 0 0 0,-1 0 1 0 0,1 0-1 0 0,0 0 1 0 0,-1-1-1 0 0,1 1 0 0 0,13-6-525 0 0,-6 1 139 0 0,-1-1 0 0 0,0 0 0 0 0,0 0 0 0 0,-1 0 0 0 0,0-1-1 0 0,0 0 1 0 0,9-15 0 0 0,-3 6-672 0 0,13-19-996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5.935"/>
    </inkml:context>
    <inkml:brush xml:id="br0">
      <inkml:brushProperty name="width" value="0.05" units="cm"/>
      <inkml:brushProperty name="height" value="0.05" units="cm"/>
    </inkml:brush>
  </inkml:definitions>
  <inkml:trace contextRef="#ctx0" brushRef="#br0">31 55 10135 0 0,'-8'-13'896'0'0,"2"0"-712"0"0,-1 2-184 0 0,-2-7 8264 0 0,13 39-7704 0 0,0-3-8 0 0,-1 4-416 0 0,2 4-136 0 0,-2 2 80 0 0,2 3-80 0 0,1-1-1416 0 0,0 1-328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6.279"/>
    </inkml:context>
    <inkml:brush xml:id="br0">
      <inkml:brushProperty name="width" value="0.05" units="cm"/>
      <inkml:brushProperty name="height" value="0.05" units="cm"/>
    </inkml:brush>
  </inkml:definitions>
  <inkml:trace contextRef="#ctx0" brushRef="#br0">64 0 17303 0 0,'0'0'1572'0'0,"1"2"-1294"0"0,1 6-162 0 0,1 0 1 0 0,-1 0 0 0 0,-1 0 0 0 0,0 0 0 0 0,0 0 0 0 0,-1 1-1 0 0,0 8 1 0 0,-40 190 619 0 0,5-37 113 0 0,35-168-177 0 0,8 7 359 0 0,-3-6-922 0 0,0-1 1 0 0,1 0-1 0 0,-1 0 0 0 0,0 0 0 0 0,1-1 0 0 0,-1 0 1 0 0,1 0-1 0 0,-1 0 0 0 0,1-1 0 0 0,0 1 0 0 0,-1-1 0 0 0,1-1 1 0 0,11-1-1 0 0,-5 0-37 0 0,1-1 0 0 0,0 0-1 0 0,-1-1 1 0 0,0 0 0 0 0,14-7 0 0 0,-22 9-223 0 0,0 0 1 0 0,-1 0-1 0 0,1-1 0 0 0,-1 1 1 0 0,0-1-1 0 0,0 0 0 0 0,4-4 1 0 0,1-2-1525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6.673"/>
    </inkml:context>
    <inkml:brush xml:id="br0">
      <inkml:brushProperty name="width" value="0.05" units="cm"/>
      <inkml:brushProperty name="height" value="0.05" units="cm"/>
    </inkml:brush>
  </inkml:definitions>
  <inkml:trace contextRef="#ctx0" brushRef="#br0">135 0 5527 0 0,'-1'1'9613'0'0,"-5"3"-7891"0"0,2 1-1304 0 0,-1 0-1 0 0,1 0 1 0 0,1 0 0 0 0,-1 0-1 0 0,1 1 1 0 0,0-1 0 0 0,0 1 0 0 0,-3 8-1 0 0,-14 53 378 0 0,18-58-630 0 0,-23 101 750 0 0,-12 141 0 0 0,32-204-756 0 0,1 83 0 0 0,6-108-267 0 0,0 0 1 0 0,1-1-1 0 0,1 1 1 0 0,0-1-1 0 0,2 0 1 0 0,9 22-1 0 0,-12-37-394 0 0,0 1 0 0 0,1-1 1 0 0,0 1-1 0 0,1-1 0 0 0,5 7 0 0 0,5 3-6808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7.002"/>
    </inkml:context>
    <inkml:brush xml:id="br0">
      <inkml:brushProperty name="width" value="0.05" units="cm"/>
      <inkml:brushProperty name="height" value="0.05" units="cm"/>
    </inkml:brush>
  </inkml:definitions>
  <inkml:trace contextRef="#ctx0" brushRef="#br0">61 193 12063 0 0,'-13'34'738'0'0,"2"1"-1"0"0,1 0 1 0 0,1 1-1 0 0,3 0 1 0 0,-5 69 0 0 0,10-101-482 0 0,1 0 1 0 0,0 0-1 0 0,0-1 0 0 0,1 1 1 0 0,-1 0-1 0 0,1 0 1 0 0,0 0-1 0 0,0-1 1 0 0,0 1-1 0 0,0 0 1 0 0,0-1-1 0 0,1 1 1 0 0,3 4-1 0 0,-5-7-198 0 0,1-1-1 0 0,-1 0 1 0 0,1 0-1 0 0,-1 1 1 0 0,1-1-1 0 0,-1 0 1 0 0,1 0-1 0 0,0 0 0 0 0,-1 1 1 0 0,1-1-1 0 0,-1 0 1 0 0,1 0-1 0 0,0 0 1 0 0,-1 0-1 0 0,1 0 1 0 0,-1 0-1 0 0,1 0 1 0 0,-1-1-1 0 0,1 1 1 0 0,0 0-1 0 0,-1 0 1 0 0,2-1-1 0 0,11-4 260 0 0,-7 1-187 0 0,1-1 1 0 0,-1 1-1 0 0,0-2 1 0 0,0 1-1 0 0,0 0 0 0 0,-1-1 1 0 0,0 0-1 0 0,0 0 1 0 0,6-11-1 0 0,3-7 169 0 0,14-35 0 0 0,-20 40-201 0 0,-1 0-1 0 0,0-1 0 0 0,-2 0 0 0 0,0 0 0 0 0,-2-1 0 0 0,0 1 1 0 0,0-26-1 0 0,-2 35-364 0 0,-2 0 0 0 0,1 0 1 0 0,-1 0-1 0 0,-1 0 0 0 0,0 0 0 0 0,-1 1 1 0 0,0-1-1 0 0,0 1 0 0 0,-1 0 0 0 0,0 0 1 0 0,-1 0-1 0 0,0 0 0 0 0,-1 1 0 0 0,0 0 1 0 0,-10-12-1 0 0,5 11-4834 0 0,-2 2-1393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7.362"/>
    </inkml:context>
    <inkml:brush xml:id="br0">
      <inkml:brushProperty name="width" value="0.05" units="cm"/>
      <inkml:brushProperty name="height" value="0.05" units="cm"/>
    </inkml:brush>
  </inkml:definitions>
  <inkml:trace contextRef="#ctx0" brushRef="#br0">1 0 13103 0 0,'14'8'576'0'0,"-6"-3"128"0"0,2 0-568 0 0,-1 0-136 0 0,4-1 0 0 0,0 1 800 0 0,-4-2 1096 0 0,1-1-6360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7.799"/>
    </inkml:context>
    <inkml:brush xml:id="br0">
      <inkml:brushProperty name="width" value="0.05" units="cm"/>
      <inkml:brushProperty name="height" value="0.05" units="cm"/>
    </inkml:brush>
  </inkml:definitions>
  <inkml:trace contextRef="#ctx0" brushRef="#br0">0 25 13823 0 0,'1'1'5979'0'0,"6"14"-4706"0"0,0 0 1 0 0,6 24-1 0 0,-10-25-1268 0 0,0 0 0 0 0,0 0 0 0 0,-2 1 0 0 0,0-1 0 0 0,-1 26 0 0 0,-15 86-484 0 0,11-97 433 0 0,-1 49 46 0 0,5-76 20 0 0,-1-1 1 0 0,1 1-1 0 0,0-1 0 0 0,0 1 1 0 0,0 0-1 0 0,0-1 0 0 0,0 1 1 0 0,0-1-1 0 0,0 1 0 0 0,0-1 0 0 0,0 1 1 0 0,1 0-1 0 0,-1-1 0 0 0,1 1 1 0 0,-1-1-1 0 0,1 1 0 0 0,0-1 0 0 0,0 0 1 0 0,-1 1-1 0 0,1-1 0 0 0,0 0 1 0 0,0 0-1 0 0,0 1 0 0 0,1-1 1 0 0,1 1-1 0 0,-1-1 15 0 0,0 0-1 0 0,0 0 1 0 0,0 0 0 0 0,0 0 0 0 0,0-1-1 0 0,1 0 1 0 0,-1 1 0 0 0,0-1 0 0 0,1 0-1 0 0,-1 0 1 0 0,0 0 0 0 0,0 0 0 0 0,1 0-1 0 0,-1-1 1 0 0,0 1 0 0 0,0-1 0 0 0,4 0-1 0 0,14-6 67 0 0,1-1 0 0 0,-2-1 0 0 0,1-1 0 0 0,-1 0 0 0 0,-1-2 0 0 0,23-17 0 0 0,-11 5-1797 0 0,-1-2-1 0 0,42-49 1 0 0,-60 62 451 0 0,-1-1 1 0 0,-1 0-1 0 0,0-1 0 0 0,9-20 1 0 0,21-64-3569 0 0,-8 19 7689 0 0,-25 93-208 0 0,6 17-79 0 0,10 44-1 0 0,2 4-1028 0 0,44 126 889 0 0,-50-149-2098 0 0,-15-44-301 0 0,-1-1 1 0 0,0 0-1 0 0,-1 0 0 0 0,0 1 1 0 0,-1-1-1 0 0,0 1 0 0 0,0-1 0 0 0,-3 16 1 0 0,-1-7-26 0 0,0 1 1 0 0,-2-1-1 0 0,-11 29 1 0 0,12-38-417 0 0,0 0 0 0 0,0 0 0 0 0,-1 0 0 0 0,-1-1 0 0 0,-9 12 0 0 0,0-4-954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8.143"/>
    </inkml:context>
    <inkml:brush xml:id="br0">
      <inkml:brushProperty name="width" value="0.05" units="cm"/>
      <inkml:brushProperty name="height" value="0.05" units="cm"/>
    </inkml:brush>
  </inkml:definitions>
  <inkml:trace contextRef="#ctx0" brushRef="#br0">1 108 15199 0 0,'34'-22'1591'0'0,"15"-10"-1165"0"0,-14 12 3723 0 0,-22 13-1667 0 0,-5 2-1781 0 0,1 1 0 0 0,-1 0-1 0 0,1 0 1 0 0,0 1-1 0 0,11-3 1 0 0,-19 6-838 0 0,0 0 0 0 0,1 0 1 0 0,-1 0-1 0 0,0 0 0 0 0,1 0 0 0 0,-1 0 0 0 0,0 0 0 0 0,1 1 0 0 0,-1-1 1 0 0,3 2-1 0 0,-2-1-513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49.099"/>
    </inkml:context>
    <inkml:brush xml:id="br0">
      <inkml:brushProperty name="width" value="0.05" units="cm"/>
      <inkml:brushProperty name="height" value="0.05" units="cm"/>
    </inkml:brush>
  </inkml:definitions>
  <inkml:trace contextRef="#ctx0" brushRef="#br0">45 0 7367 0 0,'0'0'568'0'0,"2"2"-160"0"0,10 11 1005 0 0,0 0-1 0 0,-1 1 1 0 0,-1 0-1 0 0,0 1 1 0 0,11 23-1 0 0,-10-14-825 0 0,0 1 0 0 0,-2 1 0 0 0,6 26 0 0 0,-9-24-362 0 0,0 0 0 0 0,-2 0 0 0 0,-1 0 0 0 0,-1 1 1 0 0,-1-1-1 0 0,-6 54 0 0 0,-2-35 80 0 0,-3 0-1 0 0,-24 76 1 0 0,24-95-664 0 0,-2 0 0 0 0,-1-1 1 0 0,-1 0-1 0 0,-1-1 0 0 0,-26 34 0 0 0,11-24-881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1.313"/>
    </inkml:context>
    <inkml:brush xml:id="br0">
      <inkml:brushProperty name="width" value="0.05" units="cm"/>
      <inkml:brushProperty name="height" value="0.05" units="cm"/>
    </inkml:brush>
  </inkml:definitions>
  <inkml:trace contextRef="#ctx0" brushRef="#br0">193 261 8287 0 0,'0'0'639'0'0,"2"0"-415"0"0,9 0 350 0 0,0-1 0 0 0,0-1 0 0 0,-1 0 1 0 0,1-1-1 0 0,0 1 0 0 0,-1-2 0 0 0,0 0 0 0 0,0 0 0 0 0,0-1 1 0 0,0 0-1 0 0,-1-1 0 0 0,10-6 0 0 0,-11 6-353 0 0,-1 0 0 0 0,1-1 0 0 0,-1 1-1 0 0,0-1 1 0 0,-1 0 0 0 0,0-1 0 0 0,0 0 0 0 0,0 0 0 0 0,-1 0 0 0 0,-1-1 0 0 0,1 1 0 0 0,-1-1-1 0 0,-1 0 1 0 0,4-11 0 0 0,-7 18-149 0 0,1-1 0 0 0,-1 1 0 0 0,1-1 0 0 0,-1 1 0 0 0,0-1 0 0 0,0 1 0 0 0,0-1 0 0 0,0 1 0 0 0,0-1 0 0 0,-1 1 1 0 0,1-1-1 0 0,-1 1 0 0 0,0-1 0 0 0,0 1 0 0 0,1-1 0 0 0,-2 1 0 0 0,1 0 0 0 0,-2-4 0 0 0,1 4-25 0 0,-1-1 0 0 0,1 1-1 0 0,-1-1 1 0 0,1 1 0 0 0,-1 0 0 0 0,0 0 0 0 0,0 0 0 0 0,0 1 0 0 0,0-1 0 0 0,0 1-1 0 0,0 0 1 0 0,-5-2 0 0 0,-2 1 6 0 0,-1-1 0 0 0,0 2-1 0 0,0 0 1 0 0,1 0 0 0 0,-1 1 0 0 0,0 0-1 0 0,-17 3 1 0 0,15-1-29 0 0,0 1-1 0 0,0 0 1 0 0,1 1-1 0 0,-1 1 1 0 0,1 0-1 0 0,0 1 0 0 0,1 0 1 0 0,-1 0-1 0 0,1 2 1 0 0,1-1-1 0 0,-1 1 1 0 0,1 1-1 0 0,0 0 1 0 0,1 0-1 0 0,0 1 1 0 0,1 0-1 0 0,0 0 1 0 0,-9 17-1 0 0,7-10-32 0 0,2 0-1 0 0,0 1 1 0 0,1 0 0 0 0,0 0-1 0 0,2 1 1 0 0,0 0-1 0 0,1 0 1 0 0,1 0 0 0 0,1 0-1 0 0,1 0 1 0 0,1 38-1 0 0,2-37-7 0 0,0 0-1 0 0,2 0 0 0 0,0-1 0 0 0,1 0 1 0 0,0 0-1 0 0,14 28 0 0 0,-15-38 22 0 0,1 0 0 0 0,0 0 0 0 0,0-1 0 0 0,1 0 1 0 0,0 0-1 0 0,0-1 0 0 0,1 1 0 0 0,0-1 0 0 0,1-1 0 0 0,-1 1 0 0 0,1-2 0 0 0,0 1 0 0 0,1-1 1 0 0,-1 0-1 0 0,11 4 0 0 0,-6-4 47 0 0,1-1 0 0 0,0 0 0 0 0,0-1 0 0 0,0-1 0 0 0,0 0 0 0 0,0-1 0 0 0,0 0 0 0 0,1-1 0 0 0,-1-1 0 0 0,19-3 0 0 0,-12 0-254 0 0,0-1-1 0 0,0 0 1 0 0,-1-2-1 0 0,1 0 1 0 0,-2-2 0 0 0,24-12-1 0 0,-32 15-5100 0 0,-3-1-1764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4.627"/>
    </inkml:context>
    <inkml:brush xml:id="br0">
      <inkml:brushProperty name="width" value="0.05" units="cm"/>
      <inkml:brushProperty name="height" value="0.05" units="cm"/>
    </inkml:brush>
  </inkml:definitions>
  <inkml:trace contextRef="#ctx0" brushRef="#br0">0 3 5063 0 0,'0'0'14048'0'0,"2"0"-13610"0"0,26-2 98 0 0,1 1 1 0 0,-1 2-1 0 0,48 7 1 0 0,-24-3-313 0 0,122 11 184 0 0,-109-8-32 0 0,-64-8 35 0 0,-3 0-1046 0 0,-15-11-2070 0 0,7 6 1090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6.310"/>
    </inkml:context>
    <inkml:brush xml:id="br0">
      <inkml:brushProperty name="width" value="0.05" units="cm"/>
      <inkml:brushProperty name="height" value="0.05" units="cm"/>
    </inkml:brush>
  </inkml:definitions>
  <inkml:trace contextRef="#ctx0" brushRef="#br0">153 1 455 0 0,'-3'0'842'0'0,"1"0"0"0"0,-1 0 0 0 0,1 1-1 0 0,-1-1 1 0 0,1 1 0 0 0,0 0-1 0 0,-1 0 1 0 0,1 0 0 0 0,-5 2-1 0 0,3 0-80 0 0,-1 0 0 0 0,1 0 0 0 0,0 1-1 0 0,-5 4 1 0 0,0 1 97 0 0,1 1-1 0 0,-14 22 1 0 0,13-17-486 0 0,2 1 0 0 0,0-1 0 0 0,0 1 0 0 0,2 1 0 0 0,0-1 0 0 0,1 1 0 0 0,-3 27 1 0 0,2 3 405 0 0,3 72 1 0 0,2-114-739 0 0,8 132 788 0 0,-6-122-819 0 0,1 0 1 0 0,0-1-1 0 0,1 1 0 0 0,0-1 1 0 0,1 0-1 0 0,1 0 0 0 0,8 14 1 0 0,-12-24-244 0 0,1 0-1 0 0,-1-1 1 0 0,1 1 0 0 0,0-1-1 0 0,0 0 1 0 0,5 4 0 0 0,-6-5-510 0 0,0-1 0 0 0,0 1 0 0 0,0-1 0 0 0,0 0 1 0 0,0 0-1 0 0,1 0 0 0 0,3 1 0 0 0,9 0-4936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6.640"/>
    </inkml:context>
    <inkml:brush xml:id="br0">
      <inkml:brushProperty name="width" value="0.05" units="cm"/>
      <inkml:brushProperty name="height" value="0.05" units="cm"/>
    </inkml:brush>
  </inkml:definitions>
  <inkml:trace contextRef="#ctx0" brushRef="#br0">123 1 3223 0 0,'0'0'614'0'0,"-10"5"6638"0"0,5 0-6219 0 0,0 0 0 0 0,0 0 0 0 0,0 1 0 0 0,0-1 0 0 0,-5 10 0 0 0,3-3-162 0 0,1-1 1 0 0,-7 19-1 0 0,2 4 47 0 0,-9 43 1 0 0,20-76-866 0 0,-8 37 448 0 0,2 0 0 0 0,2 0 0 0 0,1 56 0 0 0,5-37-134 0 0,16 93 1 0 0,-16-138-353 0 0,1-1-1 0 0,0 0 1 0 0,9 22 0 0 0,-11-31-66 0 0,0 1 0 0 0,1 0 0 0 0,-1-1 0 0 0,0 1 0 0 0,1-1 0 0 0,0 1 0 0 0,0-1 0 0 0,0 0 0 0 0,0 1 0 0 0,0-1 0 0 0,0 0 1 0 0,0 0-1 0 0,1-1 0 0 0,-1 1 0 0 0,1 0 0 0 0,-1-1 0 0 0,1 0 0 0 0,0 1 0 0 0,0-1 0 0 0,3 1 0 0 0,-4-2-113 0 0,0 0 0 0 0,0 0-1 0 0,0 0 1 0 0,0 0 0 0 0,-1 0-1 0 0,1-1 1 0 0,0 1 0 0 0,0-1-1 0 0,-1 1 1 0 0,1-1 0 0 0,0 0 0 0 0,0 1-1 0 0,-1-1 1 0 0,1 0 0 0 0,-1 0-1 0 0,3-2 1 0 0,11-13-6500 0 0,-9 4 577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7.001"/>
    </inkml:context>
    <inkml:brush xml:id="br0">
      <inkml:brushProperty name="width" value="0.05" units="cm"/>
      <inkml:brushProperty name="height" value="0.05" units="cm"/>
    </inkml:brush>
  </inkml:definitions>
  <inkml:trace contextRef="#ctx0" brushRef="#br0">7 28 455 0 0,'-6'11'17912'0'0,"15"-8"-17731"0"0,-8-3 298 0 0,15 3-47 0 0,0-1-1 0 0,1 0 1 0 0,-1-2-1 0 0,1 0 1 0 0,23-3-1 0 0,-19 2-298 0 0,105-15-739 0 0,-42-1-2578 0 0,-71 15 2306 0 0,30-7-5452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7.329"/>
    </inkml:context>
    <inkml:brush xml:id="br0">
      <inkml:brushProperty name="width" value="0.05" units="cm"/>
      <inkml:brushProperty name="height" value="0.05" units="cm"/>
    </inkml:brush>
  </inkml:definitions>
  <inkml:trace contextRef="#ctx0" brushRef="#br0">1 1 11519 0 0,'0'0'887'0'0,"1"1"-583"0"0,2 5 185 0 0,1-1 1 0 0,1 0-1 0 0,-1 0 1 0 0,1 0-1 0 0,0 0 1 0 0,0-1-1 0 0,0 0 0 0 0,0 0 1 0 0,1 0-1 0 0,0-1 1 0 0,0 0-1 0 0,0 0 1 0 0,0 0-1 0 0,9 2 1 0 0,12 3 500 0 0,1-1 1 0 0,31 3 0 0 0,-34-6-1149 0 0,-4-1-405 0 0,0-1 1 0 0,1 0 0 0 0,-1-2-1 0 0,34-4 1 0 0,-42 3-461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7.688"/>
    </inkml:context>
    <inkml:brush xml:id="br0">
      <inkml:brushProperty name="width" value="0.05" units="cm"/>
      <inkml:brushProperty name="height" value="0.05" units="cm"/>
    </inkml:brush>
  </inkml:definitions>
  <inkml:trace contextRef="#ctx0" brushRef="#br0">65 13 919 0 0,'-6'-1'8315'0'0,"3"3"-7781"0"0,0-1 0 0 0,-1 1 0 0 0,2 1-1 0 0,-1-1 1 0 0,0 0 0 0 0,0 1 0 0 0,1-1 0 0 0,-1 1 0 0 0,1 0 0 0 0,0 0-1 0 0,-2 3 1 0 0,1 0-218 0 0,0 0 0 0 0,0 0-1 0 0,0 0 1 0 0,1 1 0 0 0,-2 9 0 0 0,1 1-3 0 0,1 1 1 0 0,1 0 0 0 0,1 30 0 0 0,0-41-85 0 0,1 1 1 0 0,0-1-1 0 0,1 0 0 0 0,0 0 1 0 0,0 0-1 0 0,3 8 0 0 0,-4-14-177 0 0,-1 0 0 0 0,1 0 0 0 0,0 0 0 0 0,-1 0 0 0 0,1 0 0 0 0,0 0 0 0 0,0 0 1 0 0,-1 0-1 0 0,1-1 0 0 0,0 1 0 0 0,0 0 0 0 0,0 0 0 0 0,0-1 0 0 0,0 1 0 0 0,0-1 0 0 0,0 1 0 0 0,1-1 0 0 0,-1 1 0 0 0,0-1 0 0 0,0 0 0 0 0,0 1 0 0 0,0-1 0 0 0,1 0 0 0 0,-1 0 0 0 0,0 0 0 0 0,0 0 0 0 0,0 0 0 0 0,1 0 0 0 0,-1 0 0 0 0,0 0 0 0 0,1-1 0 0 0,1 1 7 0 0,0-1-1 0 0,-1 0 0 0 0,1 0 0 0 0,0 0 1 0 0,-1 0-1 0 0,1 0 0 0 0,-1 0 0 0 0,1-1 0 0 0,-1 1 1 0 0,0-1-1 0 0,4-3 0 0 0,-1-2 84 0 0,1 0 0 0 0,-1 0 0 0 0,0-1 0 0 0,-1 0 0 0 0,0 0 0 0 0,0 0-1 0 0,-1 0 1 0 0,0-1 0 0 0,3-15 0 0 0,-4 14-155 0 0,0-1-1 0 0,-1 0 1 0 0,0 0-1 0 0,-1 1 0 0 0,0-1 1 0 0,-1 0-1 0 0,-3-18 1 0 0,3 23-349 0 0,0 1 1 0 0,-1 0-1 0 0,0 0 1 0 0,0 0-1 0 0,-4-9 1 0 0,-2 4-1605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8.016"/>
    </inkml:context>
    <inkml:brush xml:id="br0">
      <inkml:brushProperty name="width" value="0.05" units="cm"/>
      <inkml:brushProperty name="height" value="0.05" units="cm"/>
    </inkml:brush>
  </inkml:definitions>
  <inkml:trace contextRef="#ctx0" brushRef="#br0">0 0 16063 0 0,'0'0'712'0'0,"5"10"152"0"0,2-1-696 0 0,1 3-168 0 0,1-3 0 0 0,-2 1 0 0 0,-2-1 760 0 0,-2-1 1008 0 0,2 2-864 0 0,1-2-1344 0 0,0-3-304 0 0,2-4-4280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8.360"/>
    </inkml:context>
    <inkml:brush xml:id="br0">
      <inkml:brushProperty name="width" value="0.05" units="cm"/>
      <inkml:brushProperty name="height" value="0.05" units="cm"/>
    </inkml:brush>
  </inkml:definitions>
  <inkml:trace contextRef="#ctx0" brushRef="#br0">1 2 16383 0 0,'0'0'752'0'0,"2"1"-20"0"0,1-1-641 0 0,0 1 0 0 0,-1 0 0 0 0,1 0 0 0 0,-1 0 0 0 0,1 1 0 0 0,-1-1 0 0 0,1 1 0 0 0,-1-1 0 0 0,0 1-1 0 0,0 0 1 0 0,1 0 0 0 0,-1 0 0 0 0,0 0 0 0 0,-1 0 0 0 0,1 0 0 0 0,0 0 0 0 0,-1 1 0 0 0,1-1 0 0 0,-1 1 0 0 0,0-1 0 0 0,0 1-1 0 0,0 0 1 0 0,0-1 0 0 0,0 1 0 0 0,0 5 0 0 0,0 11 147 0 0,-1 1-1 0 0,-1 0 1 0 0,0 0 0 0 0,-9 36-1 0 0,5-29-636 0 0,-3 41-1 0 0,8-59 367 0 0,0 0 1 0 0,1 0-1 0 0,-1 0 0 0 0,2 0 0 0 0,-1 0 0 0 0,2 0 0 0 0,-1 0 0 0 0,5 12 1 0 0,-6-19 37 0 0,1 1-1 0 0,-1-1 1 0 0,0 1 0 0 0,1-1 0 0 0,-1 1 0 0 0,1-1 0 0 0,0 0 0 0 0,0 0 0 0 0,0 0 0 0 0,0 0 0 0 0,0 0 0 0 0,0 0 0 0 0,0-1 0 0 0,1 1 0 0 0,-1-1 0 0 0,0 0 0 0 0,4 2 0 0 0,-2-2 7 0 0,0 0-1 0 0,-1 0 1 0 0,1-1 0 0 0,0 1-1 0 0,0-1 1 0 0,0 0 0 0 0,-1 0-1 0 0,1 0 1 0 0,0-1 0 0 0,0 1-1 0 0,4-2 1 0 0,5-2-26 0 0,-1 0 1 0 0,0-1-1 0 0,0-1 0 0 0,-1 0 0 0 0,1 0 1 0 0,12-11-1 0 0,24-19-2340 0 0,-18 10-3061 0 0,-10 7-75 0 0</inkml:trace>
  <inkml:trace contextRef="#ctx0" brushRef="#br0" timeOffset="1">562 0 5063 0 0,'0'2'390'0'0,"0"14"-120"0"0,-1 8 3550 0 0,2 1 0 0 0,5 37 0 0 0,-3-51-2981 0 0,0 0 0 0 0,5 15 1 0 0,-4-17-319 0 0,23 64 1143 0 0,-24-63-1604 0 0,-1 0 0 0 0,0-1 0 0 0,0 1 0 0 0,-1 0 0 0 0,0 17 0 0 0,-2-21-37 0 0,0-1 0 0 0,0 1 1 0 0,0 0-1 0 0,-1-1 0 0 0,1 1 1 0 0,-1-1-1 0 0,-1 1 0 0 0,1-1 1 0 0,-1 0-1 0 0,0 0 0 0 0,0 0 0 0 0,-6 7 1 0 0,3-5-473 0 0,-1-1 0 0 0,1 0 0 0 0,-1 0 0 0 0,0 0 0 0 0,0-1 1 0 0,-1 0-1 0 0,-13 7 0 0 0,-8 0-6494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8.689"/>
    </inkml:context>
    <inkml:brush xml:id="br0">
      <inkml:brushProperty name="width" value="0.05" units="cm"/>
      <inkml:brushProperty name="height" value="0.05" units="cm"/>
    </inkml:brush>
  </inkml:definitions>
  <inkml:trace contextRef="#ctx0" brushRef="#br0">0 73 15719 0 0,'15'-12'696'0'0,"-6"8"144"0"0,3-3-672 0 0,0 1-168 0 0,3-1 0 0 0,1 1 0 0 0,0 0 504 0 0,-2 1 64 0 0,2-3 8 0 0,0 3 8 0 0,-1 2-1648 0 0,-1 0-336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6:59.082"/>
    </inkml:context>
    <inkml:brush xml:id="br0">
      <inkml:brushProperty name="width" value="0.05" units="cm"/>
      <inkml:brushProperty name="height" value="0.05" units="cm"/>
    </inkml:brush>
  </inkml:definitions>
  <inkml:trace contextRef="#ctx0" brushRef="#br0">117 0 5527 0 0,'12'4'250'0'0,"-9"-3"-2"0"0,-1 0-156 0 0,32 14 1823 0 0,-17-7 1694 0 0,20 15 0 0 0,-29-18-2366 0 0,-1 0-1 0 0,0 1 1 0 0,0 0 0 0 0,10 13 0 0 0,-13-15-1221 0 0,-1 0 0 0 0,0 1 0 0 0,-1-1 0 0 0,1 1 0 0 0,2 7 1 0 0,-3-7 83 0 0,-1 0 1 0 0,0 0-1 0 0,-1 1 1 0 0,1-1 0 0 0,-1 0-1 0 0,0 1 1 0 0,0-1 0 0 0,0 0-1 0 0,-1 1 1 0 0,-2 7 0 0 0,-1 3 120 0 0,0 0 0 0 0,-8 16 0 0 0,-1-2-166 0 0,-2 0 1 0 0,-1 0-1 0 0,-1-2 0 0 0,-21 27 0 0 0,9-19-1159 0 0,-1-1 0 0 0,-47 42 0 0 0,44-48-382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01.649"/>
    </inkml:context>
    <inkml:brush xml:id="br0">
      <inkml:brushProperty name="width" value="0.05" units="cm"/>
      <inkml:brushProperty name="height" value="0.05" units="cm"/>
    </inkml:brush>
  </inkml:definitions>
  <inkml:trace contextRef="#ctx0" brushRef="#br0">478 35 5063 0 0,'0'0'232'0'0,"1"-1"-13"0"0,6-6 499 0 0,0 1 0 0 0,10-14 10611 0 0,-19 21-10926 0 0,-9 8-223 0 0,1-1 0 0 0,1 1 0 0 0,-1 1 0 0 0,-10 14 0 0 0,-31 49-133 0 0,35-50 17 0 0,-181 303 786 0 0,85-140 276 0 0,41-75-1298 0 0,70-109-763 0 0,4-4-1209 0 0,10-4-4635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02.088"/>
    </inkml:context>
    <inkml:brush xml:id="br0">
      <inkml:brushProperty name="width" value="0.05" units="cm"/>
      <inkml:brushProperty name="height" value="0.05" units="cm"/>
    </inkml:brush>
  </inkml:definitions>
  <inkml:trace contextRef="#ctx0" brushRef="#br0">0 76 13247 0 0,'0'0'1195'0'0,"1"-2"-858"0"0,4-1 30 0 0,-1-1 0 0 0,1 1-1 0 0,0-1 1 0 0,0 1 0 0 0,0 1-1 0 0,0-1 1 0 0,0 1 0 0 0,1 0-1 0 0,9-3 1 0 0,7 0 336 0 0,26-2-1 0 0,-28 4-332 0 0,157-15 1262 0 0,-68 9-867 0 0,-97 8-1025 0 0,0 1 0 0 0,1 1 0 0 0,18 3 0 0 0,-14-2-4889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02.416"/>
    </inkml:context>
    <inkml:brush xml:id="br0">
      <inkml:brushProperty name="width" value="0.05" units="cm"/>
      <inkml:brushProperty name="height" value="0.05" units="cm"/>
    </inkml:brush>
  </inkml:definitions>
  <inkml:trace contextRef="#ctx0" brushRef="#br0">68 0 6447 0 0,'0'0'5386'0'0,"-8"4"-1646"0"0,4 0-3477 0 0,0-1 0 0 0,0 1-1 0 0,0 0 1 0 0,0 0 0 0 0,1 0 0 0 0,0 0 0 0 0,0 1 0 0 0,0-1 0 0 0,0 1 0 0 0,1 0 0 0 0,0 0 0 0 0,0 0 0 0 0,-2 8 0 0 0,0-1-88 0 0,1 0-1 0 0,1 0 1 0 0,0 1 0 0 0,-1 22-1 0 0,3-28-70 0 0,1 0-1 0 0,-1 0 1 0 0,2 0-1 0 0,-1 0 1 0 0,1 0-1 0 0,0-1 1 0 0,0 1-1 0 0,1-1 1 0 0,3 8 0 0 0,-4-10-33 0 0,1 0 0 0 0,-1 0 0 0 0,0-1 0 0 0,1 1 1 0 0,0-1-1 0 0,0 0 0 0 0,0 0 0 0 0,0 0 0 0 0,0 0 1 0 0,1-1-1 0 0,-1 1 0 0 0,1-1 0 0 0,0 0 0 0 0,0 0 1 0 0,8 3-1 0 0,-6-3-67 0 0,0 0-1 0 0,0-1 1 0 0,1 0 0 0 0,-1 0 0 0 0,1-1-1 0 0,-1 1 1 0 0,1-1 0 0 0,-1-1 0 0 0,0 1-1 0 0,1-1 1 0 0,-1 0 0 0 0,1-1 0 0 0,-1 1-1 0 0,8-4 1 0 0,-7 1-857 0 0,-1 1 0 0 0,1-1 0 0 0,-1 0 0 0 0,0-1 0 0 0,0 1 0 0 0,0-1 0 0 0,8-10 0 0 0,-4 5-4938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03.141"/>
    </inkml:context>
    <inkml:brush xml:id="br0">
      <inkml:brushProperty name="width" value="0.05" units="cm"/>
      <inkml:brushProperty name="height" value="0.05" units="cm"/>
    </inkml:brush>
  </inkml:definitions>
  <inkml:trace contextRef="#ctx0" brushRef="#br0">7 16 13679 0 0,'0'0'1239'0'0,"1"0"-1022"0"0,22-7 1847 0 0,-20 6-1597 0 0,0-1-1 0 0,0 1 0 0 0,0 0 0 0 0,0 0 0 0 0,0 1 0 0 0,0-1 0 0 0,0 0 0 0 0,0 1 0 0 0,1 0 0 0 0,-1 0 0 0 0,0 0 0 0 0,0 0 0 0 0,7 2 0 0 0,-10-2-442 0 0,1 1-1 0 0,0-1 1 0 0,0 1 0 0 0,0-1-1 0 0,-1 1 1 0 0,1 0-1 0 0,0-1 1 0 0,0 1-1 0 0,-1 0 1 0 0,1 0-1 0 0,-1 0 1 0 0,1-1-1 0 0,-1 1 1 0 0,1 0-1 0 0,-1 0 1 0 0,1 0-1 0 0,-1 0 1 0 0,0 0-1 0 0,1 0 1 0 0,-1 1-1 0 0,2 21-32 0 0,-2-21 31 0 0,0 4-38 0 0,-1 0 0 0 0,0 0-1 0 0,1 0 1 0 0,-2 0 0 0 0,1-1 0 0 0,-1 1 0 0 0,0 0-1 0 0,-4 8 1 0 0,-3 2-122 0 0,-16 23-1 0 0,12-21 55 0 0,-16 31-1 0 0,26-43 101 0 0,3-5-4 0 0,0-1 0 0 0,0 1-1 0 0,1-1 1 0 0,-1 1 0 0 0,0-1 0 0 0,0 1 0 0 0,1-1-1 0 0,-1 0 1 0 0,0 1 0 0 0,1-1 0 0 0,-1 1 0 0 0,0-1-1 0 0,1 0 1 0 0,-1 1 0 0 0,1-1 0 0 0,-1 0-1 0 0,1 1 1 0 0,-1-1 0 0 0,1 0 0 0 0,0 0 0 0 0,10 6 99 0 0,-2-2-30 0 0,0-1 1 0 0,1-1 0 0 0,-1 1-1 0 0,1-1 1 0 0,0-1 0 0 0,10 1-1 0 0,60-3 217 0 0,-54-1-294 0 0,47-6-3869 0 0,-54 6-3830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08.367"/>
    </inkml:context>
    <inkml:brush xml:id="br0">
      <inkml:brushProperty name="width" value="0.05" units="cm"/>
      <inkml:brushProperty name="height" value="0.05" units="cm"/>
    </inkml:brush>
  </inkml:definitions>
  <inkml:trace contextRef="#ctx0" brushRef="#br0">47 19 455 0 0,'-3'0'6219'0'0,"-36"-8"2346"0"0,35 6-4859 0 0,18 6-3387 0 0,117 30 773 0 0,-107-30-974 0 0,0 0-1 0 0,1-2 0 0 0,37 0 0 0 0,227-35 844 0 0,-149 8-942 0 0,-134 24 80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08.992"/>
    </inkml:context>
    <inkml:brush xml:id="br0">
      <inkml:brushProperty name="width" value="0.05" units="cm"/>
      <inkml:brushProperty name="height" value="0.05" units="cm"/>
    </inkml:brush>
  </inkml:definitions>
  <inkml:trace contextRef="#ctx0" brushRef="#br0">5 1 3679 0 0,'0'0'12662'0'0,"1"2"-12093"0"0,5 13-138 0 0,-1 1 0 0 0,-1 0 0 0 0,0 0 0 0 0,-1 0 0 0 0,2 28 0 0 0,-3 86 481 0 0,-2-122-857 0 0,-18 342 1111 0 0,1-38-1125 0 0,20-251-359 0 0,-1-13-3936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34.316"/>
    </inkml:context>
    <inkml:brush xml:id="br0">
      <inkml:brushProperty name="width" value="0.05" units="cm"/>
      <inkml:brushProperty name="height" value="0.05" units="cm"/>
    </inkml:brush>
  </inkml:definitions>
  <inkml:trace contextRef="#ctx0" brushRef="#br0">67 68 4607 0 0,'0'0'3546'0'0,"2"-2"-2494"0"0,7-6-212 0 0,-9 8-708 0 0,0-1 1 0 0,1 1-1 0 0,-1-1 0 0 0,0 1 1 0 0,0-1-1 0 0,0 0 1 0 0,0 1-1 0 0,0-1 0 0 0,0 1 1 0 0,0-1-1 0 0,0 0 1 0 0,0 1-1 0 0,0-1 1 0 0,0 1-1 0 0,-1-1 0 0 0,1 0 1 0 0,0 1-1 0 0,0-1 1 0 0,-1 1-1 0 0,1-1 0 0 0,0 1 1 0 0,0-1-1 0 0,-1 1 1 0 0,1-1-1 0 0,-1 0 1 0 0,0 0 87 0 0,1 1 0 0 0,-1-1 0 0 0,1 0 0 0 0,-1 0 1 0 0,1 1-1 0 0,-1-1 0 0 0,1 1 0 0 0,-1-1 0 0 0,0 0 1 0 0,1 1-1 0 0,-1-1 0 0 0,0 1 0 0 0,0-1 1 0 0,1 1-1 0 0,-1 0 0 0 0,-1-1 0 0 0,-1 1-150 0 0,1 1 0 0 0,-1 0-1 0 0,1 0 1 0 0,0 0 0 0 0,0 0 0 0 0,-1 0-1 0 0,1 0 1 0 0,0 0 0 0 0,0 1 0 0 0,0-1-1 0 0,0 1 1 0 0,0 0 0 0 0,1-1-1 0 0,-3 4 1 0 0,1-1-19 0 0,0 0-1 0 0,1 0 1 0 0,-1 0 0 0 0,1 1-1 0 0,1-1 1 0 0,-1 0-1 0 0,-1 6 1 0 0,0 5-32 0 0,0 0 1 0 0,1-1-1 0 0,1 31 0 0 0,1-36-19 0 0,-1 30 0 0 0,7 45 0 0 0,-4-73 0 0 0,0 1 0 0 0,0 0 0 0 0,2-1 0 0 0,-1 0 0 0 0,1 0 0 0 0,1 0 0 0 0,0 0 0 0 0,8 13 0 0 0,-6-15 11 0 0,2-3 42 0 0,-7-5-30 0 0,0-1 0 0 0,-1 1 0 0 0,1-1-1 0 0,0 0 1 0 0,0 0 0 0 0,-1 0 0 0 0,1 0-1 0 0,0 0 1 0 0,-1 0 0 0 0,1 0 0 0 0,0-1-1 0 0,-1 1 1 0 0,1-1 0 0 0,0 1 0 0 0,-1-1 0 0 0,1 0-1 0 0,-1 1 1 0 0,1-1 0 0 0,-1 0 0 0 0,1 0-1 0 0,-1 0 1 0 0,1 0 0 0 0,-1 0 0 0 0,1-2-1 0 0,4-3 96 0 0,0 0 0 0 0,0 0 0 0 0,6-11-1 0 0,1-3 73 0 0,0-1 0 0 0,-2 0 0 0 0,-1-1-1 0 0,0 0 1 0 0,-1-1 0 0 0,-2 0 0 0 0,0 0 0 0 0,-2-1 0 0 0,0 0-1 0 0,1-30 1 0 0,-6 47-145 0 0,0 0 1 0 0,0 0-1 0 0,-1 0 0 0 0,0 1 0 0 0,0-1 1 0 0,-1 0-1 0 0,1 0 0 0 0,-1 0 0 0 0,-6-10 0 0 0,7 14-33 0 0,0 1-1 0 0,-1-1 1 0 0,0 0-1 0 0,1 1 1 0 0,-1 0-1 0 0,0-1 1 0 0,0 1 0 0 0,-1 0-1 0 0,1 0 1 0 0,0 0-1 0 0,-1 0 1 0 0,1 1-1 0 0,-1-1 1 0 0,1 0-1 0 0,-1 1 1 0 0,0 0-1 0 0,0 0 1 0 0,0 0-1 0 0,0 0 1 0 0,0 0-1 0 0,0 1 1 0 0,0-1-1 0 0,0 1 1 0 0,-4-1-1 0 0,1 2-32 0 0,1-1 0 0 0,0 1 0 0 0,-1-1 0 0 0,1 2 0 0 0,0-1 0 0 0,-1 0-1 0 0,1 1 1 0 0,0 0 0 0 0,0 0 0 0 0,0 1 0 0 0,0 0 0 0 0,1-1 0 0 0,-1 1 0 0 0,1 1 0 0 0,0-1-1 0 0,0 1 1 0 0,-5 4 0 0 0,2-2-227 0 0,1 1 1 0 0,0-1-1 0 0,-8 11 0 0 0,4 2-5638 0 0,5-7-749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34.657"/>
    </inkml:context>
    <inkml:brush xml:id="br0">
      <inkml:brushProperty name="width" value="0.05" units="cm"/>
      <inkml:brushProperty name="height" value="0.05" units="cm"/>
    </inkml:brush>
  </inkml:definitions>
  <inkml:trace contextRef="#ctx0" brushRef="#br0">0 1 17215 0 0,'0'0'1688'0'0,"4"8"-1504"0"0,-1 0-184 0 0,-2 1 0 0 0,3 1 0 0 0,-3 0 184 0 0,2-2 184 0 0,-1 1-184 0 0,3-1-2120 0 0,3-4-3784 0 0,3-6 672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34.985"/>
    </inkml:context>
    <inkml:brush xml:id="br0">
      <inkml:brushProperty name="width" value="0.05" units="cm"/>
      <inkml:brushProperty name="height" value="0.05" units="cm"/>
    </inkml:brush>
  </inkml:definitions>
  <inkml:trace contextRef="#ctx0" brushRef="#br0">39 0 8751 0 0,'0'0'674'0'0,"1"3"-438"0"0,5 179 5768 0 0,-6-157-5976 0 0,2 12 471 0 0,2 0 0 0 0,2 0 0 0 0,19 65 0 0 0,-19-78-374 0 0,1-3 3 0 0,1 0 0 0 0,17 33 0 0 0,-13-30-35 0 0,10 29-1 0 0,-21-50-90 0 0,1 0-4 0 0,-1 12 56 0 0,-1-14-61 0 0,0 1 1 0 0,0 0-1 0 0,0-1 1 0 0,-1 1-1 0 0,1-1 1 0 0,0 1 0 0 0,-1-1-1 0 0,0 1 1 0 0,1-1-1 0 0,-1 1 1 0 0,0-1 0 0 0,1 1-1 0 0,-1-1 1 0 0,0 0-1 0 0,0 1 1 0 0,0-1 0 0 0,0 0-1 0 0,-2 2 1 0 0,1-2-10 0 0,-1 1 1 0 0,1 0-1 0 0,-1-1 1 0 0,1 1-1 0 0,-1-1 1 0 0,0 0-1 0 0,0 0 1 0 0,1 0 0 0 0,-5 1-1 0 0,0-1-304 0 0,0 0 1 0 0,-1 0-1 0 0,1-1 0 0 0,0 0 0 0 0,-1 0 0 0 0,1-1 1 0 0,-9-1-1 0 0,-3-2-851 0 0</inkml:trace>
  <inkml:trace contextRef="#ctx0" brushRef="#br0" timeOffset="1">1 223 13271 0 0,'2'-1'606'0'0,"65"-20"1842"0"0,84-16 1 0 0,-81 21-8200 0 0,-57 13 135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43.188"/>
    </inkml:context>
    <inkml:brush xml:id="br0">
      <inkml:brushProperty name="width" value="0.05" units="cm"/>
      <inkml:brushProperty name="height" value="0.05" units="cm"/>
    </inkml:brush>
  </inkml:definitions>
  <inkml:trace contextRef="#ctx0" brushRef="#br0">122 23 455 0 0,'0'0'7626'0'0,"6"-7"-5076"0"0,-6 7-2456 0 0,0-1 0 0 0,1 1 0 0 0,-1-1 0 0 0,0 1 0 0 0,1-1-1 0 0,-1 1 1 0 0,0-1 0 0 0,1 1 0 0 0,-1-1 0 0 0,0 1 0 0 0,0-1-1 0 0,0 1 1 0 0,1-1 0 0 0,-1 1 0 0 0,0-1 0 0 0,0 1 0 0 0,0-1-1 0 0,0 1 1 0 0,0-1 0 0 0,0 0 0 0 0,0 0 0 0 0,-1 1 23 0 0,1-1 1 0 0,0 1 0 0 0,0 0 0 0 0,-1 0-1 0 0,1-1 1 0 0,0 1 0 0 0,-1 0-1 0 0,1 0 1 0 0,0 0 0 0 0,-1-1 0 0 0,1 1-1 0 0,0 0 1 0 0,-1 0 0 0 0,1 0-1 0 0,0 0 1 0 0,-1 0 0 0 0,1 0 0 0 0,-1 0-1 0 0,1 0 1 0 0,0 0 0 0 0,-1 0-1 0 0,0 0 1 0 0,-1 0 62 0 0,0 0 0 0 0,-1 0 0 0 0,1 1 1 0 0,0-1-1 0 0,0 1 0 0 0,0 0 0 0 0,-1-1 0 0 0,1 1 0 0 0,0 0 0 0 0,-3 2 1 0 0,0 2-88 0 0,-1 1 1 0 0,1-1 0 0 0,0 1 0 0 0,0 0 0 0 0,0 0 0 0 0,1 1-1 0 0,0-1 1 0 0,0 1 0 0 0,1 0 0 0 0,0 0 0 0 0,-4 13 0 0 0,-1 10 2 0 0,-8 47 0 0 0,14-60-40 0 0,-5 30 76 0 0,3 1 0 0 0,2-1 0 0 0,1 1 0 0 0,3 0 0 0 0,14 80 0 0 0,-11-99 0 0 0,15 46 0 0 0,-17-66-157 0 0,0-1 0 0 0,1 1 0 0 0,0-1 1 0 0,0 0-1 0 0,1 0 0 0 0,0-1 0 0 0,0 1 1 0 0,1-1-1 0 0,10 10 0 0 0,-13-14-189 0 0,1-1 0 0 0,-1 1 0 0 0,1-1 0 0 0,0 0 0 0 0,0 0 0 0 0,0-1 0 0 0,0 1 0 0 0,0-1 0 0 0,0 0 0 0 0,0 0 0 0 0,0 0 0 0 0,0 0 0 0 0,0-1 0 0 0,1 0-1 0 0,-1 1 1 0 0,0-2 0 0 0,1 1 0 0 0,-1 0 0 0 0,0-1 0 0 0,0 0 0 0 0,0 0 0 0 0,0 0 0 0 0,0-1 0 0 0,0 1 0 0 0,6-4 0 0 0,2-2-1397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43.531"/>
    </inkml:context>
    <inkml:brush xml:id="br0">
      <inkml:brushProperty name="width" value="0.05" units="cm"/>
      <inkml:brushProperty name="height" value="0.05" units="cm"/>
    </inkml:brush>
  </inkml:definitions>
  <inkml:trace contextRef="#ctx0" brushRef="#br0">23 1 8751 0 0,'1'1'3767'0'0,"1"6"-3138"0"0,1 0 0 0 0,-1 0-1 0 0,-1 0 1 0 0,1 0 0 0 0,-1 0 0 0 0,0 7-1 0 0,1 47 134 0 0,-22 249 1817 0 0,2-104-1901 0 0,19 0-543 0 0,5-150-2626 0 0,-5-31 956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43.863"/>
    </inkml:context>
    <inkml:brush xml:id="br0">
      <inkml:brushProperty name="width" value="0.05" units="cm"/>
      <inkml:brushProperty name="height" value="0.05" units="cm"/>
    </inkml:brush>
  </inkml:definitions>
  <inkml:trace contextRef="#ctx0" brushRef="#br0">1 19 17591 0 0,'0'0'1595'0'0,"1"1"-1310"0"0,3 2-188 0 0,0 0 0 0 0,0 0 0 0 0,0-1 0 0 0,0 1 0 0 0,1-1 0 0 0,-1 0 0 0 0,1 0 0 0 0,-1-1 0 0 0,1 1 0 0 0,0-1 0 0 0,-1 0 0 0 0,1 0 0 0 0,0 0 0 0 0,0-1 0 0 0,9 0 0 0 0,9-1 321 0 0,-1-1 0 0 0,27-6 0 0 0,-32 5-450 0 0,34-6 15 0 0,62-11-3204 0 0,-99 17 1733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44.551"/>
    </inkml:context>
    <inkml:brush xml:id="br0">
      <inkml:brushProperty name="width" value="0.05" units="cm"/>
      <inkml:brushProperty name="height" value="0.05" units="cm"/>
    </inkml:brush>
  </inkml:definitions>
  <inkml:trace contextRef="#ctx0" brushRef="#br0">34 333 3223 0 0,'0'0'143'0'0,"1"0"-3"0"0,9 0 1984 0 0,0-1 0 0 0,0 0-1 0 0,0-1 1 0 0,-1 0 0 0 0,11-3 0 0 0,-5-1-851 0 0,0 0-1 0 0,23-13 1 0 0,-19 8-974 0 0,-1-1 0 0 0,0-1 0 0 0,-1-1 0 0 0,27-27 0 0 0,-40 37-247 0 0,0-1 0 0 0,0-1 0 0 0,0 1 0 0 0,-1-1 0 0 0,1 1 1 0 0,-2-1-1 0 0,1 0 0 0 0,3-12 0 0 0,-5 15-26 0 0,0 0 1 0 0,0-1-1 0 0,-1 1 1 0 0,1 0-1 0 0,-1 0 0 0 0,0 0 1 0 0,0-1-1 0 0,0 1 1 0 0,0 0-1 0 0,-1 0 0 0 0,0-1 1 0 0,1 1-1 0 0,-1 0 1 0 0,0 0-1 0 0,0 0 1 0 0,-1 0-1 0 0,1 0 0 0 0,-1 0 1 0 0,-2-4-1 0 0,-1 1-6 0 0,-1 0 0 0 0,0 0 0 0 0,0 0 0 0 0,0 1 0 0 0,-1 0 0 0 0,0 0 0 0 0,0 0 0 0 0,0 1 0 0 0,0 0 0 0 0,-1 1 0 0 0,0 0 0 0 0,0 0 0 0 0,0 0 0 0 0,0 1 0 0 0,0 0 0 0 0,-15-1 0 0 0,17 2-8 0 0,0 1 0 0 0,0 0 1 0 0,0 1-1 0 0,0-1 0 0 0,0 1 0 0 0,0 0 0 0 0,0 1 0 0 0,0-1 1 0 0,0 1-1 0 0,1 0 0 0 0,-1 1 0 0 0,1 0 0 0 0,0-1 0 0 0,-1 1 1 0 0,1 1-1 0 0,0-1 0 0 0,1 1 0 0 0,-1 0 0 0 0,1 0 0 0 0,0 0 1 0 0,0 1-1 0 0,0 0 0 0 0,-6 10 0 0 0,3-3-15 0 0,0 2-1 0 0,2-1 0 0 0,-1 1 1 0 0,2-1-1 0 0,0 2 1 0 0,0-1-1 0 0,2 0 0 0 0,-1 1 1 0 0,1 22-1 0 0,2-13-2 0 0,1 0 0 0 0,1 0 0 0 0,1 0 0 0 0,1-1 0 0 0,8 27 0 0 0,-8-36 8 0 0,1 0 0 0 0,1 0 0 0 0,0-1 0 0 0,0 0 1 0 0,2 0-1 0 0,-1 0 0 0 0,2-1 0 0 0,12 16 0 0 0,-15-22 0 0 0,0 0 0 0 0,1 0 0 0 0,-1 0 0 0 0,1-1 1 0 0,0 0-1 0 0,1 0 0 0 0,-1-1 0 0 0,1 0 0 0 0,0 0 0 0 0,0-1 1 0 0,0 0-1 0 0,0 0 0 0 0,0-1 0 0 0,1 0 0 0 0,13 2 0 0 0,1-3-33 0 0,0 0 0 0 0,0-2-1 0 0,37-5 1 0 0,-43 3-964 0 0,1-1 1 0 0,30-12-1 0 0,-22 5-565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6.301"/>
    </inkml:context>
    <inkml:brush xml:id="br0">
      <inkml:brushProperty name="width" value="0.05" units="cm"/>
      <inkml:brushProperty name="height" value="0.05" units="cm"/>
    </inkml:brush>
  </inkml:definitions>
  <inkml:trace contextRef="#ctx0" brushRef="#br0">0 1 9583 0 0,'0'0'8775'0'0,"2"0"-8246"0"0,49 3 679 0 0,-14-5-867 0 0,56 5-1 0 0,-12 1-245 0 0,-74-5-93 0 0,14 3 71 0 0,-20-2-56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6.776"/>
    </inkml:context>
    <inkml:brush xml:id="br0">
      <inkml:brushProperty name="width" value="0.05" units="cm"/>
      <inkml:brushProperty name="height" value="0.05" units="cm"/>
    </inkml:brush>
  </inkml:definitions>
  <inkml:trace contextRef="#ctx0" brushRef="#br0">84 0 919 0 0,'-1'2'3088'0'0,"-13"33"4897"0"0,1 2-3970 0 0,1 1-3682 0 0,1 1 1 0 0,-9 59-1 0 0,18-84-302 0 0,-3 21 269 0 0,0 46 0 0 0,5-71-255 0 0,0 0 0 0 0,1 0 0 0 0,0 0 0 0 0,1 0 0 0 0,0 0 0 0 0,1 0 0 0 0,0-1-1 0 0,0 1 1 0 0,7 12 0 0 0,-9-19-207 0 0,1 0-1 0 0,0-1 0 0 0,-1 1 1 0 0,1-1-1 0 0,0 1 1 0 0,0-1-1 0 0,0 0 0 0 0,1 1 1 0 0,-1-1-1 0 0,0 0 1 0 0,1-1-1 0 0,0 1 0 0 0,-1 0 1 0 0,1-1-1 0 0,0 1 0 0 0,0-1 1 0 0,0 0-1 0 0,0 0 1 0 0,0 0-1 0 0,0 0 0 0 0,0-1 1 0 0,0 1-1 0 0,4-1 1 0 0,4-2-5112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7.121"/>
    </inkml:context>
    <inkml:brush xml:id="br0">
      <inkml:brushProperty name="width" value="0.05" units="cm"/>
      <inkml:brushProperty name="height" value="0.05" units="cm"/>
    </inkml:brush>
  </inkml:definitions>
  <inkml:trace contextRef="#ctx0" brushRef="#br0">40 0 1839 0 0,'0'0'83'0'0,"0"2"-6"0"0,0 11 2416 0 0,0 0-1 0 0,-1-1 0 0 0,-1 1 0 0 0,0 0 0 0 0,-7 21 1 0 0,0 3-2467 0 0,3-1 204 0 0,1 2 0 0 0,-1 50 0 0 0,7-63-218 0 0,0 1-1 0 0,1-1 1 0 0,2 0 0 0 0,9 36-1 0 0,-12-58-245 0 0,0 1 0 0 0,0-1 0 0 0,0 1 0 0 0,1-1 0 0 0,-1 0 0 0 0,1 1 0 0 0,0-1 0 0 0,0 0 0 0 0,0 0 0 0 0,1 0 0 0 0,3 4 0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7.449"/>
    </inkml:context>
    <inkml:brush xml:id="br0">
      <inkml:brushProperty name="width" value="0.05" units="cm"/>
      <inkml:brushProperty name="height" value="0.05" units="cm"/>
    </inkml:brush>
  </inkml:definitions>
  <inkml:trace contextRef="#ctx0" brushRef="#br0">0 53 3223 0 0,'2'1'7044'0'0,"26"2"-326"0"0,17-5-4304 0 0,-28 1-2305 0 0,23 1 1 0 0,-24 0-127 0 0,1 0-1 0 0,-1-2 1 0 0,0 0 0 0 0,30-8-1 0 0,-10 2-338 0 0,83-17-3492 0 0,-92 19 2568 0 0</inkml:trace>
  <inkml:trace contextRef="#ctx0" brushRef="#br0" timeOffset="1">487 198 15983 0 0,'0'0'1794'0'0,"2"-1"-1286"0"0,34-9 292 0 0,1 2 1 0 0,0 1 0 0 0,62-2-1 0 0,31 5-3429 0 0,-111 3 794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7.824"/>
    </inkml:context>
    <inkml:brush xml:id="br0">
      <inkml:brushProperty name="width" value="0.05" units="cm"/>
      <inkml:brushProperty name="height" value="0.05" units="cm"/>
    </inkml:brush>
  </inkml:definitions>
  <inkml:trace contextRef="#ctx0" brushRef="#br0">4 100 9671 0 0,'0'0'1134'0'0,"0"2"-440"0"0,-1 35 1769 0 0,-1-22-2409 0 0,2 0 1 0 0,0 1-1 0 0,1-1 1 0 0,4 22-1 0 0,-5-35-11 0 0,0-1 0 0 0,1 1-1 0 0,-1-1 1 0 0,0 0 0 0 0,1 1 0 0 0,-1-1 0 0 0,1 0 0 0 0,0 0-1 0 0,-1 1 1 0 0,1-1 0 0 0,0 0 0 0 0,0 0 0 0 0,0 0-1 0 0,0 0 1 0 0,0 0 0 0 0,0 0 0 0 0,0 0 0 0 0,0 0 0 0 0,0 0-1 0 0,0 0 1 0 0,0-1 0 0 0,2 2 0 0 0,-1-2 22 0 0,0 0 0 0 0,-1 0 0 0 0,1 0-1 0 0,-1 0 1 0 0,1 0 0 0 0,0 0 0 0 0,-1 0 0 0 0,1 0 0 0 0,0-1 0 0 0,-1 1 0 0 0,1-1 0 0 0,-1 1 0 0 0,1-1 0 0 0,-1 0 0 0 0,1 1 0 0 0,1-2-1 0 0,4-3 146 0 0,-1 0-1 0 0,1 0 0 0 0,-1 0 0 0 0,0-1 1 0 0,0 0-1 0 0,6-8 0 0 0,-2 0 23 0 0,0 0 1 0 0,-1-1-1 0 0,-1 0 0 0 0,0-1 0 0 0,-1 1 0 0 0,0-1 0 0 0,7-30 1 0 0,-14 42-199 0 0,1 1 0 0 0,-1-1 0 0 0,0 1 0 0 0,0-1 0 0 0,0 1 0 0 0,0-1 0 0 0,-1 1 0 0 0,0-5 0 0 0,1 7-144 0 0,-1-1 0 0 0,1 1 1 0 0,-1 0-1 0 0,1 0 0 0 0,-1 0 1 0 0,1-1-1 0 0,-1 1 0 0 0,0 0 1 0 0,1 0-1 0 0,-1 0 0 0 0,0 0 0 0 0,0 0 1 0 0,0 0-1 0 0,0 0 0 0 0,0 0 1 0 0,0 1-1 0 0,0-1 0 0 0,0 0 1 0 0,0 0-1 0 0,0 1 0 0 0,0-1 1 0 0,0 1-1 0 0,-1-1 0 0 0,-1 0 1 0 0,-6 1-6157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8.155"/>
    </inkml:context>
    <inkml:brush xml:id="br0">
      <inkml:brushProperty name="width" value="0.05" units="cm"/>
      <inkml:brushProperty name="height" value="0.05" units="cm"/>
    </inkml:brush>
  </inkml:definitions>
  <inkml:trace contextRef="#ctx0" brushRef="#br0">0 1 4143 0 0,'15'11'184'0'0,"-7"-4"40"0"0,0-1-224 0 0,2 4 0 0 0,-1-1 0 0 0,2 2 0 0 0,-1-3 2912 0 0,0 2 544 0 0,-2 0 112 0 0,1-1 16 0 0,-2-4-2720 0 0,-3 0-552 0 0,1 0-112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8.485"/>
    </inkml:context>
    <inkml:brush xml:id="br0">
      <inkml:brushProperty name="width" value="0.05" units="cm"/>
      <inkml:brushProperty name="height" value="0.05" units="cm"/>
    </inkml:brush>
  </inkml:definitions>
  <inkml:trace contextRef="#ctx0" brushRef="#br0">46 2 9671 0 0,'10'-2'11806'0'0,"-9"5"-11789"0"0,0-1 0 0 0,1 1 0 0 0,-1 0 0 0 0,0-1 1 0 0,0 1-1 0 0,0 0 0 0 0,-1 0 0 0 0,1 0 1 0 0,-1 0-1 0 0,1-1 0 0 0,-1 1 0 0 0,0 0 0 0 0,0 0 1 0 0,0 0-1 0 0,-1 0 0 0 0,0 3 0 0 0,-2 11-286 0 0,-9 25-1 0 0,6-23 22 0 0,-5 21-248 0 0,1 0 0 0 0,2 0 1 0 0,1 1-1 0 0,0 46 0 0 0,13-52 1290 0 0,6-30-316 0 0,-9-5-428 0 0,0 1-1 0 0,0-1 1 0 0,1 0-1 0 0,-1 0 1 0 0,0 0 0 0 0,1 0-1 0 0,-1-1 1 0 0,0 1-1 0 0,0-1 1 0 0,1 0-1 0 0,-1 0 1 0 0,0 0 0 0 0,0 0-1 0 0,0-1 1 0 0,0 1-1 0 0,3-3 1 0 0,5-3-18 0 0,-1 0 0 0 0,17-15 0 0 0,-18 13-738 0 0,-1 0-1 0 0,0 0 1 0 0,12-21 0 0 0,-10 13-792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8.845"/>
    </inkml:context>
    <inkml:brush xml:id="br0">
      <inkml:brushProperty name="width" value="0.05" units="cm"/>
      <inkml:brushProperty name="height" value="0.05" units="cm"/>
    </inkml:brush>
  </inkml:definitions>
  <inkml:trace contextRef="#ctx0" brushRef="#br0">1 7 3223 0 0,'0'15'1014'0'0,"1"-1"-1"0"0,0 0 0 0 0,2 0 0 0 0,-1 0 0 0 0,2 0 1 0 0,0-1-1 0 0,0 1 0 0 0,2-1 0 0 0,-1 0 0 0 0,2 0 0 0 0,13 20 1 0 0,-12-21-707 0 0,1-1 1 0 0,0-1 0 0 0,21 20 0 0 0,-22-24-250 0 0,0 2 0 0 0,9 10 0 0 0,-13-11 1 0 0,-3-6-55 0 0,-1-1 0 0 0,1 1 0 0 0,-1 0 0 0 0,0 0 0 0 0,1-1 0 0 0,-1 1 1 0 0,0 0-1 0 0,0 0 0 0 0,1 0 0 0 0,-1-1 0 0 0,0 1 0 0 0,0 0 0 0 0,0 0 0 0 0,0 0 0 0 0,0-1 0 0 0,0 1 0 0 0,0 0 1 0 0,0 0-1 0 0,-1 0 0 0 0,1 0 0 0 0,0-1 0 0 0,0 1 0 0 0,-1 0 0 0 0,1 0 0 0 0,0-1 0 0 0,-1 1 0 0 0,0 1 0 0 0,-1 0-75 0 0,2 0-60 0 0,-1 0-1 0 0,0-1 1 0 0,0 1 0 0 0,0-1 0 0 0,0 1 0 0 0,0-1 0 0 0,-1 1 0 0 0,1-1 0 0 0,-3 2 0 0 0,-5 3-688 0 0</inkml:trace>
  <inkml:trace contextRef="#ctx0" brushRef="#br0" timeOffset="1">15 59 15463 0 0,'14'-10'744'0'0,"-2"5"-328"0"0,0 0 32 0 0,4 1-360 0 0,-1-3-88 0 0,-1 1 0 0 0,1 1 0 0 0,-1 0 576 0 0,-1 2 104 0 0,1 0 24 0 0,-2 3 0 0 0,-1-2-608 0 0,0 1-96 0 0,0-1 0 0 0,-1 2-96 0 0,-1 0-1584 0 0,1 0-320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9.173"/>
    </inkml:context>
    <inkml:brush xml:id="br0">
      <inkml:brushProperty name="width" value="0.05" units="cm"/>
      <inkml:brushProperty name="height" value="0.05" units="cm"/>
    </inkml:brush>
  </inkml:definitions>
  <inkml:trace contextRef="#ctx0" brushRef="#br0">12 0 12439 0 0,'0'0'958'0'0,"2"1"-625"0"0,9 7 1083 0 0,0 0 0 0 0,0 0-1 0 0,11 13 1 0 0,-17-16-1192 0 0,-1 0 0 0 0,1 1 0 0 0,-1 0-1 0 0,0 0 1 0 0,-1 0 0 0 0,1 0 0 0 0,-1 1-1 0 0,2 8 1 0 0,-2-6-121 0 0,-1 1 0 0 0,0-1 1 0 0,-1 1-1 0 0,0 0 0 0 0,-1 0 0 0 0,0-1 0 0 0,0 1 0 0 0,-1 0 0 0 0,-3 10 0 0 0,0 2-7 0 0,-2 0-1 0 0,-15 39 0 0 0,14-44-763 0 0,-1 0 1 0 0,-1-1-1 0 0,0 0 0 0 0,-17 22 0 0 0,7-17-6414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7:59.985"/>
    </inkml:context>
    <inkml:brush xml:id="br0">
      <inkml:brushProperty name="width" value="0.05" units="cm"/>
      <inkml:brushProperty name="height" value="0.05" units="cm"/>
    </inkml:brush>
  </inkml:definitions>
  <inkml:trace contextRef="#ctx0" brushRef="#br0">605 1 6911 0 0,'0'0'6561'0'0,"-5"6"-4671"0"0,-31 34 2102 0 0,-12 24-3320 0 0,5-8-563 0 0,-78 92-43 0 0,-149 197-68 0 0,206-253-1096 0 0,47-69-172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8:00.331"/>
    </inkml:context>
    <inkml:brush xml:id="br0">
      <inkml:brushProperty name="width" value="0.05" units="cm"/>
      <inkml:brushProperty name="height" value="0.05" units="cm"/>
    </inkml:brush>
  </inkml:definitions>
  <inkml:trace contextRef="#ctx0" brushRef="#br0">13 45 17503 0 0,'-4'8'1588'0'0,"-1"-1"-1304"0"0,2 1-166 0 0,3-7 319 0 0,0 1-343 0 0,1-1 0 0 0,0 0 0 0 0,0 0 0 0 0,0 0 0 0 0,0 0 1 0 0,0 0-1 0 0,0 0 0 0 0,0 0 0 0 0,0 0 0 0 0,1 0 0 0 0,-1 0 0 0 0,0-1 0 0 0,1 1 1 0 0,-1 0-1 0 0,0-1 0 0 0,1 1 0 0 0,-1-1 0 0 0,1 0 0 0 0,-1 1 0 0 0,0-1 0 0 0,1 0 1 0 0,-1 0-1 0 0,1 0 0 0 0,2 0 0 0 0,4-1-47 0 0,1 1 0 0 0,-1-2 0 0 0,11-2 1 0 0,-3 1 68 0 0,22-5-846 0 0,-1-2 0 0 0,47-17 0 0 0,-69 21-1765 0 0,23-12 1 0 0,-30 11 628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8:00.659"/>
    </inkml:context>
    <inkml:brush xml:id="br0">
      <inkml:brushProperty name="width" value="0.05" units="cm"/>
      <inkml:brushProperty name="height" value="0.05" units="cm"/>
    </inkml:brush>
  </inkml:definitions>
  <inkml:trace contextRef="#ctx0" brushRef="#br0">51 1 5527 0 0,'-25'38'-680'0'0,"21"-30"1845"0"0,0 1 1 0 0,0 0-1 0 0,1 0 0 0 0,-5 18 1 0 0,7-21-284 0 0,0 1 0 0 0,1 0 0 0 0,0-1 0 0 0,0 1 0 0 0,0-1 0 0 0,0 1-1 0 0,3 11 1 0 0,-1-12-631 0 0,0 1-1 0 0,0-1 1 0 0,1-1 0 0 0,-1 1-1 0 0,5 7 1 0 0,0-2-193 0 0,1 0 0 0 0,-1 0 0 0 0,12 10 0 0 0,-15-16-405 0 0,1-1 0 0 0,-1 0 0 0 0,9 4 0 0 0,-9-5-511 0 0,0-1 0 0 0,0 0 0 0 0,0 0 0 0 0,0 0 0 0 0,7 1 0 0 0,9 0-4720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8:02.415"/>
    </inkml:context>
    <inkml:brush xml:id="br0">
      <inkml:brushProperty name="width" value="0.05" units="cm"/>
      <inkml:brushProperty name="height" value="0.05" units="cm"/>
    </inkml:brush>
  </inkml:definitions>
  <inkml:trace contextRef="#ctx0" brushRef="#br0">75 25 6015 0 0,'0'0'11984'0'0,"-5"-13"-11472"0"0,4 11-490 0 0,-1 1-1 0 0,1 0 1 0 0,0 0-1 0 0,0 1 1 0 0,0-1 0 0 0,-1 0-1 0 0,1 0 1 0 0,-1 0-1 0 0,1 1 1 0 0,0-1-1 0 0,-1 1 1 0 0,1-1-1 0 0,-1 1 1 0 0,1 0-1 0 0,-1 0 1 0 0,1-1 0 0 0,-1 1-1 0 0,1 0 1 0 0,-1 0-1 0 0,1 0 1 0 0,-1 1-1 0 0,-1-1 1 0 0,-2 1-428 0 0,0 1 0 0 0,1 0-1 0 0,-1 0 1 0 0,1 0 0 0 0,-7 5 0 0 0,9-7-741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38:03.767"/>
    </inkml:context>
    <inkml:brush xml:id="br0">
      <inkml:brushProperty name="width" value="0.05" units="cm"/>
      <inkml:brushProperty name="height" value="0.05" units="cm"/>
    </inkml:brush>
  </inkml:definitions>
  <inkml:trace contextRef="#ctx0" brushRef="#br0">284 1 6447 0 0,'0'0'7926'0'0,"2"1"-7005"0"0,6 3-441 0 0,-1 1-1 0 0,0 0 1 0 0,0 0-1 0 0,0 1 1 0 0,-1 0 0 0 0,0 0-1 0 0,0 0 1 0 0,9 14 0 0 0,35 63 1452 0 0,-47-78-1844 0 0,6 12 62 0 0,0 1 1 0 0,-2 0-1 0 0,0 0 0 0 0,-1 1 1 0 0,0 0-1 0 0,-2 0 0 0 0,0 0 1 0 0,-1 0-1 0 0,-1 1 0 0 0,-1-1 1 0 0,-1 1-1 0 0,-1-1 0 0 0,0 1 1 0 0,-7 32-1 0 0,0-16-70 0 0,-2 0 0 0 0,-15 37-1 0 0,18-57-50 0 0,0 1 0 0 0,-1-2 0 0 0,-1 1 0 0 0,0-1 0 0 0,-1-1-1 0 0,-19 21 1 0 0,20-25-195 0 0,-1-2 0 0 0,-1 1 0 0 0,1-1 0 0 0,-1-1 0 0 0,-1 0 0 0 0,1 0 0 0 0,-22 8 0 0 0,4-4-362 0 0,-1-2-1 0 0,-34 6 1 0 0,-25 6-4133 0 0,75-19 2995 0 0</inkml:trace>
</inkml:ink>
</file>

<file path=ppt/ink/ink240.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2T04:33:35.546"/>
    </inkml:context>
    <inkml:brush xml:id="br0">
      <inkml:brushProperty name="width" value="0.05292" units="cm"/>
      <inkml:brushProperty name="height" value="0.05292" units="cm"/>
      <inkml:brushProperty name="color" value="#FF0000"/>
    </inkml:brush>
  </inkml:definitions>
  <inkml:trace contextRef="#ctx0" brushRef="#br0">2959 4463 24879 0,'12'-13'2208'0,"-8"7"-1760"16,3-1-448-16,-1 2 0 0,2-4 528 0,1 1 32 15,3 0 0-15,0-1 0 0,-1 0 320 0,2 0 64 16,2 0 16-16,-4 1 0 0,0 0-256 0,-1 1-32 15,1 2-16-15,-1 1 0 0,-2 2-240 0,-8 2-48 16,6 2-16-16,0 1 0 0,-1 3-144 0,-1 5-16 16,-2 1-16-16,1 3 0 0,0 4 48 0,-2 1 16 15,-2 10 0-15,-1 0 0 0,2 0-112 0,2-1 0 16,-4-3-128-16,2-2 192 0,0-2-192 0,2-3 0 0,0-2 0 0,1-2 0 16,-1-2 0-16,2-2 0 0,2 0 0 0,0-2 0 15,-2-1 0-15,0-2 0 16,-4-6-176-16,5 5 176 15,-5-5-1664-15,0 0-192 0,8 0-64 0</inkml:trace>
</inkml:ink>
</file>

<file path=ppt/ink/ink241.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2T04:40:32.510"/>
    </inkml:context>
    <inkml:brush xml:id="br0">
      <inkml:brushProperty name="width" value="0.05292" units="cm"/>
      <inkml:brushProperty name="height" value="0.05292" units="cm"/>
      <inkml:brushProperty name="color" value="#FFFFFF"/>
    </inkml:brush>
  </inkml:definitions>
  <inkml:trace contextRef="#ctx0" brushRef="#br0">3326 4677 21183 0,'-9'-12'944'0,"1"1"192"0,4 1-912 0,-1 1-224 0,5 9 0 0,0 0 0 0,0 0 192 0,0 0-16 16,0 0 0-16,0 0 0 0,0 0-320 0,0 0-64 16,0 0-16-16,4 11 0 0,-4-11 224 0,0 0 0 15,5 11 0-15,-5-11-144 0,0 0 144 0,0 0 0 16,0 0 0-16,0 0-128 0,0 0 128 0,0 0 0 16,0 0 128-16,-1-10-128 0,-2-2 0 0,0-1 0 15,-1-2 0-15,0-1 0 0,1-1-192 0,-1 0-16 16,-3-1 0-16,1-2 0 0,-2-1 208 0,0 2 0 0,-2-1-160 0,-1 3 160 15,1 0 0-15,-3 0 0 0,-4 1 0 0,1 2 0 16,0 5 128-16,2 3 0 0,-2 2 0 0,2 4 0 16,0 0 256-16,-1 5 64 0,1 6 0 0,-2 6 0 15,1 6-240-15,2 6-32 0,-2 3-16 0,2 6 0 16,-1 2-160-16,2 3 0 0,1 2 0 0,0-3-176 16,3 1 176-16,0-6 0 0,1-3 0 0,0-2 0 15,2-5 0-15,-2-4 128 0,2-3-128 0,0-4 0 16,1-6 256-16,4-10 0 0,0 0-16 0,-5 9 0 15,5-9 176-15,0 0 32 0,0 0 16 0,0 0 0 16,-5-9 16-16,2-4 0 0,2-4 0 0,1-4 0 16,0-1-480-16,1-7 0 0,0-1 0 0,2-2 0 15,0-2 0-15,-1 0-240 0,1-3 80 0,-1 5 16 0,0-2 16 16,-1 3 0-16,0 2 0 0,1 4 0 0,-2 6 128 0,0 3 0 16,-2 4 0-16,2 12-128 0,0 0 128 0,0 0 0 15,0 0 0-15,0 0 0 0,0 0 0 0,8 12 0 16,-1 2 0-16,-1 6 0 0,1-1 0 0,2 1 0 0,-1 0 0 0,2-2 0 15,0 0 0-15,1-2 0 0,-1-2 0 0,2-2 0 16,-2-2 0-16,1-1 0 0,-1-2 0 0,-1-3 0 16,-9-4 0-16,11 2 0 0,-11-2 0 0,9-2 0 0,-1-3 0 0,0-3 0 15,-2-3 0-15,-1 0 0 0,-2-2 0 0,0-4 144 16,1-4-144-16,-3 0 0 0,-1-3 0 0,-1 0 0 16,-2-4 0-16,-1 1-192 0,-2-2 192 0,-2 2 0 15,0 1-160-15,0 2 160 0,0 3 0 0,0 4 0 16,2 3 0-16,1 4 0 0,2 1 144 0,3 9 112 15,0 0 0-15,0 0 16 0,0 0 48 0,9 10 0 16,3 2 0-16,2 5 0 0,1 7-320 0,0 4 0 16,0 3-176-16,2 0 176 0,-2-1 0 0,2 0 0 15,1 0 0-15,-1-2 0 0,-2-2 0 0,-1-3 0 16,-1-1 128-16,0-5-128 0,-1-1 0 0,-2-3 0 0,1 1 0 0,-4-1 0 16,-7-13 0-16,7 10 0 0,-7-10 0 0,0 0 0 15,0 0 0-15,0 0 176 0,0 0-176 0,0 0 160 16,0 0-16-16,0-12 0 0,-4-2 0 0,-1 1 0 15,0-6-144-15,-2 1 0 0,-2-2 0 0,1-3 0 16,-1-3 0-16,0 0-144 0,-1-2 144 0,-4-3 0 16,-2 1 0-16,-1 0 0 0,1 2 0 0,3 3 0 15,2 1 0-15,4 6 144 0,0 4-144 0,2 3 192 16,0 3 192-16,5 8 64 0,0 0 0 0,0 0 0 16,0 0-176-16,-2 20-16 0,2 5-16 0,3 6 0 15,-2 6-240-15,2 4-192 0,2 4 48 0,-2 2 0 16,-3 1 144-16,1 1 0 0,-1 2 0 0,3-3 0 15,1-2-160-15,-1-7 160 0,0-2-192 0,0-3 192 16,1-8-272-16,0-2 48 0,-3-3 16 0,-1-4 0 16,0-5 208-16,0-3-144 0,0-9 144 0,0 0-128 0,0 0 128 0,0 0 176 15,0 0-48-15,0 0 0 16,-8-9 144-16,1-3 32 0,2-3 0 0,1-6 0 0,0-7-176 0,2 0-128 16,-1-2 144-16,-1-3-144 0,-4-2 0 0,1-2 128 15,-1-2-128-15,0 1 0 0,-1 1 0 0,0 0 0 16,0 2 128-16,0 1-128 0,-1 1 0 0,3 3 0 15,-1 6 0-15,1 5 0 0,2 5 128 0,0 4-128 16,0 2 176-16,5 8-176 0,0 0 304 0,0 0-48 16,0 0-16-16,-3 15 0 0,3 6-240 0,1 5 0 15,2 0-144-15,2 4 144 0,3 0-176 0,2 0 176 16,1-1-192-16,2 2 192 0,0-1 0 0,1-1 0 0,3-2 0 16,0 0 0-16,-1-8 0 0,1-1 0 0,-3-2 0 0,-1-3 0 15,-2-4-240-15,-1-2 64 0,0-3 16 0,-10-4 0 16,0 0 160-16,0 0-192 0,0 0 192 0,8-4-192 15,-3-4 192-15,-1-4 128 0,-2-4-128 0,-2-1 176 16,0-3-176-16,-3-3 192 0,0 0-192 0,-1-3 192 16,2 2-192-16,-3-3 0 0,-3 0 0 0,-1-2 128 15,0-1-128-15,-2-1 0 0,-2-1 144 0,1 2-144 16,2 2 0-16,1 3 0 0,2 3 0 0,2 5 0 16,1 4 0-16,2 4 0 0,2 9 0 0,0 0 0 15,0 0 128-15,0 0 0 0,6 18 0 0,1 7 0 16,0 5-128-16,4 4 0 0,1 3-128 0,-1 6 128 15,0 3 0-15,-1 5 0 0,1-1 144 0,0-5-144 16,1 1 128-16,-1-3-128 0,-1-4 0 0,0-4 0 16,1-2 0-16,-2-5 0 0,-1-4-128 0,0-5 128 0,-1-4-384 15,1-4 32-15,-8-11 0 0,7 10 0 0,-7-10 16 0,0 0 0 16,0 0 0-16,0 0 0 0,0 0 336 0,0 0 0 16,4-13 0-16,-3-2 0 0,-2 0 176 0,-2-8 0 15,0-1 0-15,0-2 0 0,-4-3-176 0,0-4 0 16,2-5 144-16,-1 1-144 0,-3-4 0 0,1 2 144 15,3 1-144-15,-1 2 0 0,1 2 0 0,0 4 0 16,0 3 0-16,1 4 0 0,0 3 304 0,0 5-48 16,-3 7-16-16,7 8 0 0,0 0 272 0,-9 3 48 15,2 4 16-15,0 4 0 0,1 6-400 0,-1 7-176 16,2 3 160-16,-2 7-160 0,-1-1 0 0,2 4 0 16,1 5-208-16,1 0 64 0,0-1 144 0,3-1 0 0,1 0 0 0,-2-3-128 15,1-1-128-15,0-5 0 0,1-2-16 0,0-3 0 16,0-8-48-16,2-2-16 0,1-3 0 0,-1-3 0 15,-2-10 128-15,0 0 16 0,0 0 16 0,0 0 0 16,11-2 32-16,-2-6 0 0,-1-2 0 0,0-7 0 16,1-3 144-16,-1-2 192 0,-2-4-32 0,1-5-16 15,-1-3-144-15,-1-3 160 0,-2-1-160 0,-2 1 160 16,-1-5-160-16,-1 1 128 0,-2 1-128 0,-1 1 128 16,-1 0-128-16,1 1 0 0,0 1 0 0,-1 5 128 15,-1 2-128-15,2 8 0 0,1 6 0 0,1 6 0 16,2 10 304-16,0 0-32 0,0 0 0 0,-4 9 0 15,-2 6-272-15,3 8 128 0,0 4-128 0,0 3 0 16,2 6 0-16,0 1 0 0,1-3-192 0,1 1 48 16,2-1 144-16,2 0 0 0,1-3 0 0,2-2 0 15,1-6 0-15,2-2-208 0,-2-4 80 0,0-3 128 16,-1-3-560-16,-8-11 16 16,0 0 0-16,8 8 0 0,-8-8 272 0,0 0 48 0,0 0 16 0,0 0 0 0,0 0 208 0,0 0 160 15,4-9-32-15,-3-3 0 0,-2-1 64 0,-2-3 0 16,0-3 0-16,-1-1 0 0,-1-5-192 0,-1 0 128 15,-2-1-128-15,0 2 128 0,-2-2-128 0,-1-1 0 16,1 0 0-16,-3 0 0 0,0-1 0 0,0 2 0 16,0 1 0-16,2 6 0 0,1-1 0 0,2 5 0 15,1 4 0-15,7 11 0 0,-6 0 0 0,-2 7 160 16,3 6-32-16,0 9-128 0,-1 7 0 0,0 6 0 16,-1 3 0-16,2 6 0 0,0 4 0 0,1 1 0 15,1-1 0-15,2-5 0 0,1-4 0 0,4-4 0 0,1-2 0 0,2-6 0 16,-1-3 128-16,2-5-128 0,1-1 0 0,-1-5 0 15,-1-6 0-15,-7-7 0 0,10 3-192 0,-10-3 48 16,9-3 144-16,-1-4 0 0,0-3-144 0,2-6 144 16,1-6 0-16,-1-3 160 0,-2-3-16 0,1-4 0 15,0 0-144-15,-2-5 0 0,-3-1 0 0,0-2 128 16,-1 1-128-16,0 2 0 0,-4-2 0 0,-2 5 0 16,-1-2-144-16,-4-1 144 0,-1 4 0 0,-1 3 0 15,-1 3 0-15,0 5 0 0,-1 5 0 0,-2 3 0 16,-3 8 256-16,-4 4 16 0,0 6 0 0,-1 5 0 15,-3 4-80-15,-1 6-32 0,-1 3 0 0,-2 6 0 16,0 0-160-16,2 2 0 0,3 0-192 0,3-2 192 16,3 0-144-16,4-5 144 0,2-3 0 0,6-5 0 15,2 0-160-15,2-3 160 0,2-12-128 0,3 11 128 16,5-3-208-16,2-3 32 0,-10-5 16 0,16-1 0 0,-2-3 160 16,3-2 0-16,1-4 0 0,2-1 0 0,0-4 0 0,-1 1 144 15,1-2-16-15,-1-1-128 0,-1 0 192 0,1 2-192 16,-4-2 192-16,1 0-192 0,-2 0 160 0,-1 1-160 15,-2 2 128-15,-3 0-128 0,-3 2 0 0,-4-1 0 16,-2 2 0-16,-2 1 0 0,-2 2 0 0,-3 3 0 16,-2 2-224-16,-3-1 80 15,-4 2-272-15,-3 3-48 0,-3 4-16 0,-2 3 0 0,-4 4 112 0,2 2 32 16,0 3 0-16,0 1 0 0,3 2 160 0,0 1 48 16,3-4 0-16,4 0 0 0,4-4 352 0,3-1 80 15,2-3 16-15,8-9 0 0,0 0 208 0,0 0 48 16,0 0 16-16,0 0 0 15,0 0-256-15,0 0-48 0,0 0-16 0,9-8 0 16,0-3-128-16,3 0-16 0,1-5-128 0,2 2 192 16,-2-1-192-16,-2 2 0 0,1 3 128 0,-2-2-128 15,1 3 0-15,-2 0 0 0,-1 0 0 0,-8 9 0 16,8-4 128-16,-8 4-128 0,0 0 0 0,0 0 0 16,0 0 0-16,0 0-256 0,0 0 16 0,0 0 16 15,0 0-160-15,-6 13-48 16,0-1 0-16,-1 1 0 0,1-2 272 0,-1 0 160 0,0-2-192 0,0-1 192 0,7-8 0 0,0 0-128 15,0 0 128-15,0 0 0 0,0 0 0 0,0 0 192 16,0 0-16-16,13-8-16 0,1-2 80 0,2 0 16 16,2-3 0-16,2 2 0 0,-2-1-256 0,0-1 0 15,1-3 0-15,-4 5 0 0,1 1 0 0,-3 4 128 16,-3-1-128-16,1 3 0 0,-2 2 0 0,-9 2 0 16,10 2 0-16,-2 5 0 15,-3 3-1840-15,-2 6-256 0</inkml:trace>
  <inkml:trace contextRef="#ctx0" brushRef="#br0" timeOffset="1124.83">3073 4380 6447 0,'-18'2'272'0,"-2"5"80"0,-2 2-352 0,1 3 0 0,-2 3 0 0,2 0 0 16,0 0 2368-16,3 5 416 0,-1-1 80 0,2 4 16 16,2-1-2320-16,2 0-560 0,1-1 0 0,0-3 0 15,1-4 0-15,3-1 0 0,2-1 0 0,3-3 0 16,3-9-288-16,0 0-32 0,0 0 0 0,0 0 0 31,14-6-240-31,-1-6-48 0,0-6-16 0,3-3 0 0,2-5 624 0,3-3 0 0,2 1 0 0,1-4 0 16,-2 0 0-16,0 0 0 0,-1 2 224 0,0 4-64 15,-2 3 96-15,-2 3 0 0,-4 3 16 0,0 4 0 16,-4 5 96-16,-9 8 16 0,0 0 0 0,0 0 0 0,0 0-160 16,6 11-32-16,-4 6 0 0,-3 4 0 0,-4 9 0 0,-4 5-16 15,-6 5 0-15,0 3 0 0,-4 2-176 0,1-1 0 16,-1 0 0-16,2-1 128 0,1 0-128 0,6-6 0 15,4-5 0-15,5-5 128 0,2-9-128 0,6-6 0 16,3-6 0-16,5-5 0 0,3-5 0 0,4-6 0 16,4-7 0-16,3-3 0 0,1-7 0 0,-2-3 128 15,2-1-128-15,-5 0 0 0,-4-1 128 0,-3 4-128 16,-5 3 128-16,-2 1-128 0,-6 5 0 0,-1 4 128 16,-1 5-128-16,-3 10-8016 0</inkml:trace>
</inkml:ink>
</file>

<file path=ppt/ink/ink242.xml><?xml version="1.0" encoding="utf-8"?>
<inkml:ink xmlns:inkml="http://www.w3.org/2003/InkML">
  <inkml:definitions>
    <inkml:context xml:id="ctx0">
      <inkml:inkSource xml:id="inkSrc0">
        <inkml:traceFormat>
          <inkml:channel name="X" type="integer" max="25977" units="cm"/>
          <inkml:channel name="Y" type="integer" max="17318" units="cm"/>
          <inkml:channel name="F" type="integer" max="65535" units="dev"/>
          <inkml:channel name="T" type="integer" max="2.14748E9" units="dev"/>
        </inkml:traceFormat>
        <inkml:channelProperties>
          <inkml:channelProperty channel="X" name="resolution" value="1000.26953" units="1/cm"/>
          <inkml:channelProperty channel="Y" name="resolution" value="1000.46216" units="1/cm"/>
          <inkml:channelProperty channel="F" name="resolution" value="0" units="1/dev"/>
          <inkml:channelProperty channel="T" name="resolution" value="1" units="1/dev"/>
        </inkml:channelProperties>
      </inkml:inkSource>
      <inkml:timestamp xml:id="ts0" timeString="2022-10-11T10:11:55.211"/>
    </inkml:context>
    <inkml:brush xml:id="br0">
      <inkml:brushProperty name="width" value="0.05292" units="cm"/>
      <inkml:brushProperty name="height" value="0.05292" units="cm"/>
      <inkml:brushProperty name="color" value="#FF0000"/>
    </inkml:brush>
  </inkml:definitions>
  <inkml:trace contextRef="#ctx0" brushRef="#br0">33616 18489 19343 0,'0'0'1728'16,"0"0"-1392"-16</inkml:trace>
  <inkml:trace contextRef="#ctx0" brushRef="#br0" timeOffset="46693.96">23772 17697 14975 0,'0'0'656'0,"0"0"144"0,0 0-640 0,0 0-160 0,0 0 0 15,0 0 0-15,0 0 832 0,0 0 144 0,0 0 32 0,0 0 0 0,0 0-304 0,5 17-48 16,-5-2-16-16,-1 1 0 0,0 3-32 15,1 3-16-15,0 4 0 0,-2 5 0 0,2 4-240 0,3 2-48 16,0 3-16-16,-1 3 0 0,1-1-160 0,-1-4-128 16,1-4 144-16,0-4-144 0,-1-4 160 0,1-4-160 15,-1-4 160-15,1 1-160 0,0-6 400 0,0 0-16 16,-3-13 0-16,4 10 0 0,-4-10 128 0,7 8 32 16,-7-8 0-16,0 0 0 0,10 0-32 0,-1-1-16 0,-1-6 0 0,0-3 0 15,-1-1-48-15,0 2 0 0,1-3 0 0,0-2 0 31,1-3-128-31,0-1-48 0,0 0 0 0,1-5 0 0,-1-1-32 0,1-1-16 16,1 0 0-16,-1 0 0 0,-1-1 32 0,0 1 16 16,-1 2 0-16,-1 0 0 0,-2 3-272 0,0-1 160 15,-2 5-160-15,-1 1 128 0,1 2-320 0,-2 1-64 16,-2-1 0-16,0 3-16 16,-1 0-336-16,2 10-64 0,-2-10-16 0,2 10 0 15,-2-9-400-15,2 9-64 0,0 0-32 0,0 0-7264 0,0 0-1472 0</inkml:trace>
  <inkml:trace contextRef="#ctx0" brushRef="#br0" timeOffset="48158.83">24080 18250 6447 0,'0'0'576'0,"0"0"-576"0,0 0 0 0,2-9 0 15,1 1 2960-15,-3 8 496 0,2-10 80 0,-2 10 32 0,3-9-1312 0,-3 9-256 16,0 0-48-16,0 0-16 0,0 0-848 0,0 0-160 16,0 0-32-16,0 0-16 0,0 0-496 0,0 0-80 0,0 0-32 15,0 13 0 1,-1-2-112-16,-1 4-32 0,1 2 0 0,1-3 0 15,-2 2-128-15,-1-1 0 0,0 1 0 0,1-2 0 16,-1 1 0-16,1-2 0 0,-1 0 0 0,0-4 0 16,3-9-208-16,-1 10-80 0,1-10-16 0,0 0 0 15,0 0-464-15,0 0-112 0,0 0-16 0,0 0 0 16,0 0-1648-16,9-2-336 0</inkml:trace>
  <inkml:trace contextRef="#ctx0" brushRef="#br0" timeOffset="48340.9">24211 17998 6447 0,'0'0'272'0,"-2"-10"80"0,2 10-352 0,-3-9 0 0,3 9 0 0,0 0 0 16,-4-5 4800-16,4 5 880 0,0 0 176 0,0 0 32 15,0 0-4112-15,0 0-832 0,0 0-176 0,0 0-16 16,0 0-752-16,-1 11 0 0,1-11 0 0,1 11-208 31,-1-11-272-31,0 0-48 0,0 0-16 0,7 13 0 16,1-4-1376-16,-8-9-288 0,7 6-48 0</inkml:trace>
  <inkml:trace contextRef="#ctx0" brushRef="#br0" timeOffset="48899.08">24403 18197 15663 0,'0'0'1392'0,"0"0"-1120"0,0 0-272 0,0 0 0 16,0 0 2032-16,0 0 336 0,0 0 80 0,9-6 16 16,3-1-1152-16,2 1-224 0,2 1-64 0,3 1 0 0,4 0-416 0,0 3-96 15,2 0 0-15,0 1-16 0,-1 0-208 0,2 2-32 16,2 2-16-16,-2 1 0 0,-1-2-112 0,-1 0 0 15,-3 1-128-15,-1-3 192 16,-1 0-64-16,-3-1-128 0,-3 0 176 0,-1 0-176 16,-2 4 0-16,1-4-224 0,-11 0 16 0,10 0-5968 15,-10 0-1184-15,0 0-256 0</inkml:trace>
  <inkml:trace contextRef="#ctx0" brushRef="#br0" timeOffset="49119.64">24776 17989 8287 0,'0'0'368'0,"0"0"80"0,8 11-448 0,1-3 0 0,1-2 0 0,2 1 0 16,1-1 4224-16,0 1 752 15,0-1 144-15,-1 1 48 0,0-1-3520 0,-2 2-704 0,-10-8-144 0,12 10-32 16,-2 2-528-16,-3-1-112 0,-3-1-128 0,-2 0 176 16,-2 1-32-16,-1 1 0 0,-2 1 0 0,-1 0 0 15,-2-2 112-15,-1 2 32 0,-2 2 0 0,0-2 0 16,0 0-288-16,-3 0-144 0,0 0 16 0,1-1 0 15,-1-1-656-15,2 0-128 16,-1-2-32-16,2 0 0 0,2-1-1344 0,7-8-272 0,0 0-48 0,0 0-7072 16</inkml:trace>
  <inkml:trace contextRef="#ctx0" brushRef="#br0" timeOffset="49405.85">25167 18155 6447 0,'-5'19'576'0,"-2"0"-576"0,-1-2 0 0,2 1 0 31,1 1 4128-31,2-2 720 0,2-2 144 0,2-4 16 0,3-1-3488 0,-4-10-704 16,8 7-144-16,1-1-32 0,3-6-144 0,1 0-48 16,1-6 0-16,2 0 0 0,1-2 64 0,2-4 16 15,-1-3 0-15,-1-1 0 0,-2 0-128 0,-1 2-16 16,2-3-16-16,-5 1 0 0,-3 1-176 0,-1 0-16 15,-3 1-16-15,-3 2 0 0,-2 3-32 0,-3 0 0 16,-1 0 0-16,-3 2 0 0,-3 1-128 0,-2 1-272 16,-2-2 64-16,-2 5 16 15,-2-1-1408-15,0 4-288 0,-3 3-48 16,1 1-6384-16,0 1-1264 0</inkml:trace>
  <inkml:trace contextRef="#ctx0" brushRef="#br0" timeOffset="49886.39">25602 18094 17503 0,'0'0'1552'0,"0"0"-1232"0,0 0-320 0,0 0 0 16,0 0 2304-16,15 5 416 0,0-4 80 0,5-1 16 15,2 0-1680-15,3 0-336 0,1-1-64 0,1-1-16 16,2 2-416-16,-2-2-96 0,1-2-16 0,-3 1 0 0,-3 1-192 15,-1-1 176-15,-3-1-176 0,-1 2 160 0,-2-1-160 0,0 3 0 16,-1-3 0-16,-2 2 0 16,-12 1-512-16,10 0-16 0,-10 0-16 15</inkml:trace>
  <inkml:trace contextRef="#ctx0" brushRef="#br0" timeOffset="50070.14">25662 18242 30575 0,'0'0'1344'0,"0"0"304"0,0 0-1328 16,9 7-320-16,6 1 0 0,3-5 0 0,4 1 784 0,4-1 96 0,2 0 16 0,2-6 0 15,-2 2-256-15,1-2-64 0,-2-2 0 0,1 0 0 0,0-3-352 0,1 1-80 0,0 2-16 0,0 0 0 16,-1-2-400-16,0 2-96 0,-4 0-16 0,0 1 0 31,-3 0-640-31,-3-1-128 0,-5-2-16 0,-1 0-8480 16,-2-3-1680-16</inkml:trace>
  <inkml:trace contextRef="#ctx0" brushRef="#br0" timeOffset="50286.52">26123 17893 2751 0,'0'0'256'0,"7"9"-256"0,1 0 0 0,3 3 0 0,2 1 6496 0,2 2 1248 31,2-1 256-31,2 0 64 0,-1 1-5760 0,0-1-1136 16,-1-1-224-16,0 1-48 0,-1 0-624 0,-3 1-112 15,-4-1-32-15,-3 2 0 0,-1 1-128 0,-5 1 0 0,-3 3 0 0,-4-3 128 16,-5 0-128-16,-2 2 0 0,-4 1 0 0,-4-3 128 16,-3 0-128-16,-1-2-272 0,-2 1 64 0,1-3 16 31,0-1-1936-31,3-3-384 0,3 0-80 0</inkml:trace>
  <inkml:trace contextRef="#ctx0" brushRef="#br0" timeOffset="51068.2">26489 17932 2751 0,'0'0'128'16,"0"0"16"-16,4-11-144 0,-2 1 0 0,1-2 0 0,0 3 0 0,-1-1 1920 0,1-1 368 0,-1 1 64 0,2 1 16 15,-4 9-480-15,3-11-96 0,-2 2 0 0,-1 9-16 16,0 0 272-16,0 0 48 0,0 0 16 0,0 0 0 15,0 0-496-15,0 0-80 0,0 0-32 0,12 7 0 16,0 3-800-16,-2 5-144 0,-1 1-48 0,-1 5 0 16,-3 1-272-16,1 3-64 0,0 3-16 0,1 0 0 15,-1 1-160-15,1-3 0 0,-1 0 0 0,1 2 0 0,-2-5 0 16,3-2 128-16,-2-6-128 0,1 0 0 0,-1-2 192 16,2-1-32-16,-1-6-16 0,0-1 0 0,0 1 304 0,-7-6 64 15,0 0 16-15,12-3 0 0,-1-1 176 0,0-2 16 16,-1-8 16-16,2 0 0 0,1-2-64 0,0-3-16 15,0-6 0-15,3-2 0 0,1-1-224 0,-2-3-48 16,0-4-16-16,-1-2 0 0,0 2 16 0,-2 4 0 16,-3-2 0-16,0 6 0 0,-2-2-192 0,-2 5-48 15,-4 0 0-15,-1 8 0 32,-1 1-496-32,-1 3-96 0,-2 4-32 0,4 8 0 15,-10-6-1312-15,0 4-256 0,0 5-48 0,-2 2-16 0,0 3-1184 0,0 2-240 0,-1 2-48 0</inkml:trace>
  <inkml:trace contextRef="#ctx0" brushRef="#br0" timeOffset="52643.5">27053 18142 3679 0,'0'0'160'0,"0"0"32"15,0 0-192-15,0 0 0 0,0 0 0 0,0 0 0 0,-3-11 2704 0,3 11 496 0,-6-6 112 0,6 6 16 16,-6-5-1648-16,6 5-320 0,0 0-64 0,-9 0-16 16,0 2-48-16,-1 1-16 0,10-3 0 0,-10 8 0 15,0 1-416-15,-1 3-96 0,-1-2 0 0,2 4-16 16,3 3-400-16,0 2-80 0,-3-3-16 0,3 4 0 16,1 2-192-16,3 0 0 0,0-2 0 0,0-4 0 15,2-3-128 1,4-3 128-16,-3-10 0 0,6 9 0 15,-6-9-496-15,11 7 16 0,-1-3 0 16,0-4 0-16,1-4 176 0,1-3 48 0,-2-2 0 0,0-1 0 0,-2-5 400 0,1 1 96 16,-1 0 16-16,0-1 0 0,-1 1-256 0,-2 1 144 15,-1-1-144-15,-2 3 128 0,-2 1-128 0,0 10 0 16,-1-9 144-16,1 9-144 0,0 0 0 0,0 0 0 0,0 0 0 16,0 0 0-16,0 0 0 0,0 9 0 0,0 4 0 0,1 0 0 15,1-2 0-15,0 1 0 0,1 1 0 0,-1-2 0 16,-2-11 0-16,6 11 0 0,-2 0 0 0,-4-11 0 15,0 0 0-15,0 0 144 0,9 10-144 0,-9-10 0 16,0 0 0-16,0 0-144 0,11 3-16 0,-11-3 0 31,11-5-1696-31,-11 5-352 0,8-7-64 0</inkml:trace>
  <inkml:trace contextRef="#ctx0" brushRef="#br0" timeOffset="53096.57">27242 17888 27983 0,'0'0'1232'0,"0"0"272"0,0 0-1200 15,0 0-304-15,0 0 0 0,0 0 0 0,7 7 784 0,0 6 112 0,-1 3 0 0,-1 5 16 16,0 5-656-16,-2 5-256 0,1 1 176 0,-1 2-176 15,-2-3 128-15,0 1-128 0,-1 4 0 0,-1-5 0 16,0-2 128-16,-1-5-128 0,2 1 0 0,0-5 144 0,2-3-144 0,0-6 0 16,0 1 144-16,1-3-144 0,-3-9 0 0,0 0 0 15,6 8 0-15,-6-8 0 0,0 0 0 0,0 0-128 16,9-3 128-16,-1-1-192 0,-8 4 192 0,9-3 0 16,-3-3-144-16,-6 6 144 0,9-4 0 0,-9 4-144 15,0 0 144-15,0 0 0 0,0 0-320 0,7 7 64 16,-7-7 0-16,1 12 0 15,-2-2-432-15,-3 1-80 0,-1 2 0 16,-2-3-16 0,-2 2 240-16,0 0 48 0,0-1 16 0,0 0 0 0,-2-1 480 0,1-1 0 0,-1-2 0 0,2-2 0 15,0-2 0-15,1-2 0 0,-1-2 208 0,3-2-64 16,-2-1-144-16,1 0 0 0,7 4 0 0,-6-10 128 16,2-2-1392-1,1 0-272-15,2-1-64 0</inkml:trace>
  <inkml:trace contextRef="#ctx0" brushRef="#br0" timeOffset="55259.6">27344 17919 1839 0,'0'0'160'0,"0"0"-160"0,0 0 0 0,0 0 0 15,0 0 3104-15,0 0 592 0,0 0 112 0,0 0 32 16,0 0-2144-16,0 0-416 0,0 0-96 0,0 0-16 15,0 0-64-15,0 0-16 16,-9 6 0-16,1 2 0 0,2 0-80 0,-1 2-32 16,2-2 0-16,0 3 0 0,0 0-256 0,-1 4-48 0,2 2-16 15,2 2 0-15,-2 3-352 0,1 3-80 16,1 0-16-16,0 2 0 0,1 1-208 0,0 0 0 0,1 5 0 0,0-6 0 16,0 2 0-16,0-3 0 0,1-4 0 0,-1 0 0 15,0-1 0-15,1 0 0 0,1-1 0 0,-2-3 0 0,0-3 0 0,0-1 176 16,0 0-176-16,1-1 160 0,0-3-160 0,-1-9 128 15,0 10-128-15,0-10 128 16,0 0-128-16,0 0 160 0,0 0-160 0,0 0 160 0,0 0-160 0,0 0 192 0,0 0-192 0,0 0 192 16,0 0-64-16,0 0 0 0,0 0 0 0,0 0 0 31,6-11 112-31,-1 2 16 0,-1-1 0 0,0 3 0 0,1-4-48 0,0 1 0 16,0 1 0-16,2-2 0 0,-1 3-64 0,1 1-16 15,-1 0 0-15,2 1 0 0,0 2 48 0,1 0 0 16,0 1 0-16,2-1 0 0,0 5-48 0,0 2-128 15,-1-3 192-15,-1 4-64 0,0 3-128 0,1-1 0 16,-1 2 0-16,0 0 0 0,-4 2 0 0,0-1 0 16,-1 0 0-16,-3 3 0 0,-2-1 0 0,0 0 192 15,-2 1-192-15,-1 0 192 0,-2-1-16 0,-1 1 0 0,-1-1 0 16,1-2 0-16,-2-1-48 0,-1-1 0 0,0 0 0 0,1-2 0 16,0-1-128-16,9-4 128 0,-11 3-128 0,2-3 128 15,0-4-128-15,3 1 0 0,0-5-160 0,1-1 160 31,1-1-656-31,0-3-48 0,2-4 0 0,2-1 0 16,2-2-2576-16,2 0-528 16</inkml:trace>
  <inkml:trace contextRef="#ctx0" brushRef="#br0" timeOffset="56230.5">27558 18048 5519 0,'0'0'496'0,"0"0"-496"0,0 0 0 0,0 0 0 15,0 0 3840-15,0 0 656 16,0 0 144-16,0 0 32 0,0 0-2160 0,0 0-416 0,12 4-96 0,-1-2-16 16,1-3-496-16,3 0-96 15,0 0-32-15,1-1 0 0,-2 0-592 0,2-1-128 16,-1 0-32-16,0 1 0 0,0-2-368 0,0 3-80 0,-2-1-16 16,-1 1 0-16,-1 1-144 0,-11 0 0 0,12-3 0 0,-2 3 128 31,-10 0-432-31,0 0-80 0,11-1-32 0,-11 1 0 15,0 0-1920-15,0 0-384 0,0 0-80 0</inkml:trace>
  <inkml:trace contextRef="#ctx0" brushRef="#br0" timeOffset="56428.97">27611 18198 23951 0,'0'0'1056'0,"0"0"224"15,10 5-1024-15,0-2-256 0,0-3 0 0,3 1 0 0,3 2 1456 0,1-2 224 0,3-2 48 0,-1 1 16 16,1 1-336-16,-2 2-80 0,0-3-16 0,-1 0 0 16,-1 2-672-16,-2 2-144 0,-2-3-32 0,0 2 0 15,-3 1-336-15,-9-4-128 0,8 2 0 0,-8-2 144 32,0 0-704-32,9 3-144 0,-9-3-16 0,0 0-9744 0,0 0-1952 0</inkml:trace>
  <inkml:trace contextRef="#ctx0" brushRef="#br0" timeOffset="59592.68">28132 18194 15775 0,'0'0'704'0,"0"0"128"0,0 0-656 0,0 0-176 0,0 0 0 0,0 0 0 0,0 0 1312 0,0 0 224 16,0 0 64-16,0 0 0 0,0 0-208 0,0 0-48 16,0 0 0-16,0 0 0 0,0 0-208 0,0 0-48 0,0 0-16 0,0 0 0 15,0 0-224-15,0 0-32 0,6-7-16 0,-6 7 0 16,9-3-64-16,0-3-16 0,-1 0 0 0,3 2 0 16,-11 4-128-16,14 0-16 0,0 0-16 0,1 1 0 15,-1-1-304-15,0 3-64 0,2 2-16 0,-2 2 0 0,1-5-176 16,-1 3 0-16,0 1 0 0,-1-3 0 0,-1 1 192 0,0 0-32 15,0 2-16-15,-1-4 0 0,0 3 128 0,-1-2 32 16,-10-3 0-16,12 3 0 0,-3-1 64 0,-9-2 16 16,9 4 0-16,-9-4 0 0,0 0-80 0,0 0-16 15,11 4 0-15,-11-4 0 0,0 0-48 0,0 0-16 0,0 0 0 16,0 0 0-16,0 0-224 0,0 0 128 0,0 0-128 0,0 0 0 16,0 0 0-16,0 0 0 0,0 0 0 0,0 0 0 31,0 0-576-31,0 0-128 0,-3-10 0 0,3 10-16 15,0 0-2144-15,-4-11-416 0,0 2-96 0</inkml:trace>
  <inkml:trace contextRef="#ctx0" brushRef="#br0" timeOffset="60082.62">28696 18151 21471 0,'0'0'960'0,"0"0"192"0,0 0-928 0,0 0-224 0,0 0 0 0,0 0 0 0,-4 9 1376 0,4-9 224 15,0 0 64-15,0 0 0 0,0 0-384 0,0 0-64 16,11 4 0-16,2-1-16 0,1-2 224 0,4-1 48 0,4 1 16 0,5 0 0 15,0 2-384-15,2-2-80 0,-1 2 0 0,5-2-16 16,1 2-368-16,-2 0-64 0,0-3 0 0,-4 1-16 16,-2 0-352-16,-2 0-64 0,-2-1-16 0,-4 3 0 15,-1-3-128-15,-2 0 0 0,-5 0 0 0,2 0 0 32,-12 0-464-32,9 0 16 15,-9 0 16-15,0 0 0 16,0 0-1344-16,0 0-272 0,2-10-48 0,-2 10-8928 0,-3-11-1792 0</inkml:trace>
  <inkml:trace contextRef="#ctx0" brushRef="#br0" timeOffset="60370.85">28680 17417 19343 0,'0'0'1728'0,"0"0"-1392"0,0 0-336 0,-6 5 0 15,6-5 3136-15,-4 11 544 0,1 0 112 0,3 4 32 16,0 2-2576-16,2 2-512 0,0 3-96 0,2 4-32 16,0 3-176-16,0 2-48 0,-1 1 0 0,1 0 0 15,0 1 112-15,-2-1 16 0,1 0 0 0,-1-1 0 0,1-2-240 0,-2-2-32 16,1 0-16-16,0-3 0 0,1-2-224 0,-2-1 0 16,-1-3 128-16,0-2-128 15,0-4-368-15,0-12-112 16,0 0-32-16,0 0 0 0,0 0-1536 0,0 0-320 0,0 0-64 15,0 0-16-15,7-13-1168 0,-2-6-224 16</inkml:trace>
  <inkml:trace contextRef="#ctx0" brushRef="#br0" timeOffset="60667.21">28688 17447 24063 0,'0'0'1072'0,"0"0"208"0,0 0-1024 0,0 0-256 0,0 0 0 0,0 0 0 16,0 0 2256-16,13 1 400 0,2 4 80 0,-4 2 16 15,0 1-1088-15,-1 2-224 0,1 2-32 0,-1 0-16 16,1-1-672-16,-2 2-128 0,-3 2-16 0,1-1-16 15,-2 0-384-15,-1 1-176 0,-2-2 160 0,0 0-160 16,-1 0 0-16,-2-3 0 0,1-10 0 0,-5 11 0 0,-1-3-192 0,0-1-16 16,6-7-16-16,-11 7 0 31,1-2-192-31,1 0-32 0,0 2-16 16,9-7 0-16,0 0 80 0,0 0 0 0,-8 5 16 0,8-5 0 0,0 0 176 0,-5 9 48 15,2 2 0-15,2 0 0 0,1-1 144 0,2 3-208 16,2 1 80-16,3-1 128 0,1 0-176 0,1 1 176 0,1-1-128 0,1 0 128 15,0 0 0-15,1-3 0 0,0-3 0 16,0 0 0-16,-1-3 0 0,1 0 0 0,0-2 0 0,-1 1 0 16,1-3-272-16,1-4-80 0,0 1-16 0,9-6-6672 31,-2-1-1344-31,0-1-272 0</inkml:trace>
  <inkml:trace contextRef="#ctx0" brushRef="#br0" timeOffset="61017.89">29238 17481 14735 0,'0'0'1312'15,"0"0"-1056"-15,0 0-256 0,0 0 0 0,-6 6 2608 0,1 1 464 16,5-7 80-16,-5 13 32 0,-1 0-1712 0,4 3-320 16,-2 2-80-16,1 1-16 0,-1 2 32 0,2 1 0 0,0 3 0 0,1 0 0 15,0 1-368-15,-1 1-64 0,2 1-16 0,0-2 0 16,0 0-352-16,0 0-80 0,0 0-16 0,0-1 0 16,0-2-192-16,0 1 176 0,-1-1-176 0,0-2 160 15,-2 0-160-15,2-5 128 0,-3-2-128 0,0-4 128 16,0 1-128-16,0-2 0 0,4-9-192 0,-6 8 192 31,6-8-640-31,0 0 0 0,-9 5 0 0,9-5 0 16,0 0-1312-16,-12-7-272 0,1-2-48 0,2-1-6656 0,0 1-1328 15</inkml:trace>
  <inkml:trace contextRef="#ctx0" brushRef="#br0" timeOffset="61166.71">29070 17627 22111 0,'0'0'1968'0,"0"0"-1584"16,0 0-384-16,0 0 0 0,12 1 2864 0,0 4 480 15,1-1 112-15,-1 0 0 0,-2 1-1984 0,0 1-384 16,1-1-96-16,-2 0-16 0,-1 3-592 0,1-2-128 16,0-2-32-16,1 3 0 0,0-1-224 0,0 0 128 15,-10-6-128-15,13 7 0 16,-1 0-960-16,0 1-272 0,-2-2-64 0,-1 1-9504 16,-9-7-1888-16</inkml:trace>
  <inkml:trace contextRef="#ctx0" brushRef="#br0" timeOffset="61706.75">28710 18387 17503 0,'0'0'1552'0,"0"0"-1232"15,0 0-320-15,0 12 0 0,0-12 1856 0,4 17 320 16,2 0 64-16,-1-1 16 0,-1 0-1232 0,0 2-256 16,-2 3-64-16,2-1 0 0,1 1 224 0,1 2 32 0,-1-1 16 0,1 0 0 15,1 1-416-15,-1-1-96 0,0-1-16 0,-1-2 0 16,0-2-448-16,-1-1 0 16,-1-2 0-16,-1-3 0 15,-2-11-592-15,0 0-64 0,0 0-16 0,0 0 0 16,0 0-1568-16,0 0-320 0,0 0-64 0,7-13-16 15</inkml:trace>
  <inkml:trace contextRef="#ctx0" brushRef="#br0" timeOffset="62077.3">28756 18336 19343 0,'0'0'1728'0,"0"0"-1392"0,0 0-336 0,0 0 0 15,0 0 2640-15,0 0 464 0,8 7 96 0,2 0 0 16,3 0-1936-16,2-1-400 0,0 1-80 0,1 2-16 15,0-1-128-15,-1 0-16 0,1 0-16 0,-2-1 0 0,-1 3-288 0,-1 0-48 16,-2 0-16-16,0 2 0 0,-4-5-112 0,-2 2-16 0,-5 1-128 0,-2 1 192 16,-1 2-64-16,-2-3-128 0,-3 0 176 0,-2 1-176 15,1-2 0-15,-3-1-176 0,-3-2 0 0,0 1 0 16,1-2-16-16,0-1 0 16,0-1 0-16,2-3 0 0,1 0 192 0,2 1 0 15,0-1 0-15,10 0-128 0,0 0 128 0,0 0 0 0,0 0-144 0,0 0 144 16,0 0 0-16,0 0-176 0,11 6 176 0,-1 1-128 15,2-2 128-15,1 2 0 0,0-1 0 0,1 2 128 16,-1-3 0-16,2 2 0 0,-2-2 0 0,-1 0 0 16,-1 0-128-16,0 1 0 0,-11-6 0 0,10 6 0 31,-1-2-944-31,0 0-208 0,-9-4-32 16,0 0-8864-16,0 0-1760 0</inkml:trace>
  <inkml:trace contextRef="#ctx0" brushRef="#br0" timeOffset="62668.31">29255 18649 23375 0,'0'0'1024'0,"0"0"240"0,0 0-1008 0,0 0-256 0,0 0 0 0,0 0 0 0,0 0 1600 0,0 0 256 15,0 0 64-15,0 0 16 0,0 0-464 0,2 13-112 16,-2-13-16-16,0 13 0 0,1-1-272 0,0-1-64 15,1 0-16-15,-1-1 0 0,-1-1-352 0,1 3-64 16,-1-4 0-16,2 2-16 0,-1 0-240 0,0 1-64 16,-1 0 0-16,1-1 0 0,-1-10-256 0,2 11 0 15,0-2 0-15,-2-9 0 16,0 9-1696-16,0-9-288 0,0 0-64 0,0 10-14384 0</inkml:trace>
  <inkml:trace contextRef="#ctx0" brushRef="#br0" timeOffset="63980.02">29478 17994 4607 0,'0'0'400'0,"0"0"-400"15,0 0 0-15,0 0 0 0,0 0 3472 0,0 0 624 16,0 0 112-16,0 0 16 16,0 0-1984-16,0 0-416 0,0 0-80 0,0 0-16 15,0 0-448-15,0 0-112 0,0 0-16 0,0 0 0 0,-9 0-448 0,9 0-80 16,0 0-32-16,0 0 0 0,0 0-128 0,-6 8-16 15,6-8-16-15,-3 11 0 0,3-11 144 16,-3 14 16-16,2 2 16 0,2 2 0 0,3 0-160 0,-1 2-48 16,0 1 0-16,1 0 0 0,1 2-112 15,1-2-32-15,-2-2 0 0,3 4 0 0,-1-4-128 16,1 1-128-16,1-3 192 16,-2 0-192-16,1-3 176 0,-1 0-176 15,-1-2 160-15,3-2-160 0,-1-2 0 0,-1-1 0 0,-6-7 0 0,7 8 0 0,-7-8 192 0,0 0-48 0,0 0-16 0,0 0 0 16,8-6 320-16,-8 6 48 0,6-9 16 0,2-3 0 15,-2 2 0-15,0-4 16 0,-2-2 0 0,1 0 0 16,1-1-272-16,-1 1-64 0,1-5-16 0,-2 0 0 16,-2-3-176-16,1 1 160 0,-1-3-160 0,1 1 160 15,-2 2-160-15,1-1 128 0,-1 5-128 0,0 2 128 16,-1 1-128-16,0 4 0 0,2 0 0 0,-2 12-176 31,0 0-240-31,0 0-48 0,0 0-16 0,0 0 0 16,0 0-1296-16,0 0-256 0,5 12-48 0,0 0-9248 15,0 1-1856-15</inkml:trace>
  <inkml:trace contextRef="#ctx0" brushRef="#br0" timeOffset="64187.9">29812 18336 29999 0,'0'0'1328'0,"0"0"272"0,0 0-1280 0,0 13-320 0,-1-2 0 0,2 2 0 0,3-3 496 0,0 0 16 0,-4-10 16 0,4 13 0 16,-2 3-240-16,1-4-48 0,-3 0-16 0,0-12 0 31,0 0 64-31,0 0 16 0,0 0 0 0,0 0 0 16,0 0-512-16,0 0-112 0,0 0 0 0,0 0-14384 15</inkml:trace>
  <inkml:trace contextRef="#ctx0" brushRef="#br0" timeOffset="64346.64">29841 18134 13823 0,'0'0'1216'0,"0"0"-960"0,0 0-256 0,-4 10 0 0,0 1 5168 0,4-11 976 15,-1 10 208-15,1 2 48 0,0-12-4928 0,1 13-992 16,-1-13-192-16,1 10-32 15,-1-10-1792-15,0 0-368 0,4 14-64 0</inkml:trace>
  <inkml:trace contextRef="#ctx0" brushRef="#br0" timeOffset="64957.49">30245 18289 25567 0,'0'0'1136'0,"0"0"224"15,0 0-1088-15,0 0-272 0,0 0 0 0,0 0 0 0,0 0 624 0,0 0 64 0,5-9 16 0,-5 9 0 16,0 0 720-16,13 0 160 0,0-1 16 0,0 2 16 15,0 0-96-15,6 2-32 0,0 0 0 0,2-1 0 0,1 2-416 0,3 0-96 16,0-1-16-16,-1-1 0 0,1 2-480 0,0 0-96 31,0 0-32-31,-3 0 0 0,-1 0-352 0,-3-2 0 0,-2 0 0 0,-1-1 0 32,-2 0-1456-32,-1-2-208 0,-12 1-32 0,0 0-16 15,0 0-1632-15,0 0-336 0,0 0-64 0</inkml:trace>
  <inkml:trace contextRef="#ctx0" brushRef="#br0" timeOffset="65140.39">30480 18199 5519 0,'0'0'496'0,"0"0"-496"16,0 0 0-16,0 0 0 0,10 4 6496 0,4 3 1200 15,6 0 240-15,-2-1 64 0,2-2-5360 0,-1 2-1056 0,1-1-224 0,-1 2-32 16,1-1-304-16,-4 1-64 0,-2-1-16 0,-1 1 0 16,-1 1-592-16,1 1-112 0,-3-3-32 0,-3 2 0 15,-3 3-208-15,-3-2 0 16,-1 2 0-16,-4 1 0 0,-3 1-480 15,-2 2 16-15,-2-2 0 0,-2 1 0 0,-3 3-192 16,-2 0-48-16,-2-2 0 0,-1 1 0 0,0 1-112 0,3-4-16 31,1 0-16-31,3-2 0 0,0-4-1248 0,4-1-240 0,10-6-48 0,0 0-11120 0</inkml:trace>
  <inkml:trace contextRef="#ctx0" brushRef="#br0" timeOffset="65412.21">31015 18253 14735 0,'0'0'1312'0,"0"0"-1056"16,0 0-256-16,-1 11 0 0,-1 1 4112 0,-2 1 768 16,1 0 160-16,-1 3 16 0,-2 2-3392 0,-1-1-672 15,1 3-144-15,-1-1-16 0,1-1 80 0,2 1 32 16,1-4 0-16,3 1 0 0,3-2 16 0,1 1 16 16,-1-6 0-16,5-1 0 0,1-3-496 0,3-3-96 15,1-2-32-15,1-2 0 0,3-5-192 0,3-2-32 16,-4-3-128-16,1 1 192 0,0-2-16 0,1-2-16 0,-3 0 0 0,0-1 0 15,-2 2-160-15,-3 1 0 0,-2 0 0 0,-3-2 0 32,-5 2-208-32,-1 1-80 0,-6 1-16 15,-3 2 0-15,-2-1-128 16,-2 4-16-16,-3-1-16 0,-3 2 0 0,-3 0-1088 0,-2 1-224 16,0 0-32-16,1 2-15184 0</inkml:trace>
  <inkml:trace contextRef="#ctx0" brushRef="#br0" timeOffset="68013.85">32035 18406 20271 0,'0'0'1792'0,"0"0"-1424"0,0 0-368 0,0 0 0 15,0 0 2240-15,0 0 368 0,0 0 80 0,0 0 0 0,3 6-832 0,-3-6-192 16,0 0-16-16,0 0-16 0,0 0-368 0,0 0-80 16,0 0-16-16,0 0 0 0,0 0-272 0,0 0-64 15,0 0-16-15,0 0 0 0,0 0-240 0,0 0-32 16,0 0-16-16,-6-11 0 0,4 3-224 0,-2-2-48 16,1 0-16-16,-1-2 0 0,0 0-96 0,-1 0-16 15,0-2 0-15,0-3 0 0,-3 0-128 0,3-2 0 16,-1-6 0-16,-3 1 0 0,0-2 128 0,0-5-128 0,-3-7 0 0,2-1 128 15,-2-1-128-15,2-2 0 0,-2-1 0 0,2 2 0 16,-2-2 0-16,1 0 0 0,0 2 0 0,-1-2 0 16,0-2 0-16,-2 0 0 0,1 3 0 0,0 0 0 15,1 3 0-15,0 3 0 0,2 0 0 0,0 4 0 16,-1-1 0-16,2 5 0 0,0 2 0 0,1 2 0 16,0 3 0-16,0 4 0 0,1-2 0 0,0 4 0 15,-1 2 0-15,2 3 0 0,0-1 0 0,1 4 0 31,0 3 0-31,5 4 0 0,-5-7 0 0,5 7 0 16,-5-8 0-16,5 8 0 0,0 0 0 0,0 0 0 0,0 0-208 0,0 0-32 16,0 0 0-16,0 0 0 0,0 0 64 0,0 0 16 15,0 0 0-15,0 0 0 0,0 0 160 0,0 0-160 16,0 0 160-16,0 0-160 0,0 0 160 0,0 0-128 16,0 0 128-16,0 0-128 0,0 0 128 0,1 12-160 0,-1-12 160 0,0 0-160 0,0 0 16 15,0 12 0-15,0-12 0 0,0 0 0 0,0 0 144 16,0 0-160-16,0 0 160 0,0 0-160 0,0 0 160 0,0 0-192 15,0 0 192-15,0 0-192 0,0 0 192 0,0 0-208 16,0 0 80-16,0 0 128 0,0 0-256 0,0 0 80 16,0 0 16-16,0 0 0 0,0 0 160 0,0 0-128 15,0 0 128-15,0 0-128 0,0 0 128 0,0 0 0 16,0 0 0-16,0 0-128 0,4 16 128 0,-3 2 0 16,-2-3 0-16,-3 4-128 0,-1 4 128 0,-3 3 0 0,-1 0 128 15,-2 2-128-15,1-1 128 0,-2-1-128 0,-1 0 128 16,-1 0-128-16,1-2 128 0,0-2-128 0,0-3 160 0,0-2-160 15,1-5 192-15,0 0-64 0,3-3-128 0,0-2 192 32,1-5-608-32,2-3-128 0,6 1-32 15,-6-5 0-15,2-6-2880 0,2-2-592 0</inkml:trace>
  <inkml:trace contextRef="#ctx0" brushRef="#br0" timeOffset="68339.42">31678 17311 27359 0,'0'0'1216'0,"0"0"240"0,0 0-1168 0,0 0-288 0,13 8 0 0,-3-1 0 16,1-1 960-16,0 3 144 0,4 2 32 0,-1 3 0 0,0 2 0 0,2 3 0 16,1-2 0-16,-1 3 0 0,-1 1-288 0,1 1-48 15,-2-3-16-15,2 1 0 0,-2-1-192 0,-1 0-32 16,-2-4-16-16,0 2 0 0,1-2-288 0,-1-2-48 16,-4-3-16-16,-7-10 0 0,7 9-192 0,-7-9 128 15,0 0-128-15,0 0-12128 16,0 0-2480-16</inkml:trace>
  <inkml:trace contextRef="#ctx0" brushRef="#br0" timeOffset="80324.53">32078 17310 16639 0,'0'0'736'0,"0"0"160"0,0 0-720 0,0 0-176 0,0 0 0 0,0 0 0 0,0 0 896 0,0 0 128 0,0 0 48 0,0 0 0 16,0 0 656-16,0 0 128 15,0 0 16-15,0 0 16 0,0 0-480 0,0 0-80 0,3 12-32 0,-1 0 0 16,1 6-784-16,-1 1-144 0,1 7-48 0,0 3 0 15,-1 1-192-15,0 4-128 0,-1 31 128 0,0-6-128 16,0-3 0-16,-1-9 0 0,-1-4 0 0,1-4 0 16,0-5 0-16,0-4 0 0,0-4-192 0,1-3 64 15,1-3-192-15,-1-3-48 0,0-4 0 0,1-3 0 32,-2-10-848-32,0 0-160 0,0 0-32 0,0 0-16 15,0 0-1568-15,1-9-304 0</inkml:trace>
  <inkml:trace contextRef="#ctx0" brushRef="#br0" timeOffset="80632.03">32035 17451 14735 0,'0'-20'1312'0,"3"10"-1056"0,-1 1-256 0,2 0 0 0,1-2 3008 0,3 2 528 0,0 0 112 0,2 2 32 15,3 2-1824-15,2 3-384 0,-1 0-64 0,0 4 0 16,1 0-464-16,-1 3-96 0,0 1-16 0,-1 1 0 16,-1 1-240-16,-1 3-48 0,-1 0-16 0,-2 2 0 15,-2 2-352-15,-2 0-176 0,-1 2 160 0,-3 0-160 16,-3 0 0-16,-2 3-128 0,-1 1-16 0,-5 1 0 15,-1-3-176-15,-1 4-48 0,-2-4 0 0,0-1 0 32,1 1-128-32,0-4-16 0,-1-3-16 0,1-2 0 0,1 1 160 0,1-5 48 15,1-6 0-15,1 2 0 0,10-2 192 0,-10 0 128 0,1-2-160 0,9 2 160 0,-7-6-144 0,7 6 144 16,0 0-128-16,0 0 128 0,-1-11-128 0,1 11 128 16,0 0-128-16,0 0 128 0,0 0 0 0,13 2-128 31,0 2 128-31,1 3 0 0,-1 4 0 0,2-2 0 0,-1 3 144 0,1 1-144 15,-1 0 240-15,0 1-64 0,1-2-16 0,-1 0 0 16,2-1-160-16,-2-3 0 0,-1 0 0 16,0 1 0-16,-3-2-1216 0,3-2-288 0,-1-1-48 15,-3-2-7392-15,-9-2-1472 0</inkml:trace>
  <inkml:trace contextRef="#ctx0" brushRef="#br0" timeOffset="80932.11">32290 17778 1839 0,'0'0'0'0,"0"0"160"0,0 0-160 0,0 0 0 0,4-8 0 15,2 0 0-15,0 2 6176 0,3-1 1200 0,2 2 240 0,2 1 64 0,0 0-5376 0,1 2-1056 16,0-1-224-16,1 3-32 16,-2 0-144-16,0 3-16 15,0 1-16-15,0 1 0 0,0-1-560 0,0 0-96 16,-1 1-32-16,-2-2 0 16,-10-3-768-16,12 6-176 0,-12-6-16 0,0 0-16 15,0 0-2064-15,0 0-416 0,10 8-64 0</inkml:trace>
  <inkml:trace contextRef="#ctx0" brushRef="#br0" timeOffset="83518.8">32417 17765 1839 0,'0'0'160'0,"0"0"-160"0,0 0 0 0,0 0 0 16,0 0 5072-16,0 0 992 0,0 0 192 0,0 0 32 0,0 0-4000 0,0 0-816 15,0 0-144-15,0 0-48 0,-3 12-448 0,2 1-112 16,0 0-16-16,-1 0 0 0,2 1-448 0,0 2-112 15,-1 0-16-15,-1 2 0 0,0 1-128 0,1 1 0 16,0-1 0-16,-1 1 0 0,1-2 0 16,0 0-144-16,-3 1 0 0,2-4 0 15,1 1-2272-15,0 1-448 0,0-4-80 16</inkml:trace>
  <inkml:trace contextRef="#ctx0" brushRef="#br0" timeOffset="84011.76">32588 17581 19295 0,'0'0'848'0,"0"0"176"0,0 0-816 0,0 0-208 0,0 0 0 0,0 0 0 0,4 11 1488 0,-2 2 256 0,1 1 48 0,-2 4 16 16,-1 2-816-16,-1 2-160 0,0 3-48 0,-1 0 0 16,0 2-432-16,-2-1-96 0,0 1 0 0,0-1-16 15,0-1-240-15,0-3 176 0,0-2-176 0,2-1 160 16,0-2-32-16,1-1 0 0,0-3 0 0,-1-1 0 15,2-12 64-15,0 9 0 0,0-9 0 0,0 0 0 16,0 0-192-16,0 0 192 0,0 0-192 0,0 0 192 16,11-9-192-16,-1-2 0 0,-1-2 0 0,2 0 0 15,-2 2-192-15,0-1-80 16,0 1-16-16,0 0 0 0,2 2 128 0,-3 3 32 16,-8 6 0-16,0 0 0 0,0 0 128 0,11 3 176 0,-4 4-48 0,-2 3 0 15,-1 3 96-15,-2 0 16 0,0 4 0 0,-2-1 0 16,-2 2-240-16,1-3 128 0,0 0-128 0,0-2 0 15,-2 0 256-15,2-1-64 16,-2-2 0-16,3-10 0 16,0 0-64-16,0 0 0 0,-1 11-128 0,1-11 192 15,0 0-1808-15,0 0-368 0,0 0-80 0,2-11-16 0</inkml:trace>
  <inkml:trace contextRef="#ctx0" brushRef="#br0" timeOffset="84497.55">32850 17618 11967 0,'0'0'1072'0,"0"0"-864"16,0 0-208-16,0 0 0 0,0 0 3600 0,13 1 688 0,-1 2 128 15,-1-1 16-15,1 1-2704 0,1-2-528 0,1 2-112 0,1-1-32 16,0 1-96-16,1 1 0 0,1-3-16 0,0 4 0 0,-1-2-592 0,-7 0-112 15,1-1-32-15,1 1 0 16,0-1-720-16,0 1-160 0,-2 0-32 0</inkml:trace>
  <inkml:trace contextRef="#ctx0" brushRef="#br0" timeOffset="84665.4">32852 17782 10127 0,'0'0'448'0,"0"0"96"16,0 0-544-16,13 1 0 0,2 2 0 0,0-3 0 0,2 0 4928 16,3 0 896-16,1 0 160 0,0 0 32 0,-1 1-4400 0,-8 1-880 0,3-1-176 0,0 1-48 15,1-2-208-15,-1 3-48 0,1 1-16 0</inkml:trace>
  <inkml:trace contextRef="#ctx0" brushRef="#br0" timeOffset="85989.31">32137 18409 21823 0,'0'0'960'0,"0"0"208"0,0 0-928 16,-4-5-240-16,4 5 0 0,0 0 0 0,0 0 1120 0,0 0 176 0,0 0 48 0,0 0 0 16,0 0 64-16,0 0 0 0,-4 9 16 0,1 3 0 0,2 2-400 0,1-4-96 15,-1 4-16-15,-1 1 0 0,1 2-416 0,1 3-96 32,0-1-16-32,0 3 0 0,0 1-192 0,-1 17-64 15,-1-5 0-15,2-2 0 0,0-6-128 0,0-1 0 16,0-6 0-16,0-1 0 15,-1 0-960-15,0-4-112 0,-1-2-16 0,1-2-16 16,1-11-1936-16,-1 9-384 0,1-9-80 0</inkml:trace>
  <inkml:trace contextRef="#ctx0" brushRef="#br0" timeOffset="86334.11">32113 18405 7359 0,'0'0'656'15,"13"-1"-528"-15,2 0-128 0,4 1 0 0,6 1 5312 0,1 0 1024 16,1 0 192-16,-2 2 64 0,-3 4-4608 0,-2-3-896 16,-3 5-192-16,-4-2-48 0,-4 4-624 0,-3 1-224 0,0-3 144 0,-4 4-144 15,0 1 0-15,-4 0-176 0,-2 1 16 0,-2 0 0 16,-3 1 32-16,0 1 0 0,-3-1 0 0,0-1 0 16,-1 0-64-16,1-2-16 0,-2 0 0 0,0-3 0 15,-1-1 32-15,2-1 16 0,2-3 0 0,-1-2 0 16,0 0 160-16,3-1-192 0,9-2 192 0,-8 1-192 15,8-1 192-15,0 0 176 16,0 0-48-16,0 0 0 0,0 0 160 0,0 0 32 0,0 0 0 0,0 0 0 16,4 12-160-16,1-1-32 0,0-1 0 0,3-1 0 0,3 0 0 0,0 0 0 15,0 1 0-15,1-1 0 0,-1 0-128 16,1-1 192 0,0-3-192-16,-2 0 192 0,1 0-192 0,0-1 0 0,2 3 0 0,-1-6 0 31,0 0-1024-31,-2-1-272 0,-1-1-64 0,1-3-12656 15</inkml:trace>
  <inkml:trace contextRef="#ctx0" brushRef="#br0" timeOffset="86616.64">32468 18687 32415 0,'0'0'1440'0,"0"0"288"0,13 4-1376 0,0-3-352 0,-1 4 0 0,-12-5 0 0,13 3 656 0,-13-3 64 16,10 8 16-16,-10-8 0 0,5 11-464 0,-5 1-80 0,-1-1-32 0,-3 0 0 16,-1 1-160-16,-2 1-224 0,-1 0 48 0,-1-1 16 31,-2 0-560-31,2-2-112 0,-1-2-32 0,4 0 0 0,6-8 480 0,-7 6 112 16,7-6 16-16,0 0 0 0,0 0 256 0,0 0 272 0,0 0-48 0,0 0-16 15,0 0-32-15,12 4-16 16,0-3 0-16,0 1 0 0,-2 0 16 0,2-2 0 0,1-2 0 0,0 2 0 15,0 0-432-15,0-2-96 0,-1 1-16 0</inkml:trace>
  <inkml:trace contextRef="#ctx0" brushRef="#br0" timeOffset="86930.72">32865 18397 3679 0,'0'0'320'16,"0"0"-320"-16,0 0 0 0,0 0 0 15,0 0 5760-15,0 0 1088 0,0 0 224 0,0 0 32 0,-11 9-5392 0,0 5-1088 16,0 1-224-16,-1 9-32 0,-1 2-112 0,-3 5 0 16,-1 4-16-16,0 3 0 0,2 0-240 0,-1 1 0 0,-1-1 128 0,3-2-128 15,-1 1 0-15,4-6 0 0,-1-1 0 0,3-3 0 32,2-4-1488-32,5-4-304 0,0-3-48 0</inkml:trace>
  <inkml:trace contextRef="#ctx0" brushRef="#br0" timeOffset="87108.89">33022 18469 4607 0,'0'0'192'0,"0"0"64"0,0 0-256 0,-8 8 0 16,2 4 0-16,-1 2 0 0,0 2 7280 0,0 3 1408 0,0 5 272 0,-1 3 64 0,-1 3-7296 0,0 1-1456 15,-1 3-272-15,1-3 0 0,-2 1 0 0,1-1 0 31,-2-1 0-31,3 0 0 16,0-1-2160-16,1 1-432 0</inkml:trace>
  <inkml:trace contextRef="#ctx0" brushRef="#br0" timeOffset="87338.45">33160 18611 19343 0,'0'0'1728'0,"0"0"-1392"0,4-10-336 0,-4 10 0 15,8-8 3712-15,-8 8 688 0,0 0 128 0,0 0 16 0,10 1-3072 0,-10-1-640 0,7 9-112 0,-2 3-16 16,-2 2-48-16,-1 5 0 0,-1-2 0 16,-1 2 0-16,0 2-432 0,0 1-96 0,2-4 0 0,-2 2-128 31,-2 0-752-31,1-2-256 0,0-1-48 0,-2-4-16 15,1 0-2112-15,-2-3-416 0,4-10-96 0</inkml:trace>
  <inkml:trace contextRef="#ctx0" brushRef="#br0" timeOffset="87665">33200 18416 29823 0,'10'-16'1328'0,"-3"9"272"0,3 1-1280 0,0-1-320 0,3 2 0 0,0 3 0 16,0-1 1776-16,1 3 288 0,2 3 64 0,0-2 16 0,-1 4-720 0,-2 2-144 15,-1 0-16-15,-1 4-16 0,-2 1-672 0,-1 2-128 32,-3 2-16-32,-1 3-16 0,-2-2-416 0,-2 3-304 0,-2-1 48 0,-2 1 16 31,-1-1-336-31,-2 0-64 0,-2-2 0 0,0-2-16 16,0-2 48-16,-2-1 16 0,-2 0 0 0,1-6 0 0,1 1 192 15,0-3 32-15,2-2 16 0,9-2 0 0,-10 0 352 0,10 0 0 0,0 0 0 0,0 0 0 0,0 0 0 0,0 0 240 16,0 0-16-16,0 0 0 0,8-5 112 0,-8 5 32 15,13-1 0-15,0 3 0 0,-2 4-64 0,0 0-16 16,-1 3 0-16,1 2 0 0,-2 0-288 0,-1 2 160 0,-3-1-160 16,1 0 128-16,1 0-416 0,-2-2-96 0,-1 2 0 0,-4-12-16 31,4 10-2992-15,-2 1-576-16</inkml:trace>
  <inkml:trace contextRef="#ctx0" brushRef="#br0" timeOffset="88071.9">33539 18571 2751 0,'0'0'256'0,"0"0"-256"0,0 0 0 15,0 0 0-15,0 0 7264 0,12-3 1408 0,-1 3 288 0,-1 0 48 16,-10 0-6256-16,7 0-1232 0,-1 1-256 0,1 1-48 16,-1 2-160-16,1-2-32 0,-2 2 0 0,0 0 0 15,0 1-608-15,2 4-128 0,-3 1-32 0,-2 0 0 16,-2-10-400-16,-1 13-96 0,-3 0-16 0,0 0 0 16,-1-1-448-16,1-4-80 15,-1 1-32-15,-2 1 0 0,1-1 176 0,-1 2 16 0,1-1 16 16,-1-2 0-16,1 0 432 0,-3 4 176 0,5-2-128 0,4-10 128 0,0 0 304 0,4 9 144 15,-4-9 16-15,6 4 16 0,2 1 96 0,0-2 32 16,0-1 0-16,-1 2 0 0,3-1-80 0,-3 1-16 16,1-2 0-16,4 4 0 15,-12-6-192-15,8 6-64 0,-8-6 0 16,0 0 0-16,1 12-80 0,-2-2-32 0,-3 0 0 0,-3-1 0 16,-1 1-144-16,3-3 0 0,-3 0 0 0,-1 1 0 0,-2 1-384 0,-1 2 0 0,-1-1 0 0,0 1 0 31,0-2-1200-31,-9 4-240 0,6-5-48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4.208"/>
    </inkml:context>
    <inkml:brush xml:id="br0">
      <inkml:brushProperty name="width" value="0.05" units="cm"/>
      <inkml:brushProperty name="height" value="0.05" units="cm"/>
    </inkml:brush>
  </inkml:definitions>
  <inkml:trace contextRef="#ctx0" brushRef="#br0">53 120 919 0 0,'22'6'67'0'0,"-20"-7"107"0"0,0 0-1 0 0,0 0 1 0 0,0 0-1 0 0,0-1 1 0 0,0 1-1 0 0,-1 0 1 0 0,1-1-1 0 0,0 1 1 0 0,-1-1-1 0 0,1 0 1 0 0,-1 0-1 0 0,1 0 1 0 0,-1 1-1 0 0,2-5 1 0 0,1 0 1046 0 0,35-54 5402 0 0,-26 27 2522 0 0,-30 39-8153 0 0,13-2-892 0 0,-1 0-1 0 0,1 0 1 0 0,0 0 0 0 0,1 1 0 0 0,-1 0-1 0 0,1 0 1 0 0,0 0 0 0 0,0 0-1 0 0,0 0 1 0 0,-3 9 0 0 0,-2 9 31 0 0,-7 29 0 0 0,10-30-24 0 0,-17 69-45 0 0,4 1 0 0 0,5 0 1 0 0,-4 150-1 0 0,16-206-61 0 0,2 0 0 0 0,1 0 0 0 0,2 0 0 0 0,1 0 0 0 0,17 58 0 0 0,-10-58-149 0 0,15 54-943 0 0,-23-74 870 0 0,-1 0 0 0 0,-1 0 0 0 0,1 25 0 0 0,-3-39-113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4.957"/>
    </inkml:context>
    <inkml:brush xml:id="br0">
      <inkml:brushProperty name="width" value="0.05" units="cm"/>
      <inkml:brushProperty name="height" value="0.05" units="cm"/>
    </inkml:brush>
  </inkml:definitions>
  <inkml:trace contextRef="#ctx0" brushRef="#br0">1 108 11255 0 0,'0'0'6591'0'0,"0"3"-6015"0"0,8 67 780 0 0,3 43-591 0 0,-10-94-673 0 0,10 97 297 0 0,-9-102-333 0 0,1 0 0 0 0,0-1 0 0 0,1 1-1 0 0,1-1 1 0 0,0 0 0 0 0,8 14 0 0 0,-5-18 12 0 0,-5-7-56 0 0,7 4 68 0 0,-8-5-60 0 0,0 0 1 0 0,0-1-1 0 0,0 1 0 0 0,0-1 0 0 0,1 0 1 0 0,-1 0-1 0 0,0 0 0 0 0,0 0 0 0 0,0 0 1 0 0,0 0-1 0 0,1 0 0 0 0,-1-1 0 0 0,0 1 1 0 0,3-2-1 0 0,-1 1 34 0 0,0-1 1 0 0,1 0 0 0 0,-1 0-1 0 0,0-1 1 0 0,0 1-1 0 0,5-5 1 0 0,-1-1 76 0 0,0 1 1 0 0,-1-2-1 0 0,1 1 1 0 0,-1-1-1 0 0,5-10 1 0 0,6-11 193 0 0,-2-1 0 0 0,-1-1 1 0 0,-2 0-1 0 0,19-66 0 0 0,-23 57-725 0 0,-1-1-1 0 0,-2 0 0 0 0,1-73 1 0 0,-6 106-824 0 0,-1 6-135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5.567"/>
    </inkml:context>
    <inkml:brush xml:id="br0">
      <inkml:brushProperty name="width" value="0.05" units="cm"/>
      <inkml:brushProperty name="height" value="0.05" units="cm"/>
    </inkml:brush>
  </inkml:definitions>
  <inkml:trace contextRef="#ctx0" brushRef="#br0">4 54 3679 0 0,'0'0'11135'0'0,"-1"3"-10472"0"0,0 4-461 0 0,0-1 0 0 0,1 1 1 0 0,-1 0-1 0 0,1 0 1 0 0,1 0-1 0 0,-1 0 1 0 0,1 0-1 0 0,0 0 0 0 0,1-1 1 0 0,2 9-1 0 0,-3-13-42 0 0,5 2 22 0 0,1 2-28 0 0,-4-5-113 0 0,-1 0-1 0 0,1 0 1 0 0,-1 0 0 0 0,1-1-1 0 0,-1 1 1 0 0,1 0 0 0 0,0-1-1 0 0,-1 0 1 0 0,1 0 0 0 0,0 1-1 0 0,-1-1 1 0 0,1-1-1 0 0,0 1 1 0 0,-1 0 0 0 0,1-1-1 0 0,-1 1 1 0 0,1-1 0 0 0,0 0-1 0 0,-1 0 1 0 0,4-2-1 0 0,-3 1 59 0 0,0 0 0 0 0,0 0 0 0 0,0 0 0 0 0,0-1 0 0 0,0 0 0 0 0,0 1-1 0 0,-1-1 1 0 0,1 0 0 0 0,-1 0 0 0 0,0 0 0 0 0,0-1 0 0 0,0 1 0 0 0,0 0-1 0 0,1-6 1 0 0,-2 7 0 0 0,0 0 0 0 0,0-1 0 0 0,-1 1 0 0 0,1-1 0 0 0,-1 1 0 0 0,0-1 0 0 0,0 1 0 0 0,0-1 0 0 0,0 1 0 0 0,0-1 0 0 0,0 1 0 0 0,-1-1 0 0 0,1 1 0 0 0,-2-5 0 0 0,-1 0 57 0 0,0 0-1 0 0,-1 0 1 0 0,-6-9 0 0 0,7 12-119 0 0,-1-4-10 0 0,-3 1 153 0 0,1 1-1860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5.910"/>
    </inkml:context>
    <inkml:brush xml:id="br0">
      <inkml:brushProperty name="width" value="0.05" units="cm"/>
      <inkml:brushProperty name="height" value="0.05" units="cm"/>
    </inkml:brush>
  </inkml:definitions>
  <inkml:trace contextRef="#ctx0" brushRef="#br0">127 0 13503 0 0,'0'0'2384'0'0,"-7"4"-294"0"0,2-2-1849 0 0,0 1 1 0 0,1 0 0 0 0,0 0 0 0 0,-1 0 0 0 0,1 1 0 0 0,1-1 0 0 0,-1 1 0 0 0,0 0 0 0 0,1 0-1 0 0,0 0 1 0 0,0 0 0 0 0,0 1 0 0 0,-4 7 0 0 0,-1 6 15 0 0,0 0 1 0 0,-6 26-1 0 0,5-14-97 0 0,1 1 0 0 0,-6 57-1 0 0,13-69-370 0 0,0 1 0 0 0,1-1-1 0 0,1 0 1 0 0,1 0 0 0 0,1 0-1 0 0,5 19 1 0 0,-6-32-318 0 0,0 1-1 0 0,0-1 1 0 0,1 0-1 0 0,0 0 0 0 0,5 9 1 0 0,5 3-1318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6.270"/>
    </inkml:context>
    <inkml:brush xml:id="br0">
      <inkml:brushProperty name="width" value="0.05" units="cm"/>
      <inkml:brushProperty name="height" value="0.05" units="cm"/>
    </inkml:brush>
  </inkml:definitions>
  <inkml:trace contextRef="#ctx0" brushRef="#br0">114 108 9671 0 0,'-36'54'827'0'0,"-10"16"749"0"0,40-59-153 0 0,0 0-1 0 0,1 1 1 0 0,0 0 0 0 0,-4 16-1 0 0,9-26-88 0 0,0-2-1325 0 0,0 0 0 0 0,0 0 1 0 0,0 0-1 0 0,0 0 0 0 0,1 0 1 0 0,-1 0-1 0 0,0 0 0 0 0,0 0 1 0 0,0 0-1 0 0,1 0 1 0 0,-1 0-1 0 0,0 0 0 0 0,0 0 1 0 0,0 0-1 0 0,1 1 0 0 0,-1-1 1 0 0,0 0-1 0 0,0 0 1 0 0,0 0-1 0 0,0 0 0 0 0,0 0 1 0 0,1 0-1 0 0,-1 1 0 0 0,0-1 1 0 0,0 0-1 0 0,0 0 1 0 0,0 0-1 0 0,0 0 0 0 0,0 1 1 0 0,0-1-1 0 0,1 0-3 0 0,-1 1 0 0 0,0-1 0 0 0,0 0 0 0 0,0 1 0 0 0,1-1 0 0 0,-1 0 0 0 0,0 1 0 0 0,0-1 0 0 0,0 0 0 0 0,1 0 0 0 0,-1 0 0 0 0,0 1 0 0 0,1-1 0 0 0,-1 0 0 0 0,0 0 0 0 0,1 0 0 0 0,-1 1 0 0 0,0-1 1 0 0,1 0-1 0 0,-1 0 0 0 0,0 0 0 0 0,1 0 0 0 0,-1 0 0 0 0,0 0 0 0 0,1 0 0 0 0,-1 0 0 0 0,0 0 0 0 0,1 0 0 0 0,-1 0 0 0 0,1 0 0 0 0,4 0 22 0 0,0-1-1 0 0,1 1 1 0 0,-1-1 0 0 0,0 0-1 0 0,0 0 1 0 0,0-1 0 0 0,0 1-1 0 0,0-1 1 0 0,0 0 0 0 0,7-5 0 0 0,-4 2 12 0 0,-1-1 0 0 0,1 0 0 0 0,-1 0 0 0 0,0-1 0 0 0,8-9 0 0 0,-9 9 4 0 0,-1 0 0 0 0,1-1 0 0 0,-2 1 0 0 0,1-1 0 0 0,-1 0 0 0 0,0 0 0 0 0,-1 0-1 0 0,0-1 1 0 0,4-14 0 0 0,-6 16-26 0 0,0 1-1 0 0,0-1 0 0 0,-1 0 1 0 0,0 1-1 0 0,0-1 1 0 0,-1 1-1 0 0,0-1 0 0 0,0 0 1 0 0,0 1-1 0 0,-1 0 1 0 0,0-1-1 0 0,0 1 0 0 0,-6-11 1 0 0,-8-16-147 0 0,5 10-4285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6.598"/>
    </inkml:context>
    <inkml:brush xml:id="br0">
      <inkml:brushProperty name="width" value="0.05" units="cm"/>
      <inkml:brushProperty name="height" value="0.05" units="cm"/>
    </inkml:brush>
  </inkml:definitions>
  <inkml:trace contextRef="#ctx0" brushRef="#br0">76 0 4143 0 0,'1'2'319'0'0,"4"0"369"0"0,-1 1 0 0 0,0 1 0 0 0,0-1 0 0 0,0 1 0 0 0,0-1 0 0 0,-1 1 0 0 0,1 0 0 0 0,-1 1 0 0 0,0-1 0 0 0,0 0 0 0 0,4 10-1 0 0,-5-11-81 0 0,2 7 201 0 0,1 1-1 0 0,-2 0 0 0 0,0 0 1 0 0,0 0-1 0 0,0 0 1 0 0,-2 0-1 0 0,1 0 0 0 0,-1 19 1 0 0,-2 8-34 0 0,-7 45 0 0 0,3-49-799 0 0,-2 1-1 0 0,-2-1 1 0 0,0 0-1 0 0,-3-1 1 0 0,0 0-1 0 0,-3-1 1 0 0,-26 46-1 0 0,39-75-346 0 0,0 0-1 0 0,1 0 1 0 0,-1 0-1 0 0,-1-1 1 0 0,1 1-1 0 0,0-1 1 0 0,-5 5-1 0 0,-5 0-1386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6.926"/>
    </inkml:context>
    <inkml:brush xml:id="br0">
      <inkml:brushProperty name="width" value="0.05" units="cm"/>
      <inkml:brushProperty name="height" value="0.05" units="cm"/>
    </inkml:brush>
  </inkml:definitions>
  <inkml:trace contextRef="#ctx0" brushRef="#br0">0 30 11055 0 0,'2'1'4515'0'0,"1"1"-4185"0"0,0 0 0 0 0,0 0 0 0 0,0 0 0 0 0,0-1 0 0 0,0 1 0 0 0,0-1 0 0 0,1 0 0 0 0,-1 0 0 0 0,0 0 0 0 0,1 0 0 0 0,-1 0 0 0 0,1-1 0 0 0,-1 0 0 0 0,1 0 0 0 0,-1 0 0 0 0,5 0 0 0 0,7-2 32 0 0,1-1 0 0 0,22-6 0 0 0,-4 0 203 0 0,-1 2-364 0 0,45-8-9 0 0,-67 14-315 0 0,0 0 0 0 0,0 1-1 0 0,0 0 1 0 0,0 1 0 0 0,14 2-1 0 0,-23-3-431 0 0,4 1 537 0 0</inkml:trace>
  <inkml:trace contextRef="#ctx0" brushRef="#br0" timeOffset="1">125 138 8751 0 0,'3'2'5702'0'0,"14"5"-1999"0"0,29 7 0 0 0,57 8-3132 0 0,-62-14-810 0 0,-28-6-453 0 0,0-1 0 0 0,24 0-1 0 0,-3-1-5784 0 0,-17 1 583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7.270"/>
    </inkml:context>
    <inkml:brush xml:id="br0">
      <inkml:brushProperty name="width" value="0.05" units="cm"/>
      <inkml:brushProperty name="height" value="0.05" units="cm"/>
    </inkml:brush>
  </inkml:definitions>
  <inkml:trace contextRef="#ctx0" brushRef="#br0">59 179 15119 0 0,'-8'18'856'0'0,"-25"59"166"0"0,29-66-492 0 0,0 1-1 0 0,1 0 0 0 0,1 0 0 0 0,-3 20 0 0 0,5-28-468 0 0,1-1 0 0 0,-1 1 0 0 0,1-1 0 0 0,-1 1 0 0 0,1-1 0 0 0,0 1-1 0 0,0-1 1 0 0,3 6 0 0 0,-3-8-56 0 0,0-1 0 0 0,0 1-1 0 0,0-1 1 0 0,0 1-1 0 0,0 0 1 0 0,1-1 0 0 0,-1 0-1 0 0,0 1 1 0 0,0-1 0 0 0,1 0-1 0 0,-1 0 1 0 0,0 1 0 0 0,0-1-1 0 0,1 0 1 0 0,-1 0 0 0 0,0 0-1 0 0,0-1 1 0 0,3 1 0 0 0,-2 0 2 0 0,6-1 11 0 0,0-1-1 0 0,0 1 1 0 0,0-1-1 0 0,0 0 1 0 0,0-1-1 0 0,-1 0 1 0 0,1 0-1 0 0,-1-1 1 0 0,0 0-1 0 0,11-7 1 0 0,-3-1 289 0 0,0 0 1 0 0,-1 0-1 0 0,19-22 1 0 0,-29 29-195 0 0,1 0 0 0 0,-1-1 0 0 0,0 0 0 0 0,-1 1 0 0 0,0-1 0 0 0,0 0 0 0 0,0 0 0 0 0,0-1 0 0 0,-1 1 0 0 0,0-1 0 0 0,-1 1 0 0 0,1-1 0 0 0,0-9 0 0 0,-2 8-36 0 0,0 1 1 0 0,-1-1-1 0 0,1 0 1 0 0,-1 0-1 0 0,-1 0 1 0 0,0 1-1 0 0,0-1 1 0 0,0 1-1 0 0,-1 0 1 0 0,0-1-1 0 0,-6-8 1 0 0,9 15-94 0 0,-7-11 73 0 0,0 0 0 0 0,0 1 0 0 0,-1-1 0 0 0,-11-10 0 0 0,17 20-231 0 0,0 0-1 0 0,0 0 0 0 0,0-1 0 0 0,-1 2 0 0 0,1-1 0 0 0,-1 0 1 0 0,1 0-1 0 0,-1 1 0 0 0,0 0 0 0 0,0-1 0 0 0,0 1 0 0 0,0 0 1 0 0,1 0-1 0 0,-1 1 0 0 0,-1-1 0 0 0,1 1 0 0 0,0-1 0 0 0,0 1 1 0 0,0 0-1 0 0,0 0 0 0 0,0 0 0 0 0,0 1 0 0 0,0-1 0 0 0,-4 2 1 0 0,-5 2-7204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17.603"/>
    </inkml:context>
    <inkml:brush xml:id="br0">
      <inkml:brushProperty name="width" value="0.05" units="cm"/>
      <inkml:brushProperty name="height" value="0.05" units="cm"/>
    </inkml:brush>
  </inkml:definitions>
  <inkml:trace contextRef="#ctx0" brushRef="#br0">200 0 12895 0 0,'12'5'705'0'0,"-1"0"-1"0"0,0 0 0 0 0,0 1 0 0 0,16 11 1 0 0,-21-12 82 0 0,0 0 1 0 0,0 0 0 0 0,-1 1 0 0 0,0-1 0 0 0,0 1 0 0 0,-1 0-1 0 0,1 1 1 0 0,5 10 0 0 0,-1 3-254 0 0,-1 0-1 0 0,-1 1 0 0 0,-1 0 1 0 0,0 0-1 0 0,-2 0 0 0 0,3 36 1 0 0,-5-25-390 0 0,-2 1 1 0 0,-1-1-1 0 0,-9 60 1 0 0,2-55-198 0 0,-1-1 0 0 0,-2 0 0 0 0,-1-1 1 0 0,-2 0-1 0 0,-1-1 0 0 0,-2 0 0 0 0,-1-1 0 0 0,-1-1 0 0 0,-39 47 0 0 0,36-54-2200 0 0,0 0 1 0 0,-2-2-1 0 0,-43 32 0 0 0,21-23-5627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2.831"/>
    </inkml:context>
    <inkml:brush xml:id="br0">
      <inkml:brushProperty name="width" value="0.05" units="cm"/>
      <inkml:brushProperty name="height" value="0.05" units="cm"/>
    </inkml:brush>
  </inkml:definitions>
  <inkml:trace contextRef="#ctx0" brushRef="#br0">0 46 10079 0 0,'0'0'912'0'0,"2"-11"-736"0"0,4-22 5247 0 0,6 32-4159 0 0,-9 1-1197 0 0,0 1 1 0 0,1 0-1 0 0,-1 0 1 0 0,0 0-1 0 0,0 0 1 0 0,0 0 0 0 0,0 1-1 0 0,0-1 1 0 0,0 1-1 0 0,5 4 1 0 0,25 24 221 0 0,-16-12-253 0 0,-2 0 0 0 0,0 1-1 0 0,19 33 1 0 0,31 68 63 0 0,-64-118-96 0 0,198 475 161 0 0,-166-390-197 0 0,18 47-148 0 0,143 418-3346 0 0,-188-530 3272 0 0,0 1 1 0 0,-2 0-1 0 0,2 26 0 0 0,-5-32-65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3.175"/>
    </inkml:context>
    <inkml:brush xml:id="br0">
      <inkml:brushProperty name="width" value="0.05" units="cm"/>
      <inkml:brushProperty name="height" value="0.05" units="cm"/>
    </inkml:brush>
  </inkml:definitions>
  <inkml:trace contextRef="#ctx0" brushRef="#br0">845 1 10591 0 0,'-9'7'204'0'0,"-1"0"0"0"0,1 1 0 0 0,1 0-1 0 0,0 1 1 0 0,-10 11 0 0 0,-32 53 89 0 0,35-49 431 0 0,-67 111 972 0 0,5 3 0 0 0,-88 222 0 0 0,-120 250-1368 0 0,192-431 342 0 0,79-143-501 0 0,13-34-237 0 0,2-2-284 0 0,0 1 242 0 0,0 0 0 0 0,0-1 1 0 0,0 0-1 0 0,-1 1 0 0 0,1-1 1 0 0,0 1-1 0 0,0-1 1 0 0,1 0-1 0 0,-1 0 0 0 0,0 0 1 0 0,0 1-1 0 0,0-1 0 0 0,0 0 1 0 0,0 0-1 0 0,0 0 1 0 0,1-1-1 0 0,9-2-909 0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4.414"/>
    </inkml:context>
    <inkml:brush xml:id="br0">
      <inkml:brushProperty name="width" value="0.05" units="cm"/>
      <inkml:brushProperty name="height" value="0.05" units="cm"/>
    </inkml:brush>
  </inkml:definitions>
  <inkml:trace contextRef="#ctx0" brushRef="#br0">0 66 6447 0 0,'0'0'9542'0'0,"2"0"-8909"0"0,133-11 1538 0 0,215-26-877 0 0,-199 19-1342 0 0,-150 18-525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4.759"/>
    </inkml:context>
    <inkml:brush xml:id="br0">
      <inkml:brushProperty name="width" value="0.05" units="cm"/>
      <inkml:brushProperty name="height" value="0.05" units="cm"/>
    </inkml:brush>
  </inkml:definitions>
  <inkml:trace contextRef="#ctx0" brushRef="#br0">0 104 10135 0 0,'0'0'919'0'0,"2"0"-464"0"0,54-19 6477 0 0,8-3-3939 0 0,87-23-1492 0 0,-125 39-1411 0 0,1 2 0 0 0,0 0 0 0 0,0 2 0 0 0,34 1 0 0 0,-18 3-567 0 0,82 16 0 0 0,-114-16 238 0 0,-1 1 0 0 0,1 0 0 0 0,-1 1 0 0 0,16 8 0 0 0,1 5-4798 0 0,-18-9 3341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6.876"/>
    </inkml:context>
    <inkml:brush xml:id="br0">
      <inkml:brushProperty name="width" value="0.05" units="cm"/>
      <inkml:brushProperty name="height" value="0.05" units="cm"/>
    </inkml:brush>
  </inkml:definitions>
  <inkml:trace contextRef="#ctx0" brushRef="#br0">1 7 9935 0 0,'0'0'898'0'0,"9"-5"2214"0"0,-6 4-2951 0 0,0 1 0 0 0,0-1 1 0 0,0 1-1 0 0,0 0 0 0 0,0 0 0 0 0,0 0 1 0 0,0 1-1 0 0,0-1 0 0 0,0 1 1 0 0,-1-1-1 0 0,1 1 0 0 0,0 0 1 0 0,0 0-1 0 0,0 0 0 0 0,-1 1 0 0 0,1-1 1 0 0,-1 1-1 0 0,1-1 0 0 0,-1 1 1 0 0,0 0-1 0 0,1 0 0 0 0,1 2 1 0 0,7 7 63 0 0,0 1 1 0 0,17 23-1 0 0,-27-34-205 0 0,23 34 231 0 0,-1 1 0 0 0,-2 1 0 0 0,21 53 0 0 0,37 122 216 0 0,-41-105-399 0 0,40 126-640 0 0,-73-215-112 0 0,3 24 0 0 0,-8-40-881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7.204"/>
    </inkml:context>
    <inkml:brush xml:id="br0">
      <inkml:brushProperty name="width" value="0.05" units="cm"/>
      <inkml:brushProperty name="height" value="0.05" units="cm"/>
    </inkml:brush>
  </inkml:definitions>
  <inkml:trace contextRef="#ctx0" brushRef="#br0">713 1 13823 0 0,'-29'43'1126'0'0,"1"1"0"0"0,-38 84-1 0 0,57-110-891 0 0,-268 554 2117 0 0,29-2-2238 0 0,229-525-378 0 0,14-33-203 0 0,0 0 1 0 0,-1 0 0 0 0,-14 20-1 0 0,19-31-49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8.191"/>
    </inkml:context>
    <inkml:brush xml:id="br0">
      <inkml:brushProperty name="width" value="0.05" units="cm"/>
      <inkml:brushProperty name="height" value="0.05" units="cm"/>
    </inkml:brush>
  </inkml:definitions>
  <inkml:trace contextRef="#ctx0" brushRef="#br0">406 82 6911 0 0,'3'-14'732'0'0,"-3"10"-701"0"0,0 1 0 0 0,0 0-1 0 0,0 0 1 0 0,0 0-1 0 0,0 0 1 0 0,-2-4 0 0 0,2 5 371 0 0,-1 0 1 0 0,0 0 0 0 0,0 0 0 0 0,0 0 0 0 0,0 0-1 0 0,0 0 1 0 0,0 0 0 0 0,0 0 0 0 0,-1 0-1 0 0,1 1 1 0 0,-1-1 0 0 0,-2-2 0 0 0,2 2 48 0 0,0 1 0 0 0,0-1 0 0 0,-1 1 0 0 0,1 0 0 0 0,-1-1 0 0 0,1 1 0 0 0,-1 0 0 0 0,1 1 0 0 0,-1-1 0 0 0,-3 0 0 0 0,-19 0-724 0 0,8 4 353 0 0,-1 1 1 0 0,1 1 0 0 0,1 1-1 0 0,-1 0 1 0 0,1 1-1 0 0,-16 9 1 0 0,18-9-40 0 0,4-2-6 0 0,1 0-1 0 0,-1 1 1 0 0,1 0 0 0 0,0 0-1 0 0,0 1 1 0 0,0 1-1 0 0,1-1 1 0 0,1 1 0 0 0,-1 1-1 0 0,-6 10 1 0 0,10-14 19 0 0,1 0 0 0 0,0 1 0 0 0,0-1 0 0 0,1 1 0 0 0,0 0 0 0 0,0 0 0 0 0,0 0 0 0 0,1 0 0 0 0,-1 0 0 0 0,2 0-1 0 0,-1 0 1 0 0,1 1 0 0 0,0-1 0 0 0,0 0 0 0 0,0 0 0 0 0,1 0 0 0 0,0 1 0 0 0,0-1 0 0 0,4 9 0 0 0,0-2 36 0 0,0-1 0 0 0,1 0-1 0 0,0 0 1 0 0,1-1 0 0 0,0 1 0 0 0,14 15-1 0 0,60 53 195 0 0,-33-34-212 0 0,-45-43-71 0 0,1 1 0 0 0,-1-1 0 0 0,0 1-1 0 0,0 0 1 0 0,0 0 0 0 0,-1 0 0 0 0,1 1-1 0 0,-1-1 1 0 0,0 1 0 0 0,0-1 0 0 0,1 6 0 0 0,-3-7 5 0 0,1-1 0 0 0,-1 1 0 0 0,0 0 1 0 0,0 0-1 0 0,0-1 0 0 0,0 1 0 0 0,-1 0 1 0 0,1-1-1 0 0,-1 1 0 0 0,1 0 0 0 0,-1-1 0 0 0,0 1 1 0 0,0 0-1 0 0,0-1 0 0 0,-1 0 0 0 0,1 1 1 0 0,-1-1-1 0 0,1 0 0 0 0,-1 1 0 0 0,0-1 1 0 0,-2 2-1 0 0,-6 6 36 0 0,-1 0 0 0 0,-1-1 0 0 0,1 0 0 0 0,-1-1 1 0 0,-1-1-1 0 0,0 0 0 0 0,-15 7 0 0 0,-36 9-1261 0 0,0-7-4422 0 0,34-11-583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8.973"/>
    </inkml:context>
    <inkml:brush xml:id="br0">
      <inkml:brushProperty name="width" value="0.05" units="cm"/>
      <inkml:brushProperty name="height" value="0.05" units="cm"/>
    </inkml:brush>
  </inkml:definitions>
  <inkml:trace contextRef="#ctx0" brushRef="#br0">52 140 5983 0 0,'-16'2'640'0'0,"-19"-7"12002"0"0,51-2-10977 0 0,-7 2-1330 0 0,19-6-113 0 0,0 1 0 0 0,35-6 0 0 0,61-8 493 0 0,-59 13-578 0 0,208-33-1201 0 0,-183 36-1213 0 0,-60 10-63 0 0,-29-1 1411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49.301"/>
    </inkml:context>
    <inkml:brush xml:id="br0">
      <inkml:brushProperty name="width" value="0.05" units="cm"/>
      <inkml:brushProperty name="height" value="0.05" units="cm"/>
    </inkml:brush>
  </inkml:definitions>
  <inkml:trace contextRef="#ctx0" brushRef="#br0">31 0 11055 0 0,'0'0'852'0'0,"-1"2"-370"0"0,-2 7 355 0 0,0 1 0 0 0,1-1 0 0 0,0 1 0 0 0,-2 13 0 0 0,0 44 859 0 0,3-40-1427 0 0,-8 314 2060 0 0,8-302-2195 0 0,1-16-138 0 0,0 202 499 0 0,3-155-1409 0 0,15 82 1 0 0,-10-113-780 0 0,1-5-89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1.236"/>
    </inkml:context>
    <inkml:brush xml:id="br0">
      <inkml:brushProperty name="width" value="0.05" units="cm"/>
      <inkml:brushProperty name="height" value="0.05" units="cm"/>
    </inkml:brush>
  </inkml:definitions>
  <inkml:trace contextRef="#ctx0" brushRef="#br0">214 5 6447 0 0,'0'0'586'0'0,"-15"-4"2227"0"0,12 4-2502 0 0,-1 0 1 0 0,1 0-1 0 0,-1 1 0 0 0,0-1 1 0 0,1 1-1 0 0,-1 0 0 0 0,1 0 1 0 0,-1 1-1 0 0,1-1 0 0 0,0 1 0 0 0,0-1 1 0 0,-1 1-1 0 0,1 0 0 0 0,0 0 1 0 0,-2 3-1 0 0,-2 1-113 0 0,1 0 0 0 0,-1 0-1 0 0,1 0 1 0 0,1 1 0 0 0,-6 8 0 0 0,1 2 22 0 0,1 0 1 0 0,0 1-1 0 0,2 0 1 0 0,0 0-1 0 0,1 1 1 0 0,-6 29-1 0 0,-9 118 616 0 0,20-160-798 0 0,-18 276 978 0 0,27 0-728 0 0,-5-251-456 0 0,14 56 0 0 0,-14-74-134 0 0,2 1 0 0 0,0-1 0 0 0,0 0 0 0 0,1-1 0 0 0,0 1 0 0 0,12 16 0 0 0,-16-26 155 0 0,0-1 1 0 0,0 1-1 0 0,0-1 1 0 0,0 0-1 0 0,1 0 1 0 0,-1 0-1 0 0,1 0 1 0 0,-1 0 0 0 0,1 0-1 0 0,0 0 1 0 0,-1-1-1 0 0,1 0 1 0 0,0 1-1 0 0,0-1 1 0 0,0 0-1 0 0,0 0 1 0 0,0-1-1 0 0,0 1 1 0 0,1-1 0 0 0,-1 1-1 0 0,0-1 1 0 0,0 0-1 0 0,0 0 1 0 0,4-1-1 0 0,11-2-621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1.579"/>
    </inkml:context>
    <inkml:brush xml:id="br0">
      <inkml:brushProperty name="width" value="0.05" units="cm"/>
      <inkml:brushProperty name="height" value="0.05" units="cm"/>
    </inkml:brush>
  </inkml:definitions>
  <inkml:trace contextRef="#ctx0" brushRef="#br0">1 1 13359 0 0,'0'0'1424'0'0,"11"9"-1424"0"0,4 4 0 0 0,5 3 800 0 0,1 5 120 0 0,-2 5 16 0 0,1 2 8 0 0,-1 3-696 0 0,0 2-144 0 0,-1 6-24 0 0,-2 1-8 0 0,0 2-192 0 0,0 2-40 0 0,0 4 0 0 0,0 5-8 0 0,0 5-2016 0 0,-2 0-408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1.907"/>
    </inkml:context>
    <inkml:brush xml:id="br0">
      <inkml:brushProperty name="width" value="0.05" units="cm"/>
      <inkml:brushProperty name="height" value="0.05" units="cm"/>
    </inkml:brush>
  </inkml:definitions>
  <inkml:trace contextRef="#ctx0" brushRef="#br0">497 0 14887 0 0,'-1'2'680'0'0,"-46"76"285"0"0,21-32-404 0 0,-1-1 277 0 0,-165 297 1545 0 0,145-252-2334 0 0,-57 126-21 0 0,93-188-39 0 0,-22 63-1536 0 0,24-61 649 0 0</inkml:trace>
  <inkml:trace contextRef="#ctx0" brushRef="#br0" timeOffset="1">723 777 6911 0 0,'-17'53'408'0'0,"-5"17"2042"0"0,18-55-113 0 0,1 1 1 0 0,-2 23 0 0 0,5-38-2192 0 0,-1 0-1 0 0,1 0 1 0 0,0 0 0 0 0,0 0 0 0 0,0 0-1 0 0,0 0 1 0 0,0 0 0 0 0,0 0 0 0 0,0 0-1 0 0,0 0 1 0 0,1 0 0 0 0,-1 0 0 0 0,0 0-1 0 0,1 0 1 0 0,-1 0 0 0 0,0-1 0 0 0,1 1-1 0 0,-1 0 1 0 0,1 0 0 0 0,-1 0-1 0 0,2 1 1 0 0,-1-2-91 0 0,-1 0-1 0 0,1 0 1 0 0,0 0-1 0 0,-1 0 1 0 0,1 0-1 0 0,0 0 1 0 0,-1 0-1 0 0,1 0 1 0 0,0 0-1 0 0,-1 0 1 0 0,1 0-1 0 0,0 0 1 0 0,-1-1-1 0 0,1 1 1 0 0,-1 0-1 0 0,1 0 1 0 0,0-1-1 0 0,-1 1 1 0 0,1 0-1 0 0,-1-1 1 0 0,1 1-1 0 0,0-1 1 0 0,5-4 132 0 0,-1 1 0 0 0,1-1 1 0 0,8-11-1 0 0,3-6 130 0 0,0 0 1 0 0,20-37-1 0 0,-31 49-248 0 0,-1-2 1 0 0,0 1-1 0 0,-1 0 0 0 0,0-1 1 0 0,-1 0-1 0 0,0 1 0 0 0,0-1 1 0 0,0-15-1 0 0,-3 23-29 0 0,0-1 0 0 0,0 1 0 0 0,0-1 0 0 0,-1 1 0 0 0,0-1 0 0 0,0 1 0 0 0,0-1 0 0 0,0 1 0 0 0,-1-1 0 0 0,-2-3 0 0 0,3 6-41 0 0,0 0 0 0 0,0 0 0 0 0,-1 0 1 0 0,1 0-1 0 0,-1 0 0 0 0,1 0 0 0 0,-1 0 0 0 0,0 1 0 0 0,0-1 1 0 0,0 1-1 0 0,0 0 0 0 0,0-1 0 0 0,0 1 0 0 0,0 0 1 0 0,0 0-1 0 0,0 0 0 0 0,-1 0 0 0 0,1 1 0 0 0,0-1 1 0 0,-4 0-1 0 0,0 1-257 0 0,1-1 0 0 0,-1 2-1 0 0,0-1 1 0 0,0 0 0 0 0,0 1 0 0 0,1 0 0 0 0,-1 1 0 0 0,0-1 0 0 0,-9 5 0 0 0,-3 0-1032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2.251"/>
    </inkml:context>
    <inkml:brush xml:id="br0">
      <inkml:brushProperty name="width" value="0.05" units="cm"/>
      <inkml:brushProperty name="height" value="0.05" units="cm"/>
    </inkml:brush>
  </inkml:definitions>
  <inkml:trace contextRef="#ctx0" brushRef="#br0">1 92 455 0 0,'13'1'308'0'0,"26"0"0"0"0,41-8 12267 0 0,-50 4-7402 0 0,86-15-466 0 0,-64 7-4096 0 0,66-23-1 0 0,-92 27-617 0 0,30-6 1 0 0,-54 12-464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2.627"/>
    </inkml:context>
    <inkml:brush xml:id="br0">
      <inkml:brushProperty name="width" value="0.05" units="cm"/>
      <inkml:brushProperty name="height" value="0.05" units="cm"/>
    </inkml:brush>
  </inkml:definitions>
  <inkml:trace contextRef="#ctx0" brushRef="#br0">0 1 7367 0 0,'1'1'3756'0'0,"15"20"4427"0"0,-4 5-5065 0 0,5 30-3007 0 0,-13-41 398 0 0,47 189-158 0 0,-20-72-1402 0 0,57 150 0 0 0,-84-271 536 0 0,18 40-2245 0 0,-20-47 2402 0 0,0 0 1 0 0,0 0-1 0 0,1 0 0 0 0,-1 0 0 0 0,1-1 1 0 0,0 0-1 0 0,0 1 0 0 0,0-1 0 0 0,7 5 1 0 0,-10-8 181 0 0,1 0 1 0 0,-1 1-1 0 0,1-1 1 0 0,-1 0-1 0 0,1 1 1 0 0,0-1 0 0 0,-1 0-1 0 0,1 0 1 0 0,-1 1-1 0 0,1-1 1 0 0,0 0 0 0 0,-1 0-1 0 0,1 0 1 0 0,-1 0-1 0 0,1 0 1 0 0,0 0-1 0 0,-1 0 1 0 0,1 0 0 0 0,0 0-1 0 0,-1 0 1 0 0,1 0-1 0 0,-1-1 1 0 0,1 1-1 0 0,0 0 1 0 0,-1 0 0 0 0,1 0-1 0 0,0-1 1 0 0,6-9-3963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2.957"/>
    </inkml:context>
    <inkml:brush xml:id="br0">
      <inkml:brushProperty name="width" value="0.05" units="cm"/>
      <inkml:brushProperty name="height" value="0.05" units="cm"/>
    </inkml:brush>
  </inkml:definitions>
  <inkml:trace contextRef="#ctx0" brushRef="#br0">428 73 7367 0 0,'13'-72'4506'0'0,"-15"72"-4086"0"0,-1 0 0 0 0,1 1 0 0 0,-1 0 1 0 0,1-1-1 0 0,0 1 0 0 0,0 0 0 0 0,-1 0 1 0 0,1 0-1 0 0,0 1 0 0 0,0-1 0 0 0,0 0 1 0 0,0 1-1 0 0,-2 1 0 0 0,-24 26 460 0 0,26-28-647 0 0,-20 26 725 0 0,-36 57 0 0 0,-12 36-292 0 0,20-31-415 0 0,31-57-371 0 0,-68 124 537 0 0,71-124-1574 0 0,1 1 0 0 0,-18 66 1 0 0,26-70-5614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3.285"/>
    </inkml:context>
    <inkml:brush xml:id="br0">
      <inkml:brushProperty name="width" value="0.05" units="cm"/>
      <inkml:brushProperty name="height" value="0.05" units="cm"/>
    </inkml:brush>
  </inkml:definitions>
  <inkml:trace contextRef="#ctx0" brushRef="#br0">363 1 17391 0 0,'-1'1'795'0'0,"-5"6"-614"0"0,1-1 1 0 0,-1 1-1 0 0,0-1 0 0 0,-1-1 0 0 0,-8 7 1 0 0,-4 3 123 0 0,-50 38 631 0 0,-1 2-538 0 0,58-45-351 0 0,1 0 1 0 0,1 1-1 0 0,-17 21 0 0 0,25-29 15 0 0,0 0-1 0 0,1-1 1 0 0,-1 1 0 0 0,0 0 0 0 0,1 0 0 0 0,0 0-1 0 0,-1 0 1 0 0,1 1 0 0 0,0-1 0 0 0,1 0-1 0 0,-1 0 1 0 0,0 1 0 0 0,1-1 0 0 0,0 0 0 0 0,0 1-1 0 0,0-1 1 0 0,0 0 0 0 0,1 1 0 0 0,-1-1-1 0 0,1 0 1 0 0,0 0 0 0 0,0 1 0 0 0,0-1 0 0 0,0 0-1 0 0,0 0 1 0 0,1 0 0 0 0,-1 0 0 0 0,1 0-1 0 0,0-1 1 0 0,0 1 0 0 0,0 0 0 0 0,0-1-1 0 0,1 1 1 0 0,-1-1 0 0 0,1 0 0 0 0,-1 0 0 0 0,1 0-1 0 0,3 2 1 0 0,45 27 970 0 0,-49-29-956 0 0,-1-1-83 0 0,0 1 0 0 0,-1-1-1 0 0,1 0 1 0 0,-1 1 0 0 0,0-1 0 0 0,1 1-1 0 0,-1-1 1 0 0,0 0 0 0 0,0 1 0 0 0,0-1-1 0 0,0 1 1 0 0,0-1 0 0 0,0 0 0 0 0,0 1-1 0 0,-1-1 1 0 0,1 1 0 0 0,0-1 0 0 0,-1 0-1 0 0,1 1 1 0 0,-1-1 0 0 0,0 0 0 0 0,1 0 0 0 0,-1 0-1 0 0,0 1 1 0 0,0-1 0 0 0,0 0 0 0 0,0 0-1 0 0,1 0 1 0 0,-2 0 0 0 0,1 0 0 0 0,0 0-1 0 0,0 0 1 0 0,-2 0 0 0 0,0 2-26 0 0,-4 3-144 0 0,-1 0 0 0 0,0-1 0 0 0,0 1 0 0 0,0-2-1 0 0,-1 1 1 0 0,0-1 0 0 0,-12 4 0 0 0,11-5-945 0 0,0 0 1 0 0,-1-1 0 0 0,-17 2 0 0 0,8-3-5726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3.644"/>
    </inkml:context>
    <inkml:brush xml:id="br0">
      <inkml:brushProperty name="width" value="0.05" units="cm"/>
      <inkml:brushProperty name="height" value="0.05" units="cm"/>
    </inkml:brush>
  </inkml:definitions>
  <inkml:trace contextRef="#ctx0" brushRef="#br0">1 0 13823 0 0,'13'5'512'0'0,"1"-1"0"0"0,-1 1-1 0 0,0 1 1 0 0,0 0 0 0 0,0 1-1 0 0,19 14 1 0 0,-17-9 299 0 0,0 1 0 0 0,0 0 0 0 0,-1 1 0 0 0,16 20 1 0 0,-18-18-621 0 0,0 0 0 0 0,-1 0 1 0 0,-1 1-1 0 0,0 1 0 0 0,-2 0 1 0 0,0 0-1 0 0,-1 0 1 0 0,0 1-1 0 0,-2 0 0 0 0,0 1 1 0 0,-1-1-1 0 0,-1 1 0 0 0,-1 0 1 0 0,-1 32-1 0 0,-3-16-118 0 0,-2-1-1 0 0,-2 1 1 0 0,-1-1 0 0 0,-2-1-1 0 0,-1 1 1 0 0,-1-1-1 0 0,-2-1 1 0 0,-32 58 0 0 0,27-61-2463 0 0,-1-1 1 0 0,-40 47 0 0 0,27-42-5269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4.280"/>
    </inkml:context>
    <inkml:brush xml:id="br0">
      <inkml:brushProperty name="width" value="0.05" units="cm"/>
      <inkml:brushProperty name="height" value="0.05" units="cm"/>
    </inkml:brush>
  </inkml:definitions>
  <inkml:trace contextRef="#ctx0" brushRef="#br0">46 612 10591 0 0,'0'0'819'0'0,"2"0"-534"0"0,44-24 2338 0 0,-1-1 0 0 0,76-57-1 0 0,-96 64-2531 0 0,28-21 508 0 0,-1-3-1 0 0,68-70 1 0 0,-97 88-519 0 0,2-1 10 0 0,-1-2 0 0 0,-1 0 0 0 0,28-43 0 0 0,-49 67-76 0 0,-1 0 0 0 0,1 0 0 0 0,-1 0 0 0 0,1 0 1 0 0,-1-1-1 0 0,0 1 0 0 0,0 0 0 0 0,0 0 0 0 0,-1-1 0 0 0,1 1 0 0 0,-1-1 1 0 0,0 1-1 0 0,0 0 0 0 0,-1-7 0 0 0,1 8-8 0 0,-1 0 0 0 0,0 0 0 0 0,0 0 0 0 0,0 0 0 0 0,0 0 0 0 0,0 0 0 0 0,0 0-1 0 0,-1 1 1 0 0,1-1 0 0 0,0 0 0 0 0,-1 1 0 0 0,0-1 0 0 0,1 1 0 0 0,-1-1 0 0 0,0 1 0 0 0,0 0 0 0 0,1 0 0 0 0,-1 0 0 0 0,0 0 0 0 0,0 0 0 0 0,-1 0 0 0 0,1 0 0 0 0,-3 0 0 0 0,-4-1-3 0 0,1 1 0 0 0,0 0 1 0 0,0 0-1 0 0,-1 0 1 0 0,1 1-1 0 0,0 1 0 0 0,-1-1 1 0 0,1 2-1 0 0,-12 2 1 0 0,-10 4-61 0 0,-34 14 1 0 0,54-18 48 0 0,-20 8-4 0 0,2 1 0 0 0,0 1 0 0 0,0 1-1 0 0,1 1 1 0 0,1 2 0 0 0,1 1 0 0 0,1 1 0 0 0,-27 27 0 0 0,34-29 58 0 0,1 2-1 0 0,0-1 1 0 0,2 2 0 0 0,0 0-1 0 0,1 1 1 0 0,1 0 0 0 0,1 1-1 0 0,2 0 1 0 0,0 1 0 0 0,-10 42-1 0 0,14-41-11 0 0,2 0 1 0 0,0 1-1 0 0,1 0 0 0 0,2-1 0 0 0,1 1 0 0 0,1 0 1 0 0,7 36-1 0 0,-5-46-24 0 0,0-1 0 0 0,1 1 0 0 0,1-1 0 0 0,0 1 0 0 0,12 19 0 0 0,-12-26 3 0 0,0 1 0 0 0,1-1-1 0 0,0-1 1 0 0,1 1 0 0 0,0-1-1 0 0,0 0 1 0 0,0-1 0 0 0,15 10-1 0 0,-11-10 12 0 0,0-1-1 0 0,0 0 1 0 0,1-1 0 0 0,-1 0-1 0 0,1-1 1 0 0,25 5-1 0 0,-12-5 5 0 0,-1-1 0 0 0,44-1 0 0 0,-51-3-9 0 0,1 0-1 0 0,-1-1 0 0 0,0-1 0 0 0,25-7 0 0 0,-33 7-380 0 0,0-1 0 0 0,-1 0 1 0 0,15-9-1 0 0,-17 9-677 0 0,0-1 0 0 0,-1 0 1 0 0,0 0-1 0 0,0-1 0 0 0,7-7 0 0 0,4-9-5701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4.625"/>
    </inkml:context>
    <inkml:brush xml:id="br0">
      <inkml:brushProperty name="width" value="0.05" units="cm"/>
      <inkml:brushProperty name="height" value="0.05" units="cm"/>
    </inkml:brush>
  </inkml:definitions>
  <inkml:trace contextRef="#ctx0" brushRef="#br0">34 98 5983 0 0,'-1'0'464'0'0,"-4"-1"923"0"0,-22-8 12964 0 0,47-4-12518 0 0,0 4-1655 0 0,1 2 1 0 0,0 0 0 0 0,0 1-1 0 0,30-5 1 0 0,-31 7-131 0 0,157-22-452 0 0,-58 21-4504 0 0,-101 5 2660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6.655"/>
    </inkml:context>
    <inkml:brush xml:id="br0">
      <inkml:brushProperty name="width" value="0.05" units="cm"/>
      <inkml:brushProperty name="height" value="0.05" units="cm"/>
    </inkml:brush>
  </inkml:definitions>
  <inkml:trace contextRef="#ctx0" brushRef="#br0">71 23 9527 0 0,'0'0'860'0'0,"1"-1"-705"0"0,1 0-95 0 0,-1 0 0 0 0,1 0 0 0 0,0-1 0 0 0,-1 1 0 0 0,1-1 0 0 0,-1 0 0 0 0,1 1 0 0 0,5-9 8601 0 0,-8 12-8283 0 0,-22 68 260 0 0,3 1 0 0 0,-18 115 0 0 0,29-100-448 0 0,9-75-169 0 0,0 0-1 0 0,0 0 1 0 0,1 0 0 0 0,1-1 0 0 0,5 20 0 0 0,-7-27-53 0 0,1-1 0 0 0,0 1 0 0 0,0 0 0 0 0,0-1 0 0 0,1 1 0 0 0,-1-1 0 0 0,1 1 0 0 0,-1-1 0 0 0,1 0 0 0 0,0 0 0 0 0,-1 0 0 0 0,1 0 0 0 0,1 0 0 0 0,-1 0 0 0 0,0 0 0 0 0,0-1 0 0 0,0 1 0 0 0,1-1 0 0 0,-1 1 0 0 0,1-1 0 0 0,-1 0 0 0 0,1 0 0 0 0,0 0 0 0 0,-1-1 0 0 0,1 1 0 0 0,0 0 0 0 0,0-1 0 0 0,0 0 0 0 0,-1 0 0 0 0,1 0 0 0 0,0 0 0 0 0,0 0 0 0 0,-1 0 0 0 0,6-2 0 0 0,2 0-427 0 0,-1-1-1 0 0,1 0 1 0 0,-1-1-1 0 0,0 0 0 0 0,0 0 1 0 0,0-1-1 0 0,-1 0 1 0 0,14-10-1 0 0,-4-1-1800 0 0,0-1-3307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7.014"/>
    </inkml:context>
    <inkml:brush xml:id="br0">
      <inkml:brushProperty name="width" value="0.05" units="cm"/>
      <inkml:brushProperty name="height" value="0.05" units="cm"/>
    </inkml:brush>
  </inkml:definitions>
  <inkml:trace contextRef="#ctx0" brushRef="#br0">117 8 7831 0 0,'-29'0'596'0'0,"-33"-5"-1"0"0,36 3 1424 0 0,67 5 5721 0 0,6 1-4144 0 0,180 17-4735 0 0,-62-12-3564 0 0,-134-9 463 0 0,-1-1-1080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7.342"/>
    </inkml:context>
    <inkml:brush xml:id="br0">
      <inkml:brushProperty name="width" value="0.05" units="cm"/>
      <inkml:brushProperty name="height" value="0.05" units="cm"/>
    </inkml:brush>
  </inkml:definitions>
  <inkml:trace contextRef="#ctx0" brushRef="#br0">461 1 15031 0 0,'-14'10'388'0'0,"0"1"0"0"0,0 1 0 0 0,1 0 0 0 0,-22 27 0 0 0,10-11 595 0 0,-29 33-436 0 0,2 1 0 0 0,4 3 0 0 0,3 2 1 0 0,-63 121-1 0 0,98-166-2108 0 0,-14 42-1 0 0,19-44-134 0 0</inkml:trace>
  <inkml:trace contextRef="#ctx0" brushRef="#br0" timeOffset="1">352 453 10591 0 0,'0'0'819'0'0,"2"0"-534"0"0,9-2 493 0 0,-1 1-1 0 0,0-1 1 0 0,0 0-1 0 0,19-8 0 0 0,5-1 1530 0 0,-21 8-2118 0 0,121-29 1519 0 0,-103 27-3392 0 0,-1 0 0 0 0,44 1 0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8:57.675"/>
    </inkml:context>
    <inkml:brush xml:id="br0">
      <inkml:brushProperty name="width" value="0.05" units="cm"/>
      <inkml:brushProperty name="height" value="0.05" units="cm"/>
    </inkml:brush>
  </inkml:definitions>
  <inkml:trace contextRef="#ctx0" brushRef="#br0">61 0 5527 0 0,'-5'14'585'0'0,"-8"13"1931"0"0,2 0 0 0 0,1 1 0 0 0,-8 39 0 0 0,17-57-1840 0 0,0 0 1 0 0,0 0-1 0 0,0 0 1 0 0,2 1 0 0 0,1 15-1 0 0,-1-18-641 0 0,1-1 0 0 0,0 1 0 0 0,1-1-1 0 0,0 1 1 0 0,0-1 0 0 0,0 0 0 0 0,1 0 0 0 0,5 8 0 0 0,-6-11 13 0 0,0 0 1 0 0,0 0 0 0 0,0-1 0 0 0,1 1-1 0 0,0-1 1 0 0,0 0 0 0 0,0 0 0 0 0,0 0-1 0 0,0 0 1 0 0,0-1 0 0 0,1 0 0 0 0,-1 0 0 0 0,1 0-1 0 0,0 0 1 0 0,9 2 0 0 0,-7-3-393 0 0,1 0-1 0 0,-1-1 1 0 0,1 1 0 0 0,0-1-1 0 0,-1-1 1 0 0,1 0 0 0 0,0 0-1 0 0,-1 0 1 0 0,13-5 0 0 0,3-1-1343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12.834"/>
    </inkml:context>
    <inkml:brush xml:id="br0">
      <inkml:brushProperty name="width" value="0.05" units="cm"/>
      <inkml:brushProperty name="height" value="0.05" units="cm"/>
    </inkml:brush>
  </inkml:definitions>
  <inkml:trace contextRef="#ctx0" brushRef="#br0">181 102 5527 0 0,'0'-2'423'0'0,"6"-28"419"0"0,5-16 7648 0 0,-10 45-8307 0 0,-1 0-1 0 0,0 0 1 0 0,0 0 0 0 0,1 0 0 0 0,-1 0 0 0 0,0 0-1 0 0,0 1 1 0 0,0-1 0 0 0,0 0 0 0 0,0 0-1 0 0,0 0 1 0 0,-1 0 0 0 0,1 0 0 0 0,0 0-1 0 0,0 0 1 0 0,0 0 0 0 0,-1 1 0 0 0,0-3 0 0 0,1 3-122 0 0,-1-1 0 0 0,1 1 1 0 0,-1 0-1 0 0,1-1 1 0 0,-1 1-1 0 0,0 0 0 0 0,1-1 1 0 0,-1 1-1 0 0,1 0 1 0 0,-1 0-1 0 0,1-1 0 0 0,-1 1 1 0 0,0 0-1 0 0,1 0 1 0 0,-1 0-1 0 0,0 0 1 0 0,1 0-1 0 0,-1 0 0 0 0,1 0 1 0 0,-2 0-1 0 0,-1 1 25 0 0,0-1 0 0 0,0 1 1 0 0,0 0-1 0 0,0 0 0 0 0,0 0 0 0 0,0 1 0 0 0,0-1 0 0 0,-5 4 0 0 0,0 2 10 0 0,0 1-1 0 0,0-1 0 0 0,1 1 1 0 0,0 1-1 0 0,1-1 1 0 0,-1 1-1 0 0,2 0 1 0 0,-1 0-1 0 0,1 1 0 0 0,-6 18 1 0 0,0 3-2 0 0,2 1 1 0 0,-6 40-1 0 0,-2 46 159 0 0,-3 133 0 0 0,19-224-224 0 0,0 0 0 0 0,6 43 1 0 0,-4-63-41 0 0,0 0 0 0 0,0-1 0 0 0,1 1 0 0 0,0 0 0 0 0,0-1 0 0 0,0 1 0 0 0,1-1 0 0 0,0 0 1 0 0,0 0-1 0 0,1 0 0 0 0,0 0 0 0 0,0-1 0 0 0,0 1 0 0 0,1-1 0 0 0,9 8 0 0 0,-9-9-26 0 0,1-1 1 0 0,-1-1-1 0 0,1 1 0 0 0,-1-1 0 0 0,1 0 0 0 0,0 0 1 0 0,0-1-1 0 0,0 1 0 0 0,0-2 0 0 0,0 1 0 0 0,0 0 1 0 0,1-1-1 0 0,-1 0 0 0 0,0-1 0 0 0,0 1 0 0 0,0-1 1 0 0,0 0-1 0 0,6-3 0 0 0,1 1-87 0 0,-1-1-1 0 0,0 0 1 0 0,-1-1 0 0 0,1 0 0 0 0,-1-1-1 0 0,0-1 1 0 0,19-13 0 0 0,-17 9-594 0 0,0-1 0 0 0,0-1-1 0 0,-2 0 1 0 0,20-27 0 0 0,-17 19-858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13.194"/>
    </inkml:context>
    <inkml:brush xml:id="br0">
      <inkml:brushProperty name="width" value="0.05" units="cm"/>
      <inkml:brushProperty name="height" value="0.05" units="cm"/>
    </inkml:brush>
  </inkml:definitions>
  <inkml:trace contextRef="#ctx0" brushRef="#br0">0 109 6447 0 0,'0'0'586'0'0,"4"0"-486"0"0,70-9 392 0 0,40-12 5810 0 0,-6 2-2816 0 0,80-7-2190 0 0,-92 13-2352 0 0,1-1-4075 0 0,-52 7-264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13.523"/>
    </inkml:context>
    <inkml:brush xml:id="br0">
      <inkml:brushProperty name="width" value="0.05" units="cm"/>
      <inkml:brushProperty name="height" value="0.05" units="cm"/>
    </inkml:brush>
  </inkml:definitions>
  <inkml:trace contextRef="#ctx0" brushRef="#br0">84 0 11975 0 0,'-1'2'547'0'0,"1"-1"-514"0"0,-2 4 110 0 0,1 1 1 0 0,-1-1-1 0 0,1 1 0 0 0,-1 9 0 0 0,4-1 101 0 0,-1-10 38 0 0,0-1 0 0 0,0 0 1 0 0,1-1-1 0 0,-1 1 0 0 0,1 0 0 0 0,0 0 0 0 0,0-1 0 0 0,0 1 0 0 0,0-1 0 0 0,0 1 0 0 0,0-1 0 0 0,1 0 0 0 0,-1 0 1 0 0,1 0-1 0 0,0 0 0 0 0,0 0 0 0 0,-1-1 0 0 0,1 1 0 0 0,0-1 0 0 0,0 0 0 0 0,4 1 0 0 0,8 3 181 0 0,-1-2 0 0 0,1 1 0 0 0,17 0 0 0 0,40 5 200 0 0,58 8-108 0 0,-121-15-523 0 0,-4-2-22 0 0,0 1 0 0 0,-1 0 0 0 0,1 0 1 0 0,-1 0-1 0 0,1 1 0 0 0,-1 0 0 0 0,1 0 1 0 0,-1 0-1 0 0,0 0 0 0 0,0 1 1 0 0,6 4-1 0 0,-9-6-9 0 0,-1-1 0 0 0,1 1 1 0 0,0 0-1 0 0,-1 0 0 0 0,1-1 1 0 0,-1 1-1 0 0,0 0 0 0 0,1 0 1 0 0,-1 0-1 0 0,0 0 0 0 0,1 0 1 0 0,-1 0-1 0 0,0-1 0 0 0,0 1 1 0 0,0 0-1 0 0,0 0 0 0 0,0 0 1 0 0,0 0-1 0 0,0 0 1 0 0,0 0-1 0 0,0 0 0 0 0,0 0 1 0 0,0 0-1 0 0,-1 0 0 0 0,1 1 0 0 0,-11 20 18 0 0,4-11-34 0 0,-1 0 0 0 0,-1 0-1 0 0,0-1 1 0 0,-12 10 0 0 0,-44 34-130 0 0,39-33 95 0 0,-20 13-23 0 0,-72 41 0 0 0,45-34-2706 0 0,16-8-3562 0 0,28-16 1486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13.851"/>
    </inkml:context>
    <inkml:brush xml:id="br0">
      <inkml:brushProperty name="width" value="0.05" units="cm"/>
      <inkml:brushProperty name="height" value="0.05" units="cm"/>
    </inkml:brush>
  </inkml:definitions>
  <inkml:trace contextRef="#ctx0" brushRef="#br0">140 66 11055 0 0,'-23'92'1443'0'0,"15"-68"753"0"0,2 1-1 0 0,-7 45 1 0 0,13-64-1899 0 0,0-1 1 0 0,0 1-1 0 0,1 0 1 0 0,-1 0 0 0 0,1 0-1 0 0,1-1 1 0 0,-1 1-1 0 0,1-1 1 0 0,3 8-1 0 0,-5-12-264 0 0,1-1-1 0 0,-1 1 1 0 0,1-1-1 0 0,-1 1 1 0 0,1 0-1 0 0,-1-1 1 0 0,1 1-1 0 0,0-1 1 0 0,-1 1-1 0 0,1-1 1 0 0,0 0-1 0 0,0 1 1 0 0,-1-1-1 0 0,1 0 1 0 0,0 1-1 0 0,0-1 1 0 0,-1 0-1 0 0,1 0 1 0 0,1 1-1 0 0,1-1 65 0 0,0 1-32 0 0,1 0 0 0 0,0-1 0 0 0,0 1-1 0 0,0-1 1 0 0,0 0 0 0 0,0 0 0 0 0,0 0 0 0 0,-1-1 0 0 0,1 0-1 0 0,0 1 1 0 0,0-1 0 0 0,-1 0 0 0 0,1-1 0 0 0,0 1 0 0 0,-1-1 0 0 0,1 1-1 0 0,5-5 1 0 0,4-2 129 0 0,-1-1 1 0 0,-1 0-1 0 0,14-14 0 0 0,-16 15-33 0 0,0-1 0 0 0,-1-1 0 0 0,0 1 1 0 0,-1-1-1 0 0,0-1 0 0 0,11-20 0 0 0,-16 26-106 0 0,0 0 0 0 0,0 0 0 0 0,-1 0 1 0 0,1-1-1 0 0,-1 1 0 0 0,0-1 0 0 0,-1 1 0 0 0,1-1 0 0 0,-1 1 1 0 0,0-1-1 0 0,0 1 0 0 0,-1 0 0 0 0,0-1 0 0 0,0 1 0 0 0,0-1 1 0 0,0 1-1 0 0,-1 0 0 0 0,-2-6 0 0 0,0 4-19 0 0,1 0 0 0 0,-1 1 0 0 0,0 0 0 0 0,-1-1 0 0 0,0 1 0 0 0,0 1-1 0 0,0-1 1 0 0,-1 1 0 0 0,1 0 0 0 0,-12-8 0 0 0,12 10-58 0 0,1 1 0 0 0,0-1 0 0 0,-1 1 0 0 0,1 0 0 0 0,-1 1-1 0 0,0-1 1 0 0,0 1 0 0 0,1 0 0 0 0,-1 0 0 0 0,0 0 0 0 0,0 1 0 0 0,0-1 0 0 0,0 1 0 0 0,0 0 0 0 0,0 1 0 0 0,0 0 0 0 0,-8 1-1 0 0,-14 7-773 0 0,-35 17-1 0 0,27-10-492 0 0,-4 0-50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31.984"/>
    </inkml:context>
    <inkml:brush xml:id="br0">
      <inkml:brushProperty name="width" value="0.05" units="cm"/>
      <inkml:brushProperty name="height" value="0.05" units="cm"/>
    </inkml:brush>
  </inkml:definitions>
  <inkml:trace contextRef="#ctx0" brushRef="#br0">0 172 8751 0 0,'1'-11'584'0'0,"0"-1"0"0"0,0 1-1 0 0,1 0 1 0 0,1 0 0 0 0,-1 0-1 0 0,2 0 1 0 0,0 1 0 0 0,0-1 0 0 0,1 1-1 0 0,0 0 1 0 0,0 0 0 0 0,10-11-1 0 0,-14 19-520 0 0,1 0 1 0 0,0 0-1 0 0,-1 1 0 0 0,1-1 0 0 0,0 1 0 0 0,0-1 0 0 0,0 1 0 0 0,0 0 0 0 0,0 0 1 0 0,0 0-1 0 0,0 0 0 0 0,0 0 0 0 0,0 0 0 0 0,0 1 0 0 0,1-1 0 0 0,-1 1 0 0 0,0-1 1 0 0,0 1-1 0 0,1 0 0 0 0,-1 0 0 0 0,0 0 0 0 0,1 0 0 0 0,-1 0 0 0 0,0 1 0 0 0,0-1 1 0 0,1 1-1 0 0,-1-1 0 0 0,0 1 0 0 0,0 0 0 0 0,0 0 0 0 0,3 1 0 0 0,3 3-7 0 0,-1 0-1 0 0,0 0 1 0 0,0 0-1 0 0,0 1 1 0 0,0-1-1 0 0,-1 2 1 0 0,6 6-1 0 0,9 14 45 0 0,-1 1 1 0 0,-1 1-1 0 0,23 46 0 0 0,34 99 51 0 0,-67-154-137 0 0,54 138 71 0 0,152 331-12 0 0,-187-435-127 0 0,0 2-612 0 0,-9-21-2622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32.312"/>
    </inkml:context>
    <inkml:brush xml:id="br0">
      <inkml:brushProperty name="width" value="0.05" units="cm"/>
      <inkml:brushProperty name="height" value="0.05" units="cm"/>
    </inkml:brush>
  </inkml:definitions>
  <inkml:trace contextRef="#ctx0" brushRef="#br0">706 0 4143 0 0,'0'0'319'0'0,"-2"0"-210"0"0,-2 1 290 0 0,-1 0-1 0 0,1-1 1 0 0,0 1-1 0 0,0 1 1 0 0,0-1-1 0 0,0 1 1 0 0,0-1-1 0 0,0 1 1 0 0,0 0-1 0 0,-4 4 1 0 0,-6 3 2196 0 0,-16 16 0 0 0,-13 15-1307 0 0,-74 89 1 0 0,-23 58-589 0 0,27-34-285 0 0,91-124-407 0 0,-22 26-211 0 0,-62 105 0 0 0,101-153-263 0 0,2 1-1 0 0,-1 0 1 0 0,1 0-1 0 0,0 0 1 0 0,1 0-1 0 0,-2 10 1 0 0,3-1-1221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32.655"/>
    </inkml:context>
    <inkml:brush xml:id="br0">
      <inkml:brushProperty name="width" value="0.05" units="cm"/>
      <inkml:brushProperty name="height" value="0.05" units="cm"/>
    </inkml:brush>
  </inkml:definitions>
  <inkml:trace contextRef="#ctx0" brushRef="#br0">0 124 13447 0 0,'0'0'614'0'0,"1"2"-12"0"0,1 15-371 0 0,-1-1 1 0 0,0 1-1 0 0,-3 17 0 0 0,1 4 1520 0 0,1-36-1678 0 0,0-1-1 0 0,0 1 1 0 0,0-1-1 0 0,0 1 1 0 0,0-1 0 0 0,0 0-1 0 0,0 1 1 0 0,1-1-1 0 0,-1 1 1 0 0,1-1-1 0 0,-1 1 1 0 0,1-1-1 0 0,-1 0 1 0 0,1 1-1 0 0,0-1 1 0 0,0 0 0 0 0,-1 0-1 0 0,1 1 1 0 0,0-1-1 0 0,0 0 1 0 0,0 0-1 0 0,2 1 1 0 0,0-1-8 0 0,-1 0 0 0 0,0 0 0 0 0,0-1 0 0 0,0 1 0 0 0,0-1 0 0 0,0 0 0 0 0,0 0 0 0 0,1 1 0 0 0,-1-1 0 0 0,0-1 0 0 0,0 1 0 0 0,0 0 0 0 0,0 0 0 0 0,3-2 0 0 0,4 0 54 0 0,0-1-1 0 0,-1 0 0 0 0,1-1 1 0 0,-1 0-1 0 0,0 0 1 0 0,0-1-1 0 0,0 0 1 0 0,-1 0-1 0 0,0-1 0 0 0,9-8 1 0 0,3-5 76 0 0,-1-1-1 0 0,19-27 1 0 0,-34 42-167 0 0,1 0 0 0 0,-1 0 1 0 0,0-1-1 0 0,-1 0 0 0 0,1 1 1 0 0,-1-1-1 0 0,0 0 0 0 0,0 0 0 0 0,-1 0 1 0 0,0 0-1 0 0,1-9 0 0 0,-2 13-25 0 0,0-1 0 0 0,0 1-1 0 0,0-1 1 0 0,-1 1 0 0 0,1-1-1 0 0,0 1 1 0 0,-1 0 0 0 0,0-1-1 0 0,0 1 1 0 0,1 0 0 0 0,-1 0-1 0 0,-1 0 1 0 0,1 0 0 0 0,0-1-1 0 0,0 1 1 0 0,-1 1 0 0 0,1-1 0 0 0,-1 0-1 0 0,0 0 1 0 0,1 0 0 0 0,-1 1-1 0 0,0-1 1 0 0,0 1 0 0 0,0 0-1 0 0,0-1 1 0 0,0 1 0 0 0,0 0-1 0 0,-1 0 1 0 0,1 0 0 0 0,0 1-1 0 0,-5-2 1 0 0,1 1-699 0 0,0 0-1 0 0,0 0 1 0 0,-1 0-1 0 0,-11 1 1 0 0,3 1-6198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33.270"/>
    </inkml:context>
    <inkml:brush xml:id="br0">
      <inkml:brushProperty name="width" value="0.05" units="cm"/>
      <inkml:brushProperty name="height" value="0.05" units="cm"/>
    </inkml:brush>
  </inkml:definitions>
  <inkml:trace contextRef="#ctx0" brushRef="#br0">1 0 11919 0 0,'0'0'1083'0'0,"2"0"-891"0"0,4 2-155 0 0,-1-1 1 0 0,1 1-1 0 0,-1 0 0 0 0,1 0 1 0 0,-1 1-1 0 0,0 0 0 0 0,0 0 1 0 0,0 0-1 0 0,0 0 0 0 0,-1 1 1 0 0,1 0-1 0 0,-1 0 0 0 0,0 0 0 0 0,0 0 1 0 0,0 1-1 0 0,5 8 0 0 0,5 9 284 0 0,0 2-1 0 0,14 31 0 0 0,-24-46-298 0 0,107 254 809 0 0,19 40-1196 0 0,-71-167-985 0 0,-50-113-188 0 0,-6-15 100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33.599"/>
    </inkml:context>
    <inkml:brush xml:id="br0">
      <inkml:brushProperty name="width" value="0.05" units="cm"/>
      <inkml:brushProperty name="height" value="0.05" units="cm"/>
    </inkml:brush>
  </inkml:definitions>
  <inkml:trace contextRef="#ctx0" brushRef="#br0">444 0 10135 0 0,'0'0'778'0'0,"-1"1"-506"0"0,-3 1 104 0 0,0 0 1 0 0,0 0-1 0 0,0 1 0 0 0,1 0 1 0 0,-1-1-1 0 0,1 1 1 0 0,-1 1-1 0 0,-4 5 0 0 0,-24 35 1939 0 0,18-23-1904 0 0,-125 186 1345 0 0,129-190-1697 0 0,-98 174 579 0 0,82-139-1098 0 0,-34 96 0 0 0,56-136-261 0 0,1 0-1 0 0,0 1 0 0 0,1-1 1 0 0,-1 17-1 0 0,3-10-1062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10-12T04:59:34.627"/>
    </inkml:context>
    <inkml:brush xml:id="br0">
      <inkml:brushProperty name="width" value="0.05" units="cm"/>
      <inkml:brushProperty name="height" value="0.05" units="cm"/>
    </inkml:brush>
  </inkml:definitions>
  <inkml:trace contextRef="#ctx0" brushRef="#br0">299 141 13447 0 0,'2'-23'603'0'0,"-1"14"-286"0"0,0 0 1 0 0,0 0-1 0 0,-1 0 1 0 0,-1 0-1 0 0,-1-16 1 0 0,1 23-221 0 0,0-1 0 0 0,0 1 0 0 0,0-1 0 0 0,0 1 0 0 0,0 0 0 0 0,0 0 0 0 0,-1-1 0 0 0,1 1 0 0 0,-1 0 0 0 0,1 0 0 0 0,-1 0 0 0 0,0 0 0 0 0,0 1 0 0 0,0-1 0 0 0,0 0 0 0 0,0 1 0 0 0,0 0 1 0 0,0-1-1 0 0,-1 1 0 0 0,1 0 0 0 0,0 0 0 0 0,-1 0 0 0 0,1 0 0 0 0,-1 1 0 0 0,-2-1 0 0 0,0 0-72 0 0,-1 0 0 0 0,1 0 0 0 0,-1 1 0 0 0,1 0 0 0 0,-1 0 1 0 0,1 0-1 0 0,-1 1 0 0 0,1 0 0 0 0,-1 0 0 0 0,1 0 0 0 0,0 1 0 0 0,0-1 0 0 0,0 1 0 0 0,-1 1 1 0 0,2-1-1 0 0,-1 1 0 0 0,0 0 0 0 0,1 0 0 0 0,-1 0 0 0 0,1 0 0 0 0,0 1 0 0 0,-7 7 0 0 0,7-6-19 0 0,-1 1-1 0 0,1-1 0 0 0,0 1 1 0 0,0 0-1 0 0,1 0 0 0 0,-1 0 1 0 0,2 1-1 0 0,-1-1 0 0 0,1 1 1 0 0,0 0-1 0 0,0 0 0 0 0,0-1 1 0 0,1 1-1 0 0,0 0 0 0 0,1 0 1 0 0,-1 0-1 0 0,2 10 0 0 0,1-2 115 0 0,1 1 1 0 0,1-1-1 0 0,1 0 0 0 0,0 0 0 0 0,0 0 0 0 0,2 0 0 0 0,10 18 1 0 0,8 6 456 0 0,35 43 0 0 0,-46-65-441 0 0,-9-11-94 0 0,-1 0 1 0 0,1 1-1 0 0,-1-1 0 0 0,-1 1 0 0 0,1 0 1 0 0,-1 0-1 0 0,3 9 0 0 0,-5-13-23 0 0,-1 1 0 0 0,1 0 0 0 0,-1 0 0 0 0,0 0 0 0 0,0-1 0 0 0,0 1 0 0 0,0 0 0 0 0,0 0 0 0 0,-1 0 0 0 0,0 0 0 0 0,0-1 0 0 0,0 1 0 0 0,0 0 0 0 0,-1-1 0 0 0,1 1 0 0 0,-4 4 0 0 0,0 1 29 0 0,-1-1-1 0 0,-1 1 0 0 0,0-1 1 0 0,0-1-1 0 0,0 1 0 0 0,-1-1 1 0 0,0 0-1 0 0,0-1 0 0 0,-15 9 1 0 0,-33 14-1423 0 0,0-4-3429 0 0,37-17 2035 0 0,-19 9-2134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3F8F5-CBA8-4926-844A-B4EC1895904A}" type="datetimeFigureOut">
              <a:rPr lang="zh-CN" altLang="en-US" smtClean="0"/>
              <a:pPr/>
              <a:t>2023/10/16</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80CB0A-298F-446B-BA93-C8C2997B1AE0}" type="slidenum">
              <a:rPr lang="zh-CN" altLang="en-US" smtClean="0"/>
              <a:pPr/>
              <a:t>‹#›</a:t>
            </a:fld>
            <a:endParaRPr lang="zh-CN" altLang="en-US"/>
          </a:p>
        </p:txBody>
      </p:sp>
    </p:spTree>
    <p:extLst>
      <p:ext uri="{BB962C8B-B14F-4D97-AF65-F5344CB8AC3E}">
        <p14:creationId xmlns:p14="http://schemas.microsoft.com/office/powerpoint/2010/main" val="1324942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380CB0A-298F-446B-BA93-C8C2997B1AE0}" type="slidenum">
              <a:rPr lang="zh-CN" altLang="en-US" smtClean="0"/>
              <a:pPr/>
              <a:t>0</a:t>
            </a:fld>
            <a:endParaRPr lang="zh-CN" altLang="en-US"/>
          </a:p>
        </p:txBody>
      </p:sp>
    </p:spTree>
    <p:extLst>
      <p:ext uri="{BB962C8B-B14F-4D97-AF65-F5344CB8AC3E}">
        <p14:creationId xmlns:p14="http://schemas.microsoft.com/office/powerpoint/2010/main" val="197505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ltLang="en-US" dirty="0"/>
          </a:p>
        </p:txBody>
      </p:sp>
      <p:sp>
        <p:nvSpPr>
          <p:cNvPr id="43012" name="Slide Number Placeholder 3"/>
          <p:cNvSpPr>
            <a:spLocks noGrp="1"/>
          </p:cNvSpPr>
          <p:nvPr>
            <p:ph type="sldNum" sz="quarter" idx="5"/>
          </p:nvPr>
        </p:nvSpPr>
        <p:spPr>
          <a:noFill/>
        </p:spPr>
        <p:txBody>
          <a:bodyPr/>
          <a:lstStyle/>
          <a:p>
            <a:fld id="{685911DF-FBD0-4C09-A181-0CF4F1962039}" type="slidenum">
              <a:rPr lang="en-US" altLang="en-US" smtClean="0"/>
              <a:pPr/>
              <a:t>1</a:t>
            </a:fld>
            <a:endParaRPr lang="en-US" altLang="en-US"/>
          </a:p>
        </p:txBody>
      </p:sp>
    </p:spTree>
    <p:extLst>
      <p:ext uri="{BB962C8B-B14F-4D97-AF65-F5344CB8AC3E}">
        <p14:creationId xmlns:p14="http://schemas.microsoft.com/office/powerpoint/2010/main" val="69620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r>
              <a:rPr lang="en-US" altLang="en-US" dirty="0"/>
              <a:t>Mica</a:t>
            </a:r>
            <a:r>
              <a:rPr lang="zh-CN" altLang="en-US" dirty="0"/>
              <a:t>：云母</a:t>
            </a:r>
            <a:endParaRPr lang="en-US" altLang="en-US" dirty="0"/>
          </a:p>
        </p:txBody>
      </p:sp>
      <p:sp>
        <p:nvSpPr>
          <p:cNvPr id="44036" name="Slide Number Placeholder 3"/>
          <p:cNvSpPr>
            <a:spLocks noGrp="1"/>
          </p:cNvSpPr>
          <p:nvPr>
            <p:ph type="sldNum" sz="quarter" idx="5"/>
          </p:nvPr>
        </p:nvSpPr>
        <p:spPr>
          <a:noFill/>
        </p:spPr>
        <p:txBody>
          <a:bodyPr/>
          <a:lstStyle/>
          <a:p>
            <a:fld id="{7B2F0AE5-84AE-4F6E-9A28-4CCACD69BD75}" type="slidenum">
              <a:rPr lang="en-US" altLang="en-US" smtClean="0"/>
              <a:pPr/>
              <a:t>2</a:t>
            </a:fld>
            <a:endParaRPr lang="en-US" altLang="en-US"/>
          </a:p>
        </p:txBody>
      </p:sp>
    </p:spTree>
    <p:extLst>
      <p:ext uri="{BB962C8B-B14F-4D97-AF65-F5344CB8AC3E}">
        <p14:creationId xmlns:p14="http://schemas.microsoft.com/office/powerpoint/2010/main" val="637982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endParaRPr lang="en-US" altLang="en-US"/>
          </a:p>
        </p:txBody>
      </p:sp>
      <p:sp>
        <p:nvSpPr>
          <p:cNvPr id="44036" name="Slide Number Placeholder 3"/>
          <p:cNvSpPr>
            <a:spLocks noGrp="1"/>
          </p:cNvSpPr>
          <p:nvPr>
            <p:ph type="sldNum" sz="quarter" idx="5"/>
          </p:nvPr>
        </p:nvSpPr>
        <p:spPr>
          <a:noFill/>
        </p:spPr>
        <p:txBody>
          <a:bodyPr/>
          <a:lstStyle/>
          <a:p>
            <a:fld id="{7B2F0AE5-84AE-4F6E-9A28-4CCACD69BD75}" type="slidenum">
              <a:rPr lang="en-US" altLang="en-US" smtClean="0"/>
              <a:pPr/>
              <a:t>3</a:t>
            </a:fld>
            <a:endParaRPr lang="en-US" altLang="en-US"/>
          </a:p>
        </p:txBody>
      </p:sp>
    </p:spTree>
    <p:extLst>
      <p:ext uri="{BB962C8B-B14F-4D97-AF65-F5344CB8AC3E}">
        <p14:creationId xmlns:p14="http://schemas.microsoft.com/office/powerpoint/2010/main" val="22756277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endParaRPr lang="en-US" altLang="en-US"/>
          </a:p>
        </p:txBody>
      </p:sp>
      <p:sp>
        <p:nvSpPr>
          <p:cNvPr id="46084" name="Slide Number Placeholder 3"/>
          <p:cNvSpPr>
            <a:spLocks noGrp="1"/>
          </p:cNvSpPr>
          <p:nvPr>
            <p:ph type="sldNum" sz="quarter" idx="5"/>
          </p:nvPr>
        </p:nvSpPr>
        <p:spPr>
          <a:noFill/>
        </p:spPr>
        <p:txBody>
          <a:bodyPr/>
          <a:lstStyle/>
          <a:p>
            <a:fld id="{71DF83E5-A2E3-4DC3-AF73-2115A90701F7}" type="slidenum">
              <a:rPr lang="en-US" altLang="en-US" smtClean="0"/>
              <a:pPr/>
              <a:t>4</a:t>
            </a:fld>
            <a:endParaRPr lang="en-US" altLang="en-US"/>
          </a:p>
        </p:txBody>
      </p:sp>
    </p:spTree>
    <p:extLst>
      <p:ext uri="{BB962C8B-B14F-4D97-AF65-F5344CB8AC3E}">
        <p14:creationId xmlns:p14="http://schemas.microsoft.com/office/powerpoint/2010/main" val="6774792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altLang="en-US"/>
          </a:p>
        </p:txBody>
      </p:sp>
      <p:sp>
        <p:nvSpPr>
          <p:cNvPr id="47108" name="Slide Number Placeholder 3"/>
          <p:cNvSpPr>
            <a:spLocks noGrp="1"/>
          </p:cNvSpPr>
          <p:nvPr>
            <p:ph type="sldNum" sz="quarter" idx="5"/>
          </p:nvPr>
        </p:nvSpPr>
        <p:spPr>
          <a:noFill/>
        </p:spPr>
        <p:txBody>
          <a:bodyPr/>
          <a:lstStyle/>
          <a:p>
            <a:fld id="{86B4F5DB-0962-4144-819B-5F0A7550E584}" type="slidenum">
              <a:rPr lang="en-US" altLang="en-US" smtClean="0"/>
              <a:pPr/>
              <a:t>5</a:t>
            </a:fld>
            <a:endParaRPr lang="en-US" altLang="en-US"/>
          </a:p>
        </p:txBody>
      </p:sp>
    </p:spTree>
    <p:extLst>
      <p:ext uri="{BB962C8B-B14F-4D97-AF65-F5344CB8AC3E}">
        <p14:creationId xmlns:p14="http://schemas.microsoft.com/office/powerpoint/2010/main" val="1751943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dirty="0"/>
              <a:t>If the capacitor is charged from an uncharged state:  v(t</a:t>
            </a:r>
            <a:r>
              <a:rPr lang="en-US" altLang="en-US" sz="1200" baseline="-25000" dirty="0"/>
              <a:t>0</a:t>
            </a:r>
            <a:r>
              <a:rPr lang="en-US" altLang="en-US" sz="1200" dirty="0"/>
              <a:t>)=0</a:t>
            </a:r>
          </a:p>
          <a:p>
            <a:endParaRPr lang="en-US" altLang="en-US" dirty="0"/>
          </a:p>
        </p:txBody>
      </p:sp>
      <p:sp>
        <p:nvSpPr>
          <p:cNvPr id="49156" name="Slide Number Placeholder 3"/>
          <p:cNvSpPr>
            <a:spLocks noGrp="1"/>
          </p:cNvSpPr>
          <p:nvPr>
            <p:ph type="sldNum" sz="quarter" idx="5"/>
          </p:nvPr>
        </p:nvSpPr>
        <p:spPr>
          <a:noFill/>
        </p:spPr>
        <p:txBody>
          <a:bodyPr/>
          <a:lstStyle/>
          <a:p>
            <a:fld id="{A25B9021-A6D9-4075-956E-A5E96CD8F86E}" type="slidenum">
              <a:rPr lang="en-US" altLang="en-US" smtClean="0"/>
              <a:pPr/>
              <a:t>6</a:t>
            </a:fld>
            <a:endParaRPr lang="en-US" altLang="en-US"/>
          </a:p>
        </p:txBody>
      </p:sp>
    </p:spTree>
    <p:extLst>
      <p:ext uri="{BB962C8B-B14F-4D97-AF65-F5344CB8AC3E}">
        <p14:creationId xmlns:p14="http://schemas.microsoft.com/office/powerpoint/2010/main" val="2279197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p:spPr>
        <p:txBody>
          <a:bodyPr/>
          <a:lstStyle/>
          <a:p>
            <a:endParaRPr lang="en-US" altLang="en-US" dirty="0"/>
          </a:p>
        </p:txBody>
      </p:sp>
      <p:sp>
        <p:nvSpPr>
          <p:cNvPr id="50180" name="Slide Number Placeholder 3"/>
          <p:cNvSpPr>
            <a:spLocks noGrp="1"/>
          </p:cNvSpPr>
          <p:nvPr>
            <p:ph type="sldNum" sz="quarter" idx="5"/>
          </p:nvPr>
        </p:nvSpPr>
        <p:spPr>
          <a:noFill/>
        </p:spPr>
        <p:txBody>
          <a:bodyPr/>
          <a:lstStyle/>
          <a:p>
            <a:fld id="{4A6EF5CC-8073-4393-A9F0-CBB412CA1D21}" type="slidenum">
              <a:rPr lang="en-US" altLang="en-US" smtClean="0"/>
              <a:pPr/>
              <a:t>7</a:t>
            </a:fld>
            <a:endParaRPr lang="en-US" altLang="en-US"/>
          </a:p>
        </p:txBody>
      </p:sp>
    </p:spTree>
    <p:extLst>
      <p:ext uri="{BB962C8B-B14F-4D97-AF65-F5344CB8AC3E}">
        <p14:creationId xmlns:p14="http://schemas.microsoft.com/office/powerpoint/2010/main" val="35550881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ltLang="en-US"/>
          </a:p>
        </p:txBody>
      </p:sp>
      <p:sp>
        <p:nvSpPr>
          <p:cNvPr id="51204" name="Slide Number Placeholder 3"/>
          <p:cNvSpPr>
            <a:spLocks noGrp="1"/>
          </p:cNvSpPr>
          <p:nvPr>
            <p:ph type="sldNum" sz="quarter" idx="5"/>
          </p:nvPr>
        </p:nvSpPr>
        <p:spPr>
          <a:noFill/>
        </p:spPr>
        <p:txBody>
          <a:bodyPr/>
          <a:lstStyle/>
          <a:p>
            <a:fld id="{917B1805-3F95-4769-BA16-043CE3169787}" type="slidenum">
              <a:rPr lang="en-US" altLang="en-US" smtClean="0"/>
              <a:pPr/>
              <a:t>8</a:t>
            </a:fld>
            <a:endParaRPr lang="en-US" altLang="en-US"/>
          </a:p>
        </p:txBody>
      </p:sp>
    </p:spTree>
    <p:extLst>
      <p:ext uri="{BB962C8B-B14F-4D97-AF65-F5344CB8AC3E}">
        <p14:creationId xmlns:p14="http://schemas.microsoft.com/office/powerpoint/2010/main" val="31023977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ltLang="en-US"/>
          </a:p>
        </p:txBody>
      </p:sp>
      <p:sp>
        <p:nvSpPr>
          <p:cNvPr id="52228" name="Slide Number Placeholder 3"/>
          <p:cNvSpPr>
            <a:spLocks noGrp="1"/>
          </p:cNvSpPr>
          <p:nvPr>
            <p:ph type="sldNum" sz="quarter" idx="5"/>
          </p:nvPr>
        </p:nvSpPr>
        <p:spPr>
          <a:noFill/>
        </p:spPr>
        <p:txBody>
          <a:bodyPr/>
          <a:lstStyle/>
          <a:p>
            <a:fld id="{139B5767-6870-40B3-A166-8A27EB78ECF3}" type="slidenum">
              <a:rPr lang="en-US" altLang="en-US" smtClean="0"/>
              <a:pPr/>
              <a:t>9</a:t>
            </a:fld>
            <a:endParaRPr lang="en-US" altLang="en-US"/>
          </a:p>
        </p:txBody>
      </p:sp>
    </p:spTree>
    <p:extLst>
      <p:ext uri="{BB962C8B-B14F-4D97-AF65-F5344CB8AC3E}">
        <p14:creationId xmlns:p14="http://schemas.microsoft.com/office/powerpoint/2010/main" val="3052418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ltLang="en-US"/>
          </a:p>
        </p:txBody>
      </p:sp>
      <p:sp>
        <p:nvSpPr>
          <p:cNvPr id="53252" name="Slide Number Placeholder 3"/>
          <p:cNvSpPr>
            <a:spLocks noGrp="1"/>
          </p:cNvSpPr>
          <p:nvPr>
            <p:ph type="sldNum" sz="quarter" idx="5"/>
          </p:nvPr>
        </p:nvSpPr>
        <p:spPr>
          <a:noFill/>
        </p:spPr>
        <p:txBody>
          <a:bodyPr/>
          <a:lstStyle/>
          <a:p>
            <a:fld id="{9719F915-15EE-4A7D-9B51-0B83B3F218E0}" type="slidenum">
              <a:rPr lang="en-US" altLang="en-US" smtClean="0"/>
              <a:pPr/>
              <a:t>10</a:t>
            </a:fld>
            <a:endParaRPr lang="en-US" altLang="en-US"/>
          </a:p>
        </p:txBody>
      </p:sp>
    </p:spTree>
    <p:extLst>
      <p:ext uri="{BB962C8B-B14F-4D97-AF65-F5344CB8AC3E}">
        <p14:creationId xmlns:p14="http://schemas.microsoft.com/office/powerpoint/2010/main" val="1524671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altLang="en-US"/>
          </a:p>
        </p:txBody>
      </p:sp>
      <p:sp>
        <p:nvSpPr>
          <p:cNvPr id="55300" name="Slide Number Placeholder 3"/>
          <p:cNvSpPr>
            <a:spLocks noGrp="1"/>
          </p:cNvSpPr>
          <p:nvPr>
            <p:ph type="sldNum" sz="quarter" idx="5"/>
          </p:nvPr>
        </p:nvSpPr>
        <p:spPr>
          <a:noFill/>
        </p:spPr>
        <p:txBody>
          <a:bodyPr/>
          <a:lstStyle/>
          <a:p>
            <a:fld id="{37680565-F5F7-4DFF-A320-789907DF9C1C}" type="slidenum">
              <a:rPr lang="en-US" altLang="en-US" smtClean="0"/>
              <a:pPr/>
              <a:t>11</a:t>
            </a:fld>
            <a:endParaRPr lang="en-US" altLang="en-US"/>
          </a:p>
        </p:txBody>
      </p:sp>
    </p:spTree>
    <p:extLst>
      <p:ext uri="{BB962C8B-B14F-4D97-AF65-F5344CB8AC3E}">
        <p14:creationId xmlns:p14="http://schemas.microsoft.com/office/powerpoint/2010/main" val="26243188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altLang="en-US"/>
          </a:p>
        </p:txBody>
      </p:sp>
      <p:sp>
        <p:nvSpPr>
          <p:cNvPr id="57348" name="Slide Number Placeholder 3"/>
          <p:cNvSpPr>
            <a:spLocks noGrp="1"/>
          </p:cNvSpPr>
          <p:nvPr>
            <p:ph type="sldNum" sz="quarter" idx="5"/>
          </p:nvPr>
        </p:nvSpPr>
        <p:spPr>
          <a:noFill/>
        </p:spPr>
        <p:txBody>
          <a:bodyPr/>
          <a:lstStyle/>
          <a:p>
            <a:fld id="{E35199EA-CC11-4407-A67B-5576553E9879}" type="slidenum">
              <a:rPr lang="en-US" altLang="en-US" smtClean="0"/>
              <a:pPr/>
              <a:t>12</a:t>
            </a:fld>
            <a:endParaRPr lang="en-US" altLang="en-US"/>
          </a:p>
        </p:txBody>
      </p:sp>
    </p:spTree>
    <p:extLst>
      <p:ext uri="{BB962C8B-B14F-4D97-AF65-F5344CB8AC3E}">
        <p14:creationId xmlns:p14="http://schemas.microsoft.com/office/powerpoint/2010/main" val="39851625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(6 – i) * 3 = i * (2 + 4), </a:t>
            </a:r>
            <a:r>
              <a:rPr lang="en-CN" dirty="0">
                <a:sym typeface="Wingdings" pitchFamily="2" charset="2"/>
              </a:rPr>
              <a:t> </a:t>
            </a:r>
            <a:r>
              <a:rPr lang="en-US" dirty="0" err="1">
                <a:sym typeface="Wingdings" pitchFamily="2" charset="2"/>
              </a:rPr>
              <a:t>i</a:t>
            </a:r>
            <a:r>
              <a:rPr lang="en-CN" dirty="0">
                <a:sym typeface="Wingdings" pitchFamily="2" charset="2"/>
              </a:rPr>
              <a:t> = 2 mA</a:t>
            </a:r>
          </a:p>
          <a:p>
            <a:r>
              <a:rPr lang="en-US" dirty="0">
                <a:sym typeface="Wingdings" pitchFamily="2" charset="2"/>
              </a:rPr>
              <a:t>v1 = 2 * 2 = 4 V, v2 = 2 * 4 = 8 V</a:t>
            </a:r>
          </a:p>
          <a:p>
            <a:r>
              <a:rPr lang="en-US" dirty="0">
                <a:sym typeface="Wingdings" pitchFamily="2" charset="2"/>
              </a:rPr>
              <a:t>W1 = ½ * 2mF * 4^2 = 0.016 </a:t>
            </a:r>
            <a:r>
              <a:rPr lang="en-US" dirty="0" err="1">
                <a:sym typeface="Wingdings" pitchFamily="2" charset="2"/>
              </a:rPr>
              <a:t>Joul</a:t>
            </a:r>
            <a:endParaRPr lang="en-US" dirty="0">
              <a:sym typeface="Wingdings" pitchFamily="2" charset="2"/>
            </a:endParaRPr>
          </a:p>
          <a:p>
            <a:r>
              <a:rPr lang="en-US" dirty="0">
                <a:sym typeface="Wingdings" pitchFamily="2" charset="2"/>
              </a:rPr>
              <a:t>W2 = ½ * 4mF * 8^2 = 0.128 </a:t>
            </a:r>
            <a:r>
              <a:rPr lang="en-US" dirty="0" err="1">
                <a:sym typeface="Wingdings" pitchFamily="2" charset="2"/>
              </a:rPr>
              <a:t>Joul</a:t>
            </a:r>
            <a:endParaRPr lang="en-US" dirty="0">
              <a:sym typeface="Wingdings" pitchFamily="2" charset="2"/>
            </a:endParaRPr>
          </a:p>
          <a:p>
            <a:endParaRPr lang="en-US" dirty="0">
              <a:sym typeface="Wingdings" pitchFamily="2" charset="2"/>
            </a:endParaRPr>
          </a:p>
        </p:txBody>
      </p:sp>
      <p:sp>
        <p:nvSpPr>
          <p:cNvPr id="4" name="Slide Number Placeholder 3"/>
          <p:cNvSpPr>
            <a:spLocks noGrp="1"/>
          </p:cNvSpPr>
          <p:nvPr>
            <p:ph type="sldNum" sz="quarter" idx="5"/>
          </p:nvPr>
        </p:nvSpPr>
        <p:spPr/>
        <p:txBody>
          <a:bodyPr/>
          <a:lstStyle/>
          <a:p>
            <a:fld id="{C380CB0A-298F-446B-BA93-C8C2997B1AE0}" type="slidenum">
              <a:rPr lang="zh-CN" altLang="en-US" smtClean="0"/>
              <a:pPr/>
              <a:t>14</a:t>
            </a:fld>
            <a:endParaRPr lang="zh-CN" altLang="en-US"/>
          </a:p>
        </p:txBody>
      </p:sp>
    </p:spTree>
    <p:extLst>
      <p:ext uri="{BB962C8B-B14F-4D97-AF65-F5344CB8AC3E}">
        <p14:creationId xmlns:p14="http://schemas.microsoft.com/office/powerpoint/2010/main" val="35226095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Solution: Equivalent circuit: 30V – 20 mF – 30mF -- 60 mF in series, then 30V – 10 mF in series. </a:t>
            </a:r>
            <a:r>
              <a:rPr lang="en-US" dirty="0"/>
              <a:t>T</a:t>
            </a:r>
            <a:r>
              <a:rPr lang="en-CN" dirty="0"/>
              <a:t>otal charge Q = Ceq V = 10mF * 30V = 300 m Coloumb</a:t>
            </a:r>
          </a:p>
          <a:p>
            <a:r>
              <a:rPr lang="en-US" dirty="0"/>
              <a:t>V</a:t>
            </a:r>
            <a:r>
              <a:rPr lang="en-CN" dirty="0"/>
              <a:t>1 = Q/C1 = 300 mC / 20 mF = 15V, V2 = 300 mC / 30 mF = 10 V, V3 = 300 mC / 60 mF = 5 V.</a:t>
            </a:r>
          </a:p>
        </p:txBody>
      </p:sp>
      <p:sp>
        <p:nvSpPr>
          <p:cNvPr id="4" name="Slide Number Placeholder 3"/>
          <p:cNvSpPr>
            <a:spLocks noGrp="1"/>
          </p:cNvSpPr>
          <p:nvPr>
            <p:ph type="sldNum" sz="quarter" idx="5"/>
          </p:nvPr>
        </p:nvSpPr>
        <p:spPr/>
        <p:txBody>
          <a:bodyPr/>
          <a:lstStyle/>
          <a:p>
            <a:fld id="{C380CB0A-298F-446B-BA93-C8C2997B1AE0}" type="slidenum">
              <a:rPr lang="zh-CN" altLang="en-US" smtClean="0"/>
              <a:pPr/>
              <a:t>15</a:t>
            </a:fld>
            <a:endParaRPr lang="zh-CN" altLang="en-US"/>
          </a:p>
        </p:txBody>
      </p:sp>
    </p:spTree>
    <p:extLst>
      <p:ext uri="{BB962C8B-B14F-4D97-AF65-F5344CB8AC3E}">
        <p14:creationId xmlns:p14="http://schemas.microsoft.com/office/powerpoint/2010/main" val="37501211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altLang="en-US"/>
          </a:p>
        </p:txBody>
      </p:sp>
      <p:sp>
        <p:nvSpPr>
          <p:cNvPr id="48132" name="Slide Number Placeholder 3"/>
          <p:cNvSpPr>
            <a:spLocks noGrp="1"/>
          </p:cNvSpPr>
          <p:nvPr>
            <p:ph type="sldNum" sz="quarter" idx="5"/>
          </p:nvPr>
        </p:nvSpPr>
        <p:spPr>
          <a:noFill/>
        </p:spPr>
        <p:txBody>
          <a:bodyPr/>
          <a:lstStyle/>
          <a:p>
            <a:fld id="{AC9112D9-3746-4871-A8EF-08B627EF14BC}" type="slidenum">
              <a:rPr lang="en-US" altLang="en-US" smtClean="0"/>
              <a:pPr/>
              <a:t>16</a:t>
            </a:fld>
            <a:endParaRPr lang="en-US" altLang="en-US"/>
          </a:p>
        </p:txBody>
      </p:sp>
    </p:spTree>
    <p:extLst>
      <p:ext uri="{BB962C8B-B14F-4D97-AF65-F5344CB8AC3E}">
        <p14:creationId xmlns:p14="http://schemas.microsoft.com/office/powerpoint/2010/main" val="3326970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altLang="en-US"/>
          </a:p>
        </p:txBody>
      </p:sp>
      <p:sp>
        <p:nvSpPr>
          <p:cNvPr id="58372" name="Slide Number Placeholder 3"/>
          <p:cNvSpPr>
            <a:spLocks noGrp="1"/>
          </p:cNvSpPr>
          <p:nvPr>
            <p:ph type="sldNum" sz="quarter" idx="5"/>
          </p:nvPr>
        </p:nvSpPr>
        <p:spPr>
          <a:noFill/>
        </p:spPr>
        <p:txBody>
          <a:bodyPr/>
          <a:lstStyle/>
          <a:p>
            <a:fld id="{34AA2AC9-1C13-4E59-91D6-E42CF14D4A25}" type="slidenum">
              <a:rPr lang="en-US" altLang="en-US" smtClean="0"/>
              <a:pPr/>
              <a:t>18</a:t>
            </a:fld>
            <a:endParaRPr lang="en-US" altLang="en-US"/>
          </a:p>
        </p:txBody>
      </p:sp>
    </p:spTree>
    <p:extLst>
      <p:ext uri="{BB962C8B-B14F-4D97-AF65-F5344CB8AC3E}">
        <p14:creationId xmlns:p14="http://schemas.microsoft.com/office/powerpoint/2010/main" val="3521618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altLang="en-US"/>
          </a:p>
        </p:txBody>
      </p:sp>
      <p:sp>
        <p:nvSpPr>
          <p:cNvPr id="59396" name="Slide Number Placeholder 3"/>
          <p:cNvSpPr>
            <a:spLocks noGrp="1"/>
          </p:cNvSpPr>
          <p:nvPr>
            <p:ph type="sldNum" sz="quarter" idx="5"/>
          </p:nvPr>
        </p:nvSpPr>
        <p:spPr>
          <a:noFill/>
        </p:spPr>
        <p:txBody>
          <a:bodyPr/>
          <a:lstStyle/>
          <a:p>
            <a:fld id="{BD8373C8-DF36-4067-9667-38A34F0D3394}" type="slidenum">
              <a:rPr lang="en-US" altLang="en-US" smtClean="0"/>
              <a:pPr/>
              <a:t>19</a:t>
            </a:fld>
            <a:endParaRPr lang="en-US" altLang="en-US"/>
          </a:p>
        </p:txBody>
      </p:sp>
    </p:spTree>
    <p:extLst>
      <p:ext uri="{BB962C8B-B14F-4D97-AF65-F5344CB8AC3E}">
        <p14:creationId xmlns:p14="http://schemas.microsoft.com/office/powerpoint/2010/main" val="289680796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r>
              <a:rPr lang="en-US" altLang="en-US" dirty="0"/>
              <a:t>Regarding the last equation, taking derivative over t will lead to the 2</a:t>
            </a:r>
            <a:r>
              <a:rPr lang="en-US" altLang="en-US" baseline="30000" dirty="0"/>
              <a:t>nd</a:t>
            </a:r>
            <a:r>
              <a:rPr lang="en-US" altLang="en-US" dirty="0"/>
              <a:t> </a:t>
            </a:r>
            <a:r>
              <a:rPr lang="en-US" altLang="en-US"/>
              <a:t>last equation. </a:t>
            </a:r>
            <a:endParaRPr lang="en-US" altLang="en-US" dirty="0"/>
          </a:p>
        </p:txBody>
      </p:sp>
      <p:sp>
        <p:nvSpPr>
          <p:cNvPr id="61444" name="Slide Number Placeholder 3"/>
          <p:cNvSpPr>
            <a:spLocks noGrp="1"/>
          </p:cNvSpPr>
          <p:nvPr>
            <p:ph type="sldNum" sz="quarter" idx="5"/>
          </p:nvPr>
        </p:nvSpPr>
        <p:spPr>
          <a:noFill/>
        </p:spPr>
        <p:txBody>
          <a:bodyPr/>
          <a:lstStyle/>
          <a:p>
            <a:fld id="{9625FB6D-B1FB-4824-BBB9-0C8B7B20D24F}" type="slidenum">
              <a:rPr lang="en-US" altLang="en-US" smtClean="0"/>
              <a:pPr/>
              <a:t>20</a:t>
            </a:fld>
            <a:endParaRPr lang="en-US" altLang="en-US"/>
          </a:p>
        </p:txBody>
      </p:sp>
    </p:spTree>
    <p:extLst>
      <p:ext uri="{BB962C8B-B14F-4D97-AF65-F5344CB8AC3E}">
        <p14:creationId xmlns:p14="http://schemas.microsoft.com/office/powerpoint/2010/main" val="29127033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altLang="en-US"/>
          </a:p>
        </p:txBody>
      </p:sp>
      <p:sp>
        <p:nvSpPr>
          <p:cNvPr id="62468" name="Slide Number Placeholder 3"/>
          <p:cNvSpPr>
            <a:spLocks noGrp="1"/>
          </p:cNvSpPr>
          <p:nvPr>
            <p:ph type="sldNum" sz="quarter" idx="5"/>
          </p:nvPr>
        </p:nvSpPr>
        <p:spPr>
          <a:noFill/>
        </p:spPr>
        <p:txBody>
          <a:bodyPr/>
          <a:lstStyle/>
          <a:p>
            <a:fld id="{A72DE56B-4655-4378-9739-D9F214FB16F2}" type="slidenum">
              <a:rPr lang="en-US" altLang="en-US" smtClean="0"/>
              <a:pPr/>
              <a:t>21</a:t>
            </a:fld>
            <a:endParaRPr lang="en-US" altLang="en-US"/>
          </a:p>
        </p:txBody>
      </p:sp>
    </p:spTree>
    <p:extLst>
      <p:ext uri="{BB962C8B-B14F-4D97-AF65-F5344CB8AC3E}">
        <p14:creationId xmlns:p14="http://schemas.microsoft.com/office/powerpoint/2010/main" val="39846178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altLang="en-US"/>
          </a:p>
        </p:txBody>
      </p:sp>
      <p:sp>
        <p:nvSpPr>
          <p:cNvPr id="63492" name="Slide Number Placeholder 3"/>
          <p:cNvSpPr>
            <a:spLocks noGrp="1"/>
          </p:cNvSpPr>
          <p:nvPr>
            <p:ph type="sldNum" sz="quarter" idx="5"/>
          </p:nvPr>
        </p:nvSpPr>
        <p:spPr>
          <a:noFill/>
        </p:spPr>
        <p:txBody>
          <a:bodyPr/>
          <a:lstStyle/>
          <a:p>
            <a:fld id="{E6A3D507-8C33-45F8-8D90-E744F756765B}" type="slidenum">
              <a:rPr lang="en-US" altLang="en-US" smtClean="0"/>
              <a:pPr/>
              <a:t>22</a:t>
            </a:fld>
            <a:endParaRPr lang="en-US" altLang="en-US"/>
          </a:p>
        </p:txBody>
      </p:sp>
    </p:spTree>
    <p:extLst>
      <p:ext uri="{BB962C8B-B14F-4D97-AF65-F5344CB8AC3E}">
        <p14:creationId xmlns:p14="http://schemas.microsoft.com/office/powerpoint/2010/main" val="592776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ln/>
        </p:spPr>
        <p:txBody>
          <a:bodyPr/>
          <a:lstStyle/>
          <a:p>
            <a:endParaRPr lang="en-US" altLang="en-US"/>
          </a:p>
        </p:txBody>
      </p:sp>
      <p:sp>
        <p:nvSpPr>
          <p:cNvPr id="64516" name="Slide Number Placeholder 3"/>
          <p:cNvSpPr>
            <a:spLocks noGrp="1"/>
          </p:cNvSpPr>
          <p:nvPr>
            <p:ph type="sldNum" sz="quarter" idx="5"/>
          </p:nvPr>
        </p:nvSpPr>
        <p:spPr>
          <a:noFill/>
        </p:spPr>
        <p:txBody>
          <a:bodyPr/>
          <a:lstStyle/>
          <a:p>
            <a:fld id="{91761696-65CB-4E32-BBA1-A50AD0B5F39D}" type="slidenum">
              <a:rPr lang="en-US" altLang="en-US" smtClean="0"/>
              <a:pPr/>
              <a:t>23</a:t>
            </a:fld>
            <a:endParaRPr lang="en-US" altLang="en-US"/>
          </a:p>
        </p:txBody>
      </p:sp>
    </p:spTree>
    <p:extLst>
      <p:ext uri="{BB962C8B-B14F-4D97-AF65-F5344CB8AC3E}">
        <p14:creationId xmlns:p14="http://schemas.microsoft.com/office/powerpoint/2010/main" val="31497767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p:spPr>
        <p:txBody>
          <a:bodyPr/>
          <a:lstStyle/>
          <a:p>
            <a:endParaRPr lang="en-US" altLang="en-US"/>
          </a:p>
        </p:txBody>
      </p:sp>
      <p:sp>
        <p:nvSpPr>
          <p:cNvPr id="66564" name="Slide Number Placeholder 3"/>
          <p:cNvSpPr>
            <a:spLocks noGrp="1"/>
          </p:cNvSpPr>
          <p:nvPr>
            <p:ph type="sldNum" sz="quarter" idx="5"/>
          </p:nvPr>
        </p:nvSpPr>
        <p:spPr>
          <a:noFill/>
        </p:spPr>
        <p:txBody>
          <a:bodyPr/>
          <a:lstStyle/>
          <a:p>
            <a:fld id="{F464ADC7-7535-4E35-8C99-8D82A87DCD3F}" type="slidenum">
              <a:rPr lang="en-US" altLang="en-US" smtClean="0"/>
              <a:pPr/>
              <a:t>24</a:t>
            </a:fld>
            <a:endParaRPr lang="en-US" altLang="en-US"/>
          </a:p>
        </p:txBody>
      </p:sp>
    </p:spTree>
    <p:extLst>
      <p:ext uri="{BB962C8B-B14F-4D97-AF65-F5344CB8AC3E}">
        <p14:creationId xmlns:p14="http://schemas.microsoft.com/office/powerpoint/2010/main" val="41062299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
            </a:r>
            <a:r>
              <a:rPr lang="en-CN" dirty="0"/>
              <a:t>olutino: </a:t>
            </a:r>
            <a:r>
              <a:rPr lang="en-US" dirty="0" err="1"/>
              <a:t>i</a:t>
            </a:r>
            <a:r>
              <a:rPr lang="en-US" dirty="0"/>
              <a:t> = </a:t>
            </a:r>
            <a:r>
              <a:rPr lang="en-US" dirty="0" err="1"/>
              <a:t>i_L</a:t>
            </a:r>
            <a:r>
              <a:rPr lang="en-US" dirty="0"/>
              <a:t> = 12V / 6 Om = 2 A</a:t>
            </a:r>
          </a:p>
          <a:p>
            <a:r>
              <a:rPr lang="en-US" dirty="0"/>
              <a:t>V_C = </a:t>
            </a:r>
            <a:r>
              <a:rPr lang="en-US" dirty="0" err="1"/>
              <a:t>i</a:t>
            </a:r>
            <a:r>
              <a:rPr lang="en-US" dirty="0"/>
              <a:t> * 5 Ohm = 2 * 5 = 10V</a:t>
            </a:r>
          </a:p>
          <a:p>
            <a:endParaRPr lang="en-US" dirty="0"/>
          </a:p>
          <a:p>
            <a:r>
              <a:rPr lang="en-US" dirty="0" err="1"/>
              <a:t>w_L</a:t>
            </a:r>
            <a:r>
              <a:rPr lang="en-US" dirty="0"/>
              <a:t> = ½ * L * </a:t>
            </a:r>
            <a:r>
              <a:rPr lang="en-US" dirty="0" err="1"/>
              <a:t>i_L</a:t>
            </a:r>
            <a:r>
              <a:rPr lang="en-US" dirty="0"/>
              <a:t> ^2 = ½ * 2 * 2^2 = 4 J</a:t>
            </a:r>
          </a:p>
          <a:p>
            <a:r>
              <a:rPr lang="en-US" dirty="0"/>
              <a:t>W_C = ½ * C * </a:t>
            </a:r>
            <a:r>
              <a:rPr lang="en-US" dirty="0" err="1"/>
              <a:t>v_C</a:t>
            </a:r>
            <a:r>
              <a:rPr lang="en-US" dirty="0"/>
              <a:t> ^2 = ½ * 1 * 10^2 = 50 J</a:t>
            </a:r>
          </a:p>
        </p:txBody>
      </p:sp>
      <p:sp>
        <p:nvSpPr>
          <p:cNvPr id="4" name="Slide Number Placeholder 3"/>
          <p:cNvSpPr>
            <a:spLocks noGrp="1"/>
          </p:cNvSpPr>
          <p:nvPr>
            <p:ph type="sldNum" sz="quarter" idx="5"/>
          </p:nvPr>
        </p:nvSpPr>
        <p:spPr/>
        <p:txBody>
          <a:bodyPr/>
          <a:lstStyle/>
          <a:p>
            <a:fld id="{C380CB0A-298F-446B-BA93-C8C2997B1AE0}" type="slidenum">
              <a:rPr lang="zh-CN" altLang="en-US" smtClean="0"/>
              <a:pPr/>
              <a:t>26</a:t>
            </a:fld>
            <a:endParaRPr lang="zh-CN" altLang="en-US"/>
          </a:p>
        </p:txBody>
      </p:sp>
    </p:spTree>
    <p:extLst>
      <p:ext uri="{BB962C8B-B14F-4D97-AF65-F5344CB8AC3E}">
        <p14:creationId xmlns:p14="http://schemas.microsoft.com/office/powerpoint/2010/main" val="95359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ln/>
        </p:spPr>
        <p:txBody>
          <a:bodyPr/>
          <a:lstStyle/>
          <a:p>
            <a:endParaRPr lang="en-US" altLang="en-US"/>
          </a:p>
        </p:txBody>
      </p:sp>
      <p:sp>
        <p:nvSpPr>
          <p:cNvPr id="69636" name="Slide Number Placeholder 3"/>
          <p:cNvSpPr>
            <a:spLocks noGrp="1"/>
          </p:cNvSpPr>
          <p:nvPr>
            <p:ph type="sldNum" sz="quarter" idx="5"/>
          </p:nvPr>
        </p:nvSpPr>
        <p:spPr>
          <a:noFill/>
        </p:spPr>
        <p:txBody>
          <a:bodyPr/>
          <a:lstStyle/>
          <a:p>
            <a:fld id="{D5328A11-3ED9-4FBB-BACF-3E95F2C21AC6}" type="slidenum">
              <a:rPr lang="en-US" altLang="en-US" smtClean="0"/>
              <a:pPr/>
              <a:t>27</a:t>
            </a:fld>
            <a:endParaRPr lang="en-US" altLang="en-US"/>
          </a:p>
        </p:txBody>
      </p:sp>
    </p:spTree>
    <p:extLst>
      <p:ext uri="{BB962C8B-B14F-4D97-AF65-F5344CB8AC3E}">
        <p14:creationId xmlns:p14="http://schemas.microsoft.com/office/powerpoint/2010/main" val="18864571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ln/>
        </p:spPr>
        <p:txBody>
          <a:bodyPr/>
          <a:lstStyle/>
          <a:p>
            <a:endParaRPr lang="en-US" altLang="en-US"/>
          </a:p>
        </p:txBody>
      </p:sp>
      <p:sp>
        <p:nvSpPr>
          <p:cNvPr id="68612" name="Slide Number Placeholder 3"/>
          <p:cNvSpPr>
            <a:spLocks noGrp="1"/>
          </p:cNvSpPr>
          <p:nvPr>
            <p:ph type="sldNum" sz="quarter" idx="5"/>
          </p:nvPr>
        </p:nvSpPr>
        <p:spPr>
          <a:noFill/>
        </p:spPr>
        <p:txBody>
          <a:bodyPr/>
          <a:lstStyle/>
          <a:p>
            <a:fld id="{7D1515D1-4D7B-4FAF-9D84-1934F8BE6EB0}" type="slidenum">
              <a:rPr lang="en-US" altLang="en-US" smtClean="0"/>
              <a:pPr/>
              <a:t>28</a:t>
            </a:fld>
            <a:endParaRPr lang="en-US" altLang="en-US"/>
          </a:p>
        </p:txBody>
      </p:sp>
    </p:spTree>
    <p:extLst>
      <p:ext uri="{BB962C8B-B14F-4D97-AF65-F5344CB8AC3E}">
        <p14:creationId xmlns:p14="http://schemas.microsoft.com/office/powerpoint/2010/main" val="374271783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ln/>
        </p:spPr>
        <p:txBody>
          <a:bodyPr/>
          <a:lstStyle/>
          <a:p>
            <a:endParaRPr lang="en-US" altLang="en-US"/>
          </a:p>
        </p:txBody>
      </p:sp>
      <p:sp>
        <p:nvSpPr>
          <p:cNvPr id="70660" name="Slide Number Placeholder 3"/>
          <p:cNvSpPr>
            <a:spLocks noGrp="1"/>
          </p:cNvSpPr>
          <p:nvPr>
            <p:ph type="sldNum" sz="quarter" idx="5"/>
          </p:nvPr>
        </p:nvSpPr>
        <p:spPr>
          <a:noFill/>
        </p:spPr>
        <p:txBody>
          <a:bodyPr/>
          <a:lstStyle/>
          <a:p>
            <a:fld id="{B7345FCC-8683-4600-9B41-2B56FFB3CA65}" type="slidenum">
              <a:rPr lang="en-US" altLang="en-US" smtClean="0"/>
              <a:pPr/>
              <a:t>29</a:t>
            </a:fld>
            <a:endParaRPr lang="en-US" altLang="en-US"/>
          </a:p>
        </p:txBody>
      </p:sp>
    </p:spTree>
    <p:extLst>
      <p:ext uri="{BB962C8B-B14F-4D97-AF65-F5344CB8AC3E}">
        <p14:creationId xmlns:p14="http://schemas.microsoft.com/office/powerpoint/2010/main" val="21115675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p:spPr>
        <p:txBody>
          <a:bodyPr/>
          <a:lstStyle/>
          <a:p>
            <a:endParaRPr lang="en-US" altLang="en-US"/>
          </a:p>
        </p:txBody>
      </p:sp>
      <p:sp>
        <p:nvSpPr>
          <p:cNvPr id="71684" name="Slide Number Placeholder 3"/>
          <p:cNvSpPr>
            <a:spLocks noGrp="1"/>
          </p:cNvSpPr>
          <p:nvPr>
            <p:ph type="sldNum" sz="quarter" idx="5"/>
          </p:nvPr>
        </p:nvSpPr>
        <p:spPr>
          <a:noFill/>
        </p:spPr>
        <p:txBody>
          <a:bodyPr/>
          <a:lstStyle/>
          <a:p>
            <a:fld id="{73675457-3E48-4646-85CE-082941B2A5FF}" type="slidenum">
              <a:rPr lang="en-US" altLang="en-US" smtClean="0"/>
              <a:pPr/>
              <a:t>30</a:t>
            </a:fld>
            <a:endParaRPr lang="en-US" altLang="en-US"/>
          </a:p>
        </p:txBody>
      </p:sp>
    </p:spTree>
    <p:extLst>
      <p:ext uri="{BB962C8B-B14F-4D97-AF65-F5344CB8AC3E}">
        <p14:creationId xmlns:p14="http://schemas.microsoft.com/office/powerpoint/2010/main" val="14578035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380CB0A-298F-446B-BA93-C8C2997B1AE0}" type="slidenum">
              <a:rPr lang="zh-CN" altLang="en-US" smtClean="0"/>
              <a:pPr/>
              <a:t>33</a:t>
            </a:fld>
            <a:endParaRPr lang="zh-CN" altLang="en-US"/>
          </a:p>
        </p:txBody>
      </p:sp>
    </p:spTree>
    <p:extLst>
      <p:ext uri="{BB962C8B-B14F-4D97-AF65-F5344CB8AC3E}">
        <p14:creationId xmlns:p14="http://schemas.microsoft.com/office/powerpoint/2010/main" val="3581064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ltLang="en-US"/>
          </a:p>
        </p:txBody>
      </p:sp>
      <p:sp>
        <p:nvSpPr>
          <p:cNvPr id="43012" name="Slide Number Placeholder 3"/>
          <p:cNvSpPr>
            <a:spLocks noGrp="1"/>
          </p:cNvSpPr>
          <p:nvPr>
            <p:ph type="sldNum" sz="quarter" idx="5"/>
          </p:nvPr>
        </p:nvSpPr>
        <p:spPr>
          <a:noFill/>
        </p:spPr>
        <p:txBody>
          <a:bodyPr/>
          <a:lstStyle/>
          <a:p>
            <a:fld id="{685911DF-FBD0-4C09-A181-0CF4F1962039}" type="slidenum">
              <a:rPr lang="en-US" altLang="en-US" smtClean="0"/>
              <a:pPr/>
              <a:t>34</a:t>
            </a:fld>
            <a:endParaRPr lang="en-US" altLang="en-US"/>
          </a:p>
        </p:txBody>
      </p:sp>
    </p:spTree>
    <p:extLst>
      <p:ext uri="{BB962C8B-B14F-4D97-AF65-F5344CB8AC3E}">
        <p14:creationId xmlns:p14="http://schemas.microsoft.com/office/powerpoint/2010/main" val="7942835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0CB0A-298F-446B-BA93-C8C2997B1AE0}" type="slidenum">
              <a:rPr lang="zh-CN" altLang="en-US" smtClean="0"/>
              <a:pPr/>
              <a:t>41</a:t>
            </a:fld>
            <a:endParaRPr lang="zh-CN" altLang="en-US"/>
          </a:p>
        </p:txBody>
      </p:sp>
    </p:spTree>
    <p:extLst>
      <p:ext uri="{BB962C8B-B14F-4D97-AF65-F5344CB8AC3E}">
        <p14:creationId xmlns:p14="http://schemas.microsoft.com/office/powerpoint/2010/main" val="41569226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p:spPr>
        <p:txBody>
          <a:bodyPr/>
          <a:lstStyle/>
          <a:p>
            <a:endParaRPr lang="en-US" altLang="en-US"/>
          </a:p>
        </p:txBody>
      </p:sp>
      <p:sp>
        <p:nvSpPr>
          <p:cNvPr id="36868" name="Slide Number Placeholder 3"/>
          <p:cNvSpPr>
            <a:spLocks noGrp="1"/>
          </p:cNvSpPr>
          <p:nvPr>
            <p:ph type="sldNum" sz="quarter" idx="5"/>
          </p:nvPr>
        </p:nvSpPr>
        <p:spPr>
          <a:noFill/>
        </p:spPr>
        <p:txBody>
          <a:bodyPr/>
          <a:lstStyle/>
          <a:p>
            <a:fld id="{11043FFC-6E5B-4FE6-A2D2-78081C954BC9}" type="slidenum">
              <a:rPr lang="en-US" altLang="en-US"/>
              <a:pPr/>
              <a:t>42</a:t>
            </a:fld>
            <a:endParaRPr lang="en-US" altLang="en-US"/>
          </a:p>
        </p:txBody>
      </p:sp>
    </p:spTree>
    <p:extLst>
      <p:ext uri="{BB962C8B-B14F-4D97-AF65-F5344CB8AC3E}">
        <p14:creationId xmlns:p14="http://schemas.microsoft.com/office/powerpoint/2010/main" val="3584059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p:spPr>
        <p:txBody>
          <a:bodyPr/>
          <a:lstStyle/>
          <a:p>
            <a:endParaRPr lang="en-US" altLang="en-US"/>
          </a:p>
        </p:txBody>
      </p:sp>
      <p:sp>
        <p:nvSpPr>
          <p:cNvPr id="39940" name="Slide Number Placeholder 3"/>
          <p:cNvSpPr>
            <a:spLocks noGrp="1"/>
          </p:cNvSpPr>
          <p:nvPr>
            <p:ph type="sldNum" sz="quarter" idx="5"/>
          </p:nvPr>
        </p:nvSpPr>
        <p:spPr>
          <a:noFill/>
        </p:spPr>
        <p:txBody>
          <a:bodyPr/>
          <a:lstStyle/>
          <a:p>
            <a:fld id="{C2C7C919-D340-43F0-AC04-024C4AA15CCF}" type="slidenum">
              <a:rPr lang="en-US" altLang="en-US"/>
              <a:pPr/>
              <a:t>43</a:t>
            </a:fld>
            <a:endParaRPr lang="en-US" altLang="en-US"/>
          </a:p>
        </p:txBody>
      </p:sp>
    </p:spTree>
    <p:extLst>
      <p:ext uri="{BB962C8B-B14F-4D97-AF65-F5344CB8AC3E}">
        <p14:creationId xmlns:p14="http://schemas.microsoft.com/office/powerpoint/2010/main" val="369126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p:spPr>
        <p:txBody>
          <a:bodyPr/>
          <a:lstStyle/>
          <a:p>
            <a:endParaRPr lang="en-US" altLang="en-US"/>
          </a:p>
        </p:txBody>
      </p:sp>
      <p:sp>
        <p:nvSpPr>
          <p:cNvPr id="41988" name="Slide Number Placeholder 3"/>
          <p:cNvSpPr>
            <a:spLocks noGrp="1"/>
          </p:cNvSpPr>
          <p:nvPr>
            <p:ph type="sldNum" sz="quarter" idx="5"/>
          </p:nvPr>
        </p:nvSpPr>
        <p:spPr>
          <a:noFill/>
        </p:spPr>
        <p:txBody>
          <a:bodyPr/>
          <a:lstStyle/>
          <a:p>
            <a:fld id="{B1558F75-32CA-4ACB-B7B7-35E30E2739F1}" type="slidenum">
              <a:rPr lang="en-US" altLang="en-US"/>
              <a:pPr/>
              <a:t>44</a:t>
            </a:fld>
            <a:endParaRPr lang="en-US" altLang="en-US"/>
          </a:p>
        </p:txBody>
      </p:sp>
    </p:spTree>
    <p:extLst>
      <p:ext uri="{BB962C8B-B14F-4D97-AF65-F5344CB8AC3E}">
        <p14:creationId xmlns:p14="http://schemas.microsoft.com/office/powerpoint/2010/main" val="37889150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ltLang="en-US"/>
          </a:p>
        </p:txBody>
      </p:sp>
      <p:sp>
        <p:nvSpPr>
          <p:cNvPr id="43012" name="Slide Number Placeholder 3"/>
          <p:cNvSpPr>
            <a:spLocks noGrp="1"/>
          </p:cNvSpPr>
          <p:nvPr>
            <p:ph type="sldNum" sz="quarter" idx="5"/>
          </p:nvPr>
        </p:nvSpPr>
        <p:spPr>
          <a:noFill/>
        </p:spPr>
        <p:txBody>
          <a:bodyPr/>
          <a:lstStyle/>
          <a:p>
            <a:fld id="{71E71139-DF65-422E-8C4C-0381AC4D274B}" type="slidenum">
              <a:rPr lang="en-US" altLang="en-US"/>
              <a:pPr/>
              <a:t>45</a:t>
            </a:fld>
            <a:endParaRPr lang="en-US" altLang="en-US"/>
          </a:p>
        </p:txBody>
      </p:sp>
    </p:spTree>
    <p:extLst>
      <p:ext uri="{BB962C8B-B14F-4D97-AF65-F5344CB8AC3E}">
        <p14:creationId xmlns:p14="http://schemas.microsoft.com/office/powerpoint/2010/main" val="10686013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endParaRPr lang="en-US" altLang="en-US"/>
          </a:p>
        </p:txBody>
      </p:sp>
      <p:sp>
        <p:nvSpPr>
          <p:cNvPr id="45060" name="Slide Number Placeholder 3"/>
          <p:cNvSpPr>
            <a:spLocks noGrp="1"/>
          </p:cNvSpPr>
          <p:nvPr>
            <p:ph type="sldNum" sz="quarter" idx="5"/>
          </p:nvPr>
        </p:nvSpPr>
        <p:spPr>
          <a:noFill/>
        </p:spPr>
        <p:txBody>
          <a:bodyPr/>
          <a:lstStyle/>
          <a:p>
            <a:fld id="{925AF3B3-C146-4996-8E78-62ED3EEB9B0E}" type="slidenum">
              <a:rPr lang="en-US" altLang="en-US"/>
              <a:pPr/>
              <a:t>46</a:t>
            </a:fld>
            <a:endParaRPr lang="en-US" altLang="en-US"/>
          </a:p>
        </p:txBody>
      </p:sp>
    </p:spTree>
    <p:extLst>
      <p:ext uri="{BB962C8B-B14F-4D97-AF65-F5344CB8AC3E}">
        <p14:creationId xmlns:p14="http://schemas.microsoft.com/office/powerpoint/2010/main" val="25817456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a:ln/>
        </p:spPr>
        <p:txBody>
          <a:bodyPr/>
          <a:lstStyle/>
          <a:p>
            <a:endParaRPr lang="en-US" altLang="en-US"/>
          </a:p>
        </p:txBody>
      </p:sp>
      <p:sp>
        <p:nvSpPr>
          <p:cNvPr id="43012" name="Slide Number Placeholder 3"/>
          <p:cNvSpPr>
            <a:spLocks noGrp="1"/>
          </p:cNvSpPr>
          <p:nvPr>
            <p:ph type="sldNum" sz="quarter" idx="5"/>
          </p:nvPr>
        </p:nvSpPr>
        <p:spPr>
          <a:noFill/>
        </p:spPr>
        <p:txBody>
          <a:bodyPr/>
          <a:lstStyle/>
          <a:p>
            <a:fld id="{71E71139-DF65-422E-8C4C-0381AC4D274B}" type="slidenum">
              <a:rPr lang="en-US" altLang="en-US"/>
              <a:pPr/>
              <a:t>47</a:t>
            </a:fld>
            <a:endParaRPr lang="en-US" altLang="en-US"/>
          </a:p>
        </p:txBody>
      </p:sp>
    </p:spTree>
    <p:extLst>
      <p:ext uri="{BB962C8B-B14F-4D97-AF65-F5344CB8AC3E}">
        <p14:creationId xmlns:p14="http://schemas.microsoft.com/office/powerpoint/2010/main" val="91191027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380CB0A-298F-446B-BA93-C8C2997B1AE0}" type="slidenum">
              <a:rPr lang="zh-CN" altLang="en-US" smtClean="0"/>
              <a:pPr/>
              <a:t>48</a:t>
            </a:fld>
            <a:endParaRPr lang="zh-CN" altLang="en-US"/>
          </a:p>
        </p:txBody>
      </p:sp>
    </p:spTree>
    <p:extLst>
      <p:ext uri="{BB962C8B-B14F-4D97-AF65-F5344CB8AC3E}">
        <p14:creationId xmlns:p14="http://schemas.microsoft.com/office/powerpoint/2010/main" val="18939938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altLang="en-US"/>
          </a:p>
        </p:txBody>
      </p:sp>
      <p:sp>
        <p:nvSpPr>
          <p:cNvPr id="48132" name="Slide Number Placeholder 3"/>
          <p:cNvSpPr>
            <a:spLocks noGrp="1"/>
          </p:cNvSpPr>
          <p:nvPr>
            <p:ph type="sldNum" sz="quarter" idx="5"/>
          </p:nvPr>
        </p:nvSpPr>
        <p:spPr>
          <a:noFill/>
        </p:spPr>
        <p:txBody>
          <a:bodyPr/>
          <a:lstStyle/>
          <a:p>
            <a:fld id="{4CD75CF9-3EF4-46D1-8E3C-937315900235}" type="slidenum">
              <a:rPr lang="en-US" altLang="en-US"/>
              <a:pPr/>
              <a:t>51</a:t>
            </a:fld>
            <a:endParaRPr lang="en-US" altLang="en-US"/>
          </a:p>
        </p:txBody>
      </p:sp>
    </p:spTree>
    <p:extLst>
      <p:ext uri="{BB962C8B-B14F-4D97-AF65-F5344CB8AC3E}">
        <p14:creationId xmlns:p14="http://schemas.microsoft.com/office/powerpoint/2010/main" val="32889731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altLang="en-US" dirty="0"/>
          </a:p>
        </p:txBody>
      </p:sp>
      <p:sp>
        <p:nvSpPr>
          <p:cNvPr id="49156" name="Slide Number Placeholder 3"/>
          <p:cNvSpPr>
            <a:spLocks noGrp="1"/>
          </p:cNvSpPr>
          <p:nvPr>
            <p:ph type="sldNum" sz="quarter" idx="5"/>
          </p:nvPr>
        </p:nvSpPr>
        <p:spPr>
          <a:noFill/>
        </p:spPr>
        <p:txBody>
          <a:bodyPr/>
          <a:lstStyle/>
          <a:p>
            <a:fld id="{990C8801-FBBE-4F73-AB07-8DAB308688AC}" type="slidenum">
              <a:rPr lang="en-US" altLang="en-US"/>
              <a:pPr/>
              <a:t>52</a:t>
            </a:fld>
            <a:endParaRPr lang="en-US" altLang="en-US"/>
          </a:p>
        </p:txBody>
      </p:sp>
    </p:spTree>
    <p:extLst>
      <p:ext uri="{BB962C8B-B14F-4D97-AF65-F5344CB8AC3E}">
        <p14:creationId xmlns:p14="http://schemas.microsoft.com/office/powerpoint/2010/main" val="20211635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ltLang="en-US" dirty="0"/>
          </a:p>
        </p:txBody>
      </p:sp>
      <p:sp>
        <p:nvSpPr>
          <p:cNvPr id="51204" name="Slide Number Placeholder 3"/>
          <p:cNvSpPr>
            <a:spLocks noGrp="1"/>
          </p:cNvSpPr>
          <p:nvPr>
            <p:ph type="sldNum" sz="quarter" idx="5"/>
          </p:nvPr>
        </p:nvSpPr>
        <p:spPr>
          <a:noFill/>
        </p:spPr>
        <p:txBody>
          <a:bodyPr/>
          <a:lstStyle/>
          <a:p>
            <a:fld id="{961E376C-2944-4C3C-970F-1A8D460A3CCB}" type="slidenum">
              <a:rPr lang="en-US" altLang="en-US"/>
              <a:pPr/>
              <a:t>53</a:t>
            </a:fld>
            <a:endParaRPr lang="en-US" altLang="en-US"/>
          </a:p>
        </p:txBody>
      </p:sp>
    </p:spTree>
    <p:extLst>
      <p:ext uri="{BB962C8B-B14F-4D97-AF65-F5344CB8AC3E}">
        <p14:creationId xmlns:p14="http://schemas.microsoft.com/office/powerpoint/2010/main" val="242418267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ltLang="en-US"/>
          </a:p>
        </p:txBody>
      </p:sp>
      <p:sp>
        <p:nvSpPr>
          <p:cNvPr id="52228" name="Slide Number Placeholder 3"/>
          <p:cNvSpPr>
            <a:spLocks noGrp="1"/>
          </p:cNvSpPr>
          <p:nvPr>
            <p:ph type="sldNum" sz="quarter" idx="5"/>
          </p:nvPr>
        </p:nvSpPr>
        <p:spPr>
          <a:noFill/>
        </p:spPr>
        <p:txBody>
          <a:bodyPr/>
          <a:lstStyle/>
          <a:p>
            <a:fld id="{DDC57E50-208B-4BB1-9313-82CC23D6B020}" type="slidenum">
              <a:rPr lang="en-US" altLang="en-US"/>
              <a:pPr/>
              <a:t>54</a:t>
            </a:fld>
            <a:endParaRPr lang="en-US" altLang="en-US"/>
          </a:p>
        </p:txBody>
      </p:sp>
    </p:spTree>
    <p:extLst>
      <p:ext uri="{BB962C8B-B14F-4D97-AF65-F5344CB8AC3E}">
        <p14:creationId xmlns:p14="http://schemas.microsoft.com/office/powerpoint/2010/main" val="23168825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ltLang="en-US" dirty="0"/>
          </a:p>
        </p:txBody>
      </p:sp>
      <p:sp>
        <p:nvSpPr>
          <p:cNvPr id="53252" name="Slide Number Placeholder 3"/>
          <p:cNvSpPr>
            <a:spLocks noGrp="1"/>
          </p:cNvSpPr>
          <p:nvPr>
            <p:ph type="sldNum" sz="quarter" idx="5"/>
          </p:nvPr>
        </p:nvSpPr>
        <p:spPr>
          <a:noFill/>
        </p:spPr>
        <p:txBody>
          <a:bodyPr/>
          <a:lstStyle/>
          <a:p>
            <a:fld id="{E41A0FF4-3DCC-48C3-9102-72CCD07045BA}" type="slidenum">
              <a:rPr lang="en-US" altLang="en-US"/>
              <a:pPr/>
              <a:t>55</a:t>
            </a:fld>
            <a:endParaRPr lang="en-US" altLang="en-US"/>
          </a:p>
        </p:txBody>
      </p:sp>
    </p:spTree>
    <p:extLst>
      <p:ext uri="{BB962C8B-B14F-4D97-AF65-F5344CB8AC3E}">
        <p14:creationId xmlns:p14="http://schemas.microsoft.com/office/powerpoint/2010/main" val="25612668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altLang="en-US"/>
          </a:p>
        </p:txBody>
      </p:sp>
      <p:sp>
        <p:nvSpPr>
          <p:cNvPr id="54276" name="Slide Number Placeholder 3"/>
          <p:cNvSpPr>
            <a:spLocks noGrp="1"/>
          </p:cNvSpPr>
          <p:nvPr>
            <p:ph type="sldNum" sz="quarter" idx="5"/>
          </p:nvPr>
        </p:nvSpPr>
        <p:spPr>
          <a:noFill/>
        </p:spPr>
        <p:txBody>
          <a:bodyPr/>
          <a:lstStyle/>
          <a:p>
            <a:fld id="{3ECC29F2-6A0D-4E2F-BCC1-0847CF2DFEE2}" type="slidenum">
              <a:rPr lang="en-US" altLang="en-US"/>
              <a:pPr/>
              <a:t>57</a:t>
            </a:fld>
            <a:endParaRPr lang="en-US" altLang="en-US"/>
          </a:p>
        </p:txBody>
      </p:sp>
    </p:spTree>
    <p:extLst>
      <p:ext uri="{BB962C8B-B14F-4D97-AF65-F5344CB8AC3E}">
        <p14:creationId xmlns:p14="http://schemas.microsoft.com/office/powerpoint/2010/main" val="226077082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altLang="en-US" dirty="0"/>
          </a:p>
        </p:txBody>
      </p:sp>
      <p:sp>
        <p:nvSpPr>
          <p:cNvPr id="54276" name="Slide Number Placeholder 3"/>
          <p:cNvSpPr>
            <a:spLocks noGrp="1"/>
          </p:cNvSpPr>
          <p:nvPr>
            <p:ph type="sldNum" sz="quarter" idx="5"/>
          </p:nvPr>
        </p:nvSpPr>
        <p:spPr>
          <a:noFill/>
        </p:spPr>
        <p:txBody>
          <a:bodyPr/>
          <a:lstStyle/>
          <a:p>
            <a:fld id="{3ECC29F2-6A0D-4E2F-BCC1-0847CF2DFEE2}" type="slidenum">
              <a:rPr lang="en-US" altLang="en-US"/>
              <a:pPr/>
              <a:t>58</a:t>
            </a:fld>
            <a:endParaRPr lang="en-US" altLang="en-US"/>
          </a:p>
        </p:txBody>
      </p:sp>
    </p:spTree>
    <p:extLst>
      <p:ext uri="{BB962C8B-B14F-4D97-AF65-F5344CB8AC3E}">
        <p14:creationId xmlns:p14="http://schemas.microsoft.com/office/powerpoint/2010/main" val="112422339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ln/>
        </p:spPr>
        <p:txBody>
          <a:bodyPr/>
          <a:lstStyle/>
          <a:p>
            <a:endParaRPr lang="en-US" altLang="en-US"/>
          </a:p>
        </p:txBody>
      </p:sp>
      <p:sp>
        <p:nvSpPr>
          <p:cNvPr id="56324" name="Slide Number Placeholder 3"/>
          <p:cNvSpPr>
            <a:spLocks noGrp="1"/>
          </p:cNvSpPr>
          <p:nvPr>
            <p:ph type="sldNum" sz="quarter" idx="5"/>
          </p:nvPr>
        </p:nvSpPr>
        <p:spPr>
          <a:noFill/>
        </p:spPr>
        <p:txBody>
          <a:bodyPr/>
          <a:lstStyle/>
          <a:p>
            <a:fld id="{ADB945A8-B00B-486D-B255-5EA13933B5B5}" type="slidenum">
              <a:rPr lang="en-US" altLang="en-US"/>
              <a:pPr/>
              <a:t>59</a:t>
            </a:fld>
            <a:endParaRPr lang="en-US" altLang="en-US"/>
          </a:p>
        </p:txBody>
      </p:sp>
    </p:spTree>
    <p:extLst>
      <p:ext uri="{BB962C8B-B14F-4D97-AF65-F5344CB8AC3E}">
        <p14:creationId xmlns:p14="http://schemas.microsoft.com/office/powerpoint/2010/main" val="27578373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altLang="en-US"/>
          </a:p>
        </p:txBody>
      </p:sp>
      <p:sp>
        <p:nvSpPr>
          <p:cNvPr id="58372" name="Slide Number Placeholder 3"/>
          <p:cNvSpPr>
            <a:spLocks noGrp="1"/>
          </p:cNvSpPr>
          <p:nvPr>
            <p:ph type="sldNum" sz="quarter" idx="5"/>
          </p:nvPr>
        </p:nvSpPr>
        <p:spPr>
          <a:noFill/>
        </p:spPr>
        <p:txBody>
          <a:bodyPr/>
          <a:lstStyle/>
          <a:p>
            <a:fld id="{290F6822-1B26-4708-A1D5-6CB7F319E5EF}" type="slidenum">
              <a:rPr lang="en-US" altLang="en-US"/>
              <a:pPr/>
              <a:t>60</a:t>
            </a:fld>
            <a:endParaRPr lang="en-US" altLang="en-US"/>
          </a:p>
        </p:txBody>
      </p:sp>
    </p:spTree>
    <p:extLst>
      <p:ext uri="{BB962C8B-B14F-4D97-AF65-F5344CB8AC3E}">
        <p14:creationId xmlns:p14="http://schemas.microsoft.com/office/powerpoint/2010/main" val="20028568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380CB0A-298F-446B-BA93-C8C2997B1AE0}" type="slidenum">
              <a:rPr lang="zh-CN" altLang="en-US" smtClean="0"/>
              <a:pPr/>
              <a:t>61</a:t>
            </a:fld>
            <a:endParaRPr lang="zh-CN" altLang="en-US"/>
          </a:p>
        </p:txBody>
      </p:sp>
    </p:spTree>
    <p:extLst>
      <p:ext uri="{BB962C8B-B14F-4D97-AF65-F5344CB8AC3E}">
        <p14:creationId xmlns:p14="http://schemas.microsoft.com/office/powerpoint/2010/main" val="372868648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altLang="en-US"/>
          </a:p>
        </p:txBody>
      </p:sp>
      <p:sp>
        <p:nvSpPr>
          <p:cNvPr id="59396" name="Slide Number Placeholder 3"/>
          <p:cNvSpPr>
            <a:spLocks noGrp="1"/>
          </p:cNvSpPr>
          <p:nvPr>
            <p:ph type="sldNum" sz="quarter" idx="5"/>
          </p:nvPr>
        </p:nvSpPr>
        <p:spPr>
          <a:noFill/>
        </p:spPr>
        <p:txBody>
          <a:bodyPr/>
          <a:lstStyle/>
          <a:p>
            <a:fld id="{400B957C-0EA0-4CC3-B101-C5610971DA1E}" type="slidenum">
              <a:rPr lang="en-US" altLang="en-US"/>
              <a:pPr/>
              <a:t>62</a:t>
            </a:fld>
            <a:endParaRPr lang="en-US" altLang="en-US"/>
          </a:p>
        </p:txBody>
      </p:sp>
    </p:spTree>
    <p:extLst>
      <p:ext uri="{BB962C8B-B14F-4D97-AF65-F5344CB8AC3E}">
        <p14:creationId xmlns:p14="http://schemas.microsoft.com/office/powerpoint/2010/main" val="353875759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altLang="en-US"/>
          </a:p>
        </p:txBody>
      </p:sp>
      <p:sp>
        <p:nvSpPr>
          <p:cNvPr id="61444" name="Slide Number Placeholder 3"/>
          <p:cNvSpPr>
            <a:spLocks noGrp="1"/>
          </p:cNvSpPr>
          <p:nvPr>
            <p:ph type="sldNum" sz="quarter" idx="5"/>
          </p:nvPr>
        </p:nvSpPr>
        <p:spPr>
          <a:noFill/>
        </p:spPr>
        <p:txBody>
          <a:bodyPr/>
          <a:lstStyle/>
          <a:p>
            <a:fld id="{B204FE62-3EF6-406A-89CA-2973A6FD8803}" type="slidenum">
              <a:rPr lang="en-US" altLang="en-US"/>
              <a:pPr/>
              <a:t>63</a:t>
            </a:fld>
            <a:endParaRPr lang="en-US" altLang="en-US"/>
          </a:p>
        </p:txBody>
      </p:sp>
    </p:spTree>
    <p:extLst>
      <p:ext uri="{BB962C8B-B14F-4D97-AF65-F5344CB8AC3E}">
        <p14:creationId xmlns:p14="http://schemas.microsoft.com/office/powerpoint/2010/main" val="42223785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altLang="en-US"/>
          </a:p>
        </p:txBody>
      </p:sp>
      <p:sp>
        <p:nvSpPr>
          <p:cNvPr id="62468" name="Slide Number Placeholder 3"/>
          <p:cNvSpPr>
            <a:spLocks noGrp="1"/>
          </p:cNvSpPr>
          <p:nvPr>
            <p:ph type="sldNum" sz="quarter" idx="5"/>
          </p:nvPr>
        </p:nvSpPr>
        <p:spPr>
          <a:noFill/>
        </p:spPr>
        <p:txBody>
          <a:bodyPr/>
          <a:lstStyle/>
          <a:p>
            <a:fld id="{6A87C6B5-1880-4561-9C0F-B459E860B677}" type="slidenum">
              <a:rPr lang="en-US" altLang="en-US"/>
              <a:pPr/>
              <a:t>65</a:t>
            </a:fld>
            <a:endParaRPr lang="en-US" altLang="en-US"/>
          </a:p>
        </p:txBody>
      </p:sp>
    </p:spTree>
    <p:extLst>
      <p:ext uri="{BB962C8B-B14F-4D97-AF65-F5344CB8AC3E}">
        <p14:creationId xmlns:p14="http://schemas.microsoft.com/office/powerpoint/2010/main" val="4040122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p:cNvSpPr>
            <a:spLocks noGrp="1"/>
          </p:cNvSpPr>
          <p:nvPr>
            <p:ph type="dt" sz="half" idx="10"/>
          </p:nvPr>
        </p:nvSpPr>
        <p:spPr/>
        <p:txBody>
          <a:bodyPr/>
          <a:lstStyle/>
          <a:p>
            <a:r>
              <a:rPr lang="en-US" altLang="zh-CN"/>
              <a:t>10/10/2016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spTree>
    <p:extLst>
      <p:ext uri="{BB962C8B-B14F-4D97-AF65-F5344CB8AC3E}">
        <p14:creationId xmlns:p14="http://schemas.microsoft.com/office/powerpoint/2010/main" val="2798072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r>
              <a:rPr lang="en-US" altLang="zh-CN"/>
              <a:t>10/10/2016</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pic>
        <p:nvPicPr>
          <p:cNvPr id="7" name="Picture 17" descr="Culogo"/>
          <p:cNvPicPr>
            <a:picLocks noChangeAspect="1" noChangeArrowheads="1" noCrop="1"/>
          </p:cNvPicPr>
          <p:nvPr userDrawn="1"/>
        </p:nvPicPr>
        <p:blipFill>
          <a:blip r:embed="rId2" cstate="print"/>
          <a:srcRect/>
          <a:stretch>
            <a:fillRect/>
          </a:stretch>
        </p:blipFill>
        <p:spPr bwMode="auto">
          <a:xfrm>
            <a:off x="24384" y="80953"/>
            <a:ext cx="804672" cy="540839"/>
          </a:xfrm>
          <a:prstGeom prst="rect">
            <a:avLst/>
          </a:prstGeom>
          <a:noFill/>
        </p:spPr>
      </p:pic>
    </p:spTree>
    <p:extLst>
      <p:ext uri="{BB962C8B-B14F-4D97-AF65-F5344CB8AC3E}">
        <p14:creationId xmlns:p14="http://schemas.microsoft.com/office/powerpoint/2010/main" val="17855295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Edit Master text styles</a:t>
            </a:r>
          </a:p>
        </p:txBody>
      </p:sp>
      <p:sp>
        <p:nvSpPr>
          <p:cNvPr id="4" name="Date Placeholder 3"/>
          <p:cNvSpPr>
            <a:spLocks noGrp="1"/>
          </p:cNvSpPr>
          <p:nvPr>
            <p:ph type="dt" sz="half" idx="10"/>
          </p:nvPr>
        </p:nvSpPr>
        <p:spPr/>
        <p:txBody>
          <a:bodyPr/>
          <a:lstStyle/>
          <a:p>
            <a:r>
              <a:rPr lang="en-US" altLang="zh-CN"/>
              <a:t>10/10/2016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2662224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838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p:cNvSpPr>
            <a:spLocks noGrp="1"/>
          </p:cNvSpPr>
          <p:nvPr>
            <p:ph sz="half" idx="2"/>
          </p:nvPr>
        </p:nvSpPr>
        <p:spPr>
          <a:xfrm>
            <a:off x="6172200" y="1825625"/>
            <a:ext cx="5181600" cy="435133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p:cNvSpPr>
            <a:spLocks noGrp="1"/>
          </p:cNvSpPr>
          <p:nvPr>
            <p:ph type="dt" sz="half" idx="10"/>
          </p:nvPr>
        </p:nvSpPr>
        <p:spPr/>
        <p:txBody>
          <a:bodyPr/>
          <a:lstStyle/>
          <a:p>
            <a:r>
              <a:rPr lang="en-US" altLang="zh-CN"/>
              <a:t>10/10/2016</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1974097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p:cNvSpPr>
            <a:spLocks noGrp="1"/>
          </p:cNvSpPr>
          <p:nvPr>
            <p:ph type="dt" sz="half" idx="10"/>
          </p:nvPr>
        </p:nvSpPr>
        <p:spPr/>
        <p:txBody>
          <a:bodyPr/>
          <a:lstStyle/>
          <a:p>
            <a:r>
              <a:rPr lang="en-US" altLang="zh-CN"/>
              <a:t>10/10/2016</a:t>
            </a:r>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58024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Date Placeholder 2"/>
          <p:cNvSpPr>
            <a:spLocks noGrp="1"/>
          </p:cNvSpPr>
          <p:nvPr>
            <p:ph type="dt" sz="half" idx="10"/>
          </p:nvPr>
        </p:nvSpPr>
        <p:spPr/>
        <p:txBody>
          <a:bodyPr/>
          <a:lstStyle/>
          <a:p>
            <a:r>
              <a:rPr lang="en-US" altLang="zh-CN"/>
              <a:t>10/10/2016</a:t>
            </a:r>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9023974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10/10/2016</a:t>
            </a:r>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041077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r>
              <a:rPr lang="en-US" altLang="zh-CN"/>
              <a:t>10/10/2016</a:t>
            </a:r>
            <a:endParaRPr lang="zh-CN" altLang="en-US"/>
          </a:p>
        </p:txBody>
      </p:sp>
      <p:sp>
        <p:nvSpPr>
          <p:cNvPr id="6" name="Footer Placeholder 5"/>
          <p:cNvSpPr>
            <a:spLocks noGrp="1"/>
          </p:cNvSpPr>
          <p:nvPr>
            <p:ph type="ftr" sz="quarter" idx="11"/>
          </p:nvPr>
        </p:nvSpPr>
        <p:spPr/>
        <p:txBody>
          <a:bodyPr/>
          <a:lstStyle/>
          <a:p>
            <a:endParaRPr lang="zh-CN" altLang="en-US" dirty="0"/>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22506880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Edit Master text styles</a:t>
            </a:r>
          </a:p>
        </p:txBody>
      </p:sp>
      <p:sp>
        <p:nvSpPr>
          <p:cNvPr id="5" name="Date Placeholder 4"/>
          <p:cNvSpPr>
            <a:spLocks noGrp="1"/>
          </p:cNvSpPr>
          <p:nvPr>
            <p:ph type="dt" sz="half" idx="10"/>
          </p:nvPr>
        </p:nvSpPr>
        <p:spPr/>
        <p:txBody>
          <a:bodyPr/>
          <a:lstStyle/>
          <a:p>
            <a:r>
              <a:rPr lang="en-US" altLang="zh-CN"/>
              <a:t>10/10/2016</a:t>
            </a:r>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1153463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r>
              <a:rPr lang="en-US" altLang="zh-CN"/>
              <a:t>10/10/2016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28861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10"/>
          </p:nvPr>
        </p:nvSpPr>
        <p:spPr/>
        <p:txBody>
          <a:bodyPr/>
          <a:lstStyle/>
          <a:p>
            <a:r>
              <a:rPr lang="en-US" altLang="zh-CN"/>
              <a:t>10/10/2016</a:t>
            </a:r>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EFE3C714-204C-4CF7-A5E3-73543894AB08}" type="slidenum">
              <a:rPr lang="zh-CN" altLang="en-US" smtClean="0"/>
              <a:pPr/>
              <a:t>‹#›</a:t>
            </a:fld>
            <a:endParaRPr lang="zh-CN" altLang="en-US"/>
          </a:p>
        </p:txBody>
      </p:sp>
    </p:spTree>
    <p:extLst>
      <p:ext uri="{BB962C8B-B14F-4D97-AF65-F5344CB8AC3E}">
        <p14:creationId xmlns:p14="http://schemas.microsoft.com/office/powerpoint/2010/main" val="3029884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10/10/2016</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a:t>
            </a:fld>
            <a:endParaRPr lang="en-US" altLang="zh-CN" dirty="0">
              <a:ea typeface="黑体" panose="02010609060101010101" pitchFamily="49" charset="-122"/>
            </a:endParaRPr>
          </a:p>
        </p:txBody>
      </p:sp>
    </p:spTree>
    <p:extLst>
      <p:ext uri="{BB962C8B-B14F-4D97-AF65-F5344CB8AC3E}">
        <p14:creationId xmlns:p14="http://schemas.microsoft.com/office/powerpoint/2010/main" val="1058513433"/>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8.png"/><Relationship Id="rId5" Type="http://schemas.openxmlformats.org/officeDocument/2006/relationships/image" Target="../media/image12.png"/><Relationship Id="rId10" Type="http://schemas.openxmlformats.org/officeDocument/2006/relationships/image" Target="../media/image11.png"/><Relationship Id="rId4" Type="http://schemas.openxmlformats.org/officeDocument/2006/relationships/image" Target="../media/image11.wmf"/><Relationship Id="rId9" Type="http://schemas.openxmlformats.org/officeDocument/2006/relationships/image" Target="../media/image100.png"/></Relationships>
</file>

<file path=ppt/slides/_rels/slide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emf"/><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wmf"/><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wmf"/></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customXml" Target="../ink/ink2.xml"/><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4.wmf"/><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23.wmf"/><Relationship Id="rId4"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6.wmf"/><Relationship Id="rId5" Type="http://schemas.openxmlformats.org/officeDocument/2006/relationships/oleObject" Target="../embeddings/oleObject7.bin"/><Relationship Id="rId4" Type="http://schemas.openxmlformats.org/officeDocument/2006/relationships/image" Target="../media/image2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1.wmf"/></Relationships>
</file>

<file path=ppt/slides/_rels/slide1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customXml" Target="../ink/ink4.xml"/><Relationship Id="rId4" Type="http://schemas.openxmlformats.org/officeDocument/2006/relationships/image" Target="../media/image29.jpe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36.png"/><Relationship Id="rId4" Type="http://schemas.openxmlformats.org/officeDocument/2006/relationships/image" Target="../media/image35.gif"/></Relationships>
</file>

<file path=ppt/slides/_rels/slide18.xml.rels><?xml version="1.0" encoding="UTF-8" standalone="yes"?>
<Relationships xmlns="http://schemas.openxmlformats.org/package/2006/relationships"><Relationship Id="rId3" Type="http://schemas.openxmlformats.org/officeDocument/2006/relationships/image" Target="../media/image38.tiff"/><Relationship Id="rId2" Type="http://schemas.openxmlformats.org/officeDocument/2006/relationships/image" Target="../media/image37.tiff"/><Relationship Id="rId1" Type="http://schemas.openxmlformats.org/officeDocument/2006/relationships/slideLayout" Target="../slideLayouts/slideLayout2.xml"/><Relationship Id="rId4" Type="http://schemas.openxmlformats.org/officeDocument/2006/relationships/image" Target="../media/image39.tiff"/></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jp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44.jpeg"/><Relationship Id="rId5" Type="http://schemas.openxmlformats.org/officeDocument/2006/relationships/image" Target="../media/image43.png"/><Relationship Id="rId4" Type="http://schemas.openxmlformats.org/officeDocument/2006/relationships/image" Target="../media/image42.wmf"/></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46.wmf"/><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oleObject" Target="../embeddings/oleObject10.bin"/><Relationship Id="rId5" Type="http://schemas.openxmlformats.org/officeDocument/2006/relationships/image" Target="../media/image45.w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1.bin"/><Relationship Id="rId7" Type="http://schemas.openxmlformats.org/officeDocument/2006/relationships/image" Target="../media/image50.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49.wmf"/><Relationship Id="rId5" Type="http://schemas.openxmlformats.org/officeDocument/2006/relationships/oleObject" Target="../embeddings/oleObject12.bin"/><Relationship Id="rId4" Type="http://schemas.openxmlformats.org/officeDocument/2006/relationships/image" Target="../media/image48.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13.bin"/><Relationship Id="rId7" Type="http://schemas.openxmlformats.org/officeDocument/2006/relationships/image" Target="../media/image53.pn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52.wmf"/><Relationship Id="rId5" Type="http://schemas.openxmlformats.org/officeDocument/2006/relationships/oleObject" Target="../embeddings/oleObject14.bin"/><Relationship Id="rId4" Type="http://schemas.openxmlformats.org/officeDocument/2006/relationships/image" Target="../media/image51.wmf"/></Relationships>
</file>

<file path=ppt/slides/_rels/slide26.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57.emf"/></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0.png"/><Relationship Id="rId7" Type="http://schemas.openxmlformats.org/officeDocument/2006/relationships/image" Target="../media/image64.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67.png"/><Relationship Id="rId4" Type="http://schemas.openxmlformats.org/officeDocument/2006/relationships/image" Target="../media/image66.wmf"/></Relationships>
</file>

<file path=ppt/slides/_rels/slide3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78.png"/></Relationships>
</file>

<file path=ppt/slides/_rels/slide3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2.wmf"/><Relationship Id="rId7" Type="http://schemas.openxmlformats.org/officeDocument/2006/relationships/image" Target="../media/image73.wmf"/><Relationship Id="rId2" Type="http://schemas.openxmlformats.org/officeDocument/2006/relationships/oleObject" Target="../embeddings/oleObject16.bin"/><Relationship Id="rId1" Type="http://schemas.openxmlformats.org/officeDocument/2006/relationships/slideLayout" Target="../slideLayouts/slideLayout2.xml"/><Relationship Id="rId6" Type="http://schemas.openxmlformats.org/officeDocument/2006/relationships/oleObject" Target="../embeddings/oleObject18.bin"/><Relationship Id="rId5" Type="http://schemas.openxmlformats.org/officeDocument/2006/relationships/image" Target="../media/image72.wmf"/><Relationship Id="rId4" Type="http://schemas.openxmlformats.org/officeDocument/2006/relationships/oleObject" Target="../embeddings/oleObject17.bin"/></Relationships>
</file>

<file path=ppt/slides/_rels/slide3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6.jpeg"/><Relationship Id="rId1" Type="http://schemas.openxmlformats.org/officeDocument/2006/relationships/slideLayout" Target="../slideLayouts/slideLayout2.xml"/><Relationship Id="rId5" Type="http://schemas.openxmlformats.org/officeDocument/2006/relationships/image" Target="../media/image79.jpeg"/><Relationship Id="rId4" Type="http://schemas.openxmlformats.org/officeDocument/2006/relationships/image" Target="../media/image78.jpeg"/></Relationships>
</file>

<file path=ppt/slides/_rels/slide41.xml.rels><?xml version="1.0" encoding="UTF-8" standalone="yes"?>
<Relationships xmlns="http://schemas.openxmlformats.org/package/2006/relationships"><Relationship Id="rId3" Type="http://schemas.openxmlformats.org/officeDocument/2006/relationships/image" Target="../media/image81.emf"/><Relationship Id="rId2" Type="http://schemas.openxmlformats.org/officeDocument/2006/relationships/image" Target="../media/image80.emf"/><Relationship Id="rId1" Type="http://schemas.openxmlformats.org/officeDocument/2006/relationships/slideLayout" Target="../slideLayouts/slideLayout2.xml"/><Relationship Id="rId6" Type="http://schemas.openxmlformats.org/officeDocument/2006/relationships/image" Target="../media/image84.emf"/><Relationship Id="rId5" Type="http://schemas.openxmlformats.org/officeDocument/2006/relationships/image" Target="../media/image83.emf"/><Relationship Id="rId4" Type="http://schemas.openxmlformats.org/officeDocument/2006/relationships/image" Target="../media/image82.emf"/></Relationships>
</file>

<file path=ppt/slides/_rels/slide42.xml.rels><?xml version="1.0" encoding="UTF-8" standalone="yes"?>
<Relationships xmlns="http://schemas.openxmlformats.org/package/2006/relationships"><Relationship Id="rId3" Type="http://schemas.openxmlformats.org/officeDocument/2006/relationships/image" Target="../media/image85.emf"/><Relationship Id="rId7" Type="http://schemas.openxmlformats.org/officeDocument/2006/relationships/image" Target="../media/image89.emf"/><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88.emf"/><Relationship Id="rId5" Type="http://schemas.openxmlformats.org/officeDocument/2006/relationships/image" Target="../media/image87.emf"/><Relationship Id="rId4" Type="http://schemas.openxmlformats.org/officeDocument/2006/relationships/image" Target="../media/image86.emf"/></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90.jpeg"/><Relationship Id="rId7" Type="http://schemas.openxmlformats.org/officeDocument/2006/relationships/image" Target="../media/image92.wmf"/><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oleObject" Target="../embeddings/oleObject20.bin"/><Relationship Id="rId11" Type="http://schemas.openxmlformats.org/officeDocument/2006/relationships/image" Target="../media/image94.wmf"/><Relationship Id="rId5" Type="http://schemas.openxmlformats.org/officeDocument/2006/relationships/image" Target="../media/image91.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93.wmf"/></Relationships>
</file>

<file path=ppt/slides/_rels/slide44.xml.rels><?xml version="1.0" encoding="UTF-8" standalone="yes"?>
<Relationships xmlns="http://schemas.openxmlformats.org/package/2006/relationships"><Relationship Id="rId13" Type="http://schemas.openxmlformats.org/officeDocument/2006/relationships/oleObject" Target="../embeddings/oleObject24.bin"/><Relationship Id="rId12" Type="http://schemas.openxmlformats.org/officeDocument/2006/relationships/image" Target="../media/image95.wmf"/><Relationship Id="rId2" Type="http://schemas.openxmlformats.org/officeDocument/2006/relationships/notesSlide" Target="../notesSlides/notesSlide33.xml"/><Relationship Id="rId1" Type="http://schemas.openxmlformats.org/officeDocument/2006/relationships/slideLayout" Target="../slideLayouts/slideLayout2.xml"/><Relationship Id="rId11" Type="http://schemas.openxmlformats.org/officeDocument/2006/relationships/oleObject" Target="../embeddings/oleObject23.bin"/><Relationship Id="rId15" Type="http://schemas.openxmlformats.org/officeDocument/2006/relationships/image" Target="../media/image97.png"/><Relationship Id="rId10" Type="http://schemas.openxmlformats.org/officeDocument/2006/relationships/image" Target="NULL"/><Relationship Id="rId14" Type="http://schemas.openxmlformats.org/officeDocument/2006/relationships/image" Target="../media/image96.wmf"/></Relationships>
</file>

<file path=ppt/slides/_rels/slide45.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6.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oleObject" Target="../embeddings/oleObject25.bin"/><Relationship Id="rId7" Type="http://schemas.microsoft.com/office/2007/relationships/hdphoto" Target="../media/hdphoto1.wdp"/><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image" Target="../media/image102.png"/><Relationship Id="rId5" Type="http://schemas.openxmlformats.org/officeDocument/2006/relationships/image" Target="../media/image101.png"/><Relationship Id="rId10" Type="http://schemas.openxmlformats.org/officeDocument/2006/relationships/image" Target="../media/image105.png"/><Relationship Id="rId4" Type="http://schemas.openxmlformats.org/officeDocument/2006/relationships/image" Target="../media/image100.wmf"/><Relationship Id="rId9" Type="http://schemas.openxmlformats.org/officeDocument/2006/relationships/image" Target="../media/image104.png"/></Relationships>
</file>

<file path=ppt/slides/_rels/slide47.xml.rels><?xml version="1.0" encoding="UTF-8" standalone="yes"?>
<Relationships xmlns="http://schemas.openxmlformats.org/package/2006/relationships"><Relationship Id="rId8" Type="http://schemas.openxmlformats.org/officeDocument/2006/relationships/oleObject" Target="../embeddings/oleObject28.bin"/><Relationship Id="rId13" Type="http://schemas.openxmlformats.org/officeDocument/2006/relationships/image" Target="NULL"/><Relationship Id="rId3" Type="http://schemas.openxmlformats.org/officeDocument/2006/relationships/image" Target="../media/image106.jpeg"/><Relationship Id="rId7" Type="http://schemas.openxmlformats.org/officeDocument/2006/relationships/image" Target="../media/image108.wmf"/><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oleObject" Target="../embeddings/oleObject27.bin"/><Relationship Id="rId11" Type="http://schemas.openxmlformats.org/officeDocument/2006/relationships/image" Target="../media/image110.wmf"/><Relationship Id="rId5" Type="http://schemas.openxmlformats.org/officeDocument/2006/relationships/image" Target="../media/image107.w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109.wmf"/></Relationships>
</file>

<file path=ppt/slides/_rels/slide48.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15.png"/><Relationship Id="rId3" Type="http://schemas.openxmlformats.org/officeDocument/2006/relationships/oleObject" Target="../embeddings/oleObject25.bin"/><Relationship Id="rId7" Type="http://schemas.openxmlformats.org/officeDocument/2006/relationships/image" Target="../media/image112.png"/><Relationship Id="rId12" Type="http://schemas.microsoft.com/office/2007/relationships/hdphoto" Target="../media/hdphoto5.wdp"/><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microsoft.com/office/2007/relationships/hdphoto" Target="../media/hdphoto2.wdp"/><Relationship Id="rId11" Type="http://schemas.openxmlformats.org/officeDocument/2006/relationships/image" Target="../media/image114.png"/><Relationship Id="rId5" Type="http://schemas.openxmlformats.org/officeDocument/2006/relationships/image" Target="../media/image111.png"/><Relationship Id="rId10" Type="http://schemas.microsoft.com/office/2007/relationships/hdphoto" Target="../media/hdphoto4.wdp"/><Relationship Id="rId4" Type="http://schemas.openxmlformats.org/officeDocument/2006/relationships/image" Target="../media/image100.wmf"/><Relationship Id="rId9" Type="http://schemas.openxmlformats.org/officeDocument/2006/relationships/image" Target="../media/image113.png"/></Relationships>
</file>

<file path=ppt/slides/_rels/slide49.xml.rels><?xml version="1.0" encoding="UTF-8" standalone="yes"?>
<Relationships xmlns="http://schemas.openxmlformats.org/package/2006/relationships"><Relationship Id="rId26" Type="http://schemas.openxmlformats.org/officeDocument/2006/relationships/image" Target="../media/image129.png"/><Relationship Id="rId21" Type="http://schemas.openxmlformats.org/officeDocument/2006/relationships/customXml" Target="../ink/ink14.xml"/><Relationship Id="rId42" Type="http://schemas.openxmlformats.org/officeDocument/2006/relationships/image" Target="../media/image137.png"/><Relationship Id="rId47" Type="http://schemas.openxmlformats.org/officeDocument/2006/relationships/customXml" Target="../ink/ink27.xml"/><Relationship Id="rId63" Type="http://schemas.openxmlformats.org/officeDocument/2006/relationships/customXml" Target="../ink/ink35.xml"/><Relationship Id="rId68" Type="http://schemas.openxmlformats.org/officeDocument/2006/relationships/image" Target="../media/image150.png"/><Relationship Id="rId2" Type="http://schemas.openxmlformats.org/officeDocument/2006/relationships/notesSlide" Target="../notesSlides/notesSlide38.xml"/><Relationship Id="rId16" Type="http://schemas.openxmlformats.org/officeDocument/2006/relationships/image" Target="../media/image123.png"/><Relationship Id="rId29" Type="http://schemas.openxmlformats.org/officeDocument/2006/relationships/customXml" Target="../ink/ink18.xml"/><Relationship Id="rId11" Type="http://schemas.openxmlformats.org/officeDocument/2006/relationships/customXml" Target="../ink/ink9.xml"/><Relationship Id="rId24" Type="http://schemas.openxmlformats.org/officeDocument/2006/relationships/image" Target="../media/image128.png"/><Relationship Id="rId32" Type="http://schemas.openxmlformats.org/officeDocument/2006/relationships/image" Target="../media/image132.png"/><Relationship Id="rId37" Type="http://schemas.openxmlformats.org/officeDocument/2006/relationships/customXml" Target="../ink/ink22.xml"/><Relationship Id="rId40" Type="http://schemas.openxmlformats.org/officeDocument/2006/relationships/image" Target="../media/image136.png"/><Relationship Id="rId45" Type="http://schemas.openxmlformats.org/officeDocument/2006/relationships/customXml" Target="../ink/ink26.xml"/><Relationship Id="rId53" Type="http://schemas.openxmlformats.org/officeDocument/2006/relationships/customXml" Target="../ink/ink30.xml"/><Relationship Id="rId58" Type="http://schemas.openxmlformats.org/officeDocument/2006/relationships/image" Target="../media/image145.png"/><Relationship Id="rId66" Type="http://schemas.openxmlformats.org/officeDocument/2006/relationships/image" Target="../media/image149.png"/><Relationship Id="rId74" Type="http://schemas.openxmlformats.org/officeDocument/2006/relationships/image" Target="../media/image153.png"/><Relationship Id="rId5" Type="http://schemas.openxmlformats.org/officeDocument/2006/relationships/customXml" Target="../ink/ink6.xml"/><Relationship Id="rId61" Type="http://schemas.openxmlformats.org/officeDocument/2006/relationships/customXml" Target="../ink/ink34.xml"/><Relationship Id="rId19" Type="http://schemas.openxmlformats.org/officeDocument/2006/relationships/customXml" Target="../ink/ink13.xml"/><Relationship Id="rId14" Type="http://schemas.openxmlformats.org/officeDocument/2006/relationships/image" Target="../media/image122.png"/><Relationship Id="rId22" Type="http://schemas.openxmlformats.org/officeDocument/2006/relationships/image" Target="../media/image126.png"/><Relationship Id="rId27" Type="http://schemas.openxmlformats.org/officeDocument/2006/relationships/customXml" Target="../ink/ink17.xml"/><Relationship Id="rId30" Type="http://schemas.openxmlformats.org/officeDocument/2006/relationships/image" Target="../media/image131.png"/><Relationship Id="rId35" Type="http://schemas.openxmlformats.org/officeDocument/2006/relationships/customXml" Target="../ink/ink21.xml"/><Relationship Id="rId43" Type="http://schemas.openxmlformats.org/officeDocument/2006/relationships/customXml" Target="../ink/ink25.xml"/><Relationship Id="rId48" Type="http://schemas.openxmlformats.org/officeDocument/2006/relationships/image" Target="../media/image140.png"/><Relationship Id="rId56" Type="http://schemas.openxmlformats.org/officeDocument/2006/relationships/image" Target="../media/image144.png"/><Relationship Id="rId64" Type="http://schemas.openxmlformats.org/officeDocument/2006/relationships/image" Target="../media/image148.png"/><Relationship Id="rId69" Type="http://schemas.openxmlformats.org/officeDocument/2006/relationships/customXml" Target="../ink/ink38.xml"/><Relationship Id="rId8" Type="http://schemas.openxmlformats.org/officeDocument/2006/relationships/image" Target="../media/image119.png"/><Relationship Id="rId51" Type="http://schemas.openxmlformats.org/officeDocument/2006/relationships/customXml" Target="../ink/ink29.xml"/><Relationship Id="rId72" Type="http://schemas.openxmlformats.org/officeDocument/2006/relationships/image" Target="../media/image152.png"/><Relationship Id="rId3" Type="http://schemas.openxmlformats.org/officeDocument/2006/relationships/image" Target="../media/image116.png"/><Relationship Id="rId12" Type="http://schemas.openxmlformats.org/officeDocument/2006/relationships/image" Target="../media/image121.png"/><Relationship Id="rId17" Type="http://schemas.openxmlformats.org/officeDocument/2006/relationships/customXml" Target="../ink/ink12.xml"/><Relationship Id="rId25" Type="http://schemas.openxmlformats.org/officeDocument/2006/relationships/customXml" Target="../ink/ink16.xml"/><Relationship Id="rId33" Type="http://schemas.openxmlformats.org/officeDocument/2006/relationships/customXml" Target="../ink/ink20.xml"/><Relationship Id="rId38" Type="http://schemas.openxmlformats.org/officeDocument/2006/relationships/image" Target="../media/image135.png"/><Relationship Id="rId46" Type="http://schemas.openxmlformats.org/officeDocument/2006/relationships/image" Target="../media/image139.png"/><Relationship Id="rId59" Type="http://schemas.openxmlformats.org/officeDocument/2006/relationships/customXml" Target="../ink/ink33.xml"/><Relationship Id="rId67" Type="http://schemas.openxmlformats.org/officeDocument/2006/relationships/customXml" Target="../ink/ink37.xml"/><Relationship Id="rId20" Type="http://schemas.openxmlformats.org/officeDocument/2006/relationships/image" Target="../media/image125.png"/><Relationship Id="rId41" Type="http://schemas.openxmlformats.org/officeDocument/2006/relationships/customXml" Target="../ink/ink24.xml"/><Relationship Id="rId54" Type="http://schemas.openxmlformats.org/officeDocument/2006/relationships/image" Target="../media/image143.png"/><Relationship Id="rId62" Type="http://schemas.openxmlformats.org/officeDocument/2006/relationships/image" Target="../media/image147.png"/><Relationship Id="rId70" Type="http://schemas.openxmlformats.org/officeDocument/2006/relationships/image" Target="../media/image151.png"/><Relationship Id="rId75" Type="http://schemas.openxmlformats.org/officeDocument/2006/relationships/customXml" Target="../ink/ink41.xml"/><Relationship Id="rId1" Type="http://schemas.openxmlformats.org/officeDocument/2006/relationships/slideLayout" Target="../slideLayouts/slideLayout2.xml"/><Relationship Id="rId6" Type="http://schemas.openxmlformats.org/officeDocument/2006/relationships/image" Target="../media/image118.png"/><Relationship Id="rId15" Type="http://schemas.openxmlformats.org/officeDocument/2006/relationships/customXml" Target="../ink/ink11.xml"/><Relationship Id="rId23" Type="http://schemas.openxmlformats.org/officeDocument/2006/relationships/customXml" Target="../ink/ink15.xml"/><Relationship Id="rId28" Type="http://schemas.openxmlformats.org/officeDocument/2006/relationships/image" Target="../media/image130.png"/><Relationship Id="rId36" Type="http://schemas.openxmlformats.org/officeDocument/2006/relationships/image" Target="../media/image134.png"/><Relationship Id="rId49" Type="http://schemas.openxmlformats.org/officeDocument/2006/relationships/customXml" Target="../ink/ink28.xml"/><Relationship Id="rId57" Type="http://schemas.openxmlformats.org/officeDocument/2006/relationships/customXml" Target="../ink/ink32.xml"/><Relationship Id="rId10" Type="http://schemas.openxmlformats.org/officeDocument/2006/relationships/image" Target="../media/image120.png"/><Relationship Id="rId31" Type="http://schemas.openxmlformats.org/officeDocument/2006/relationships/customXml" Target="../ink/ink19.xml"/><Relationship Id="rId44" Type="http://schemas.openxmlformats.org/officeDocument/2006/relationships/image" Target="../media/image138.png"/><Relationship Id="rId52" Type="http://schemas.openxmlformats.org/officeDocument/2006/relationships/image" Target="../media/image142.png"/><Relationship Id="rId60" Type="http://schemas.openxmlformats.org/officeDocument/2006/relationships/image" Target="../media/image146.png"/><Relationship Id="rId65" Type="http://schemas.openxmlformats.org/officeDocument/2006/relationships/customXml" Target="../ink/ink36.xml"/><Relationship Id="rId73" Type="http://schemas.openxmlformats.org/officeDocument/2006/relationships/customXml" Target="../ink/ink40.xml"/><Relationship Id="rId4" Type="http://schemas.openxmlformats.org/officeDocument/2006/relationships/image" Target="../media/image117.png"/><Relationship Id="rId9" Type="http://schemas.openxmlformats.org/officeDocument/2006/relationships/customXml" Target="../ink/ink8.xml"/><Relationship Id="rId13" Type="http://schemas.openxmlformats.org/officeDocument/2006/relationships/customXml" Target="../ink/ink10.xml"/><Relationship Id="rId18" Type="http://schemas.openxmlformats.org/officeDocument/2006/relationships/image" Target="../media/image124.png"/><Relationship Id="rId39" Type="http://schemas.openxmlformats.org/officeDocument/2006/relationships/customXml" Target="../ink/ink23.xml"/><Relationship Id="rId34" Type="http://schemas.openxmlformats.org/officeDocument/2006/relationships/image" Target="../media/image133.png"/><Relationship Id="rId50" Type="http://schemas.openxmlformats.org/officeDocument/2006/relationships/image" Target="../media/image141.png"/><Relationship Id="rId55" Type="http://schemas.openxmlformats.org/officeDocument/2006/relationships/customXml" Target="../ink/ink31.xml"/><Relationship Id="rId76" Type="http://schemas.openxmlformats.org/officeDocument/2006/relationships/image" Target="../media/image154.png"/><Relationship Id="rId7" Type="http://schemas.openxmlformats.org/officeDocument/2006/relationships/customXml" Target="../ink/ink7.xml"/><Relationship Id="rId71" Type="http://schemas.openxmlformats.org/officeDocument/2006/relationships/customXml" Target="../ink/ink39.xml"/></Relationships>
</file>

<file path=ppt/slides/_rels/slide5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57.png"/><Relationship Id="rId7" Type="http://schemas.openxmlformats.org/officeDocument/2006/relationships/image" Target="../media/image159.wmf"/><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oleObject" Target="../embeddings/oleObject31.bin"/><Relationship Id="rId5" Type="http://schemas.openxmlformats.org/officeDocument/2006/relationships/image" Target="../media/image158.wmf"/><Relationship Id="rId4" Type="http://schemas.openxmlformats.org/officeDocument/2006/relationships/oleObject" Target="../embeddings/oleObject30.bin"/></Relationships>
</file>

<file path=ppt/slides/_rels/slide54.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41.xml"/><Relationship Id="rId1" Type="http://schemas.openxmlformats.org/officeDocument/2006/relationships/slideLayout" Target="../slideLayouts/slideLayout2.xml"/><Relationship Id="rId4" Type="http://schemas.openxmlformats.org/officeDocument/2006/relationships/image" Target="../media/image162.jpeg"/></Relationships>
</file>

<file path=ppt/slides/_rels/slide55.xml.rels><?xml version="1.0" encoding="UTF-8" standalone="yes"?>
<Relationships xmlns="http://schemas.openxmlformats.org/package/2006/relationships"><Relationship Id="rId8" Type="http://schemas.openxmlformats.org/officeDocument/2006/relationships/image" Target="../media/image165.png"/><Relationship Id="rId3" Type="http://schemas.openxmlformats.org/officeDocument/2006/relationships/image" Target="../media/image163.jpeg"/><Relationship Id="rId7" Type="http://schemas.openxmlformats.org/officeDocument/2006/relationships/image" Target="NULL"/><Relationship Id="rId2" Type="http://schemas.openxmlformats.org/officeDocument/2006/relationships/notesSlide" Target="../notesSlides/notesSlide42.xml"/><Relationship Id="rId1" Type="http://schemas.openxmlformats.org/officeDocument/2006/relationships/slideLayout" Target="../slideLayouts/slideLayout2.xml"/><Relationship Id="rId5" Type="http://schemas.openxmlformats.org/officeDocument/2006/relationships/image" Target="../media/image164.wmf"/><Relationship Id="rId4" Type="http://schemas.openxmlformats.org/officeDocument/2006/relationships/oleObject" Target="../embeddings/oleObject32.bin"/><Relationship Id="rId9" Type="http://schemas.openxmlformats.org/officeDocument/2006/relationships/image" Target="NULL"/></Relationships>
</file>

<file path=ppt/slides/_rels/slide56.xml.rels><?xml version="1.0" encoding="UTF-8" standalone="yes"?>
<Relationships xmlns="http://schemas.openxmlformats.org/package/2006/relationships"><Relationship Id="rId8" Type="http://schemas.openxmlformats.org/officeDocument/2006/relationships/image" Target="../media/image168.png"/><Relationship Id="rId7" Type="http://schemas.openxmlformats.org/officeDocument/2006/relationships/image" Target="../media/image167.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166.wmf"/><Relationship Id="rId5" Type="http://schemas.openxmlformats.org/officeDocument/2006/relationships/oleObject" Target="../embeddings/oleObject33.bin"/><Relationship Id="rId4" Type="http://schemas.openxmlformats.org/officeDocument/2006/relationships/image" Target="NULL"/></Relationships>
</file>

<file path=ppt/slides/_rels/slide57.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image" Target="../media/image167.png"/><Relationship Id="rId1" Type="http://schemas.openxmlformats.org/officeDocument/2006/relationships/slideLayout" Target="../slideLayouts/slideLayout2.xml"/><Relationship Id="rId6" Type="http://schemas.openxmlformats.org/officeDocument/2006/relationships/image" Target="NULL"/><Relationship Id="rId5" Type="http://schemas.openxmlformats.org/officeDocument/2006/relationships/image" Target="NULL"/><Relationship Id="rId4" Type="http://schemas.openxmlformats.org/officeDocument/2006/relationships/image" Target="../media/image160.png"/></Relationships>
</file>

<file path=ppt/slides/_rels/slide58.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70.png"/></Relationships>
</file>

<file path=ppt/slides/_rels/slide59.xml.rels><?xml version="1.0" encoding="UTF-8" standalone="yes"?>
<Relationships xmlns="http://schemas.openxmlformats.org/package/2006/relationships"><Relationship Id="rId26" Type="http://schemas.openxmlformats.org/officeDocument/2006/relationships/image" Target="../media/image1750.png"/><Relationship Id="rId21" Type="http://schemas.openxmlformats.org/officeDocument/2006/relationships/customXml" Target="../ink/ink46.xml"/><Relationship Id="rId42" Type="http://schemas.openxmlformats.org/officeDocument/2006/relationships/image" Target="../media/image183.png"/><Relationship Id="rId47" Type="http://schemas.openxmlformats.org/officeDocument/2006/relationships/customXml" Target="../ink/ink59.xml"/><Relationship Id="rId63" Type="http://schemas.openxmlformats.org/officeDocument/2006/relationships/customXml" Target="../ink/ink67.xml"/><Relationship Id="rId68" Type="http://schemas.openxmlformats.org/officeDocument/2006/relationships/image" Target="../media/image196.png"/><Relationship Id="rId84" Type="http://schemas.openxmlformats.org/officeDocument/2006/relationships/image" Target="../media/image204.png"/><Relationship Id="rId89" Type="http://schemas.openxmlformats.org/officeDocument/2006/relationships/customXml" Target="../ink/ink80.xml"/><Relationship Id="rId112" Type="http://schemas.openxmlformats.org/officeDocument/2006/relationships/image" Target="../media/image218.png"/><Relationship Id="rId16" Type="http://schemas.openxmlformats.org/officeDocument/2006/relationships/image" Target="../media/image1700.png"/><Relationship Id="rId107" Type="http://schemas.openxmlformats.org/officeDocument/2006/relationships/customXml" Target="../ink/ink89.xml"/><Relationship Id="rId11" Type="http://schemas.openxmlformats.org/officeDocument/2006/relationships/image" Target="../media/image175.png"/><Relationship Id="rId32" Type="http://schemas.openxmlformats.org/officeDocument/2006/relationships/image" Target="../media/image178.png"/><Relationship Id="rId37" Type="http://schemas.openxmlformats.org/officeDocument/2006/relationships/customXml" Target="../ink/ink54.xml"/><Relationship Id="rId53" Type="http://schemas.openxmlformats.org/officeDocument/2006/relationships/customXml" Target="../ink/ink62.xml"/><Relationship Id="rId58" Type="http://schemas.openxmlformats.org/officeDocument/2006/relationships/image" Target="../media/image191.png"/><Relationship Id="rId74" Type="http://schemas.openxmlformats.org/officeDocument/2006/relationships/image" Target="../media/image199.png"/><Relationship Id="rId79" Type="http://schemas.openxmlformats.org/officeDocument/2006/relationships/customXml" Target="../ink/ink75.xml"/><Relationship Id="rId102" Type="http://schemas.openxmlformats.org/officeDocument/2006/relationships/image" Target="../media/image213.png"/><Relationship Id="rId5" Type="http://schemas.openxmlformats.org/officeDocument/2006/relationships/oleObject" Target="../embeddings/oleObject35.bin"/><Relationship Id="rId90" Type="http://schemas.openxmlformats.org/officeDocument/2006/relationships/image" Target="../media/image207.png"/><Relationship Id="rId95" Type="http://schemas.openxmlformats.org/officeDocument/2006/relationships/customXml" Target="../ink/ink83.xml"/><Relationship Id="rId22" Type="http://schemas.openxmlformats.org/officeDocument/2006/relationships/image" Target="../media/image1730.png"/><Relationship Id="rId27" Type="http://schemas.openxmlformats.org/officeDocument/2006/relationships/customXml" Target="../ink/ink49.xml"/><Relationship Id="rId43" Type="http://schemas.openxmlformats.org/officeDocument/2006/relationships/customXml" Target="../ink/ink57.xml"/><Relationship Id="rId48" Type="http://schemas.openxmlformats.org/officeDocument/2006/relationships/image" Target="../media/image186.png"/><Relationship Id="rId64" Type="http://schemas.openxmlformats.org/officeDocument/2006/relationships/image" Target="../media/image194.png"/><Relationship Id="rId69" Type="http://schemas.openxmlformats.org/officeDocument/2006/relationships/customXml" Target="../ink/ink70.xml"/><Relationship Id="rId80" Type="http://schemas.openxmlformats.org/officeDocument/2006/relationships/image" Target="../media/image202.png"/><Relationship Id="rId85" Type="http://schemas.openxmlformats.org/officeDocument/2006/relationships/customXml" Target="../ink/ink78.xml"/><Relationship Id="rId12" Type="http://schemas.microsoft.com/office/2007/relationships/hdphoto" Target="../media/hdphoto6.wdp"/><Relationship Id="rId17" Type="http://schemas.openxmlformats.org/officeDocument/2006/relationships/customXml" Target="../ink/ink44.xml"/><Relationship Id="rId33" Type="http://schemas.openxmlformats.org/officeDocument/2006/relationships/customXml" Target="../ink/ink52.xml"/><Relationship Id="rId38" Type="http://schemas.openxmlformats.org/officeDocument/2006/relationships/image" Target="../media/image181.png"/><Relationship Id="rId59" Type="http://schemas.openxmlformats.org/officeDocument/2006/relationships/customXml" Target="../ink/ink65.xml"/><Relationship Id="rId103" Type="http://schemas.openxmlformats.org/officeDocument/2006/relationships/customXml" Target="../ink/ink87.xml"/><Relationship Id="rId108" Type="http://schemas.openxmlformats.org/officeDocument/2006/relationships/image" Target="../media/image216.png"/><Relationship Id="rId54" Type="http://schemas.openxmlformats.org/officeDocument/2006/relationships/image" Target="../media/image189.png"/><Relationship Id="rId70" Type="http://schemas.openxmlformats.org/officeDocument/2006/relationships/image" Target="../media/image197.png"/><Relationship Id="rId75" Type="http://schemas.openxmlformats.org/officeDocument/2006/relationships/customXml" Target="../ink/ink73.xml"/><Relationship Id="rId91" Type="http://schemas.openxmlformats.org/officeDocument/2006/relationships/customXml" Target="../ink/ink81.xml"/><Relationship Id="rId96" Type="http://schemas.openxmlformats.org/officeDocument/2006/relationships/image" Target="../media/image210.png"/><Relationship Id="rId1" Type="http://schemas.openxmlformats.org/officeDocument/2006/relationships/slideLayout" Target="../slideLayouts/slideLayout2.xml"/><Relationship Id="rId6" Type="http://schemas.openxmlformats.org/officeDocument/2006/relationships/image" Target="../media/image172.wmf"/><Relationship Id="rId15" Type="http://schemas.openxmlformats.org/officeDocument/2006/relationships/customXml" Target="../ink/ink43.xml"/><Relationship Id="rId23" Type="http://schemas.openxmlformats.org/officeDocument/2006/relationships/customXml" Target="../ink/ink47.xml"/><Relationship Id="rId28" Type="http://schemas.openxmlformats.org/officeDocument/2006/relationships/image" Target="../media/image176.png"/><Relationship Id="rId36" Type="http://schemas.openxmlformats.org/officeDocument/2006/relationships/image" Target="../media/image180.png"/><Relationship Id="rId49" Type="http://schemas.openxmlformats.org/officeDocument/2006/relationships/customXml" Target="../ink/ink60.xml"/><Relationship Id="rId57" Type="http://schemas.openxmlformats.org/officeDocument/2006/relationships/customXml" Target="../ink/ink64.xml"/><Relationship Id="rId106" Type="http://schemas.openxmlformats.org/officeDocument/2006/relationships/image" Target="../media/image215.png"/><Relationship Id="rId10" Type="http://schemas.openxmlformats.org/officeDocument/2006/relationships/image" Target="../media/image174.png"/><Relationship Id="rId31" Type="http://schemas.openxmlformats.org/officeDocument/2006/relationships/customXml" Target="../ink/ink51.xml"/><Relationship Id="rId44" Type="http://schemas.openxmlformats.org/officeDocument/2006/relationships/image" Target="../media/image184.png"/><Relationship Id="rId52" Type="http://schemas.openxmlformats.org/officeDocument/2006/relationships/image" Target="../media/image188.png"/><Relationship Id="rId60" Type="http://schemas.openxmlformats.org/officeDocument/2006/relationships/image" Target="../media/image192.png"/><Relationship Id="rId65" Type="http://schemas.openxmlformats.org/officeDocument/2006/relationships/customXml" Target="../ink/ink68.xml"/><Relationship Id="rId73" Type="http://schemas.openxmlformats.org/officeDocument/2006/relationships/customXml" Target="../ink/ink72.xml"/><Relationship Id="rId78" Type="http://schemas.openxmlformats.org/officeDocument/2006/relationships/image" Target="../media/image201.png"/><Relationship Id="rId81" Type="http://schemas.openxmlformats.org/officeDocument/2006/relationships/customXml" Target="../ink/ink76.xml"/><Relationship Id="rId86" Type="http://schemas.openxmlformats.org/officeDocument/2006/relationships/image" Target="../media/image205.png"/><Relationship Id="rId94" Type="http://schemas.openxmlformats.org/officeDocument/2006/relationships/image" Target="../media/image209.png"/><Relationship Id="rId99" Type="http://schemas.openxmlformats.org/officeDocument/2006/relationships/customXml" Target="../ink/ink85.xml"/><Relationship Id="rId101" Type="http://schemas.openxmlformats.org/officeDocument/2006/relationships/customXml" Target="../ink/ink86.xml"/><Relationship Id="rId4" Type="http://schemas.openxmlformats.org/officeDocument/2006/relationships/image" Target="../media/image171.wmf"/><Relationship Id="rId9" Type="http://schemas.openxmlformats.org/officeDocument/2006/relationships/image" Target="../media/image170.png"/><Relationship Id="rId13" Type="http://schemas.openxmlformats.org/officeDocument/2006/relationships/customXml" Target="../ink/ink42.xml"/><Relationship Id="rId18" Type="http://schemas.openxmlformats.org/officeDocument/2006/relationships/image" Target="../media/image171.png"/><Relationship Id="rId39" Type="http://schemas.openxmlformats.org/officeDocument/2006/relationships/customXml" Target="../ink/ink55.xml"/><Relationship Id="rId109" Type="http://schemas.openxmlformats.org/officeDocument/2006/relationships/customXml" Target="../ink/ink90.xml"/><Relationship Id="rId34" Type="http://schemas.openxmlformats.org/officeDocument/2006/relationships/image" Target="../media/image179.png"/><Relationship Id="rId50" Type="http://schemas.openxmlformats.org/officeDocument/2006/relationships/image" Target="../media/image187.png"/><Relationship Id="rId55" Type="http://schemas.openxmlformats.org/officeDocument/2006/relationships/customXml" Target="../ink/ink63.xml"/><Relationship Id="rId76" Type="http://schemas.openxmlformats.org/officeDocument/2006/relationships/image" Target="../media/image200.png"/><Relationship Id="rId97" Type="http://schemas.openxmlformats.org/officeDocument/2006/relationships/customXml" Target="../ink/ink84.xml"/><Relationship Id="rId104" Type="http://schemas.openxmlformats.org/officeDocument/2006/relationships/image" Target="../media/image214.png"/><Relationship Id="rId7" Type="http://schemas.openxmlformats.org/officeDocument/2006/relationships/oleObject" Target="../embeddings/oleObject36.bin"/><Relationship Id="rId71" Type="http://schemas.openxmlformats.org/officeDocument/2006/relationships/customXml" Target="../ink/ink71.xml"/><Relationship Id="rId92" Type="http://schemas.openxmlformats.org/officeDocument/2006/relationships/image" Target="../media/image208.png"/><Relationship Id="rId2" Type="http://schemas.openxmlformats.org/officeDocument/2006/relationships/notesSlide" Target="../notesSlides/notesSlide45.xml"/><Relationship Id="rId29" Type="http://schemas.openxmlformats.org/officeDocument/2006/relationships/customXml" Target="../ink/ink50.xml"/><Relationship Id="rId24" Type="http://schemas.openxmlformats.org/officeDocument/2006/relationships/image" Target="../media/image1740.png"/><Relationship Id="rId40" Type="http://schemas.openxmlformats.org/officeDocument/2006/relationships/image" Target="../media/image182.png"/><Relationship Id="rId45" Type="http://schemas.openxmlformats.org/officeDocument/2006/relationships/customXml" Target="../ink/ink58.xml"/><Relationship Id="rId66" Type="http://schemas.openxmlformats.org/officeDocument/2006/relationships/image" Target="../media/image195.png"/><Relationship Id="rId87" Type="http://schemas.openxmlformats.org/officeDocument/2006/relationships/customXml" Target="../ink/ink79.xml"/><Relationship Id="rId110" Type="http://schemas.openxmlformats.org/officeDocument/2006/relationships/image" Target="../media/image217.png"/><Relationship Id="rId61" Type="http://schemas.openxmlformats.org/officeDocument/2006/relationships/customXml" Target="../ink/ink66.xml"/><Relationship Id="rId82" Type="http://schemas.openxmlformats.org/officeDocument/2006/relationships/image" Target="../media/image203.png"/><Relationship Id="rId19" Type="http://schemas.openxmlformats.org/officeDocument/2006/relationships/customXml" Target="../ink/ink45.xml"/><Relationship Id="rId14" Type="http://schemas.openxmlformats.org/officeDocument/2006/relationships/image" Target="../media/image1690.png"/><Relationship Id="rId30" Type="http://schemas.openxmlformats.org/officeDocument/2006/relationships/image" Target="../media/image177.png"/><Relationship Id="rId35" Type="http://schemas.openxmlformats.org/officeDocument/2006/relationships/customXml" Target="../ink/ink53.xml"/><Relationship Id="rId56" Type="http://schemas.openxmlformats.org/officeDocument/2006/relationships/image" Target="../media/image190.png"/><Relationship Id="rId77" Type="http://schemas.openxmlformats.org/officeDocument/2006/relationships/customXml" Target="../ink/ink74.xml"/><Relationship Id="rId100" Type="http://schemas.openxmlformats.org/officeDocument/2006/relationships/image" Target="../media/image212.png"/><Relationship Id="rId105" Type="http://schemas.openxmlformats.org/officeDocument/2006/relationships/customXml" Target="../ink/ink88.xml"/><Relationship Id="rId8" Type="http://schemas.openxmlformats.org/officeDocument/2006/relationships/image" Target="../media/image173.wmf"/><Relationship Id="rId51" Type="http://schemas.openxmlformats.org/officeDocument/2006/relationships/customXml" Target="../ink/ink61.xml"/><Relationship Id="rId72" Type="http://schemas.openxmlformats.org/officeDocument/2006/relationships/image" Target="../media/image198.png"/><Relationship Id="rId93" Type="http://schemas.openxmlformats.org/officeDocument/2006/relationships/customXml" Target="../ink/ink82.xml"/><Relationship Id="rId98" Type="http://schemas.openxmlformats.org/officeDocument/2006/relationships/image" Target="../media/image211.png"/><Relationship Id="rId3" Type="http://schemas.openxmlformats.org/officeDocument/2006/relationships/oleObject" Target="../embeddings/oleObject34.bin"/><Relationship Id="rId25" Type="http://schemas.openxmlformats.org/officeDocument/2006/relationships/customXml" Target="../ink/ink48.xml"/><Relationship Id="rId46" Type="http://schemas.openxmlformats.org/officeDocument/2006/relationships/image" Target="../media/image185.png"/><Relationship Id="rId67" Type="http://schemas.openxmlformats.org/officeDocument/2006/relationships/customXml" Target="../ink/ink69.xml"/><Relationship Id="rId20" Type="http://schemas.openxmlformats.org/officeDocument/2006/relationships/image" Target="../media/image172.png"/><Relationship Id="rId41" Type="http://schemas.openxmlformats.org/officeDocument/2006/relationships/customXml" Target="../ink/ink56.xml"/><Relationship Id="rId62" Type="http://schemas.openxmlformats.org/officeDocument/2006/relationships/image" Target="../media/image193.png"/><Relationship Id="rId83" Type="http://schemas.openxmlformats.org/officeDocument/2006/relationships/customXml" Target="../ink/ink77.xml"/><Relationship Id="rId88" Type="http://schemas.openxmlformats.org/officeDocument/2006/relationships/image" Target="../media/image206.png"/><Relationship Id="rId111" Type="http://schemas.openxmlformats.org/officeDocument/2006/relationships/customXml" Target="../ink/ink91.xml"/></Relationships>
</file>

<file path=ppt/slides/_rels/slide60.x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oleObject" Target="../embeddings/oleObject37.bin"/><Relationship Id="rId7" Type="http://schemas.openxmlformats.org/officeDocument/2006/relationships/oleObject" Target="../embeddings/oleObject39.bin"/><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177.wmf"/><Relationship Id="rId11" Type="http://schemas.openxmlformats.org/officeDocument/2006/relationships/image" Target="../media/image174.png"/><Relationship Id="rId5" Type="http://schemas.openxmlformats.org/officeDocument/2006/relationships/oleObject" Target="../embeddings/oleObject38.bin"/><Relationship Id="rId10" Type="http://schemas.openxmlformats.org/officeDocument/2006/relationships/image" Target="../media/image173.wmf"/><Relationship Id="rId4" Type="http://schemas.openxmlformats.org/officeDocument/2006/relationships/image" Target="../media/image176.wmf"/><Relationship Id="rId9" Type="http://schemas.openxmlformats.org/officeDocument/2006/relationships/oleObject" Target="../embeddings/oleObject36.bin"/></Relationships>
</file>

<file path=ppt/slides/_rels/slide61.xml.rels><?xml version="1.0" encoding="UTF-8" standalone="yes"?>
<Relationships xmlns="http://schemas.openxmlformats.org/package/2006/relationships"><Relationship Id="rId8" Type="http://schemas.openxmlformats.org/officeDocument/2006/relationships/image" Target="../media/image173.wmf"/><Relationship Id="rId3" Type="http://schemas.openxmlformats.org/officeDocument/2006/relationships/oleObject" Target="../embeddings/oleObject40.bin"/><Relationship Id="rId7" Type="http://schemas.openxmlformats.org/officeDocument/2006/relationships/oleObject" Target="../embeddings/oleObject36.bin"/><Relationship Id="rId12" Type="http://schemas.openxmlformats.org/officeDocument/2006/relationships/image" Target="NULL"/><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80.wmf"/><Relationship Id="rId5" Type="http://schemas.openxmlformats.org/officeDocument/2006/relationships/oleObject" Target="../embeddings/oleObject41.bin"/><Relationship Id="rId10" Type="http://schemas.openxmlformats.org/officeDocument/2006/relationships/image" Target="../media/image219.png"/><Relationship Id="rId4" Type="http://schemas.openxmlformats.org/officeDocument/2006/relationships/image" Target="../media/image179.wmf"/><Relationship Id="rId9" Type="http://schemas.openxmlformats.org/officeDocument/2006/relationships/image" Target="../media/image174.png"/></Relationships>
</file>

<file path=ppt/slides/_rels/slide62.xml.rels><?xml version="1.0" encoding="UTF-8" standalone="yes"?>
<Relationships xmlns="http://schemas.openxmlformats.org/package/2006/relationships"><Relationship Id="rId26" Type="http://schemas.openxmlformats.org/officeDocument/2006/relationships/customXml" Target="../ink/ink101.xml"/><Relationship Id="rId21" Type="http://schemas.openxmlformats.org/officeDocument/2006/relationships/image" Target="../media/image233.png"/><Relationship Id="rId42" Type="http://schemas.openxmlformats.org/officeDocument/2006/relationships/customXml" Target="../ink/ink109.xml"/><Relationship Id="rId47" Type="http://schemas.openxmlformats.org/officeDocument/2006/relationships/image" Target="../media/image246.png"/><Relationship Id="rId63" Type="http://schemas.openxmlformats.org/officeDocument/2006/relationships/image" Target="../media/image254.png"/><Relationship Id="rId68" Type="http://schemas.openxmlformats.org/officeDocument/2006/relationships/customXml" Target="../ink/ink122.xml"/><Relationship Id="rId16" Type="http://schemas.openxmlformats.org/officeDocument/2006/relationships/customXml" Target="../ink/ink96.xml"/><Relationship Id="rId11" Type="http://schemas.openxmlformats.org/officeDocument/2006/relationships/image" Target="../media/image228.png"/><Relationship Id="rId24" Type="http://schemas.openxmlformats.org/officeDocument/2006/relationships/customXml" Target="../ink/ink100.xml"/><Relationship Id="rId32" Type="http://schemas.openxmlformats.org/officeDocument/2006/relationships/customXml" Target="../ink/ink104.xml"/><Relationship Id="rId37" Type="http://schemas.openxmlformats.org/officeDocument/2006/relationships/image" Target="../media/image241.png"/><Relationship Id="rId40" Type="http://schemas.openxmlformats.org/officeDocument/2006/relationships/customXml" Target="../ink/ink108.xml"/><Relationship Id="rId45" Type="http://schemas.openxmlformats.org/officeDocument/2006/relationships/image" Target="../media/image245.png"/><Relationship Id="rId53" Type="http://schemas.openxmlformats.org/officeDocument/2006/relationships/image" Target="../media/image249.png"/><Relationship Id="rId58" Type="http://schemas.openxmlformats.org/officeDocument/2006/relationships/customXml" Target="../ink/ink117.xml"/><Relationship Id="rId66" Type="http://schemas.openxmlformats.org/officeDocument/2006/relationships/customXml" Target="../ink/ink121.xml"/><Relationship Id="rId74" Type="http://schemas.openxmlformats.org/officeDocument/2006/relationships/customXml" Target="../ink/ink125.xml"/><Relationship Id="rId79" Type="http://schemas.openxmlformats.org/officeDocument/2006/relationships/image" Target="../media/image262.png"/><Relationship Id="rId5" Type="http://schemas.openxmlformats.org/officeDocument/2006/relationships/image" Target="../media/image221.png"/><Relationship Id="rId61" Type="http://schemas.openxmlformats.org/officeDocument/2006/relationships/image" Target="../media/image253.png"/><Relationship Id="rId19" Type="http://schemas.openxmlformats.org/officeDocument/2006/relationships/image" Target="../media/image232.png"/><Relationship Id="rId14" Type="http://schemas.openxmlformats.org/officeDocument/2006/relationships/customXml" Target="../ink/ink95.xml"/><Relationship Id="rId22" Type="http://schemas.openxmlformats.org/officeDocument/2006/relationships/customXml" Target="../ink/ink99.xml"/><Relationship Id="rId27" Type="http://schemas.openxmlformats.org/officeDocument/2006/relationships/image" Target="../media/image236.png"/><Relationship Id="rId30" Type="http://schemas.openxmlformats.org/officeDocument/2006/relationships/customXml" Target="../ink/ink103.xml"/><Relationship Id="rId35" Type="http://schemas.openxmlformats.org/officeDocument/2006/relationships/image" Target="../media/image240.png"/><Relationship Id="rId43" Type="http://schemas.openxmlformats.org/officeDocument/2006/relationships/image" Target="../media/image244.png"/><Relationship Id="rId48" Type="http://schemas.openxmlformats.org/officeDocument/2006/relationships/customXml" Target="../ink/ink112.xml"/><Relationship Id="rId56" Type="http://schemas.openxmlformats.org/officeDocument/2006/relationships/customXml" Target="../ink/ink116.xml"/><Relationship Id="rId64" Type="http://schemas.openxmlformats.org/officeDocument/2006/relationships/customXml" Target="../ink/ink120.xml"/><Relationship Id="rId69" Type="http://schemas.openxmlformats.org/officeDocument/2006/relationships/image" Target="../media/image257.png"/><Relationship Id="rId77" Type="http://schemas.openxmlformats.org/officeDocument/2006/relationships/image" Target="../media/image261.png"/><Relationship Id="rId51" Type="http://schemas.openxmlformats.org/officeDocument/2006/relationships/image" Target="../media/image248.png"/><Relationship Id="rId72" Type="http://schemas.openxmlformats.org/officeDocument/2006/relationships/customXml" Target="../ink/ink124.xml"/><Relationship Id="rId80" Type="http://schemas.openxmlformats.org/officeDocument/2006/relationships/customXml" Target="../ink/ink128.xml"/><Relationship Id="rId3" Type="http://schemas.openxmlformats.org/officeDocument/2006/relationships/oleObject" Target="../embeddings/oleObject42.bin"/><Relationship Id="rId12" Type="http://schemas.openxmlformats.org/officeDocument/2006/relationships/customXml" Target="../ink/ink94.xml"/><Relationship Id="rId17" Type="http://schemas.openxmlformats.org/officeDocument/2006/relationships/image" Target="../media/image231.png"/><Relationship Id="rId25" Type="http://schemas.openxmlformats.org/officeDocument/2006/relationships/image" Target="../media/image235.png"/><Relationship Id="rId33" Type="http://schemas.openxmlformats.org/officeDocument/2006/relationships/image" Target="../media/image239.png"/><Relationship Id="rId38" Type="http://schemas.openxmlformats.org/officeDocument/2006/relationships/customXml" Target="../ink/ink107.xml"/><Relationship Id="rId46" Type="http://schemas.openxmlformats.org/officeDocument/2006/relationships/customXml" Target="../ink/ink111.xml"/><Relationship Id="rId59" Type="http://schemas.openxmlformats.org/officeDocument/2006/relationships/image" Target="../media/image252.png"/><Relationship Id="rId67" Type="http://schemas.openxmlformats.org/officeDocument/2006/relationships/image" Target="../media/image256.png"/><Relationship Id="rId20" Type="http://schemas.openxmlformats.org/officeDocument/2006/relationships/customXml" Target="../ink/ink98.xml"/><Relationship Id="rId41" Type="http://schemas.openxmlformats.org/officeDocument/2006/relationships/image" Target="../media/image243.png"/><Relationship Id="rId54" Type="http://schemas.openxmlformats.org/officeDocument/2006/relationships/customXml" Target="../ink/ink115.xml"/><Relationship Id="rId62" Type="http://schemas.openxmlformats.org/officeDocument/2006/relationships/customXml" Target="../ink/ink119.xml"/><Relationship Id="rId70" Type="http://schemas.openxmlformats.org/officeDocument/2006/relationships/customXml" Target="../ink/ink123.xml"/><Relationship Id="rId75" Type="http://schemas.openxmlformats.org/officeDocument/2006/relationships/image" Target="../media/image260.png"/><Relationship Id="rId1" Type="http://schemas.openxmlformats.org/officeDocument/2006/relationships/slideLayout" Target="../slideLayouts/slideLayout2.xml"/><Relationship Id="rId6" Type="http://schemas.openxmlformats.org/officeDocument/2006/relationships/image" Target="../media/image222.png"/><Relationship Id="rId15" Type="http://schemas.openxmlformats.org/officeDocument/2006/relationships/image" Target="../media/image230.png"/><Relationship Id="rId23" Type="http://schemas.openxmlformats.org/officeDocument/2006/relationships/image" Target="../media/image234.png"/><Relationship Id="rId28" Type="http://schemas.openxmlformats.org/officeDocument/2006/relationships/customXml" Target="../ink/ink102.xml"/><Relationship Id="rId36" Type="http://schemas.openxmlformats.org/officeDocument/2006/relationships/customXml" Target="../ink/ink106.xml"/><Relationship Id="rId49" Type="http://schemas.openxmlformats.org/officeDocument/2006/relationships/image" Target="../media/image247.png"/><Relationship Id="rId57" Type="http://schemas.openxmlformats.org/officeDocument/2006/relationships/image" Target="../media/image251.png"/><Relationship Id="rId10" Type="http://schemas.openxmlformats.org/officeDocument/2006/relationships/customXml" Target="../ink/ink93.xml"/><Relationship Id="rId31" Type="http://schemas.openxmlformats.org/officeDocument/2006/relationships/image" Target="../media/image238.png"/><Relationship Id="rId44" Type="http://schemas.openxmlformats.org/officeDocument/2006/relationships/customXml" Target="../ink/ink110.xml"/><Relationship Id="rId52" Type="http://schemas.openxmlformats.org/officeDocument/2006/relationships/customXml" Target="../ink/ink114.xml"/><Relationship Id="rId60" Type="http://schemas.openxmlformats.org/officeDocument/2006/relationships/customXml" Target="../ink/ink118.xml"/><Relationship Id="rId65" Type="http://schemas.openxmlformats.org/officeDocument/2006/relationships/image" Target="../media/image255.png"/><Relationship Id="rId73" Type="http://schemas.openxmlformats.org/officeDocument/2006/relationships/image" Target="../media/image259.png"/><Relationship Id="rId78" Type="http://schemas.openxmlformats.org/officeDocument/2006/relationships/customXml" Target="../ink/ink127.xml"/><Relationship Id="rId81" Type="http://schemas.openxmlformats.org/officeDocument/2006/relationships/image" Target="../media/image263.png"/><Relationship Id="rId4" Type="http://schemas.openxmlformats.org/officeDocument/2006/relationships/image" Target="../media/image220.wmf"/><Relationship Id="rId9" Type="http://schemas.openxmlformats.org/officeDocument/2006/relationships/image" Target="../media/image1550.png"/><Relationship Id="rId13" Type="http://schemas.openxmlformats.org/officeDocument/2006/relationships/image" Target="../media/image229.png"/><Relationship Id="rId18" Type="http://schemas.openxmlformats.org/officeDocument/2006/relationships/customXml" Target="../ink/ink97.xml"/><Relationship Id="rId39" Type="http://schemas.openxmlformats.org/officeDocument/2006/relationships/image" Target="../media/image242.png"/><Relationship Id="rId34" Type="http://schemas.openxmlformats.org/officeDocument/2006/relationships/customXml" Target="../ink/ink105.xml"/><Relationship Id="rId50" Type="http://schemas.openxmlformats.org/officeDocument/2006/relationships/customXml" Target="../ink/ink113.xml"/><Relationship Id="rId55" Type="http://schemas.openxmlformats.org/officeDocument/2006/relationships/image" Target="../media/image250.png"/><Relationship Id="rId76" Type="http://schemas.openxmlformats.org/officeDocument/2006/relationships/customXml" Target="../ink/ink126.xml"/><Relationship Id="rId7" Type="http://schemas.openxmlformats.org/officeDocument/2006/relationships/customXml" Target="../ink/ink92.xml"/><Relationship Id="rId71" Type="http://schemas.openxmlformats.org/officeDocument/2006/relationships/image" Target="../media/image258.png"/><Relationship Id="rId2" Type="http://schemas.openxmlformats.org/officeDocument/2006/relationships/notesSlide" Target="../notesSlides/notesSlide48.xml"/><Relationship Id="rId29" Type="http://schemas.openxmlformats.org/officeDocument/2006/relationships/image" Target="../media/image237.png"/></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223.jpeg"/><Relationship Id="rId7" Type="http://schemas.openxmlformats.org/officeDocument/2006/relationships/image" Target="../media/image225.wmf"/><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oleObject" Target="../embeddings/oleObject44.bin"/><Relationship Id="rId11" Type="http://schemas.openxmlformats.org/officeDocument/2006/relationships/image" Target="../media/image227.wmf"/><Relationship Id="rId5" Type="http://schemas.openxmlformats.org/officeDocument/2006/relationships/image" Target="../media/image224.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226.wmf"/></Relationships>
</file>

<file path=ppt/slides/_rels/slide64.xml.rels><?xml version="1.0" encoding="UTF-8" standalone="yes"?>
<Relationships xmlns="http://schemas.openxmlformats.org/package/2006/relationships"><Relationship Id="rId8" Type="http://schemas.openxmlformats.org/officeDocument/2006/relationships/image" Target="../media/image265.png"/><Relationship Id="rId3" Type="http://schemas.openxmlformats.org/officeDocument/2006/relationships/oleObject" Target="../embeddings/oleObject47.bin"/><Relationship Id="rId7" Type="http://schemas.openxmlformats.org/officeDocument/2006/relationships/image" Target="../media/image264.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229.wmf"/><Relationship Id="rId5" Type="http://schemas.openxmlformats.org/officeDocument/2006/relationships/oleObject" Target="../embeddings/oleObject48.bin"/><Relationship Id="rId10" Type="http://schemas.openxmlformats.org/officeDocument/2006/relationships/image" Target="../media/image267.png"/><Relationship Id="rId4" Type="http://schemas.openxmlformats.org/officeDocument/2006/relationships/image" Target="../media/image228.wmf"/><Relationship Id="rId9" Type="http://schemas.openxmlformats.org/officeDocument/2006/relationships/image" Target="../media/image266.png"/></Relationships>
</file>

<file path=ppt/slides/_rels/slide65.xml.rels><?xml version="1.0" encoding="UTF-8" standalone="yes"?>
<Relationships xmlns="http://schemas.openxmlformats.org/package/2006/relationships"><Relationship Id="rId2" Type="http://schemas.openxmlformats.org/officeDocument/2006/relationships/image" Target="../media/image26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69.jpe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270.wmf"/><Relationship Id="rId4" Type="http://schemas.openxmlformats.org/officeDocument/2006/relationships/oleObject" Target="../embeddings/oleObject49.bin"/></Relationships>
</file>

<file path=ppt/slides/_rels/slide67.xml.rels><?xml version="1.0" encoding="UTF-8" standalone="yes"?>
<Relationships xmlns="http://schemas.openxmlformats.org/package/2006/relationships"><Relationship Id="rId117" Type="http://schemas.openxmlformats.org/officeDocument/2006/relationships/customXml" Target="../ink/ink180.xml"/><Relationship Id="rId21" Type="http://schemas.openxmlformats.org/officeDocument/2006/relationships/customXml" Target="../ink/ink132.xml"/><Relationship Id="rId42" Type="http://schemas.openxmlformats.org/officeDocument/2006/relationships/image" Target="../media/image300.png"/><Relationship Id="rId63" Type="http://schemas.openxmlformats.org/officeDocument/2006/relationships/customXml" Target="../ink/ink153.xml"/><Relationship Id="rId84" Type="http://schemas.openxmlformats.org/officeDocument/2006/relationships/image" Target="../media/image321.png"/><Relationship Id="rId138" Type="http://schemas.openxmlformats.org/officeDocument/2006/relationships/image" Target="../media/image348.png"/><Relationship Id="rId159" Type="http://schemas.openxmlformats.org/officeDocument/2006/relationships/customXml" Target="../ink/ink201.xml"/><Relationship Id="rId170" Type="http://schemas.openxmlformats.org/officeDocument/2006/relationships/image" Target="../media/image364.png"/><Relationship Id="rId191" Type="http://schemas.openxmlformats.org/officeDocument/2006/relationships/customXml" Target="../ink/ink217.xml"/><Relationship Id="rId205" Type="http://schemas.openxmlformats.org/officeDocument/2006/relationships/customXml" Target="../ink/ink224.xml"/><Relationship Id="rId226" Type="http://schemas.openxmlformats.org/officeDocument/2006/relationships/image" Target="../media/image392.png"/><Relationship Id="rId107" Type="http://schemas.openxmlformats.org/officeDocument/2006/relationships/customXml" Target="../ink/ink175.xml"/><Relationship Id="rId11" Type="http://schemas.openxmlformats.org/officeDocument/2006/relationships/oleObject" Target="../embeddings/oleObject53.bin"/><Relationship Id="rId32" Type="http://schemas.openxmlformats.org/officeDocument/2006/relationships/image" Target="../media/image295.png"/><Relationship Id="rId53" Type="http://schemas.openxmlformats.org/officeDocument/2006/relationships/customXml" Target="../ink/ink148.xml"/><Relationship Id="rId74" Type="http://schemas.openxmlformats.org/officeDocument/2006/relationships/image" Target="../media/image316.png"/><Relationship Id="rId128" Type="http://schemas.openxmlformats.org/officeDocument/2006/relationships/image" Target="../media/image343.png"/><Relationship Id="rId149" Type="http://schemas.openxmlformats.org/officeDocument/2006/relationships/customXml" Target="../ink/ink196.xml"/><Relationship Id="rId5" Type="http://schemas.openxmlformats.org/officeDocument/2006/relationships/image" Target="../media/image273.png"/><Relationship Id="rId95" Type="http://schemas.openxmlformats.org/officeDocument/2006/relationships/customXml" Target="../ink/ink169.xml"/><Relationship Id="rId160" Type="http://schemas.openxmlformats.org/officeDocument/2006/relationships/image" Target="../media/image359.png"/><Relationship Id="rId181" Type="http://schemas.openxmlformats.org/officeDocument/2006/relationships/customXml" Target="../ink/ink212.xml"/><Relationship Id="rId216" Type="http://schemas.openxmlformats.org/officeDocument/2006/relationships/image" Target="../media/image387.png"/><Relationship Id="rId22" Type="http://schemas.openxmlformats.org/officeDocument/2006/relationships/image" Target="../media/image290.png"/><Relationship Id="rId43" Type="http://schemas.openxmlformats.org/officeDocument/2006/relationships/customXml" Target="../ink/ink143.xml"/><Relationship Id="rId64" Type="http://schemas.openxmlformats.org/officeDocument/2006/relationships/image" Target="../media/image311.png"/><Relationship Id="rId118" Type="http://schemas.openxmlformats.org/officeDocument/2006/relationships/image" Target="../media/image338.png"/><Relationship Id="rId139" Type="http://schemas.openxmlformats.org/officeDocument/2006/relationships/customXml" Target="../ink/ink191.xml"/><Relationship Id="rId85" Type="http://schemas.openxmlformats.org/officeDocument/2006/relationships/customXml" Target="../ink/ink164.xml"/><Relationship Id="rId150" Type="http://schemas.openxmlformats.org/officeDocument/2006/relationships/image" Target="../media/image354.png"/><Relationship Id="rId171" Type="http://schemas.openxmlformats.org/officeDocument/2006/relationships/customXml" Target="../ink/ink207.xml"/><Relationship Id="rId192" Type="http://schemas.openxmlformats.org/officeDocument/2006/relationships/image" Target="../media/image375.png"/><Relationship Id="rId206" Type="http://schemas.openxmlformats.org/officeDocument/2006/relationships/image" Target="../media/image382.png"/><Relationship Id="rId227" Type="http://schemas.openxmlformats.org/officeDocument/2006/relationships/customXml" Target="../ink/ink235.xml"/><Relationship Id="rId12" Type="http://schemas.openxmlformats.org/officeDocument/2006/relationships/image" Target="../media/image277.wmf"/><Relationship Id="rId33" Type="http://schemas.openxmlformats.org/officeDocument/2006/relationships/customXml" Target="../ink/ink138.xml"/><Relationship Id="rId108" Type="http://schemas.openxmlformats.org/officeDocument/2006/relationships/image" Target="../media/image333.png"/><Relationship Id="rId129" Type="http://schemas.openxmlformats.org/officeDocument/2006/relationships/customXml" Target="../ink/ink186.xml"/><Relationship Id="rId54" Type="http://schemas.openxmlformats.org/officeDocument/2006/relationships/image" Target="../media/image306.png"/><Relationship Id="rId75" Type="http://schemas.openxmlformats.org/officeDocument/2006/relationships/customXml" Target="../ink/ink159.xml"/><Relationship Id="rId96" Type="http://schemas.openxmlformats.org/officeDocument/2006/relationships/image" Target="../media/image327.png"/><Relationship Id="rId140" Type="http://schemas.openxmlformats.org/officeDocument/2006/relationships/image" Target="../media/image349.png"/><Relationship Id="rId161" Type="http://schemas.openxmlformats.org/officeDocument/2006/relationships/customXml" Target="../ink/ink202.xml"/><Relationship Id="rId182" Type="http://schemas.openxmlformats.org/officeDocument/2006/relationships/image" Target="../media/image370.png"/><Relationship Id="rId217" Type="http://schemas.openxmlformats.org/officeDocument/2006/relationships/customXml" Target="../ink/ink230.xml"/><Relationship Id="rId6" Type="http://schemas.openxmlformats.org/officeDocument/2006/relationships/oleObject" Target="../embeddings/oleObject51.bin"/><Relationship Id="rId23" Type="http://schemas.openxmlformats.org/officeDocument/2006/relationships/customXml" Target="../ink/ink133.xml"/><Relationship Id="rId119" Type="http://schemas.openxmlformats.org/officeDocument/2006/relationships/customXml" Target="../ink/ink181.xml"/><Relationship Id="rId44" Type="http://schemas.openxmlformats.org/officeDocument/2006/relationships/image" Target="../media/image301.png"/><Relationship Id="rId65" Type="http://schemas.openxmlformats.org/officeDocument/2006/relationships/customXml" Target="../ink/ink154.xml"/><Relationship Id="rId86" Type="http://schemas.openxmlformats.org/officeDocument/2006/relationships/image" Target="../media/image322.png"/><Relationship Id="rId130" Type="http://schemas.openxmlformats.org/officeDocument/2006/relationships/image" Target="../media/image344.png"/><Relationship Id="rId151" Type="http://schemas.openxmlformats.org/officeDocument/2006/relationships/customXml" Target="../ink/ink197.xml"/><Relationship Id="rId172" Type="http://schemas.openxmlformats.org/officeDocument/2006/relationships/image" Target="../media/image365.png"/><Relationship Id="rId193" Type="http://schemas.openxmlformats.org/officeDocument/2006/relationships/customXml" Target="../ink/ink218.xml"/><Relationship Id="rId207" Type="http://schemas.openxmlformats.org/officeDocument/2006/relationships/customXml" Target="../ink/ink225.xml"/><Relationship Id="rId228" Type="http://schemas.openxmlformats.org/officeDocument/2006/relationships/image" Target="../media/image393.png"/><Relationship Id="rId13" Type="http://schemas.openxmlformats.org/officeDocument/2006/relationships/image" Target="../media/image278.png"/><Relationship Id="rId109" Type="http://schemas.openxmlformats.org/officeDocument/2006/relationships/customXml" Target="../ink/ink176.xml"/><Relationship Id="rId34" Type="http://schemas.openxmlformats.org/officeDocument/2006/relationships/image" Target="../media/image296.png"/><Relationship Id="rId55" Type="http://schemas.openxmlformats.org/officeDocument/2006/relationships/customXml" Target="../ink/ink149.xml"/><Relationship Id="rId76" Type="http://schemas.openxmlformats.org/officeDocument/2006/relationships/image" Target="../media/image317.png"/><Relationship Id="rId97" Type="http://schemas.openxmlformats.org/officeDocument/2006/relationships/customXml" Target="../ink/ink170.xml"/><Relationship Id="rId120" Type="http://schemas.openxmlformats.org/officeDocument/2006/relationships/image" Target="../media/image339.png"/><Relationship Id="rId141" Type="http://schemas.openxmlformats.org/officeDocument/2006/relationships/customXml" Target="../ink/ink192.xml"/><Relationship Id="rId7" Type="http://schemas.openxmlformats.org/officeDocument/2006/relationships/image" Target="../media/image274.wmf"/><Relationship Id="rId162" Type="http://schemas.openxmlformats.org/officeDocument/2006/relationships/image" Target="../media/image360.png"/><Relationship Id="rId183" Type="http://schemas.openxmlformats.org/officeDocument/2006/relationships/customXml" Target="../ink/ink213.xml"/><Relationship Id="rId218" Type="http://schemas.openxmlformats.org/officeDocument/2006/relationships/image" Target="../media/image388.png"/><Relationship Id="rId24" Type="http://schemas.openxmlformats.org/officeDocument/2006/relationships/image" Target="../media/image291.png"/><Relationship Id="rId45" Type="http://schemas.openxmlformats.org/officeDocument/2006/relationships/customXml" Target="../ink/ink144.xml"/><Relationship Id="rId66" Type="http://schemas.openxmlformats.org/officeDocument/2006/relationships/image" Target="../media/image312.png"/><Relationship Id="rId87" Type="http://schemas.openxmlformats.org/officeDocument/2006/relationships/customXml" Target="../ink/ink165.xml"/><Relationship Id="rId110" Type="http://schemas.openxmlformats.org/officeDocument/2006/relationships/image" Target="../media/image334.png"/><Relationship Id="rId131" Type="http://schemas.openxmlformats.org/officeDocument/2006/relationships/customXml" Target="../ink/ink187.xml"/><Relationship Id="rId152" Type="http://schemas.openxmlformats.org/officeDocument/2006/relationships/image" Target="../media/image355.png"/><Relationship Id="rId173" Type="http://schemas.openxmlformats.org/officeDocument/2006/relationships/customXml" Target="../ink/ink208.xml"/><Relationship Id="rId194" Type="http://schemas.openxmlformats.org/officeDocument/2006/relationships/image" Target="../media/image376.png"/><Relationship Id="rId208" Type="http://schemas.openxmlformats.org/officeDocument/2006/relationships/image" Target="../media/image383.png"/><Relationship Id="rId229" Type="http://schemas.openxmlformats.org/officeDocument/2006/relationships/customXml" Target="../ink/ink236.xml"/><Relationship Id="rId14" Type="http://schemas.openxmlformats.org/officeDocument/2006/relationships/image" Target="../media/image279.png"/><Relationship Id="rId35" Type="http://schemas.openxmlformats.org/officeDocument/2006/relationships/customXml" Target="../ink/ink139.xml"/><Relationship Id="rId56" Type="http://schemas.openxmlformats.org/officeDocument/2006/relationships/image" Target="../media/image307.png"/><Relationship Id="rId77" Type="http://schemas.openxmlformats.org/officeDocument/2006/relationships/customXml" Target="../ink/ink160.xml"/><Relationship Id="rId100" Type="http://schemas.openxmlformats.org/officeDocument/2006/relationships/image" Target="../media/image329.png"/><Relationship Id="rId8" Type="http://schemas.openxmlformats.org/officeDocument/2006/relationships/oleObject" Target="../embeddings/oleObject52.bin"/><Relationship Id="rId98" Type="http://schemas.openxmlformats.org/officeDocument/2006/relationships/image" Target="../media/image328.png"/><Relationship Id="rId121" Type="http://schemas.openxmlformats.org/officeDocument/2006/relationships/customXml" Target="../ink/ink182.xml"/><Relationship Id="rId142" Type="http://schemas.openxmlformats.org/officeDocument/2006/relationships/image" Target="../media/image350.png"/><Relationship Id="rId163" Type="http://schemas.openxmlformats.org/officeDocument/2006/relationships/customXml" Target="../ink/ink203.xml"/><Relationship Id="rId184" Type="http://schemas.openxmlformats.org/officeDocument/2006/relationships/image" Target="../media/image371.png"/><Relationship Id="rId219" Type="http://schemas.openxmlformats.org/officeDocument/2006/relationships/customXml" Target="../ink/ink231.xml"/><Relationship Id="rId230" Type="http://schemas.openxmlformats.org/officeDocument/2006/relationships/image" Target="../media/image394.png"/><Relationship Id="rId25" Type="http://schemas.openxmlformats.org/officeDocument/2006/relationships/customXml" Target="../ink/ink134.xml"/><Relationship Id="rId46" Type="http://schemas.openxmlformats.org/officeDocument/2006/relationships/image" Target="../media/image302.png"/><Relationship Id="rId67" Type="http://schemas.openxmlformats.org/officeDocument/2006/relationships/customXml" Target="../ink/ink155.xml"/><Relationship Id="rId20" Type="http://schemas.openxmlformats.org/officeDocument/2006/relationships/image" Target="../media/image289.png"/><Relationship Id="rId41" Type="http://schemas.openxmlformats.org/officeDocument/2006/relationships/customXml" Target="../ink/ink142.xml"/><Relationship Id="rId62" Type="http://schemas.openxmlformats.org/officeDocument/2006/relationships/image" Target="../media/image310.png"/><Relationship Id="rId83" Type="http://schemas.openxmlformats.org/officeDocument/2006/relationships/customXml" Target="../ink/ink163.xml"/><Relationship Id="rId88" Type="http://schemas.openxmlformats.org/officeDocument/2006/relationships/image" Target="../media/image323.png"/><Relationship Id="rId111" Type="http://schemas.openxmlformats.org/officeDocument/2006/relationships/customXml" Target="../ink/ink177.xml"/><Relationship Id="rId132" Type="http://schemas.openxmlformats.org/officeDocument/2006/relationships/image" Target="../media/image345.png"/><Relationship Id="rId153" Type="http://schemas.openxmlformats.org/officeDocument/2006/relationships/customXml" Target="../ink/ink198.xml"/><Relationship Id="rId174" Type="http://schemas.openxmlformats.org/officeDocument/2006/relationships/image" Target="../media/image366.png"/><Relationship Id="rId179" Type="http://schemas.openxmlformats.org/officeDocument/2006/relationships/customXml" Target="../ink/ink211.xml"/><Relationship Id="rId195" Type="http://schemas.openxmlformats.org/officeDocument/2006/relationships/customXml" Target="../ink/ink219.xml"/><Relationship Id="rId209" Type="http://schemas.openxmlformats.org/officeDocument/2006/relationships/customXml" Target="../ink/ink226.xml"/><Relationship Id="rId190" Type="http://schemas.openxmlformats.org/officeDocument/2006/relationships/image" Target="../media/image374.png"/><Relationship Id="rId204" Type="http://schemas.openxmlformats.org/officeDocument/2006/relationships/image" Target="../media/image381.png"/><Relationship Id="rId220" Type="http://schemas.openxmlformats.org/officeDocument/2006/relationships/image" Target="../media/image389.png"/><Relationship Id="rId225" Type="http://schemas.openxmlformats.org/officeDocument/2006/relationships/customXml" Target="../ink/ink234.xml"/><Relationship Id="rId15" Type="http://schemas.openxmlformats.org/officeDocument/2006/relationships/customXml" Target="../ink/ink129.xml"/><Relationship Id="rId36" Type="http://schemas.openxmlformats.org/officeDocument/2006/relationships/image" Target="../media/image297.png"/><Relationship Id="rId57" Type="http://schemas.openxmlformats.org/officeDocument/2006/relationships/customXml" Target="../ink/ink150.xml"/><Relationship Id="rId106" Type="http://schemas.openxmlformats.org/officeDocument/2006/relationships/image" Target="../media/image332.png"/><Relationship Id="rId127" Type="http://schemas.openxmlformats.org/officeDocument/2006/relationships/customXml" Target="../ink/ink185.xml"/><Relationship Id="rId10" Type="http://schemas.openxmlformats.org/officeDocument/2006/relationships/image" Target="../media/image276.png"/><Relationship Id="rId31" Type="http://schemas.openxmlformats.org/officeDocument/2006/relationships/customXml" Target="../ink/ink137.xml"/><Relationship Id="rId52" Type="http://schemas.openxmlformats.org/officeDocument/2006/relationships/image" Target="../media/image305.png"/><Relationship Id="rId73" Type="http://schemas.openxmlformats.org/officeDocument/2006/relationships/customXml" Target="../ink/ink158.xml"/><Relationship Id="rId78" Type="http://schemas.openxmlformats.org/officeDocument/2006/relationships/image" Target="../media/image318.png"/><Relationship Id="rId94" Type="http://schemas.openxmlformats.org/officeDocument/2006/relationships/image" Target="../media/image326.png"/><Relationship Id="rId99" Type="http://schemas.openxmlformats.org/officeDocument/2006/relationships/customXml" Target="../ink/ink171.xml"/><Relationship Id="rId101" Type="http://schemas.openxmlformats.org/officeDocument/2006/relationships/customXml" Target="../ink/ink172.xml"/><Relationship Id="rId122" Type="http://schemas.openxmlformats.org/officeDocument/2006/relationships/image" Target="../media/image340.png"/><Relationship Id="rId143" Type="http://schemas.openxmlformats.org/officeDocument/2006/relationships/customXml" Target="../ink/ink193.xml"/><Relationship Id="rId148" Type="http://schemas.openxmlformats.org/officeDocument/2006/relationships/image" Target="../media/image353.png"/><Relationship Id="rId164" Type="http://schemas.openxmlformats.org/officeDocument/2006/relationships/image" Target="../media/image361.png"/><Relationship Id="rId169" Type="http://schemas.openxmlformats.org/officeDocument/2006/relationships/customXml" Target="../ink/ink206.xml"/><Relationship Id="rId185" Type="http://schemas.openxmlformats.org/officeDocument/2006/relationships/customXml" Target="../ink/ink214.xml"/><Relationship Id="rId4" Type="http://schemas.openxmlformats.org/officeDocument/2006/relationships/image" Target="../media/image272.wmf"/><Relationship Id="rId9" Type="http://schemas.openxmlformats.org/officeDocument/2006/relationships/image" Target="../media/image275.wmf"/><Relationship Id="rId180" Type="http://schemas.openxmlformats.org/officeDocument/2006/relationships/image" Target="../media/image369.png"/><Relationship Id="rId210" Type="http://schemas.openxmlformats.org/officeDocument/2006/relationships/image" Target="../media/image384.png"/><Relationship Id="rId215" Type="http://schemas.openxmlformats.org/officeDocument/2006/relationships/customXml" Target="../ink/ink229.xml"/><Relationship Id="rId236" Type="http://schemas.openxmlformats.org/officeDocument/2006/relationships/image" Target="../media/image397.png"/><Relationship Id="rId26" Type="http://schemas.openxmlformats.org/officeDocument/2006/relationships/image" Target="../media/image292.png"/><Relationship Id="rId231" Type="http://schemas.openxmlformats.org/officeDocument/2006/relationships/customXml" Target="../ink/ink237.xml"/><Relationship Id="rId47" Type="http://schemas.openxmlformats.org/officeDocument/2006/relationships/customXml" Target="../ink/ink145.xml"/><Relationship Id="rId68" Type="http://schemas.openxmlformats.org/officeDocument/2006/relationships/image" Target="../media/image313.png"/><Relationship Id="rId89" Type="http://schemas.openxmlformats.org/officeDocument/2006/relationships/customXml" Target="../ink/ink166.xml"/><Relationship Id="rId112" Type="http://schemas.openxmlformats.org/officeDocument/2006/relationships/image" Target="../media/image335.png"/><Relationship Id="rId133" Type="http://schemas.openxmlformats.org/officeDocument/2006/relationships/customXml" Target="../ink/ink188.xml"/><Relationship Id="rId154" Type="http://schemas.openxmlformats.org/officeDocument/2006/relationships/image" Target="../media/image356.png"/><Relationship Id="rId175" Type="http://schemas.openxmlformats.org/officeDocument/2006/relationships/customXml" Target="../ink/ink209.xml"/><Relationship Id="rId196" Type="http://schemas.openxmlformats.org/officeDocument/2006/relationships/image" Target="../media/image377.png"/><Relationship Id="rId200" Type="http://schemas.openxmlformats.org/officeDocument/2006/relationships/image" Target="../media/image379.png"/><Relationship Id="rId16" Type="http://schemas.openxmlformats.org/officeDocument/2006/relationships/image" Target="../media/image287.png"/><Relationship Id="rId221" Type="http://schemas.openxmlformats.org/officeDocument/2006/relationships/customXml" Target="../ink/ink232.xml"/><Relationship Id="rId37" Type="http://schemas.openxmlformats.org/officeDocument/2006/relationships/customXml" Target="../ink/ink140.xml"/><Relationship Id="rId58" Type="http://schemas.openxmlformats.org/officeDocument/2006/relationships/image" Target="../media/image308.png"/><Relationship Id="rId79" Type="http://schemas.openxmlformats.org/officeDocument/2006/relationships/customXml" Target="../ink/ink161.xml"/><Relationship Id="rId102" Type="http://schemas.openxmlformats.org/officeDocument/2006/relationships/image" Target="../media/image330.png"/><Relationship Id="rId123" Type="http://schemas.openxmlformats.org/officeDocument/2006/relationships/customXml" Target="../ink/ink183.xml"/><Relationship Id="rId144" Type="http://schemas.openxmlformats.org/officeDocument/2006/relationships/image" Target="../media/image351.png"/><Relationship Id="rId90" Type="http://schemas.openxmlformats.org/officeDocument/2006/relationships/image" Target="../media/image324.png"/><Relationship Id="rId165" Type="http://schemas.openxmlformats.org/officeDocument/2006/relationships/customXml" Target="../ink/ink204.xml"/><Relationship Id="rId186" Type="http://schemas.openxmlformats.org/officeDocument/2006/relationships/image" Target="../media/image372.png"/><Relationship Id="rId211" Type="http://schemas.openxmlformats.org/officeDocument/2006/relationships/customXml" Target="../ink/ink227.xml"/><Relationship Id="rId232" Type="http://schemas.openxmlformats.org/officeDocument/2006/relationships/image" Target="../media/image395.png"/><Relationship Id="rId27" Type="http://schemas.openxmlformats.org/officeDocument/2006/relationships/customXml" Target="../ink/ink135.xml"/><Relationship Id="rId48" Type="http://schemas.openxmlformats.org/officeDocument/2006/relationships/image" Target="../media/image303.png"/><Relationship Id="rId69" Type="http://schemas.openxmlformats.org/officeDocument/2006/relationships/customXml" Target="../ink/ink156.xml"/><Relationship Id="rId113" Type="http://schemas.openxmlformats.org/officeDocument/2006/relationships/customXml" Target="../ink/ink178.xml"/><Relationship Id="rId134" Type="http://schemas.openxmlformats.org/officeDocument/2006/relationships/image" Target="../media/image346.png"/><Relationship Id="rId80" Type="http://schemas.openxmlformats.org/officeDocument/2006/relationships/image" Target="../media/image319.png"/><Relationship Id="rId155" Type="http://schemas.openxmlformats.org/officeDocument/2006/relationships/customXml" Target="../ink/ink199.xml"/><Relationship Id="rId176" Type="http://schemas.openxmlformats.org/officeDocument/2006/relationships/image" Target="../media/image367.png"/><Relationship Id="rId197" Type="http://schemas.openxmlformats.org/officeDocument/2006/relationships/customXml" Target="../ink/ink220.xml"/><Relationship Id="rId201" Type="http://schemas.openxmlformats.org/officeDocument/2006/relationships/customXml" Target="../ink/ink222.xml"/><Relationship Id="rId222" Type="http://schemas.openxmlformats.org/officeDocument/2006/relationships/image" Target="../media/image390.png"/><Relationship Id="rId17" Type="http://schemas.openxmlformats.org/officeDocument/2006/relationships/customXml" Target="../ink/ink130.xml"/><Relationship Id="rId38" Type="http://schemas.openxmlformats.org/officeDocument/2006/relationships/image" Target="../media/image298.png"/><Relationship Id="rId59" Type="http://schemas.openxmlformats.org/officeDocument/2006/relationships/customXml" Target="../ink/ink151.xml"/><Relationship Id="rId103" Type="http://schemas.openxmlformats.org/officeDocument/2006/relationships/customXml" Target="../ink/ink173.xml"/><Relationship Id="rId124" Type="http://schemas.openxmlformats.org/officeDocument/2006/relationships/image" Target="../media/image341.png"/><Relationship Id="rId70" Type="http://schemas.openxmlformats.org/officeDocument/2006/relationships/image" Target="../media/image314.png"/><Relationship Id="rId91" Type="http://schemas.openxmlformats.org/officeDocument/2006/relationships/customXml" Target="../ink/ink167.xml"/><Relationship Id="rId145" Type="http://schemas.openxmlformats.org/officeDocument/2006/relationships/customXml" Target="../ink/ink194.xml"/><Relationship Id="rId166" Type="http://schemas.openxmlformats.org/officeDocument/2006/relationships/image" Target="../media/image362.png"/><Relationship Id="rId187" Type="http://schemas.openxmlformats.org/officeDocument/2006/relationships/customXml" Target="../ink/ink215.xml"/><Relationship Id="rId1" Type="http://schemas.openxmlformats.org/officeDocument/2006/relationships/slideLayout" Target="../slideLayouts/slideLayout2.xml"/><Relationship Id="rId212" Type="http://schemas.openxmlformats.org/officeDocument/2006/relationships/image" Target="../media/image385.png"/><Relationship Id="rId233" Type="http://schemas.openxmlformats.org/officeDocument/2006/relationships/customXml" Target="../ink/ink238.xml"/><Relationship Id="rId28" Type="http://schemas.openxmlformats.org/officeDocument/2006/relationships/image" Target="../media/image293.png"/><Relationship Id="rId49" Type="http://schemas.openxmlformats.org/officeDocument/2006/relationships/customXml" Target="../ink/ink146.xml"/><Relationship Id="rId114" Type="http://schemas.openxmlformats.org/officeDocument/2006/relationships/image" Target="../media/image336.png"/><Relationship Id="rId60" Type="http://schemas.openxmlformats.org/officeDocument/2006/relationships/image" Target="../media/image309.png"/><Relationship Id="rId81" Type="http://schemas.openxmlformats.org/officeDocument/2006/relationships/customXml" Target="../ink/ink162.xml"/><Relationship Id="rId135" Type="http://schemas.openxmlformats.org/officeDocument/2006/relationships/customXml" Target="../ink/ink189.xml"/><Relationship Id="rId156" Type="http://schemas.openxmlformats.org/officeDocument/2006/relationships/image" Target="../media/image357.png"/><Relationship Id="rId177" Type="http://schemas.openxmlformats.org/officeDocument/2006/relationships/customXml" Target="../ink/ink210.xml"/><Relationship Id="rId198" Type="http://schemas.openxmlformats.org/officeDocument/2006/relationships/image" Target="../media/image378.png"/><Relationship Id="rId202" Type="http://schemas.openxmlformats.org/officeDocument/2006/relationships/image" Target="../media/image380.png"/><Relationship Id="rId223" Type="http://schemas.openxmlformats.org/officeDocument/2006/relationships/customXml" Target="../ink/ink233.xml"/><Relationship Id="rId18" Type="http://schemas.openxmlformats.org/officeDocument/2006/relationships/image" Target="../media/image288.png"/><Relationship Id="rId39" Type="http://schemas.openxmlformats.org/officeDocument/2006/relationships/customXml" Target="../ink/ink141.xml"/><Relationship Id="rId50" Type="http://schemas.openxmlformats.org/officeDocument/2006/relationships/image" Target="../media/image304.png"/><Relationship Id="rId104" Type="http://schemas.openxmlformats.org/officeDocument/2006/relationships/image" Target="../media/image331.png"/><Relationship Id="rId125" Type="http://schemas.openxmlformats.org/officeDocument/2006/relationships/customXml" Target="../ink/ink184.xml"/><Relationship Id="rId146" Type="http://schemas.openxmlformats.org/officeDocument/2006/relationships/image" Target="../media/image352.png"/><Relationship Id="rId167" Type="http://schemas.openxmlformats.org/officeDocument/2006/relationships/customXml" Target="../ink/ink205.xml"/><Relationship Id="rId188" Type="http://schemas.openxmlformats.org/officeDocument/2006/relationships/image" Target="../media/image373.png"/><Relationship Id="rId71" Type="http://schemas.openxmlformats.org/officeDocument/2006/relationships/customXml" Target="../ink/ink157.xml"/><Relationship Id="rId92" Type="http://schemas.openxmlformats.org/officeDocument/2006/relationships/image" Target="../media/image325.png"/><Relationship Id="rId213" Type="http://schemas.openxmlformats.org/officeDocument/2006/relationships/customXml" Target="../ink/ink228.xml"/><Relationship Id="rId234" Type="http://schemas.openxmlformats.org/officeDocument/2006/relationships/image" Target="../media/image396.png"/><Relationship Id="rId2" Type="http://schemas.openxmlformats.org/officeDocument/2006/relationships/image" Target="../media/image271.png"/><Relationship Id="rId29" Type="http://schemas.openxmlformats.org/officeDocument/2006/relationships/customXml" Target="../ink/ink136.xml"/><Relationship Id="rId40" Type="http://schemas.openxmlformats.org/officeDocument/2006/relationships/image" Target="../media/image299.png"/><Relationship Id="rId115" Type="http://schemas.openxmlformats.org/officeDocument/2006/relationships/customXml" Target="../ink/ink179.xml"/><Relationship Id="rId136" Type="http://schemas.openxmlformats.org/officeDocument/2006/relationships/image" Target="../media/image347.png"/><Relationship Id="rId157" Type="http://schemas.openxmlformats.org/officeDocument/2006/relationships/customXml" Target="../ink/ink200.xml"/><Relationship Id="rId178" Type="http://schemas.openxmlformats.org/officeDocument/2006/relationships/image" Target="../media/image368.png"/><Relationship Id="rId61" Type="http://schemas.openxmlformats.org/officeDocument/2006/relationships/customXml" Target="../ink/ink152.xml"/><Relationship Id="rId82" Type="http://schemas.openxmlformats.org/officeDocument/2006/relationships/image" Target="../media/image320.png"/><Relationship Id="rId199" Type="http://schemas.openxmlformats.org/officeDocument/2006/relationships/customXml" Target="../ink/ink221.xml"/><Relationship Id="rId203" Type="http://schemas.openxmlformats.org/officeDocument/2006/relationships/customXml" Target="../ink/ink223.xml"/><Relationship Id="rId19" Type="http://schemas.openxmlformats.org/officeDocument/2006/relationships/customXml" Target="../ink/ink131.xml"/><Relationship Id="rId224" Type="http://schemas.openxmlformats.org/officeDocument/2006/relationships/image" Target="../media/image391.png"/><Relationship Id="rId30" Type="http://schemas.openxmlformats.org/officeDocument/2006/relationships/image" Target="../media/image294.png"/><Relationship Id="rId105" Type="http://schemas.openxmlformats.org/officeDocument/2006/relationships/customXml" Target="../ink/ink174.xml"/><Relationship Id="rId126" Type="http://schemas.openxmlformats.org/officeDocument/2006/relationships/image" Target="../media/image342.png"/><Relationship Id="rId147" Type="http://schemas.openxmlformats.org/officeDocument/2006/relationships/customXml" Target="../ink/ink195.xml"/><Relationship Id="rId168" Type="http://schemas.openxmlformats.org/officeDocument/2006/relationships/image" Target="../media/image363.png"/><Relationship Id="rId51" Type="http://schemas.openxmlformats.org/officeDocument/2006/relationships/customXml" Target="../ink/ink147.xml"/><Relationship Id="rId72" Type="http://schemas.openxmlformats.org/officeDocument/2006/relationships/image" Target="../media/image315.png"/><Relationship Id="rId93" Type="http://schemas.openxmlformats.org/officeDocument/2006/relationships/customXml" Target="../ink/ink168.xml"/><Relationship Id="rId189" Type="http://schemas.openxmlformats.org/officeDocument/2006/relationships/customXml" Target="../ink/ink216.xml"/><Relationship Id="rId3" Type="http://schemas.openxmlformats.org/officeDocument/2006/relationships/oleObject" Target="../embeddings/oleObject50.bin"/><Relationship Id="rId214" Type="http://schemas.openxmlformats.org/officeDocument/2006/relationships/image" Target="../media/image386.png"/><Relationship Id="rId235" Type="http://schemas.openxmlformats.org/officeDocument/2006/relationships/customXml" Target="../ink/ink239.xml"/><Relationship Id="rId116" Type="http://schemas.openxmlformats.org/officeDocument/2006/relationships/image" Target="../media/image337.png"/><Relationship Id="rId137" Type="http://schemas.openxmlformats.org/officeDocument/2006/relationships/customXml" Target="../ink/ink190.xml"/><Relationship Id="rId158" Type="http://schemas.openxmlformats.org/officeDocument/2006/relationships/image" Target="../media/image358.png"/></Relationships>
</file>

<file path=ppt/slides/_rels/slide68.xml.rels><?xml version="1.0" encoding="UTF-8" standalone="yes"?>
<Relationships xmlns="http://schemas.openxmlformats.org/package/2006/relationships"><Relationship Id="rId8" Type="http://schemas.openxmlformats.org/officeDocument/2006/relationships/image" Target="../media/image401.png"/><Relationship Id="rId3" Type="http://schemas.openxmlformats.org/officeDocument/2006/relationships/oleObject" Target="../embeddings/oleObject54.bin"/><Relationship Id="rId7" Type="http://schemas.openxmlformats.org/officeDocument/2006/relationships/customXml" Target="../ink/ink241.xml"/><Relationship Id="rId2" Type="http://schemas.openxmlformats.org/officeDocument/2006/relationships/image" Target="../media/image280.jpeg"/><Relationship Id="rId1" Type="http://schemas.openxmlformats.org/officeDocument/2006/relationships/slideLayout" Target="../slideLayouts/slideLayout2.xml"/><Relationship Id="rId6" Type="http://schemas.openxmlformats.org/officeDocument/2006/relationships/image" Target="../media/image400.png"/><Relationship Id="rId5" Type="http://schemas.openxmlformats.org/officeDocument/2006/relationships/customXml" Target="../ink/ink240.xml"/><Relationship Id="rId4" Type="http://schemas.openxmlformats.org/officeDocument/2006/relationships/image" Target="../media/image281.wmf"/></Relationships>
</file>

<file path=ppt/slides/_rels/slide69.xml.rels><?xml version="1.0" encoding="UTF-8" standalone="yes"?>
<Relationships xmlns="http://schemas.openxmlformats.org/package/2006/relationships"><Relationship Id="rId3" Type="http://schemas.openxmlformats.org/officeDocument/2006/relationships/image" Target="../media/image283.jpeg"/><Relationship Id="rId7" Type="http://schemas.openxmlformats.org/officeDocument/2006/relationships/image" Target="../media/image285.wmf"/><Relationship Id="rId2" Type="http://schemas.openxmlformats.org/officeDocument/2006/relationships/image" Target="../media/image282.jpeg"/><Relationship Id="rId1" Type="http://schemas.openxmlformats.org/officeDocument/2006/relationships/slideLayout" Target="../slideLayouts/slideLayout2.xml"/><Relationship Id="rId6" Type="http://schemas.openxmlformats.org/officeDocument/2006/relationships/oleObject" Target="../embeddings/oleObject56.bin"/><Relationship Id="rId5" Type="http://schemas.openxmlformats.org/officeDocument/2006/relationships/image" Target="../media/image284.wmf"/><Relationship Id="rId4" Type="http://schemas.openxmlformats.org/officeDocument/2006/relationships/oleObject" Target="../embeddings/oleObject55.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1850.png"/><Relationship Id="rId18" Type="http://schemas.openxmlformats.org/officeDocument/2006/relationships/customXml" Target="../ink/ink245.xml"/><Relationship Id="rId26" Type="http://schemas.openxmlformats.org/officeDocument/2006/relationships/customXml" Target="../ink/ink249.xml"/><Relationship Id="rId3" Type="http://schemas.openxmlformats.org/officeDocument/2006/relationships/image" Target="../media/image287.jpeg"/><Relationship Id="rId21" Type="http://schemas.openxmlformats.org/officeDocument/2006/relationships/image" Target="../media/image415.png"/><Relationship Id="rId7" Type="http://schemas.openxmlformats.org/officeDocument/2006/relationships/image" Target="../media/image289.wmf"/><Relationship Id="rId12" Type="http://schemas.openxmlformats.org/officeDocument/2006/relationships/customXml" Target="../ink/ink242.xml"/><Relationship Id="rId17" Type="http://schemas.openxmlformats.org/officeDocument/2006/relationships/image" Target="../media/image413.png"/><Relationship Id="rId25" Type="http://schemas.openxmlformats.org/officeDocument/2006/relationships/image" Target="../media/image417.png"/><Relationship Id="rId2" Type="http://schemas.openxmlformats.org/officeDocument/2006/relationships/image" Target="../media/image286.jpeg"/><Relationship Id="rId16" Type="http://schemas.openxmlformats.org/officeDocument/2006/relationships/customXml" Target="../ink/ink244.xml"/><Relationship Id="rId20" Type="http://schemas.openxmlformats.org/officeDocument/2006/relationships/customXml" Target="../ink/ink246.xml"/><Relationship Id="rId29" Type="http://schemas.openxmlformats.org/officeDocument/2006/relationships/image" Target="../media/image419.png"/><Relationship Id="rId1" Type="http://schemas.openxmlformats.org/officeDocument/2006/relationships/slideLayout" Target="../slideLayouts/slideLayout2.xml"/><Relationship Id="rId6" Type="http://schemas.openxmlformats.org/officeDocument/2006/relationships/oleObject" Target="../embeddings/oleObject58.bin"/><Relationship Id="rId11" Type="http://schemas.openxmlformats.org/officeDocument/2006/relationships/image" Target="../media/image291.wmf"/><Relationship Id="rId24" Type="http://schemas.openxmlformats.org/officeDocument/2006/relationships/customXml" Target="../ink/ink248.xml"/><Relationship Id="rId5" Type="http://schemas.openxmlformats.org/officeDocument/2006/relationships/image" Target="../media/image288.wmf"/><Relationship Id="rId15" Type="http://schemas.openxmlformats.org/officeDocument/2006/relationships/image" Target="../media/image412.png"/><Relationship Id="rId23" Type="http://schemas.openxmlformats.org/officeDocument/2006/relationships/image" Target="../media/image416.png"/><Relationship Id="rId28" Type="http://schemas.openxmlformats.org/officeDocument/2006/relationships/customXml" Target="../ink/ink250.xml"/><Relationship Id="rId10" Type="http://schemas.openxmlformats.org/officeDocument/2006/relationships/oleObject" Target="../embeddings/oleObject60.bin"/><Relationship Id="rId19" Type="http://schemas.openxmlformats.org/officeDocument/2006/relationships/image" Target="../media/image414.png"/><Relationship Id="rId31" Type="http://schemas.openxmlformats.org/officeDocument/2006/relationships/image" Target="../media/image420.png"/><Relationship Id="rId4" Type="http://schemas.openxmlformats.org/officeDocument/2006/relationships/oleObject" Target="../embeddings/oleObject57.bin"/><Relationship Id="rId9" Type="http://schemas.openxmlformats.org/officeDocument/2006/relationships/image" Target="../media/image290.wmf"/><Relationship Id="rId14" Type="http://schemas.openxmlformats.org/officeDocument/2006/relationships/customXml" Target="../ink/ink243.xml"/><Relationship Id="rId22" Type="http://schemas.openxmlformats.org/officeDocument/2006/relationships/customXml" Target="../ink/ink247.xml"/><Relationship Id="rId27" Type="http://schemas.openxmlformats.org/officeDocument/2006/relationships/image" Target="../media/image418.png"/><Relationship Id="rId30" Type="http://schemas.openxmlformats.org/officeDocument/2006/relationships/customXml" Target="../ink/ink251.xml"/></Relationships>
</file>

<file path=ppt/slides/_rels/slide71.xml.rels><?xml version="1.0" encoding="UTF-8" standalone="yes"?>
<Relationships xmlns="http://schemas.openxmlformats.org/package/2006/relationships"><Relationship Id="rId26" Type="http://schemas.openxmlformats.org/officeDocument/2006/relationships/customXml" Target="../ink/ink264.xml"/><Relationship Id="rId21" Type="http://schemas.openxmlformats.org/officeDocument/2006/relationships/image" Target="../media/image430.png"/><Relationship Id="rId34" Type="http://schemas.openxmlformats.org/officeDocument/2006/relationships/customXml" Target="../ink/ink268.xml"/><Relationship Id="rId42" Type="http://schemas.openxmlformats.org/officeDocument/2006/relationships/customXml" Target="../ink/ink272.xml"/><Relationship Id="rId47" Type="http://schemas.openxmlformats.org/officeDocument/2006/relationships/image" Target="../media/image443.png"/><Relationship Id="rId50" Type="http://schemas.openxmlformats.org/officeDocument/2006/relationships/customXml" Target="../ink/ink276.xml"/><Relationship Id="rId55" Type="http://schemas.openxmlformats.org/officeDocument/2006/relationships/image" Target="../media/image447.png"/><Relationship Id="rId63" Type="http://schemas.openxmlformats.org/officeDocument/2006/relationships/image" Target="../media/image451.png"/><Relationship Id="rId7" Type="http://schemas.openxmlformats.org/officeDocument/2006/relationships/image" Target="../media/image423.png"/><Relationship Id="rId2" Type="http://schemas.openxmlformats.org/officeDocument/2006/relationships/customXml" Target="../ink/ink252.xml"/><Relationship Id="rId16" Type="http://schemas.openxmlformats.org/officeDocument/2006/relationships/customXml" Target="../ink/ink259.xml"/><Relationship Id="rId29" Type="http://schemas.openxmlformats.org/officeDocument/2006/relationships/image" Target="../media/image434.png"/><Relationship Id="rId11" Type="http://schemas.openxmlformats.org/officeDocument/2006/relationships/image" Target="../media/image425.png"/><Relationship Id="rId24" Type="http://schemas.openxmlformats.org/officeDocument/2006/relationships/customXml" Target="../ink/ink263.xml"/><Relationship Id="rId32" Type="http://schemas.openxmlformats.org/officeDocument/2006/relationships/customXml" Target="../ink/ink267.xml"/><Relationship Id="rId37" Type="http://schemas.openxmlformats.org/officeDocument/2006/relationships/image" Target="../media/image438.png"/><Relationship Id="rId40" Type="http://schemas.openxmlformats.org/officeDocument/2006/relationships/customXml" Target="../ink/ink271.xml"/><Relationship Id="rId45" Type="http://schemas.openxmlformats.org/officeDocument/2006/relationships/image" Target="../media/image442.png"/><Relationship Id="rId53" Type="http://schemas.openxmlformats.org/officeDocument/2006/relationships/image" Target="../media/image446.png"/><Relationship Id="rId58" Type="http://schemas.openxmlformats.org/officeDocument/2006/relationships/customXml" Target="../ink/ink280.xml"/><Relationship Id="rId66" Type="http://schemas.openxmlformats.org/officeDocument/2006/relationships/customXml" Target="../ink/ink284.xml"/><Relationship Id="rId5" Type="http://schemas.openxmlformats.org/officeDocument/2006/relationships/image" Target="../media/image422.png"/><Relationship Id="rId61" Type="http://schemas.openxmlformats.org/officeDocument/2006/relationships/image" Target="../media/image450.png"/><Relationship Id="rId19" Type="http://schemas.openxmlformats.org/officeDocument/2006/relationships/image" Target="../media/image429.png"/><Relationship Id="rId14" Type="http://schemas.openxmlformats.org/officeDocument/2006/relationships/customXml" Target="../ink/ink258.xml"/><Relationship Id="rId22" Type="http://schemas.openxmlformats.org/officeDocument/2006/relationships/customXml" Target="../ink/ink262.xml"/><Relationship Id="rId27" Type="http://schemas.openxmlformats.org/officeDocument/2006/relationships/image" Target="../media/image433.png"/><Relationship Id="rId30" Type="http://schemas.openxmlformats.org/officeDocument/2006/relationships/customXml" Target="../ink/ink266.xml"/><Relationship Id="rId35" Type="http://schemas.openxmlformats.org/officeDocument/2006/relationships/image" Target="../media/image437.png"/><Relationship Id="rId43" Type="http://schemas.openxmlformats.org/officeDocument/2006/relationships/image" Target="../media/image441.png"/><Relationship Id="rId48" Type="http://schemas.openxmlformats.org/officeDocument/2006/relationships/customXml" Target="../ink/ink275.xml"/><Relationship Id="rId56" Type="http://schemas.openxmlformats.org/officeDocument/2006/relationships/customXml" Target="../ink/ink279.xml"/><Relationship Id="rId64" Type="http://schemas.openxmlformats.org/officeDocument/2006/relationships/customXml" Target="../ink/ink283.xml"/><Relationship Id="rId8" Type="http://schemas.openxmlformats.org/officeDocument/2006/relationships/customXml" Target="../ink/ink255.xml"/><Relationship Id="rId51" Type="http://schemas.openxmlformats.org/officeDocument/2006/relationships/image" Target="../media/image445.png"/><Relationship Id="rId3" Type="http://schemas.openxmlformats.org/officeDocument/2006/relationships/image" Target="../media/image421.png"/><Relationship Id="rId12" Type="http://schemas.openxmlformats.org/officeDocument/2006/relationships/customXml" Target="../ink/ink257.xml"/><Relationship Id="rId17" Type="http://schemas.openxmlformats.org/officeDocument/2006/relationships/image" Target="../media/image428.png"/><Relationship Id="rId25" Type="http://schemas.openxmlformats.org/officeDocument/2006/relationships/image" Target="../media/image432.png"/><Relationship Id="rId33" Type="http://schemas.openxmlformats.org/officeDocument/2006/relationships/image" Target="../media/image436.png"/><Relationship Id="rId38" Type="http://schemas.openxmlformats.org/officeDocument/2006/relationships/customXml" Target="../ink/ink270.xml"/><Relationship Id="rId46" Type="http://schemas.openxmlformats.org/officeDocument/2006/relationships/customXml" Target="../ink/ink274.xml"/><Relationship Id="rId59" Type="http://schemas.openxmlformats.org/officeDocument/2006/relationships/image" Target="../media/image449.png"/><Relationship Id="rId67" Type="http://schemas.openxmlformats.org/officeDocument/2006/relationships/image" Target="../media/image453.png"/><Relationship Id="rId20" Type="http://schemas.openxmlformats.org/officeDocument/2006/relationships/customXml" Target="../ink/ink261.xml"/><Relationship Id="rId41" Type="http://schemas.openxmlformats.org/officeDocument/2006/relationships/image" Target="../media/image440.png"/><Relationship Id="rId54" Type="http://schemas.openxmlformats.org/officeDocument/2006/relationships/customXml" Target="../ink/ink278.xml"/><Relationship Id="rId62" Type="http://schemas.openxmlformats.org/officeDocument/2006/relationships/customXml" Target="../ink/ink282.xml"/><Relationship Id="rId1" Type="http://schemas.openxmlformats.org/officeDocument/2006/relationships/slideLayout" Target="../slideLayouts/slideLayout2.xml"/><Relationship Id="rId6" Type="http://schemas.openxmlformats.org/officeDocument/2006/relationships/customXml" Target="../ink/ink254.xml"/><Relationship Id="rId15" Type="http://schemas.openxmlformats.org/officeDocument/2006/relationships/image" Target="../media/image427.png"/><Relationship Id="rId23" Type="http://schemas.openxmlformats.org/officeDocument/2006/relationships/image" Target="../media/image431.png"/><Relationship Id="rId28" Type="http://schemas.openxmlformats.org/officeDocument/2006/relationships/customXml" Target="../ink/ink265.xml"/><Relationship Id="rId36" Type="http://schemas.openxmlformats.org/officeDocument/2006/relationships/customXml" Target="../ink/ink269.xml"/><Relationship Id="rId49" Type="http://schemas.openxmlformats.org/officeDocument/2006/relationships/image" Target="../media/image444.png"/><Relationship Id="rId57" Type="http://schemas.openxmlformats.org/officeDocument/2006/relationships/image" Target="../media/image448.png"/><Relationship Id="rId10" Type="http://schemas.openxmlformats.org/officeDocument/2006/relationships/customXml" Target="../ink/ink256.xml"/><Relationship Id="rId31" Type="http://schemas.openxmlformats.org/officeDocument/2006/relationships/image" Target="../media/image435.png"/><Relationship Id="rId44" Type="http://schemas.openxmlformats.org/officeDocument/2006/relationships/customXml" Target="../ink/ink273.xml"/><Relationship Id="rId52" Type="http://schemas.openxmlformats.org/officeDocument/2006/relationships/customXml" Target="../ink/ink277.xml"/><Relationship Id="rId60" Type="http://schemas.openxmlformats.org/officeDocument/2006/relationships/customXml" Target="../ink/ink281.xml"/><Relationship Id="rId65" Type="http://schemas.openxmlformats.org/officeDocument/2006/relationships/image" Target="../media/image452.png"/><Relationship Id="rId4" Type="http://schemas.openxmlformats.org/officeDocument/2006/relationships/customXml" Target="../ink/ink253.xml"/><Relationship Id="rId9" Type="http://schemas.openxmlformats.org/officeDocument/2006/relationships/image" Target="../media/image424.png"/><Relationship Id="rId13" Type="http://schemas.openxmlformats.org/officeDocument/2006/relationships/image" Target="../media/image426.png"/><Relationship Id="rId18" Type="http://schemas.openxmlformats.org/officeDocument/2006/relationships/customXml" Target="../ink/ink260.xml"/><Relationship Id="rId39" Type="http://schemas.openxmlformats.org/officeDocument/2006/relationships/image" Target="../media/image439.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F04565-2698-3A41-93C0-EF86E6936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031"/>
            <a:ext cx="4537300" cy="1017918"/>
          </a:xfrm>
          <a:prstGeom prst="rect">
            <a:avLst/>
          </a:prstGeom>
        </p:spPr>
      </p:pic>
      <p:sp>
        <p:nvSpPr>
          <p:cNvPr id="11" name="Title 1"/>
          <p:cNvSpPr>
            <a:spLocks noGrp="1"/>
          </p:cNvSpPr>
          <p:nvPr>
            <p:ph type="ctrTitle"/>
          </p:nvPr>
        </p:nvSpPr>
        <p:spPr>
          <a:xfrm>
            <a:off x="1524000" y="1038284"/>
            <a:ext cx="9144000" cy="1306710"/>
          </a:xfrm>
        </p:spPr>
        <p:txBody>
          <a:bodyPr>
            <a:normAutofit/>
          </a:bodyPr>
          <a:lstStyle/>
          <a:p>
            <a:r>
              <a:rPr lang="en-US" altLang="zh-CN" sz="4000" dirty="0">
                <a:latin typeface="Times New Roman" panose="02020603050405020304" pitchFamily="18" charset="0"/>
                <a:ea typeface="DengXian" panose="02010600030101010101" pitchFamily="2" charset="-122"/>
                <a:cs typeface="Times New Roman" panose="02020603050405020304" pitchFamily="18" charset="0"/>
              </a:rPr>
              <a:t>EIE 2001 Basic Circuit Theory</a:t>
            </a:r>
            <a:endParaRPr lang="zh-CN" altLang="en-US" sz="4000" dirty="0">
              <a:latin typeface="Times New Roman" panose="02020603050405020304" pitchFamily="18" charset="0"/>
              <a:cs typeface="Times New Roman" panose="02020603050405020304" pitchFamily="18" charset="0"/>
            </a:endParaRPr>
          </a:p>
        </p:txBody>
      </p:sp>
      <p:sp>
        <p:nvSpPr>
          <p:cNvPr id="12" name="Subtitle 2"/>
          <p:cNvSpPr>
            <a:spLocks noGrp="1"/>
          </p:cNvSpPr>
          <p:nvPr>
            <p:ph type="subTitle" idx="1"/>
          </p:nvPr>
        </p:nvSpPr>
        <p:spPr>
          <a:xfrm>
            <a:off x="1066800" y="2861186"/>
            <a:ext cx="10058400" cy="2480699"/>
          </a:xfrm>
        </p:spPr>
        <p:txBody>
          <a:bodyPr>
            <a:normAutofit/>
          </a:bodyPr>
          <a:lstStyle/>
          <a:p>
            <a:r>
              <a:rPr lang="en-US" altLang="zh-CN" sz="4800" dirty="0">
                <a:solidFill>
                  <a:srgbClr val="7030A0"/>
                </a:solidFill>
                <a:latin typeface="Times New Roman" panose="02020603050405020304" pitchFamily="18" charset="0"/>
                <a:cs typeface="Times New Roman" panose="02020603050405020304" pitchFamily="18" charset="0"/>
              </a:rPr>
              <a:t>Lecture 5 First-order Circuits </a:t>
            </a:r>
          </a:p>
          <a:p>
            <a:r>
              <a:rPr lang="en-US" altLang="zh-CN" sz="4800" dirty="0">
                <a:solidFill>
                  <a:srgbClr val="7030A0"/>
                </a:solidFill>
                <a:latin typeface="Times New Roman" panose="02020603050405020304" pitchFamily="18" charset="0"/>
                <a:cs typeface="Times New Roman" panose="02020603050405020304" pitchFamily="18" charset="0"/>
              </a:rPr>
              <a:t>Part I. Capacitors and Inductors</a:t>
            </a:r>
          </a:p>
          <a:p>
            <a:r>
              <a:rPr lang="en-US" altLang="zh-CN" sz="4800" dirty="0">
                <a:solidFill>
                  <a:srgbClr val="7030A0"/>
                </a:solidFill>
                <a:latin typeface="Times New Roman" panose="02020603050405020304" pitchFamily="18" charset="0"/>
                <a:ea typeface="DengXian" panose="02010600030101010101" pitchFamily="2" charset="-122"/>
                <a:cs typeface="Times New Roman" panose="02020603050405020304" pitchFamily="18" charset="0"/>
              </a:rPr>
              <a:t>(steady state analysis with DC)</a:t>
            </a:r>
            <a:endParaRPr lang="zh-CN" altLang="en-US" sz="4800" dirty="0">
              <a:solidFill>
                <a:srgbClr val="7030A0"/>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022659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2"/>
          <p:cNvSpPr>
            <a:spLocks noGrp="1"/>
          </p:cNvSpPr>
          <p:nvPr>
            <p:ph type="title"/>
          </p:nvPr>
        </p:nvSpPr>
        <p:spPr/>
        <p:txBody>
          <a:bodyPr/>
          <a:lstStyle/>
          <a:p>
            <a:pPr eaLnBrk="1" fontAlgn="auto" hangingPunct="1">
              <a:spcAft>
                <a:spcPts val="0"/>
              </a:spcAft>
              <a:defRPr/>
            </a:pPr>
            <a:r>
              <a:rPr lang="en-US" altLang="en-US" dirty="0"/>
              <a:t>Overview</a:t>
            </a:r>
          </a:p>
        </p:txBody>
      </p:sp>
      <p:sp>
        <p:nvSpPr>
          <p:cNvPr id="27651" name="Content Placeholder 3"/>
          <p:cNvSpPr>
            <a:spLocks noGrp="1"/>
          </p:cNvSpPr>
          <p:nvPr>
            <p:ph idx="1"/>
          </p:nvPr>
        </p:nvSpPr>
        <p:spPr>
          <a:xfrm>
            <a:off x="838200" y="1690688"/>
            <a:ext cx="10515600" cy="4831409"/>
          </a:xfrm>
        </p:spPr>
        <p:txBody>
          <a:bodyPr>
            <a:noAutofit/>
          </a:bodyPr>
          <a:lstStyle/>
          <a:p>
            <a:pPr>
              <a:lnSpc>
                <a:spcPct val="110000"/>
              </a:lnSpc>
            </a:pPr>
            <a:r>
              <a:rPr lang="en-US" altLang="en-US" dirty="0"/>
              <a:t>Introduce two linear circuit elements, unlike resistors, these elements do not dissipate energy, they instead store and release energy</a:t>
            </a:r>
          </a:p>
          <a:p>
            <a:pPr lvl="1">
              <a:lnSpc>
                <a:spcPct val="110000"/>
              </a:lnSpc>
            </a:pPr>
            <a:r>
              <a:rPr lang="en-US" altLang="en-US" dirty="0"/>
              <a:t>Capacitor</a:t>
            </a:r>
          </a:p>
          <a:p>
            <a:pPr lvl="1">
              <a:lnSpc>
                <a:spcPct val="110000"/>
              </a:lnSpc>
            </a:pPr>
            <a:r>
              <a:rPr lang="en-US" altLang="en-US" dirty="0"/>
              <a:t>Inductor</a:t>
            </a:r>
          </a:p>
          <a:p>
            <a:pPr lvl="1">
              <a:lnSpc>
                <a:spcPct val="110000"/>
              </a:lnSpc>
            </a:pPr>
            <a:r>
              <a:rPr lang="en-US" altLang="en-US" dirty="0"/>
              <a:t>Series-Parallel combinations</a:t>
            </a:r>
          </a:p>
          <a:p>
            <a:pPr lvl="1">
              <a:lnSpc>
                <a:spcPct val="110000"/>
              </a:lnSpc>
            </a:pPr>
            <a:r>
              <a:rPr lang="en-US" altLang="en-US" dirty="0"/>
              <a:t>Current-Voltage relationship, energy storage </a:t>
            </a:r>
          </a:p>
          <a:p>
            <a:pPr eaLnBrk="1" hangingPunct="1">
              <a:lnSpc>
                <a:spcPct val="110000"/>
              </a:lnSpc>
            </a:pPr>
            <a:r>
              <a:rPr lang="en-US" altLang="en-US" dirty="0">
                <a:solidFill>
                  <a:schemeClr val="bg1">
                    <a:lumMod val="50000"/>
                  </a:schemeClr>
                </a:solidFill>
              </a:rPr>
              <a:t>Response of RL and RC circuits</a:t>
            </a:r>
          </a:p>
          <a:p>
            <a:pPr lvl="1">
              <a:lnSpc>
                <a:spcPct val="110000"/>
              </a:lnSpc>
            </a:pPr>
            <a:r>
              <a:rPr lang="en-US" altLang="en-US" dirty="0">
                <a:solidFill>
                  <a:schemeClr val="bg1">
                    <a:lumMod val="50000"/>
                  </a:schemeClr>
                </a:solidFill>
              </a:rPr>
              <a:t>First-order system</a:t>
            </a:r>
          </a:p>
          <a:p>
            <a:pPr lvl="1">
              <a:lnSpc>
                <a:spcPct val="110000"/>
              </a:lnSpc>
            </a:pPr>
            <a:r>
              <a:rPr lang="en-US" altLang="en-US" dirty="0">
                <a:solidFill>
                  <a:schemeClr val="bg1">
                    <a:lumMod val="50000"/>
                  </a:schemeClr>
                </a:solidFill>
              </a:rPr>
              <a:t>Natural and transient responses</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a:t>
            </a:fld>
            <a:endParaRPr lang="en-US" altLang="zh-CN" dirty="0">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967856E-B89B-6243-9E92-428102E04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0939" y="4005808"/>
            <a:ext cx="2563393" cy="2194560"/>
          </a:xfrm>
          <a:prstGeom prst="rect">
            <a:avLst/>
          </a:prstGeom>
        </p:spPr>
      </p:pic>
      <p:pic>
        <p:nvPicPr>
          <p:cNvPr id="8" name="Picture 7">
            <a:extLst>
              <a:ext uri="{FF2B5EF4-FFF2-40B4-BE49-F238E27FC236}">
                <a16:creationId xmlns:a16="http://schemas.microsoft.com/office/drawing/2014/main" id="{11958972-3CE1-4C46-891A-4D02BFE1B4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5591" y="148989"/>
            <a:ext cx="1877870" cy="1638868"/>
          </a:xfrm>
          <a:prstGeom prst="rect">
            <a:avLst/>
          </a:prstGeom>
        </p:spPr>
      </p:pic>
      <p:sp>
        <p:nvSpPr>
          <p:cNvPr id="21506" name="Title 1"/>
          <p:cNvSpPr>
            <a:spLocks noGrp="1"/>
          </p:cNvSpPr>
          <p:nvPr>
            <p:ph type="title"/>
          </p:nvPr>
        </p:nvSpPr>
        <p:spPr/>
        <p:txBody>
          <a:bodyPr/>
          <a:lstStyle/>
          <a:p>
            <a:pPr eaLnBrk="1" fontAlgn="auto" hangingPunct="1">
              <a:spcAft>
                <a:spcPts val="0"/>
              </a:spcAft>
              <a:defRPr/>
            </a:pPr>
            <a:r>
              <a:rPr lang="en-US" altLang="en-US" dirty="0"/>
              <a:t>Capacitors</a:t>
            </a:r>
          </a:p>
        </p:txBody>
      </p:sp>
      <p:sp>
        <p:nvSpPr>
          <p:cNvPr id="28675" name="Content Placeholder 2"/>
          <p:cNvSpPr>
            <a:spLocks noGrp="1"/>
          </p:cNvSpPr>
          <p:nvPr>
            <p:ph idx="1"/>
          </p:nvPr>
        </p:nvSpPr>
        <p:spPr>
          <a:xfrm>
            <a:off x="820368" y="1600201"/>
            <a:ext cx="7280874" cy="5121274"/>
          </a:xfrm>
        </p:spPr>
        <p:txBody>
          <a:bodyPr>
            <a:noAutofit/>
          </a:bodyPr>
          <a:lstStyle/>
          <a:p>
            <a:pPr algn="just">
              <a:lnSpc>
                <a:spcPct val="100000"/>
              </a:lnSpc>
            </a:pPr>
            <a:r>
              <a:rPr lang="en-US" altLang="en-US" dirty="0"/>
              <a:t>A capacitor is a passive element designed to store energy in its electric field.</a:t>
            </a:r>
          </a:p>
          <a:p>
            <a:pPr algn="just">
              <a:lnSpc>
                <a:spcPct val="100000"/>
              </a:lnSpc>
            </a:pPr>
            <a:r>
              <a:rPr lang="en-US" altLang="en-US" dirty="0"/>
              <a:t>Capacitors are used extensively in electronics, communications, computers and power systems.</a:t>
            </a:r>
          </a:p>
          <a:p>
            <a:pPr algn="just">
              <a:lnSpc>
                <a:spcPct val="100000"/>
              </a:lnSpc>
            </a:pPr>
            <a:r>
              <a:rPr lang="en-US" altLang="en-US" dirty="0"/>
              <a:t>A capacitor is typically constructed as the figure on the right: it consists of two conducting plates separated by an insulator (or dielectric)</a:t>
            </a:r>
          </a:p>
          <a:p>
            <a:pPr lvl="1">
              <a:lnSpc>
                <a:spcPct val="100000"/>
              </a:lnSpc>
            </a:pPr>
            <a:r>
              <a:rPr lang="en-US" altLang="en-US" dirty="0"/>
              <a:t>The plates are typically aluminum foil</a:t>
            </a:r>
          </a:p>
          <a:p>
            <a:pPr lvl="1">
              <a:lnSpc>
                <a:spcPct val="100000"/>
              </a:lnSpc>
            </a:pPr>
            <a:r>
              <a:rPr lang="en-US" altLang="en-US" dirty="0"/>
              <a:t>The dielectric is often air, ceramic, paper, plastic, or mica </a:t>
            </a:r>
            <a:endParaRPr lang="en-US" altLang="zh-CN" dirty="0"/>
          </a:p>
          <a:p>
            <a:pPr algn="just">
              <a:lnSpc>
                <a:spcPct val="100000"/>
              </a:lnSpc>
            </a:pPr>
            <a:endParaRPr lang="en-US" altLang="en-US" dirty="0"/>
          </a:p>
          <a:p>
            <a:pPr algn="just">
              <a:lnSpc>
                <a:spcPct val="100000"/>
              </a:lnSpc>
            </a:pPr>
            <a:endParaRPr lang="en-US" altLang="en-US" sz="3200"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a:t>
            </a:fld>
            <a:endParaRPr lang="en-US" altLang="zh-CN" dirty="0">
              <a:ea typeface="黑体" panose="02010609060101010101" pitchFamily="49" charset="-122"/>
            </a:endParaRPr>
          </a:p>
        </p:txBody>
      </p:sp>
      <p:pic>
        <p:nvPicPr>
          <p:cNvPr id="5" name="Picture 4">
            <a:extLst>
              <a:ext uri="{FF2B5EF4-FFF2-40B4-BE49-F238E27FC236}">
                <a16:creationId xmlns:a16="http://schemas.microsoft.com/office/drawing/2014/main" id="{6D6136CA-042D-6A46-B727-0CEBA19F76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128438" y="2102428"/>
            <a:ext cx="2010410" cy="132861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Content Placeholder 2"/>
          <p:cNvSpPr>
            <a:spLocks noGrp="1"/>
          </p:cNvSpPr>
          <p:nvPr>
            <p:ph idx="1"/>
          </p:nvPr>
        </p:nvSpPr>
        <p:spPr>
          <a:xfrm>
            <a:off x="838201" y="1690688"/>
            <a:ext cx="6649528" cy="4830882"/>
          </a:xfrm>
        </p:spPr>
        <p:txBody>
          <a:bodyPr>
            <a:noAutofit/>
          </a:bodyPr>
          <a:lstStyle/>
          <a:p>
            <a:pPr algn="just">
              <a:lnSpc>
                <a:spcPct val="100000"/>
              </a:lnSpc>
            </a:pPr>
            <a:r>
              <a:rPr lang="en-US" altLang="en-US" dirty="0"/>
              <a:t>When a voltage source </a:t>
            </a:r>
            <a:r>
              <a:rPr lang="en-US" altLang="en-US" i="1" dirty="0"/>
              <a:t>v</a:t>
            </a:r>
            <a:r>
              <a:rPr lang="en-US" altLang="en-US" dirty="0"/>
              <a:t> is connected to the capacitor, the source deposits a positive charge </a:t>
            </a:r>
            <a:r>
              <a:rPr lang="en-US" altLang="en-US" i="1" dirty="0"/>
              <a:t>q</a:t>
            </a:r>
            <a:r>
              <a:rPr lang="en-US" altLang="en-US" dirty="0"/>
              <a:t> on one plate and a negative charge </a:t>
            </a:r>
            <a:r>
              <a:rPr lang="en-US" altLang="en-US" i="1" dirty="0"/>
              <a:t>–q</a:t>
            </a:r>
            <a:r>
              <a:rPr lang="en-US" altLang="en-US" dirty="0"/>
              <a:t> on the other.</a:t>
            </a:r>
          </a:p>
          <a:p>
            <a:pPr algn="just">
              <a:lnSpc>
                <a:spcPct val="100000"/>
              </a:lnSpc>
            </a:pPr>
            <a:r>
              <a:rPr lang="en-US" altLang="en-US" dirty="0"/>
              <a:t>The amount of charge is proportional to the voltage:</a:t>
            </a:r>
          </a:p>
          <a:p>
            <a:pPr marL="0" indent="0" algn="just">
              <a:lnSpc>
                <a:spcPct val="100000"/>
              </a:lnSpc>
              <a:buNone/>
              <a:tabLst>
                <a:tab pos="173038" algn="l"/>
              </a:tabLst>
            </a:pPr>
            <a:endParaRPr lang="en-US" altLang="en-US" sz="2400" dirty="0"/>
          </a:p>
          <a:p>
            <a:pPr marL="0" indent="0" algn="just">
              <a:lnSpc>
                <a:spcPct val="100000"/>
              </a:lnSpc>
              <a:buNone/>
              <a:tabLst>
                <a:tab pos="173038" algn="l"/>
              </a:tabLst>
            </a:pPr>
            <a:endParaRPr lang="en-US" altLang="en-US" sz="2400" dirty="0"/>
          </a:p>
          <a:p>
            <a:pPr marL="0" indent="0" algn="just">
              <a:lnSpc>
                <a:spcPct val="100000"/>
              </a:lnSpc>
              <a:buNone/>
              <a:tabLst>
                <a:tab pos="173038" algn="l"/>
              </a:tabLst>
            </a:pPr>
            <a:r>
              <a:rPr lang="en-US" altLang="en-US" dirty="0"/>
              <a:t>    where </a:t>
            </a:r>
            <a:r>
              <a:rPr lang="en-US" altLang="en-US" i="1" dirty="0"/>
              <a:t>C</a:t>
            </a:r>
            <a:r>
              <a:rPr lang="en-US" altLang="en-US" dirty="0"/>
              <a:t> is the capacitance</a:t>
            </a:r>
          </a:p>
        </p:txBody>
      </p:sp>
      <p:sp>
        <p:nvSpPr>
          <p:cNvPr id="21506" name="Title 1"/>
          <p:cNvSpPr>
            <a:spLocks noGrp="1"/>
          </p:cNvSpPr>
          <p:nvPr>
            <p:ph type="title"/>
          </p:nvPr>
        </p:nvSpPr>
        <p:spPr/>
        <p:txBody>
          <a:bodyPr/>
          <a:lstStyle/>
          <a:p>
            <a:pPr eaLnBrk="1" fontAlgn="auto" hangingPunct="1">
              <a:spcAft>
                <a:spcPts val="0"/>
              </a:spcAft>
              <a:defRPr/>
            </a:pPr>
            <a:r>
              <a:rPr lang="en-US" altLang="en-US" dirty="0"/>
              <a:t>Capacitors</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a:t>
            </a:fld>
            <a:endParaRPr lang="en-US" altLang="zh-CN" dirty="0">
              <a:ea typeface="黑体" panose="02010609060101010101" pitchFamily="49" charset="-122"/>
            </a:endParaRPr>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8324630" y="3903055"/>
            <a:ext cx="2757352" cy="2679898"/>
          </a:xfrm>
          <a:prstGeom prst="rect">
            <a:avLst/>
          </a:prstGeom>
        </p:spPr>
      </p:pic>
      <p:pic>
        <p:nvPicPr>
          <p:cNvPr id="6" name="Picture 5"/>
          <p:cNvPicPr>
            <a:picLocks noChangeAspect="1"/>
          </p:cNvPicPr>
          <p:nvPr/>
        </p:nvPicPr>
        <p:blipFill>
          <a:blip r:embed="rId4">
            <a:clrChange>
              <a:clrFrom>
                <a:srgbClr val="FFFFFF"/>
              </a:clrFrom>
              <a:clrTo>
                <a:srgbClr val="FFFFFF">
                  <a:alpha val="0"/>
                </a:srgbClr>
              </a:clrTo>
            </a:clrChange>
          </a:blip>
          <a:stretch>
            <a:fillRect/>
          </a:stretch>
        </p:blipFill>
        <p:spPr>
          <a:xfrm>
            <a:off x="7837866" y="1732912"/>
            <a:ext cx="4105275" cy="2009775"/>
          </a:xfrm>
          <a:prstGeom prst="rect">
            <a:avLst/>
          </a:prstGeom>
        </p:spPr>
      </p:pic>
      <p:grpSp>
        <p:nvGrpSpPr>
          <p:cNvPr id="8" name="Group 7"/>
          <p:cNvGrpSpPr/>
          <p:nvPr/>
        </p:nvGrpSpPr>
        <p:grpSpPr>
          <a:xfrm>
            <a:off x="2122096" y="4467085"/>
            <a:ext cx="4589253" cy="1073185"/>
            <a:chOff x="2398142" y="4449832"/>
            <a:chExt cx="4589253" cy="1073185"/>
          </a:xfrm>
        </p:grpSpPr>
        <p:sp>
          <p:nvSpPr>
            <p:cNvPr id="2" name="Rectangle 1"/>
            <p:cNvSpPr/>
            <p:nvPr/>
          </p:nvSpPr>
          <p:spPr>
            <a:xfrm>
              <a:off x="2398142" y="4449832"/>
              <a:ext cx="4589253" cy="102265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rPr>
                <a:t>or    </a:t>
              </a:r>
              <a:endParaRPr lang="zh-CN" altLang="en-US" sz="2800" dirty="0">
                <a:solidFill>
                  <a:schemeClr val="tx1"/>
                </a:solidFill>
              </a:endParaRPr>
            </a:p>
          </p:txBody>
        </p:sp>
        <p:pic>
          <p:nvPicPr>
            <p:cNvPr id="10" name="Picture 9"/>
            <p:cNvPicPr>
              <a:picLocks noChangeAspect="1"/>
            </p:cNvPicPr>
            <p:nvPr/>
          </p:nvPicPr>
          <p:blipFill>
            <a:blip r:embed="rId5">
              <a:clrChange>
                <a:clrFrom>
                  <a:srgbClr val="FFFFFF"/>
                </a:clrFrom>
                <a:clrTo>
                  <a:srgbClr val="FFFFFF">
                    <a:alpha val="0"/>
                  </a:srgbClr>
                </a:clrTo>
              </a:clrChange>
            </a:blip>
            <a:stretch>
              <a:fillRect/>
            </a:stretch>
          </p:blipFill>
          <p:spPr>
            <a:xfrm>
              <a:off x="3052357" y="4449832"/>
              <a:ext cx="1370023" cy="1073185"/>
            </a:xfrm>
            <a:prstGeom prst="rect">
              <a:avLst/>
            </a:prstGeom>
          </p:spPr>
        </p:pic>
        <p:pic>
          <p:nvPicPr>
            <p:cNvPr id="7" name="Picture 6"/>
            <p:cNvPicPr>
              <a:picLocks noChangeAspect="1"/>
            </p:cNvPicPr>
            <p:nvPr/>
          </p:nvPicPr>
          <p:blipFill>
            <a:blip r:embed="rId6">
              <a:clrChange>
                <a:clrFrom>
                  <a:srgbClr val="FFFFFF"/>
                </a:clrFrom>
                <a:clrTo>
                  <a:srgbClr val="FFFFFF">
                    <a:alpha val="0"/>
                  </a:srgbClr>
                </a:clrTo>
              </a:clrChange>
            </a:blip>
            <a:stretch>
              <a:fillRect/>
            </a:stretch>
          </p:blipFill>
          <p:spPr>
            <a:xfrm>
              <a:off x="4964335" y="4553551"/>
              <a:ext cx="1713822" cy="865745"/>
            </a:xfrm>
            <a:prstGeom prst="rect">
              <a:avLst/>
            </a:prstGeom>
          </p:spPr>
        </p:pic>
      </p:grpSp>
      <p:pic>
        <p:nvPicPr>
          <p:cNvPr id="11" name="Picture 10">
            <a:extLst>
              <a:ext uri="{FF2B5EF4-FFF2-40B4-BE49-F238E27FC236}">
                <a16:creationId xmlns:a16="http://schemas.microsoft.com/office/drawing/2014/main" id="{633DC829-0768-7E42-A81B-620E1426F30B}"/>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8625248" y="0"/>
            <a:ext cx="2987305" cy="1308424"/>
          </a:xfrm>
          <a:prstGeom prst="rect">
            <a:avLst/>
          </a:prstGeom>
        </p:spPr>
      </p:pic>
      <p:sp>
        <p:nvSpPr>
          <p:cNvPr id="12" name="TextBox 11">
            <a:extLst>
              <a:ext uri="{FF2B5EF4-FFF2-40B4-BE49-F238E27FC236}">
                <a16:creationId xmlns:a16="http://schemas.microsoft.com/office/drawing/2014/main" id="{9AD80C2B-EF00-1B46-BE44-12C4A81A8137}"/>
              </a:ext>
            </a:extLst>
          </p:cNvPr>
          <p:cNvSpPr txBox="1"/>
          <p:nvPr/>
        </p:nvSpPr>
        <p:spPr>
          <a:xfrm>
            <a:off x="9869098" y="1185594"/>
            <a:ext cx="1932924" cy="369332"/>
          </a:xfrm>
          <a:prstGeom prst="rect">
            <a:avLst/>
          </a:prstGeom>
          <a:noFill/>
        </p:spPr>
        <p:txBody>
          <a:bodyPr wrap="square" rtlCol="0">
            <a:spAutoFit/>
          </a:bodyPr>
          <a:lstStyle/>
          <a:p>
            <a:pPr algn="ctr"/>
            <a:r>
              <a:rPr lang="en-US" altLang="zh-CN" i="1" dirty="0"/>
              <a:t>Circuit Symbol</a:t>
            </a:r>
            <a:endParaRPr lang="zh-CN" altLang="en-US" i="1" dirty="0"/>
          </a:p>
        </p:txBody>
      </p:sp>
    </p:spTree>
    <p:extLst>
      <p:ext uri="{BB962C8B-B14F-4D97-AF65-F5344CB8AC3E}">
        <p14:creationId xmlns:p14="http://schemas.microsoft.com/office/powerpoint/2010/main" val="246942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Title 1"/>
          <p:cNvSpPr>
            <a:spLocks noGrp="1"/>
          </p:cNvSpPr>
          <p:nvPr>
            <p:ph type="title"/>
          </p:nvPr>
        </p:nvSpPr>
        <p:spPr/>
        <p:txBody>
          <a:bodyPr/>
          <a:lstStyle/>
          <a:p>
            <a:pPr eaLnBrk="1" fontAlgn="auto" hangingPunct="1">
              <a:spcAft>
                <a:spcPts val="0"/>
              </a:spcAft>
              <a:defRPr/>
            </a:pPr>
            <a:r>
              <a:rPr lang="en-US" altLang="en-US" dirty="0"/>
              <a:t>Capacitors</a:t>
            </a:r>
          </a:p>
        </p:txBody>
      </p:sp>
      <p:sp>
        <p:nvSpPr>
          <p:cNvPr id="2052" name="Content Placeholder 2"/>
          <p:cNvSpPr>
            <a:spLocks noGrp="1"/>
          </p:cNvSpPr>
          <p:nvPr>
            <p:ph idx="1"/>
          </p:nvPr>
        </p:nvSpPr>
        <p:spPr>
          <a:xfrm>
            <a:off x="838200" y="1599828"/>
            <a:ext cx="10515600" cy="2985681"/>
          </a:xfrm>
        </p:spPr>
        <p:txBody>
          <a:bodyPr>
            <a:normAutofit/>
          </a:bodyPr>
          <a:lstStyle/>
          <a:p>
            <a:pPr eaLnBrk="1" hangingPunct="1">
              <a:lnSpc>
                <a:spcPct val="100000"/>
              </a:lnSpc>
            </a:pPr>
            <a:r>
              <a:rPr lang="en-US" altLang="en-US" sz="2400" dirty="0"/>
              <a:t>The unit of capacitance is the Farad (F), One Farad is 1 Coulomb/Volt</a:t>
            </a:r>
          </a:p>
          <a:p>
            <a:pPr eaLnBrk="1" hangingPunct="1">
              <a:lnSpc>
                <a:spcPct val="100000"/>
              </a:lnSpc>
            </a:pPr>
            <a:r>
              <a:rPr lang="en-US" altLang="en-US" sz="2400" dirty="0"/>
              <a:t>Most capacitors are rated in </a:t>
            </a:r>
            <a:r>
              <a:rPr lang="en-US" altLang="en-US" sz="2400" dirty="0" err="1"/>
              <a:t>picofarad</a:t>
            </a:r>
            <a:r>
              <a:rPr lang="en-US" altLang="en-US" sz="2400" dirty="0"/>
              <a:t> (pF) and microfarad (</a:t>
            </a:r>
            <a:r>
              <a:rPr lang="el-GR" altLang="en-US" sz="2400" dirty="0"/>
              <a:t>μ</a:t>
            </a:r>
            <a:r>
              <a:rPr lang="en-US" altLang="en-US" sz="2400" dirty="0"/>
              <a:t>F)</a:t>
            </a:r>
          </a:p>
          <a:p>
            <a:pPr eaLnBrk="1" hangingPunct="1">
              <a:lnSpc>
                <a:spcPct val="100000"/>
              </a:lnSpc>
            </a:pPr>
            <a:r>
              <a:rPr lang="en-US" altLang="en-US" sz="2400" dirty="0"/>
              <a:t>The capacitance is determined by </a:t>
            </a:r>
          </a:p>
        </p:txBody>
      </p:sp>
      <p:graphicFrame>
        <p:nvGraphicFramePr>
          <p:cNvPr id="2050" name="Object 5"/>
          <p:cNvGraphicFramePr>
            <a:graphicFrameLocks noChangeAspect="1"/>
          </p:cNvGraphicFramePr>
          <p:nvPr>
            <p:extLst>
              <p:ext uri="{D42A27DB-BD31-4B8C-83A1-F6EECF244321}">
                <p14:modId xmlns:p14="http://schemas.microsoft.com/office/powerpoint/2010/main" val="323576153"/>
              </p:ext>
            </p:extLst>
          </p:nvPr>
        </p:nvGraphicFramePr>
        <p:xfrm>
          <a:off x="1756438" y="3287677"/>
          <a:ext cx="1310217" cy="762000"/>
        </p:xfrm>
        <a:graphic>
          <a:graphicData uri="http://schemas.openxmlformats.org/presentationml/2006/ole">
            <mc:AlternateContent xmlns:mc="http://schemas.openxmlformats.org/markup-compatibility/2006">
              <mc:Choice xmlns:v="urn:schemas-microsoft-com:vml" Requires="v">
                <p:oleObj name="Equation" r:id="rId3" imgW="507780" imgH="393529" progId="Equation.DSMT4">
                  <p:embed/>
                </p:oleObj>
              </mc:Choice>
              <mc:Fallback>
                <p:oleObj name="Equation" r:id="rId3" imgW="507780" imgH="393529" progId="Equation.DSMT4">
                  <p:embed/>
                  <p:pic>
                    <p:nvPicPr>
                      <p:cNvPr id="205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6438" y="3287677"/>
                        <a:ext cx="1310217" cy="762000"/>
                      </a:xfrm>
                      <a:prstGeom prst="rect">
                        <a:avLst/>
                      </a:prstGeom>
                      <a:solidFill>
                        <a:schemeClr val="accent6">
                          <a:lumMod val="40000"/>
                          <a:lumOff val="60000"/>
                        </a:schemeClr>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a:t>
            </a:fld>
            <a:endParaRPr lang="en-US" altLang="zh-CN" dirty="0">
              <a:ea typeface="黑体" panose="02010609060101010101" pitchFamily="49" charset="-122"/>
            </a:endParaRPr>
          </a:p>
        </p:txBody>
      </p:sp>
      <p:pic>
        <p:nvPicPr>
          <p:cNvPr id="104508" name="Picture 60" descr="Related image"/>
          <p:cNvPicPr>
            <a:picLocks noChangeAspect="1" noChangeArrowheads="1"/>
          </p:cNvPicPr>
          <p:nvPr/>
        </p:nvPicPr>
        <p:blipFill rotWithShape="1">
          <a:blip r:embed="rId5">
            <a:extLst>
              <a:ext uri="{28A0092B-C50C-407E-A947-70E740481C1C}">
                <a14:useLocalDpi xmlns:a14="http://schemas.microsoft.com/office/drawing/2010/main" val="0"/>
              </a:ext>
            </a:extLst>
          </a:blip>
          <a:srcRect r="1895"/>
          <a:stretch/>
        </p:blipFill>
        <p:spPr bwMode="auto">
          <a:xfrm>
            <a:off x="8025064" y="4615669"/>
            <a:ext cx="2584580" cy="210761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6"/>
          <a:stretch>
            <a:fillRect/>
          </a:stretch>
        </p:blipFill>
        <p:spPr>
          <a:xfrm>
            <a:off x="5110944" y="4626303"/>
            <a:ext cx="2593326" cy="1926257"/>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1803624" y="5538684"/>
                <a:ext cx="98482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𝜀</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i="1" smtClean="0">
                                  <a:latin typeface="Cambria Math" panose="02040503050406030204" pitchFamily="18" charset="0"/>
                                </a:rPr>
                                <m:t>𝜀</m:t>
                              </m:r>
                            </m:e>
                            <m:sub>
                              <m:r>
                                <a:rPr lang="en-US" altLang="zh-CN" sz="2000" b="0" i="1" smtClean="0">
                                  <a:latin typeface="Cambria Math" panose="02040503050406030204" pitchFamily="18" charset="0"/>
                                </a:rPr>
                                <m:t>0</m:t>
                              </m:r>
                            </m:sub>
                          </m:sSub>
                          <m:r>
                            <a:rPr lang="zh-CN" altLang="en-US" sz="2000" i="1" smtClean="0">
                              <a:latin typeface="Cambria Math" panose="02040503050406030204" pitchFamily="18" charset="0"/>
                            </a:rPr>
                            <m:t>𝜀</m:t>
                          </m:r>
                        </m:e>
                        <m:sub>
                          <m:r>
                            <a:rPr lang="en-US" altLang="zh-CN" sz="2000" b="0" i="1" smtClean="0">
                              <a:latin typeface="Cambria Math" panose="02040503050406030204" pitchFamily="18" charset="0"/>
                            </a:rPr>
                            <m:t>𝑟</m:t>
                          </m:r>
                        </m:sub>
                      </m:sSub>
                    </m:oMath>
                  </m:oMathPara>
                </a14:m>
                <a:endParaRPr lang="zh-CN" altLang="en-US"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1803624" y="5538684"/>
                <a:ext cx="984821" cy="307777"/>
              </a:xfrm>
              <a:prstGeom prst="rect">
                <a:avLst/>
              </a:prstGeom>
              <a:blipFill>
                <a:blip r:embed="rId9"/>
                <a:stretch>
                  <a:fillRect l="-3106" b="-18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TextBox 6"/>
              <p:cNvSpPr txBox="1"/>
              <p:nvPr/>
            </p:nvSpPr>
            <p:spPr>
              <a:xfrm>
                <a:off x="1212884" y="6433418"/>
                <a:ext cx="2166299" cy="276999"/>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panose="02040503050406030204" pitchFamily="18" charset="0"/>
                          </a:rPr>
                          <m:t>𝜀</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=8.85</m:t>
                    </m:r>
                    <m:r>
                      <a:rPr lang="en-US" altLang="zh-CN" b="0" i="1" smtClean="0">
                        <a:latin typeface="Cambria Math" panose="02040503050406030204" pitchFamily="18" charset="0"/>
                        <a:ea typeface="Cambria Math" panose="02040503050406030204" pitchFamily="18" charset="0"/>
                      </a:rPr>
                      <m:t>×</m:t>
                    </m:r>
                    <m:sSup>
                      <m:sSupPr>
                        <m:ctrlPr>
                          <a:rPr lang="en-US" altLang="zh-CN" b="0" i="1" smtClean="0">
                            <a:latin typeface="Cambria Math" panose="02040503050406030204" pitchFamily="18" charset="0"/>
                            <a:ea typeface="Cambria Math" panose="02040503050406030204" pitchFamily="18" charset="0"/>
                          </a:rPr>
                        </m:ctrlPr>
                      </m:sSupPr>
                      <m:e>
                        <m:r>
                          <a:rPr lang="en-US" altLang="zh-CN" b="0" i="1" smtClean="0">
                            <a:latin typeface="Cambria Math" panose="02040503050406030204" pitchFamily="18" charset="0"/>
                            <a:ea typeface="Cambria Math" panose="02040503050406030204" pitchFamily="18" charset="0"/>
                          </a:rPr>
                          <m:t>10</m:t>
                        </m:r>
                      </m:e>
                      <m:sup>
                        <m:r>
                          <a:rPr lang="en-US" altLang="zh-CN" b="0" i="1" smtClean="0">
                            <a:latin typeface="Cambria Math" panose="02040503050406030204" pitchFamily="18" charset="0"/>
                            <a:ea typeface="Cambria Math" panose="02040503050406030204" pitchFamily="18" charset="0"/>
                          </a:rPr>
                          <m:t>−12</m:t>
                        </m:r>
                      </m:sup>
                    </m:sSup>
                  </m:oMath>
                </a14:m>
                <a:r>
                  <a:rPr lang="en-US" altLang="zh-CN" dirty="0"/>
                  <a:t>F/m</a:t>
                </a:r>
                <a:endParaRPr lang="zh-CN" alt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1212884" y="6433418"/>
                <a:ext cx="2166299" cy="276999"/>
              </a:xfrm>
              <a:prstGeom prst="rect">
                <a:avLst/>
              </a:prstGeom>
              <a:blipFill>
                <a:blip r:embed="rId10"/>
                <a:stretch>
                  <a:fillRect l="-2817" t="-28261" r="-5915" b="-50000"/>
                </a:stretch>
              </a:blipFill>
            </p:spPr>
            <p:txBody>
              <a:bodyPr/>
              <a:lstStyle/>
              <a:p>
                <a:r>
                  <a:rPr lang="zh-CN" altLang="en-US">
                    <a:noFill/>
                  </a:rPr>
                  <a:t> </a:t>
                </a:r>
              </a:p>
            </p:txBody>
          </p:sp>
        </mc:Fallback>
      </mc:AlternateContent>
      <p:sp>
        <p:nvSpPr>
          <p:cNvPr id="9" name="Rectangle 8"/>
          <p:cNvSpPr/>
          <p:nvPr/>
        </p:nvSpPr>
        <p:spPr>
          <a:xfrm>
            <a:off x="1105216" y="6059189"/>
            <a:ext cx="2037802" cy="369332"/>
          </a:xfrm>
          <a:prstGeom prst="rect">
            <a:avLst/>
          </a:prstGeom>
        </p:spPr>
        <p:txBody>
          <a:bodyPr wrap="none">
            <a:spAutoFit/>
          </a:bodyPr>
          <a:lstStyle/>
          <a:p>
            <a:r>
              <a:rPr lang="en-US" altLang="zh-CN" b="0" i="1" dirty="0">
                <a:solidFill>
                  <a:srgbClr val="FF0000"/>
                </a:solidFill>
                <a:effectLst/>
                <a:latin typeface="Times New Roman" panose="02020603050405020304" pitchFamily="18" charset="0"/>
                <a:cs typeface="Times New Roman" panose="02020603050405020304" pitchFamily="18" charset="0"/>
              </a:rPr>
              <a:t>Vacuum permittivity</a:t>
            </a:r>
            <a:endParaRPr lang="zh-CN" altLang="en-US" i="1" dirty="0">
              <a:solidFill>
                <a:srgbClr val="FF0000"/>
              </a:solidFill>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flipV="1">
            <a:off x="2050133" y="5853274"/>
            <a:ext cx="265917" cy="27222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6" idx="3"/>
          </p:cNvCxnSpPr>
          <p:nvPr/>
        </p:nvCxnSpPr>
        <p:spPr>
          <a:xfrm>
            <a:off x="2788445" y="5692573"/>
            <a:ext cx="2011446"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p:cNvSpPr/>
          <p:nvPr/>
        </p:nvSpPr>
        <p:spPr>
          <a:xfrm>
            <a:off x="2762475" y="5669476"/>
            <a:ext cx="2063385" cy="369332"/>
          </a:xfrm>
          <a:prstGeom prst="rect">
            <a:avLst/>
          </a:prstGeom>
        </p:spPr>
        <p:txBody>
          <a:bodyPr wrap="none">
            <a:spAutoFit/>
          </a:bodyPr>
          <a:lstStyle/>
          <a:p>
            <a:r>
              <a:rPr lang="en-US" altLang="zh-CN" b="0" i="1" dirty="0">
                <a:solidFill>
                  <a:srgbClr val="FF0000"/>
                </a:solidFill>
                <a:effectLst/>
                <a:latin typeface="Times New Roman" panose="02020603050405020304" pitchFamily="18" charset="0"/>
                <a:cs typeface="Times New Roman" panose="02020603050405020304" pitchFamily="18" charset="0"/>
              </a:rPr>
              <a:t>Relative permittivity</a:t>
            </a:r>
            <a:endParaRPr lang="zh-CN" altLang="en-US" i="1" dirty="0">
              <a:solidFill>
                <a:srgbClr val="FF0000"/>
              </a:solidFill>
              <a:latin typeface="Times New Roman" panose="02020603050405020304" pitchFamily="18" charset="0"/>
              <a:cs typeface="Times New Roman" panose="02020603050405020304" pitchFamily="18" charset="0"/>
            </a:endParaRPr>
          </a:p>
        </p:txBody>
      </p:sp>
      <p:sp>
        <p:nvSpPr>
          <p:cNvPr id="18" name="Rectangle 17"/>
          <p:cNvSpPr/>
          <p:nvPr/>
        </p:nvSpPr>
        <p:spPr>
          <a:xfrm>
            <a:off x="192973" y="4518454"/>
            <a:ext cx="4642271" cy="923330"/>
          </a:xfrm>
          <a:prstGeom prst="rect">
            <a:avLst/>
          </a:prstGeom>
        </p:spPr>
        <p:txBody>
          <a:bodyPr wrap="square">
            <a:spAutoFit/>
          </a:bodyPr>
          <a:lstStyle/>
          <a:p>
            <a:pPr algn="just"/>
            <a:r>
              <a:rPr lang="en-US" altLang="zh-CN" b="0" i="0" dirty="0">
                <a:solidFill>
                  <a:srgbClr val="FF0000"/>
                </a:solidFill>
                <a:effectLst/>
                <a:latin typeface="Times New Roman" panose="02020603050405020304" pitchFamily="18" charset="0"/>
                <a:cs typeface="Times New Roman" panose="02020603050405020304" pitchFamily="18" charset="0"/>
              </a:rPr>
              <a:t>permittivity is the measure of a material's ability to </a:t>
            </a:r>
            <a:r>
              <a:rPr lang="en-US" altLang="zh-CN" b="1" i="0" dirty="0">
                <a:solidFill>
                  <a:srgbClr val="FF0000"/>
                </a:solidFill>
                <a:effectLst/>
                <a:latin typeface="Times New Roman" panose="02020603050405020304" pitchFamily="18" charset="0"/>
                <a:cs typeface="Times New Roman" panose="02020603050405020304" pitchFamily="18" charset="0"/>
              </a:rPr>
              <a:t>resist</a:t>
            </a:r>
            <a:r>
              <a:rPr lang="en-US" altLang="zh-CN" b="0" i="0" dirty="0">
                <a:solidFill>
                  <a:srgbClr val="FF0000"/>
                </a:solidFill>
                <a:effectLst/>
                <a:latin typeface="Times New Roman" panose="02020603050405020304" pitchFamily="18" charset="0"/>
                <a:cs typeface="Times New Roman" panose="02020603050405020304" pitchFamily="18" charset="0"/>
              </a:rPr>
              <a:t> an electric field, not its ability to “permit” it, as the name it might seem to suggest.</a:t>
            </a:r>
            <a:endParaRPr lang="zh-CN" altLang="en-US" dirty="0">
              <a:solidFill>
                <a:srgbClr val="FF0000"/>
              </a:solidFill>
              <a:latin typeface="Times New Roman" panose="02020603050405020304" pitchFamily="18" charset="0"/>
              <a:cs typeface="Times New Roman" panose="02020603050405020304" pitchFamily="18" charset="0"/>
            </a:endParaRPr>
          </a:p>
        </p:txBody>
      </p:sp>
      <p:pic>
        <p:nvPicPr>
          <p:cNvPr id="16" name="Picture 15"/>
          <p:cNvPicPr>
            <a:picLocks noChangeAspect="1"/>
          </p:cNvPicPr>
          <p:nvPr/>
        </p:nvPicPr>
        <p:blipFill>
          <a:blip r:embed="rId11"/>
          <a:stretch>
            <a:fillRect/>
          </a:stretch>
        </p:blipFill>
        <p:spPr>
          <a:xfrm>
            <a:off x="5524500" y="666856"/>
            <a:ext cx="1143000" cy="895350"/>
          </a:xfrm>
          <a:prstGeom prst="rect">
            <a:avLst/>
          </a:prstGeom>
        </p:spPr>
      </p:pic>
      <p:sp>
        <p:nvSpPr>
          <p:cNvPr id="2" name="Rectangle 1"/>
          <p:cNvSpPr/>
          <p:nvPr/>
        </p:nvSpPr>
        <p:spPr>
          <a:xfrm>
            <a:off x="4644175" y="3014792"/>
            <a:ext cx="6096000" cy="1569660"/>
          </a:xfrm>
          <a:prstGeom prst="rect">
            <a:avLst/>
          </a:prstGeom>
        </p:spPr>
        <p:txBody>
          <a:bodyPr>
            <a:spAutoFit/>
          </a:bodyPr>
          <a:lstStyle/>
          <a:p>
            <a:pPr marL="342900" lvl="1" indent="-342900">
              <a:buFont typeface="Wingdings" panose="05000000000000000000" pitchFamily="2" charset="2"/>
              <a:buChar char="ü"/>
            </a:pPr>
            <a:r>
              <a:rPr lang="en-US" altLang="en-US" sz="2400" dirty="0"/>
              <a:t>Proportional to the area of the plates (A)</a:t>
            </a:r>
          </a:p>
          <a:p>
            <a:pPr marL="342900" lvl="1" indent="-342900">
              <a:buFont typeface="Wingdings" panose="05000000000000000000" pitchFamily="2" charset="2"/>
              <a:buChar char="ü"/>
            </a:pPr>
            <a:r>
              <a:rPr lang="en-US" altLang="en-US" sz="2400" dirty="0"/>
              <a:t>Inversely proportional to the space between them (d)</a:t>
            </a:r>
          </a:p>
          <a:p>
            <a:pPr marL="342900" lvl="1" indent="-342900">
              <a:buFont typeface="Wingdings" panose="05000000000000000000" pitchFamily="2" charset="2"/>
              <a:buChar char="ü"/>
            </a:pPr>
            <a:r>
              <a:rPr lang="en-US" altLang="en-US" sz="2400" dirty="0">
                <a:sym typeface="Symbol" pitchFamily="18" charset="2"/>
              </a:rPr>
              <a:t> is the permittivity of the dielectric</a:t>
            </a:r>
            <a:endParaRPr lang="en-US"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fontAlgn="auto" hangingPunct="1">
              <a:spcAft>
                <a:spcPts val="0"/>
              </a:spcAft>
              <a:defRPr/>
            </a:pPr>
            <a:r>
              <a:rPr lang="en-US" altLang="en-US" dirty="0"/>
              <a:t>Capacitors</a:t>
            </a:r>
          </a:p>
        </p:txBody>
      </p:sp>
      <mc:AlternateContent xmlns:mc="http://schemas.openxmlformats.org/markup-compatibility/2006" xmlns:a14="http://schemas.microsoft.com/office/drawing/2010/main">
        <mc:Choice Requires="a14">
          <p:sp>
            <p:nvSpPr>
              <p:cNvPr id="29699" name="Content Placeholder 2"/>
              <p:cNvSpPr>
                <a:spLocks noGrp="1"/>
              </p:cNvSpPr>
              <p:nvPr>
                <p:ph idx="1"/>
              </p:nvPr>
            </p:nvSpPr>
            <p:spPr>
              <a:xfrm>
                <a:off x="838200" y="1690688"/>
                <a:ext cx="10515600" cy="4486275"/>
              </a:xfrm>
            </p:spPr>
            <p:txBody>
              <a:bodyPr/>
              <a:lstStyle/>
              <a:p>
                <a:pPr algn="just">
                  <a:lnSpc>
                    <a:spcPct val="100000"/>
                  </a:lnSpc>
                </a:pPr>
                <a:r>
                  <a:rPr lang="en-US" altLang="zh-CN" dirty="0"/>
                  <a:t>The capacitance is described by the dielectric material it is made of and by whether it is of fixed or variable type. Below shows the circuit symbols for fixed and variable capacitors. </a:t>
                </a:r>
              </a:p>
              <a:p>
                <a:pPr algn="just">
                  <a:lnSpc>
                    <a:spcPct val="100000"/>
                  </a:lnSpc>
                </a:pPr>
                <a:endParaRPr lang="en-US" altLang="zh-CN" dirty="0"/>
              </a:p>
              <a:p>
                <a:pPr algn="just">
                  <a:lnSpc>
                    <a:spcPct val="100000"/>
                  </a:lnSpc>
                </a:pPr>
                <a:endParaRPr lang="en-US" altLang="zh-CN" dirty="0"/>
              </a:p>
              <a:p>
                <a:pPr algn="just">
                  <a:lnSpc>
                    <a:spcPct val="100000"/>
                  </a:lnSpc>
                </a:pPr>
                <a:endParaRPr lang="en-US" altLang="zh-CN" dirty="0"/>
              </a:p>
              <a:p>
                <a:pPr algn="just">
                  <a:lnSpc>
                    <a:spcPct val="100000"/>
                  </a:lnSpc>
                </a:pPr>
                <a:r>
                  <a:rPr lang="en-US" altLang="zh-CN" dirty="0"/>
                  <a:t>Note that according to the </a:t>
                </a:r>
                <a:r>
                  <a:rPr lang="en-US" altLang="zh-CN" i="1" u="sng" dirty="0">
                    <a:solidFill>
                      <a:srgbClr val="FF0000"/>
                    </a:solidFill>
                  </a:rPr>
                  <a:t>passive sign convention</a:t>
                </a:r>
                <a:r>
                  <a:rPr lang="en-US" altLang="zh-CN" dirty="0"/>
                  <a:t>, if </a:t>
                </a:r>
                <a14:m>
                  <m:oMath xmlns:m="http://schemas.openxmlformats.org/officeDocument/2006/math">
                    <m:r>
                      <a:rPr lang="en-US" altLang="zh-CN" b="0" i="1" smtClean="0">
                        <a:latin typeface="Cambria Math" panose="02040503050406030204" pitchFamily="18" charset="0"/>
                      </a:rPr>
                      <m:t>𝑣</m:t>
                    </m:r>
                    <m:r>
                      <a:rPr lang="en-US" altLang="zh-CN" b="0" i="1" smtClean="0">
                        <a:latin typeface="Cambria Math" panose="02040503050406030204" pitchFamily="18" charset="0"/>
                      </a:rPr>
                      <m:t>&gt;0</m:t>
                    </m:r>
                  </m:oMath>
                </a14:m>
                <a:r>
                  <a:rPr lang="en-US" altLang="zh-CN" dirty="0"/>
                  <a:t> and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&gt;0</m:t>
                    </m:r>
                  </m:oMath>
                </a14:m>
                <a:r>
                  <a:rPr lang="en-US" altLang="zh-CN" dirty="0"/>
                  <a:t> or if </a:t>
                </a:r>
                <a14:m>
                  <m:oMath xmlns:m="http://schemas.openxmlformats.org/officeDocument/2006/math">
                    <m:r>
                      <a:rPr lang="en-US" altLang="zh-CN" b="0" i="1" smtClean="0">
                        <a:latin typeface="Cambria Math" panose="02040503050406030204" pitchFamily="18" charset="0"/>
                      </a:rPr>
                      <m:t>𝑣</m:t>
                    </m:r>
                    <m:r>
                      <a:rPr lang="en-US" altLang="zh-CN" b="0" i="1" smtClean="0">
                        <a:latin typeface="Cambria Math" panose="02040503050406030204" pitchFamily="18" charset="0"/>
                      </a:rPr>
                      <m:t>&lt;0</m:t>
                    </m:r>
                  </m:oMath>
                </a14:m>
                <a:r>
                  <a:rPr lang="en-US" altLang="zh-CN" dirty="0"/>
                  <a:t> and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rPr>
                      <m:t>&lt;0</m:t>
                    </m:r>
                  </m:oMath>
                </a14:m>
                <a:r>
                  <a:rPr lang="en-US" altLang="zh-CN" dirty="0"/>
                  <a:t>, the capacitor is being charged; if </a:t>
                </a:r>
                <a14:m>
                  <m:oMath xmlns:m="http://schemas.openxmlformats.org/officeDocument/2006/math">
                    <m:r>
                      <a:rPr lang="en-US" altLang="zh-CN" b="0" i="1" smtClean="0">
                        <a:latin typeface="Cambria Math" panose="02040503050406030204" pitchFamily="18" charset="0"/>
                      </a:rPr>
                      <m:t>𝑖</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𝑣</m:t>
                    </m:r>
                    <m:r>
                      <a:rPr lang="en-US" altLang="zh-CN" b="0" i="1" smtClean="0">
                        <a:latin typeface="Cambria Math" panose="02040503050406030204" pitchFamily="18" charset="0"/>
                        <a:ea typeface="Cambria Math" panose="02040503050406030204" pitchFamily="18" charset="0"/>
                      </a:rPr>
                      <m:t>&lt;0</m:t>
                    </m:r>
                  </m:oMath>
                </a14:m>
                <a:r>
                  <a:rPr lang="en-US" altLang="zh-CN" dirty="0"/>
                  <a:t> the capacitor is discharging.</a:t>
                </a:r>
                <a:endParaRPr lang="en-US" altLang="en-US" sz="2400" dirty="0"/>
              </a:p>
            </p:txBody>
          </p:sp>
        </mc:Choice>
        <mc:Fallback xmlns="">
          <p:sp>
            <p:nvSpPr>
              <p:cNvPr id="29699" name="Content Placeholder 2"/>
              <p:cNvSpPr>
                <a:spLocks noGrp="1" noRot="1" noChangeAspect="1" noMove="1" noResize="1" noEditPoints="1" noAdjustHandles="1" noChangeArrowheads="1" noChangeShapeType="1" noTextEdit="1"/>
              </p:cNvSpPr>
              <p:nvPr>
                <p:ph idx="1"/>
              </p:nvPr>
            </p:nvSpPr>
            <p:spPr>
              <a:xfrm>
                <a:off x="838200" y="1690688"/>
                <a:ext cx="10515600" cy="4486275"/>
              </a:xfrm>
              <a:blipFill>
                <a:blip r:embed="rId3"/>
                <a:stretch>
                  <a:fillRect l="-1043" t="-1359" r="-1159" b="-2853"/>
                </a:stretch>
              </a:blipFill>
            </p:spPr>
            <p:txBody>
              <a:bodyPr/>
              <a:lstStyle/>
              <a:p>
                <a:r>
                  <a:rPr lang="zh-CN" altLang="en-US">
                    <a:noFill/>
                  </a:rPr>
                  <a:t> </a:t>
                </a:r>
              </a:p>
            </p:txBody>
          </p:sp>
        </mc:Fallback>
      </mc:AlternateContent>
      <p:pic>
        <p:nvPicPr>
          <p:cNvPr id="29701" name="Picture 5" descr="C:\Users\Joel\Documents\Teaching\McGraw Hill\Fundamentals of Electric Circuits 5e\figures\CH06\Color Labeled\ale80571_06_003.jpg"/>
          <p:cNvPicPr>
            <a:picLocks noChangeAspect="1" noChangeArrowheads="1"/>
          </p:cNvPicPr>
          <p:nvPr/>
        </p:nvPicPr>
        <p:blipFill>
          <a:blip r:embed="rId4" cstate="print"/>
          <a:srcRect/>
          <a:stretch>
            <a:fillRect/>
          </a:stretch>
        </p:blipFill>
        <p:spPr bwMode="auto">
          <a:xfrm>
            <a:off x="3416690" y="3104755"/>
            <a:ext cx="5795547" cy="1763939"/>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a:t>
            </a:fld>
            <a:endParaRPr lang="en-US" altLang="zh-CN" dirty="0">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1159720C-BC14-F541-A266-82CCFE9FCC5E}"/>
              </a:ext>
            </a:extLst>
          </p:cNvPr>
          <p:cNvSpPr/>
          <p:nvPr/>
        </p:nvSpPr>
        <p:spPr>
          <a:xfrm>
            <a:off x="5138250" y="3739487"/>
            <a:ext cx="2518143" cy="102358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solidFill>
                <a:schemeClr val="tx1"/>
              </a:solidFill>
            </a:endParaRPr>
          </a:p>
        </p:txBody>
      </p:sp>
      <p:sp>
        <p:nvSpPr>
          <p:cNvPr id="14" name="Rectangle 13"/>
          <p:cNvSpPr/>
          <p:nvPr/>
        </p:nvSpPr>
        <p:spPr>
          <a:xfrm>
            <a:off x="6797702" y="5934257"/>
            <a:ext cx="5295039" cy="646331"/>
          </a:xfrm>
          <a:prstGeom prst="rect">
            <a:avLst/>
          </a:prstGeom>
        </p:spPr>
        <p:txBody>
          <a:bodyPr wrap="square">
            <a:spAutoFit/>
          </a:bodyPr>
          <a:lstStyle/>
          <a:p>
            <a:r>
              <a:rPr lang="en-US" altLang="en-US" i="1" dirty="0">
                <a:solidFill>
                  <a:srgbClr val="FF0000"/>
                </a:solidFill>
              </a:rPr>
              <a:t>The voltage at time t depends on the initial voltage at t</a:t>
            </a:r>
            <a:r>
              <a:rPr lang="en-US" altLang="en-US" i="1" baseline="-25000" dirty="0">
                <a:solidFill>
                  <a:srgbClr val="FF0000"/>
                </a:solidFill>
              </a:rPr>
              <a:t>0, </a:t>
            </a:r>
            <a:r>
              <a:rPr lang="en-US" altLang="zh-CN" i="1" dirty="0">
                <a:solidFill>
                  <a:srgbClr val="FF0000"/>
                </a:solidFill>
              </a:rPr>
              <a:t>This shows that the capacitor has a memory.</a:t>
            </a:r>
            <a:endParaRPr lang="zh-CN" altLang="en-US" i="1" dirty="0">
              <a:solidFill>
                <a:srgbClr val="FF0000"/>
              </a:solidFill>
            </a:endParaRPr>
          </a:p>
        </p:txBody>
      </p:sp>
      <p:sp>
        <p:nvSpPr>
          <p:cNvPr id="3075" name="Title 1"/>
          <p:cNvSpPr>
            <a:spLocks noGrp="1"/>
          </p:cNvSpPr>
          <p:nvPr>
            <p:ph type="title"/>
          </p:nvPr>
        </p:nvSpPr>
        <p:spPr/>
        <p:txBody>
          <a:bodyPr/>
          <a:lstStyle/>
          <a:p>
            <a:pPr eaLnBrk="1" fontAlgn="auto" hangingPunct="1">
              <a:spcAft>
                <a:spcPts val="0"/>
              </a:spcAft>
              <a:defRPr/>
            </a:pPr>
            <a:r>
              <a:rPr lang="en-US" altLang="en-US" dirty="0"/>
              <a:t>Current-Voltage Relationship</a:t>
            </a:r>
          </a:p>
        </p:txBody>
      </p:sp>
      <p:sp>
        <p:nvSpPr>
          <p:cNvPr id="3076" name="Content Placeholder 2"/>
          <p:cNvSpPr>
            <a:spLocks noGrp="1"/>
          </p:cNvSpPr>
          <p:nvPr>
            <p:ph idx="1"/>
          </p:nvPr>
        </p:nvSpPr>
        <p:spPr>
          <a:xfrm>
            <a:off x="838200" y="1791301"/>
            <a:ext cx="10274559" cy="4625975"/>
          </a:xfrm>
        </p:spPr>
        <p:txBody>
          <a:bodyPr/>
          <a:lstStyle/>
          <a:p>
            <a:pPr eaLnBrk="1" hangingPunct="1"/>
            <a:r>
              <a:rPr lang="en-US" altLang="en-US" sz="2800" dirty="0"/>
              <a:t>Using the formula for the charge stored in a capacitor, we can find the current-voltage relationship</a:t>
            </a:r>
          </a:p>
          <a:p>
            <a:pPr eaLnBrk="1" hangingPunct="1"/>
            <a:r>
              <a:rPr lang="en-US" altLang="en-US" dirty="0"/>
              <a:t>Recall that </a:t>
            </a:r>
            <a:r>
              <a:rPr lang="en-US" altLang="en-US" i="1" dirty="0"/>
              <a:t>q = C v</a:t>
            </a:r>
            <a:endParaRPr lang="en-US" altLang="en-US" dirty="0"/>
          </a:p>
          <a:p>
            <a:pPr marL="0" indent="0" eaLnBrk="1" hangingPunct="1">
              <a:buNone/>
            </a:pPr>
            <a:r>
              <a:rPr lang="en-US" altLang="en-US" sz="2800" dirty="0"/>
              <a:t>   Take the first derivative with respect to time gives:</a:t>
            </a:r>
          </a:p>
          <a:p>
            <a:pPr eaLnBrk="1" hangingPunct="1"/>
            <a:endParaRPr lang="en-US" altLang="en-US" sz="2800" dirty="0"/>
          </a:p>
          <a:p>
            <a:pPr eaLnBrk="1" hangingPunct="1"/>
            <a:endParaRPr lang="en-US" altLang="en-US" sz="2800"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a:t>
            </a:fld>
            <a:endParaRPr lang="en-US" altLang="zh-CN" dirty="0">
              <a:ea typeface="黑体" panose="02010609060101010101" pitchFamily="49" charset="-122"/>
            </a:endParaRPr>
          </a:p>
        </p:txBody>
      </p:sp>
      <p:pic>
        <p:nvPicPr>
          <p:cNvPr id="4" name="Picture 3"/>
          <p:cNvPicPr>
            <a:picLocks noChangeAspect="1"/>
          </p:cNvPicPr>
          <p:nvPr/>
        </p:nvPicPr>
        <p:blipFill>
          <a:blip r:embed="rId3"/>
          <a:stretch>
            <a:fillRect/>
          </a:stretch>
        </p:blipFill>
        <p:spPr>
          <a:xfrm>
            <a:off x="8382556" y="3655812"/>
            <a:ext cx="2415449" cy="1060017"/>
          </a:xfrm>
          <a:prstGeom prst="rect">
            <a:avLst/>
          </a:prstGeom>
        </p:spPr>
      </p:pic>
      <p:sp>
        <p:nvSpPr>
          <p:cNvPr id="5" name="Rectangle 4"/>
          <p:cNvSpPr/>
          <p:nvPr/>
        </p:nvSpPr>
        <p:spPr>
          <a:xfrm>
            <a:off x="11103" y="6417276"/>
            <a:ext cx="4226855" cy="369332"/>
          </a:xfrm>
          <a:prstGeom prst="rect">
            <a:avLst/>
          </a:prstGeom>
        </p:spPr>
        <p:txBody>
          <a:bodyPr wrap="square">
            <a:spAutoFit/>
          </a:bodyPr>
          <a:lstStyle/>
          <a:p>
            <a:pPr algn="ctr"/>
            <a:r>
              <a:rPr lang="en-US" altLang="en-US" i="1" dirty="0"/>
              <a:t>This assumes the passive sign convention</a:t>
            </a:r>
          </a:p>
        </p:txBody>
      </p:sp>
      <p:graphicFrame>
        <p:nvGraphicFramePr>
          <p:cNvPr id="11" name="Object 5"/>
          <p:cNvGraphicFramePr>
            <a:graphicFrameLocks noChangeAspect="1"/>
          </p:cNvGraphicFramePr>
          <p:nvPr>
            <p:extLst>
              <p:ext uri="{D42A27DB-BD31-4B8C-83A1-F6EECF244321}">
                <p14:modId xmlns:p14="http://schemas.microsoft.com/office/powerpoint/2010/main" val="2197546109"/>
              </p:ext>
            </p:extLst>
          </p:nvPr>
        </p:nvGraphicFramePr>
        <p:xfrm>
          <a:off x="4237958" y="5177397"/>
          <a:ext cx="3539726" cy="855810"/>
        </p:xfrm>
        <a:graphic>
          <a:graphicData uri="http://schemas.openxmlformats.org/presentationml/2006/ole">
            <mc:AlternateContent xmlns:mc="http://schemas.openxmlformats.org/markup-compatibility/2006">
              <mc:Choice xmlns:v="urn:schemas-microsoft-com:vml" Requires="v">
                <p:oleObj name="Equation" r:id="rId4" imgW="1536033" imgH="495085" progId="Equation.DSMT4">
                  <p:embed/>
                </p:oleObj>
              </mc:Choice>
              <mc:Fallback>
                <p:oleObj name="Equation" r:id="rId4" imgW="1536033" imgH="495085" progId="Equation.DSMT4">
                  <p:embed/>
                  <p:pic>
                    <p:nvPicPr>
                      <p:cNvPr id="11"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37958" y="5177397"/>
                        <a:ext cx="3539726" cy="855810"/>
                      </a:xfrm>
                      <a:prstGeom prst="rect">
                        <a:avLst/>
                      </a:prstGeom>
                      <a:noFill/>
                    </p:spPr>
                  </p:pic>
                </p:oleObj>
              </mc:Fallback>
            </mc:AlternateContent>
          </a:graphicData>
        </a:graphic>
      </p:graphicFrame>
      <p:sp>
        <p:nvSpPr>
          <p:cNvPr id="6" name="Rectangle 5"/>
          <p:cNvSpPr/>
          <p:nvPr/>
        </p:nvSpPr>
        <p:spPr>
          <a:xfrm>
            <a:off x="4060897" y="4686959"/>
            <a:ext cx="5659755" cy="461665"/>
          </a:xfrm>
          <a:prstGeom prst="rect">
            <a:avLst/>
          </a:prstGeom>
        </p:spPr>
        <p:txBody>
          <a:bodyPr wrap="none">
            <a:spAutoFit/>
          </a:bodyPr>
          <a:lstStyle/>
          <a:p>
            <a:r>
              <a:rPr lang="en-US" altLang="en-US" sz="2400" dirty="0"/>
              <a:t>Similarly, the voltage current relationship is:</a:t>
            </a:r>
          </a:p>
        </p:txBody>
      </p:sp>
      <p:sp>
        <p:nvSpPr>
          <p:cNvPr id="7" name="Rectangle 6"/>
          <p:cNvSpPr/>
          <p:nvPr/>
        </p:nvSpPr>
        <p:spPr>
          <a:xfrm>
            <a:off x="6969967" y="5249237"/>
            <a:ext cx="765111" cy="6150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Picture 8"/>
          <p:cNvPicPr>
            <a:picLocks noChangeAspect="1"/>
          </p:cNvPicPr>
          <p:nvPr/>
        </p:nvPicPr>
        <p:blipFill>
          <a:blip r:embed="rId6">
            <a:clrChange>
              <a:clrFrom>
                <a:srgbClr val="FFFFFF"/>
              </a:clrFrom>
              <a:clrTo>
                <a:srgbClr val="FFFFFF">
                  <a:alpha val="0"/>
                </a:srgbClr>
              </a:clrTo>
            </a:clrChange>
          </a:blip>
          <a:stretch>
            <a:fillRect/>
          </a:stretch>
        </p:blipFill>
        <p:spPr>
          <a:xfrm>
            <a:off x="409060" y="3890626"/>
            <a:ext cx="3410796" cy="2648286"/>
          </a:xfrm>
          <a:prstGeom prst="rect">
            <a:avLst/>
          </a:prstGeom>
        </p:spPr>
      </p:pic>
      <p:pic>
        <p:nvPicPr>
          <p:cNvPr id="2" name="Picture 1">
            <a:extLst>
              <a:ext uri="{FF2B5EF4-FFF2-40B4-BE49-F238E27FC236}">
                <a16:creationId xmlns:a16="http://schemas.microsoft.com/office/drawing/2014/main" id="{416422E5-645C-4245-9911-2F2A92C16603}"/>
              </a:ext>
            </a:extLst>
          </p:cNvPr>
          <p:cNvPicPr>
            <a:picLocks noChangeAspect="1"/>
          </p:cNvPicPr>
          <p:nvPr/>
        </p:nvPicPr>
        <p:blipFill>
          <a:blip r:embed="rId7"/>
          <a:stretch>
            <a:fillRect/>
          </a:stretch>
        </p:blipFill>
        <p:spPr>
          <a:xfrm>
            <a:off x="5475216" y="3826206"/>
            <a:ext cx="1403256" cy="809571"/>
          </a:xfrm>
          <a:prstGeom prst="rect">
            <a:avLst/>
          </a:prstGeom>
        </p:spPr>
      </p:pic>
      <p:sp>
        <p:nvSpPr>
          <p:cNvPr id="8" name="TextBox 7">
            <a:extLst>
              <a:ext uri="{FF2B5EF4-FFF2-40B4-BE49-F238E27FC236}">
                <a16:creationId xmlns:a16="http://schemas.microsoft.com/office/drawing/2014/main" id="{697187F1-9D7C-CA4D-A80F-5814CEB01F4E}"/>
              </a:ext>
            </a:extLst>
          </p:cNvPr>
          <p:cNvSpPr txBox="1"/>
          <p:nvPr/>
        </p:nvSpPr>
        <p:spPr>
          <a:xfrm>
            <a:off x="8706361" y="2899851"/>
            <a:ext cx="3129577" cy="646331"/>
          </a:xfrm>
          <a:prstGeom prst="rect">
            <a:avLst/>
          </a:prstGeom>
          <a:noFill/>
        </p:spPr>
        <p:txBody>
          <a:bodyPr wrap="square" rtlCol="0">
            <a:spAutoFit/>
          </a:bodyPr>
          <a:lstStyle/>
          <a:p>
            <a:r>
              <a:rPr lang="en-CN" dirty="0">
                <a:solidFill>
                  <a:srgbClr val="C00000"/>
                </a:solidFill>
              </a:rPr>
              <a:t>Pay attention to the polarity and the current direction!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Title 1"/>
          <p:cNvSpPr>
            <a:spLocks noGrp="1"/>
          </p:cNvSpPr>
          <p:nvPr>
            <p:ph type="title"/>
          </p:nvPr>
        </p:nvSpPr>
        <p:spPr/>
        <p:txBody>
          <a:bodyPr/>
          <a:lstStyle/>
          <a:p>
            <a:pPr eaLnBrk="1" fontAlgn="auto" hangingPunct="1">
              <a:spcAft>
                <a:spcPts val="0"/>
              </a:spcAft>
              <a:defRPr/>
            </a:pPr>
            <a:r>
              <a:rPr lang="en-US" altLang="en-US" dirty="0"/>
              <a:t>Power and Stored Energy</a:t>
            </a:r>
          </a:p>
        </p:txBody>
      </p:sp>
      <p:sp>
        <p:nvSpPr>
          <p:cNvPr id="4103" name="Content Placeholder 2"/>
          <p:cNvSpPr>
            <a:spLocks noGrp="1"/>
          </p:cNvSpPr>
          <p:nvPr>
            <p:ph idx="1"/>
          </p:nvPr>
        </p:nvSpPr>
        <p:spPr/>
        <p:txBody>
          <a:bodyPr>
            <a:normAutofit/>
          </a:bodyPr>
          <a:lstStyle/>
          <a:p>
            <a:pPr eaLnBrk="1" hangingPunct="1"/>
            <a:r>
              <a:rPr lang="en-US" altLang="en-US" sz="3200" dirty="0"/>
              <a:t>The </a:t>
            </a:r>
            <a:r>
              <a:rPr lang="en-US" altLang="en-US" sz="3200" i="1" u="sng" dirty="0"/>
              <a:t>instantaneous</a:t>
            </a:r>
            <a:r>
              <a:rPr lang="en-US" altLang="en-US" sz="3200" dirty="0"/>
              <a:t> power delivered to the capacitor is </a:t>
            </a:r>
          </a:p>
          <a:p>
            <a:pPr eaLnBrk="1" hangingPunct="1"/>
            <a:endParaRPr lang="en-US" altLang="en-US" sz="2400" dirty="0"/>
          </a:p>
          <a:p>
            <a:pPr marL="0" indent="0" eaLnBrk="1" hangingPunct="1">
              <a:buNone/>
            </a:pPr>
            <a:endParaRPr lang="en-US" altLang="en-US" sz="2400" dirty="0"/>
          </a:p>
          <a:p>
            <a:pPr eaLnBrk="1" hangingPunct="1"/>
            <a:endParaRPr lang="en-US" altLang="en-US" sz="2400" dirty="0"/>
          </a:p>
          <a:p>
            <a:pPr eaLnBrk="1" hangingPunct="1"/>
            <a:r>
              <a:rPr lang="en-US" altLang="en-US" sz="3200" dirty="0"/>
              <a:t>Therefore, the energy stored in a capacitor is:</a:t>
            </a:r>
          </a:p>
        </p:txBody>
      </p:sp>
      <p:graphicFrame>
        <p:nvGraphicFramePr>
          <p:cNvPr id="4100" name="Object 7"/>
          <p:cNvGraphicFramePr>
            <a:graphicFrameLocks noChangeAspect="1"/>
          </p:cNvGraphicFramePr>
          <p:nvPr>
            <p:extLst>
              <p:ext uri="{D42A27DB-BD31-4B8C-83A1-F6EECF244321}">
                <p14:modId xmlns:p14="http://schemas.microsoft.com/office/powerpoint/2010/main" val="3141893450"/>
              </p:ext>
            </p:extLst>
          </p:nvPr>
        </p:nvGraphicFramePr>
        <p:xfrm>
          <a:off x="4440836" y="4495812"/>
          <a:ext cx="3307491" cy="1022477"/>
        </p:xfrm>
        <a:graphic>
          <a:graphicData uri="http://schemas.openxmlformats.org/presentationml/2006/ole">
            <mc:AlternateContent xmlns:mc="http://schemas.openxmlformats.org/markup-compatibility/2006">
              <mc:Choice xmlns:v="urn:schemas-microsoft-com:vml" Requires="v">
                <p:oleObj name="Equation" r:id="rId3" imgW="1016000" imgH="419100" progId="Equation.DSMT4">
                  <p:embed/>
                </p:oleObj>
              </mc:Choice>
              <mc:Fallback>
                <p:oleObj name="Equation" r:id="rId3" imgW="1016000" imgH="419100" progId="Equation.DSMT4">
                  <p:embed/>
                  <p:pic>
                    <p:nvPicPr>
                      <p:cNvPr id="410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40836" y="4495812"/>
                        <a:ext cx="3307491" cy="1022477"/>
                      </a:xfrm>
                      <a:prstGeom prst="rect">
                        <a:avLst/>
                      </a:prstGeom>
                      <a:noFill/>
                    </p:spPr>
                  </p:pic>
                </p:oleObj>
              </mc:Fallback>
            </mc:AlternateContent>
          </a:graphicData>
        </a:graphic>
      </p:graphicFrame>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7</a:t>
            </a:fld>
            <a:endParaRPr lang="en-US" altLang="zh-CN" dirty="0">
              <a:ea typeface="黑体" panose="02010609060101010101" pitchFamily="49" charset="-122"/>
            </a:endParaRPr>
          </a:p>
        </p:txBody>
      </p:sp>
      <p:pic>
        <p:nvPicPr>
          <p:cNvPr id="2" name="Picture 1"/>
          <p:cNvPicPr>
            <a:picLocks noChangeAspect="1"/>
          </p:cNvPicPr>
          <p:nvPr/>
        </p:nvPicPr>
        <p:blipFill>
          <a:blip r:embed="rId5"/>
          <a:stretch>
            <a:fillRect/>
          </a:stretch>
        </p:blipFill>
        <p:spPr>
          <a:xfrm>
            <a:off x="4042880" y="2536166"/>
            <a:ext cx="4103405" cy="10713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91874" y="3731763"/>
            <a:ext cx="10261926" cy="980388"/>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3"/>
          <p:cNvSpPr/>
          <p:nvPr/>
        </p:nvSpPr>
        <p:spPr>
          <a:xfrm>
            <a:off x="1091874" y="2136678"/>
            <a:ext cx="7915647" cy="517511"/>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578" name="Title 1"/>
          <p:cNvSpPr>
            <a:spLocks noGrp="1"/>
          </p:cNvSpPr>
          <p:nvPr>
            <p:ph type="title"/>
          </p:nvPr>
        </p:nvSpPr>
        <p:spPr/>
        <p:txBody>
          <a:bodyPr/>
          <a:lstStyle/>
          <a:p>
            <a:pPr eaLnBrk="1" fontAlgn="auto" hangingPunct="1">
              <a:spcAft>
                <a:spcPts val="0"/>
              </a:spcAft>
              <a:defRPr/>
            </a:pPr>
            <a:r>
              <a:rPr lang="en-US" altLang="en-US" dirty="0"/>
              <a:t>Properties of Capacitors</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8</a:t>
            </a:fld>
            <a:endParaRPr lang="en-US" altLang="zh-CN" dirty="0">
              <a:ea typeface="黑体" panose="02010609060101010101" pitchFamily="49" charset="-122"/>
            </a:endParaRPr>
          </a:p>
        </p:txBody>
      </p:sp>
      <p:sp>
        <p:nvSpPr>
          <p:cNvPr id="31747" name="Content Placeholder 2"/>
          <p:cNvSpPr>
            <a:spLocks noGrp="1"/>
          </p:cNvSpPr>
          <p:nvPr>
            <p:ph idx="1"/>
          </p:nvPr>
        </p:nvSpPr>
        <p:spPr>
          <a:xfrm>
            <a:off x="838199" y="1690688"/>
            <a:ext cx="10515601" cy="4851514"/>
          </a:xfrm>
        </p:spPr>
        <p:txBody>
          <a:bodyPr>
            <a:noAutofit/>
          </a:bodyPr>
          <a:lstStyle/>
          <a:p>
            <a:pPr marL="0" indent="0" algn="just" eaLnBrk="1" hangingPunct="1">
              <a:buNone/>
            </a:pPr>
            <a:r>
              <a:rPr lang="en-US" altLang="en-US" dirty="0"/>
              <a:t>Ideal capacitors all have these characteristics:</a:t>
            </a:r>
          </a:p>
          <a:p>
            <a:pPr algn="just"/>
            <a:r>
              <a:rPr lang="en-US" altLang="zh-CN" dirty="0"/>
              <a:t>At the steady state, a capacitor is an open circuit.</a:t>
            </a:r>
            <a:endParaRPr lang="en-US" altLang="en-US" dirty="0"/>
          </a:p>
          <a:p>
            <a:pPr lvl="1" algn="just">
              <a:lnSpc>
                <a:spcPct val="100000"/>
              </a:lnSpc>
            </a:pPr>
            <a:r>
              <a:rPr lang="en-US" altLang="en-US" i="1" dirty="0"/>
              <a:t>When the voltage is not changing, the current through the capacitor is zero.</a:t>
            </a:r>
            <a:r>
              <a:rPr lang="en-US" altLang="en-US" dirty="0"/>
              <a:t> </a:t>
            </a:r>
            <a:r>
              <a:rPr lang="en-US" altLang="en-US" i="1" dirty="0"/>
              <a:t>This means that with DC applied, eventually no current will flow </a:t>
            </a:r>
          </a:p>
          <a:p>
            <a:pPr lvl="1" algn="just">
              <a:lnSpc>
                <a:spcPct val="100000"/>
              </a:lnSpc>
            </a:pPr>
            <a:endParaRPr lang="en-US" altLang="en-US" sz="1200" i="1" dirty="0"/>
          </a:p>
          <a:p>
            <a:pPr algn="just">
              <a:lnSpc>
                <a:spcPct val="100000"/>
              </a:lnSpc>
            </a:pPr>
            <a:r>
              <a:rPr lang="en-US" altLang="en-US" dirty="0"/>
              <a:t>The voltage on a capacitor cannot change abruptly. </a:t>
            </a:r>
            <a:r>
              <a:rPr lang="en-US" altLang="en-US" u="sng" dirty="0"/>
              <a:t>Voltage across a capacitor must be continuous</a:t>
            </a:r>
            <a:r>
              <a:rPr lang="en-US" altLang="en-US" dirty="0"/>
              <a:t>. </a:t>
            </a:r>
          </a:p>
          <a:p>
            <a:pPr lvl="1" algn="just">
              <a:lnSpc>
                <a:spcPct val="100000"/>
              </a:lnSpc>
            </a:pPr>
            <a:r>
              <a:rPr lang="en-US" altLang="en-US" i="1" dirty="0"/>
              <a:t>An abrupt change in voltage would require an infinite current!</a:t>
            </a:r>
          </a:p>
          <a:p>
            <a:pPr lvl="1" algn="just">
              <a:lnSpc>
                <a:spcPct val="100000"/>
              </a:lnSpc>
            </a:pPr>
            <a:r>
              <a:rPr lang="en-US" altLang="en-US" i="1" dirty="0"/>
              <a:t>If the voltage on the capacitor does not equal the applied voltage, charge will flow and the voltage will finally reach the applied voltage (transient current charging).</a:t>
            </a:r>
          </a:p>
          <a:p>
            <a:pPr lvl="1" algn="just">
              <a:lnSpc>
                <a:spcPct val="100000"/>
              </a:lnSpc>
            </a:pPr>
            <a:r>
              <a:rPr lang="en-US" altLang="en-US" i="1" dirty="0"/>
              <a:t>Conversely, </a:t>
            </a:r>
            <a:r>
              <a:rPr lang="en-US" altLang="en-US" i="1" u="sng" dirty="0"/>
              <a:t>the current through a capacitor can change instantaneously</a:t>
            </a:r>
            <a:r>
              <a:rPr lang="en-US" altLang="en-US" i="1" dirty="0"/>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866663F-A384-BB4D-B83A-2517C19B7E4E}"/>
                  </a:ext>
                </a:extLst>
              </p14:cNvPr>
              <p14:cNvContentPartPr/>
              <p14:nvPr/>
            </p14:nvContentPartPr>
            <p14:xfrm>
              <a:off x="2100380" y="2631143"/>
              <a:ext cx="1560600" cy="13320"/>
            </p14:xfrm>
          </p:contentPart>
        </mc:Choice>
        <mc:Fallback xmlns="">
          <p:pic>
            <p:nvPicPr>
              <p:cNvPr id="5" name="Ink 4">
                <a:extLst>
                  <a:ext uri="{FF2B5EF4-FFF2-40B4-BE49-F238E27FC236}">
                    <a16:creationId xmlns:a16="http://schemas.microsoft.com/office/drawing/2014/main" id="{9866663F-A384-BB4D-B83A-2517C19B7E4E}"/>
                  </a:ext>
                </a:extLst>
              </p:cNvPr>
              <p:cNvPicPr/>
              <p:nvPr/>
            </p:nvPicPr>
            <p:blipFill>
              <a:blip r:embed="rId4"/>
              <a:stretch>
                <a:fillRect/>
              </a:stretch>
            </p:blipFill>
            <p:spPr>
              <a:xfrm>
                <a:off x="2096060" y="2626823"/>
                <a:ext cx="156924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A4F8B2E9-D3E9-2F46-813B-CAEB36C91A96}"/>
                  </a:ext>
                </a:extLst>
              </p14:cNvPr>
              <p14:cNvContentPartPr/>
              <p14:nvPr/>
            </p14:nvContentPartPr>
            <p14:xfrm>
              <a:off x="2970140" y="3057023"/>
              <a:ext cx="2795040" cy="15840"/>
            </p14:xfrm>
          </p:contentPart>
        </mc:Choice>
        <mc:Fallback xmlns="">
          <p:pic>
            <p:nvPicPr>
              <p:cNvPr id="6" name="Ink 5">
                <a:extLst>
                  <a:ext uri="{FF2B5EF4-FFF2-40B4-BE49-F238E27FC236}">
                    <a16:creationId xmlns:a16="http://schemas.microsoft.com/office/drawing/2014/main" id="{A4F8B2E9-D3E9-2F46-813B-CAEB36C91A96}"/>
                  </a:ext>
                </a:extLst>
              </p:cNvPr>
              <p:cNvPicPr/>
              <p:nvPr/>
            </p:nvPicPr>
            <p:blipFill>
              <a:blip r:embed="rId6"/>
              <a:stretch>
                <a:fillRect/>
              </a:stretch>
            </p:blipFill>
            <p:spPr>
              <a:xfrm>
                <a:off x="2965820" y="3052703"/>
                <a:ext cx="280368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932BEDC0-9F28-4F4F-A637-D00666A74A8C}"/>
                  </a:ext>
                </a:extLst>
              </p14:cNvPr>
              <p14:cNvContentPartPr/>
              <p14:nvPr/>
            </p14:nvContentPartPr>
            <p14:xfrm>
              <a:off x="3585740" y="2651303"/>
              <a:ext cx="119880" cy="147600"/>
            </p14:xfrm>
          </p:contentPart>
        </mc:Choice>
        <mc:Fallback xmlns="">
          <p:pic>
            <p:nvPicPr>
              <p:cNvPr id="7" name="Ink 6">
                <a:extLst>
                  <a:ext uri="{FF2B5EF4-FFF2-40B4-BE49-F238E27FC236}">
                    <a16:creationId xmlns:a16="http://schemas.microsoft.com/office/drawing/2014/main" id="{932BEDC0-9F28-4F4F-A637-D00666A74A8C}"/>
                  </a:ext>
                </a:extLst>
              </p:cNvPr>
              <p:cNvPicPr/>
              <p:nvPr/>
            </p:nvPicPr>
            <p:blipFill>
              <a:blip r:embed="rId8"/>
              <a:stretch>
                <a:fillRect/>
              </a:stretch>
            </p:blipFill>
            <p:spPr>
              <a:xfrm>
                <a:off x="3581420" y="2646983"/>
                <a:ext cx="128520" cy="1562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1130093" y="2733773"/>
            <a:ext cx="10222584" cy="905087"/>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1"/>
          <p:cNvSpPr/>
          <p:nvPr/>
        </p:nvSpPr>
        <p:spPr>
          <a:xfrm>
            <a:off x="1131216" y="1701800"/>
            <a:ext cx="10222584" cy="91885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602" name="Title 1"/>
          <p:cNvSpPr>
            <a:spLocks noGrp="1"/>
          </p:cNvSpPr>
          <p:nvPr>
            <p:ph type="title"/>
          </p:nvPr>
        </p:nvSpPr>
        <p:spPr/>
        <p:txBody>
          <a:bodyPr/>
          <a:lstStyle/>
          <a:p>
            <a:pPr eaLnBrk="1" fontAlgn="auto" hangingPunct="1">
              <a:spcAft>
                <a:spcPts val="0"/>
              </a:spcAft>
              <a:defRPr/>
            </a:pPr>
            <a:r>
              <a:rPr lang="en-US" altLang="en-US" dirty="0"/>
              <a:t>Ideal Capacitors versus Real Capacitors</a:t>
            </a:r>
          </a:p>
        </p:txBody>
      </p:sp>
      <p:sp>
        <p:nvSpPr>
          <p:cNvPr id="32771" name="Content Placeholder 2"/>
          <p:cNvSpPr>
            <a:spLocks noGrp="1"/>
          </p:cNvSpPr>
          <p:nvPr>
            <p:ph idx="1"/>
          </p:nvPr>
        </p:nvSpPr>
        <p:spPr>
          <a:xfrm>
            <a:off x="838200" y="1701800"/>
            <a:ext cx="10515600" cy="4475163"/>
          </a:xfrm>
        </p:spPr>
        <p:txBody>
          <a:bodyPr>
            <a:normAutofit/>
          </a:bodyPr>
          <a:lstStyle/>
          <a:p>
            <a:pPr algn="just" eaLnBrk="1" hangingPunct="1">
              <a:lnSpc>
                <a:spcPct val="100000"/>
              </a:lnSpc>
            </a:pPr>
            <a:r>
              <a:rPr lang="en-US" altLang="en-US" dirty="0"/>
              <a:t>An ideal capacitor does not dissipate energy, meaning stored energy may be retrieved later without loss</a:t>
            </a:r>
          </a:p>
          <a:p>
            <a:pPr algn="just" eaLnBrk="1" hangingPunct="1">
              <a:lnSpc>
                <a:spcPct val="100000"/>
              </a:lnSpc>
            </a:pPr>
            <a:r>
              <a:rPr lang="en-US" altLang="en-US" dirty="0"/>
              <a:t>A real capacitor has a parallel-model leakage resistance, leading to a slow loss of the stored energy internally</a:t>
            </a:r>
          </a:p>
          <a:p>
            <a:pPr lvl="1" algn="just">
              <a:lnSpc>
                <a:spcPct val="100000"/>
              </a:lnSpc>
            </a:pPr>
            <a:r>
              <a:rPr lang="en-US" altLang="en-US" dirty="0"/>
              <a:t>This resistance is typically very high, on the order of 100 M</a:t>
            </a:r>
            <a:r>
              <a:rPr lang="el-GR" altLang="en-US" dirty="0"/>
              <a:t>Ω</a:t>
            </a:r>
            <a:r>
              <a:rPr lang="en-US" altLang="en-US" dirty="0"/>
              <a:t> and thus can be ignored for many circuit applications.</a:t>
            </a:r>
          </a:p>
        </p:txBody>
      </p:sp>
      <p:pic>
        <p:nvPicPr>
          <p:cNvPr id="32773" name="Picture 5" descr="C:\Users\skhark\AppData\Local\Temp\Rar$DI42.373\ale28221_06_08.jpg"/>
          <p:cNvPicPr>
            <a:picLocks noChangeAspect="1" noChangeArrowheads="1"/>
          </p:cNvPicPr>
          <p:nvPr/>
        </p:nvPicPr>
        <p:blipFill rotWithShape="1">
          <a:blip r:embed="rId3" cstate="print"/>
          <a:srcRect t="10670"/>
          <a:stretch/>
        </p:blipFill>
        <p:spPr bwMode="auto">
          <a:xfrm>
            <a:off x="3033037" y="4806197"/>
            <a:ext cx="3208348" cy="1759878"/>
          </a:xfrm>
          <a:prstGeom prst="rect">
            <a:avLst/>
          </a:prstGeom>
          <a:noFill/>
          <a:ln w="9525">
            <a:noFill/>
            <a:miter lim="800000"/>
            <a:headEnd/>
            <a:tailEnd/>
          </a:ln>
        </p:spPr>
      </p:pic>
      <p:sp>
        <p:nvSpPr>
          <p:cNvPr id="32774" name="TextBox 5"/>
          <p:cNvSpPr txBox="1">
            <a:spLocks noChangeArrowheads="1"/>
          </p:cNvSpPr>
          <p:nvPr/>
        </p:nvSpPr>
        <p:spPr bwMode="auto">
          <a:xfrm>
            <a:off x="3759200" y="6096000"/>
            <a:ext cx="3608745" cy="369332"/>
          </a:xfrm>
          <a:prstGeom prst="rect">
            <a:avLst/>
          </a:prstGeom>
          <a:noFill/>
          <a:ln w="9525">
            <a:noFill/>
            <a:miter lim="800000"/>
            <a:headEnd/>
            <a:tailEnd/>
          </a:ln>
        </p:spPr>
        <p:txBody>
          <a:bodyPr wrap="none">
            <a:spAutoFit/>
          </a:bodyPr>
          <a:lstStyle/>
          <a:p>
            <a:r>
              <a:rPr lang="en-US" sz="1800" dirty="0">
                <a:solidFill>
                  <a:schemeClr val="bg1"/>
                </a:solidFill>
                <a:latin typeface="Times New Roman" pitchFamily="18" charset="0"/>
                <a:cs typeface="Times New Roman" pitchFamily="18" charset="0"/>
              </a:rPr>
              <a:t>A more realistic model of a capacitor</a:t>
            </a:r>
          </a:p>
        </p:txBody>
      </p:sp>
      <p:sp>
        <p:nvSpPr>
          <p:cNvPr id="3" name="TextBox 2"/>
          <p:cNvSpPr txBox="1"/>
          <p:nvPr/>
        </p:nvSpPr>
        <p:spPr>
          <a:xfrm>
            <a:off x="6862712" y="5230702"/>
            <a:ext cx="2403835" cy="707886"/>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More realistic model of a capacitor</a:t>
            </a:r>
            <a:endParaRPr lang="en-GB"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9</a:t>
            </a:fld>
            <a:endParaRPr lang="en-US" altLang="zh-CN" dirty="0">
              <a:ea typeface="黑体" panose="02010609060101010101" pitchFamily="49"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1"/>
          <p:cNvSpPr>
            <a:spLocks noGrp="1"/>
          </p:cNvSpPr>
          <p:nvPr>
            <p:ph type="title"/>
          </p:nvPr>
        </p:nvSpPr>
        <p:spPr/>
        <p:txBody>
          <a:bodyPr/>
          <a:lstStyle/>
          <a:p>
            <a:pPr eaLnBrk="1" fontAlgn="auto" hangingPunct="1">
              <a:spcAft>
                <a:spcPts val="0"/>
              </a:spcAft>
              <a:defRPr/>
            </a:pPr>
            <a:r>
              <a:rPr lang="en-US" altLang="en-US" dirty="0"/>
              <a:t>Parallel Capacitors</a:t>
            </a:r>
          </a:p>
        </p:txBody>
      </p:sp>
      <p:sp>
        <p:nvSpPr>
          <p:cNvPr id="6148" name="Content Placeholder 2"/>
          <p:cNvSpPr>
            <a:spLocks noGrp="1"/>
          </p:cNvSpPr>
          <p:nvPr>
            <p:ph idx="1"/>
          </p:nvPr>
        </p:nvSpPr>
        <p:spPr>
          <a:xfrm>
            <a:off x="838200" y="1530221"/>
            <a:ext cx="7316755" cy="5191254"/>
          </a:xfrm>
        </p:spPr>
        <p:txBody>
          <a:bodyPr>
            <a:noAutofit/>
          </a:bodyPr>
          <a:lstStyle/>
          <a:p>
            <a:pPr algn="just" eaLnBrk="1" hangingPunct="1">
              <a:lnSpc>
                <a:spcPct val="100000"/>
              </a:lnSpc>
            </a:pPr>
            <a:r>
              <a:rPr lang="en-US" altLang="en-US" dirty="0"/>
              <a:t>The voltages on all the capacitors are the same</a:t>
            </a:r>
          </a:p>
          <a:p>
            <a:pPr algn="just" eaLnBrk="1" hangingPunct="1">
              <a:lnSpc>
                <a:spcPct val="100000"/>
              </a:lnSpc>
            </a:pPr>
            <a:r>
              <a:rPr lang="en-US" altLang="en-US" dirty="0"/>
              <a:t>Applying KCL:</a:t>
            </a:r>
          </a:p>
          <a:p>
            <a:pPr algn="just" eaLnBrk="1" hangingPunct="1">
              <a:lnSpc>
                <a:spcPct val="100000"/>
              </a:lnSpc>
            </a:pPr>
            <a:endParaRPr lang="en-US" altLang="en-US" dirty="0"/>
          </a:p>
          <a:p>
            <a:pPr algn="just">
              <a:lnSpc>
                <a:spcPct val="100000"/>
              </a:lnSpc>
            </a:pPr>
            <a:r>
              <a:rPr lang="en-US" altLang="en-US" dirty="0"/>
              <a:t>Taking into consideration the current voltage relationship of each capacitor:</a:t>
            </a:r>
          </a:p>
          <a:p>
            <a:pPr algn="just">
              <a:lnSpc>
                <a:spcPct val="100000"/>
              </a:lnSpc>
            </a:pPr>
            <a:endParaRPr lang="en-US" altLang="en-US" dirty="0"/>
          </a:p>
          <a:p>
            <a:pPr algn="just">
              <a:lnSpc>
                <a:spcPct val="100000"/>
              </a:lnSpc>
            </a:pPr>
            <a:endParaRPr lang="en-US" altLang="en-US" dirty="0"/>
          </a:p>
        </p:txBody>
      </p:sp>
      <p:pic>
        <p:nvPicPr>
          <p:cNvPr id="6150" name="Picture 5" descr="C:\Users\Joel\Documents\Teaching\McGraw Hill\Fundamentals of Electric Circuits 5e\figures\CH06\Color Labeled\ale80571_06_014.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7978450" y="1979937"/>
            <a:ext cx="4007499" cy="3353100"/>
          </a:xfrm>
          <a:prstGeom prst="rect">
            <a:avLst/>
          </a:prstGeom>
          <a:noFill/>
          <a:ln w="9525">
            <a:noFill/>
            <a:miter lim="800000"/>
            <a:headEnd/>
            <a:tailEnd/>
          </a:ln>
        </p:spPr>
      </p:pic>
      <p:graphicFrame>
        <p:nvGraphicFramePr>
          <p:cNvPr id="108547" name="Object 6"/>
          <p:cNvGraphicFramePr>
            <a:graphicFrameLocks noChangeAspect="1"/>
          </p:cNvGraphicFramePr>
          <p:nvPr>
            <p:extLst>
              <p:ext uri="{D42A27DB-BD31-4B8C-83A1-F6EECF244321}">
                <p14:modId xmlns:p14="http://schemas.microsoft.com/office/powerpoint/2010/main" val="2639452031"/>
              </p:ext>
            </p:extLst>
          </p:nvPr>
        </p:nvGraphicFramePr>
        <p:xfrm>
          <a:off x="3909201" y="2234803"/>
          <a:ext cx="1361805" cy="872291"/>
        </p:xfrm>
        <a:graphic>
          <a:graphicData uri="http://schemas.openxmlformats.org/presentationml/2006/ole">
            <mc:AlternateContent xmlns:mc="http://schemas.openxmlformats.org/markup-compatibility/2006">
              <mc:Choice xmlns:v="urn:schemas-microsoft-com:vml" Requires="v">
                <p:oleObj name="Equation" r:id="rId4" imgW="520474" imgH="444307" progId="Equation.DSMT4">
                  <p:embed/>
                </p:oleObj>
              </mc:Choice>
              <mc:Fallback>
                <p:oleObj name="Equation" r:id="rId4" imgW="520474" imgH="444307" progId="Equation.DSMT4">
                  <p:embed/>
                  <p:pic>
                    <p:nvPicPr>
                      <p:cNvPr id="10854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9201" y="2234803"/>
                        <a:ext cx="1361805" cy="872291"/>
                      </a:xfrm>
                      <a:prstGeom prst="rect">
                        <a:avLst/>
                      </a:prstGeom>
                      <a:noFill/>
                    </p:spPr>
                  </p:pic>
                </p:oleObj>
              </mc:Fallback>
            </mc:AlternateContent>
          </a:graphicData>
        </a:graphic>
      </p:graphicFrame>
      <p:graphicFrame>
        <p:nvGraphicFramePr>
          <p:cNvPr id="108548" name="Object 6"/>
          <p:cNvGraphicFramePr>
            <a:graphicFrameLocks noChangeAspect="1"/>
          </p:cNvGraphicFramePr>
          <p:nvPr>
            <p:extLst>
              <p:ext uri="{D42A27DB-BD31-4B8C-83A1-F6EECF244321}">
                <p14:modId xmlns:p14="http://schemas.microsoft.com/office/powerpoint/2010/main" val="2697735319"/>
              </p:ext>
            </p:extLst>
          </p:nvPr>
        </p:nvGraphicFramePr>
        <p:xfrm>
          <a:off x="1819469" y="4245680"/>
          <a:ext cx="5759377" cy="1432856"/>
        </p:xfrm>
        <a:graphic>
          <a:graphicData uri="http://schemas.openxmlformats.org/presentationml/2006/ole">
            <mc:AlternateContent xmlns:mc="http://schemas.openxmlformats.org/markup-compatibility/2006">
              <mc:Choice xmlns:v="urn:schemas-microsoft-com:vml" Requires="v">
                <p:oleObj name="Equation" r:id="rId6" imgW="2755900" imgH="914400" progId="Equation.DSMT4">
                  <p:embed/>
                </p:oleObj>
              </mc:Choice>
              <mc:Fallback>
                <p:oleObj name="Equation" r:id="rId6" imgW="2755900" imgH="914400" progId="Equation.DSMT4">
                  <p:embed/>
                  <p:pic>
                    <p:nvPicPr>
                      <p:cNvPr id="10854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9469" y="4245680"/>
                        <a:ext cx="5759377" cy="1432856"/>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10</a:t>
            </a:fld>
            <a:endParaRPr lang="en-US" altLang="zh-CN" dirty="0">
              <a:ea typeface="黑体" panose="02010609060101010101" pitchFamily="49" charset="-122"/>
            </a:endParaRPr>
          </a:p>
        </p:txBody>
      </p:sp>
      <p:sp>
        <p:nvSpPr>
          <p:cNvPr id="2" name="Rectangle 1"/>
          <p:cNvSpPr/>
          <p:nvPr/>
        </p:nvSpPr>
        <p:spPr>
          <a:xfrm>
            <a:off x="838200" y="5767368"/>
            <a:ext cx="10515600" cy="954107"/>
          </a:xfrm>
          <a:prstGeom prst="rect">
            <a:avLst/>
          </a:prstGeom>
          <a:solidFill>
            <a:schemeClr val="accent6">
              <a:lumMod val="40000"/>
              <a:lumOff val="60000"/>
            </a:schemeClr>
          </a:solidFill>
        </p:spPr>
        <p:txBody>
          <a:bodyPr wrap="square">
            <a:spAutoFit/>
          </a:bodyPr>
          <a:lstStyle/>
          <a:p>
            <a:pPr algn="just">
              <a:lnSpc>
                <a:spcPct val="100000"/>
              </a:lnSpc>
            </a:pPr>
            <a:r>
              <a:rPr lang="en-US" altLang="zh-CN" sz="2800" dirty="0"/>
              <a:t>The equivalent capacitance of N parallel-connected capacitors is the sum of the individual capacitances</a:t>
            </a:r>
            <a:endParaRPr lang="en-US" alt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1"/>
          <p:cNvSpPr>
            <a:spLocks noGrp="1"/>
          </p:cNvSpPr>
          <p:nvPr>
            <p:ph type="title"/>
          </p:nvPr>
        </p:nvSpPr>
        <p:spPr/>
        <p:txBody>
          <a:bodyPr/>
          <a:lstStyle/>
          <a:p>
            <a:pPr eaLnBrk="1" fontAlgn="auto" hangingPunct="1">
              <a:spcAft>
                <a:spcPts val="0"/>
              </a:spcAft>
              <a:defRPr/>
            </a:pPr>
            <a:r>
              <a:rPr lang="en-US" altLang="en-US" dirty="0"/>
              <a:t>Series Capacitors</a:t>
            </a:r>
          </a:p>
        </p:txBody>
      </p:sp>
      <p:sp>
        <p:nvSpPr>
          <p:cNvPr id="8196" name="Content Placeholder 2"/>
          <p:cNvSpPr>
            <a:spLocks noGrp="1"/>
          </p:cNvSpPr>
          <p:nvPr>
            <p:ph idx="1"/>
          </p:nvPr>
        </p:nvSpPr>
        <p:spPr>
          <a:xfrm>
            <a:off x="838200" y="1423444"/>
            <a:ext cx="7772400" cy="5173299"/>
          </a:xfrm>
        </p:spPr>
        <p:txBody>
          <a:bodyPr>
            <a:noAutofit/>
          </a:bodyPr>
          <a:lstStyle/>
          <a:p>
            <a:pPr eaLnBrk="1" hangingPunct="1">
              <a:lnSpc>
                <a:spcPct val="100000"/>
              </a:lnSpc>
            </a:pPr>
            <a:r>
              <a:rPr lang="en-US" altLang="en-US" dirty="0"/>
              <a:t>Each capacitor shares the same current</a:t>
            </a:r>
          </a:p>
          <a:p>
            <a:pPr eaLnBrk="1" hangingPunct="1">
              <a:lnSpc>
                <a:spcPct val="100000"/>
              </a:lnSpc>
            </a:pPr>
            <a:r>
              <a:rPr lang="en-US" altLang="en-US" dirty="0"/>
              <a:t>Applying KVL to the loop:</a:t>
            </a:r>
          </a:p>
          <a:p>
            <a:pPr lvl="3">
              <a:lnSpc>
                <a:spcPct val="100000"/>
              </a:lnSpc>
            </a:pPr>
            <a:endParaRPr lang="en-US" altLang="en-US" dirty="0"/>
          </a:p>
          <a:p>
            <a:pPr>
              <a:lnSpc>
                <a:spcPct val="100000"/>
              </a:lnSpc>
            </a:pPr>
            <a:r>
              <a:rPr lang="en-US" altLang="en-US" dirty="0"/>
              <a:t>Apply the voltage current relationship,</a:t>
            </a:r>
          </a:p>
          <a:p>
            <a:pPr>
              <a:lnSpc>
                <a:spcPct val="100000"/>
              </a:lnSpc>
            </a:pPr>
            <a:endParaRPr lang="en-US" altLang="en-US" dirty="0"/>
          </a:p>
          <a:p>
            <a:pPr>
              <a:lnSpc>
                <a:spcPct val="100000"/>
              </a:lnSpc>
            </a:pPr>
            <a:endParaRPr lang="en-US" altLang="en-US" sz="2000" dirty="0"/>
          </a:p>
          <a:p>
            <a:pPr>
              <a:lnSpc>
                <a:spcPct val="100000"/>
              </a:lnSpc>
            </a:pPr>
            <a:endParaRPr lang="en-US" altLang="en-US" sz="2000" dirty="0"/>
          </a:p>
          <a:p>
            <a:pPr>
              <a:lnSpc>
                <a:spcPct val="100000"/>
              </a:lnSpc>
            </a:pPr>
            <a:endParaRPr lang="en-US" altLang="en-US" sz="2000" dirty="0"/>
          </a:p>
          <a:p>
            <a:pPr>
              <a:lnSpc>
                <a:spcPct val="100000"/>
              </a:lnSpc>
            </a:pPr>
            <a:endParaRPr lang="en-US" sz="2000" dirty="0"/>
          </a:p>
          <a:p>
            <a:pPr eaLnBrk="1" hangingPunct="1">
              <a:lnSpc>
                <a:spcPct val="100000"/>
              </a:lnSpc>
            </a:pPr>
            <a:endParaRPr lang="en-US" altLang="en-US" sz="2000" dirty="0"/>
          </a:p>
        </p:txBody>
      </p:sp>
      <p:graphicFrame>
        <p:nvGraphicFramePr>
          <p:cNvPr id="8194" name="Object 6"/>
          <p:cNvGraphicFramePr>
            <a:graphicFrameLocks noChangeAspect="1"/>
          </p:cNvGraphicFramePr>
          <p:nvPr>
            <p:extLst>
              <p:ext uri="{D42A27DB-BD31-4B8C-83A1-F6EECF244321}">
                <p14:modId xmlns:p14="http://schemas.microsoft.com/office/powerpoint/2010/main" val="1183563419"/>
              </p:ext>
            </p:extLst>
          </p:nvPr>
        </p:nvGraphicFramePr>
        <p:xfrm>
          <a:off x="5414186" y="1852691"/>
          <a:ext cx="1724013" cy="1005161"/>
        </p:xfrm>
        <a:graphic>
          <a:graphicData uri="http://schemas.openxmlformats.org/presentationml/2006/ole">
            <mc:AlternateContent xmlns:mc="http://schemas.openxmlformats.org/markup-compatibility/2006">
              <mc:Choice xmlns:v="urn:schemas-microsoft-com:vml" Requires="v">
                <p:oleObj name="Equation" r:id="rId3" imgW="571252" imgH="444307" progId="Equation.DSMT4">
                  <p:embed/>
                </p:oleObj>
              </mc:Choice>
              <mc:Fallback>
                <p:oleObj name="Equation" r:id="rId3" imgW="571252" imgH="444307" progId="Equation.DSMT4">
                  <p:embed/>
                  <p:pic>
                    <p:nvPicPr>
                      <p:cNvPr id="819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186" y="1852691"/>
                        <a:ext cx="1724013" cy="1005161"/>
                      </a:xfrm>
                      <a:prstGeom prst="rect">
                        <a:avLst/>
                      </a:prstGeom>
                      <a:noFill/>
                    </p:spPr>
                  </p:pic>
                </p:oleObj>
              </mc:Fallback>
            </mc:AlternateContent>
          </a:graphicData>
        </a:graphic>
      </p:graphicFrame>
      <p:graphicFrame>
        <p:nvGraphicFramePr>
          <p:cNvPr id="110595" name="Object 5"/>
          <p:cNvGraphicFramePr>
            <a:graphicFrameLocks noChangeAspect="1"/>
          </p:cNvGraphicFramePr>
          <p:nvPr>
            <p:extLst>
              <p:ext uri="{D42A27DB-BD31-4B8C-83A1-F6EECF244321}">
                <p14:modId xmlns:p14="http://schemas.microsoft.com/office/powerpoint/2010/main" val="3804162950"/>
              </p:ext>
            </p:extLst>
          </p:nvPr>
        </p:nvGraphicFramePr>
        <p:xfrm>
          <a:off x="1750867" y="3349688"/>
          <a:ext cx="4938564" cy="2315269"/>
        </p:xfrm>
        <a:graphic>
          <a:graphicData uri="http://schemas.openxmlformats.org/presentationml/2006/ole">
            <mc:AlternateContent xmlns:mc="http://schemas.openxmlformats.org/markup-compatibility/2006">
              <mc:Choice xmlns:v="urn:schemas-microsoft-com:vml" Requires="v">
                <p:oleObj name="Equation" r:id="rId5" imgW="2438400" imgH="1524000" progId="Equation.DSMT4">
                  <p:embed/>
                </p:oleObj>
              </mc:Choice>
              <mc:Fallback>
                <p:oleObj name="Equation" r:id="rId5" imgW="2438400" imgH="1524000" progId="Equation.DSMT4">
                  <p:embed/>
                  <p:pic>
                    <p:nvPicPr>
                      <p:cNvPr id="11059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0867" y="3349688"/>
                        <a:ext cx="4938564" cy="2315269"/>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11</a:t>
            </a:fld>
            <a:endParaRPr lang="en-US" altLang="zh-CN" dirty="0">
              <a:ea typeface="黑体" panose="02010609060101010101" pitchFamily="49" charset="-122"/>
            </a:endParaRPr>
          </a:p>
        </p:txBody>
      </p:sp>
      <p:pic>
        <p:nvPicPr>
          <p:cNvPr id="2" name="Picture 1"/>
          <p:cNvPicPr>
            <a:picLocks noChangeAspect="1"/>
          </p:cNvPicPr>
          <p:nvPr/>
        </p:nvPicPr>
        <p:blipFill>
          <a:blip r:embed="rId7">
            <a:clrChange>
              <a:clrFrom>
                <a:srgbClr val="FFFFFF"/>
              </a:clrFrom>
              <a:clrTo>
                <a:srgbClr val="FFFFFF">
                  <a:alpha val="0"/>
                </a:srgbClr>
              </a:clrTo>
            </a:clrChange>
          </a:blip>
          <a:stretch>
            <a:fillRect/>
          </a:stretch>
        </p:blipFill>
        <p:spPr>
          <a:xfrm>
            <a:off x="7622620" y="1659914"/>
            <a:ext cx="3667125" cy="3743325"/>
          </a:xfrm>
          <a:prstGeom prst="rect">
            <a:avLst/>
          </a:prstGeom>
        </p:spPr>
      </p:pic>
      <p:sp>
        <p:nvSpPr>
          <p:cNvPr id="4" name="Rectangle 3"/>
          <p:cNvSpPr/>
          <p:nvPr/>
        </p:nvSpPr>
        <p:spPr>
          <a:xfrm>
            <a:off x="838200" y="5720943"/>
            <a:ext cx="10451545" cy="954107"/>
          </a:xfrm>
          <a:prstGeom prst="rect">
            <a:avLst/>
          </a:prstGeom>
          <a:solidFill>
            <a:schemeClr val="accent6">
              <a:lumMod val="40000"/>
              <a:lumOff val="60000"/>
            </a:schemeClr>
          </a:solidFill>
        </p:spPr>
        <p:txBody>
          <a:bodyPr wrap="square">
            <a:spAutoFit/>
          </a:bodyPr>
          <a:lstStyle/>
          <a:p>
            <a:pPr algn="just">
              <a:lnSpc>
                <a:spcPct val="100000"/>
              </a:lnSpc>
            </a:pPr>
            <a:r>
              <a:rPr lang="en-US" altLang="zh-CN" sz="2800" dirty="0"/>
              <a:t>The equivalent capacitance of series-connected capacitors is the reciprocal of the sum of the reciprocals of the individual capacitance</a:t>
            </a:r>
            <a:endParaRPr lang="en-US"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pPr eaLnBrk="1" fontAlgn="auto" hangingPunct="1">
              <a:spcAft>
                <a:spcPts val="0"/>
              </a:spcAft>
              <a:defRPr/>
            </a:pPr>
            <a:r>
              <a:rPr lang="en-US" altLang="en-US" dirty="0"/>
              <a:t>Series and Parallel Capacitors</a:t>
            </a:r>
          </a:p>
        </p:txBody>
      </p:sp>
      <p:sp>
        <p:nvSpPr>
          <p:cNvPr id="34819" name="Content Placeholder 2"/>
          <p:cNvSpPr>
            <a:spLocks noGrp="1"/>
          </p:cNvSpPr>
          <p:nvPr>
            <p:ph idx="1"/>
          </p:nvPr>
        </p:nvSpPr>
        <p:spPr>
          <a:xfrm>
            <a:off x="838200" y="1690688"/>
            <a:ext cx="10515600" cy="4486275"/>
          </a:xfrm>
        </p:spPr>
        <p:txBody>
          <a:bodyPr>
            <a:normAutofit/>
          </a:bodyPr>
          <a:lstStyle/>
          <a:p>
            <a:pPr marL="0" indent="0" algn="just" eaLnBrk="1" hangingPunct="1">
              <a:lnSpc>
                <a:spcPct val="100000"/>
              </a:lnSpc>
              <a:buNone/>
            </a:pPr>
            <a:r>
              <a:rPr lang="en-US" altLang="en-US" dirty="0"/>
              <a:t>Another way to think about the combinations of capacitors is this:</a:t>
            </a:r>
          </a:p>
          <a:p>
            <a:pPr marL="0" indent="0" algn="just" eaLnBrk="1" hangingPunct="1">
              <a:lnSpc>
                <a:spcPct val="100000"/>
              </a:lnSpc>
              <a:buNone/>
            </a:pPr>
            <a:endParaRPr lang="en-US" altLang="en-US" sz="1050" dirty="0"/>
          </a:p>
          <a:p>
            <a:pPr algn="just" eaLnBrk="1" hangingPunct="1">
              <a:lnSpc>
                <a:spcPct val="100000"/>
              </a:lnSpc>
            </a:pPr>
            <a:r>
              <a:rPr lang="en-US" altLang="en-US" dirty="0"/>
              <a:t>Combining capacitors in parallel is equivalent to increasing the surface area of the capacitors (A)</a:t>
            </a:r>
          </a:p>
          <a:p>
            <a:pPr lvl="1" algn="just">
              <a:lnSpc>
                <a:spcPct val="100000"/>
              </a:lnSpc>
            </a:pPr>
            <a:r>
              <a:rPr lang="en-US" altLang="en-US" dirty="0"/>
              <a:t>This would lead to an increased overall capacitance (as is observed)</a:t>
            </a:r>
          </a:p>
          <a:p>
            <a:pPr lvl="1" algn="just">
              <a:lnSpc>
                <a:spcPct val="100000"/>
              </a:lnSpc>
            </a:pPr>
            <a:endParaRPr lang="en-US" altLang="en-US" dirty="0"/>
          </a:p>
          <a:p>
            <a:pPr algn="just" eaLnBrk="1" hangingPunct="1">
              <a:lnSpc>
                <a:spcPct val="100000"/>
              </a:lnSpc>
            </a:pPr>
            <a:r>
              <a:rPr lang="en-US" altLang="en-US" dirty="0"/>
              <a:t>A series combination can be seen as increasing the total plate separation (d)</a:t>
            </a:r>
          </a:p>
          <a:p>
            <a:pPr lvl="1" algn="just">
              <a:lnSpc>
                <a:spcPct val="100000"/>
              </a:lnSpc>
            </a:pPr>
            <a:r>
              <a:rPr lang="en-US" altLang="en-US" dirty="0"/>
              <a:t>This would result in a decrease in capacitance (as is observed)</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12</a:t>
            </a:fld>
            <a:endParaRPr lang="en-US" altLang="zh-CN" dirty="0">
              <a:ea typeface="黑体" panose="02010609060101010101" pitchFamily="49" charset="-122"/>
            </a:endParaRPr>
          </a:p>
        </p:txBody>
      </p:sp>
      <p:graphicFrame>
        <p:nvGraphicFramePr>
          <p:cNvPr id="5" name="Object 5"/>
          <p:cNvGraphicFramePr>
            <a:graphicFrameLocks noChangeAspect="1"/>
          </p:cNvGraphicFramePr>
          <p:nvPr>
            <p:extLst>
              <p:ext uri="{D42A27DB-BD31-4B8C-83A1-F6EECF244321}">
                <p14:modId xmlns:p14="http://schemas.microsoft.com/office/powerpoint/2010/main" val="3017410143"/>
              </p:ext>
            </p:extLst>
          </p:nvPr>
        </p:nvGraphicFramePr>
        <p:xfrm>
          <a:off x="8877256" y="646907"/>
          <a:ext cx="1310217" cy="762000"/>
        </p:xfrm>
        <a:graphic>
          <a:graphicData uri="http://schemas.openxmlformats.org/presentationml/2006/ole">
            <mc:AlternateContent xmlns:mc="http://schemas.openxmlformats.org/markup-compatibility/2006">
              <mc:Choice xmlns:v="urn:schemas-microsoft-com:vml" Requires="v">
                <p:oleObj name="Equation" r:id="rId3" imgW="507780" imgH="393529" progId="Equation.DSMT4">
                  <p:embed/>
                </p:oleObj>
              </mc:Choice>
              <mc:Fallback>
                <p:oleObj name="Equation" r:id="rId3" imgW="507780" imgH="393529" progId="Equation.DSMT4">
                  <p:embed/>
                  <p:pic>
                    <p:nvPicPr>
                      <p:cNvPr id="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77256" y="646907"/>
                        <a:ext cx="1310217" cy="762000"/>
                      </a:xfrm>
                      <a:prstGeom prst="rect">
                        <a:avLst/>
                      </a:prstGeom>
                      <a:solidFill>
                        <a:schemeClr val="accent6">
                          <a:lumMod val="40000"/>
                          <a:lumOff val="60000"/>
                        </a:schemeClr>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Example 1</a:t>
            </a:r>
          </a:p>
        </p:txBody>
      </p:sp>
      <mc:AlternateContent xmlns:mc="http://schemas.openxmlformats.org/markup-compatibility/2006" xmlns:a14="http://schemas.microsoft.com/office/drawing/2010/main">
        <mc:Choice Requires="a14">
          <p:sp>
            <p:nvSpPr>
              <p:cNvPr id="33795" name="Content Placeholder 2"/>
              <p:cNvSpPr>
                <a:spLocks noGrp="1"/>
              </p:cNvSpPr>
              <p:nvPr>
                <p:ph idx="1"/>
              </p:nvPr>
            </p:nvSpPr>
            <p:spPr/>
            <p:txBody>
              <a:bodyPr/>
              <a:lstStyle/>
              <a:p>
                <a:pPr marL="0" indent="0" eaLnBrk="1" hangingPunct="1">
                  <a:buNone/>
                </a:pPr>
                <a:r>
                  <a:rPr lang="en-US" sz="2000" dirty="0"/>
                  <a:t>Determine the current through a 200-</a:t>
                </a:r>
                <a:r>
                  <a:rPr lang="en-US" sz="2000" i="1" dirty="0"/>
                  <a:t>μ</a:t>
                </a:r>
                <a:r>
                  <a:rPr lang="en-US" sz="2000" dirty="0"/>
                  <a:t>F capacitor whose voltage is shown</a:t>
                </a:r>
              </a:p>
              <a:p>
                <a:pPr marL="0" indent="0" eaLnBrk="1" hangingPunct="1">
                  <a:buNone/>
                </a:pPr>
                <a:r>
                  <a:rPr lang="en-US" sz="2000" dirty="0"/>
                  <a:t>First, the voltage waveform can be described mathematically as</a:t>
                </a:r>
              </a:p>
              <a:p>
                <a:pPr eaLnBrk="1" hangingPunct="1"/>
                <a:endParaRPr lang="en-US" sz="2000" dirty="0"/>
              </a:p>
              <a:p>
                <a:pPr eaLnBrk="1" hangingPunct="1"/>
                <a:endParaRPr lang="en-US" sz="2000" dirty="0"/>
              </a:p>
              <a:p>
                <a:pPr eaLnBrk="1" hangingPunct="1">
                  <a:buFont typeface="Wingdings 2" pitchFamily="18" charset="2"/>
                  <a:buNone/>
                </a:pPr>
                <a:endParaRPr lang="en-US" sz="2000" dirty="0"/>
              </a:p>
              <a:p>
                <a:pPr marL="0" indent="0" eaLnBrk="1" hangingPunct="1">
                  <a:buNone/>
                </a:pPr>
                <a:endParaRPr lang="en-US" sz="2000" dirty="0"/>
              </a:p>
              <a:p>
                <a:pPr marL="0" indent="0" eaLnBrk="1" hangingPunct="1">
                  <a:buNone/>
                </a:pPr>
                <a:r>
                  <a:rPr lang="en-US" sz="2000" dirty="0"/>
                  <a:t>Since </a:t>
                </a:r>
                <a:r>
                  <a:rPr lang="en-US" sz="2000" i="1" dirty="0"/>
                  <a:t>i</a:t>
                </a:r>
                <a:r>
                  <a:rPr lang="en-US" sz="2000" dirty="0"/>
                  <a:t> = </a:t>
                </a:r>
                <a:r>
                  <a:rPr lang="en-US" sz="2000" i="1" dirty="0"/>
                  <a:t>C </a:t>
                </a:r>
                <a14:m>
                  <m:oMath xmlns:m="http://schemas.openxmlformats.org/officeDocument/2006/math">
                    <m:f>
                      <m:fPr>
                        <m:ctrlPr>
                          <a:rPr lang="en-US" altLang="zh-CN" sz="2000" i="1" smtClean="0">
                            <a:latin typeface="Cambria Math" panose="02040503050406030204" pitchFamily="18" charset="0"/>
                          </a:rPr>
                        </m:ctrlPr>
                      </m:fPr>
                      <m:num>
                        <m:r>
                          <a:rPr lang="en-US" altLang="zh-CN" sz="2000" b="0" i="1" smtClean="0">
                            <a:latin typeface="Cambria Math" panose="02040503050406030204" pitchFamily="18" charset="0"/>
                          </a:rPr>
                          <m:t>𝑑𝑣</m:t>
                        </m:r>
                      </m:num>
                      <m:den>
                        <m:r>
                          <a:rPr lang="en-US" altLang="zh-CN" sz="2000" b="0" i="1" smtClean="0">
                            <a:latin typeface="Cambria Math" panose="02040503050406030204" pitchFamily="18" charset="0"/>
                          </a:rPr>
                          <m:t>𝑑𝑡</m:t>
                        </m:r>
                      </m:den>
                    </m:f>
                  </m:oMath>
                </a14:m>
                <a:r>
                  <a:rPr lang="en-US" sz="2000" i="1" dirty="0"/>
                  <a:t> </a:t>
                </a:r>
                <a:r>
                  <a:rPr lang="en-US" sz="2000" dirty="0"/>
                  <a:t> and </a:t>
                </a:r>
                <a:r>
                  <a:rPr lang="en-US" sz="2000" i="1" dirty="0"/>
                  <a:t>C</a:t>
                </a:r>
                <a:r>
                  <a:rPr lang="en-US" sz="2000" dirty="0"/>
                  <a:t> = 200 </a:t>
                </a:r>
                <a:r>
                  <a:rPr lang="en-US" sz="2000" i="1" dirty="0" err="1"/>
                  <a:t>μ</a:t>
                </a:r>
                <a:r>
                  <a:rPr lang="en-US" sz="2000" dirty="0" err="1"/>
                  <a:t>F</a:t>
                </a:r>
                <a:r>
                  <a:rPr lang="en-US" sz="2000" dirty="0"/>
                  <a:t>, we take the derivative of </a:t>
                </a:r>
                <a:r>
                  <a:rPr lang="en-US" sz="2000" i="1" dirty="0"/>
                  <a:t>v</a:t>
                </a:r>
                <a:br>
                  <a:rPr lang="en-US" sz="2000" i="1" dirty="0"/>
                </a:br>
                <a:r>
                  <a:rPr lang="en-US" sz="2000" dirty="0"/>
                  <a:t>to obtain</a:t>
                </a:r>
              </a:p>
            </p:txBody>
          </p:sp>
        </mc:Choice>
        <mc:Fallback xmlns="">
          <p:sp>
            <p:nvSpPr>
              <p:cNvPr id="33795" name="Content Placeholder 2"/>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zh-CN" altLang="en-US">
                    <a:noFill/>
                  </a:rPr>
                  <a:t> </a:t>
                </a:r>
              </a:p>
            </p:txBody>
          </p:sp>
        </mc:Fallback>
      </mc:AlternateContent>
      <p:pic>
        <p:nvPicPr>
          <p:cNvPr id="33797" name="Picture 2" descr="C:\Users\skhark\AppData\Local\Temp\Rar$DI12.3857\ale28221_06_09.jpg"/>
          <p:cNvPicPr>
            <a:picLocks noChangeAspect="1" noChangeArrowheads="1"/>
          </p:cNvPicPr>
          <p:nvPr/>
        </p:nvPicPr>
        <p:blipFill>
          <a:blip r:embed="rId3" cstate="print"/>
          <a:srcRect/>
          <a:stretch>
            <a:fillRect/>
          </a:stretch>
        </p:blipFill>
        <p:spPr bwMode="auto">
          <a:xfrm>
            <a:off x="7533002" y="2229783"/>
            <a:ext cx="3587804" cy="2036913"/>
          </a:xfrm>
          <a:prstGeom prst="rect">
            <a:avLst/>
          </a:prstGeom>
          <a:noFill/>
          <a:ln w="9525">
            <a:noFill/>
            <a:miter lim="800000"/>
            <a:headEnd/>
            <a:tailEnd/>
          </a:ln>
        </p:spPr>
      </p:pic>
      <p:pic>
        <p:nvPicPr>
          <p:cNvPr id="33800" name="Picture 8" descr="http://textflow.mheducation.com/figures/1259657027/ale57027_0610_lg.jpg"/>
          <p:cNvPicPr>
            <a:picLocks noChangeAspect="1" noChangeArrowheads="1"/>
          </p:cNvPicPr>
          <p:nvPr/>
        </p:nvPicPr>
        <p:blipFill>
          <a:blip r:embed="rId4" cstate="print"/>
          <a:srcRect/>
          <a:stretch>
            <a:fillRect/>
          </a:stretch>
        </p:blipFill>
        <p:spPr bwMode="auto">
          <a:xfrm>
            <a:off x="7421034" y="4547192"/>
            <a:ext cx="3587806" cy="1807142"/>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13</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CFB21114-87CC-523E-EE63-0CF8E7EF549C}"/>
                  </a:ext>
                </a:extLst>
              </p14:cNvPr>
              <p14:cNvContentPartPr/>
              <p14:nvPr/>
            </p14:nvContentPartPr>
            <p14:xfrm>
              <a:off x="1370520" y="2607480"/>
              <a:ext cx="4973760" cy="1751760"/>
            </p14:xfrm>
          </p:contentPart>
        </mc:Choice>
        <mc:Fallback xmlns="">
          <p:pic>
            <p:nvPicPr>
              <p:cNvPr id="3" name="Ink 2">
                <a:extLst>
                  <a:ext uri="{FF2B5EF4-FFF2-40B4-BE49-F238E27FC236}">
                    <a16:creationId xmlns:a16="http://schemas.microsoft.com/office/drawing/2014/main" id="{CFB21114-87CC-523E-EE63-0CF8E7EF549C}"/>
                  </a:ext>
                </a:extLst>
              </p:cNvPr>
              <p:cNvPicPr/>
              <p:nvPr/>
            </p:nvPicPr>
            <p:blipFill>
              <a:blip r:embed="rId6"/>
              <a:stretch>
                <a:fillRect/>
              </a:stretch>
            </p:blipFill>
            <p:spPr>
              <a:xfrm>
                <a:off x="1361160" y="2598120"/>
                <a:ext cx="4992480" cy="177048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a:t>Example 2</a:t>
            </a:r>
          </a:p>
        </p:txBody>
      </p:sp>
      <p:sp>
        <p:nvSpPr>
          <p:cNvPr id="5124" name="Content Placeholder 2"/>
          <p:cNvSpPr>
            <a:spLocks noGrp="1"/>
          </p:cNvSpPr>
          <p:nvPr>
            <p:ph idx="1"/>
          </p:nvPr>
        </p:nvSpPr>
        <p:spPr>
          <a:xfrm>
            <a:off x="838200" y="1690688"/>
            <a:ext cx="10515600" cy="763263"/>
          </a:xfrm>
        </p:spPr>
        <p:txBody>
          <a:bodyPr>
            <a:noAutofit/>
          </a:bodyPr>
          <a:lstStyle/>
          <a:p>
            <a:pPr marL="0" indent="0" eaLnBrk="1" hangingPunct="1">
              <a:lnSpc>
                <a:spcPct val="100000"/>
              </a:lnSpc>
              <a:buNone/>
            </a:pPr>
            <a:r>
              <a:rPr lang="en-US" sz="2400" dirty="0"/>
              <a:t>Obtain the energy stored in each capacitor in the circuit</a:t>
            </a:r>
            <a:r>
              <a:rPr lang="zh-CN" altLang="en-US" sz="2400" dirty="0"/>
              <a:t>。</a:t>
            </a:r>
            <a:endParaRPr lang="en-US" sz="2400" dirty="0"/>
          </a:p>
          <a:p>
            <a:pPr eaLnBrk="1" hangingPunct="1">
              <a:lnSpc>
                <a:spcPct val="100000"/>
              </a:lnSpc>
            </a:pPr>
            <a:endParaRPr lang="en-US" sz="2400" dirty="0"/>
          </a:p>
          <a:p>
            <a:pPr eaLnBrk="1" hangingPunct="1">
              <a:lnSpc>
                <a:spcPct val="100000"/>
              </a:lnSpc>
            </a:pPr>
            <a:endParaRPr lang="en-US" sz="2400" dirty="0"/>
          </a:p>
          <a:p>
            <a:pPr eaLnBrk="1" hangingPunct="1">
              <a:lnSpc>
                <a:spcPct val="100000"/>
              </a:lnSpc>
            </a:pPr>
            <a:endParaRPr lang="en-US" sz="2000"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14</a:t>
            </a:fld>
            <a:endParaRPr lang="en-US" altLang="zh-CN" dirty="0">
              <a:ea typeface="黑体" panose="02010609060101010101" pitchFamily="49" charset="-122"/>
            </a:endParaRPr>
          </a:p>
        </p:txBody>
      </p:sp>
      <p:pic>
        <p:nvPicPr>
          <p:cNvPr id="5" name="Picture 4"/>
          <p:cNvPicPr>
            <a:picLocks noChangeAspect="1"/>
          </p:cNvPicPr>
          <p:nvPr/>
        </p:nvPicPr>
        <p:blipFill rotWithShape="1">
          <a:blip r:embed="rId3"/>
          <a:srcRect b="9951"/>
          <a:stretch/>
        </p:blipFill>
        <p:spPr>
          <a:xfrm>
            <a:off x="968991" y="2129108"/>
            <a:ext cx="4203473" cy="2657465"/>
          </a:xfrm>
          <a:prstGeom prst="rect">
            <a:avLst/>
          </a:prstGeom>
        </p:spPr>
      </p:pic>
      <p:pic>
        <p:nvPicPr>
          <p:cNvPr id="6" name="Picture 5"/>
          <p:cNvPicPr>
            <a:picLocks noChangeAspect="1"/>
          </p:cNvPicPr>
          <p:nvPr/>
        </p:nvPicPr>
        <p:blipFill>
          <a:blip r:embed="rId4"/>
          <a:stretch>
            <a:fillRect/>
          </a:stretch>
        </p:blipFill>
        <p:spPr>
          <a:xfrm>
            <a:off x="5958485" y="2063803"/>
            <a:ext cx="4263687" cy="2769760"/>
          </a:xfrm>
          <a:prstGeom prst="rect">
            <a:avLst/>
          </a:prstGeom>
        </p:spPr>
      </p:pic>
      <p:sp>
        <p:nvSpPr>
          <p:cNvPr id="7" name="Right Arrow 6"/>
          <p:cNvSpPr/>
          <p:nvPr/>
        </p:nvSpPr>
        <p:spPr>
          <a:xfrm>
            <a:off x="5290457" y="3621604"/>
            <a:ext cx="695325" cy="30791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838200" y="4765164"/>
            <a:ext cx="9001375" cy="400110"/>
          </a:xfrm>
          <a:prstGeom prst="rect">
            <a:avLst/>
          </a:prstGeom>
          <a:noFill/>
        </p:spPr>
        <p:txBody>
          <a:bodyPr wrap="none" rtlCol="0">
            <a:spAutoFit/>
          </a:bodyPr>
          <a:lstStyle/>
          <a:p>
            <a:r>
              <a:rPr lang="en-US" altLang="zh-CN" sz="2000" dirty="0"/>
              <a:t>Answer: Under DC condition, both capacitors will be open circuit upon fully charged.</a:t>
            </a:r>
            <a:endParaRPr lang="zh-CN" altLang="en-US" sz="2000" dirty="0"/>
          </a:p>
        </p:txBody>
      </p:sp>
      <p:sp>
        <p:nvSpPr>
          <p:cNvPr id="9" name="TextBox 8"/>
          <p:cNvSpPr txBox="1"/>
          <p:nvPr/>
        </p:nvSpPr>
        <p:spPr>
          <a:xfrm>
            <a:off x="838200" y="5143155"/>
            <a:ext cx="10246567" cy="1015663"/>
          </a:xfrm>
          <a:prstGeom prst="rect">
            <a:avLst/>
          </a:prstGeom>
          <a:noFill/>
        </p:spPr>
        <p:txBody>
          <a:bodyPr wrap="square" rtlCol="0">
            <a:spAutoFit/>
          </a:bodyPr>
          <a:lstStyle/>
          <a:p>
            <a:pPr marL="285750" indent="-285750">
              <a:buFont typeface="Arial" panose="020B0604020202020204" pitchFamily="34" charset="0"/>
              <a:buChar char="•"/>
            </a:pPr>
            <a:r>
              <a:rPr lang="en-US" altLang="zh-CN" sz="2000" dirty="0"/>
              <a:t>Find the current </a:t>
            </a:r>
            <a:r>
              <a:rPr lang="en-US" altLang="zh-CN" sz="2000" i="1" dirty="0"/>
              <a:t>i </a:t>
            </a:r>
            <a:r>
              <a:rPr lang="en-US" altLang="zh-CN" sz="2000" dirty="0"/>
              <a:t>as indicated: </a:t>
            </a:r>
          </a:p>
          <a:p>
            <a:pPr marL="285750" indent="-285750">
              <a:buFont typeface="Arial" panose="020B0604020202020204" pitchFamily="34" charset="0"/>
              <a:buChar char="•"/>
            </a:pPr>
            <a:r>
              <a:rPr lang="en-US" altLang="zh-CN" sz="2000" dirty="0"/>
              <a:t>Solve for </a:t>
            </a:r>
            <a:r>
              <a:rPr lang="en-US" altLang="zh-CN" sz="2000" i="1" dirty="0"/>
              <a:t>v</a:t>
            </a:r>
            <a:r>
              <a:rPr lang="en-US" altLang="zh-CN" sz="2000" baseline="-25000" dirty="0"/>
              <a:t>1</a:t>
            </a:r>
            <a:r>
              <a:rPr lang="en-US" altLang="zh-CN" sz="2000" dirty="0"/>
              <a:t> and </a:t>
            </a:r>
            <a:r>
              <a:rPr lang="en-US" altLang="zh-CN" sz="2000" i="1" dirty="0"/>
              <a:t>v</a:t>
            </a:r>
            <a:r>
              <a:rPr lang="en-US" altLang="zh-CN" sz="2000" baseline="-25000" dirty="0"/>
              <a:t>2</a:t>
            </a:r>
            <a:r>
              <a:rPr lang="en-US" altLang="zh-CN" sz="2000" dirty="0"/>
              <a:t>:</a:t>
            </a:r>
          </a:p>
          <a:p>
            <a:pPr marL="285750" indent="-285750">
              <a:buFont typeface="Arial" panose="020B0604020202020204" pitchFamily="34" charset="0"/>
              <a:buChar char="•"/>
            </a:pPr>
            <a:r>
              <a:rPr lang="en-US" altLang="zh-CN" sz="2000" dirty="0"/>
              <a:t>Solve for energy stored </a:t>
            </a:r>
            <a:r>
              <a:rPr lang="en-US" altLang="zh-CN" sz="2000" i="1" dirty="0"/>
              <a:t>w</a:t>
            </a:r>
            <a:r>
              <a:rPr lang="en-US" altLang="zh-CN" sz="2000" baseline="-25000" dirty="0"/>
              <a:t>1</a:t>
            </a:r>
            <a:r>
              <a:rPr lang="en-US" altLang="zh-CN" sz="2000" dirty="0"/>
              <a:t> and </a:t>
            </a:r>
            <a:r>
              <a:rPr lang="en-US" altLang="zh-CN" sz="2000" i="1" dirty="0"/>
              <a:t>w</a:t>
            </a:r>
            <a:r>
              <a:rPr lang="en-US" altLang="zh-CN" sz="2000" baseline="-25000" dirty="0"/>
              <a:t>2</a:t>
            </a:r>
            <a:r>
              <a:rPr lang="en-US" altLang="zh-CN" sz="2000" dirty="0"/>
              <a:t>:</a:t>
            </a:r>
            <a:endParaRPr lang="zh-CN" alt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par>
                                <p:cTn id="12" presetID="22" presetClass="entr" presetSubtype="8" fill="hold" nodeType="with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Content Placeholder 2"/>
          <p:cNvSpPr>
            <a:spLocks noGrp="1"/>
          </p:cNvSpPr>
          <p:nvPr>
            <p:ph idx="1"/>
          </p:nvPr>
        </p:nvSpPr>
        <p:spPr>
          <a:xfrm>
            <a:off x="838201" y="1690688"/>
            <a:ext cx="6122158" cy="4508500"/>
          </a:xfrm>
        </p:spPr>
        <p:txBody>
          <a:bodyPr>
            <a:normAutofit/>
          </a:bodyPr>
          <a:lstStyle/>
          <a:p>
            <a:pPr marL="0" indent="0">
              <a:lnSpc>
                <a:spcPct val="100000"/>
              </a:lnSpc>
              <a:spcBef>
                <a:spcPts val="0"/>
              </a:spcBef>
              <a:buNone/>
            </a:pPr>
            <a:r>
              <a:rPr lang="en-US" sz="2400" dirty="0"/>
              <a:t>Find the voltage in Volts across each capacitor.</a:t>
            </a:r>
          </a:p>
          <a:p>
            <a:pPr marL="0" indent="0">
              <a:lnSpc>
                <a:spcPct val="100000"/>
              </a:lnSpc>
              <a:spcBef>
                <a:spcPts val="0"/>
              </a:spcBef>
              <a:buNone/>
            </a:pPr>
            <a:endParaRPr lang="en-US" sz="2400" dirty="0"/>
          </a:p>
          <a:p>
            <a:pPr marL="0" indent="0">
              <a:lnSpc>
                <a:spcPct val="100000"/>
              </a:lnSpc>
              <a:spcBef>
                <a:spcPts val="0"/>
              </a:spcBef>
              <a:buNone/>
            </a:pPr>
            <a:endParaRPr lang="en-US" sz="2400" dirty="0"/>
          </a:p>
          <a:p>
            <a:pPr marL="0" indent="0">
              <a:lnSpc>
                <a:spcPct val="100000"/>
              </a:lnSpc>
              <a:spcBef>
                <a:spcPts val="0"/>
              </a:spcBef>
              <a:buNone/>
            </a:pPr>
            <a:endParaRPr lang="en-US" sz="2400" dirty="0"/>
          </a:p>
          <a:p>
            <a:pPr marL="0" indent="0">
              <a:lnSpc>
                <a:spcPct val="100000"/>
              </a:lnSpc>
              <a:spcBef>
                <a:spcPts val="0"/>
              </a:spcBef>
              <a:buNone/>
            </a:pPr>
            <a:endParaRPr lang="en-US" sz="2400" dirty="0"/>
          </a:p>
          <a:p>
            <a:pPr marL="0" indent="0">
              <a:lnSpc>
                <a:spcPct val="100000"/>
              </a:lnSpc>
              <a:spcBef>
                <a:spcPts val="0"/>
              </a:spcBef>
              <a:buNone/>
            </a:pPr>
            <a:endParaRPr lang="en-US" sz="2400" dirty="0"/>
          </a:p>
          <a:p>
            <a:pPr marL="0" indent="0">
              <a:lnSpc>
                <a:spcPct val="100000"/>
              </a:lnSpc>
              <a:spcBef>
                <a:spcPts val="0"/>
              </a:spcBef>
              <a:buNone/>
            </a:pPr>
            <a:r>
              <a:rPr lang="en-US" sz="2400" dirty="0"/>
              <a:t>Answer:</a:t>
            </a:r>
          </a:p>
          <a:p>
            <a:pPr>
              <a:lnSpc>
                <a:spcPct val="100000"/>
              </a:lnSpc>
              <a:spcBef>
                <a:spcPts val="0"/>
              </a:spcBef>
            </a:pPr>
            <a:r>
              <a:rPr lang="en-US" sz="2400" dirty="0"/>
              <a:t>Find the equivalent capacitance in the circuit. </a:t>
            </a:r>
            <a:endParaRPr lang="en-US" sz="2000" dirty="0"/>
          </a:p>
          <a:p>
            <a:pPr>
              <a:lnSpc>
                <a:spcPct val="100000"/>
              </a:lnSpc>
              <a:spcBef>
                <a:spcPts val="0"/>
              </a:spcBef>
            </a:pPr>
            <a:r>
              <a:rPr lang="en-US" sz="2400" dirty="0"/>
              <a:t>Calculate the total charge in the loop.</a:t>
            </a:r>
          </a:p>
          <a:p>
            <a:pPr>
              <a:lnSpc>
                <a:spcPct val="100000"/>
              </a:lnSpc>
              <a:spcBef>
                <a:spcPts val="0"/>
              </a:spcBef>
            </a:pPr>
            <a:r>
              <a:rPr lang="en-US" sz="2400" dirty="0"/>
              <a:t>Based on the total charge to solve for </a:t>
            </a:r>
            <a:r>
              <a:rPr lang="en-US" sz="2400" i="1" dirty="0"/>
              <a:t>v</a:t>
            </a:r>
            <a:r>
              <a:rPr lang="en-US" sz="2400" i="1" baseline="-25000" dirty="0"/>
              <a:t>1</a:t>
            </a:r>
            <a:r>
              <a:rPr lang="en-US" sz="2400" dirty="0"/>
              <a:t> and </a:t>
            </a:r>
            <a:r>
              <a:rPr lang="en-US" sz="2400" i="1" dirty="0"/>
              <a:t>v</a:t>
            </a:r>
            <a:r>
              <a:rPr lang="en-US" sz="2400" i="1" baseline="-25000" dirty="0"/>
              <a:t>2</a:t>
            </a:r>
            <a:r>
              <a:rPr lang="en-US" sz="2400" dirty="0"/>
              <a:t>.</a:t>
            </a:r>
            <a:endParaRPr lang="en-US" sz="2000" dirty="0"/>
          </a:p>
          <a:p>
            <a:pPr>
              <a:lnSpc>
                <a:spcPct val="100000"/>
              </a:lnSpc>
              <a:spcBef>
                <a:spcPts val="0"/>
              </a:spcBef>
            </a:pPr>
            <a:r>
              <a:rPr lang="en-US" sz="2400" dirty="0"/>
              <a:t>Apply KVL to find </a:t>
            </a:r>
            <a:r>
              <a:rPr lang="en-US" sz="2400" i="1" dirty="0"/>
              <a:t>v</a:t>
            </a:r>
            <a:r>
              <a:rPr lang="en-US" sz="2400" i="1" baseline="-25000" dirty="0"/>
              <a:t>3</a:t>
            </a:r>
            <a:r>
              <a:rPr lang="en-US" sz="2400" dirty="0"/>
              <a:t>.</a:t>
            </a:r>
          </a:p>
          <a:p>
            <a:pPr>
              <a:lnSpc>
                <a:spcPct val="100000"/>
              </a:lnSpc>
              <a:spcBef>
                <a:spcPts val="0"/>
              </a:spcBef>
            </a:pPr>
            <a:endParaRPr lang="en-US" sz="2000" i="1" dirty="0">
              <a:latin typeface="Cambria Math" panose="02040503050406030204" pitchFamily="18" charset="0"/>
            </a:endParaRPr>
          </a:p>
          <a:p>
            <a:pPr marL="0" indent="0">
              <a:lnSpc>
                <a:spcPct val="100000"/>
              </a:lnSpc>
              <a:spcBef>
                <a:spcPts val="0"/>
              </a:spcBef>
              <a:buNone/>
            </a:pPr>
            <a:endParaRPr lang="en-US" dirty="0"/>
          </a:p>
        </p:txBody>
      </p:sp>
      <p:pic>
        <p:nvPicPr>
          <p:cNvPr id="179202" name="Picture 2" descr="C:\Users\skhark\AppData\Local\Temp\Rar$DI05.909\ale28221_06_18.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6083693" y="1132764"/>
            <a:ext cx="5835509" cy="3166831"/>
          </a:xfrm>
          <a:prstGeom prst="rect">
            <a:avLst/>
          </a:prstGeom>
          <a:noFill/>
        </p:spPr>
      </p:pic>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15</a:t>
            </a:fld>
            <a:endParaRPr lang="en-US" altLang="zh-CN" dirty="0">
              <a:ea typeface="黑体" panose="02010609060101010101" pitchFamily="49" charset="-122"/>
            </a:endParaRPr>
          </a:p>
        </p:txBody>
      </p:sp>
      <p:sp>
        <p:nvSpPr>
          <p:cNvPr id="4" name="TextBox 3"/>
          <p:cNvSpPr txBox="1"/>
          <p:nvPr/>
        </p:nvSpPr>
        <p:spPr>
          <a:xfrm>
            <a:off x="7007240" y="4888062"/>
            <a:ext cx="3866046" cy="1200329"/>
          </a:xfrm>
          <a:prstGeom prst="rect">
            <a:avLst/>
          </a:prstGeom>
          <a:noFill/>
        </p:spPr>
        <p:txBody>
          <a:bodyPr wrap="square" rtlCol="0">
            <a:spAutoFit/>
          </a:bodyPr>
          <a:lstStyle/>
          <a:p>
            <a:pPr algn="just"/>
            <a:r>
              <a:rPr lang="en-US" altLang="zh-CN" i="1" dirty="0"/>
              <a:t>Hint: Capacitors in series sharing the same current upon charging, the charge in each element in series will be the same.</a:t>
            </a:r>
            <a:endParaRPr lang="zh-CN" altLang="en-US"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1000"/>
                                        <p:tgtEl>
                                          <p:spTgt spid="3">
                                            <p:txEl>
                                              <p:pRg st="7" end="7"/>
                                            </p:txEl>
                                          </p:spTgt>
                                        </p:tgtEl>
                                      </p:cBhvr>
                                    </p:animEffect>
                                    <p:anim calcmode="lin" valueType="num">
                                      <p:cBhvr>
                                        <p:cTn id="1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animEffect transition="in" filter="fade">
                                      <p:cBhvr>
                                        <p:cTn id="19" dur="1000"/>
                                        <p:tgtEl>
                                          <p:spTgt spid="3">
                                            <p:txEl>
                                              <p:pRg st="8" end="8"/>
                                            </p:txEl>
                                          </p:spTgt>
                                        </p:tgtEl>
                                      </p:cBhvr>
                                    </p:animEffect>
                                    <p:anim calcmode="lin" valueType="num">
                                      <p:cBhvr>
                                        <p:cTn id="2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fade">
                                      <p:cBhvr>
                                        <p:cTn id="26" dur="1000"/>
                                        <p:tgtEl>
                                          <p:spTgt spid="3">
                                            <p:txEl>
                                              <p:pRg st="9" end="9"/>
                                            </p:txEl>
                                          </p:spTgt>
                                        </p:tgtEl>
                                      </p:cBhvr>
                                    </p:animEffect>
                                    <p:anim calcmode="lin" valueType="num">
                                      <p:cBhvr>
                                        <p:cTn id="2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fade">
                                      <p:cBhvr>
                                        <p:cTn id="33" dur="1000"/>
                                        <p:tgtEl>
                                          <p:spTgt spid="3">
                                            <p:txEl>
                                              <p:pRg st="10" end="10"/>
                                            </p:txEl>
                                          </p:spTgt>
                                        </p:tgtEl>
                                      </p:cBhvr>
                                    </p:animEffect>
                                    <p:anim calcmode="lin" valueType="num">
                                      <p:cBhvr>
                                        <p:cTn id="3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eaLnBrk="1" fontAlgn="auto" hangingPunct="1">
              <a:spcAft>
                <a:spcPts val="0"/>
              </a:spcAft>
              <a:defRPr/>
            </a:pPr>
            <a:r>
              <a:rPr lang="en-US" altLang="en-US" dirty="0"/>
              <a:t>Applications for Capacitors</a:t>
            </a:r>
          </a:p>
        </p:txBody>
      </p:sp>
      <p:sp>
        <p:nvSpPr>
          <p:cNvPr id="30723" name="Content Placeholder 2"/>
          <p:cNvSpPr>
            <a:spLocks noGrp="1"/>
          </p:cNvSpPr>
          <p:nvPr>
            <p:ph idx="1"/>
          </p:nvPr>
        </p:nvSpPr>
        <p:spPr/>
        <p:txBody>
          <a:bodyPr/>
          <a:lstStyle/>
          <a:p>
            <a:pPr eaLnBrk="1" hangingPunct="1">
              <a:lnSpc>
                <a:spcPct val="100000"/>
              </a:lnSpc>
            </a:pPr>
            <a:r>
              <a:rPr lang="en-US" altLang="en-US" sz="3200" dirty="0"/>
              <a:t>Capacitors have a wide range of applications, some of which are:</a:t>
            </a:r>
          </a:p>
          <a:p>
            <a:pPr lvl="1">
              <a:lnSpc>
                <a:spcPct val="100000"/>
              </a:lnSpc>
            </a:pPr>
            <a:r>
              <a:rPr lang="en-US" altLang="en-US" dirty="0"/>
              <a:t>Energy Storage</a:t>
            </a:r>
          </a:p>
          <a:p>
            <a:pPr lvl="1">
              <a:lnSpc>
                <a:spcPct val="100000"/>
              </a:lnSpc>
            </a:pPr>
            <a:r>
              <a:rPr lang="en-US" altLang="en-US" dirty="0"/>
              <a:t>Signal Processing</a:t>
            </a:r>
          </a:p>
          <a:p>
            <a:pPr lvl="2">
              <a:lnSpc>
                <a:spcPct val="100000"/>
              </a:lnSpc>
            </a:pPr>
            <a:r>
              <a:rPr lang="en-US" altLang="en-US" dirty="0"/>
              <a:t>Passing AC signals</a:t>
            </a:r>
          </a:p>
          <a:p>
            <a:pPr lvl="2">
              <a:lnSpc>
                <a:spcPct val="100000"/>
              </a:lnSpc>
            </a:pPr>
            <a:r>
              <a:rPr lang="en-US" altLang="en-US" dirty="0"/>
              <a:t>Blocking DC signals</a:t>
            </a:r>
          </a:p>
          <a:p>
            <a:pPr lvl="2">
              <a:lnSpc>
                <a:spcPct val="100000"/>
              </a:lnSpc>
            </a:pPr>
            <a:r>
              <a:rPr lang="en-US" altLang="en-US" dirty="0"/>
              <a:t>Filters and shift phase</a:t>
            </a:r>
          </a:p>
          <a:p>
            <a:pPr lvl="2">
              <a:lnSpc>
                <a:spcPct val="100000"/>
              </a:lnSpc>
            </a:pPr>
            <a:r>
              <a:rPr lang="en-US" altLang="en-US" dirty="0"/>
              <a:t>Suppress noise</a:t>
            </a:r>
          </a:p>
          <a:p>
            <a:pPr lvl="1" eaLnBrk="1" hangingPunct="1">
              <a:lnSpc>
                <a:spcPct val="100000"/>
              </a:lnSpc>
            </a:pPr>
            <a:r>
              <a:rPr lang="en-US" altLang="en-US" dirty="0"/>
              <a:t>Sensing</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16</a:t>
            </a:fld>
            <a:endParaRPr lang="en-US" altLang="zh-CN" dirty="0">
              <a:ea typeface="黑体" panose="02010609060101010101" pitchFamily="49" charset="-122"/>
            </a:endParaRPr>
          </a:p>
        </p:txBody>
      </p:sp>
      <p:pic>
        <p:nvPicPr>
          <p:cNvPr id="245762" name="Picture 2" descr="Image result for capacito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7483" y="2904441"/>
            <a:ext cx="4062167" cy="1776458"/>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Image result for capacito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9905" y="4770592"/>
            <a:ext cx="3000375" cy="1685926"/>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5">
            <a:clrChange>
              <a:clrFrom>
                <a:srgbClr val="FFFFFF"/>
              </a:clrFrom>
              <a:clrTo>
                <a:srgbClr val="FFFFFF">
                  <a:alpha val="0"/>
                </a:srgbClr>
              </a:clrTo>
            </a:clrChange>
          </a:blip>
          <a:stretch>
            <a:fillRect/>
          </a:stretch>
        </p:blipFill>
        <p:spPr>
          <a:xfrm>
            <a:off x="7403476" y="4489605"/>
            <a:ext cx="4267200" cy="2247900"/>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B9733102-6054-0775-7048-1597A65A24D7}"/>
                  </a:ext>
                </a:extLst>
              </p14:cNvPr>
              <p14:cNvContentPartPr/>
              <p14:nvPr/>
            </p14:nvContentPartPr>
            <p14:xfrm>
              <a:off x="1936440" y="4690440"/>
              <a:ext cx="4274280" cy="1926720"/>
            </p14:xfrm>
          </p:contentPart>
        </mc:Choice>
        <mc:Fallback xmlns="">
          <p:pic>
            <p:nvPicPr>
              <p:cNvPr id="5" name="Ink 4">
                <a:extLst>
                  <a:ext uri="{FF2B5EF4-FFF2-40B4-BE49-F238E27FC236}">
                    <a16:creationId xmlns:a16="http://schemas.microsoft.com/office/drawing/2014/main" id="{B9733102-6054-0775-7048-1597A65A24D7}"/>
                  </a:ext>
                </a:extLst>
              </p:cNvPr>
              <p:cNvPicPr/>
              <p:nvPr/>
            </p:nvPicPr>
            <p:blipFill>
              <a:blip r:embed="rId7"/>
              <a:stretch>
                <a:fillRect/>
              </a:stretch>
            </p:blipFill>
            <p:spPr>
              <a:xfrm>
                <a:off x="1927080" y="4681080"/>
                <a:ext cx="4293000" cy="1945440"/>
              </a:xfrm>
              <a:prstGeom prst="rect">
                <a:avLst/>
              </a:prstGeom>
            </p:spPr>
          </p:pic>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DAC37-B6C2-9E43-86C7-44085822D7D5}"/>
              </a:ext>
            </a:extLst>
          </p:cNvPr>
          <p:cNvSpPr>
            <a:spLocks noGrp="1"/>
          </p:cNvSpPr>
          <p:nvPr>
            <p:ph type="title"/>
          </p:nvPr>
        </p:nvSpPr>
        <p:spPr>
          <a:xfrm>
            <a:off x="838200" y="0"/>
            <a:ext cx="10515600" cy="1325563"/>
          </a:xfrm>
        </p:spPr>
        <p:txBody>
          <a:bodyPr/>
          <a:lstStyle/>
          <a:p>
            <a:r>
              <a:rPr lang="en-CN" dirty="0"/>
              <a:t>Application – capacitive touch screen</a:t>
            </a:r>
          </a:p>
        </p:txBody>
      </p:sp>
      <p:sp>
        <p:nvSpPr>
          <p:cNvPr id="4" name="Slide Number Placeholder 3">
            <a:extLst>
              <a:ext uri="{FF2B5EF4-FFF2-40B4-BE49-F238E27FC236}">
                <a16:creationId xmlns:a16="http://schemas.microsoft.com/office/drawing/2014/main" id="{B0305272-697D-DC49-A5FF-20B2CB5A75FF}"/>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17</a:t>
            </a:fld>
            <a:endParaRPr lang="en-US" altLang="zh-CN" dirty="0">
              <a:ea typeface="黑体" panose="02010609060101010101" pitchFamily="49" charset="-122"/>
            </a:endParaRPr>
          </a:p>
        </p:txBody>
      </p:sp>
      <p:pic>
        <p:nvPicPr>
          <p:cNvPr id="7" name="Picture 6">
            <a:extLst>
              <a:ext uri="{FF2B5EF4-FFF2-40B4-BE49-F238E27FC236}">
                <a16:creationId xmlns:a16="http://schemas.microsoft.com/office/drawing/2014/main" id="{8186CEB2-116A-124A-AE0B-0D6AB67E74AA}"/>
              </a:ext>
            </a:extLst>
          </p:cNvPr>
          <p:cNvPicPr>
            <a:picLocks noChangeAspect="1"/>
          </p:cNvPicPr>
          <p:nvPr/>
        </p:nvPicPr>
        <p:blipFill>
          <a:blip r:embed="rId2"/>
          <a:stretch>
            <a:fillRect/>
          </a:stretch>
        </p:blipFill>
        <p:spPr>
          <a:xfrm>
            <a:off x="154111" y="1189225"/>
            <a:ext cx="7017249" cy="5134573"/>
          </a:xfrm>
          <a:prstGeom prst="rect">
            <a:avLst/>
          </a:prstGeom>
        </p:spPr>
      </p:pic>
      <p:pic>
        <p:nvPicPr>
          <p:cNvPr id="5" name="Content Placeholder 4">
            <a:extLst>
              <a:ext uri="{FF2B5EF4-FFF2-40B4-BE49-F238E27FC236}">
                <a16:creationId xmlns:a16="http://schemas.microsoft.com/office/drawing/2014/main" id="{2218A6BC-B1EC-924E-90A4-415160ECE630}"/>
              </a:ext>
            </a:extLst>
          </p:cNvPr>
          <p:cNvPicPr>
            <a:picLocks noGrp="1" noChangeAspect="1"/>
          </p:cNvPicPr>
          <p:nvPr>
            <p:ph idx="1"/>
          </p:nvPr>
        </p:nvPicPr>
        <p:blipFill>
          <a:blip r:embed="rId3"/>
          <a:stretch>
            <a:fillRect/>
          </a:stretch>
        </p:blipFill>
        <p:spPr>
          <a:xfrm>
            <a:off x="6578020" y="1189225"/>
            <a:ext cx="5613979" cy="2405991"/>
          </a:xfrm>
        </p:spPr>
      </p:pic>
      <p:pic>
        <p:nvPicPr>
          <p:cNvPr id="6" name="Picture 5">
            <a:extLst>
              <a:ext uri="{FF2B5EF4-FFF2-40B4-BE49-F238E27FC236}">
                <a16:creationId xmlns:a16="http://schemas.microsoft.com/office/drawing/2014/main" id="{E3836D14-AEC1-B741-A7F4-9F9EB9C57A0C}"/>
              </a:ext>
            </a:extLst>
          </p:cNvPr>
          <p:cNvPicPr>
            <a:picLocks noChangeAspect="1"/>
          </p:cNvPicPr>
          <p:nvPr/>
        </p:nvPicPr>
        <p:blipFill rotWithShape="1">
          <a:blip r:embed="rId4"/>
          <a:srcRect l="2076"/>
          <a:stretch/>
        </p:blipFill>
        <p:spPr>
          <a:xfrm>
            <a:off x="7073651" y="3618287"/>
            <a:ext cx="5112777" cy="2738063"/>
          </a:xfrm>
          <a:prstGeom prst="rect">
            <a:avLst/>
          </a:prstGeom>
        </p:spPr>
      </p:pic>
    </p:spTree>
    <p:extLst>
      <p:ext uri="{BB962C8B-B14F-4D97-AF65-F5344CB8AC3E}">
        <p14:creationId xmlns:p14="http://schemas.microsoft.com/office/powerpoint/2010/main" val="18628334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pPr eaLnBrk="1" fontAlgn="auto" hangingPunct="1">
              <a:spcAft>
                <a:spcPts val="0"/>
              </a:spcAft>
              <a:defRPr/>
            </a:pPr>
            <a:r>
              <a:rPr lang="en-US" altLang="en-US"/>
              <a:t>Inductors</a:t>
            </a:r>
          </a:p>
        </p:txBody>
      </p:sp>
      <p:sp>
        <p:nvSpPr>
          <p:cNvPr id="35843" name="Content Placeholder 2"/>
          <p:cNvSpPr>
            <a:spLocks noGrp="1"/>
          </p:cNvSpPr>
          <p:nvPr>
            <p:ph idx="1"/>
          </p:nvPr>
        </p:nvSpPr>
        <p:spPr>
          <a:xfrm>
            <a:off x="838200" y="1690688"/>
            <a:ext cx="7513388" cy="4435476"/>
          </a:xfrm>
        </p:spPr>
        <p:txBody>
          <a:bodyPr>
            <a:normAutofit/>
          </a:bodyPr>
          <a:lstStyle/>
          <a:p>
            <a:pPr algn="just" eaLnBrk="1" hangingPunct="1">
              <a:lnSpc>
                <a:spcPct val="100000"/>
              </a:lnSpc>
            </a:pPr>
            <a:r>
              <a:rPr lang="en-US" altLang="en-US" dirty="0"/>
              <a:t>An inductor is a passive element that stores energy in its magnetic field</a:t>
            </a:r>
          </a:p>
          <a:p>
            <a:pPr algn="just" eaLnBrk="1" hangingPunct="1">
              <a:lnSpc>
                <a:spcPct val="100000"/>
              </a:lnSpc>
            </a:pPr>
            <a:r>
              <a:rPr lang="en-US" altLang="en-US" dirty="0"/>
              <a:t>They have applications in power supplies, transformers, radios, TVs, radars, and electric motors. </a:t>
            </a:r>
          </a:p>
          <a:p>
            <a:pPr algn="just" eaLnBrk="1" hangingPunct="1">
              <a:lnSpc>
                <a:spcPct val="100000"/>
              </a:lnSpc>
            </a:pPr>
            <a:r>
              <a:rPr lang="en-US" altLang="en-US" dirty="0"/>
              <a:t>Any conductor has inductive properties and may be regarded as an inductor, but the effect is typically enhanced by coiling the wire up.</a:t>
            </a:r>
          </a:p>
        </p:txBody>
      </p:sp>
      <p:sp>
        <p:nvSpPr>
          <p:cNvPr id="8" name="Slide Number Placeholder 7"/>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18</a:t>
            </a:fld>
            <a:endParaRPr lang="en-US" altLang="zh-CN" dirty="0">
              <a:ea typeface="黑体" panose="02010609060101010101" pitchFamily="49" charset="-122"/>
            </a:endParaRPr>
          </a:p>
        </p:txBody>
      </p:sp>
      <p:pic>
        <p:nvPicPr>
          <p:cNvPr id="2" name="Picture 1"/>
          <p:cNvPicPr>
            <a:picLocks noChangeAspect="1"/>
          </p:cNvPicPr>
          <p:nvPr/>
        </p:nvPicPr>
        <p:blipFill>
          <a:blip r:embed="rId3"/>
          <a:stretch>
            <a:fillRect/>
          </a:stretch>
        </p:blipFill>
        <p:spPr>
          <a:xfrm>
            <a:off x="8884474" y="122830"/>
            <a:ext cx="2374929" cy="4295947"/>
          </a:xfrm>
          <a:prstGeom prst="rect">
            <a:avLst/>
          </a:prstGeom>
        </p:spPr>
      </p:pic>
      <p:pic>
        <p:nvPicPr>
          <p:cNvPr id="9" name="Picture 8"/>
          <p:cNvPicPr>
            <a:picLocks noChangeAspect="1"/>
          </p:cNvPicPr>
          <p:nvPr/>
        </p:nvPicPr>
        <p:blipFill>
          <a:blip r:embed="rId4"/>
          <a:stretch>
            <a:fillRect/>
          </a:stretch>
        </p:blipFill>
        <p:spPr>
          <a:xfrm>
            <a:off x="2236568" y="5670188"/>
            <a:ext cx="2108245" cy="779134"/>
          </a:xfrm>
          <a:prstGeom prst="rect">
            <a:avLst/>
          </a:prstGeom>
        </p:spPr>
      </p:pic>
      <p:sp>
        <p:nvSpPr>
          <p:cNvPr id="13" name="TextBox 12"/>
          <p:cNvSpPr txBox="1"/>
          <p:nvPr/>
        </p:nvSpPr>
        <p:spPr>
          <a:xfrm>
            <a:off x="4603825" y="5987018"/>
            <a:ext cx="1932924" cy="369332"/>
          </a:xfrm>
          <a:prstGeom prst="rect">
            <a:avLst/>
          </a:prstGeom>
          <a:noFill/>
        </p:spPr>
        <p:txBody>
          <a:bodyPr wrap="square" rtlCol="0">
            <a:spAutoFit/>
          </a:bodyPr>
          <a:lstStyle/>
          <a:p>
            <a:pPr algn="ctr"/>
            <a:r>
              <a:rPr lang="en-US" altLang="zh-CN" i="1" dirty="0"/>
              <a:t>Circuit Symbol</a:t>
            </a:r>
            <a:endParaRPr lang="zh-CN" altLang="en-US" i="1" dirty="0"/>
          </a:p>
        </p:txBody>
      </p:sp>
      <p:pic>
        <p:nvPicPr>
          <p:cNvPr id="10" name="Picture 9">
            <a:extLst>
              <a:ext uri="{FF2B5EF4-FFF2-40B4-BE49-F238E27FC236}">
                <a16:creationId xmlns:a16="http://schemas.microsoft.com/office/drawing/2014/main" id="{714AFA9C-1109-DB43-BEDE-6CAE68BCDD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916349" y="4619292"/>
            <a:ext cx="2165634" cy="18540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itle 1"/>
          <p:cNvSpPr>
            <a:spLocks noGrp="1"/>
          </p:cNvSpPr>
          <p:nvPr>
            <p:ph type="title"/>
          </p:nvPr>
        </p:nvSpPr>
        <p:spPr/>
        <p:txBody>
          <a:bodyPr/>
          <a:lstStyle/>
          <a:p>
            <a:pPr eaLnBrk="1" fontAlgn="auto" hangingPunct="1">
              <a:spcAft>
                <a:spcPts val="0"/>
              </a:spcAft>
              <a:defRPr/>
            </a:pPr>
            <a:r>
              <a:rPr lang="en-US" altLang="en-US" dirty="0"/>
              <a:t>Voltage-Current Relationship</a:t>
            </a:r>
          </a:p>
        </p:txBody>
      </p:sp>
      <p:sp>
        <p:nvSpPr>
          <p:cNvPr id="10244" name="Content Placeholder 2"/>
          <p:cNvSpPr>
            <a:spLocks noGrp="1"/>
          </p:cNvSpPr>
          <p:nvPr>
            <p:ph idx="1"/>
          </p:nvPr>
        </p:nvSpPr>
        <p:spPr>
          <a:xfrm>
            <a:off x="838200" y="1690688"/>
            <a:ext cx="6923302" cy="3550341"/>
          </a:xfrm>
        </p:spPr>
        <p:txBody>
          <a:bodyPr>
            <a:noAutofit/>
          </a:bodyPr>
          <a:lstStyle/>
          <a:p>
            <a:pPr algn="just" eaLnBrk="1" hangingPunct="1">
              <a:lnSpc>
                <a:spcPct val="100000"/>
              </a:lnSpc>
            </a:pPr>
            <a:r>
              <a:rPr lang="en-US" altLang="en-US" sz="2400" dirty="0"/>
              <a:t>If a current passes through an inductor, the voltage across it is directly proportional to the time rate of change in current. Using the </a:t>
            </a:r>
            <a:r>
              <a:rPr lang="en-US" altLang="en-US" sz="2400" i="1" dirty="0">
                <a:solidFill>
                  <a:srgbClr val="FF0000"/>
                </a:solidFill>
              </a:rPr>
              <a:t>passive sign convention</a:t>
            </a:r>
            <a:r>
              <a:rPr lang="en-US" altLang="en-US" sz="2400" dirty="0"/>
              <a:t>, it is written as </a:t>
            </a:r>
          </a:p>
          <a:p>
            <a:pPr algn="just" eaLnBrk="1" hangingPunct="1">
              <a:lnSpc>
                <a:spcPct val="100000"/>
              </a:lnSpc>
            </a:pPr>
            <a:endParaRPr lang="en-US" altLang="en-US" sz="1400" dirty="0"/>
          </a:p>
          <a:p>
            <a:pPr algn="just" eaLnBrk="1" hangingPunct="1">
              <a:lnSpc>
                <a:spcPct val="100000"/>
              </a:lnSpc>
            </a:pPr>
            <a:endParaRPr lang="en-US" altLang="en-US" sz="2000" dirty="0"/>
          </a:p>
          <a:p>
            <a:pPr lvl="2" algn="just">
              <a:lnSpc>
                <a:spcPct val="100000"/>
              </a:lnSpc>
            </a:pPr>
            <a:endParaRPr lang="en-US" altLang="en-US" sz="1600" dirty="0"/>
          </a:p>
          <a:p>
            <a:pPr marL="276225" indent="0" algn="just" eaLnBrk="1" hangingPunct="1">
              <a:lnSpc>
                <a:spcPct val="100000"/>
              </a:lnSpc>
              <a:buNone/>
            </a:pPr>
            <a:r>
              <a:rPr lang="en-US" altLang="en-US" sz="2400" dirty="0"/>
              <a:t>where, </a:t>
            </a:r>
            <a:r>
              <a:rPr lang="en-US" altLang="en-US" sz="2400" i="1" dirty="0"/>
              <a:t>L</a:t>
            </a:r>
            <a:r>
              <a:rPr lang="en-US" altLang="en-US" sz="2400" dirty="0"/>
              <a:t> is </a:t>
            </a:r>
            <a:r>
              <a:rPr lang="en-US" altLang="en-US" sz="2400" i="1" dirty="0"/>
              <a:t>inductance</a:t>
            </a:r>
            <a:r>
              <a:rPr lang="en-US" altLang="en-US" sz="2400" dirty="0"/>
              <a:t>, measured in henry (H), 1 henry equals 1 volt-second per ampere.</a:t>
            </a:r>
          </a:p>
          <a:p>
            <a:pPr marL="276225" indent="0" algn="just" eaLnBrk="1" hangingPunct="1">
              <a:lnSpc>
                <a:spcPct val="100000"/>
              </a:lnSpc>
              <a:buNone/>
            </a:pPr>
            <a:endParaRPr lang="en-US" altLang="en-US" sz="2400" dirty="0"/>
          </a:p>
          <a:p>
            <a:pPr marL="276225" indent="0" algn="just" eaLnBrk="1" hangingPunct="1">
              <a:lnSpc>
                <a:spcPct val="100000"/>
              </a:lnSpc>
              <a:buNone/>
            </a:pPr>
            <a:endParaRPr lang="en-US" altLang="en-US" sz="2400" dirty="0"/>
          </a:p>
        </p:txBody>
      </p:sp>
      <p:graphicFrame>
        <p:nvGraphicFramePr>
          <p:cNvPr id="10242" name="Object 5"/>
          <p:cNvGraphicFramePr>
            <a:graphicFrameLocks noChangeAspect="1"/>
          </p:cNvGraphicFramePr>
          <p:nvPr>
            <p:extLst>
              <p:ext uri="{D42A27DB-BD31-4B8C-83A1-F6EECF244321}">
                <p14:modId xmlns:p14="http://schemas.microsoft.com/office/powerpoint/2010/main" val="2113748324"/>
              </p:ext>
            </p:extLst>
          </p:nvPr>
        </p:nvGraphicFramePr>
        <p:xfrm>
          <a:off x="1605658" y="3250122"/>
          <a:ext cx="1823775" cy="1010091"/>
        </p:xfrm>
        <a:graphic>
          <a:graphicData uri="http://schemas.openxmlformats.org/presentationml/2006/ole">
            <mc:AlternateContent xmlns:mc="http://schemas.openxmlformats.org/markup-compatibility/2006">
              <mc:Choice xmlns:v="urn:schemas-microsoft-com:vml" Requires="v">
                <p:oleObj name="Equation" r:id="rId3" imgW="533169" imgH="393529" progId="Equation.DSMT4">
                  <p:embed/>
                </p:oleObj>
              </mc:Choice>
              <mc:Fallback>
                <p:oleObj name="Equation" r:id="rId3" imgW="533169" imgH="393529" progId="Equation.DSMT4">
                  <p:embed/>
                  <p:pic>
                    <p:nvPicPr>
                      <p:cNvPr id="10242"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5658" y="3250122"/>
                        <a:ext cx="1823775" cy="1010091"/>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19</a:t>
            </a:fld>
            <a:endParaRPr lang="en-US" altLang="zh-CN" dirty="0">
              <a:ea typeface="黑体" panose="02010609060101010101" pitchFamily="49" charset="-122"/>
            </a:endParaRPr>
          </a:p>
        </p:txBody>
      </p:sp>
      <p:sp>
        <p:nvSpPr>
          <p:cNvPr id="4" name="Rectangle 3"/>
          <p:cNvSpPr/>
          <p:nvPr/>
        </p:nvSpPr>
        <p:spPr>
          <a:xfrm>
            <a:off x="1069675" y="5463979"/>
            <a:ext cx="10284125" cy="830997"/>
          </a:xfrm>
          <a:prstGeom prst="rect">
            <a:avLst/>
          </a:prstGeom>
          <a:solidFill>
            <a:schemeClr val="accent6">
              <a:lumMod val="40000"/>
              <a:lumOff val="60000"/>
            </a:schemeClr>
          </a:solidFill>
        </p:spPr>
        <p:txBody>
          <a:bodyPr wrap="square">
            <a:spAutoFit/>
          </a:bodyPr>
          <a:lstStyle/>
          <a:p>
            <a:pPr algn="just"/>
            <a:r>
              <a:rPr lang="en-US" altLang="en-US" sz="2400" dirty="0"/>
              <a:t>Inductance is the property whereby an inductor exhibits opposition to the change of current flowing through it.</a:t>
            </a:r>
          </a:p>
        </p:txBody>
      </p:sp>
      <p:grpSp>
        <p:nvGrpSpPr>
          <p:cNvPr id="9" name="Group 8"/>
          <p:cNvGrpSpPr/>
          <p:nvPr/>
        </p:nvGrpSpPr>
        <p:grpSpPr>
          <a:xfrm>
            <a:off x="4352879" y="3146155"/>
            <a:ext cx="2853833" cy="1202007"/>
            <a:chOff x="7939166" y="365125"/>
            <a:chExt cx="3236970" cy="1373622"/>
          </a:xfrm>
        </p:grpSpPr>
        <p:pic>
          <p:nvPicPr>
            <p:cNvPr id="5" name="Picture 4"/>
            <p:cNvPicPr>
              <a:picLocks noChangeAspect="1"/>
            </p:cNvPicPr>
            <p:nvPr/>
          </p:nvPicPr>
          <p:blipFill>
            <a:blip r:embed="rId5"/>
            <a:stretch>
              <a:fillRect/>
            </a:stretch>
          </p:blipFill>
          <p:spPr>
            <a:xfrm rot="16200000">
              <a:off x="8870840" y="-566549"/>
              <a:ext cx="1373622" cy="3236970"/>
            </a:xfrm>
            <a:prstGeom prst="rect">
              <a:avLst/>
            </a:prstGeom>
          </p:spPr>
        </p:pic>
        <p:sp>
          <p:nvSpPr>
            <p:cNvPr id="6" name="TextBox 5"/>
            <p:cNvSpPr txBox="1"/>
            <p:nvPr/>
          </p:nvSpPr>
          <p:spPr>
            <a:xfrm>
              <a:off x="8329419" y="432541"/>
              <a:ext cx="269626" cy="461665"/>
            </a:xfrm>
            <a:prstGeom prst="rect">
              <a:avLst/>
            </a:prstGeom>
            <a:noFill/>
          </p:spPr>
          <p:txBody>
            <a:bodyPr wrap="none" rtlCol="0">
              <a:spAutoFit/>
            </a:bodyPr>
            <a:lstStyle/>
            <a:p>
              <a:r>
                <a:rPr lang="en-US" altLang="zh-CN" sz="2400" i="1" dirty="0"/>
                <a:t>i</a:t>
              </a:r>
              <a:endParaRPr lang="zh-CN" altLang="en-US" i="1" dirty="0"/>
            </a:p>
          </p:txBody>
        </p:sp>
      </p:grpSp>
      <p:pic>
        <p:nvPicPr>
          <p:cNvPr id="14" name="Picture 5" descr="C:\Users\skhark\AppData\Local\Temp\Rar$DI13.6662\ale28221_06_24.jpg"/>
          <p:cNvPicPr>
            <a:picLocks noChangeAspect="1" noChangeArrowheads="1"/>
          </p:cNvPicPr>
          <p:nvPr/>
        </p:nvPicPr>
        <p:blipFill>
          <a:blip r:embed="rId6" cstate="print"/>
          <a:srcRect/>
          <a:stretch>
            <a:fillRect/>
          </a:stretch>
        </p:blipFill>
        <p:spPr bwMode="auto">
          <a:xfrm>
            <a:off x="7933643" y="2160819"/>
            <a:ext cx="3673645" cy="308021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Title 1"/>
          <p:cNvSpPr>
            <a:spLocks noGrp="1"/>
          </p:cNvSpPr>
          <p:nvPr>
            <p:ph type="title"/>
          </p:nvPr>
        </p:nvSpPr>
        <p:spPr/>
        <p:txBody>
          <a:bodyPr/>
          <a:lstStyle/>
          <a:p>
            <a:pPr eaLnBrk="1" fontAlgn="auto" hangingPunct="1">
              <a:spcAft>
                <a:spcPts val="0"/>
              </a:spcAft>
              <a:defRPr/>
            </a:pPr>
            <a:r>
              <a:rPr lang="en-US" altLang="en-US" dirty="0"/>
              <a:t>Power and Stored Energy</a:t>
            </a:r>
          </a:p>
        </p:txBody>
      </p:sp>
      <p:sp>
        <p:nvSpPr>
          <p:cNvPr id="12294" name="Content Placeholder 2"/>
          <p:cNvSpPr>
            <a:spLocks noGrp="1"/>
          </p:cNvSpPr>
          <p:nvPr>
            <p:ph idx="1"/>
          </p:nvPr>
        </p:nvSpPr>
        <p:spPr/>
        <p:txBody>
          <a:bodyPr/>
          <a:lstStyle/>
          <a:p>
            <a:pPr eaLnBrk="1" hangingPunct="1"/>
            <a:r>
              <a:rPr lang="en-US" altLang="en-US" sz="2400" dirty="0"/>
              <a:t>Therefore, the current voltage relationship for an inductor is:</a:t>
            </a:r>
          </a:p>
          <a:p>
            <a:pPr eaLnBrk="1" hangingPunct="1"/>
            <a:endParaRPr lang="en-US" altLang="en-US" sz="2400" dirty="0"/>
          </a:p>
          <a:p>
            <a:pPr eaLnBrk="1" hangingPunct="1"/>
            <a:endParaRPr lang="en-US" altLang="en-US" sz="2400" dirty="0"/>
          </a:p>
          <a:p>
            <a:pPr eaLnBrk="1" hangingPunct="1"/>
            <a:r>
              <a:rPr lang="en-US" altLang="en-US" sz="2400" dirty="0"/>
              <a:t>The power delivered to the inductor is:</a:t>
            </a:r>
          </a:p>
          <a:p>
            <a:pPr eaLnBrk="1" hangingPunct="1"/>
            <a:endParaRPr lang="en-US" altLang="en-US" sz="2400" dirty="0"/>
          </a:p>
          <a:p>
            <a:pPr eaLnBrk="1" hangingPunct="1"/>
            <a:endParaRPr lang="en-US" altLang="en-US" sz="2400" dirty="0"/>
          </a:p>
          <a:p>
            <a:pPr eaLnBrk="1" hangingPunct="1"/>
            <a:endParaRPr lang="en-US" altLang="en-US" sz="2400" dirty="0"/>
          </a:p>
          <a:p>
            <a:pPr eaLnBrk="1" hangingPunct="1"/>
            <a:r>
              <a:rPr lang="en-US" altLang="en-US" sz="2400" dirty="0"/>
              <a:t>The energy stored in the inductor is:</a:t>
            </a:r>
          </a:p>
        </p:txBody>
      </p:sp>
      <mc:AlternateContent xmlns:mc="http://schemas.openxmlformats.org/markup-compatibility/2006" xmlns:a14="http://schemas.microsoft.com/office/drawing/2010/main">
        <mc:Choice Requires="a14">
          <p:sp>
            <p:nvSpPr>
              <p:cNvPr id="12290" name="Object 5"/>
              <p:cNvSpPr txBox="1"/>
              <p:nvPr/>
            </p:nvSpPr>
            <p:spPr bwMode="auto">
              <a:xfrm>
                <a:off x="4090988" y="2193925"/>
                <a:ext cx="4079875" cy="112712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𝑖</m:t>
                      </m:r>
                      <m:r>
                        <a:rPr lang="en-US" i="1">
                          <a:solidFill>
                            <a:srgbClr val="000000"/>
                          </a:solidFill>
                          <a:latin typeface="Cambria Math" panose="02040503050406030204" pitchFamily="18" charset="0"/>
                        </a:rPr>
                        <m:t> =</m:t>
                      </m:r>
                      <m:f>
                        <m:fPr>
                          <m:ctrlPr>
                            <a:rPr lang="en-US" i="1">
                              <a:solidFill>
                                <a:srgbClr val="000000"/>
                              </a:solidFill>
                              <a:latin typeface="Cambria Math" panose="02040503050406030204" pitchFamily="18" charset="0"/>
                            </a:rPr>
                          </m:ctrlPr>
                        </m:fPr>
                        <m:num>
                          <m:r>
                            <a:rPr lang="en-US" i="1">
                              <a:solidFill>
                                <a:srgbClr val="000000"/>
                              </a:solidFill>
                              <a:latin typeface="Cambria Math" panose="02040503050406030204" pitchFamily="18" charset="0"/>
                            </a:rPr>
                            <m:t>1</m:t>
                          </m:r>
                        </m:num>
                        <m:den>
                          <m:r>
                            <a:rPr lang="en-US" i="1">
                              <a:solidFill>
                                <a:srgbClr val="000000"/>
                              </a:solidFill>
                              <a:latin typeface="Cambria Math" panose="02040503050406030204" pitchFamily="18" charset="0"/>
                            </a:rPr>
                            <m:t>𝐿</m:t>
                          </m:r>
                        </m:den>
                      </m:f>
                      <m:nary>
                        <m:naryPr>
                          <m:limLoc m:val="undOvr"/>
                          <m:ctrlPr>
                            <a:rPr lang="en-US" i="1">
                              <a:solidFill>
                                <a:srgbClr val="000000"/>
                              </a:solidFill>
                              <a:latin typeface="Cambria Math" panose="02040503050406030204" pitchFamily="18" charset="0"/>
                            </a:rPr>
                          </m:ctrlPr>
                        </m:naryPr>
                        <m: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0</m:t>
                              </m:r>
                            </m:sub>
                          </m:sSub>
                        </m:sub>
                        <m:sup>
                          <m:r>
                            <a:rPr lang="en-US" i="1">
                              <a:solidFill>
                                <a:srgbClr val="000000"/>
                              </a:solidFill>
                              <a:latin typeface="Cambria Math" panose="02040503050406030204" pitchFamily="18" charset="0"/>
                            </a:rPr>
                            <m:t>𝑡</m:t>
                          </m:r>
                        </m:sup>
                        <m:e>
                          <m:r>
                            <a:rPr lang="en-US" i="1">
                              <a:solidFill>
                                <a:srgbClr val="000000"/>
                              </a:solidFill>
                              <a:latin typeface="Cambria Math" panose="02040503050406030204" pitchFamily="18" charset="0"/>
                            </a:rPr>
                            <m:t>𝑣</m:t>
                          </m:r>
                          <m:d>
                            <m:dPr>
                              <m:ctrlPr>
                                <a:rPr lang="en-US" i="1">
                                  <a:solidFill>
                                    <a:srgbClr val="000000"/>
                                  </a:solidFill>
                                  <a:latin typeface="Cambria Math" panose="02040503050406030204" pitchFamily="18" charset="0"/>
                                </a:rPr>
                              </m:ctrlPr>
                            </m:dPr>
                            <m:e>
                              <m:r>
                                <a:rPr lang="en-US" i="1">
                                  <a:solidFill>
                                    <a:srgbClr val="000000"/>
                                  </a:solidFill>
                                  <a:latin typeface="Cambria Math" panose="02040503050406030204" pitchFamily="18" charset="0"/>
                                </a:rPr>
                                <m:t>𝜏</m:t>
                              </m:r>
                            </m:e>
                          </m:d>
                        </m:e>
                      </m:nary>
                      <m:r>
                        <a:rPr lang="en-US" i="1">
                          <a:solidFill>
                            <a:srgbClr val="000000"/>
                          </a:solidFill>
                          <a:latin typeface="Cambria Math" panose="02040503050406030204" pitchFamily="18" charset="0"/>
                        </a:rPr>
                        <m:t>𝑑</m:t>
                      </m:r>
                      <m:r>
                        <a:rPr lang="en-US" i="1">
                          <a:solidFill>
                            <a:srgbClr val="000000"/>
                          </a:solidFill>
                          <a:latin typeface="Cambria Math" panose="02040503050406030204" pitchFamily="18" charset="0"/>
                        </a:rPr>
                        <m:t>𝜏</m:t>
                      </m:r>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𝑖</m:t>
                      </m:r>
                      <m:d>
                        <m:dPr>
                          <m:ctrlPr>
                            <a:rPr lang="en-US" i="1">
                              <a:solidFill>
                                <a:srgbClr val="000000"/>
                              </a:solidFill>
                              <a:latin typeface="Cambria Math" panose="02040503050406030204" pitchFamily="18" charset="0"/>
                            </a:rPr>
                          </m:ctrlPr>
                        </m:d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𝑡</m:t>
                              </m:r>
                            </m:e>
                            <m:sub>
                              <m:r>
                                <a:rPr lang="en-US" i="1">
                                  <a:solidFill>
                                    <a:srgbClr val="000000"/>
                                  </a:solidFill>
                                  <a:latin typeface="Cambria Math" panose="02040503050406030204" pitchFamily="18" charset="0"/>
                                </a:rPr>
                                <m:t>0</m:t>
                              </m:r>
                            </m:sub>
                          </m:sSub>
                        </m:e>
                      </m:d>
                    </m:oMath>
                  </m:oMathPara>
                </a14:m>
                <a:endParaRPr lang="en-US" dirty="0"/>
              </a:p>
            </p:txBody>
          </p:sp>
        </mc:Choice>
        <mc:Fallback xmlns="">
          <p:sp>
            <p:nvSpPr>
              <p:cNvPr id="12290" name="Object 5"/>
              <p:cNvSpPr txBox="1">
                <a:spLocks noRot="1" noChangeAspect="1" noMove="1" noResize="1" noEditPoints="1" noAdjustHandles="1" noChangeArrowheads="1" noChangeShapeType="1" noTextEdit="1"/>
              </p:cNvSpPr>
              <p:nvPr/>
            </p:nvSpPr>
            <p:spPr bwMode="auto">
              <a:xfrm>
                <a:off x="4090988" y="2193925"/>
                <a:ext cx="4079875" cy="1127125"/>
              </a:xfrm>
              <a:prstGeom prst="rect">
                <a:avLst/>
              </a:prstGeom>
              <a:blipFill>
                <a:blip r:embed="rId3"/>
                <a:stretch>
                  <a:fillRect/>
                </a:stretch>
              </a:blipFill>
            </p:spPr>
            <p:txBody>
              <a:bodyPr/>
              <a:lstStyle/>
              <a:p>
                <a:r>
                  <a:rPr lang="en-US">
                    <a:noFill/>
                  </a:rPr>
                  <a:t> </a:t>
                </a:r>
              </a:p>
            </p:txBody>
          </p:sp>
        </mc:Fallback>
      </mc:AlternateContent>
      <p:graphicFrame>
        <p:nvGraphicFramePr>
          <p:cNvPr id="12291" name="Object 6"/>
          <p:cNvGraphicFramePr>
            <a:graphicFrameLocks noChangeAspect="1"/>
          </p:cNvGraphicFramePr>
          <p:nvPr>
            <p:extLst>
              <p:ext uri="{D42A27DB-BD31-4B8C-83A1-F6EECF244321}">
                <p14:modId xmlns:p14="http://schemas.microsoft.com/office/powerpoint/2010/main" val="817822369"/>
              </p:ext>
            </p:extLst>
          </p:nvPr>
        </p:nvGraphicFramePr>
        <p:xfrm>
          <a:off x="4388004" y="3767356"/>
          <a:ext cx="3278737" cy="1019492"/>
        </p:xfrm>
        <a:graphic>
          <a:graphicData uri="http://schemas.openxmlformats.org/presentationml/2006/ole">
            <mc:AlternateContent xmlns:mc="http://schemas.openxmlformats.org/markup-compatibility/2006">
              <mc:Choice xmlns:v="urn:schemas-microsoft-com:vml" Requires="v">
                <p:oleObj name="Equation" r:id="rId4" imgW="1040948" imgH="431613" progId="Equation.DSMT4">
                  <p:embed/>
                </p:oleObj>
              </mc:Choice>
              <mc:Fallback>
                <p:oleObj name="Equation" r:id="rId4" imgW="1040948" imgH="431613" progId="Equation.DSMT4">
                  <p:embed/>
                  <p:pic>
                    <p:nvPicPr>
                      <p:cNvPr id="12291"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8004" y="3767356"/>
                        <a:ext cx="3278737" cy="1019492"/>
                      </a:xfrm>
                      <a:prstGeom prst="rect">
                        <a:avLst/>
                      </a:prstGeom>
                      <a:noFill/>
                    </p:spPr>
                  </p:pic>
                </p:oleObj>
              </mc:Fallback>
            </mc:AlternateContent>
          </a:graphicData>
        </a:graphic>
      </p:graphicFrame>
      <p:graphicFrame>
        <p:nvGraphicFramePr>
          <p:cNvPr id="12292" name="Object 7"/>
          <p:cNvGraphicFramePr>
            <a:graphicFrameLocks noChangeAspect="1"/>
          </p:cNvGraphicFramePr>
          <p:nvPr>
            <p:extLst>
              <p:ext uri="{D42A27DB-BD31-4B8C-83A1-F6EECF244321}">
                <p14:modId xmlns:p14="http://schemas.microsoft.com/office/powerpoint/2010/main" val="1795504277"/>
              </p:ext>
            </p:extLst>
          </p:nvPr>
        </p:nvGraphicFramePr>
        <p:xfrm>
          <a:off x="5187547" y="5398157"/>
          <a:ext cx="1885865" cy="913743"/>
        </p:xfrm>
        <a:graphic>
          <a:graphicData uri="http://schemas.openxmlformats.org/presentationml/2006/ole">
            <mc:AlternateContent xmlns:mc="http://schemas.openxmlformats.org/markup-compatibility/2006">
              <mc:Choice xmlns:v="urn:schemas-microsoft-com:vml" Requires="v">
                <p:oleObj name="Equation" r:id="rId6" imgW="609336" imgH="393529" progId="Equation.DSMT4">
                  <p:embed/>
                </p:oleObj>
              </mc:Choice>
              <mc:Fallback>
                <p:oleObj name="Equation" r:id="rId6" imgW="609336" imgH="393529" progId="Equation.DSMT4">
                  <p:embed/>
                  <p:pic>
                    <p:nvPicPr>
                      <p:cNvPr id="12292"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7547" y="5398157"/>
                        <a:ext cx="1885865" cy="913743"/>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20</a:t>
            </a:fld>
            <a:endParaRPr lang="en-US" altLang="zh-CN" dirty="0">
              <a:ea typeface="黑体" panose="02010609060101010101" pitchFamily="49"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121434" y="3450610"/>
            <a:ext cx="10232366" cy="86259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1"/>
          <p:cNvSpPr/>
          <p:nvPr/>
        </p:nvSpPr>
        <p:spPr>
          <a:xfrm>
            <a:off x="1121434" y="2122009"/>
            <a:ext cx="6228272" cy="517674"/>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674" name="Title 1"/>
          <p:cNvSpPr>
            <a:spLocks noGrp="1"/>
          </p:cNvSpPr>
          <p:nvPr>
            <p:ph type="title"/>
          </p:nvPr>
        </p:nvSpPr>
        <p:spPr/>
        <p:txBody>
          <a:bodyPr/>
          <a:lstStyle/>
          <a:p>
            <a:pPr eaLnBrk="1" fontAlgn="auto" hangingPunct="1">
              <a:spcAft>
                <a:spcPts val="0"/>
              </a:spcAft>
              <a:defRPr/>
            </a:pPr>
            <a:r>
              <a:rPr lang="en-US" altLang="en-US" dirty="0"/>
              <a:t>Properties of Inductors</a:t>
            </a:r>
          </a:p>
        </p:txBody>
      </p:sp>
      <p:sp>
        <p:nvSpPr>
          <p:cNvPr id="36867" name="Content Placeholder 2"/>
          <p:cNvSpPr>
            <a:spLocks noGrp="1"/>
          </p:cNvSpPr>
          <p:nvPr>
            <p:ph idx="1"/>
          </p:nvPr>
        </p:nvSpPr>
        <p:spPr>
          <a:xfrm>
            <a:off x="838200" y="1690688"/>
            <a:ext cx="10515600" cy="4486275"/>
          </a:xfrm>
        </p:spPr>
        <p:txBody>
          <a:bodyPr>
            <a:normAutofit lnSpcReduction="10000"/>
          </a:bodyPr>
          <a:lstStyle/>
          <a:p>
            <a:pPr>
              <a:lnSpc>
                <a:spcPct val="100000"/>
              </a:lnSpc>
            </a:pPr>
            <a:r>
              <a:rPr lang="en-US" altLang="en-US"/>
              <a:t>Ideal inductors </a:t>
            </a:r>
            <a:r>
              <a:rPr lang="en-US" altLang="en-US" dirty="0"/>
              <a:t>all have these characteristics:</a:t>
            </a:r>
          </a:p>
          <a:p>
            <a:pPr eaLnBrk="1" hangingPunct="1">
              <a:lnSpc>
                <a:spcPct val="100000"/>
              </a:lnSpc>
            </a:pPr>
            <a:r>
              <a:rPr lang="en-US" altLang="en-US" sz="2800" dirty="0"/>
              <a:t>An inductor acts like a short circuit to DC</a:t>
            </a:r>
          </a:p>
          <a:p>
            <a:pPr lvl="1">
              <a:lnSpc>
                <a:spcPct val="110000"/>
              </a:lnSpc>
            </a:pPr>
            <a:r>
              <a:rPr lang="en-US" altLang="en-US" i="1" dirty="0"/>
              <a:t>If the current through an inductor is constant, the voltage across it is zero</a:t>
            </a:r>
          </a:p>
          <a:p>
            <a:pPr lvl="1">
              <a:lnSpc>
                <a:spcPct val="100000"/>
              </a:lnSpc>
            </a:pPr>
            <a:endParaRPr lang="en-US" altLang="en-US" sz="2000" dirty="0"/>
          </a:p>
          <a:p>
            <a:pPr algn="just">
              <a:lnSpc>
                <a:spcPct val="100000"/>
              </a:lnSpc>
            </a:pPr>
            <a:r>
              <a:rPr lang="en-US" altLang="en-US" sz="2800" dirty="0"/>
              <a:t>The current through an inductor cannot change instantaneously. </a:t>
            </a:r>
            <a:r>
              <a:rPr lang="en-US" altLang="en-US" u="sng" dirty="0"/>
              <a:t>Current through an inductor must be continuous.</a:t>
            </a:r>
          </a:p>
          <a:p>
            <a:pPr lvl="1">
              <a:lnSpc>
                <a:spcPct val="110000"/>
              </a:lnSpc>
            </a:pPr>
            <a:r>
              <a:rPr lang="en-US" altLang="en-US" i="1" dirty="0"/>
              <a:t>If this did happen, the voltage across the inductor would be infinity!</a:t>
            </a:r>
          </a:p>
          <a:p>
            <a:pPr lvl="1">
              <a:lnSpc>
                <a:spcPct val="110000"/>
              </a:lnSpc>
            </a:pPr>
            <a:r>
              <a:rPr lang="en-US" altLang="en-US" i="1" dirty="0"/>
              <a:t>This is an important consideration if an inductor is to be turned off abruptly; it will produce a high voltage (Tesla tube for generating sparks).</a:t>
            </a:r>
          </a:p>
          <a:p>
            <a:pPr lvl="1">
              <a:lnSpc>
                <a:spcPct val="110000"/>
              </a:lnSpc>
            </a:pPr>
            <a:r>
              <a:rPr lang="en-US" altLang="en-US" i="1" dirty="0"/>
              <a:t>Conversely, </a:t>
            </a:r>
            <a:r>
              <a:rPr lang="en-US" altLang="en-US" i="1" u="sng" dirty="0"/>
              <a:t>the voltage across an inductor can change abruptly.</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21</a:t>
            </a:fld>
            <a:endParaRPr lang="en-US" altLang="zh-CN" dirty="0">
              <a:ea typeface="黑体" panose="02010609060101010101" pitchFamily="49"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1130093" y="2768278"/>
            <a:ext cx="10222584" cy="168295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Rectangle 7"/>
          <p:cNvSpPr/>
          <p:nvPr/>
        </p:nvSpPr>
        <p:spPr>
          <a:xfrm>
            <a:off x="1131216" y="1701800"/>
            <a:ext cx="10222584" cy="91885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698" name="Title 1"/>
          <p:cNvSpPr>
            <a:spLocks noGrp="1"/>
          </p:cNvSpPr>
          <p:nvPr>
            <p:ph type="title"/>
          </p:nvPr>
        </p:nvSpPr>
        <p:spPr/>
        <p:txBody>
          <a:bodyPr/>
          <a:lstStyle/>
          <a:p>
            <a:pPr eaLnBrk="1" fontAlgn="auto" hangingPunct="1">
              <a:spcAft>
                <a:spcPts val="0"/>
              </a:spcAft>
              <a:defRPr/>
            </a:pPr>
            <a:r>
              <a:rPr lang="en-US" altLang="en-US" dirty="0"/>
              <a:t>Properties of Inductors</a:t>
            </a:r>
          </a:p>
        </p:txBody>
      </p:sp>
      <p:sp>
        <p:nvSpPr>
          <p:cNvPr id="37891" name="Content Placeholder 2"/>
          <p:cNvSpPr>
            <a:spLocks noGrp="1"/>
          </p:cNvSpPr>
          <p:nvPr>
            <p:ph idx="1"/>
          </p:nvPr>
        </p:nvSpPr>
        <p:spPr>
          <a:xfrm>
            <a:off x="838200" y="1701801"/>
            <a:ext cx="10514477" cy="3674944"/>
          </a:xfrm>
        </p:spPr>
        <p:txBody>
          <a:bodyPr>
            <a:normAutofit/>
          </a:bodyPr>
          <a:lstStyle/>
          <a:p>
            <a:pPr algn="just" eaLnBrk="1" hangingPunct="1">
              <a:lnSpc>
                <a:spcPct val="100000"/>
              </a:lnSpc>
            </a:pPr>
            <a:r>
              <a:rPr lang="en-US" altLang="en-US" dirty="0"/>
              <a:t>An ideal inductor does not dissipate energy stored in it, energy stored will be returned to the circuit later without loss</a:t>
            </a:r>
          </a:p>
          <a:p>
            <a:pPr algn="just" eaLnBrk="1" hangingPunct="1">
              <a:lnSpc>
                <a:spcPct val="100000"/>
              </a:lnSpc>
            </a:pPr>
            <a:r>
              <a:rPr lang="en-US" altLang="en-US" dirty="0"/>
              <a:t>In reality, inductors do have resistive component due to the wiring used to make them. A real inductor thus has a </a:t>
            </a:r>
            <a:r>
              <a:rPr lang="en-US" altLang="en-US" i="1" dirty="0"/>
              <a:t>winding resistance</a:t>
            </a:r>
            <a:r>
              <a:rPr lang="en-US" altLang="en-US" dirty="0"/>
              <a:t> in series with it; There is also a small </a:t>
            </a:r>
            <a:r>
              <a:rPr lang="en-US" altLang="en-US" i="1" dirty="0"/>
              <a:t>winding capacitance </a:t>
            </a:r>
            <a:r>
              <a:rPr lang="en-US" altLang="en-US" dirty="0"/>
              <a:t>due to the closeness of the windings</a:t>
            </a:r>
          </a:p>
          <a:p>
            <a:pPr lvl="1" algn="just"/>
            <a:r>
              <a:rPr lang="en-US" altLang="en-US" dirty="0"/>
              <a:t>These two characteristics are typically small, though at high frequencies, the capacitance may matter.</a:t>
            </a:r>
          </a:p>
        </p:txBody>
      </p:sp>
      <p:pic>
        <p:nvPicPr>
          <p:cNvPr id="159745" name="Picture 1" descr="C:\Users\skhark\AppData\Local\Temp\Rar$DI14.6487\ale28221_06_26.jpg"/>
          <p:cNvPicPr>
            <a:picLocks noChangeAspect="1" noChangeArrowheads="1"/>
          </p:cNvPicPr>
          <p:nvPr/>
        </p:nvPicPr>
        <p:blipFill rotWithShape="1">
          <a:blip r:embed="rId3" cstate="print">
            <a:clrChange>
              <a:clrFrom>
                <a:srgbClr val="FFFFFF"/>
              </a:clrFrom>
              <a:clrTo>
                <a:srgbClr val="FFFFFF">
                  <a:alpha val="0"/>
                </a:srgbClr>
              </a:clrTo>
            </a:clrChange>
          </a:blip>
          <a:srcRect t="18902"/>
          <a:stretch/>
        </p:blipFill>
        <p:spPr bwMode="auto">
          <a:xfrm>
            <a:off x="2950457" y="5111676"/>
            <a:ext cx="3144981" cy="1639613"/>
          </a:xfrm>
          <a:prstGeom prst="rect">
            <a:avLst/>
          </a:prstGeom>
          <a:noFill/>
        </p:spPr>
      </p:pic>
      <p:sp>
        <p:nvSpPr>
          <p:cNvPr id="3" name="TextBox 2"/>
          <p:cNvSpPr txBox="1"/>
          <p:nvPr/>
        </p:nvSpPr>
        <p:spPr>
          <a:xfrm>
            <a:off x="6241385" y="5666492"/>
            <a:ext cx="4006796"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More realistic model of an inductor</a:t>
            </a:r>
            <a:endParaRPr lang="en-GB" sz="20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22</a:t>
            </a:fld>
            <a:endParaRPr lang="en-US" altLang="zh-CN" dirty="0">
              <a:ea typeface="黑体" panose="02010609060101010101"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itle 1"/>
          <p:cNvSpPr>
            <a:spLocks noGrp="1"/>
          </p:cNvSpPr>
          <p:nvPr>
            <p:ph type="title"/>
          </p:nvPr>
        </p:nvSpPr>
        <p:spPr/>
        <p:txBody>
          <a:bodyPr/>
          <a:lstStyle/>
          <a:p>
            <a:pPr eaLnBrk="1" fontAlgn="auto" hangingPunct="1">
              <a:spcAft>
                <a:spcPts val="0"/>
              </a:spcAft>
              <a:defRPr/>
            </a:pPr>
            <a:r>
              <a:rPr lang="en-US" altLang="en-US" dirty="0"/>
              <a:t>Series Inductors</a:t>
            </a:r>
          </a:p>
        </p:txBody>
      </p:sp>
      <p:sp>
        <p:nvSpPr>
          <p:cNvPr id="13316" name="Content Placeholder 2"/>
          <p:cNvSpPr>
            <a:spLocks noGrp="1"/>
          </p:cNvSpPr>
          <p:nvPr>
            <p:ph idx="1"/>
          </p:nvPr>
        </p:nvSpPr>
        <p:spPr>
          <a:xfrm>
            <a:off x="838199" y="1600201"/>
            <a:ext cx="7080849" cy="4525963"/>
          </a:xfrm>
        </p:spPr>
        <p:txBody>
          <a:bodyPr/>
          <a:lstStyle/>
          <a:p>
            <a:pPr algn="just" eaLnBrk="1" hangingPunct="1"/>
            <a:r>
              <a:rPr lang="en-US" altLang="en-US" sz="2800" dirty="0"/>
              <a:t>First, let’s consider a series combination of inductors. Note the same current.</a:t>
            </a:r>
          </a:p>
          <a:p>
            <a:pPr algn="just" eaLnBrk="1" hangingPunct="1"/>
            <a:r>
              <a:rPr lang="en-US" altLang="en-US" sz="2800" dirty="0"/>
              <a:t>Applying KVL to the loop:</a:t>
            </a:r>
          </a:p>
          <a:p>
            <a:pPr algn="just" eaLnBrk="1" hangingPunct="1"/>
            <a:endParaRPr lang="en-US" altLang="en-US" dirty="0"/>
          </a:p>
          <a:p>
            <a:pPr algn="just"/>
            <a:r>
              <a:rPr lang="en-US" altLang="en-US" dirty="0"/>
              <a:t>Using in the voltage current relationship</a:t>
            </a:r>
          </a:p>
          <a:p>
            <a:pPr algn="just" eaLnBrk="1" hangingPunct="1"/>
            <a:endParaRPr lang="en-US" altLang="en-US" sz="2800" dirty="0"/>
          </a:p>
          <a:p>
            <a:pPr algn="just" eaLnBrk="1" hangingPunct="1"/>
            <a:endParaRPr lang="en-US" altLang="en-US" sz="2800" dirty="0"/>
          </a:p>
        </p:txBody>
      </p:sp>
      <p:graphicFrame>
        <p:nvGraphicFramePr>
          <p:cNvPr id="13314" name="Object 5"/>
          <p:cNvGraphicFramePr>
            <a:graphicFrameLocks noChangeAspect="1"/>
          </p:cNvGraphicFramePr>
          <p:nvPr>
            <p:extLst>
              <p:ext uri="{D42A27DB-BD31-4B8C-83A1-F6EECF244321}">
                <p14:modId xmlns:p14="http://schemas.microsoft.com/office/powerpoint/2010/main" val="3221155138"/>
              </p:ext>
            </p:extLst>
          </p:nvPr>
        </p:nvGraphicFramePr>
        <p:xfrm>
          <a:off x="5662673" y="2422449"/>
          <a:ext cx="1727194" cy="1006630"/>
        </p:xfrm>
        <a:graphic>
          <a:graphicData uri="http://schemas.openxmlformats.org/presentationml/2006/ole">
            <mc:AlternateContent xmlns:mc="http://schemas.openxmlformats.org/markup-compatibility/2006">
              <mc:Choice xmlns:v="urn:schemas-microsoft-com:vml" Requires="v">
                <p:oleObj name="Equation" r:id="rId3" imgW="571252" imgH="444307" progId="Equation.DSMT4">
                  <p:embed/>
                </p:oleObj>
              </mc:Choice>
              <mc:Fallback>
                <p:oleObj name="Equation" r:id="rId3" imgW="571252" imgH="444307" progId="Equation.DSMT4">
                  <p:embed/>
                  <p:pic>
                    <p:nvPicPr>
                      <p:cNvPr id="13314"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2673" y="2422449"/>
                        <a:ext cx="1727194" cy="1006630"/>
                      </a:xfrm>
                      <a:prstGeom prst="rect">
                        <a:avLst/>
                      </a:prstGeom>
                      <a:noFill/>
                    </p:spPr>
                  </p:pic>
                </p:oleObj>
              </mc:Fallback>
            </mc:AlternateContent>
          </a:graphicData>
        </a:graphic>
      </p:graphicFrame>
      <p:graphicFrame>
        <p:nvGraphicFramePr>
          <p:cNvPr id="115715" name="Object 5"/>
          <p:cNvGraphicFramePr>
            <a:graphicFrameLocks noChangeAspect="1"/>
          </p:cNvGraphicFramePr>
          <p:nvPr>
            <p:extLst>
              <p:ext uri="{D42A27DB-BD31-4B8C-83A1-F6EECF244321}">
                <p14:modId xmlns:p14="http://schemas.microsoft.com/office/powerpoint/2010/main" val="633045333"/>
              </p:ext>
            </p:extLst>
          </p:nvPr>
        </p:nvGraphicFramePr>
        <p:xfrm>
          <a:off x="1088154" y="4129808"/>
          <a:ext cx="5741072" cy="1996355"/>
        </p:xfrm>
        <a:graphic>
          <a:graphicData uri="http://schemas.openxmlformats.org/presentationml/2006/ole">
            <mc:AlternateContent xmlns:mc="http://schemas.openxmlformats.org/markup-compatibility/2006">
              <mc:Choice xmlns:v="urn:schemas-microsoft-com:vml" Requires="v">
                <p:oleObj name="Equation" r:id="rId5" imgW="2082800" imgH="965200" progId="Equation.DSMT4">
                  <p:embed/>
                </p:oleObj>
              </mc:Choice>
              <mc:Fallback>
                <p:oleObj name="Equation" r:id="rId5" imgW="2082800" imgH="965200" progId="Equation.DSMT4">
                  <p:embed/>
                  <p:pic>
                    <p:nvPicPr>
                      <p:cNvPr id="11571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8154" y="4129808"/>
                        <a:ext cx="5741072" cy="1996355"/>
                      </a:xfrm>
                      <a:prstGeom prst="rect">
                        <a:avLst/>
                      </a:prstGeom>
                      <a:noFill/>
                    </p:spPr>
                  </p:pic>
                </p:oleObj>
              </mc:Fallback>
            </mc:AlternateContent>
          </a:graphicData>
        </a:graphic>
      </p:graphicFrame>
      <p:sp>
        <p:nvSpPr>
          <p:cNvPr id="8" name="Rectangle 7"/>
          <p:cNvSpPr/>
          <p:nvPr/>
        </p:nvSpPr>
        <p:spPr>
          <a:xfrm>
            <a:off x="3812875" y="5454002"/>
            <a:ext cx="7815532" cy="954107"/>
          </a:xfrm>
          <a:prstGeom prst="rect">
            <a:avLst/>
          </a:prstGeom>
          <a:solidFill>
            <a:schemeClr val="accent6">
              <a:lumMod val="40000"/>
              <a:lumOff val="60000"/>
            </a:schemeClr>
          </a:solidFill>
        </p:spPr>
        <p:txBody>
          <a:bodyPr wrap="square">
            <a:spAutoFit/>
          </a:bodyPr>
          <a:lstStyle/>
          <a:p>
            <a:pPr algn="just"/>
            <a:r>
              <a:rPr lang="en-US" sz="2800" dirty="0">
                <a:latin typeface="Times New Roman" pitchFamily="18" charset="0"/>
                <a:cs typeface="Times New Roman" pitchFamily="18" charset="0"/>
              </a:rPr>
              <a:t>The equivalent inductance of series-connected inductors is the sum of the individual inductances.</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23</a:t>
            </a:fld>
            <a:endParaRPr lang="en-US" altLang="zh-CN" dirty="0">
              <a:ea typeface="黑体" panose="02010609060101010101" pitchFamily="49" charset="-122"/>
            </a:endParaRPr>
          </a:p>
        </p:txBody>
      </p:sp>
      <p:pic>
        <p:nvPicPr>
          <p:cNvPr id="2" name="Picture 1"/>
          <p:cNvPicPr>
            <a:picLocks noChangeAspect="1"/>
          </p:cNvPicPr>
          <p:nvPr/>
        </p:nvPicPr>
        <p:blipFill>
          <a:blip r:embed="rId7"/>
          <a:stretch>
            <a:fillRect/>
          </a:stretch>
        </p:blipFill>
        <p:spPr>
          <a:xfrm>
            <a:off x="8057550" y="1226674"/>
            <a:ext cx="3849300" cy="402885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Title 1"/>
          <p:cNvSpPr>
            <a:spLocks noGrp="1"/>
          </p:cNvSpPr>
          <p:nvPr>
            <p:ph type="title"/>
          </p:nvPr>
        </p:nvSpPr>
        <p:spPr/>
        <p:txBody>
          <a:bodyPr/>
          <a:lstStyle/>
          <a:p>
            <a:pPr eaLnBrk="1" fontAlgn="auto" hangingPunct="1">
              <a:spcAft>
                <a:spcPts val="0"/>
              </a:spcAft>
              <a:defRPr/>
            </a:pPr>
            <a:r>
              <a:rPr lang="en-US" altLang="en-US" dirty="0"/>
              <a:t>Parallel Inductors</a:t>
            </a:r>
          </a:p>
        </p:txBody>
      </p:sp>
      <p:sp>
        <p:nvSpPr>
          <p:cNvPr id="15365" name="Content Placeholder 2"/>
          <p:cNvSpPr>
            <a:spLocks noGrp="1"/>
          </p:cNvSpPr>
          <p:nvPr>
            <p:ph idx="1"/>
          </p:nvPr>
        </p:nvSpPr>
        <p:spPr>
          <a:xfrm>
            <a:off x="609600" y="1600201"/>
            <a:ext cx="7016151" cy="4525963"/>
          </a:xfrm>
        </p:spPr>
        <p:txBody>
          <a:bodyPr/>
          <a:lstStyle/>
          <a:p>
            <a:pPr algn="just"/>
            <a:r>
              <a:rPr lang="en-US" altLang="en-US" dirty="0"/>
              <a:t>A </a:t>
            </a:r>
            <a:r>
              <a:rPr lang="en-US" altLang="en-US" sz="2800" dirty="0"/>
              <a:t>parallel combination of inductors have the same voltage</a:t>
            </a:r>
          </a:p>
          <a:p>
            <a:pPr eaLnBrk="1" hangingPunct="1"/>
            <a:r>
              <a:rPr lang="en-US" altLang="en-US" sz="2800" dirty="0"/>
              <a:t>Applying KCL to the circuit:</a:t>
            </a:r>
          </a:p>
          <a:p>
            <a:pPr eaLnBrk="1" hangingPunct="1"/>
            <a:endParaRPr lang="en-US" altLang="en-US" sz="1800" dirty="0"/>
          </a:p>
          <a:p>
            <a:pPr eaLnBrk="1" hangingPunct="1"/>
            <a:r>
              <a:rPr lang="en-US" altLang="en-US" dirty="0"/>
              <a:t>Applying </a:t>
            </a:r>
            <a:r>
              <a:rPr lang="en-US" altLang="en-US" sz="2800" dirty="0"/>
              <a:t>current voltage relationship :</a:t>
            </a:r>
          </a:p>
        </p:txBody>
      </p:sp>
      <p:graphicFrame>
        <p:nvGraphicFramePr>
          <p:cNvPr id="15362" name="Object 6"/>
          <p:cNvGraphicFramePr>
            <a:graphicFrameLocks noChangeAspect="1"/>
          </p:cNvGraphicFramePr>
          <p:nvPr>
            <p:extLst>
              <p:ext uri="{D42A27DB-BD31-4B8C-83A1-F6EECF244321}">
                <p14:modId xmlns:p14="http://schemas.microsoft.com/office/powerpoint/2010/main" val="2684679735"/>
              </p:ext>
            </p:extLst>
          </p:nvPr>
        </p:nvGraphicFramePr>
        <p:xfrm>
          <a:off x="5620368" y="2234232"/>
          <a:ext cx="1619250" cy="1038225"/>
        </p:xfrm>
        <a:graphic>
          <a:graphicData uri="http://schemas.openxmlformats.org/presentationml/2006/ole">
            <mc:AlternateContent xmlns:mc="http://schemas.openxmlformats.org/markup-compatibility/2006">
              <mc:Choice xmlns:v="urn:schemas-microsoft-com:vml" Requires="v">
                <p:oleObj name="Equation" r:id="rId3" imgW="520474" imgH="444307" progId="Equation.DSMT4">
                  <p:embed/>
                </p:oleObj>
              </mc:Choice>
              <mc:Fallback>
                <p:oleObj name="Equation" r:id="rId3" imgW="520474" imgH="444307" progId="Equation.DSMT4">
                  <p:embed/>
                  <p:pic>
                    <p:nvPicPr>
                      <p:cNvPr id="15362"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20368" y="2234232"/>
                        <a:ext cx="1619250" cy="1038225"/>
                      </a:xfrm>
                      <a:prstGeom prst="rect">
                        <a:avLst/>
                      </a:prstGeom>
                      <a:noFill/>
                    </p:spPr>
                  </p:pic>
                </p:oleObj>
              </mc:Fallback>
            </mc:AlternateContent>
          </a:graphicData>
        </a:graphic>
      </p:graphicFrame>
      <p:graphicFrame>
        <p:nvGraphicFramePr>
          <p:cNvPr id="15363" name="Object 3"/>
          <p:cNvGraphicFramePr>
            <a:graphicFrameLocks noChangeAspect="1"/>
          </p:cNvGraphicFramePr>
          <p:nvPr>
            <p:extLst>
              <p:ext uri="{D42A27DB-BD31-4B8C-83A1-F6EECF244321}">
                <p14:modId xmlns:p14="http://schemas.microsoft.com/office/powerpoint/2010/main" val="4100421359"/>
              </p:ext>
            </p:extLst>
          </p:nvPr>
        </p:nvGraphicFramePr>
        <p:xfrm>
          <a:off x="609600" y="3982677"/>
          <a:ext cx="7973239" cy="2054314"/>
        </p:xfrm>
        <a:graphic>
          <a:graphicData uri="http://schemas.openxmlformats.org/presentationml/2006/ole">
            <mc:AlternateContent xmlns:mc="http://schemas.openxmlformats.org/markup-compatibility/2006">
              <mc:Choice xmlns:v="urn:schemas-microsoft-com:vml" Requires="v">
                <p:oleObj name="Equation" r:id="rId5" imgW="2882900" imgH="990600" progId="Equation.DSMT4">
                  <p:embed/>
                </p:oleObj>
              </mc:Choice>
              <mc:Fallback>
                <p:oleObj name="Equation" r:id="rId5" imgW="2882900" imgH="990600" progId="Equation.DSMT4">
                  <p:embed/>
                  <p:pic>
                    <p:nvPicPr>
                      <p:cNvPr id="1536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982677"/>
                        <a:ext cx="7973239" cy="2054314"/>
                      </a:xfrm>
                      <a:prstGeom prst="rect">
                        <a:avLst/>
                      </a:prstGeom>
                      <a:noFill/>
                    </p:spPr>
                  </p:pic>
                </p:oleObj>
              </mc:Fallback>
            </mc:AlternateContent>
          </a:graphicData>
        </a:graphic>
      </p:graphicFrame>
      <p:sp>
        <p:nvSpPr>
          <p:cNvPr id="8" name="Rectangle 7"/>
          <p:cNvSpPr/>
          <p:nvPr/>
        </p:nvSpPr>
        <p:spPr>
          <a:xfrm>
            <a:off x="3450566" y="5418604"/>
            <a:ext cx="7578104" cy="1384995"/>
          </a:xfrm>
          <a:prstGeom prst="rect">
            <a:avLst/>
          </a:prstGeom>
          <a:solidFill>
            <a:schemeClr val="accent6">
              <a:lumMod val="40000"/>
              <a:lumOff val="60000"/>
            </a:schemeClr>
          </a:solidFill>
        </p:spPr>
        <p:txBody>
          <a:bodyPr wrap="square">
            <a:spAutoFit/>
          </a:bodyPr>
          <a:lstStyle/>
          <a:p>
            <a:pPr algn="just"/>
            <a:r>
              <a:rPr lang="en-US" sz="2800" dirty="0">
                <a:latin typeface="Times New Roman" pitchFamily="18" charset="0"/>
                <a:cs typeface="Times New Roman" pitchFamily="18" charset="0"/>
              </a:rPr>
              <a:t>The equivalent inductance of parallel inductors is the reciprocal of the sum of the reciprocals of the individual inductances.</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24</a:t>
            </a:fld>
            <a:endParaRPr lang="en-US" altLang="zh-CN" dirty="0">
              <a:ea typeface="黑体" panose="02010609060101010101" pitchFamily="49" charset="-122"/>
            </a:endParaRPr>
          </a:p>
        </p:txBody>
      </p:sp>
      <p:pic>
        <p:nvPicPr>
          <p:cNvPr id="2" name="Picture 1"/>
          <p:cNvPicPr>
            <a:picLocks noChangeAspect="1"/>
          </p:cNvPicPr>
          <p:nvPr/>
        </p:nvPicPr>
        <p:blipFill>
          <a:blip r:embed="rId7">
            <a:clrChange>
              <a:clrFrom>
                <a:srgbClr val="FFFFFF"/>
              </a:clrFrom>
              <a:clrTo>
                <a:srgbClr val="FFFFFF">
                  <a:alpha val="0"/>
                </a:srgbClr>
              </a:clrTo>
            </a:clrChange>
          </a:blip>
          <a:stretch>
            <a:fillRect/>
          </a:stretch>
        </p:blipFill>
        <p:spPr>
          <a:xfrm>
            <a:off x="7854351" y="1027906"/>
            <a:ext cx="4228869" cy="41714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4</a:t>
            </a:r>
            <a:endParaRPr lang="zh-CN" altLang="en-US" dirty="0"/>
          </a:p>
        </p:txBody>
      </p:sp>
      <p:pic>
        <p:nvPicPr>
          <p:cNvPr id="5" name="Content Placeholder 4"/>
          <p:cNvPicPr>
            <a:picLocks noGrp="1" noChangeAspect="1"/>
          </p:cNvPicPr>
          <p:nvPr>
            <p:ph idx="1"/>
          </p:nvPr>
        </p:nvPicPr>
        <p:blipFill>
          <a:blip r:embed="rId2"/>
          <a:stretch>
            <a:fillRect/>
          </a:stretch>
        </p:blipFill>
        <p:spPr>
          <a:xfrm>
            <a:off x="1104227" y="2827639"/>
            <a:ext cx="4444295" cy="2011475"/>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25</a:t>
            </a:fld>
            <a:endParaRPr lang="en-US" altLang="zh-CN" dirty="0">
              <a:ea typeface="黑体" panose="02010609060101010101" pitchFamily="49" charset="-122"/>
            </a:endParaRPr>
          </a:p>
        </p:txBody>
      </p:sp>
      <p:sp>
        <p:nvSpPr>
          <p:cNvPr id="6" name="Rectangle 5"/>
          <p:cNvSpPr/>
          <p:nvPr/>
        </p:nvSpPr>
        <p:spPr>
          <a:xfrm>
            <a:off x="838200" y="1690688"/>
            <a:ext cx="5610831" cy="461665"/>
          </a:xfrm>
          <a:prstGeom prst="rect">
            <a:avLst/>
          </a:prstGeom>
        </p:spPr>
        <p:txBody>
          <a:bodyPr wrap="none">
            <a:spAutoFit/>
          </a:bodyPr>
          <a:lstStyle/>
          <a:p>
            <a:r>
              <a:rPr lang="en-US" altLang="zh-CN" sz="2400" dirty="0"/>
              <a:t>Find the equivalent inductance of the circuit</a:t>
            </a:r>
            <a:endParaRPr lang="zh-CN" altLang="en-US" sz="2400" dirty="0"/>
          </a:p>
        </p:txBody>
      </p:sp>
      <p:pic>
        <p:nvPicPr>
          <p:cNvPr id="7" name="Picture 6"/>
          <p:cNvPicPr>
            <a:picLocks noChangeAspect="1"/>
          </p:cNvPicPr>
          <p:nvPr/>
        </p:nvPicPr>
        <p:blipFill>
          <a:blip r:embed="rId3"/>
          <a:stretch>
            <a:fillRect/>
          </a:stretch>
        </p:blipFill>
        <p:spPr>
          <a:xfrm>
            <a:off x="6096000" y="2951431"/>
            <a:ext cx="5257800" cy="1699072"/>
          </a:xfrm>
          <a:prstGeom prst="rect">
            <a:avLst/>
          </a:prstGeom>
        </p:spPr>
      </p:pic>
      <p:sp>
        <p:nvSpPr>
          <p:cNvPr id="8" name="TextBox 7"/>
          <p:cNvSpPr txBox="1"/>
          <p:nvPr/>
        </p:nvSpPr>
        <p:spPr>
          <a:xfrm>
            <a:off x="8481527" y="6345015"/>
            <a:ext cx="2448106" cy="369332"/>
          </a:xfrm>
          <a:prstGeom prst="rect">
            <a:avLst/>
          </a:prstGeom>
          <a:noFill/>
        </p:spPr>
        <p:txBody>
          <a:bodyPr wrap="none" rtlCol="0">
            <a:spAutoFit/>
          </a:bodyPr>
          <a:lstStyle/>
          <a:p>
            <a:r>
              <a:rPr lang="en-US" altLang="zh-CN" dirty="0"/>
              <a:t>Answer: 18H and 25mH</a:t>
            </a:r>
            <a:endParaRPr lang="zh-CN" altLang="en-US" dirty="0"/>
          </a:p>
        </p:txBody>
      </p:sp>
    </p:spTree>
    <p:extLst>
      <p:ext uri="{BB962C8B-B14F-4D97-AF65-F5344CB8AC3E}">
        <p14:creationId xmlns:p14="http://schemas.microsoft.com/office/powerpoint/2010/main" val="1615042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endParaRPr lang="en-GB" dirty="0"/>
          </a:p>
        </p:txBody>
      </p:sp>
      <p:sp>
        <p:nvSpPr>
          <p:cNvPr id="3" name="Content Placeholder 2"/>
          <p:cNvSpPr>
            <a:spLocks noGrp="1"/>
          </p:cNvSpPr>
          <p:nvPr>
            <p:ph idx="1"/>
          </p:nvPr>
        </p:nvSpPr>
        <p:spPr>
          <a:xfrm>
            <a:off x="838200" y="1690688"/>
            <a:ext cx="10515599" cy="4486275"/>
          </a:xfrm>
        </p:spPr>
        <p:txBody>
          <a:bodyPr>
            <a:normAutofit/>
          </a:bodyPr>
          <a:lstStyle/>
          <a:p>
            <a:pPr marL="0" indent="0" algn="just">
              <a:buNone/>
            </a:pPr>
            <a:r>
              <a:rPr lang="en-GB" dirty="0"/>
              <a:t>Determine </a:t>
            </a:r>
            <a:r>
              <a:rPr lang="en-GB" i="1" dirty="0" err="1"/>
              <a:t>i</a:t>
            </a:r>
            <a:r>
              <a:rPr lang="en-GB" i="1" dirty="0"/>
              <a:t>, </a:t>
            </a:r>
            <a:r>
              <a:rPr lang="en-GB" i="1" dirty="0" err="1"/>
              <a:t>v</a:t>
            </a:r>
            <a:r>
              <a:rPr lang="en-GB" i="1" baseline="-25000" dirty="0" err="1"/>
              <a:t>C</a:t>
            </a:r>
            <a:r>
              <a:rPr lang="en-GB" dirty="0"/>
              <a:t> and </a:t>
            </a:r>
            <a:r>
              <a:rPr lang="en-GB" i="1" dirty="0" err="1"/>
              <a:t>i</a:t>
            </a:r>
            <a:r>
              <a:rPr lang="en-GB" i="1" baseline="-25000" dirty="0" err="1"/>
              <a:t>L</a:t>
            </a:r>
            <a:r>
              <a:rPr lang="en-GB" dirty="0"/>
              <a:t>, and the energy stored in the capacitor and inductor in the circuit in steady state.</a:t>
            </a:r>
          </a:p>
        </p:txBody>
      </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26</a:t>
            </a:fld>
            <a:endParaRPr lang="en-US" altLang="zh-CN" dirty="0">
              <a:ea typeface="黑体" panose="02010609060101010101" pitchFamily="49" charset="-122"/>
            </a:endParaRPr>
          </a:p>
        </p:txBody>
      </p:sp>
      <p:pic>
        <p:nvPicPr>
          <p:cNvPr id="4" name="Picture 3"/>
          <p:cNvPicPr>
            <a:picLocks noChangeAspect="1"/>
          </p:cNvPicPr>
          <p:nvPr/>
        </p:nvPicPr>
        <p:blipFill>
          <a:blip r:embed="rId3"/>
          <a:stretch>
            <a:fillRect/>
          </a:stretch>
        </p:blipFill>
        <p:spPr>
          <a:xfrm>
            <a:off x="549829" y="3357269"/>
            <a:ext cx="5561001" cy="2947996"/>
          </a:xfrm>
          <a:prstGeom prst="rect">
            <a:avLst/>
          </a:prstGeom>
        </p:spPr>
      </p:pic>
      <p:grpSp>
        <p:nvGrpSpPr>
          <p:cNvPr id="9" name="Group 8">
            <a:extLst>
              <a:ext uri="{FF2B5EF4-FFF2-40B4-BE49-F238E27FC236}">
                <a16:creationId xmlns:a16="http://schemas.microsoft.com/office/drawing/2014/main" id="{B2645E54-5486-B04E-8F6F-F57C271A1CD1}"/>
              </a:ext>
            </a:extLst>
          </p:cNvPr>
          <p:cNvGrpSpPr/>
          <p:nvPr/>
        </p:nvGrpSpPr>
        <p:grpSpPr>
          <a:xfrm>
            <a:off x="832513" y="2634018"/>
            <a:ext cx="10922409" cy="3780430"/>
            <a:chOff x="832513" y="2634018"/>
            <a:chExt cx="10922409" cy="3780430"/>
          </a:xfrm>
        </p:grpSpPr>
        <p:pic>
          <p:nvPicPr>
            <p:cNvPr id="7" name="Picture 6"/>
            <p:cNvPicPr>
              <a:picLocks noChangeAspect="1"/>
            </p:cNvPicPr>
            <p:nvPr/>
          </p:nvPicPr>
          <p:blipFill>
            <a:blip r:embed="rId4"/>
            <a:stretch>
              <a:fillRect/>
            </a:stretch>
          </p:blipFill>
          <p:spPr>
            <a:xfrm>
              <a:off x="6454808" y="3330054"/>
              <a:ext cx="5300114" cy="3084394"/>
            </a:xfrm>
            <a:prstGeom prst="rect">
              <a:avLst/>
            </a:prstGeom>
          </p:spPr>
        </p:pic>
        <p:sp>
          <p:nvSpPr>
            <p:cNvPr id="8" name="Right Arrow 7"/>
            <p:cNvSpPr/>
            <p:nvPr/>
          </p:nvSpPr>
          <p:spPr>
            <a:xfrm>
              <a:off x="5821966" y="4896274"/>
              <a:ext cx="595138" cy="34989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Box 5">
              <a:extLst>
                <a:ext uri="{FF2B5EF4-FFF2-40B4-BE49-F238E27FC236}">
                  <a16:creationId xmlns:a16="http://schemas.microsoft.com/office/drawing/2014/main" id="{4E32EB93-A447-CF47-99BA-DFB2850C5F6F}"/>
                </a:ext>
              </a:extLst>
            </p:cNvPr>
            <p:cNvSpPr txBox="1"/>
            <p:nvPr/>
          </p:nvSpPr>
          <p:spPr>
            <a:xfrm>
              <a:off x="832513" y="2634018"/>
              <a:ext cx="10263778" cy="1200329"/>
            </a:xfrm>
            <a:prstGeom prst="rect">
              <a:avLst/>
            </a:prstGeom>
            <a:noFill/>
          </p:spPr>
          <p:txBody>
            <a:bodyPr wrap="square" rtlCol="0">
              <a:spAutoFit/>
            </a:bodyPr>
            <a:lstStyle/>
            <a:p>
              <a:r>
                <a:rPr lang="en-US" sz="2400" i="1" dirty="0"/>
                <a:t>Remark: In the steady state, there is no voltage drop across the inductor and no current through the capacitor.</a:t>
              </a:r>
              <a:endParaRPr lang="en-GB" sz="2400" i="1" dirty="0"/>
            </a:p>
            <a:p>
              <a:endParaRPr lang="en-US" sz="2400" dirty="0"/>
            </a:p>
          </p:txBody>
        </p:sp>
      </p:grpSp>
    </p:spTree>
    <p:extLst>
      <p:ext uri="{BB962C8B-B14F-4D97-AF65-F5344CB8AC3E}">
        <p14:creationId xmlns:p14="http://schemas.microsoft.com/office/powerpoint/2010/main" val="288114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fontAlgn="auto" hangingPunct="1">
              <a:spcAft>
                <a:spcPts val="0"/>
              </a:spcAft>
              <a:defRPr/>
            </a:pPr>
            <a:r>
              <a:rPr lang="en-US" altLang="en-US" dirty="0"/>
              <a:t>Applications for Inductors</a:t>
            </a:r>
          </a:p>
        </p:txBody>
      </p:sp>
      <p:sp>
        <p:nvSpPr>
          <p:cNvPr id="39939" name="Content Placeholder 2"/>
          <p:cNvSpPr>
            <a:spLocks noGrp="1"/>
          </p:cNvSpPr>
          <p:nvPr>
            <p:ph idx="1"/>
          </p:nvPr>
        </p:nvSpPr>
        <p:spPr>
          <a:xfrm>
            <a:off x="838200" y="1690688"/>
            <a:ext cx="10515600" cy="4665662"/>
          </a:xfrm>
        </p:spPr>
        <p:txBody>
          <a:bodyPr/>
          <a:lstStyle/>
          <a:p>
            <a:pPr algn="just" eaLnBrk="1" hangingPunct="1">
              <a:lnSpc>
                <a:spcPct val="100000"/>
              </a:lnSpc>
            </a:pPr>
            <a:r>
              <a:rPr lang="en-US" altLang="en-US" sz="2800" dirty="0"/>
              <a:t>Due to their bulky size, inductors are less frequently used as compared to capacitors, however they have some applications where they are best suited.</a:t>
            </a:r>
          </a:p>
          <a:p>
            <a:pPr algn="just" eaLnBrk="1" hangingPunct="1">
              <a:lnSpc>
                <a:spcPct val="100000"/>
              </a:lnSpc>
            </a:pPr>
            <a:r>
              <a:rPr lang="en-US" altLang="en-US" sz="2800" dirty="0"/>
              <a:t>They can be used to create a large amount of current or voltage for a short period of time.</a:t>
            </a:r>
          </a:p>
          <a:p>
            <a:pPr algn="just" eaLnBrk="1" hangingPunct="1">
              <a:lnSpc>
                <a:spcPct val="100000"/>
              </a:lnSpc>
            </a:pPr>
            <a:r>
              <a:rPr lang="en-US" altLang="en-US" sz="2800" dirty="0"/>
              <a:t>Their resistance to sudden changes in current can be used for spark suppression.</a:t>
            </a:r>
          </a:p>
          <a:p>
            <a:pPr algn="just" eaLnBrk="1" hangingPunct="1">
              <a:lnSpc>
                <a:spcPct val="100000"/>
              </a:lnSpc>
            </a:pPr>
            <a:r>
              <a:rPr lang="en-US" altLang="en-US" sz="2800" dirty="0"/>
              <a:t>Along with capacitors, they can be used for frequency discrimination.</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27</a:t>
            </a:fld>
            <a:endParaRPr lang="en-US" altLang="zh-CN" dirty="0">
              <a:ea typeface="黑体" panose="02010609060101010101" pitchFamily="49"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normAutofit/>
          </a:bodyPr>
          <a:lstStyle/>
          <a:p>
            <a:pPr eaLnBrk="1" fontAlgn="auto" hangingPunct="1">
              <a:spcAft>
                <a:spcPts val="0"/>
              </a:spcAft>
              <a:defRPr/>
            </a:pPr>
            <a:r>
              <a:rPr lang="en-US" altLang="en-US" dirty="0"/>
              <a:t>Summary</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28</a:t>
            </a:fld>
            <a:endParaRPr lang="en-US" altLang="zh-CN" dirty="0">
              <a:ea typeface="黑体" panose="02010609060101010101" pitchFamily="49" charset="-122"/>
            </a:endParaRPr>
          </a:p>
        </p:txBody>
      </p:sp>
      <p:sp>
        <p:nvSpPr>
          <p:cNvPr id="4" name="TextBox 3"/>
          <p:cNvSpPr txBox="1"/>
          <p:nvPr/>
        </p:nvSpPr>
        <p:spPr>
          <a:xfrm>
            <a:off x="398732" y="1690688"/>
            <a:ext cx="2667685" cy="707886"/>
          </a:xfrm>
          <a:prstGeom prst="rect">
            <a:avLst/>
          </a:prstGeom>
          <a:noFill/>
        </p:spPr>
        <p:txBody>
          <a:bodyPr wrap="square" rtlCol="0">
            <a:spAutoFit/>
          </a:bodyPr>
          <a:lstStyle/>
          <a:p>
            <a:pPr algn="ctr"/>
            <a:r>
              <a:rPr lang="en-US" altLang="zh-CN" sz="2000" i="1" dirty="0"/>
              <a:t>Passive sign convention is assumed</a:t>
            </a:r>
            <a:endParaRPr lang="zh-CN" altLang="en-US" sz="2000" i="1" dirty="0"/>
          </a:p>
        </p:txBody>
      </p:sp>
      <p:pic>
        <p:nvPicPr>
          <p:cNvPr id="7" name="Picture 6"/>
          <p:cNvPicPr>
            <a:picLocks noChangeAspect="1"/>
          </p:cNvPicPr>
          <p:nvPr/>
        </p:nvPicPr>
        <p:blipFill>
          <a:blip r:embed="rId3"/>
          <a:stretch>
            <a:fillRect/>
          </a:stretch>
        </p:blipFill>
        <p:spPr>
          <a:xfrm>
            <a:off x="307098" y="3679864"/>
            <a:ext cx="2779863" cy="1219940"/>
          </a:xfrm>
          <a:prstGeom prst="rect">
            <a:avLst/>
          </a:prstGeom>
        </p:spPr>
      </p:pic>
      <p:grpSp>
        <p:nvGrpSpPr>
          <p:cNvPr id="8" name="Group 7"/>
          <p:cNvGrpSpPr/>
          <p:nvPr/>
        </p:nvGrpSpPr>
        <p:grpSpPr>
          <a:xfrm>
            <a:off x="316966" y="4899804"/>
            <a:ext cx="2831216" cy="1303228"/>
            <a:chOff x="7939165" y="365126"/>
            <a:chExt cx="3236970" cy="1373622"/>
          </a:xfrm>
        </p:grpSpPr>
        <p:pic>
          <p:nvPicPr>
            <p:cNvPr id="9" name="Picture 8"/>
            <p:cNvPicPr>
              <a:picLocks noChangeAspect="1"/>
            </p:cNvPicPr>
            <p:nvPr/>
          </p:nvPicPr>
          <p:blipFill>
            <a:blip r:embed="rId4"/>
            <a:stretch>
              <a:fillRect/>
            </a:stretch>
          </p:blipFill>
          <p:spPr>
            <a:xfrm rot="16200000">
              <a:off x="8870839" y="-566548"/>
              <a:ext cx="1373622" cy="3236970"/>
            </a:xfrm>
            <a:prstGeom prst="rect">
              <a:avLst/>
            </a:prstGeom>
          </p:spPr>
        </p:pic>
        <p:sp>
          <p:nvSpPr>
            <p:cNvPr id="10" name="TextBox 9"/>
            <p:cNvSpPr txBox="1"/>
            <p:nvPr/>
          </p:nvSpPr>
          <p:spPr>
            <a:xfrm>
              <a:off x="8329419" y="432541"/>
              <a:ext cx="269626" cy="461665"/>
            </a:xfrm>
            <a:prstGeom prst="rect">
              <a:avLst/>
            </a:prstGeom>
            <a:noFill/>
          </p:spPr>
          <p:txBody>
            <a:bodyPr wrap="none" rtlCol="0">
              <a:spAutoFit/>
            </a:bodyPr>
            <a:lstStyle/>
            <a:p>
              <a:r>
                <a:rPr lang="en-US" altLang="zh-CN" sz="2400" i="1" dirty="0"/>
                <a:t>i</a:t>
              </a:r>
              <a:endParaRPr lang="zh-CN" altLang="en-US" i="1" dirty="0"/>
            </a:p>
          </p:txBody>
        </p:sp>
      </p:grpSp>
      <p:pic>
        <p:nvPicPr>
          <p:cNvPr id="6" name="Picture 5"/>
          <p:cNvPicPr>
            <a:picLocks noChangeAspect="1"/>
          </p:cNvPicPr>
          <p:nvPr/>
        </p:nvPicPr>
        <p:blipFill>
          <a:blip r:embed="rId5"/>
          <a:stretch>
            <a:fillRect/>
          </a:stretch>
        </p:blipFill>
        <p:spPr>
          <a:xfrm>
            <a:off x="270144" y="2373313"/>
            <a:ext cx="2905125" cy="1285875"/>
          </a:xfrm>
          <a:prstGeom prst="rect">
            <a:avLst/>
          </a:prstGeom>
        </p:spPr>
      </p:pic>
      <p:pic>
        <p:nvPicPr>
          <p:cNvPr id="5" name="Picture 4"/>
          <p:cNvPicPr>
            <a:picLocks noChangeAspect="1"/>
          </p:cNvPicPr>
          <p:nvPr/>
        </p:nvPicPr>
        <p:blipFill>
          <a:blip r:embed="rId6">
            <a:clrChange>
              <a:clrFrom>
                <a:srgbClr val="FFFFFF"/>
              </a:clrFrom>
              <a:clrTo>
                <a:srgbClr val="FFFFFF">
                  <a:alpha val="0"/>
                </a:srgbClr>
              </a:clrTo>
            </a:clrChange>
          </a:blip>
          <a:stretch>
            <a:fillRect/>
          </a:stretch>
        </p:blipFill>
        <p:spPr>
          <a:xfrm>
            <a:off x="3106314" y="377825"/>
            <a:ext cx="9029700" cy="63436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6237A2D-8B5F-0946-9DF3-A46F7E9C6BF5}"/>
              </a:ext>
            </a:extLst>
          </p:cNvPr>
          <p:cNvSpPr/>
          <p:nvPr/>
        </p:nvSpPr>
        <p:spPr>
          <a:xfrm>
            <a:off x="2770496" y="5895833"/>
            <a:ext cx="2893325" cy="818866"/>
          </a:xfrm>
          <a:prstGeom prst="rect">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7" name="Title 1"/>
          <p:cNvSpPr>
            <a:spLocks noGrp="1"/>
          </p:cNvSpPr>
          <p:nvPr>
            <p:ph type="title"/>
          </p:nvPr>
        </p:nvSpPr>
        <p:spPr/>
        <p:txBody>
          <a:bodyPr/>
          <a:lstStyle/>
          <a:p>
            <a:pPr eaLnBrk="1" fontAlgn="auto" hangingPunct="1">
              <a:spcAft>
                <a:spcPts val="0"/>
              </a:spcAft>
              <a:defRPr/>
            </a:pPr>
            <a:r>
              <a:rPr lang="en-US" altLang="en-US" dirty="0"/>
              <a:t>Application Example – Integrator</a:t>
            </a:r>
          </a:p>
        </p:txBody>
      </p:sp>
      <p:sp>
        <p:nvSpPr>
          <p:cNvPr id="17412" name="Content Placeholder 2"/>
          <p:cNvSpPr>
            <a:spLocks noGrp="1"/>
          </p:cNvSpPr>
          <p:nvPr>
            <p:ph idx="1"/>
          </p:nvPr>
        </p:nvSpPr>
        <p:spPr>
          <a:xfrm>
            <a:off x="838200" y="1690688"/>
            <a:ext cx="10515600" cy="1721815"/>
          </a:xfrm>
        </p:spPr>
        <p:txBody>
          <a:bodyPr/>
          <a:lstStyle/>
          <a:p>
            <a:pPr algn="just" eaLnBrk="1" hangingPunct="1"/>
            <a:r>
              <a:rPr lang="en-US" altLang="en-US" sz="2400" dirty="0"/>
              <a:t>Capacitors, in combination with op-amps can be made to perform advanced mathematical functions</a:t>
            </a:r>
          </a:p>
          <a:p>
            <a:pPr algn="just" eaLnBrk="1" hangingPunct="1"/>
            <a:r>
              <a:rPr lang="en-US" altLang="en-US" sz="2400" dirty="0"/>
              <a:t>One such function is the integrator: by replacing the feedback resistor with a capacitor, the output voltage from the op-amp is:</a:t>
            </a:r>
          </a:p>
        </p:txBody>
      </p:sp>
      <p:pic>
        <p:nvPicPr>
          <p:cNvPr id="5" name="Picture 4"/>
          <p:cNvPicPr>
            <a:picLocks noChangeAspect="1"/>
          </p:cNvPicPr>
          <p:nvPr/>
        </p:nvPicPr>
        <p:blipFill rotWithShape="1">
          <a:blip r:embed="rId3" cstate="print"/>
          <a:srcRect b="7003"/>
          <a:stretch/>
        </p:blipFill>
        <p:spPr>
          <a:xfrm>
            <a:off x="6300303" y="3599609"/>
            <a:ext cx="4304192" cy="2754255"/>
          </a:xfrm>
          <a:prstGeom prst="rect">
            <a:avLst/>
          </a:prstGeom>
        </p:spPr>
      </p:pic>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29</a:t>
            </a:fld>
            <a:endParaRPr lang="en-US" altLang="zh-CN" dirty="0">
              <a:ea typeface="黑体" panose="02010609060101010101" pitchFamily="49" charset="-122"/>
            </a:endParaRPr>
          </a:p>
        </p:txBody>
      </p:sp>
      <p:pic>
        <p:nvPicPr>
          <p:cNvPr id="6" name="Picture 5"/>
          <p:cNvPicPr>
            <a:picLocks noChangeAspect="1"/>
          </p:cNvPicPr>
          <p:nvPr/>
        </p:nvPicPr>
        <p:blipFill>
          <a:blip r:embed="rId4">
            <a:clrChange>
              <a:clrFrom>
                <a:srgbClr val="FFFFFF"/>
              </a:clrFrom>
              <a:clrTo>
                <a:srgbClr val="FFFFFF">
                  <a:alpha val="0"/>
                </a:srgbClr>
              </a:clrTo>
            </a:clrChange>
            <a:biLevel thresh="75000"/>
          </a:blip>
          <a:stretch>
            <a:fillRect/>
          </a:stretch>
        </p:blipFill>
        <p:spPr>
          <a:xfrm>
            <a:off x="1013921" y="3412503"/>
            <a:ext cx="1114425" cy="523875"/>
          </a:xfrm>
          <a:prstGeom prst="rect">
            <a:avLst/>
          </a:prstGeom>
        </p:spPr>
      </p:pic>
      <p:pic>
        <p:nvPicPr>
          <p:cNvPr id="7" name="Picture 6"/>
          <p:cNvPicPr>
            <a:picLocks noChangeAspect="1"/>
          </p:cNvPicPr>
          <p:nvPr/>
        </p:nvPicPr>
        <p:blipFill>
          <a:blip r:embed="rId5">
            <a:clrChange>
              <a:clrFrom>
                <a:srgbClr val="FFFFFF"/>
              </a:clrFrom>
              <a:clrTo>
                <a:srgbClr val="FFFFFF">
                  <a:alpha val="0"/>
                </a:srgbClr>
              </a:clrTo>
            </a:clrChange>
            <a:biLevel thresh="75000"/>
          </a:blip>
          <a:stretch>
            <a:fillRect/>
          </a:stretch>
        </p:blipFill>
        <p:spPr>
          <a:xfrm>
            <a:off x="2476600" y="3282655"/>
            <a:ext cx="3457575" cy="828675"/>
          </a:xfrm>
          <a:prstGeom prst="rect">
            <a:avLst/>
          </a:prstGeom>
        </p:spPr>
      </p:pic>
      <p:pic>
        <p:nvPicPr>
          <p:cNvPr id="8" name="Picture 7"/>
          <p:cNvPicPr>
            <a:picLocks noChangeAspect="1"/>
          </p:cNvPicPr>
          <p:nvPr/>
        </p:nvPicPr>
        <p:blipFill rotWithShape="1">
          <a:blip r:embed="rId6">
            <a:clrChange>
              <a:clrFrom>
                <a:srgbClr val="FFFFFF"/>
              </a:clrFrom>
              <a:clrTo>
                <a:srgbClr val="FFFFFF">
                  <a:alpha val="0"/>
                </a:srgbClr>
              </a:clrTo>
            </a:clrChange>
            <a:biLevel thresh="75000"/>
          </a:blip>
          <a:srcRect b="54179"/>
          <a:stretch/>
        </p:blipFill>
        <p:spPr>
          <a:xfrm>
            <a:off x="1147983" y="4177886"/>
            <a:ext cx="2612797" cy="769628"/>
          </a:xfrm>
          <a:prstGeom prst="rect">
            <a:avLst/>
          </a:prstGeom>
        </p:spPr>
      </p:pic>
      <p:sp>
        <p:nvSpPr>
          <p:cNvPr id="9" name="TextBox 8"/>
          <p:cNvSpPr txBox="1"/>
          <p:nvPr/>
        </p:nvSpPr>
        <p:spPr>
          <a:xfrm>
            <a:off x="167725" y="5995517"/>
            <a:ext cx="2462534" cy="369332"/>
          </a:xfrm>
          <a:prstGeom prst="rect">
            <a:avLst/>
          </a:prstGeom>
          <a:noFill/>
        </p:spPr>
        <p:txBody>
          <a:bodyPr wrap="none" rtlCol="0">
            <a:spAutoFit/>
          </a:bodyPr>
          <a:lstStyle/>
          <a:p>
            <a:r>
              <a:rPr lang="en-US" altLang="zh-CN" dirty="0"/>
              <a:t>Assuming </a:t>
            </a:r>
            <a:r>
              <a:rPr lang="en-US" altLang="zh-CN" i="1" dirty="0" err="1"/>
              <a:t>v</a:t>
            </a:r>
            <a:r>
              <a:rPr lang="en-US" altLang="zh-CN" baseline="-25000" dirty="0" err="1"/>
              <a:t>o</a:t>
            </a:r>
            <a:r>
              <a:rPr lang="en-US" altLang="zh-CN" dirty="0"/>
              <a:t>(0)=0, then</a:t>
            </a:r>
            <a:endParaRPr lang="zh-CN" altLang="en-US" dirty="0"/>
          </a:p>
        </p:txBody>
      </p:sp>
      <p:pic>
        <p:nvPicPr>
          <p:cNvPr id="10" name="Picture 9"/>
          <p:cNvPicPr>
            <a:picLocks noChangeAspect="1"/>
          </p:cNvPicPr>
          <p:nvPr/>
        </p:nvPicPr>
        <p:blipFill>
          <a:blip r:embed="rId7">
            <a:biLevel thresh="75000"/>
          </a:blip>
          <a:stretch>
            <a:fillRect/>
          </a:stretch>
        </p:blipFill>
        <p:spPr>
          <a:xfrm>
            <a:off x="1536568" y="4905688"/>
            <a:ext cx="4206019" cy="945895"/>
          </a:xfrm>
          <a:prstGeom prst="rect">
            <a:avLst/>
          </a:prstGeom>
        </p:spPr>
      </p:pic>
      <p:pic>
        <p:nvPicPr>
          <p:cNvPr id="14" name="Picture 13"/>
          <p:cNvPicPr>
            <a:picLocks noChangeAspect="1"/>
          </p:cNvPicPr>
          <p:nvPr/>
        </p:nvPicPr>
        <p:blipFill rotWithShape="1">
          <a:blip r:embed="rId6">
            <a:clrChange>
              <a:clrFrom>
                <a:srgbClr val="FFFFFF"/>
              </a:clrFrom>
              <a:clrTo>
                <a:srgbClr val="FFFFFF">
                  <a:alpha val="0"/>
                </a:srgbClr>
              </a:clrTo>
            </a:clrChange>
            <a:biLevel thresh="75000"/>
          </a:blip>
          <a:srcRect l="-722" t="50217" r="722"/>
          <a:stretch/>
        </p:blipFill>
        <p:spPr>
          <a:xfrm>
            <a:off x="3483203" y="4111330"/>
            <a:ext cx="2612797" cy="836184"/>
          </a:xfrm>
          <a:prstGeom prst="rect">
            <a:avLst/>
          </a:prstGeom>
        </p:spPr>
      </p:pic>
      <p:pic>
        <p:nvPicPr>
          <p:cNvPr id="11" name="Picture 10"/>
          <p:cNvPicPr>
            <a:picLocks noChangeAspect="1"/>
          </p:cNvPicPr>
          <p:nvPr/>
        </p:nvPicPr>
        <p:blipFill>
          <a:blip r:embed="rId8">
            <a:clrChange>
              <a:clrFrom>
                <a:srgbClr val="FFFFFF"/>
              </a:clrFrom>
              <a:clrTo>
                <a:srgbClr val="FFFFFF">
                  <a:alpha val="0"/>
                </a:srgbClr>
              </a:clrTo>
            </a:clrChange>
          </a:blip>
          <a:stretch>
            <a:fillRect/>
          </a:stretch>
        </p:blipFill>
        <p:spPr>
          <a:xfrm>
            <a:off x="2706658" y="5724525"/>
            <a:ext cx="2952750" cy="1133475"/>
          </a:xfrm>
          <a:prstGeom prst="rect">
            <a:avLst/>
          </a:prstGeom>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itle 1"/>
          <p:cNvSpPr>
            <a:spLocks noGrp="1"/>
          </p:cNvSpPr>
          <p:nvPr>
            <p:ph type="title"/>
          </p:nvPr>
        </p:nvSpPr>
        <p:spPr/>
        <p:txBody>
          <a:bodyPr/>
          <a:lstStyle/>
          <a:p>
            <a:pPr eaLnBrk="1" fontAlgn="auto" hangingPunct="1">
              <a:spcAft>
                <a:spcPts val="0"/>
              </a:spcAft>
              <a:defRPr/>
            </a:pPr>
            <a:r>
              <a:rPr lang="en-US" altLang="en-US" dirty="0"/>
              <a:t>Application Example – Differentiator</a:t>
            </a:r>
          </a:p>
        </p:txBody>
      </p:sp>
      <p:sp>
        <p:nvSpPr>
          <p:cNvPr id="18436" name="Content Placeholder 2"/>
          <p:cNvSpPr>
            <a:spLocks noGrp="1"/>
          </p:cNvSpPr>
          <p:nvPr>
            <p:ph idx="1"/>
          </p:nvPr>
        </p:nvSpPr>
        <p:spPr>
          <a:xfrm>
            <a:off x="838200" y="1690688"/>
            <a:ext cx="10515600" cy="4839508"/>
          </a:xfrm>
        </p:spPr>
        <p:txBody>
          <a:bodyPr>
            <a:normAutofit/>
          </a:bodyPr>
          <a:lstStyle/>
          <a:p>
            <a:pPr algn="just" eaLnBrk="1" hangingPunct="1"/>
            <a:r>
              <a:rPr lang="en-US" altLang="en-US" sz="2400" dirty="0"/>
              <a:t>The previous circuit functions as an integrator with time. If the capacitor is used in place of the input resistor instead of the feedback resistor, there will only be current flowing if the voltage is changing</a:t>
            </a:r>
          </a:p>
          <a:p>
            <a:pPr eaLnBrk="1" hangingPunct="1"/>
            <a:r>
              <a:rPr lang="en-US" altLang="en-US" sz="2400" dirty="0"/>
              <a:t>The output voltage in this case will be:</a:t>
            </a:r>
          </a:p>
          <a:p>
            <a:pPr eaLnBrk="1" hangingPunct="1"/>
            <a:endParaRPr lang="en-US" altLang="en-US" sz="2400" dirty="0"/>
          </a:p>
          <a:p>
            <a:pPr eaLnBrk="1" hangingPunct="1"/>
            <a:endParaRPr lang="en-US" altLang="en-US" sz="2400" dirty="0"/>
          </a:p>
          <a:p>
            <a:pPr eaLnBrk="1" hangingPunct="1"/>
            <a:endParaRPr lang="en-US" altLang="en-US" sz="2400" dirty="0"/>
          </a:p>
          <a:p>
            <a:pPr eaLnBrk="1" hangingPunct="1"/>
            <a:r>
              <a:rPr lang="en-US" altLang="en-US" sz="2400" dirty="0"/>
              <a:t>From this it is clear this circuit performs differentiation with time</a:t>
            </a:r>
          </a:p>
          <a:p>
            <a:pPr eaLnBrk="1" hangingPunct="1"/>
            <a:r>
              <a:rPr lang="en-US" altLang="en-US" sz="1800" i="1" dirty="0"/>
              <a:t>Remark: differentiator circuit not effective in the presence of noise; it is electronically unstable because any electrical noise within the circuit is exaggerated by the differentiator. For this reason, the differentiator circuit in </a:t>
            </a:r>
            <a:r>
              <a:rPr lang="en-US" altLang="zh-CN" sz="1800" i="1" dirty="0"/>
              <a:t>figure above</a:t>
            </a:r>
            <a:r>
              <a:rPr lang="en-US" altLang="en-US" sz="1800" i="1" dirty="0"/>
              <a:t> is not as useful and popular as the integrator. It is seldom used in practice.</a:t>
            </a:r>
          </a:p>
        </p:txBody>
      </p:sp>
      <p:graphicFrame>
        <p:nvGraphicFramePr>
          <p:cNvPr id="18434" name="Object 6"/>
          <p:cNvGraphicFramePr>
            <a:graphicFrameLocks noChangeAspect="1"/>
          </p:cNvGraphicFramePr>
          <p:nvPr>
            <p:extLst>
              <p:ext uri="{D42A27DB-BD31-4B8C-83A1-F6EECF244321}">
                <p14:modId xmlns:p14="http://schemas.microsoft.com/office/powerpoint/2010/main" val="1614147172"/>
              </p:ext>
            </p:extLst>
          </p:nvPr>
        </p:nvGraphicFramePr>
        <p:xfrm>
          <a:off x="3455404" y="3509042"/>
          <a:ext cx="2434675" cy="844803"/>
        </p:xfrm>
        <a:graphic>
          <a:graphicData uri="http://schemas.openxmlformats.org/presentationml/2006/ole">
            <mc:AlternateContent xmlns:mc="http://schemas.openxmlformats.org/markup-compatibility/2006">
              <mc:Choice xmlns:v="urn:schemas-microsoft-com:vml" Requires="v">
                <p:oleObj name="Equation" r:id="rId3" imgW="850531" imgH="393529" progId="Equation.DSMT4">
                  <p:embed/>
                </p:oleObj>
              </mc:Choice>
              <mc:Fallback>
                <p:oleObj name="Equation" r:id="rId3" imgW="850531" imgH="393529" progId="Equation.DSMT4">
                  <p:embed/>
                  <p:pic>
                    <p:nvPicPr>
                      <p:cNvPr id="18434"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55404" y="3509042"/>
                        <a:ext cx="2434675" cy="844803"/>
                      </a:xfrm>
                      <a:prstGeom prst="rect">
                        <a:avLst/>
                      </a:prstGeom>
                      <a:noFill/>
                    </p:spPr>
                  </p:pic>
                </p:oleObj>
              </mc:Fallback>
            </mc:AlternateContent>
          </a:graphicData>
        </a:graphic>
      </p:graphicFrame>
      <p:pic>
        <p:nvPicPr>
          <p:cNvPr id="3" name="Picture 2"/>
          <p:cNvPicPr>
            <a:picLocks noChangeAspect="1"/>
          </p:cNvPicPr>
          <p:nvPr/>
        </p:nvPicPr>
        <p:blipFill rotWithShape="1">
          <a:blip r:embed="rId5" cstate="print">
            <a:clrChange>
              <a:clrFrom>
                <a:srgbClr val="FFFFFF"/>
              </a:clrFrom>
              <a:clrTo>
                <a:srgbClr val="FFFFFF">
                  <a:alpha val="0"/>
                </a:srgbClr>
              </a:clrTo>
            </a:clrChange>
          </a:blip>
          <a:srcRect t="10198"/>
          <a:stretch/>
        </p:blipFill>
        <p:spPr>
          <a:xfrm>
            <a:off x="8012902" y="2300140"/>
            <a:ext cx="3340898" cy="2140668"/>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30</a:t>
            </a:fld>
            <a:endParaRPr lang="en-US" altLang="zh-CN" dirty="0">
              <a:ea typeface="黑体" panose="02010609060101010101" pitchFamily="49"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endParaRPr lang="en-GB" dirty="0"/>
          </a:p>
        </p:txBody>
      </p:sp>
      <p:sp>
        <p:nvSpPr>
          <p:cNvPr id="3" name="Content Placeholder 2"/>
          <p:cNvSpPr>
            <a:spLocks noGrp="1"/>
          </p:cNvSpPr>
          <p:nvPr>
            <p:ph idx="1"/>
          </p:nvPr>
        </p:nvSpPr>
        <p:spPr>
          <a:xfrm>
            <a:off x="838200" y="1690689"/>
            <a:ext cx="7843887" cy="4011372"/>
          </a:xfrm>
        </p:spPr>
        <p:txBody>
          <a:bodyPr>
            <a:noAutofit/>
          </a:bodyPr>
          <a:lstStyle/>
          <a:p>
            <a:pPr marL="0" indent="0" algn="just">
              <a:buNone/>
            </a:pPr>
            <a:r>
              <a:rPr lang="en-US" dirty="0"/>
              <a:t>Given the input </a:t>
            </a:r>
            <a:r>
              <a:rPr lang="en-GB" altLang="zh-CN" i="1" dirty="0"/>
              <a:t>v</a:t>
            </a:r>
            <a:r>
              <a:rPr lang="en-GB" altLang="zh-CN" baseline="-25000" dirty="0"/>
              <a:t>1</a:t>
            </a:r>
            <a:r>
              <a:rPr lang="en-GB" altLang="zh-CN" dirty="0"/>
              <a:t> = 10 cos 2</a:t>
            </a:r>
            <a:r>
              <a:rPr lang="en-GB" altLang="zh-CN" i="1" dirty="0"/>
              <a:t>t</a:t>
            </a:r>
            <a:r>
              <a:rPr lang="en-GB" altLang="zh-CN" dirty="0"/>
              <a:t> mV and </a:t>
            </a:r>
            <a:r>
              <a:rPr lang="en-GB" altLang="zh-CN" i="1" dirty="0"/>
              <a:t>v</a:t>
            </a:r>
            <a:r>
              <a:rPr lang="en-GB" altLang="zh-CN" baseline="-25000" dirty="0"/>
              <a:t>2</a:t>
            </a:r>
            <a:r>
              <a:rPr lang="en-GB" altLang="zh-CN" dirty="0"/>
              <a:t> = 0.5</a:t>
            </a:r>
            <a:r>
              <a:rPr lang="en-GB" altLang="zh-CN" i="1" dirty="0"/>
              <a:t>t</a:t>
            </a:r>
            <a:r>
              <a:rPr lang="en-GB" altLang="zh-CN" dirty="0"/>
              <a:t> mV</a:t>
            </a:r>
            <a:endParaRPr lang="en-US" dirty="0"/>
          </a:p>
          <a:p>
            <a:pPr marL="0" indent="0">
              <a:lnSpc>
                <a:spcPct val="100000"/>
              </a:lnSpc>
              <a:spcBef>
                <a:spcPts val="1200"/>
              </a:spcBef>
              <a:spcAft>
                <a:spcPts val="600"/>
              </a:spcAft>
              <a:buNone/>
            </a:pPr>
            <a:r>
              <a:rPr lang="en-US" dirty="0"/>
              <a:t>C=2 </a:t>
            </a:r>
            <a:r>
              <a:rPr lang="en-US" dirty="0">
                <a:latin typeface="Symbol" panose="05050102010706020507" pitchFamily="18" charset="2"/>
              </a:rPr>
              <a:t>m</a:t>
            </a:r>
            <a:r>
              <a:rPr lang="en-US" dirty="0"/>
              <a:t>F, R</a:t>
            </a:r>
            <a:r>
              <a:rPr lang="en-US" baseline="-25000" dirty="0"/>
              <a:t>1</a:t>
            </a:r>
            <a:r>
              <a:rPr lang="en-US" dirty="0"/>
              <a:t>=3 M</a:t>
            </a:r>
            <a:r>
              <a:rPr lang="en-US" dirty="0">
                <a:latin typeface="Symbol" panose="05050102010706020507" pitchFamily="18" charset="2"/>
              </a:rPr>
              <a:t>W</a:t>
            </a:r>
            <a:r>
              <a:rPr lang="en-US" dirty="0"/>
              <a:t>, R</a:t>
            </a:r>
            <a:r>
              <a:rPr lang="en-US" baseline="-25000" dirty="0"/>
              <a:t>2</a:t>
            </a:r>
            <a:r>
              <a:rPr lang="en-US" dirty="0"/>
              <a:t>=100 k</a:t>
            </a:r>
            <a:r>
              <a:rPr lang="en-US" dirty="0">
                <a:latin typeface="Symbol" panose="05050102010706020507" pitchFamily="18" charset="2"/>
              </a:rPr>
              <a:t>W</a:t>
            </a:r>
          </a:p>
          <a:p>
            <a:pPr>
              <a:lnSpc>
                <a:spcPct val="100000"/>
              </a:lnSpc>
              <a:spcBef>
                <a:spcPts val="1200"/>
              </a:spcBef>
              <a:spcAft>
                <a:spcPts val="600"/>
              </a:spcAft>
            </a:pPr>
            <a:r>
              <a:rPr lang="en-US" dirty="0"/>
              <a:t>By the principle of superposition</a:t>
            </a:r>
          </a:p>
        </p:txBody>
      </p:sp>
      <p:pic>
        <p:nvPicPr>
          <p:cNvPr id="6" name="Picture 5"/>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14306"/>
          <a:stretch/>
        </p:blipFill>
        <p:spPr>
          <a:xfrm>
            <a:off x="8068172" y="1919597"/>
            <a:ext cx="3655527" cy="1853756"/>
          </a:xfrm>
          <a:prstGeom prst="rect">
            <a:avLst/>
          </a:prstGeom>
        </p:spPr>
      </p:pic>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31</a:t>
            </a:fld>
            <a:endParaRPr lang="en-US" altLang="zh-CN" dirty="0">
              <a:ea typeface="黑体" panose="02010609060101010101" pitchFamily="49" charset="-122"/>
            </a:endParaRPr>
          </a:p>
        </p:txBody>
      </p:sp>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1240655" y="3331302"/>
            <a:ext cx="7038975" cy="3467100"/>
          </a:xfrm>
          <a:prstGeom prst="rect">
            <a:avLst/>
          </a:prstGeom>
        </p:spPr>
      </p:pic>
      <p:sp>
        <p:nvSpPr>
          <p:cNvPr id="8" name="TextBox 7">
            <a:extLst>
              <a:ext uri="{FF2B5EF4-FFF2-40B4-BE49-F238E27FC236}">
                <a16:creationId xmlns:a16="http://schemas.microsoft.com/office/drawing/2014/main" id="{67C1943B-C896-6FC7-6FBC-2DA1FB795E72}"/>
              </a:ext>
            </a:extLst>
          </p:cNvPr>
          <p:cNvSpPr txBox="1"/>
          <p:nvPr/>
        </p:nvSpPr>
        <p:spPr>
          <a:xfrm>
            <a:off x="7779991" y="4058310"/>
            <a:ext cx="3943708" cy="369332"/>
          </a:xfrm>
          <a:prstGeom prst="rect">
            <a:avLst/>
          </a:prstGeom>
          <a:noFill/>
        </p:spPr>
        <p:txBody>
          <a:bodyPr wrap="none" rtlCol="0">
            <a:spAutoFit/>
          </a:bodyPr>
          <a:lstStyle/>
          <a:p>
            <a:r>
              <a:rPr lang="en-US" dirty="0"/>
              <a:t>Assuming at t=0, output voltage is zero.</a:t>
            </a:r>
          </a:p>
        </p:txBody>
      </p:sp>
    </p:spTree>
    <p:extLst>
      <p:ext uri="{BB962C8B-B14F-4D97-AF65-F5344CB8AC3E}">
        <p14:creationId xmlns:p14="http://schemas.microsoft.com/office/powerpoint/2010/main" val="3200597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FB8ED-8C55-994F-BB97-E32E23251052}"/>
              </a:ext>
            </a:extLst>
          </p:cNvPr>
          <p:cNvSpPr>
            <a:spLocks noGrp="1"/>
          </p:cNvSpPr>
          <p:nvPr>
            <p:ph type="title"/>
          </p:nvPr>
        </p:nvSpPr>
        <p:spPr/>
        <p:txBody>
          <a:bodyPr/>
          <a:lstStyle/>
          <a:p>
            <a:r>
              <a:rPr lang="en-US" dirty="0"/>
              <a:t>Expected learning outcome</a:t>
            </a:r>
          </a:p>
        </p:txBody>
      </p:sp>
      <p:sp>
        <p:nvSpPr>
          <p:cNvPr id="3" name="Content Placeholder 2">
            <a:extLst>
              <a:ext uri="{FF2B5EF4-FFF2-40B4-BE49-F238E27FC236}">
                <a16:creationId xmlns:a16="http://schemas.microsoft.com/office/drawing/2014/main" id="{7212EF17-0380-ED45-B779-B6B7BC68CE44}"/>
              </a:ext>
            </a:extLst>
          </p:cNvPr>
          <p:cNvSpPr>
            <a:spLocks noGrp="1"/>
          </p:cNvSpPr>
          <p:nvPr>
            <p:ph idx="1"/>
          </p:nvPr>
        </p:nvSpPr>
        <p:spPr/>
        <p:txBody>
          <a:bodyPr/>
          <a:lstStyle/>
          <a:p>
            <a:r>
              <a:rPr lang="en-US" dirty="0"/>
              <a:t>Understand and be familiar with the </a:t>
            </a:r>
            <a:r>
              <a:rPr lang="en-US" i="1" dirty="0" err="1"/>
              <a:t>i</a:t>
            </a:r>
            <a:r>
              <a:rPr lang="en-US" dirty="0"/>
              <a:t>-</a:t>
            </a:r>
            <a:r>
              <a:rPr lang="en-US" i="1" dirty="0"/>
              <a:t>v</a:t>
            </a:r>
            <a:r>
              <a:rPr lang="en-US" dirty="0"/>
              <a:t> relationships of a capacitor and an inductor:</a:t>
            </a:r>
            <a:br>
              <a:rPr lang="en-US" dirty="0"/>
            </a:br>
            <a:br>
              <a:rPr lang="en-US" dirty="0"/>
            </a:br>
            <a:endParaRPr lang="en-US" dirty="0"/>
          </a:p>
          <a:p>
            <a:r>
              <a:rPr lang="en-US" dirty="0"/>
              <a:t>Be able to compute equivalent capacitance and inductance for parallel and in-series capacitors and inductors, respectively</a:t>
            </a:r>
          </a:p>
          <a:p>
            <a:r>
              <a:rPr lang="en-US" dirty="0"/>
              <a:t>Be able to analyze a circuit in its steady state with resistors, capacitors, and inductors when the inputs are DC sources; be able to compute the stored energy in capacitors and inductors in their steady states.</a:t>
            </a:r>
          </a:p>
        </p:txBody>
      </p:sp>
      <p:sp>
        <p:nvSpPr>
          <p:cNvPr id="4" name="Slide Number Placeholder 3">
            <a:extLst>
              <a:ext uri="{FF2B5EF4-FFF2-40B4-BE49-F238E27FC236}">
                <a16:creationId xmlns:a16="http://schemas.microsoft.com/office/drawing/2014/main" id="{D95DA4AD-73B8-E647-B833-8242786D0003}"/>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32</a:t>
            </a:fld>
            <a:endParaRPr lang="en-US" altLang="zh-CN" dirty="0">
              <a:ea typeface="黑体" panose="02010609060101010101" pitchFamily="49" charset="-122"/>
            </a:endParaRPr>
          </a:p>
        </p:txBody>
      </p:sp>
      <p:pic>
        <p:nvPicPr>
          <p:cNvPr id="5" name="Picture 4">
            <a:extLst>
              <a:ext uri="{FF2B5EF4-FFF2-40B4-BE49-F238E27FC236}">
                <a16:creationId xmlns:a16="http://schemas.microsoft.com/office/drawing/2014/main" id="{36A31E2A-4CC7-1E4D-B641-BFB7147DEFC8}"/>
              </a:ext>
            </a:extLst>
          </p:cNvPr>
          <p:cNvPicPr>
            <a:picLocks noChangeAspect="1"/>
          </p:cNvPicPr>
          <p:nvPr/>
        </p:nvPicPr>
        <p:blipFill>
          <a:blip r:embed="rId2"/>
          <a:stretch>
            <a:fillRect/>
          </a:stretch>
        </p:blipFill>
        <p:spPr>
          <a:xfrm>
            <a:off x="2035128" y="2736660"/>
            <a:ext cx="1079500" cy="647700"/>
          </a:xfrm>
          <a:prstGeom prst="rect">
            <a:avLst/>
          </a:prstGeom>
        </p:spPr>
      </p:pic>
      <p:pic>
        <p:nvPicPr>
          <p:cNvPr id="6" name="Picture 5">
            <a:extLst>
              <a:ext uri="{FF2B5EF4-FFF2-40B4-BE49-F238E27FC236}">
                <a16:creationId xmlns:a16="http://schemas.microsoft.com/office/drawing/2014/main" id="{8B4BB12E-1E3F-9343-8F07-B87C7D1302FA}"/>
              </a:ext>
            </a:extLst>
          </p:cNvPr>
          <p:cNvPicPr>
            <a:picLocks noChangeAspect="1"/>
          </p:cNvPicPr>
          <p:nvPr/>
        </p:nvPicPr>
        <p:blipFill>
          <a:blip r:embed="rId3"/>
          <a:stretch>
            <a:fillRect/>
          </a:stretch>
        </p:blipFill>
        <p:spPr>
          <a:xfrm>
            <a:off x="3529083" y="2749361"/>
            <a:ext cx="1066800" cy="622300"/>
          </a:xfrm>
          <a:prstGeom prst="rect">
            <a:avLst/>
          </a:prstGeom>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317D42D-0A35-7E44-907F-6973FD7451BA}"/>
                  </a:ext>
                </a:extLst>
              </p:cNvPr>
              <p:cNvSpPr txBox="1"/>
              <p:nvPr/>
            </p:nvSpPr>
            <p:spPr>
              <a:xfrm>
                <a:off x="6899075" y="2736660"/>
                <a:ext cx="1386020"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𝐶</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𝐶</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𝑣</m:t>
                          </m:r>
                        </m:e>
                        <m:sup>
                          <m:r>
                            <a:rPr lang="en-US" b="0" i="1" smtClean="0">
                              <a:latin typeface="Cambria Math" panose="02040503050406030204" pitchFamily="18" charset="0"/>
                            </a:rPr>
                            <m:t>2</m:t>
                          </m:r>
                        </m:sup>
                      </m:sSup>
                    </m:oMath>
                  </m:oMathPara>
                </a14:m>
                <a:endParaRPr lang="en-CN" dirty="0"/>
              </a:p>
            </p:txBody>
          </p:sp>
        </mc:Choice>
        <mc:Fallback xmlns="">
          <p:sp>
            <p:nvSpPr>
              <p:cNvPr id="9" name="TextBox 8">
                <a:extLst>
                  <a:ext uri="{FF2B5EF4-FFF2-40B4-BE49-F238E27FC236}">
                    <a16:creationId xmlns:a16="http://schemas.microsoft.com/office/drawing/2014/main" id="{A317D42D-0A35-7E44-907F-6973FD7451BA}"/>
                  </a:ext>
                </a:extLst>
              </p:cNvPr>
              <p:cNvSpPr txBox="1">
                <a:spLocks noRot="1" noChangeAspect="1" noMove="1" noResize="1" noEditPoints="1" noAdjustHandles="1" noChangeArrowheads="1" noChangeShapeType="1" noTextEdit="1"/>
              </p:cNvSpPr>
              <p:nvPr/>
            </p:nvSpPr>
            <p:spPr>
              <a:xfrm>
                <a:off x="6899075" y="2736660"/>
                <a:ext cx="1386020" cy="610936"/>
              </a:xfrm>
              <a:prstGeom prst="rect">
                <a:avLst/>
              </a:prstGeom>
              <a:blipFill>
                <a:blip r:embed="rId4"/>
                <a:stretch>
                  <a:fillRect b="-4082"/>
                </a:stretch>
              </a:blipFill>
            </p:spPr>
            <p:txBody>
              <a:bodyPr/>
              <a:lstStyle/>
              <a:p>
                <a:r>
                  <a:rPr lang="en-C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8EA5A17-0DA2-5A41-821F-023B76A54E83}"/>
                  </a:ext>
                </a:extLst>
              </p:cNvPr>
              <p:cNvSpPr txBox="1"/>
              <p:nvPr/>
            </p:nvSpPr>
            <p:spPr>
              <a:xfrm>
                <a:off x="8520310" y="2721271"/>
                <a:ext cx="1299137" cy="6109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𝑤</m:t>
                          </m:r>
                        </m:e>
                        <m:sub>
                          <m:r>
                            <a:rPr lang="en-US" b="0" i="1" smtClean="0">
                              <a:latin typeface="Cambria Math" panose="02040503050406030204" pitchFamily="18" charset="0"/>
                            </a:rPr>
                            <m:t>𝐿</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𝐿</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𝑖</m:t>
                          </m:r>
                        </m:e>
                        <m:sup>
                          <m:r>
                            <a:rPr lang="en-US" b="0" i="1" smtClean="0">
                              <a:latin typeface="Cambria Math" panose="02040503050406030204" pitchFamily="18" charset="0"/>
                            </a:rPr>
                            <m:t>2</m:t>
                          </m:r>
                        </m:sup>
                      </m:sSup>
                    </m:oMath>
                  </m:oMathPara>
                </a14:m>
                <a:endParaRPr lang="en-CN" dirty="0"/>
              </a:p>
            </p:txBody>
          </p:sp>
        </mc:Choice>
        <mc:Fallback xmlns="">
          <p:sp>
            <p:nvSpPr>
              <p:cNvPr id="10" name="TextBox 9">
                <a:extLst>
                  <a:ext uri="{FF2B5EF4-FFF2-40B4-BE49-F238E27FC236}">
                    <a16:creationId xmlns:a16="http://schemas.microsoft.com/office/drawing/2014/main" id="{C8EA5A17-0DA2-5A41-821F-023B76A54E83}"/>
                  </a:ext>
                </a:extLst>
              </p:cNvPr>
              <p:cNvSpPr txBox="1">
                <a:spLocks noRot="1" noChangeAspect="1" noMove="1" noResize="1" noEditPoints="1" noAdjustHandles="1" noChangeArrowheads="1" noChangeShapeType="1" noTextEdit="1"/>
              </p:cNvSpPr>
              <p:nvPr/>
            </p:nvSpPr>
            <p:spPr>
              <a:xfrm>
                <a:off x="8520310" y="2721271"/>
                <a:ext cx="1299137" cy="610936"/>
              </a:xfrm>
              <a:prstGeom prst="rect">
                <a:avLst/>
              </a:prstGeom>
              <a:blipFill>
                <a:blip r:embed="rId5"/>
                <a:stretch>
                  <a:fillRect b="-2041"/>
                </a:stretch>
              </a:blipFill>
            </p:spPr>
            <p:txBody>
              <a:bodyPr/>
              <a:lstStyle/>
              <a:p>
                <a:r>
                  <a:rPr lang="en-CN">
                    <a:noFill/>
                  </a:rPr>
                  <a:t> </a:t>
                </a:r>
              </a:p>
            </p:txBody>
          </p:sp>
        </mc:Fallback>
      </mc:AlternateContent>
    </p:spTree>
    <p:extLst>
      <p:ext uri="{BB962C8B-B14F-4D97-AF65-F5344CB8AC3E}">
        <p14:creationId xmlns:p14="http://schemas.microsoft.com/office/powerpoint/2010/main" val="20052541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CF04565-2698-3A41-93C0-EF86E69363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5031"/>
            <a:ext cx="4537300" cy="1017918"/>
          </a:xfrm>
          <a:prstGeom prst="rect">
            <a:avLst/>
          </a:prstGeom>
        </p:spPr>
      </p:pic>
      <p:sp>
        <p:nvSpPr>
          <p:cNvPr id="11" name="Title 1"/>
          <p:cNvSpPr>
            <a:spLocks noGrp="1"/>
          </p:cNvSpPr>
          <p:nvPr>
            <p:ph type="ctrTitle"/>
          </p:nvPr>
        </p:nvSpPr>
        <p:spPr>
          <a:xfrm>
            <a:off x="1524000" y="1038284"/>
            <a:ext cx="9144000" cy="1306710"/>
          </a:xfrm>
        </p:spPr>
        <p:txBody>
          <a:bodyPr>
            <a:normAutofit/>
          </a:bodyPr>
          <a:lstStyle/>
          <a:p>
            <a:r>
              <a:rPr lang="en-US" altLang="zh-CN" sz="4000" dirty="0">
                <a:latin typeface="Times New Roman" panose="02020603050405020304" pitchFamily="18" charset="0"/>
                <a:ea typeface="DengXian" panose="02010600030101010101" pitchFamily="2" charset="-122"/>
                <a:cs typeface="Times New Roman" panose="02020603050405020304" pitchFamily="18" charset="0"/>
              </a:rPr>
              <a:t>EIE 2001 Basic Circuit Theory</a:t>
            </a:r>
            <a:endParaRPr lang="zh-CN" altLang="en-US" sz="4000" dirty="0">
              <a:latin typeface="Times New Roman" panose="02020603050405020304" pitchFamily="18" charset="0"/>
              <a:cs typeface="Times New Roman" panose="02020603050405020304" pitchFamily="18" charset="0"/>
            </a:endParaRPr>
          </a:p>
        </p:txBody>
      </p:sp>
      <p:sp>
        <p:nvSpPr>
          <p:cNvPr id="12" name="Subtitle 2"/>
          <p:cNvSpPr>
            <a:spLocks noGrp="1"/>
          </p:cNvSpPr>
          <p:nvPr>
            <p:ph type="subTitle" idx="1"/>
          </p:nvPr>
        </p:nvSpPr>
        <p:spPr>
          <a:xfrm>
            <a:off x="1066800" y="2861186"/>
            <a:ext cx="10058400" cy="2480699"/>
          </a:xfrm>
        </p:spPr>
        <p:txBody>
          <a:bodyPr>
            <a:normAutofit/>
          </a:bodyPr>
          <a:lstStyle/>
          <a:p>
            <a:r>
              <a:rPr lang="en-US" altLang="zh-CN" sz="4800" dirty="0">
                <a:solidFill>
                  <a:srgbClr val="7030A0"/>
                </a:solidFill>
                <a:latin typeface="Times New Roman" panose="02020603050405020304" pitchFamily="18" charset="0"/>
                <a:cs typeface="Times New Roman" panose="02020603050405020304" pitchFamily="18" charset="0"/>
              </a:rPr>
              <a:t>Lecture 5 </a:t>
            </a:r>
          </a:p>
          <a:p>
            <a:r>
              <a:rPr lang="en-US" altLang="zh-CN" sz="4800" dirty="0">
                <a:solidFill>
                  <a:srgbClr val="7030A0"/>
                </a:solidFill>
                <a:latin typeface="Times New Roman" panose="02020603050405020304" pitchFamily="18" charset="0"/>
                <a:cs typeface="Times New Roman" panose="02020603050405020304" pitchFamily="18" charset="0"/>
              </a:rPr>
              <a:t>Part II. First-order RL and RC Circuits</a:t>
            </a:r>
          </a:p>
          <a:p>
            <a:r>
              <a:rPr lang="en-US" altLang="zh-CN" sz="4800" dirty="0">
                <a:solidFill>
                  <a:srgbClr val="7030A0"/>
                </a:solidFill>
                <a:latin typeface="Times New Roman" panose="02020603050405020304" pitchFamily="18" charset="0"/>
                <a:ea typeface="DengXian" panose="02010600030101010101" pitchFamily="2" charset="-122"/>
                <a:cs typeface="Times New Roman" panose="02020603050405020304" pitchFamily="18" charset="0"/>
              </a:rPr>
              <a:t>(transient state analysis)</a:t>
            </a:r>
            <a:endParaRPr lang="zh-CN" altLang="en-US" sz="4800" dirty="0">
              <a:solidFill>
                <a:srgbClr val="7030A0"/>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5086661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2"/>
          <p:cNvSpPr>
            <a:spLocks noGrp="1"/>
          </p:cNvSpPr>
          <p:nvPr>
            <p:ph type="title"/>
          </p:nvPr>
        </p:nvSpPr>
        <p:spPr/>
        <p:txBody>
          <a:bodyPr/>
          <a:lstStyle/>
          <a:p>
            <a:pPr eaLnBrk="1" fontAlgn="auto" hangingPunct="1">
              <a:spcAft>
                <a:spcPts val="0"/>
              </a:spcAft>
              <a:defRPr/>
            </a:pPr>
            <a:r>
              <a:rPr lang="en-US" altLang="en-US" dirty="0"/>
              <a:t>Overview</a:t>
            </a:r>
          </a:p>
        </p:txBody>
      </p:sp>
      <p:sp>
        <p:nvSpPr>
          <p:cNvPr id="27651" name="Content Placeholder 3"/>
          <p:cNvSpPr>
            <a:spLocks noGrp="1"/>
          </p:cNvSpPr>
          <p:nvPr>
            <p:ph idx="1"/>
          </p:nvPr>
        </p:nvSpPr>
        <p:spPr>
          <a:xfrm>
            <a:off x="838200" y="1690688"/>
            <a:ext cx="10515600" cy="4831409"/>
          </a:xfrm>
        </p:spPr>
        <p:txBody>
          <a:bodyPr>
            <a:noAutofit/>
          </a:bodyPr>
          <a:lstStyle/>
          <a:p>
            <a:pPr>
              <a:lnSpc>
                <a:spcPct val="110000"/>
              </a:lnSpc>
            </a:pPr>
            <a:r>
              <a:rPr lang="en-US" altLang="en-US" dirty="0">
                <a:solidFill>
                  <a:schemeClr val="bg1">
                    <a:lumMod val="50000"/>
                  </a:schemeClr>
                </a:solidFill>
              </a:rPr>
              <a:t>Introduce two linear circuit elements, unlike resistors, these elements do not dissipate energy, they instead store energy</a:t>
            </a:r>
          </a:p>
          <a:p>
            <a:pPr lvl="1">
              <a:lnSpc>
                <a:spcPct val="110000"/>
              </a:lnSpc>
            </a:pPr>
            <a:r>
              <a:rPr lang="en-US" altLang="en-US" dirty="0">
                <a:solidFill>
                  <a:schemeClr val="bg1">
                    <a:lumMod val="50000"/>
                  </a:schemeClr>
                </a:solidFill>
              </a:rPr>
              <a:t>Capacitor</a:t>
            </a:r>
          </a:p>
          <a:p>
            <a:pPr lvl="1">
              <a:lnSpc>
                <a:spcPct val="110000"/>
              </a:lnSpc>
            </a:pPr>
            <a:r>
              <a:rPr lang="en-US" altLang="en-US" dirty="0">
                <a:solidFill>
                  <a:schemeClr val="bg1">
                    <a:lumMod val="50000"/>
                  </a:schemeClr>
                </a:solidFill>
              </a:rPr>
              <a:t>Inductor</a:t>
            </a:r>
          </a:p>
          <a:p>
            <a:pPr lvl="1">
              <a:lnSpc>
                <a:spcPct val="110000"/>
              </a:lnSpc>
            </a:pPr>
            <a:r>
              <a:rPr lang="en-US" altLang="en-US" dirty="0">
                <a:solidFill>
                  <a:schemeClr val="bg1">
                    <a:lumMod val="50000"/>
                  </a:schemeClr>
                </a:solidFill>
              </a:rPr>
              <a:t>Series-Parallel combinations</a:t>
            </a:r>
          </a:p>
          <a:p>
            <a:pPr lvl="1">
              <a:lnSpc>
                <a:spcPct val="110000"/>
              </a:lnSpc>
            </a:pPr>
            <a:r>
              <a:rPr lang="en-US" altLang="en-US" dirty="0">
                <a:solidFill>
                  <a:schemeClr val="bg1">
                    <a:lumMod val="50000"/>
                  </a:schemeClr>
                </a:solidFill>
              </a:rPr>
              <a:t>Current-Voltage relationship, energy storage </a:t>
            </a:r>
          </a:p>
          <a:p>
            <a:pPr eaLnBrk="1" hangingPunct="1">
              <a:lnSpc>
                <a:spcPct val="110000"/>
              </a:lnSpc>
            </a:pPr>
            <a:r>
              <a:rPr lang="en-US" altLang="en-US" dirty="0"/>
              <a:t>Response of RL and RC circuits</a:t>
            </a:r>
          </a:p>
          <a:p>
            <a:pPr lvl="1">
              <a:lnSpc>
                <a:spcPct val="110000"/>
              </a:lnSpc>
            </a:pPr>
            <a:r>
              <a:rPr lang="en-US" altLang="en-US" dirty="0"/>
              <a:t>First-order system</a:t>
            </a:r>
          </a:p>
          <a:p>
            <a:pPr lvl="1">
              <a:lnSpc>
                <a:spcPct val="110000"/>
              </a:lnSpc>
            </a:pPr>
            <a:r>
              <a:rPr lang="en-US" altLang="en-US" dirty="0"/>
              <a:t>Natural and transient responses</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34</a:t>
            </a:fld>
            <a:endParaRPr lang="en-US" altLang="zh-CN" dirty="0">
              <a:ea typeface="黑体" panose="02010609060101010101" pitchFamily="49" charset="-122"/>
            </a:endParaRPr>
          </a:p>
        </p:txBody>
      </p:sp>
    </p:spTree>
    <p:extLst>
      <p:ext uri="{BB962C8B-B14F-4D97-AF65-F5344CB8AC3E}">
        <p14:creationId xmlns:p14="http://schemas.microsoft.com/office/powerpoint/2010/main" val="9883545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First Order Circuits </a:t>
            </a:r>
            <a:endParaRPr lang="en-US" dirty="0"/>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35</a:t>
            </a:fld>
            <a:endParaRPr lang="en-US" altLang="zh-CN" dirty="0">
              <a:ea typeface="黑体" panose="02010609060101010101" pitchFamily="49" charset="-122"/>
            </a:endParaRPr>
          </a:p>
        </p:txBody>
      </p:sp>
      <p:sp>
        <p:nvSpPr>
          <p:cNvPr id="4" name="Content Placeholder 3"/>
          <p:cNvSpPr>
            <a:spLocks noGrp="1"/>
          </p:cNvSpPr>
          <p:nvPr>
            <p:ph idx="1"/>
          </p:nvPr>
        </p:nvSpPr>
        <p:spPr/>
        <p:txBody>
          <a:bodyPr/>
          <a:lstStyle/>
          <a:p>
            <a:r>
              <a:rPr lang="en-US" altLang="zh-CN" dirty="0"/>
              <a:t>An important attribute of capacitors and inductors is their ability to store energy. </a:t>
            </a:r>
          </a:p>
          <a:p>
            <a:endParaRPr lang="en-US" altLang="zh-CN" dirty="0"/>
          </a:p>
          <a:p>
            <a:r>
              <a:rPr lang="en-US" altLang="zh-CN" dirty="0"/>
              <a:t>RL and RC circuits are also known as first-order circuits, because their voltages and currents are described by first order differential equations.</a:t>
            </a:r>
          </a:p>
          <a:p>
            <a:endParaRPr lang="en-US" altLang="zh-CN" dirty="0"/>
          </a:p>
          <a:p>
            <a:r>
              <a:rPr lang="en-US" altLang="zh-CN" dirty="0"/>
              <a:t>Note that </a:t>
            </a:r>
            <a:r>
              <a:rPr lang="en-US" altLang="zh-CN" dirty="0">
                <a:solidFill>
                  <a:srgbClr val="FF0000"/>
                </a:solidFill>
              </a:rPr>
              <a:t>only one energy storage element </a:t>
            </a:r>
            <a:r>
              <a:rPr lang="en-US" altLang="zh-CN" dirty="0"/>
              <a:t>is present in the first-order circuits, either capacitor or inductor. </a:t>
            </a:r>
          </a:p>
          <a:p>
            <a:endParaRPr lang="zh-CN" altLang="en-US" dirty="0"/>
          </a:p>
        </p:txBody>
      </p:sp>
    </p:spTree>
    <p:extLst>
      <p:ext uri="{BB962C8B-B14F-4D97-AF65-F5344CB8AC3E}">
        <p14:creationId xmlns:p14="http://schemas.microsoft.com/office/powerpoint/2010/main" val="10657105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Something about C and L</a:t>
            </a:r>
          </a:p>
        </p:txBody>
      </p:sp>
      <p:sp>
        <p:nvSpPr>
          <p:cNvPr id="3" name="Content Placeholder 2"/>
          <p:cNvSpPr>
            <a:spLocks noGrp="1"/>
          </p:cNvSpPr>
          <p:nvPr>
            <p:ph idx="1"/>
          </p:nvPr>
        </p:nvSpPr>
        <p:spPr/>
        <p:txBody>
          <a:bodyPr/>
          <a:lstStyle/>
          <a:p>
            <a:pPr algn="just"/>
            <a:r>
              <a:rPr lang="en-US" dirty="0"/>
              <a:t>For C:                                       and for L:</a:t>
            </a:r>
          </a:p>
          <a:p>
            <a:pPr algn="just"/>
            <a:endParaRPr lang="en-US" dirty="0"/>
          </a:p>
          <a:p>
            <a:pPr algn="just"/>
            <a:r>
              <a:rPr lang="en-US" dirty="0"/>
              <a:t>By exchanging variables                          , the equations change into each other.</a:t>
            </a:r>
          </a:p>
          <a:p>
            <a:pPr algn="just"/>
            <a:r>
              <a:rPr lang="en-US" dirty="0"/>
              <a:t>Results obtained for capacitors may readily be extended to inductors , and vice versa.</a:t>
            </a:r>
          </a:p>
          <a:p>
            <a:pPr algn="just"/>
            <a:endParaRPr lang="en-US" dirty="0"/>
          </a:p>
        </p:txBody>
      </p:sp>
      <p:graphicFrame>
        <p:nvGraphicFramePr>
          <p:cNvPr id="181251" name="Object 5"/>
          <p:cNvGraphicFramePr>
            <a:graphicFrameLocks noChangeAspect="1"/>
          </p:cNvGraphicFramePr>
          <p:nvPr/>
        </p:nvGraphicFramePr>
        <p:xfrm>
          <a:off x="7324981" y="1632966"/>
          <a:ext cx="1651000" cy="914400"/>
        </p:xfrm>
        <a:graphic>
          <a:graphicData uri="http://schemas.openxmlformats.org/presentationml/2006/ole">
            <mc:AlternateContent xmlns:mc="http://schemas.openxmlformats.org/markup-compatibility/2006">
              <mc:Choice xmlns:v="urn:schemas-microsoft-com:vml" Requires="v">
                <p:oleObj name="Equation" r:id="rId2" imgW="533169" imgH="393529" progId="Equation.DSMT4">
                  <p:embed/>
                </p:oleObj>
              </mc:Choice>
              <mc:Fallback>
                <p:oleObj name="Equation" r:id="rId2" imgW="533169" imgH="393529" progId="Equation.DSMT4">
                  <p:embed/>
                  <p:pic>
                    <p:nvPicPr>
                      <p:cNvPr id="181251"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4981" y="1632966"/>
                        <a:ext cx="1651000" cy="914400"/>
                      </a:xfrm>
                      <a:prstGeom prst="rect">
                        <a:avLst/>
                      </a:prstGeom>
                      <a:noFill/>
                    </p:spPr>
                  </p:pic>
                </p:oleObj>
              </mc:Fallback>
            </mc:AlternateContent>
          </a:graphicData>
        </a:graphic>
      </p:graphicFrame>
      <p:graphicFrame>
        <p:nvGraphicFramePr>
          <p:cNvPr id="181253" name="Object 5"/>
          <p:cNvGraphicFramePr>
            <a:graphicFrameLocks noChangeAspect="1"/>
          </p:cNvGraphicFramePr>
          <p:nvPr/>
        </p:nvGraphicFramePr>
        <p:xfrm>
          <a:off x="2644724" y="1622508"/>
          <a:ext cx="1737495" cy="938130"/>
        </p:xfrm>
        <a:graphic>
          <a:graphicData uri="http://schemas.openxmlformats.org/presentationml/2006/ole">
            <mc:AlternateContent xmlns:mc="http://schemas.openxmlformats.org/markup-compatibility/2006">
              <mc:Choice xmlns:v="urn:schemas-microsoft-com:vml" Requires="v">
                <p:oleObj name="Equation" r:id="rId4" imgW="545863" imgH="393529" progId="Equation.DSMT4">
                  <p:embed/>
                </p:oleObj>
              </mc:Choice>
              <mc:Fallback>
                <p:oleObj name="Equation" r:id="rId4" imgW="545863" imgH="393529" progId="Equation.DSMT4">
                  <p:embed/>
                  <p:pic>
                    <p:nvPicPr>
                      <p:cNvPr id="18125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44724" y="1622508"/>
                        <a:ext cx="1737495" cy="938130"/>
                      </a:xfrm>
                      <a:prstGeom prst="rect">
                        <a:avLst/>
                      </a:prstGeom>
                      <a:noFill/>
                    </p:spPr>
                  </p:pic>
                </p:oleObj>
              </mc:Fallback>
            </mc:AlternateContent>
          </a:graphicData>
        </a:graphic>
      </p:graphicFrame>
      <p:graphicFrame>
        <p:nvGraphicFramePr>
          <p:cNvPr id="181255" name="Object 5"/>
          <p:cNvGraphicFramePr>
            <a:graphicFrameLocks noChangeAspect="1"/>
          </p:cNvGraphicFramePr>
          <p:nvPr/>
        </p:nvGraphicFramePr>
        <p:xfrm>
          <a:off x="4867019" y="2898476"/>
          <a:ext cx="2457962" cy="425450"/>
        </p:xfrm>
        <a:graphic>
          <a:graphicData uri="http://schemas.openxmlformats.org/presentationml/2006/ole">
            <mc:AlternateContent xmlns:mc="http://schemas.openxmlformats.org/markup-compatibility/2006">
              <mc:Choice xmlns:v="urn:schemas-microsoft-com:vml" Requires="v">
                <p:oleObj name="Equation" r:id="rId6" imgW="876300" imgH="203200" progId="Equation.DSMT4">
                  <p:embed/>
                </p:oleObj>
              </mc:Choice>
              <mc:Fallback>
                <p:oleObj name="Equation" r:id="rId6" imgW="876300" imgH="203200" progId="Equation.DSMT4">
                  <p:embed/>
                  <p:pic>
                    <p:nvPicPr>
                      <p:cNvPr id="181255"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7019" y="2898476"/>
                        <a:ext cx="2457962" cy="425450"/>
                      </a:xfrm>
                      <a:prstGeom prst="rect">
                        <a:avLst/>
                      </a:prstGeom>
                      <a:solidFill>
                        <a:schemeClr val="accent6">
                          <a:lumMod val="40000"/>
                          <a:lumOff val="60000"/>
                        </a:schemeClr>
                      </a:solidFill>
                    </p:spPr>
                  </p:pic>
                </p:oleObj>
              </mc:Fallback>
            </mc:AlternateContent>
          </a:graphicData>
        </a:graphic>
      </p:graphicFrame>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36</a:t>
            </a:fld>
            <a:endParaRPr lang="en-US" altLang="zh-CN" dirty="0">
              <a:ea typeface="黑体" panose="02010609060101010101" pitchFamily="49" charset="-122"/>
            </a:endParaRPr>
          </a:p>
        </p:txBody>
      </p:sp>
    </p:spTree>
    <p:extLst>
      <p:ext uri="{BB962C8B-B14F-4D97-AF65-F5344CB8AC3E}">
        <p14:creationId xmlns:p14="http://schemas.microsoft.com/office/powerpoint/2010/main" val="29280463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2" descr="AAEHZYR0.jpg"/>
          <p:cNvPicPr>
            <a:picLocks noChangeAspect="1"/>
          </p:cNvPicPr>
          <p:nvPr/>
        </p:nvPicPr>
        <p:blipFill rotWithShape="1">
          <a:blip r:embed="rId2">
            <a:extLst>
              <a:ext uri="{28A0092B-C50C-407E-A947-70E740481C1C}">
                <a14:useLocalDpi xmlns:a14="http://schemas.microsoft.com/office/drawing/2010/main" val="0"/>
              </a:ext>
            </a:extLst>
          </a:blip>
          <a:srcRect l="10992" t="73523" r="11060" b="7393"/>
          <a:stretch/>
        </p:blipFill>
        <p:spPr bwMode="auto">
          <a:xfrm>
            <a:off x="5660365" y="1178951"/>
            <a:ext cx="5089585" cy="222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37</a:t>
            </a:fld>
            <a:endParaRPr lang="en-US" altLang="zh-CN" dirty="0">
              <a:ea typeface="黑体" panose="02010609060101010101" pitchFamily="49" charset="-122"/>
            </a:endParaRPr>
          </a:p>
        </p:txBody>
      </p:sp>
      <p:pic>
        <p:nvPicPr>
          <p:cNvPr id="6" name="Picture 2" descr="AAEHZYR0.jpg"/>
          <p:cNvPicPr>
            <a:picLocks noChangeAspect="1"/>
          </p:cNvPicPr>
          <p:nvPr/>
        </p:nvPicPr>
        <p:blipFill rotWithShape="1">
          <a:blip r:embed="rId2">
            <a:extLst>
              <a:ext uri="{28A0092B-C50C-407E-A947-70E740481C1C}">
                <a14:useLocalDpi xmlns:a14="http://schemas.microsoft.com/office/drawing/2010/main" val="0"/>
              </a:ext>
            </a:extLst>
          </a:blip>
          <a:srcRect l="10199" t="24999" r="11853" b="55917"/>
          <a:stretch/>
        </p:blipFill>
        <p:spPr bwMode="auto">
          <a:xfrm>
            <a:off x="5660364" y="3994472"/>
            <a:ext cx="5089585" cy="2225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AAEHZYR0.jpg"/>
          <p:cNvPicPr>
            <a:picLocks noChangeAspect="1"/>
          </p:cNvPicPr>
          <p:nvPr/>
        </p:nvPicPr>
        <p:blipFill rotWithShape="1">
          <a:blip r:embed="rId2">
            <a:extLst>
              <a:ext uri="{28A0092B-C50C-407E-A947-70E740481C1C}">
                <a14:useLocalDpi xmlns:a14="http://schemas.microsoft.com/office/drawing/2010/main" val="0"/>
              </a:ext>
            </a:extLst>
          </a:blip>
          <a:srcRect l="24951" t="49117" r="25177" b="29879"/>
          <a:stretch/>
        </p:blipFill>
        <p:spPr bwMode="auto">
          <a:xfrm>
            <a:off x="1604513" y="955100"/>
            <a:ext cx="3256405" cy="2449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a:blip r:embed="rId3"/>
          <a:stretch>
            <a:fillRect/>
          </a:stretch>
        </p:blipFill>
        <p:spPr>
          <a:xfrm>
            <a:off x="1705054" y="3945230"/>
            <a:ext cx="3162300" cy="2324100"/>
          </a:xfrm>
          <a:prstGeom prst="rect">
            <a:avLst/>
          </a:prstGeom>
        </p:spPr>
      </p:pic>
      <p:sp>
        <p:nvSpPr>
          <p:cNvPr id="2" name="TextBox 1"/>
          <p:cNvSpPr txBox="1"/>
          <p:nvPr/>
        </p:nvSpPr>
        <p:spPr>
          <a:xfrm>
            <a:off x="1389694" y="492020"/>
            <a:ext cx="9360255" cy="369332"/>
          </a:xfrm>
          <a:prstGeom prst="rect">
            <a:avLst/>
          </a:prstGeom>
          <a:noFill/>
        </p:spPr>
        <p:txBody>
          <a:bodyPr wrap="none" rtlCol="0">
            <a:spAutoFit/>
          </a:bodyPr>
          <a:lstStyle/>
          <a:p>
            <a:r>
              <a:rPr lang="en-US" altLang="zh-CN" dirty="0" err="1"/>
              <a:t>Thévenin</a:t>
            </a:r>
            <a:r>
              <a:rPr lang="en-US" altLang="zh-CN" dirty="0"/>
              <a:t> and Norton equivalent can be used to obtain the following four possible first order circuits</a:t>
            </a:r>
            <a:endParaRPr lang="zh-CN" altLang="en-US" dirty="0"/>
          </a:p>
        </p:txBody>
      </p:sp>
    </p:spTree>
    <p:extLst>
      <p:ext uri="{BB962C8B-B14F-4D97-AF65-F5344CB8AC3E}">
        <p14:creationId xmlns:p14="http://schemas.microsoft.com/office/powerpoint/2010/main" val="15600923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Response of a Circuit</a:t>
            </a:r>
            <a:endParaRPr lang="zh-CN" altLang="en-US" dirty="0"/>
          </a:p>
        </p:txBody>
      </p:sp>
      <p:sp>
        <p:nvSpPr>
          <p:cNvPr id="3" name="Content Placeholder 2"/>
          <p:cNvSpPr>
            <a:spLocks noGrp="1"/>
          </p:cNvSpPr>
          <p:nvPr>
            <p:ph idx="1"/>
          </p:nvPr>
        </p:nvSpPr>
        <p:spPr>
          <a:xfrm>
            <a:off x="838199" y="1825625"/>
            <a:ext cx="10515601" cy="4705804"/>
          </a:xfrm>
        </p:spPr>
        <p:txBody>
          <a:bodyPr>
            <a:noAutofit/>
          </a:bodyPr>
          <a:lstStyle/>
          <a:p>
            <a:pPr marL="0" indent="0" algn="just">
              <a:buNone/>
            </a:pPr>
            <a:r>
              <a:rPr lang="en-US" altLang="zh-CN" dirty="0"/>
              <a:t>Previously we focused on the </a:t>
            </a:r>
            <a:r>
              <a:rPr lang="en-US" altLang="zh-CN" b="1" i="1" u="sng" dirty="0"/>
              <a:t>steady-state response</a:t>
            </a:r>
            <a:r>
              <a:rPr lang="en-US" altLang="zh-CN" b="1" i="1" dirty="0"/>
              <a:t> </a:t>
            </a:r>
            <a:r>
              <a:rPr lang="en-US" altLang="zh-CN" dirty="0"/>
              <a:t>under DC condition</a:t>
            </a:r>
          </a:p>
          <a:p>
            <a:pPr lvl="1" algn="just"/>
            <a:r>
              <a:rPr lang="en-US" altLang="zh-CN" dirty="0"/>
              <a:t>Capacitor is taken as open circuit</a:t>
            </a:r>
          </a:p>
          <a:p>
            <a:pPr lvl="1" algn="just"/>
            <a:r>
              <a:rPr lang="en-US" altLang="zh-CN" dirty="0"/>
              <a:t>Inductor is taken as short circuit</a:t>
            </a:r>
          </a:p>
          <a:p>
            <a:pPr marL="0" indent="0" algn="just">
              <a:spcBef>
                <a:spcPts val="1800"/>
              </a:spcBef>
              <a:buNone/>
            </a:pPr>
            <a:r>
              <a:rPr lang="en-US" altLang="zh-CN" dirty="0"/>
              <a:t>In the following we will talk about the following</a:t>
            </a:r>
          </a:p>
          <a:p>
            <a:pPr algn="just"/>
            <a:r>
              <a:rPr lang="en-US" altLang="zh-CN" b="1" i="1" u="sng" dirty="0"/>
              <a:t>Natural response</a:t>
            </a:r>
            <a:r>
              <a:rPr lang="en-US" altLang="zh-CN" dirty="0"/>
              <a:t> </a:t>
            </a:r>
          </a:p>
          <a:p>
            <a:pPr lvl="1" algn="just"/>
            <a:r>
              <a:rPr lang="en-US" altLang="zh-CN" dirty="0"/>
              <a:t>Source free, no independent sources; energy stored in the element is released to the resistive part of the circuit.</a:t>
            </a:r>
          </a:p>
          <a:p>
            <a:pPr algn="just"/>
            <a:r>
              <a:rPr lang="en-US" altLang="zh-CN" b="1" i="1" u="sng" dirty="0"/>
              <a:t>Step (including Transient and Steady-State) response</a:t>
            </a:r>
            <a:r>
              <a:rPr lang="en-US" altLang="zh-CN" dirty="0"/>
              <a:t>: </a:t>
            </a:r>
          </a:p>
          <a:p>
            <a:pPr lvl="1" algn="just"/>
            <a:r>
              <a:rPr lang="en-US" altLang="zh-CN" dirty="0"/>
              <a:t>Behavior when voltage/current source is suddenly applied to or removed from the circuit due to switching, before steady-state is reached.</a:t>
            </a: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38</a:t>
            </a:fld>
            <a:endParaRPr lang="en-US" altLang="zh-CN" dirty="0">
              <a:ea typeface="黑体" panose="02010609060101010101" pitchFamily="49" charset="-122"/>
            </a:endParaRPr>
          </a:p>
        </p:txBody>
      </p:sp>
    </p:spTree>
    <p:extLst>
      <p:ext uri="{BB962C8B-B14F-4D97-AF65-F5344CB8AC3E}">
        <p14:creationId xmlns:p14="http://schemas.microsoft.com/office/powerpoint/2010/main" val="24831035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Natural Response - Discharge</a:t>
            </a: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39</a:t>
            </a:fld>
            <a:endParaRPr lang="en-US" altLang="zh-CN" dirty="0">
              <a:ea typeface="黑体" panose="02010609060101010101" pitchFamily="49" charset="-122"/>
            </a:endParaRPr>
          </a:p>
        </p:txBody>
      </p:sp>
      <p:pic>
        <p:nvPicPr>
          <p:cNvPr id="5" name="Picture 2" descr="AAEHZYQ0.jpg"/>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r="52170" b="20476"/>
          <a:stretch/>
        </p:blipFill>
        <p:spPr bwMode="auto">
          <a:xfrm>
            <a:off x="1430546" y="1980508"/>
            <a:ext cx="3519460" cy="2353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descr="AAEHZYQ0.jpg"/>
          <p:cNvPicPr>
            <a:picLocks noChangeAspect="1"/>
          </p:cNvPicPr>
          <p:nvPr/>
        </p:nvPicPr>
        <p:blipFill rotWithShape="1">
          <a:blip r:embed="rId3" cstate="print">
            <a:extLst>
              <a:ext uri="{28A0092B-C50C-407E-A947-70E740481C1C}">
                <a14:useLocalDpi xmlns:a14="http://schemas.microsoft.com/office/drawing/2010/main" val="0"/>
              </a:ext>
            </a:extLst>
          </a:blip>
          <a:srcRect l="51522" t="-1905" r="648" b="22380"/>
          <a:stretch/>
        </p:blipFill>
        <p:spPr bwMode="auto">
          <a:xfrm>
            <a:off x="6910146" y="1980508"/>
            <a:ext cx="3363525" cy="224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838200" y="1459855"/>
            <a:ext cx="4406659" cy="461665"/>
          </a:xfrm>
          <a:prstGeom prst="rect">
            <a:avLst/>
          </a:prstGeom>
          <a:noFill/>
        </p:spPr>
        <p:txBody>
          <a:bodyPr wrap="square" rtlCol="0">
            <a:spAutoFit/>
          </a:bodyPr>
          <a:lstStyle/>
          <a:p>
            <a:pPr algn="ctr"/>
            <a:r>
              <a:rPr lang="en-US" altLang="zh-CN" sz="2400" b="1" i="1" dirty="0"/>
              <a:t>RL Circuit</a:t>
            </a:r>
          </a:p>
        </p:txBody>
      </p:sp>
      <p:sp>
        <p:nvSpPr>
          <p:cNvPr id="9" name="TextBox 8"/>
          <p:cNvSpPr txBox="1"/>
          <p:nvPr/>
        </p:nvSpPr>
        <p:spPr>
          <a:xfrm>
            <a:off x="6390852" y="1459855"/>
            <a:ext cx="4439496" cy="461665"/>
          </a:xfrm>
          <a:prstGeom prst="rect">
            <a:avLst/>
          </a:prstGeom>
          <a:noFill/>
        </p:spPr>
        <p:txBody>
          <a:bodyPr wrap="square" rtlCol="0">
            <a:spAutoFit/>
          </a:bodyPr>
          <a:lstStyle/>
          <a:p>
            <a:pPr algn="ctr"/>
            <a:r>
              <a:rPr lang="en-US" altLang="zh-CN" sz="2400" b="1" i="1" dirty="0"/>
              <a:t>RC Circuit</a:t>
            </a:r>
          </a:p>
        </p:txBody>
      </p:sp>
      <p:pic>
        <p:nvPicPr>
          <p:cNvPr id="10" name="Picture 2" descr="AAAZIBP0.jpg"/>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819" y="4302698"/>
            <a:ext cx="5564038" cy="2180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AAAZIBX0.jpg"/>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04315" y="4302698"/>
            <a:ext cx="4239768" cy="2239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9915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FEE9-2CB7-E246-BF92-99A460368AD8}"/>
              </a:ext>
            </a:extLst>
          </p:cNvPr>
          <p:cNvSpPr>
            <a:spLocks noGrp="1"/>
          </p:cNvSpPr>
          <p:nvPr>
            <p:ph type="title"/>
          </p:nvPr>
        </p:nvSpPr>
        <p:spPr>
          <a:xfrm>
            <a:off x="838200" y="365125"/>
            <a:ext cx="10515600" cy="1325563"/>
          </a:xfrm>
        </p:spPr>
        <p:txBody>
          <a:bodyPr>
            <a:normAutofit/>
          </a:bodyPr>
          <a:lstStyle/>
          <a:p>
            <a:r>
              <a:rPr lang="en-US" sz="3600" dirty="0"/>
              <a:t>Review: Solving</a:t>
            </a:r>
          </a:p>
        </p:txBody>
      </p:sp>
      <p:sp>
        <p:nvSpPr>
          <p:cNvPr id="3" name="Content Placeholder 2">
            <a:extLst>
              <a:ext uri="{FF2B5EF4-FFF2-40B4-BE49-F238E27FC236}">
                <a16:creationId xmlns:a16="http://schemas.microsoft.com/office/drawing/2014/main" id="{4A4F8369-49CE-8F45-A783-5A35E869DA71}"/>
              </a:ext>
            </a:extLst>
          </p:cNvPr>
          <p:cNvSpPr>
            <a:spLocks noGrp="1"/>
          </p:cNvSpPr>
          <p:nvPr>
            <p:ph idx="1"/>
          </p:nvPr>
        </p:nvSpPr>
        <p:spPr>
          <a:xfrm>
            <a:off x="838200" y="1825625"/>
            <a:ext cx="10515600" cy="4351338"/>
          </a:xfrm>
        </p:spPr>
        <p:txBody>
          <a:bodyPr>
            <a:normAutofit/>
          </a:bodyPr>
          <a:lstStyle/>
          <a:p>
            <a:r>
              <a:rPr lang="en-US" sz="2400" dirty="0"/>
              <a:t>Separate variables</a:t>
            </a:r>
          </a:p>
          <a:p>
            <a:endParaRPr lang="en-US" sz="2400" dirty="0"/>
          </a:p>
          <a:p>
            <a:endParaRPr lang="en-US" sz="2400" dirty="0"/>
          </a:p>
          <a:p>
            <a:r>
              <a:rPr lang="en-US" sz="2400" dirty="0"/>
              <a:t>Integrating both side from time 0 to time </a:t>
            </a:r>
            <a:r>
              <a:rPr lang="en-US" sz="2400" i="1" dirty="0"/>
              <a:t>t</a:t>
            </a:r>
            <a:br>
              <a:rPr lang="en-US" sz="2400" i="1" dirty="0"/>
            </a:br>
            <a:br>
              <a:rPr lang="en-US" sz="2400" i="1" dirty="0"/>
            </a:br>
            <a:br>
              <a:rPr lang="en-US" sz="2400" i="1" dirty="0"/>
            </a:br>
            <a:r>
              <a:rPr lang="en-US" sz="2400" dirty="0"/>
              <a:t>which yields</a:t>
            </a:r>
          </a:p>
          <a:p>
            <a:endParaRPr lang="en-US" sz="2400" dirty="0"/>
          </a:p>
          <a:p>
            <a:r>
              <a:rPr lang="en-US" sz="2400" dirty="0"/>
              <a:t>Exponentiate both side</a:t>
            </a:r>
          </a:p>
          <a:p>
            <a:endParaRPr lang="en-US" sz="2400" dirty="0"/>
          </a:p>
          <a:p>
            <a:endParaRPr lang="en-US" sz="2400" dirty="0"/>
          </a:p>
        </p:txBody>
      </p:sp>
      <p:sp>
        <p:nvSpPr>
          <p:cNvPr id="4" name="Slide Number Placeholder 3">
            <a:extLst>
              <a:ext uri="{FF2B5EF4-FFF2-40B4-BE49-F238E27FC236}">
                <a16:creationId xmlns:a16="http://schemas.microsoft.com/office/drawing/2014/main" id="{57B7839D-A6C7-1147-9921-F766BBA8226B}"/>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40</a:t>
            </a:fld>
            <a:endParaRPr lang="en-US" altLang="zh-CN" dirty="0">
              <a:ea typeface="黑体" panose="02010609060101010101" pitchFamily="49" charset="-122"/>
            </a:endParaRPr>
          </a:p>
        </p:txBody>
      </p:sp>
      <p:pic>
        <p:nvPicPr>
          <p:cNvPr id="6" name="Picture 5">
            <a:extLst>
              <a:ext uri="{FF2B5EF4-FFF2-40B4-BE49-F238E27FC236}">
                <a16:creationId xmlns:a16="http://schemas.microsoft.com/office/drawing/2014/main" id="{69171675-B839-D64C-AA22-3E967D7AD737}"/>
              </a:ext>
            </a:extLst>
          </p:cNvPr>
          <p:cNvPicPr>
            <a:picLocks noChangeAspect="1"/>
          </p:cNvPicPr>
          <p:nvPr/>
        </p:nvPicPr>
        <p:blipFill>
          <a:blip r:embed="rId2"/>
          <a:stretch>
            <a:fillRect/>
          </a:stretch>
        </p:blipFill>
        <p:spPr>
          <a:xfrm>
            <a:off x="4348329" y="591688"/>
            <a:ext cx="2540000" cy="952500"/>
          </a:xfrm>
          <a:prstGeom prst="rect">
            <a:avLst/>
          </a:prstGeom>
        </p:spPr>
      </p:pic>
      <p:pic>
        <p:nvPicPr>
          <p:cNvPr id="8" name="Picture 7">
            <a:extLst>
              <a:ext uri="{FF2B5EF4-FFF2-40B4-BE49-F238E27FC236}">
                <a16:creationId xmlns:a16="http://schemas.microsoft.com/office/drawing/2014/main" id="{5E49C772-1AAC-A24A-8BAF-9F43441A7C5A}"/>
              </a:ext>
            </a:extLst>
          </p:cNvPr>
          <p:cNvPicPr>
            <a:picLocks noChangeAspect="1"/>
          </p:cNvPicPr>
          <p:nvPr/>
        </p:nvPicPr>
        <p:blipFill>
          <a:blip r:embed="rId3"/>
          <a:stretch>
            <a:fillRect/>
          </a:stretch>
        </p:blipFill>
        <p:spPr>
          <a:xfrm>
            <a:off x="4645660" y="2292350"/>
            <a:ext cx="1498600" cy="647700"/>
          </a:xfrm>
          <a:prstGeom prst="rect">
            <a:avLst/>
          </a:prstGeom>
        </p:spPr>
      </p:pic>
      <p:pic>
        <p:nvPicPr>
          <p:cNvPr id="11" name="Picture 10">
            <a:extLst>
              <a:ext uri="{FF2B5EF4-FFF2-40B4-BE49-F238E27FC236}">
                <a16:creationId xmlns:a16="http://schemas.microsoft.com/office/drawing/2014/main" id="{75A412CC-A3D1-4642-BE0C-BDE6D9770BFC}"/>
              </a:ext>
            </a:extLst>
          </p:cNvPr>
          <p:cNvPicPr>
            <a:picLocks noChangeAspect="1"/>
          </p:cNvPicPr>
          <p:nvPr/>
        </p:nvPicPr>
        <p:blipFill>
          <a:blip r:embed="rId4"/>
          <a:stretch>
            <a:fillRect/>
          </a:stretch>
        </p:blipFill>
        <p:spPr>
          <a:xfrm>
            <a:off x="3874770" y="3768090"/>
            <a:ext cx="3771900" cy="317500"/>
          </a:xfrm>
          <a:prstGeom prst="rect">
            <a:avLst/>
          </a:prstGeom>
        </p:spPr>
      </p:pic>
      <p:pic>
        <p:nvPicPr>
          <p:cNvPr id="12" name="Picture 11">
            <a:extLst>
              <a:ext uri="{FF2B5EF4-FFF2-40B4-BE49-F238E27FC236}">
                <a16:creationId xmlns:a16="http://schemas.microsoft.com/office/drawing/2014/main" id="{F25CB297-4933-0340-87FE-85A8C46FC217}"/>
              </a:ext>
            </a:extLst>
          </p:cNvPr>
          <p:cNvPicPr>
            <a:picLocks noChangeAspect="1"/>
          </p:cNvPicPr>
          <p:nvPr/>
        </p:nvPicPr>
        <p:blipFill>
          <a:blip r:embed="rId5"/>
          <a:stretch>
            <a:fillRect/>
          </a:stretch>
        </p:blipFill>
        <p:spPr>
          <a:xfrm>
            <a:off x="3924300" y="4591050"/>
            <a:ext cx="3530600" cy="317500"/>
          </a:xfrm>
          <a:prstGeom prst="rect">
            <a:avLst/>
          </a:prstGeom>
        </p:spPr>
      </p:pic>
      <p:pic>
        <p:nvPicPr>
          <p:cNvPr id="13" name="Picture 12">
            <a:extLst>
              <a:ext uri="{FF2B5EF4-FFF2-40B4-BE49-F238E27FC236}">
                <a16:creationId xmlns:a16="http://schemas.microsoft.com/office/drawing/2014/main" id="{5F978E05-DE87-C24D-A82A-F57588FA62BE}"/>
              </a:ext>
            </a:extLst>
          </p:cNvPr>
          <p:cNvPicPr>
            <a:picLocks noChangeAspect="1"/>
          </p:cNvPicPr>
          <p:nvPr/>
        </p:nvPicPr>
        <p:blipFill>
          <a:blip r:embed="rId6"/>
          <a:stretch>
            <a:fillRect/>
          </a:stretch>
        </p:blipFill>
        <p:spPr>
          <a:xfrm>
            <a:off x="4587240" y="5591810"/>
            <a:ext cx="2082800" cy="368300"/>
          </a:xfrm>
          <a:prstGeom prst="rect">
            <a:avLst/>
          </a:prstGeom>
        </p:spPr>
      </p:pic>
    </p:spTree>
    <p:extLst>
      <p:ext uri="{BB962C8B-B14F-4D97-AF65-F5344CB8AC3E}">
        <p14:creationId xmlns:p14="http://schemas.microsoft.com/office/powerpoint/2010/main" val="22854420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BFEE9-2CB7-E246-BF92-99A460368AD8}"/>
              </a:ext>
            </a:extLst>
          </p:cNvPr>
          <p:cNvSpPr>
            <a:spLocks noGrp="1"/>
          </p:cNvSpPr>
          <p:nvPr>
            <p:ph type="title"/>
          </p:nvPr>
        </p:nvSpPr>
        <p:spPr>
          <a:xfrm>
            <a:off x="838200" y="365125"/>
            <a:ext cx="10515600" cy="1325563"/>
          </a:xfrm>
        </p:spPr>
        <p:txBody>
          <a:bodyPr>
            <a:normAutofit/>
          </a:bodyPr>
          <a:lstStyle/>
          <a:p>
            <a:r>
              <a:rPr lang="en-US" sz="3600" dirty="0"/>
              <a:t>Review: Solving</a:t>
            </a:r>
          </a:p>
        </p:txBody>
      </p:sp>
      <p:sp>
        <p:nvSpPr>
          <p:cNvPr id="3" name="Content Placeholder 2">
            <a:extLst>
              <a:ext uri="{FF2B5EF4-FFF2-40B4-BE49-F238E27FC236}">
                <a16:creationId xmlns:a16="http://schemas.microsoft.com/office/drawing/2014/main" id="{4A4F8369-49CE-8F45-A783-5A35E869DA71}"/>
              </a:ext>
            </a:extLst>
          </p:cNvPr>
          <p:cNvSpPr>
            <a:spLocks noGrp="1"/>
          </p:cNvSpPr>
          <p:nvPr>
            <p:ph idx="1"/>
          </p:nvPr>
        </p:nvSpPr>
        <p:spPr>
          <a:xfrm>
            <a:off x="838200" y="1825625"/>
            <a:ext cx="10515600" cy="4351338"/>
          </a:xfrm>
        </p:spPr>
        <p:txBody>
          <a:bodyPr>
            <a:normAutofit/>
          </a:bodyPr>
          <a:lstStyle/>
          <a:p>
            <a:r>
              <a:rPr lang="en-US" sz="2400" dirty="0"/>
              <a:t>Separate variables</a:t>
            </a:r>
          </a:p>
          <a:p>
            <a:endParaRPr lang="en-US" sz="2400" dirty="0"/>
          </a:p>
          <a:p>
            <a:endParaRPr lang="en-US" sz="2400" dirty="0"/>
          </a:p>
          <a:p>
            <a:r>
              <a:rPr lang="en-US" sz="2400" dirty="0"/>
              <a:t>Integrating both side from time 0 to time </a:t>
            </a:r>
            <a:r>
              <a:rPr lang="en-US" sz="2400" i="1" dirty="0"/>
              <a:t>t</a:t>
            </a:r>
            <a:br>
              <a:rPr lang="en-US" sz="2400" i="1" dirty="0"/>
            </a:br>
            <a:br>
              <a:rPr lang="en-US" sz="2400" i="1" dirty="0"/>
            </a:br>
            <a:br>
              <a:rPr lang="en-US" sz="2400" i="1" dirty="0"/>
            </a:br>
            <a:r>
              <a:rPr lang="en-US" sz="2400" dirty="0"/>
              <a:t>which yields</a:t>
            </a:r>
          </a:p>
          <a:p>
            <a:pPr marL="0" indent="0">
              <a:buNone/>
            </a:pPr>
            <a:br>
              <a:rPr lang="en-US" sz="2400" dirty="0"/>
            </a:br>
            <a:endParaRPr lang="en-US" sz="2400" dirty="0"/>
          </a:p>
          <a:p>
            <a:r>
              <a:rPr lang="en-US" sz="2400" dirty="0"/>
              <a:t>Exponentiate both sides</a:t>
            </a:r>
          </a:p>
          <a:p>
            <a:endParaRPr lang="en-US" sz="2400" dirty="0"/>
          </a:p>
          <a:p>
            <a:endParaRPr lang="en-US" sz="2400" dirty="0"/>
          </a:p>
        </p:txBody>
      </p:sp>
      <p:sp>
        <p:nvSpPr>
          <p:cNvPr id="4" name="Slide Number Placeholder 3">
            <a:extLst>
              <a:ext uri="{FF2B5EF4-FFF2-40B4-BE49-F238E27FC236}">
                <a16:creationId xmlns:a16="http://schemas.microsoft.com/office/drawing/2014/main" id="{57B7839D-A6C7-1147-9921-F766BBA8226B}"/>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41</a:t>
            </a:fld>
            <a:endParaRPr lang="en-US" altLang="zh-CN" dirty="0">
              <a:ea typeface="黑体" panose="02010609060101010101" pitchFamily="49" charset="-122"/>
            </a:endParaRPr>
          </a:p>
        </p:txBody>
      </p:sp>
      <p:pic>
        <p:nvPicPr>
          <p:cNvPr id="5" name="Picture 4">
            <a:extLst>
              <a:ext uri="{FF2B5EF4-FFF2-40B4-BE49-F238E27FC236}">
                <a16:creationId xmlns:a16="http://schemas.microsoft.com/office/drawing/2014/main" id="{AC8E36A1-D038-E949-9B4C-2D00737B53C8}"/>
              </a:ext>
            </a:extLst>
          </p:cNvPr>
          <p:cNvPicPr>
            <a:picLocks noChangeAspect="1"/>
          </p:cNvPicPr>
          <p:nvPr/>
        </p:nvPicPr>
        <p:blipFill>
          <a:blip r:embed="rId3"/>
          <a:stretch>
            <a:fillRect/>
          </a:stretch>
        </p:blipFill>
        <p:spPr>
          <a:xfrm>
            <a:off x="4309110" y="585470"/>
            <a:ext cx="2679700" cy="952500"/>
          </a:xfrm>
          <a:prstGeom prst="rect">
            <a:avLst/>
          </a:prstGeom>
        </p:spPr>
      </p:pic>
      <p:pic>
        <p:nvPicPr>
          <p:cNvPr id="7" name="Picture 6">
            <a:extLst>
              <a:ext uri="{FF2B5EF4-FFF2-40B4-BE49-F238E27FC236}">
                <a16:creationId xmlns:a16="http://schemas.microsoft.com/office/drawing/2014/main" id="{3D15AF0D-BBD7-B34F-8702-F4E2ACE4EDA9}"/>
              </a:ext>
            </a:extLst>
          </p:cNvPr>
          <p:cNvPicPr>
            <a:picLocks noChangeAspect="1"/>
          </p:cNvPicPr>
          <p:nvPr/>
        </p:nvPicPr>
        <p:blipFill>
          <a:blip r:embed="rId4"/>
          <a:stretch>
            <a:fillRect/>
          </a:stretch>
        </p:blipFill>
        <p:spPr>
          <a:xfrm>
            <a:off x="4631690" y="2245360"/>
            <a:ext cx="1993900" cy="762000"/>
          </a:xfrm>
          <a:prstGeom prst="rect">
            <a:avLst/>
          </a:prstGeom>
        </p:spPr>
      </p:pic>
      <p:pic>
        <p:nvPicPr>
          <p:cNvPr id="10" name="Picture 9">
            <a:extLst>
              <a:ext uri="{FF2B5EF4-FFF2-40B4-BE49-F238E27FC236}">
                <a16:creationId xmlns:a16="http://schemas.microsoft.com/office/drawing/2014/main" id="{1E6C5D16-50AB-6945-A119-E9CD0B7FA29D}"/>
              </a:ext>
            </a:extLst>
          </p:cNvPr>
          <p:cNvPicPr>
            <a:picLocks noChangeAspect="1"/>
          </p:cNvPicPr>
          <p:nvPr/>
        </p:nvPicPr>
        <p:blipFill>
          <a:blip r:embed="rId5"/>
          <a:stretch>
            <a:fillRect/>
          </a:stretch>
        </p:blipFill>
        <p:spPr>
          <a:xfrm>
            <a:off x="3636010" y="4676140"/>
            <a:ext cx="4737100" cy="635000"/>
          </a:xfrm>
          <a:prstGeom prst="rect">
            <a:avLst/>
          </a:prstGeom>
        </p:spPr>
      </p:pic>
      <p:pic>
        <p:nvPicPr>
          <p:cNvPr id="14" name="Picture 13">
            <a:extLst>
              <a:ext uri="{FF2B5EF4-FFF2-40B4-BE49-F238E27FC236}">
                <a16:creationId xmlns:a16="http://schemas.microsoft.com/office/drawing/2014/main" id="{FFD8A995-FEAC-1D46-BB04-993BD4CA0C83}"/>
              </a:ext>
            </a:extLst>
          </p:cNvPr>
          <p:cNvPicPr>
            <a:picLocks noChangeAspect="1"/>
          </p:cNvPicPr>
          <p:nvPr/>
        </p:nvPicPr>
        <p:blipFill>
          <a:blip r:embed="rId6"/>
          <a:stretch>
            <a:fillRect/>
          </a:stretch>
        </p:blipFill>
        <p:spPr>
          <a:xfrm>
            <a:off x="3521710" y="3690620"/>
            <a:ext cx="4965700" cy="635000"/>
          </a:xfrm>
          <a:prstGeom prst="rect">
            <a:avLst/>
          </a:prstGeom>
        </p:spPr>
      </p:pic>
      <p:pic>
        <p:nvPicPr>
          <p:cNvPr id="16" name="Picture 15">
            <a:extLst>
              <a:ext uri="{FF2B5EF4-FFF2-40B4-BE49-F238E27FC236}">
                <a16:creationId xmlns:a16="http://schemas.microsoft.com/office/drawing/2014/main" id="{20EDE660-6A9E-294E-9B12-9982D5EC0DD8}"/>
              </a:ext>
            </a:extLst>
          </p:cNvPr>
          <p:cNvPicPr>
            <a:picLocks noChangeAspect="1"/>
          </p:cNvPicPr>
          <p:nvPr/>
        </p:nvPicPr>
        <p:blipFill>
          <a:blip r:embed="rId7"/>
          <a:stretch>
            <a:fillRect/>
          </a:stretch>
        </p:blipFill>
        <p:spPr>
          <a:xfrm>
            <a:off x="3873500" y="5783580"/>
            <a:ext cx="3733800" cy="635000"/>
          </a:xfrm>
          <a:prstGeom prst="rect">
            <a:avLst/>
          </a:prstGeom>
        </p:spPr>
      </p:pic>
    </p:spTree>
    <p:extLst>
      <p:ext uri="{BB962C8B-B14F-4D97-AF65-F5344CB8AC3E}">
        <p14:creationId xmlns:p14="http://schemas.microsoft.com/office/powerpoint/2010/main" val="20067020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r>
              <a:rPr lang="en-US" altLang="en-US"/>
              <a:t>Source Free RC Circuit</a:t>
            </a:r>
          </a:p>
        </p:txBody>
      </p:sp>
      <p:sp>
        <p:nvSpPr>
          <p:cNvPr id="5123" name="Content Placeholder 2"/>
          <p:cNvSpPr>
            <a:spLocks noGrp="1"/>
          </p:cNvSpPr>
          <p:nvPr>
            <p:ph idx="1"/>
          </p:nvPr>
        </p:nvSpPr>
        <p:spPr>
          <a:xfrm>
            <a:off x="838200" y="1600201"/>
            <a:ext cx="10468232" cy="4990379"/>
          </a:xfrm>
        </p:spPr>
        <p:txBody>
          <a:bodyPr/>
          <a:lstStyle/>
          <a:p>
            <a:r>
              <a:rPr lang="en-US" altLang="en-US" sz="2400" dirty="0"/>
              <a:t>Consider a series combination of a resistor and an </a:t>
            </a:r>
            <a:r>
              <a:rPr lang="en-US" altLang="en-US" sz="2400" u="sng" dirty="0"/>
              <a:t>initially charged capacitor.</a:t>
            </a:r>
            <a:endParaRPr lang="en-US" altLang="en-US" sz="2400" dirty="0"/>
          </a:p>
          <a:p>
            <a:pPr algn="just"/>
            <a:r>
              <a:rPr lang="en-US" altLang="en-US" sz="2400" dirty="0"/>
              <a:t>Can take it this way: the source free RC circuit occurs when its dc source is suddenly disconnected.</a:t>
            </a:r>
          </a:p>
          <a:p>
            <a:r>
              <a:rPr lang="en-US" altLang="en-US" sz="2400" dirty="0"/>
              <a:t>The energy stored in the capacitor is released to the resistors.</a:t>
            </a:r>
          </a:p>
          <a:p>
            <a:r>
              <a:rPr lang="en-US" altLang="en-US" sz="2400" dirty="0"/>
              <a:t>Let the initial voltages at t=0 to be</a:t>
            </a:r>
          </a:p>
          <a:p>
            <a:endParaRPr lang="en-US" altLang="en-US" sz="2400" dirty="0"/>
          </a:p>
          <a:p>
            <a:r>
              <a:rPr lang="en-US" altLang="en-US" sz="2400" dirty="0"/>
              <a:t>Apply KCL at the top node:</a:t>
            </a:r>
          </a:p>
          <a:p>
            <a:endParaRPr lang="en-US" altLang="en-US" sz="2400" dirty="0"/>
          </a:p>
          <a:p>
            <a:r>
              <a:rPr lang="en-US" altLang="en-US" sz="2400" dirty="0"/>
              <a:t>Obtain the equation</a:t>
            </a:r>
          </a:p>
        </p:txBody>
      </p:sp>
      <p:pic>
        <p:nvPicPr>
          <p:cNvPr id="5125" name="Picture 5" descr="C:\Users\Joel\Documents\Teaching\McGraw Hill\Fundamentals of Electric Circuits 5e\figures\Ch07\Color Labeled\ale80571_07_001.jp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900053" y="3451195"/>
            <a:ext cx="5387708" cy="2811777"/>
          </a:xfrm>
          <a:prstGeom prst="rect">
            <a:avLst/>
          </a:prstGeom>
          <a:noFill/>
          <a:ln w="9525">
            <a:noFill/>
            <a:miter lim="800000"/>
            <a:headEnd/>
            <a:tailEnd/>
          </a:ln>
        </p:spPr>
      </p:pic>
      <p:graphicFrame>
        <p:nvGraphicFramePr>
          <p:cNvPr id="6" name="Object 5"/>
          <p:cNvGraphicFramePr>
            <a:graphicFrameLocks noChangeAspect="1"/>
          </p:cNvGraphicFramePr>
          <p:nvPr/>
        </p:nvGraphicFramePr>
        <p:xfrm>
          <a:off x="2494471" y="3705453"/>
          <a:ext cx="1682899" cy="536937"/>
        </p:xfrm>
        <a:graphic>
          <a:graphicData uri="http://schemas.openxmlformats.org/presentationml/2006/ole">
            <mc:AlternateContent xmlns:mc="http://schemas.openxmlformats.org/markup-compatibility/2006">
              <mc:Choice xmlns:v="urn:schemas-microsoft-com:vml" Requires="v">
                <p:oleObj name="Equation" r:id="rId4" imgW="596641" imgH="253890" progId="Equation.DSMT4">
                  <p:embed/>
                </p:oleObj>
              </mc:Choice>
              <mc:Fallback>
                <p:oleObj name="Equation" r:id="rId4" imgW="596641" imgH="253890" progId="Equation.DSMT4">
                  <p:embed/>
                  <p:pic>
                    <p:nvPicPr>
                      <p:cNvPr id="6"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94471" y="3705453"/>
                        <a:ext cx="1682899" cy="536937"/>
                      </a:xfrm>
                      <a:prstGeom prst="rect">
                        <a:avLst/>
                      </a:prstGeom>
                      <a:noFill/>
                    </p:spPr>
                  </p:pic>
                </p:oleObj>
              </mc:Fallback>
            </mc:AlternateContent>
          </a:graphicData>
        </a:graphic>
      </p:graphicFrame>
      <p:graphicFrame>
        <p:nvGraphicFramePr>
          <p:cNvPr id="7" name="Object 6"/>
          <p:cNvGraphicFramePr>
            <a:graphicFrameLocks noChangeAspect="1"/>
          </p:cNvGraphicFramePr>
          <p:nvPr/>
        </p:nvGraphicFramePr>
        <p:xfrm>
          <a:off x="2476135" y="4622485"/>
          <a:ext cx="1817989" cy="490612"/>
        </p:xfrm>
        <a:graphic>
          <a:graphicData uri="http://schemas.openxmlformats.org/presentationml/2006/ole">
            <mc:AlternateContent xmlns:mc="http://schemas.openxmlformats.org/markup-compatibility/2006">
              <mc:Choice xmlns:v="urn:schemas-microsoft-com:vml" Requires="v">
                <p:oleObj name="Equation" r:id="rId6" imgW="634725" imgH="228501" progId="Equation.DSMT4">
                  <p:embed/>
                </p:oleObj>
              </mc:Choice>
              <mc:Fallback>
                <p:oleObj name="Equation" r:id="rId6" imgW="634725" imgH="228501" progId="Equation.DSMT4">
                  <p:embed/>
                  <p:pic>
                    <p:nvPicPr>
                      <p:cNvPr id="7"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76135" y="4622485"/>
                        <a:ext cx="1817989" cy="490612"/>
                      </a:xfrm>
                      <a:prstGeom prst="rect">
                        <a:avLst/>
                      </a:prstGeom>
                      <a:noFill/>
                    </p:spPr>
                  </p:pic>
                </p:oleObj>
              </mc:Fallback>
            </mc:AlternateContent>
          </a:graphicData>
        </a:graphic>
      </p:graphicFrame>
      <p:graphicFrame>
        <p:nvGraphicFramePr>
          <p:cNvPr id="8" name="Object 7"/>
          <p:cNvGraphicFramePr>
            <a:graphicFrameLocks noChangeAspect="1"/>
          </p:cNvGraphicFramePr>
          <p:nvPr/>
        </p:nvGraphicFramePr>
        <p:xfrm>
          <a:off x="1396829" y="5621067"/>
          <a:ext cx="2024583" cy="735283"/>
        </p:xfrm>
        <a:graphic>
          <a:graphicData uri="http://schemas.openxmlformats.org/presentationml/2006/ole">
            <mc:AlternateContent xmlns:mc="http://schemas.openxmlformats.org/markup-compatibility/2006">
              <mc:Choice xmlns:v="urn:schemas-microsoft-com:vml" Requires="v">
                <p:oleObj name="Equation" r:id="rId8" imgW="812447" imgH="393529" progId="Equation.DSMT4">
                  <p:embed/>
                </p:oleObj>
              </mc:Choice>
              <mc:Fallback>
                <p:oleObj name="Equation" r:id="rId8" imgW="812447" imgH="393529" progId="Equation.DSMT4">
                  <p:embed/>
                  <p:pic>
                    <p:nvPicPr>
                      <p:cNvPr id="8"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96829" y="5621067"/>
                        <a:ext cx="2024583" cy="735283"/>
                      </a:xfrm>
                      <a:prstGeom prst="rect">
                        <a:avLst/>
                      </a:prstGeom>
                      <a:solidFill>
                        <a:schemeClr val="accent6">
                          <a:lumMod val="40000"/>
                          <a:lumOff val="60000"/>
                        </a:schemeClr>
                      </a:solidFill>
                    </p:spPr>
                  </p:pic>
                </p:oleObj>
              </mc:Fallback>
            </mc:AlternateContent>
          </a:graphicData>
        </a:graphic>
      </p:graphicFrame>
      <p:graphicFrame>
        <p:nvGraphicFramePr>
          <p:cNvPr id="11" name="Object 8"/>
          <p:cNvGraphicFramePr>
            <a:graphicFrameLocks noChangeAspect="1"/>
          </p:cNvGraphicFramePr>
          <p:nvPr/>
        </p:nvGraphicFramePr>
        <p:xfrm>
          <a:off x="4847311" y="5738726"/>
          <a:ext cx="2307633" cy="494913"/>
        </p:xfrm>
        <a:graphic>
          <a:graphicData uri="http://schemas.openxmlformats.org/presentationml/2006/ole">
            <mc:AlternateContent xmlns:mc="http://schemas.openxmlformats.org/markup-compatibility/2006">
              <mc:Choice xmlns:v="urn:schemas-microsoft-com:vml" Requires="v">
                <p:oleObj name="Equation" r:id="rId10" imgW="888614" imgH="253890" progId="Equation.DSMT4">
                  <p:embed/>
                </p:oleObj>
              </mc:Choice>
              <mc:Fallback>
                <p:oleObj name="Equation" r:id="rId10" imgW="888614" imgH="253890" progId="Equation.DSMT4">
                  <p:embed/>
                  <p:pic>
                    <p:nvPicPr>
                      <p:cNvPr id="11"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7311" y="5738726"/>
                        <a:ext cx="2307633" cy="494913"/>
                      </a:xfrm>
                      <a:prstGeom prst="rect">
                        <a:avLst/>
                      </a:prstGeom>
                      <a:solidFill>
                        <a:schemeClr val="accent6">
                          <a:lumMod val="40000"/>
                          <a:lumOff val="60000"/>
                        </a:schemeClr>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42</a:t>
            </a:fld>
            <a:endParaRPr lang="en-US" altLang="zh-CN" dirty="0">
              <a:ea typeface="黑体" panose="02010609060101010101" pitchFamily="49" charset="-122"/>
            </a:endParaRPr>
          </a:p>
        </p:txBody>
      </p:sp>
      <p:sp>
        <p:nvSpPr>
          <p:cNvPr id="2" name="Right Arrow 1"/>
          <p:cNvSpPr/>
          <p:nvPr/>
        </p:nvSpPr>
        <p:spPr>
          <a:xfrm>
            <a:off x="3708547" y="5835480"/>
            <a:ext cx="776377" cy="3398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4864954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US" altLang="en-US" dirty="0"/>
              <a:t>Natural Response of RC Circuit</a:t>
            </a:r>
          </a:p>
        </p:txBody>
      </p:sp>
      <mc:AlternateContent xmlns:mc="http://schemas.openxmlformats.org/markup-compatibility/2006" xmlns:a14="http://schemas.microsoft.com/office/drawing/2010/main">
        <mc:Choice Requires="a14">
          <p:sp>
            <p:nvSpPr>
              <p:cNvPr id="8195" name="Content Placeholder 2"/>
              <p:cNvSpPr>
                <a:spLocks noGrp="1"/>
              </p:cNvSpPr>
              <p:nvPr>
                <p:ph idx="1"/>
              </p:nvPr>
            </p:nvSpPr>
            <p:spPr>
              <a:xfrm>
                <a:off x="838200" y="1600201"/>
                <a:ext cx="5993921" cy="4525963"/>
              </a:xfrm>
            </p:spPr>
            <p:txBody>
              <a:bodyPr/>
              <a:lstStyle/>
              <a:p>
                <a:pPr algn="just"/>
                <a:r>
                  <a:rPr lang="en-US" altLang="en-US" sz="2400" dirty="0"/>
                  <a:t>The result shows that the voltage response of the RC circuit is an exponential decay of the initial voltage.</a:t>
                </a:r>
              </a:p>
              <a:p>
                <a:pPr algn="just"/>
                <a:r>
                  <a:rPr lang="en-US" altLang="en-US" sz="2400" dirty="0"/>
                  <a:t>The speed at which the voltage decays can be </a:t>
                </a:r>
                <a:br>
                  <a:rPr lang="en-US" altLang="en-US" sz="2400" dirty="0"/>
                </a:br>
                <a:r>
                  <a:rPr lang="en-US" altLang="en-US" sz="2400" dirty="0"/>
                  <a:t>characterized by a </a:t>
                </a:r>
                <a:r>
                  <a:rPr lang="en-US" altLang="en-US" sz="2400" b="1" i="1" u="sng" dirty="0"/>
                  <a:t>time constant </a:t>
                </a:r>
              </a:p>
              <a:p>
                <a:pPr marL="0" indent="0" algn="just">
                  <a:buNone/>
                </a:pPr>
                <a:r>
                  <a:rPr lang="en-US" altLang="en-US" sz="2400" dirty="0">
                    <a:sym typeface="Symbol" pitchFamily="18" charset="2"/>
                  </a:rPr>
                  <a:t> </a:t>
                </a:r>
              </a:p>
              <a:p>
                <a:pPr algn="just"/>
                <a:r>
                  <a:rPr lang="en-US" altLang="en-US" sz="2400" dirty="0">
                    <a:sym typeface="Symbol" pitchFamily="18" charset="2"/>
                  </a:rPr>
                  <a:t>In 1’s time, </a:t>
                </a:r>
                <a:r>
                  <a:rPr lang="en-US" altLang="en-US" sz="2400" dirty="0"/>
                  <a:t>the voltage to drop to </a:t>
                </a:r>
                <a14:m>
                  <m:oMath xmlns:m="http://schemas.openxmlformats.org/officeDocument/2006/math">
                    <m:f>
                      <m:fPr>
                        <m:ctrlPr>
                          <a:rPr lang="en-US" altLang="en-US" sz="2000" i="1" dirty="0" smtClean="0">
                            <a:latin typeface="Cambria Math" panose="02040503050406030204" pitchFamily="18" charset="0"/>
                          </a:rPr>
                        </m:ctrlPr>
                      </m:fPr>
                      <m:num>
                        <m:r>
                          <a:rPr lang="en-US" altLang="en-US" sz="2000" b="0" i="1" dirty="0" smtClean="0">
                            <a:latin typeface="Cambria Math" panose="02040503050406030204" pitchFamily="18" charset="0"/>
                          </a:rPr>
                          <m:t>1</m:t>
                        </m:r>
                      </m:num>
                      <m:den>
                        <m:r>
                          <a:rPr lang="en-US" altLang="en-US" sz="2000" b="0" i="1" dirty="0" smtClean="0">
                            <a:latin typeface="Cambria Math" panose="02040503050406030204" pitchFamily="18" charset="0"/>
                          </a:rPr>
                          <m:t>𝑒</m:t>
                        </m:r>
                      </m:den>
                    </m:f>
                    <m:r>
                      <a:rPr lang="en-US" altLang="en-US" sz="2000" b="0" i="1" dirty="0" smtClean="0">
                        <a:latin typeface="Cambria Math" panose="02040503050406030204" pitchFamily="18" charset="0"/>
                      </a:rPr>
                      <m:t>=</m:t>
                    </m:r>
                    <m:f>
                      <m:fPr>
                        <m:ctrlPr>
                          <a:rPr lang="en-US" altLang="en-US" sz="2000" b="0" i="1" dirty="0" smtClean="0">
                            <a:latin typeface="Cambria Math" panose="02040503050406030204" pitchFamily="18" charset="0"/>
                          </a:rPr>
                        </m:ctrlPr>
                      </m:fPr>
                      <m:num>
                        <m:r>
                          <a:rPr lang="en-US" altLang="en-US" sz="2000" b="0" i="1" dirty="0" smtClean="0">
                            <a:latin typeface="Cambria Math" panose="02040503050406030204" pitchFamily="18" charset="0"/>
                          </a:rPr>
                          <m:t>1</m:t>
                        </m:r>
                      </m:num>
                      <m:den>
                        <m:r>
                          <a:rPr lang="en-US" altLang="en-US" sz="2000" b="0" i="1" dirty="0" smtClean="0">
                            <a:latin typeface="Cambria Math" panose="02040503050406030204" pitchFamily="18" charset="0"/>
                          </a:rPr>
                          <m:t>2.718</m:t>
                        </m:r>
                      </m:den>
                    </m:f>
                    <m:r>
                      <a:rPr lang="en-US" altLang="en-US" sz="2000" b="0" i="1" dirty="0" smtClean="0">
                        <a:latin typeface="Cambria Math" panose="02040503050406030204" pitchFamily="18" charset="0"/>
                      </a:rPr>
                      <m:t>=0.368</m:t>
                    </m:r>
                  </m:oMath>
                </a14:m>
                <a:r>
                  <a:rPr lang="en-US" altLang="en-US" sz="2000" dirty="0"/>
                  <a:t> </a:t>
                </a:r>
                <a:r>
                  <a:rPr lang="en-US" altLang="en-US" sz="2400" dirty="0"/>
                  <a:t>of the initial voltage.</a:t>
                </a:r>
              </a:p>
              <a:p>
                <a:pPr algn="just"/>
                <a:endParaRPr lang="en-US" altLang="en-US" dirty="0"/>
              </a:p>
            </p:txBody>
          </p:sp>
        </mc:Choice>
        <mc:Fallback xmlns="">
          <p:sp>
            <p:nvSpPr>
              <p:cNvPr id="8195" name="Content Placeholder 2"/>
              <p:cNvSpPr>
                <a:spLocks noGrp="1" noRot="1" noChangeAspect="1" noMove="1" noResize="1" noEditPoints="1" noAdjustHandles="1" noChangeArrowheads="1" noChangeShapeType="1" noTextEdit="1"/>
              </p:cNvSpPr>
              <p:nvPr>
                <p:ph idx="1"/>
              </p:nvPr>
            </p:nvSpPr>
            <p:spPr>
              <a:xfrm>
                <a:off x="838200" y="1600201"/>
                <a:ext cx="5993921" cy="4525963"/>
              </a:xfrm>
              <a:blipFill>
                <a:blip r:embed="rId10"/>
                <a:stretch>
                  <a:fillRect l="-1424" t="-1887" r="-1526"/>
                </a:stretch>
              </a:blipFill>
            </p:spPr>
            <p:txBody>
              <a:bodyPr/>
              <a:lstStyle/>
              <a:p>
                <a:r>
                  <a:rPr lang="zh-CN" altLang="en-US">
                    <a:noFill/>
                  </a:rPr>
                  <a:t> </a:t>
                </a:r>
              </a:p>
            </p:txBody>
          </p:sp>
        </mc:Fallback>
      </mc:AlternateContent>
      <p:graphicFrame>
        <p:nvGraphicFramePr>
          <p:cNvPr id="6" name="Object 5"/>
          <p:cNvGraphicFramePr>
            <a:graphicFrameLocks noChangeAspect="1"/>
          </p:cNvGraphicFramePr>
          <p:nvPr/>
        </p:nvGraphicFramePr>
        <p:xfrm>
          <a:off x="3146183" y="3603671"/>
          <a:ext cx="1377951" cy="381000"/>
        </p:xfrm>
        <a:graphic>
          <a:graphicData uri="http://schemas.openxmlformats.org/presentationml/2006/ole">
            <mc:AlternateContent xmlns:mc="http://schemas.openxmlformats.org/markup-compatibility/2006">
              <mc:Choice xmlns:v="urn:schemas-microsoft-com:vml" Requires="v">
                <p:oleObj name="Equation" r:id="rId11" imgW="482181" imgH="177646" progId="Equation.DSMT4">
                  <p:embed/>
                </p:oleObj>
              </mc:Choice>
              <mc:Fallback>
                <p:oleObj name="Equation" r:id="rId11" imgW="482181" imgH="177646" progId="Equation.DSMT4">
                  <p:embed/>
                  <p:pic>
                    <p:nvPicPr>
                      <p:cNvPr id="6"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46183" y="3603671"/>
                        <a:ext cx="1377951" cy="381000"/>
                      </a:xfrm>
                      <a:prstGeom prst="rect">
                        <a:avLst/>
                      </a:prstGeom>
                      <a:solidFill>
                        <a:schemeClr val="accent6">
                          <a:lumMod val="40000"/>
                          <a:lumOff val="60000"/>
                        </a:schemeClr>
                      </a:solidFill>
                    </p:spPr>
                  </p:pic>
                </p:oleObj>
              </mc:Fallback>
            </mc:AlternateContent>
          </a:graphicData>
        </a:graphic>
      </p:graphicFrame>
      <p:graphicFrame>
        <p:nvGraphicFramePr>
          <p:cNvPr id="7" name="Object 6"/>
          <p:cNvGraphicFramePr>
            <a:graphicFrameLocks noChangeAspect="1"/>
          </p:cNvGraphicFramePr>
          <p:nvPr/>
        </p:nvGraphicFramePr>
        <p:xfrm>
          <a:off x="2534467" y="5313871"/>
          <a:ext cx="2601384" cy="721805"/>
        </p:xfrm>
        <a:graphic>
          <a:graphicData uri="http://schemas.openxmlformats.org/presentationml/2006/ole">
            <mc:AlternateContent xmlns:mc="http://schemas.openxmlformats.org/markup-compatibility/2006">
              <mc:Choice xmlns:v="urn:schemas-microsoft-com:vml" Requires="v">
                <p:oleObj name="Equation" r:id="rId13" imgW="812447" imgH="253890" progId="Equation.DSMT4">
                  <p:embed/>
                </p:oleObj>
              </mc:Choice>
              <mc:Fallback>
                <p:oleObj name="Equation" r:id="rId13" imgW="812447" imgH="253890" progId="Equation.DSMT4">
                  <p:embed/>
                  <p:pic>
                    <p:nvPicPr>
                      <p:cNvPr id="7"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34467" y="5313871"/>
                        <a:ext cx="2601384" cy="721805"/>
                      </a:xfrm>
                      <a:prstGeom prst="rect">
                        <a:avLst/>
                      </a:prstGeom>
                      <a:solidFill>
                        <a:schemeClr val="accent6">
                          <a:lumMod val="40000"/>
                          <a:lumOff val="60000"/>
                        </a:schemeClr>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43</a:t>
            </a:fld>
            <a:endParaRPr lang="en-US" altLang="zh-CN" dirty="0">
              <a:ea typeface="黑体" panose="02010609060101010101" pitchFamily="49" charset="-122"/>
            </a:endParaRPr>
          </a:p>
        </p:txBody>
      </p:sp>
      <p:pic>
        <p:nvPicPr>
          <p:cNvPr id="2" name="Picture 1"/>
          <p:cNvPicPr>
            <a:picLocks noChangeAspect="1"/>
          </p:cNvPicPr>
          <p:nvPr/>
        </p:nvPicPr>
        <p:blipFill>
          <a:blip r:embed="rId15">
            <a:clrChange>
              <a:clrFrom>
                <a:srgbClr val="FFFFFF"/>
              </a:clrFrom>
              <a:clrTo>
                <a:srgbClr val="FFFFFF">
                  <a:alpha val="0"/>
                </a:srgbClr>
              </a:clrTo>
            </a:clrChange>
          </a:blip>
          <a:stretch>
            <a:fillRect/>
          </a:stretch>
        </p:blipFill>
        <p:spPr>
          <a:xfrm>
            <a:off x="6661798" y="2095807"/>
            <a:ext cx="5530202" cy="3218064"/>
          </a:xfrm>
          <a:prstGeom prst="rect">
            <a:avLst/>
          </a:prstGeom>
        </p:spPr>
      </p:pic>
    </p:spTree>
    <p:extLst>
      <p:ext uri="{BB962C8B-B14F-4D97-AF65-F5344CB8AC3E}">
        <p14:creationId xmlns:p14="http://schemas.microsoft.com/office/powerpoint/2010/main" val="12793304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p:txBody>
          <a:bodyPr/>
          <a:lstStyle/>
          <a:p>
            <a:r>
              <a:rPr lang="en-US" altLang="en-US" dirty="0"/>
              <a:t>Time Constant </a:t>
            </a:r>
            <a:r>
              <a:rPr lang="en-US" altLang="en-US" dirty="0">
                <a:latin typeface="Symbol" panose="05050102010706020507" pitchFamily="18" charset="2"/>
              </a:rPr>
              <a:t>t</a:t>
            </a:r>
          </a:p>
        </p:txBody>
      </p:sp>
      <p:sp>
        <p:nvSpPr>
          <p:cNvPr id="10243" name="Content Placeholder 2"/>
          <p:cNvSpPr>
            <a:spLocks noGrp="1"/>
          </p:cNvSpPr>
          <p:nvPr>
            <p:ph idx="1"/>
          </p:nvPr>
        </p:nvSpPr>
        <p:spPr>
          <a:xfrm>
            <a:off x="609600" y="1586085"/>
            <a:ext cx="10744200" cy="1674700"/>
          </a:xfrm>
        </p:spPr>
        <p:txBody>
          <a:bodyPr/>
          <a:lstStyle/>
          <a:p>
            <a:r>
              <a:rPr lang="en-US" altLang="en-US" dirty="0"/>
              <a:t>After 5 </a:t>
            </a:r>
            <a:r>
              <a:rPr lang="en-US" altLang="en-US" dirty="0">
                <a:latin typeface="Symbol" panose="05050102010706020507" pitchFamily="18" charset="2"/>
              </a:rPr>
              <a:t>t,</a:t>
            </a:r>
            <a:r>
              <a:rPr lang="en-US" altLang="en-US" dirty="0"/>
              <a:t> the voltage on the capacitor is less than 1%.</a:t>
            </a:r>
          </a:p>
          <a:p>
            <a:r>
              <a:rPr lang="en-US" altLang="en-US" dirty="0"/>
              <a:t>A capacitor is considered to be either fully discharged</a:t>
            </a:r>
          </a:p>
          <a:p>
            <a:r>
              <a:rPr lang="en-US" altLang="en-US" dirty="0"/>
              <a:t>A circuit with a small </a:t>
            </a:r>
            <a:r>
              <a:rPr lang="en-US" altLang="en-US" dirty="0">
                <a:latin typeface="Symbol" panose="05050102010706020507" pitchFamily="18" charset="2"/>
              </a:rPr>
              <a:t>t </a:t>
            </a:r>
            <a:r>
              <a:rPr lang="en-US" altLang="en-US" dirty="0"/>
              <a:t>has a fast response and vice versa.</a:t>
            </a:r>
          </a:p>
        </p:txBody>
      </p:sp>
      <p:pic>
        <p:nvPicPr>
          <p:cNvPr id="10245" name="Picture 5" descr="C:\Users\Joel\Documents\Teaching\McGraw Hill\Fundamentals of Electric Circuits 5e\figures\Ch07\Color Labeled\ale80571_07_004.jpg"/>
          <p:cNvPicPr>
            <a:picLocks noChangeAspect="1" noChangeArrowheads="1"/>
          </p:cNvPicPr>
          <p:nvPr/>
        </p:nvPicPr>
        <p:blipFill>
          <a:blip r:embed="rId3" cstate="print"/>
          <a:srcRect/>
          <a:stretch>
            <a:fillRect/>
          </a:stretch>
        </p:blipFill>
        <p:spPr bwMode="auto">
          <a:xfrm>
            <a:off x="5112050" y="3199939"/>
            <a:ext cx="6363707" cy="3243135"/>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44</a:t>
            </a:fld>
            <a:endParaRPr lang="en-US" altLang="zh-CN" dirty="0">
              <a:ea typeface="黑体" panose="02010609060101010101" pitchFamily="49" charset="-122"/>
            </a:endParaRPr>
          </a:p>
        </p:txBody>
      </p:sp>
      <p:pic>
        <p:nvPicPr>
          <p:cNvPr id="2" name="Picture 1"/>
          <p:cNvPicPr>
            <a:picLocks noChangeAspect="1"/>
          </p:cNvPicPr>
          <p:nvPr/>
        </p:nvPicPr>
        <p:blipFill>
          <a:blip r:embed="rId4"/>
          <a:stretch>
            <a:fillRect/>
          </a:stretch>
        </p:blipFill>
        <p:spPr>
          <a:xfrm>
            <a:off x="838200" y="3847578"/>
            <a:ext cx="3958087" cy="2284749"/>
          </a:xfrm>
          <a:prstGeom prst="rect">
            <a:avLst/>
          </a:prstGeom>
        </p:spPr>
      </p:pic>
    </p:spTree>
    <p:extLst>
      <p:ext uri="{BB962C8B-B14F-4D97-AF65-F5344CB8AC3E}">
        <p14:creationId xmlns:p14="http://schemas.microsoft.com/office/powerpoint/2010/main" val="33403024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a:t>RC Discharge</a:t>
            </a:r>
          </a:p>
        </p:txBody>
      </p:sp>
      <p:sp>
        <p:nvSpPr>
          <p:cNvPr id="11267" name="Content Placeholder 2"/>
          <p:cNvSpPr>
            <a:spLocks noGrp="1"/>
          </p:cNvSpPr>
          <p:nvPr>
            <p:ph idx="1"/>
          </p:nvPr>
        </p:nvSpPr>
        <p:spPr>
          <a:xfrm>
            <a:off x="838200" y="1690688"/>
            <a:ext cx="6002867" cy="4486275"/>
          </a:xfrm>
        </p:spPr>
        <p:txBody>
          <a:bodyPr/>
          <a:lstStyle/>
          <a:p>
            <a:r>
              <a:rPr lang="en-US" altLang="en-US" dirty="0"/>
              <a:t>With the voltage known, we can find the current:</a:t>
            </a:r>
          </a:p>
          <a:p>
            <a:pPr>
              <a:buFontTx/>
              <a:buNone/>
            </a:pPr>
            <a:endParaRPr lang="en-US" altLang="en-US" dirty="0"/>
          </a:p>
          <a:p>
            <a:r>
              <a:rPr lang="en-US" altLang="en-US" dirty="0"/>
              <a:t>The power dissipated in the resistor is:</a:t>
            </a:r>
          </a:p>
          <a:p>
            <a:endParaRPr lang="en-US" altLang="en-US" dirty="0"/>
          </a:p>
          <a:p>
            <a:endParaRPr lang="en-US" altLang="en-US" dirty="0"/>
          </a:p>
          <a:p>
            <a:r>
              <a:rPr lang="en-US" altLang="en-US" dirty="0"/>
              <a:t>The energy absorbed by the resistor is:</a:t>
            </a:r>
          </a:p>
        </p:txBody>
      </p:sp>
      <p:graphicFrame>
        <p:nvGraphicFramePr>
          <p:cNvPr id="11270" name="Object 6"/>
          <p:cNvGraphicFramePr>
            <a:graphicFrameLocks noChangeAspect="1"/>
          </p:cNvGraphicFramePr>
          <p:nvPr/>
        </p:nvGraphicFramePr>
        <p:xfrm>
          <a:off x="6841067" y="2451100"/>
          <a:ext cx="12192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1127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1067" y="2451100"/>
                        <a:ext cx="1219200"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45</a:t>
            </a:fld>
            <a:endParaRPr lang="en-US" altLang="zh-CN" dirty="0">
              <a:ea typeface="黑体" panose="02010609060101010101" pitchFamily="49" charset="-122"/>
            </a:endParaRPr>
          </a:p>
        </p:txBody>
      </p:sp>
      <p:pic>
        <p:nvPicPr>
          <p:cNvPr id="2" name="Picture 1"/>
          <p:cNvPicPr>
            <a:picLocks noChangeAspect="1"/>
          </p:cNvPicPr>
          <p:nvPr/>
        </p:nvPicPr>
        <p:blipFill rotWithShape="1">
          <a:blip r:embed="rId5">
            <a:clrChange>
              <a:clrFrom>
                <a:srgbClr val="FEFEFE"/>
              </a:clrFrom>
              <a:clrTo>
                <a:srgbClr val="FEFEFE">
                  <a:alpha val="0"/>
                </a:srgbClr>
              </a:clrTo>
            </a:clrChange>
          </a:blip>
          <a:srcRect l="1824" r="4176"/>
          <a:stretch/>
        </p:blipFill>
        <p:spPr>
          <a:xfrm>
            <a:off x="6652727" y="2209133"/>
            <a:ext cx="5402424" cy="3260827"/>
          </a:xfrm>
          <a:prstGeom prst="rect">
            <a:avLst/>
          </a:prstGeom>
        </p:spPr>
      </p:pic>
      <p:cxnSp>
        <p:nvCxnSpPr>
          <p:cNvPr id="5" name="Straight Connector 4"/>
          <p:cNvCxnSpPr/>
          <p:nvPr/>
        </p:nvCxnSpPr>
        <p:spPr>
          <a:xfrm>
            <a:off x="7809722" y="2834728"/>
            <a:ext cx="800878" cy="1821248"/>
          </a:xfrm>
          <a:prstGeom prst="line">
            <a:avLst/>
          </a:prstGeom>
          <a:ln w="1905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8300288" y="3009508"/>
            <a:ext cx="620623" cy="8630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808082" y="2651960"/>
            <a:ext cx="1542345" cy="369332"/>
          </a:xfrm>
          <a:prstGeom prst="rect">
            <a:avLst/>
          </a:prstGeom>
          <a:noFill/>
        </p:spPr>
        <p:txBody>
          <a:bodyPr wrap="none" rtlCol="0">
            <a:spAutoFit/>
          </a:bodyPr>
          <a:lstStyle/>
          <a:p>
            <a:r>
              <a:rPr lang="en-US" altLang="zh-CN" dirty="0">
                <a:solidFill>
                  <a:schemeClr val="accent1">
                    <a:lumMod val="75000"/>
                  </a:schemeClr>
                </a:solidFill>
              </a:rPr>
              <a:t>Tangent at </a:t>
            </a:r>
            <a:r>
              <a:rPr lang="en-US" altLang="zh-CN" i="1" dirty="0">
                <a:solidFill>
                  <a:schemeClr val="accent1">
                    <a:lumMod val="75000"/>
                  </a:schemeClr>
                </a:solidFill>
              </a:rPr>
              <a:t>t=</a:t>
            </a:r>
            <a:r>
              <a:rPr lang="en-US" altLang="zh-CN" dirty="0">
                <a:solidFill>
                  <a:schemeClr val="accent1">
                    <a:lumMod val="75000"/>
                  </a:schemeClr>
                </a:solidFill>
              </a:rPr>
              <a:t>0</a:t>
            </a:r>
            <a:endParaRPr lang="zh-CN" altLang="en-US" dirty="0">
              <a:solidFill>
                <a:schemeClr val="accent1">
                  <a:lumMod val="75000"/>
                </a:schemeClr>
              </a:solidFill>
            </a:endParaRPr>
          </a:p>
        </p:txBody>
      </p:sp>
      <p:pic>
        <p:nvPicPr>
          <p:cNvPr id="16" name="Picture 15"/>
          <p:cNvPicPr>
            <a:picLocks noChangeAspect="1"/>
          </p:cNvPicPr>
          <p:nvPr/>
        </p:nvPicPr>
        <p:blipFill>
          <a:blip r:embed="rId6">
            <a:clrChange>
              <a:clrFrom>
                <a:srgbClr val="FFFFFF"/>
              </a:clrFrom>
              <a:clrTo>
                <a:srgbClr val="FFFFFF">
                  <a:alpha val="0"/>
                </a:srgbClr>
              </a:clrTo>
            </a:clrChange>
            <a:biLevel thresh="75000"/>
            <a:extLst>
              <a:ext uri="{BEBA8EAE-BF5A-486C-A8C5-ECC9F3942E4B}">
                <a14:imgProps xmlns:a14="http://schemas.microsoft.com/office/drawing/2010/main">
                  <a14:imgLayer r:embed="rId7">
                    <a14:imgEffect>
                      <a14:sharpenSoften amount="50000"/>
                    </a14:imgEffect>
                    <a14:imgEffect>
                      <a14:brightnessContrast contrast="-40000"/>
                    </a14:imgEffect>
                  </a14:imgLayer>
                </a14:imgProps>
              </a:ext>
            </a:extLst>
          </a:blip>
          <a:stretch>
            <a:fillRect/>
          </a:stretch>
        </p:blipFill>
        <p:spPr>
          <a:xfrm>
            <a:off x="2402483" y="2340506"/>
            <a:ext cx="3009900" cy="828675"/>
          </a:xfrm>
          <a:prstGeom prst="rect">
            <a:avLst/>
          </a:prstGeom>
        </p:spPr>
      </p:pic>
      <p:pic>
        <p:nvPicPr>
          <p:cNvPr id="17" name="Picture 16"/>
          <p:cNvPicPr>
            <a:picLocks noChangeAspect="1"/>
          </p:cNvPicPr>
          <p:nvPr/>
        </p:nvPicPr>
        <p:blipFill>
          <a:blip r:embed="rId8">
            <a:biLevel thresh="75000"/>
          </a:blip>
          <a:stretch>
            <a:fillRect/>
          </a:stretch>
        </p:blipFill>
        <p:spPr>
          <a:xfrm>
            <a:off x="2139994" y="3616615"/>
            <a:ext cx="3593551" cy="961332"/>
          </a:xfrm>
          <a:prstGeom prst="rect">
            <a:avLst/>
          </a:prstGeom>
        </p:spPr>
      </p:pic>
      <p:pic>
        <p:nvPicPr>
          <p:cNvPr id="19" name="Picture 18"/>
          <p:cNvPicPr>
            <a:picLocks noChangeAspect="1"/>
          </p:cNvPicPr>
          <p:nvPr/>
        </p:nvPicPr>
        <p:blipFill>
          <a:blip r:embed="rId9">
            <a:biLevel thresh="75000"/>
          </a:blip>
          <a:stretch>
            <a:fillRect/>
          </a:stretch>
        </p:blipFill>
        <p:spPr>
          <a:xfrm>
            <a:off x="880108" y="5410080"/>
            <a:ext cx="4657725" cy="990600"/>
          </a:xfrm>
          <a:prstGeom prst="rect">
            <a:avLst/>
          </a:prstGeom>
        </p:spPr>
      </p:pic>
      <p:pic>
        <p:nvPicPr>
          <p:cNvPr id="20" name="Picture 19"/>
          <p:cNvPicPr>
            <a:picLocks noChangeAspect="1"/>
          </p:cNvPicPr>
          <p:nvPr/>
        </p:nvPicPr>
        <p:blipFill>
          <a:blip r:embed="rId10">
            <a:biLevel thresh="75000"/>
          </a:blip>
          <a:stretch>
            <a:fillRect/>
          </a:stretch>
        </p:blipFill>
        <p:spPr>
          <a:xfrm>
            <a:off x="5554512" y="5379983"/>
            <a:ext cx="4772025" cy="1000125"/>
          </a:xfrm>
          <a:prstGeom prst="rect">
            <a:avLst/>
          </a:prstGeom>
        </p:spPr>
      </p:pic>
    </p:spTree>
    <p:extLst>
      <p:ext uri="{BB962C8B-B14F-4D97-AF65-F5344CB8AC3E}">
        <p14:creationId xmlns:p14="http://schemas.microsoft.com/office/powerpoint/2010/main" val="9920560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a:t>Source Free RL Circuit</a:t>
            </a:r>
          </a:p>
        </p:txBody>
      </p:sp>
      <p:sp>
        <p:nvSpPr>
          <p:cNvPr id="13315" name="Content Placeholder 2"/>
          <p:cNvSpPr>
            <a:spLocks noGrp="1"/>
          </p:cNvSpPr>
          <p:nvPr>
            <p:ph idx="1"/>
          </p:nvPr>
        </p:nvSpPr>
        <p:spPr>
          <a:xfrm>
            <a:off x="838200" y="1690688"/>
            <a:ext cx="10515600" cy="5030787"/>
          </a:xfrm>
        </p:spPr>
        <p:txBody>
          <a:bodyPr>
            <a:noAutofit/>
          </a:bodyPr>
          <a:lstStyle/>
          <a:p>
            <a:r>
              <a:rPr lang="en-US" altLang="en-US" sz="2400" dirty="0"/>
              <a:t>Now let’s consider the series connection of a resistor and an inductor. </a:t>
            </a:r>
          </a:p>
          <a:p>
            <a:r>
              <a:rPr lang="en-US" altLang="en-US" sz="2400" dirty="0"/>
              <a:t>Since the current cannot change instantaneously, we can determine its value as a function of time.</a:t>
            </a:r>
          </a:p>
          <a:p>
            <a:r>
              <a:rPr lang="en-US" altLang="en-US" sz="2400" dirty="0"/>
              <a:t>Once again, start with an initial current passing through the inductor.</a:t>
            </a:r>
          </a:p>
          <a:p>
            <a:r>
              <a:rPr lang="en-US" altLang="en-US" sz="2400" dirty="0"/>
              <a:t>Initial current: </a:t>
            </a:r>
          </a:p>
          <a:p>
            <a:r>
              <a:rPr lang="en-US" altLang="en-US" sz="2400" dirty="0"/>
              <a:t>Apply KVL in the loop</a:t>
            </a:r>
          </a:p>
          <a:p>
            <a:endParaRPr lang="en-US" altLang="en-US" sz="2400" dirty="0"/>
          </a:p>
          <a:p>
            <a:r>
              <a:rPr lang="en-US" altLang="en-US" sz="2400" dirty="0"/>
              <a:t>Obtain the ODE &amp; solution:</a:t>
            </a:r>
          </a:p>
          <a:p>
            <a:endParaRPr lang="en-US" altLang="en-US" sz="2400" dirty="0"/>
          </a:p>
          <a:p>
            <a:endParaRPr lang="en-US" altLang="en-US" sz="2400" dirty="0"/>
          </a:p>
          <a:p>
            <a:r>
              <a:rPr lang="en-US" altLang="en-US" sz="2400" dirty="0"/>
              <a:t>Characteristic </a:t>
            </a:r>
            <a:r>
              <a:rPr lang="en-US" altLang="en-US" sz="2400" b="1" i="1" u="sng" dirty="0"/>
              <a:t>time constant </a:t>
            </a:r>
            <a:r>
              <a:rPr lang="en-US" altLang="en-US" sz="2400" dirty="0"/>
              <a:t>in this case:</a:t>
            </a:r>
          </a:p>
        </p:txBody>
      </p:sp>
      <p:pic>
        <p:nvPicPr>
          <p:cNvPr id="5" name="Picture 5" descr="C:\Users\Joel\Documents\Teaching\McGraw Hill\Fundamentals of Electric Circuits 5e\figures\Ch07\Color Labeled\ale80571_07_011.jpg"/>
          <p:cNvPicPr>
            <a:picLocks noChangeAspect="1" noChangeArrowheads="1"/>
          </p:cNvPicPr>
          <p:nvPr/>
        </p:nvPicPr>
        <p:blipFill>
          <a:blip r:embed="rId3" cstate="print"/>
          <a:srcRect/>
          <a:stretch>
            <a:fillRect/>
          </a:stretch>
        </p:blipFill>
        <p:spPr bwMode="auto">
          <a:xfrm>
            <a:off x="6736794" y="3398377"/>
            <a:ext cx="4386920" cy="2797266"/>
          </a:xfrm>
          <a:prstGeom prst="rect">
            <a:avLst/>
          </a:prstGeom>
          <a:noFill/>
          <a:ln w="9525">
            <a:noFill/>
            <a:miter lim="800000"/>
            <a:headEnd/>
            <a:tailEnd/>
          </a:ln>
        </p:spPr>
      </p:pic>
      <p:graphicFrame>
        <p:nvGraphicFramePr>
          <p:cNvPr id="6" name="Object 6"/>
          <p:cNvGraphicFramePr>
            <a:graphicFrameLocks noChangeAspect="1"/>
          </p:cNvGraphicFramePr>
          <p:nvPr/>
        </p:nvGraphicFramePr>
        <p:xfrm>
          <a:off x="4276600" y="3414743"/>
          <a:ext cx="1549813" cy="527559"/>
        </p:xfrm>
        <a:graphic>
          <a:graphicData uri="http://schemas.openxmlformats.org/presentationml/2006/ole">
            <mc:AlternateContent xmlns:mc="http://schemas.openxmlformats.org/markup-compatibility/2006">
              <mc:Choice xmlns:v="urn:schemas-microsoft-com:vml" Requires="v">
                <p:oleObj name="Equation" r:id="rId4" imgW="558558" imgH="253890" progId="Equation.DSMT4">
                  <p:embed/>
                </p:oleObj>
              </mc:Choice>
              <mc:Fallback>
                <p:oleObj name="Equation" r:id="rId4" imgW="558558" imgH="253890" progId="Equation.DSMT4">
                  <p:embed/>
                  <p:pic>
                    <p:nvPicPr>
                      <p:cNvPr id="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76600" y="3414743"/>
                        <a:ext cx="1549813" cy="527559"/>
                      </a:xfrm>
                      <a:prstGeom prst="rect">
                        <a:avLst/>
                      </a:prstGeom>
                      <a:solidFill>
                        <a:schemeClr val="bg1"/>
                      </a:solidFill>
                    </p:spPr>
                  </p:pic>
                </p:oleObj>
              </mc:Fallback>
            </mc:AlternateContent>
          </a:graphicData>
        </a:graphic>
      </p:graphicFrame>
      <p:graphicFrame>
        <p:nvGraphicFramePr>
          <p:cNvPr id="7" name="Object 8"/>
          <p:cNvGraphicFramePr>
            <a:graphicFrameLocks noChangeAspect="1"/>
          </p:cNvGraphicFramePr>
          <p:nvPr/>
        </p:nvGraphicFramePr>
        <p:xfrm>
          <a:off x="704765" y="5280913"/>
          <a:ext cx="2126514" cy="760705"/>
        </p:xfrm>
        <a:graphic>
          <a:graphicData uri="http://schemas.openxmlformats.org/presentationml/2006/ole">
            <mc:AlternateContent xmlns:mc="http://schemas.openxmlformats.org/markup-compatibility/2006">
              <mc:Choice xmlns:v="urn:schemas-microsoft-com:vml" Requires="v">
                <p:oleObj name="Equation" r:id="rId6" imgW="825500" imgH="393700" progId="Equation.DSMT4">
                  <p:embed/>
                </p:oleObj>
              </mc:Choice>
              <mc:Fallback>
                <p:oleObj name="Equation" r:id="rId6" imgW="825500" imgH="393700" progId="Equation.DSMT4">
                  <p:embed/>
                  <p:pic>
                    <p:nvPicPr>
                      <p:cNvPr id="7"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4765" y="5280913"/>
                        <a:ext cx="2126514" cy="760705"/>
                      </a:xfrm>
                      <a:prstGeom prst="rect">
                        <a:avLst/>
                      </a:prstGeom>
                      <a:solidFill>
                        <a:schemeClr val="accent6">
                          <a:lumMod val="40000"/>
                          <a:lumOff val="60000"/>
                        </a:schemeClr>
                      </a:solidFill>
                    </p:spPr>
                  </p:pic>
                </p:oleObj>
              </mc:Fallback>
            </mc:AlternateContent>
          </a:graphicData>
        </a:graphic>
      </p:graphicFrame>
      <p:graphicFrame>
        <p:nvGraphicFramePr>
          <p:cNvPr id="8" name="Object 5"/>
          <p:cNvGraphicFramePr>
            <a:graphicFrameLocks noChangeAspect="1"/>
          </p:cNvGraphicFramePr>
          <p:nvPr/>
        </p:nvGraphicFramePr>
        <p:xfrm>
          <a:off x="3998485" y="5393564"/>
          <a:ext cx="2437457" cy="545586"/>
        </p:xfrm>
        <a:graphic>
          <a:graphicData uri="http://schemas.openxmlformats.org/presentationml/2006/ole">
            <mc:AlternateContent xmlns:mc="http://schemas.openxmlformats.org/markup-compatibility/2006">
              <mc:Choice xmlns:v="urn:schemas-microsoft-com:vml" Requires="v">
                <p:oleObj name="Equation" r:id="rId8" imgW="850531" imgH="253890" progId="Equation.DSMT4">
                  <p:embed/>
                </p:oleObj>
              </mc:Choice>
              <mc:Fallback>
                <p:oleObj name="Equation" r:id="rId8" imgW="850531" imgH="253890" progId="Equation.DSMT4">
                  <p:embed/>
                  <p:pic>
                    <p:nvPicPr>
                      <p:cNvPr id="8"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8485" y="5393564"/>
                        <a:ext cx="2437457" cy="545586"/>
                      </a:xfrm>
                      <a:prstGeom prst="rect">
                        <a:avLst/>
                      </a:prstGeom>
                      <a:solidFill>
                        <a:schemeClr val="accent6">
                          <a:lumMod val="40000"/>
                          <a:lumOff val="60000"/>
                        </a:schemeClr>
                      </a:solidFill>
                    </p:spPr>
                  </p:pic>
                </p:oleObj>
              </mc:Fallback>
            </mc:AlternateContent>
          </a:graphicData>
        </a:graphic>
      </p:graphicFrame>
      <p:graphicFrame>
        <p:nvGraphicFramePr>
          <p:cNvPr id="9" name="Object 6"/>
          <p:cNvGraphicFramePr>
            <a:graphicFrameLocks noChangeAspect="1"/>
          </p:cNvGraphicFramePr>
          <p:nvPr/>
        </p:nvGraphicFramePr>
        <p:xfrm>
          <a:off x="6672964" y="6011435"/>
          <a:ext cx="952899" cy="692240"/>
        </p:xfrm>
        <a:graphic>
          <a:graphicData uri="http://schemas.openxmlformats.org/presentationml/2006/ole">
            <mc:AlternateContent xmlns:mc="http://schemas.openxmlformats.org/markup-compatibility/2006">
              <mc:Choice xmlns:v="urn:schemas-microsoft-com:vml" Requires="v">
                <p:oleObj name="Equation" r:id="rId10" imgW="406048" imgH="393359" progId="Equation.DSMT4">
                  <p:embed/>
                </p:oleObj>
              </mc:Choice>
              <mc:Fallback>
                <p:oleObj name="Equation" r:id="rId10" imgW="406048" imgH="393359" progId="Equation.DSMT4">
                  <p:embed/>
                  <p:pic>
                    <p:nvPicPr>
                      <p:cNvPr id="9"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72964" y="6011435"/>
                        <a:ext cx="952899" cy="692240"/>
                      </a:xfrm>
                      <a:prstGeom prst="rect">
                        <a:avLst/>
                      </a:prstGeom>
                      <a:solidFill>
                        <a:schemeClr val="accent6">
                          <a:lumMod val="40000"/>
                          <a:lumOff val="60000"/>
                        </a:schemeClr>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46</a:t>
            </a:fld>
            <a:endParaRPr lang="en-US" altLang="zh-CN" dirty="0">
              <a:ea typeface="黑体" panose="02010609060101010101" pitchFamily="49" charset="-122"/>
            </a:endParaRPr>
          </a:p>
        </p:txBody>
      </p:sp>
      <mc:AlternateContent xmlns:mc="http://schemas.openxmlformats.org/markup-compatibility/2006" xmlns:a14="http://schemas.microsoft.com/office/drawing/2010/main">
        <mc:Choice Requires="a14">
          <p:sp>
            <p:nvSpPr>
              <p:cNvPr id="2" name="TextBox 1"/>
              <p:cNvSpPr txBox="1"/>
              <p:nvPr/>
            </p:nvSpPr>
            <p:spPr>
              <a:xfrm>
                <a:off x="4088487" y="4260860"/>
                <a:ext cx="1926040"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𝐿</m:t>
                          </m:r>
                        </m:sub>
                      </m:sSub>
                      <m:r>
                        <a:rPr lang="en-US" altLang="zh-CN" sz="2800" b="0" i="1" smtClean="0">
                          <a:latin typeface="Cambria Math" panose="02040503050406030204" pitchFamily="18" charset="0"/>
                        </a:rPr>
                        <m:t>+</m:t>
                      </m:r>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𝑣</m:t>
                          </m:r>
                        </m:e>
                        <m:sub>
                          <m:r>
                            <a:rPr lang="en-US" altLang="zh-CN" sz="2800" b="0" i="1" smtClean="0">
                              <a:latin typeface="Cambria Math" panose="02040503050406030204" pitchFamily="18" charset="0"/>
                            </a:rPr>
                            <m:t>𝑅</m:t>
                          </m:r>
                        </m:sub>
                      </m:sSub>
                      <m:r>
                        <a:rPr lang="en-US" altLang="zh-CN" sz="2800" b="0" i="1" smtClean="0">
                          <a:latin typeface="Cambria Math" panose="02040503050406030204" pitchFamily="18" charset="0"/>
                        </a:rPr>
                        <m:t>=0</m:t>
                      </m:r>
                    </m:oMath>
                  </m:oMathPara>
                </a14:m>
                <a:endParaRPr lang="zh-CN" altLang="en-US" sz="2800" dirty="0"/>
              </a:p>
            </p:txBody>
          </p:sp>
        </mc:Choice>
        <mc:Fallback xmlns="">
          <p:sp>
            <p:nvSpPr>
              <p:cNvPr id="2" name="TextBox 1"/>
              <p:cNvSpPr txBox="1">
                <a:spLocks noRot="1" noChangeAspect="1" noMove="1" noResize="1" noEditPoints="1" noAdjustHandles="1" noChangeArrowheads="1" noChangeShapeType="1" noTextEdit="1"/>
              </p:cNvSpPr>
              <p:nvPr/>
            </p:nvSpPr>
            <p:spPr>
              <a:xfrm>
                <a:off x="4088487" y="4260860"/>
                <a:ext cx="1926040" cy="430887"/>
              </a:xfrm>
              <a:prstGeom prst="rect">
                <a:avLst/>
              </a:prstGeom>
              <a:blipFill>
                <a:blip r:embed="rId13"/>
                <a:stretch>
                  <a:fillRect/>
                </a:stretch>
              </a:blipFill>
            </p:spPr>
            <p:txBody>
              <a:bodyPr/>
              <a:lstStyle/>
              <a:p>
                <a:r>
                  <a:rPr lang="zh-CN" altLang="en-US">
                    <a:noFill/>
                  </a:rPr>
                  <a:t> </a:t>
                </a:r>
              </a:p>
            </p:txBody>
          </p:sp>
        </mc:Fallback>
      </mc:AlternateContent>
      <p:sp>
        <p:nvSpPr>
          <p:cNvPr id="12" name="Right Arrow 11"/>
          <p:cNvSpPr/>
          <p:nvPr/>
        </p:nvSpPr>
        <p:spPr>
          <a:xfrm>
            <a:off x="3014209" y="5507741"/>
            <a:ext cx="776377" cy="3398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1077185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p:txBody>
          <a:bodyPr/>
          <a:lstStyle/>
          <a:p>
            <a:r>
              <a:rPr lang="en-US" altLang="en-US" dirty="0"/>
              <a:t>RL Discharge</a:t>
            </a:r>
          </a:p>
        </p:txBody>
      </p:sp>
      <p:sp>
        <p:nvSpPr>
          <p:cNvPr id="11267" name="Content Placeholder 2"/>
          <p:cNvSpPr>
            <a:spLocks noGrp="1"/>
          </p:cNvSpPr>
          <p:nvPr>
            <p:ph idx="1"/>
          </p:nvPr>
        </p:nvSpPr>
        <p:spPr>
          <a:xfrm>
            <a:off x="838200" y="1690688"/>
            <a:ext cx="6002867" cy="4486275"/>
          </a:xfrm>
        </p:spPr>
        <p:txBody>
          <a:bodyPr/>
          <a:lstStyle/>
          <a:p>
            <a:r>
              <a:rPr lang="en-US" altLang="en-US" dirty="0"/>
              <a:t>With the current known, we can find the voltage across the resistor:</a:t>
            </a:r>
          </a:p>
          <a:p>
            <a:pPr>
              <a:buFontTx/>
              <a:buNone/>
            </a:pPr>
            <a:endParaRPr lang="en-US" altLang="en-US" dirty="0"/>
          </a:p>
          <a:p>
            <a:endParaRPr lang="en-US" altLang="en-US" dirty="0"/>
          </a:p>
          <a:p>
            <a:r>
              <a:rPr lang="en-US" altLang="en-US" dirty="0"/>
              <a:t>The power dissipated in the resistor is:</a:t>
            </a:r>
          </a:p>
          <a:p>
            <a:endParaRPr lang="en-US" altLang="en-US" dirty="0"/>
          </a:p>
          <a:p>
            <a:endParaRPr lang="en-US" altLang="en-US" dirty="0"/>
          </a:p>
          <a:p>
            <a:r>
              <a:rPr lang="en-US" altLang="en-US" dirty="0"/>
              <a:t>The energy absorbed by the resistor is:</a:t>
            </a:r>
          </a:p>
        </p:txBody>
      </p:sp>
      <p:graphicFrame>
        <p:nvGraphicFramePr>
          <p:cNvPr id="11270" name="Object 6"/>
          <p:cNvGraphicFramePr>
            <a:graphicFrameLocks noChangeAspect="1"/>
          </p:cNvGraphicFramePr>
          <p:nvPr/>
        </p:nvGraphicFramePr>
        <p:xfrm>
          <a:off x="6841067" y="2451100"/>
          <a:ext cx="1219200" cy="198438"/>
        </p:xfrm>
        <a:graphic>
          <a:graphicData uri="http://schemas.openxmlformats.org/presentationml/2006/ole">
            <mc:AlternateContent xmlns:mc="http://schemas.openxmlformats.org/markup-compatibility/2006">
              <mc:Choice xmlns:v="urn:schemas-microsoft-com:vml" Requires="v">
                <p:oleObj name="Equation" r:id="rId3" imgW="435285" imgH="677109" progId="Equation.DSMT4">
                  <p:embed/>
                </p:oleObj>
              </mc:Choice>
              <mc:Fallback>
                <p:oleObj name="Equation" r:id="rId3" imgW="435285" imgH="677109" progId="Equation.DSMT4">
                  <p:embed/>
                  <p:pic>
                    <p:nvPicPr>
                      <p:cNvPr id="1127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1067" y="2451100"/>
                        <a:ext cx="1219200"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47</a:t>
            </a:fld>
            <a:endParaRPr lang="en-US" altLang="zh-CN" dirty="0">
              <a:ea typeface="黑体" panose="02010609060101010101" pitchFamily="49" charset="-122"/>
            </a:endParaRPr>
          </a:p>
        </p:txBody>
      </p:sp>
      <p:pic>
        <p:nvPicPr>
          <p:cNvPr id="6" name="Picture 5"/>
          <p:cNvPicPr>
            <a:picLocks noChangeAspect="1"/>
          </p:cNvPicPr>
          <p:nvPr/>
        </p:nvPicPr>
        <p:blipFill>
          <a:blip r:embed="rId5">
            <a:grayscl/>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2052733" y="2676734"/>
            <a:ext cx="3746387" cy="679033"/>
          </a:xfrm>
          <a:prstGeom prst="rect">
            <a:avLst/>
          </a:prstGeom>
        </p:spPr>
      </p:pic>
      <p:pic>
        <p:nvPicPr>
          <p:cNvPr id="7" name="Picture 6"/>
          <p:cNvPicPr>
            <a:picLocks noChangeAspect="1"/>
          </p:cNvPicPr>
          <p:nvPr/>
        </p:nvPicPr>
        <p:blipFill>
          <a:blip r:embed="rId7">
            <a:grayscl/>
            <a:extLst>
              <a:ext uri="{BEBA8EAE-BF5A-486C-A8C5-ECC9F3942E4B}">
                <a14:imgProps xmlns:a14="http://schemas.microsoft.com/office/drawing/2010/main">
                  <a14:imgLayer r:embed="rId8">
                    <a14:imgEffect>
                      <a14:sharpenSoften amount="50000"/>
                    </a14:imgEffect>
                  </a14:imgLayer>
                </a14:imgProps>
              </a:ext>
            </a:extLst>
          </a:blip>
          <a:stretch>
            <a:fillRect/>
          </a:stretch>
        </p:blipFill>
        <p:spPr>
          <a:xfrm>
            <a:off x="2052733" y="4275637"/>
            <a:ext cx="3752284" cy="699578"/>
          </a:xfrm>
          <a:prstGeom prst="rect">
            <a:avLst/>
          </a:prstGeom>
        </p:spPr>
      </p:pic>
      <p:pic>
        <p:nvPicPr>
          <p:cNvPr id="8" name="Picture 7"/>
          <p:cNvPicPr>
            <a:picLocks noChangeAspect="1"/>
          </p:cNvPicPr>
          <p:nvPr/>
        </p:nvPicPr>
        <p:blipFill>
          <a:blip r:embed="rId9">
            <a:clrChange>
              <a:clrFrom>
                <a:srgbClr val="FFFFFF"/>
              </a:clrFrom>
              <a:clrTo>
                <a:srgbClr val="FFFFFF">
                  <a:alpha val="0"/>
                </a:srgbClr>
              </a:clrTo>
            </a:clrChange>
            <a:grayscl/>
            <a:extLst>
              <a:ext uri="{BEBA8EAE-BF5A-486C-A8C5-ECC9F3942E4B}">
                <a14:imgProps xmlns:a14="http://schemas.microsoft.com/office/drawing/2010/main">
                  <a14:imgLayer r:embed="rId10">
                    <a14:imgEffect>
                      <a14:sharpenSoften amount="50000"/>
                    </a14:imgEffect>
                  </a14:imgLayer>
                </a14:imgProps>
              </a:ext>
            </a:extLst>
          </a:blip>
          <a:stretch>
            <a:fillRect/>
          </a:stretch>
        </p:blipFill>
        <p:spPr>
          <a:xfrm>
            <a:off x="7809722" y="5584276"/>
            <a:ext cx="3872870" cy="983586"/>
          </a:xfrm>
          <a:prstGeom prst="rect">
            <a:avLst/>
          </a:prstGeom>
        </p:spPr>
      </p:pic>
      <p:pic>
        <p:nvPicPr>
          <p:cNvPr id="11" name="Picture 10"/>
          <p:cNvPicPr>
            <a:picLocks noChangeAspect="1"/>
          </p:cNvPicPr>
          <p:nvPr/>
        </p:nvPicPr>
        <p:blipFill>
          <a:blip r:embed="rId11">
            <a:grayscl/>
            <a:extLst>
              <a:ext uri="{BEBA8EAE-BF5A-486C-A8C5-ECC9F3942E4B}">
                <a14:imgProps xmlns:a14="http://schemas.microsoft.com/office/drawing/2010/main">
                  <a14:imgLayer r:embed="rId12">
                    <a14:imgEffect>
                      <a14:sharpenSoften amount="50000"/>
                    </a14:imgEffect>
                  </a14:imgLayer>
                </a14:imgProps>
              </a:ext>
            </a:extLst>
          </a:blip>
          <a:stretch>
            <a:fillRect/>
          </a:stretch>
        </p:blipFill>
        <p:spPr>
          <a:xfrm>
            <a:off x="186248" y="5638673"/>
            <a:ext cx="7479355" cy="1082802"/>
          </a:xfrm>
          <a:prstGeom prst="rect">
            <a:avLst/>
          </a:prstGeom>
        </p:spPr>
      </p:pic>
      <p:pic>
        <p:nvPicPr>
          <p:cNvPr id="12" name="Picture 11"/>
          <p:cNvPicPr>
            <a:picLocks noChangeAspect="1"/>
          </p:cNvPicPr>
          <p:nvPr/>
        </p:nvPicPr>
        <p:blipFill>
          <a:blip r:embed="rId13"/>
          <a:stretch>
            <a:fillRect/>
          </a:stretch>
        </p:blipFill>
        <p:spPr>
          <a:xfrm>
            <a:off x="7017217" y="1262384"/>
            <a:ext cx="4619625" cy="4229100"/>
          </a:xfrm>
          <a:prstGeom prst="rect">
            <a:avLst/>
          </a:prstGeom>
        </p:spPr>
      </p:pic>
    </p:spTree>
    <p:extLst>
      <p:ext uri="{BB962C8B-B14F-4D97-AF65-F5344CB8AC3E}">
        <p14:creationId xmlns:p14="http://schemas.microsoft.com/office/powerpoint/2010/main" val="5075608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6</a:t>
            </a:r>
            <a:endParaRPr lang="zh-CN" altLang="en-US" dirty="0"/>
          </a:p>
        </p:txBody>
      </p:sp>
      <p:sp>
        <p:nvSpPr>
          <p:cNvPr id="3" name="Content Placeholder 2"/>
          <p:cNvSpPr>
            <a:spLocks noGrp="1"/>
          </p:cNvSpPr>
          <p:nvPr>
            <p:ph idx="1"/>
          </p:nvPr>
        </p:nvSpPr>
        <p:spPr>
          <a:xfrm>
            <a:off x="838200" y="1825625"/>
            <a:ext cx="10515600" cy="1021092"/>
          </a:xfrm>
        </p:spPr>
        <p:txBody>
          <a:bodyPr/>
          <a:lstStyle/>
          <a:p>
            <a:pPr marL="0" indent="0" algn="just">
              <a:buNone/>
            </a:pPr>
            <a:r>
              <a:rPr lang="en-US" altLang="zh-CN" dirty="0"/>
              <a:t>The switch in the circuit has been closed for a long time, and it is opened at </a:t>
            </a:r>
            <a:r>
              <a:rPr lang="en-US" altLang="zh-CN" i="1" dirty="0"/>
              <a:t>t </a:t>
            </a:r>
            <a:r>
              <a:rPr lang="en-US" altLang="zh-CN" dirty="0"/>
              <a:t>= 0. Find </a:t>
            </a:r>
            <a:r>
              <a:rPr lang="en-US" altLang="zh-CN" i="1" dirty="0"/>
              <a:t>v</a:t>
            </a:r>
            <a:r>
              <a:rPr lang="en-US" altLang="zh-CN" dirty="0"/>
              <a:t>(</a:t>
            </a:r>
            <a:r>
              <a:rPr lang="en-US" altLang="zh-CN" i="1" dirty="0"/>
              <a:t>t</a:t>
            </a:r>
            <a:r>
              <a:rPr lang="en-US" altLang="zh-CN" dirty="0"/>
              <a:t>) for t ≥ 0. </a:t>
            </a: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48</a:t>
            </a:fld>
            <a:endParaRPr lang="en-US" altLang="zh-CN" dirty="0">
              <a:ea typeface="黑体" panose="02010609060101010101" pitchFamily="49" charset="-122"/>
            </a:endParaRPr>
          </a:p>
        </p:txBody>
      </p:sp>
      <p:pic>
        <p:nvPicPr>
          <p:cNvPr id="5" name="Picture 4"/>
          <p:cNvPicPr>
            <a:picLocks noChangeAspect="1"/>
          </p:cNvPicPr>
          <p:nvPr/>
        </p:nvPicPr>
        <p:blipFill>
          <a:blip r:embed="rId3"/>
          <a:stretch>
            <a:fillRect/>
          </a:stretch>
        </p:blipFill>
        <p:spPr>
          <a:xfrm>
            <a:off x="751763" y="3338266"/>
            <a:ext cx="5207184" cy="2148133"/>
          </a:xfrm>
          <a:prstGeom prst="rect">
            <a:avLst/>
          </a:prstGeom>
        </p:spPr>
      </p:pic>
      <p:pic>
        <p:nvPicPr>
          <p:cNvPr id="6" name="Picture 5"/>
          <p:cNvPicPr>
            <a:picLocks noChangeAspect="1"/>
          </p:cNvPicPr>
          <p:nvPr/>
        </p:nvPicPr>
        <p:blipFill>
          <a:blip r:embed="rId4"/>
          <a:stretch>
            <a:fillRect/>
          </a:stretch>
        </p:blipFill>
        <p:spPr>
          <a:xfrm>
            <a:off x="6291532" y="2647499"/>
            <a:ext cx="4095444" cy="3874069"/>
          </a:xfrm>
          <a:prstGeom prst="rect">
            <a:avLst/>
          </a:prstGeom>
        </p:spPr>
      </p:pic>
      <p:sp>
        <p:nvSpPr>
          <p:cNvPr id="7" name="TextBox 6"/>
          <p:cNvSpPr txBox="1"/>
          <p:nvPr/>
        </p:nvSpPr>
        <p:spPr>
          <a:xfrm>
            <a:off x="8212347" y="4141846"/>
            <a:ext cx="673582" cy="461665"/>
          </a:xfrm>
          <a:prstGeom prst="rect">
            <a:avLst/>
          </a:prstGeom>
          <a:solidFill>
            <a:schemeClr val="bg1"/>
          </a:solidFill>
        </p:spPr>
        <p:txBody>
          <a:bodyPr wrap="none" rtlCol="0">
            <a:spAutoFit/>
          </a:bodyPr>
          <a:lstStyle/>
          <a:p>
            <a:r>
              <a:rPr lang="en-US" altLang="zh-CN" sz="2400" dirty="0"/>
              <a:t>t &lt;0</a:t>
            </a:r>
            <a:endParaRPr lang="zh-CN" altLang="en-US" sz="2400" dirty="0"/>
          </a:p>
        </p:txBody>
      </p:sp>
      <p:sp>
        <p:nvSpPr>
          <p:cNvPr id="8" name="TextBox 7"/>
          <p:cNvSpPr txBox="1"/>
          <p:nvPr/>
        </p:nvSpPr>
        <p:spPr>
          <a:xfrm>
            <a:off x="8212347" y="6159856"/>
            <a:ext cx="673582" cy="461665"/>
          </a:xfrm>
          <a:prstGeom prst="rect">
            <a:avLst/>
          </a:prstGeom>
          <a:solidFill>
            <a:schemeClr val="bg1"/>
          </a:solidFill>
        </p:spPr>
        <p:txBody>
          <a:bodyPr wrap="none" rtlCol="0">
            <a:spAutoFit/>
          </a:bodyPr>
          <a:lstStyle/>
          <a:p>
            <a:r>
              <a:rPr lang="en-US" altLang="zh-CN" sz="2400" dirty="0"/>
              <a:t>t &gt;0</a:t>
            </a:r>
            <a:endParaRPr lang="zh-CN" altLang="en-US" sz="2400" dirty="0"/>
          </a:p>
        </p:txBody>
      </p:sp>
      <p:grpSp>
        <p:nvGrpSpPr>
          <p:cNvPr id="28" name="Group 27">
            <a:extLst>
              <a:ext uri="{FF2B5EF4-FFF2-40B4-BE49-F238E27FC236}">
                <a16:creationId xmlns:a16="http://schemas.microsoft.com/office/drawing/2014/main" id="{517E9027-4CD9-017C-FABE-73BD99A82063}"/>
              </a:ext>
            </a:extLst>
          </p:cNvPr>
          <p:cNvGrpSpPr/>
          <p:nvPr/>
        </p:nvGrpSpPr>
        <p:grpSpPr>
          <a:xfrm>
            <a:off x="6493913" y="181268"/>
            <a:ext cx="2563200" cy="584280"/>
            <a:chOff x="6493913" y="181268"/>
            <a:chExt cx="2563200" cy="58428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6641B62F-2293-FD7F-087D-B78162F40F49}"/>
                    </a:ext>
                  </a:extLst>
                </p14:cNvPr>
                <p14:cNvContentPartPr/>
                <p14:nvPr/>
              </p14:nvContentPartPr>
              <p14:xfrm>
                <a:off x="6493913" y="428588"/>
                <a:ext cx="161280" cy="336960"/>
              </p14:xfrm>
            </p:contentPart>
          </mc:Choice>
          <mc:Fallback xmlns="">
            <p:pic>
              <p:nvPicPr>
                <p:cNvPr id="9" name="Ink 8">
                  <a:extLst>
                    <a:ext uri="{FF2B5EF4-FFF2-40B4-BE49-F238E27FC236}">
                      <a16:creationId xmlns:a16="http://schemas.microsoft.com/office/drawing/2014/main" id="{6641B62F-2293-FD7F-087D-B78162F40F49}"/>
                    </a:ext>
                  </a:extLst>
                </p:cNvPr>
                <p:cNvPicPr/>
                <p:nvPr/>
              </p:nvPicPr>
              <p:blipFill>
                <a:blip r:embed="rId6"/>
                <a:stretch>
                  <a:fillRect/>
                </a:stretch>
              </p:blipFill>
              <p:spPr>
                <a:xfrm>
                  <a:off x="6485273" y="419588"/>
                  <a:ext cx="17892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38D1DBE8-F648-A251-F14D-AACE4F618DAD}"/>
                    </a:ext>
                  </a:extLst>
                </p14:cNvPr>
                <p14:cNvContentPartPr/>
                <p14:nvPr/>
              </p14:nvContentPartPr>
              <p14:xfrm>
                <a:off x="6532073" y="378548"/>
                <a:ext cx="139320" cy="323640"/>
              </p14:xfrm>
            </p:contentPart>
          </mc:Choice>
          <mc:Fallback xmlns="">
            <p:pic>
              <p:nvPicPr>
                <p:cNvPr id="10" name="Ink 9">
                  <a:extLst>
                    <a:ext uri="{FF2B5EF4-FFF2-40B4-BE49-F238E27FC236}">
                      <a16:creationId xmlns:a16="http://schemas.microsoft.com/office/drawing/2014/main" id="{38D1DBE8-F648-A251-F14D-AACE4F618DAD}"/>
                    </a:ext>
                  </a:extLst>
                </p:cNvPr>
                <p:cNvPicPr/>
                <p:nvPr/>
              </p:nvPicPr>
              <p:blipFill>
                <a:blip r:embed="rId8"/>
                <a:stretch>
                  <a:fillRect/>
                </a:stretch>
              </p:blipFill>
              <p:spPr>
                <a:xfrm>
                  <a:off x="6523073" y="369908"/>
                  <a:ext cx="1569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A53C4DB0-5827-F99B-2D28-4241E961409F}"/>
                    </a:ext>
                  </a:extLst>
                </p14:cNvPr>
                <p14:cNvContentPartPr/>
                <p14:nvPr/>
              </p14:nvContentPartPr>
              <p14:xfrm>
                <a:off x="6784433" y="414548"/>
                <a:ext cx="252720" cy="254520"/>
              </p14:xfrm>
            </p:contentPart>
          </mc:Choice>
          <mc:Fallback xmlns="">
            <p:pic>
              <p:nvPicPr>
                <p:cNvPr id="11" name="Ink 10">
                  <a:extLst>
                    <a:ext uri="{FF2B5EF4-FFF2-40B4-BE49-F238E27FC236}">
                      <a16:creationId xmlns:a16="http://schemas.microsoft.com/office/drawing/2014/main" id="{A53C4DB0-5827-F99B-2D28-4241E961409F}"/>
                    </a:ext>
                  </a:extLst>
                </p:cNvPr>
                <p:cNvPicPr/>
                <p:nvPr/>
              </p:nvPicPr>
              <p:blipFill>
                <a:blip r:embed="rId10"/>
                <a:stretch>
                  <a:fillRect/>
                </a:stretch>
              </p:blipFill>
              <p:spPr>
                <a:xfrm>
                  <a:off x="6775433" y="405548"/>
                  <a:ext cx="27036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AA9BC209-52FA-6143-CD30-18F511CDC240}"/>
                    </a:ext>
                  </a:extLst>
                </p14:cNvPr>
                <p14:cNvContentPartPr/>
                <p14:nvPr/>
              </p14:nvContentPartPr>
              <p14:xfrm>
                <a:off x="6884513" y="440828"/>
                <a:ext cx="327600" cy="253440"/>
              </p14:xfrm>
            </p:contentPart>
          </mc:Choice>
          <mc:Fallback xmlns="">
            <p:pic>
              <p:nvPicPr>
                <p:cNvPr id="12" name="Ink 11">
                  <a:extLst>
                    <a:ext uri="{FF2B5EF4-FFF2-40B4-BE49-F238E27FC236}">
                      <a16:creationId xmlns:a16="http://schemas.microsoft.com/office/drawing/2014/main" id="{AA9BC209-52FA-6143-CD30-18F511CDC240}"/>
                    </a:ext>
                  </a:extLst>
                </p:cNvPr>
                <p:cNvPicPr/>
                <p:nvPr/>
              </p:nvPicPr>
              <p:blipFill>
                <a:blip r:embed="rId12"/>
                <a:stretch>
                  <a:fillRect/>
                </a:stretch>
              </p:blipFill>
              <p:spPr>
                <a:xfrm>
                  <a:off x="6875873" y="432188"/>
                  <a:ext cx="345240" cy="2710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3" name="Ink 12">
                  <a:extLst>
                    <a:ext uri="{FF2B5EF4-FFF2-40B4-BE49-F238E27FC236}">
                      <a16:creationId xmlns:a16="http://schemas.microsoft.com/office/drawing/2014/main" id="{59973820-8758-C650-ABDA-7515A1330D1F}"/>
                    </a:ext>
                  </a:extLst>
                </p14:cNvPr>
                <p14:cNvContentPartPr/>
                <p14:nvPr/>
              </p14:nvContentPartPr>
              <p14:xfrm>
                <a:off x="7344953" y="505988"/>
                <a:ext cx="145080" cy="11160"/>
              </p14:xfrm>
            </p:contentPart>
          </mc:Choice>
          <mc:Fallback xmlns="">
            <p:pic>
              <p:nvPicPr>
                <p:cNvPr id="13" name="Ink 12">
                  <a:extLst>
                    <a:ext uri="{FF2B5EF4-FFF2-40B4-BE49-F238E27FC236}">
                      <a16:creationId xmlns:a16="http://schemas.microsoft.com/office/drawing/2014/main" id="{59973820-8758-C650-ABDA-7515A1330D1F}"/>
                    </a:ext>
                  </a:extLst>
                </p:cNvPr>
                <p:cNvPicPr/>
                <p:nvPr/>
              </p:nvPicPr>
              <p:blipFill>
                <a:blip r:embed="rId14"/>
                <a:stretch>
                  <a:fillRect/>
                </a:stretch>
              </p:blipFill>
              <p:spPr>
                <a:xfrm>
                  <a:off x="7336313" y="496988"/>
                  <a:ext cx="162720" cy="28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4" name="Ink 13">
                  <a:extLst>
                    <a:ext uri="{FF2B5EF4-FFF2-40B4-BE49-F238E27FC236}">
                      <a16:creationId xmlns:a16="http://schemas.microsoft.com/office/drawing/2014/main" id="{94B80C0A-BD67-471A-5791-9DACC4E997EC}"/>
                    </a:ext>
                  </a:extLst>
                </p14:cNvPr>
                <p14:cNvContentPartPr/>
                <p14:nvPr/>
              </p14:nvContentPartPr>
              <p14:xfrm>
                <a:off x="7362953" y="602468"/>
                <a:ext cx="132480" cy="20520"/>
              </p14:xfrm>
            </p:contentPart>
          </mc:Choice>
          <mc:Fallback xmlns="">
            <p:pic>
              <p:nvPicPr>
                <p:cNvPr id="14" name="Ink 13">
                  <a:extLst>
                    <a:ext uri="{FF2B5EF4-FFF2-40B4-BE49-F238E27FC236}">
                      <a16:creationId xmlns:a16="http://schemas.microsoft.com/office/drawing/2014/main" id="{94B80C0A-BD67-471A-5791-9DACC4E997EC}"/>
                    </a:ext>
                  </a:extLst>
                </p:cNvPr>
                <p:cNvPicPr/>
                <p:nvPr/>
              </p:nvPicPr>
              <p:blipFill>
                <a:blip r:embed="rId16"/>
                <a:stretch>
                  <a:fillRect/>
                </a:stretch>
              </p:blipFill>
              <p:spPr>
                <a:xfrm>
                  <a:off x="7354313" y="593468"/>
                  <a:ext cx="15012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5" name="Ink 14">
                  <a:extLst>
                    <a:ext uri="{FF2B5EF4-FFF2-40B4-BE49-F238E27FC236}">
                      <a16:creationId xmlns:a16="http://schemas.microsoft.com/office/drawing/2014/main" id="{5E5BAEA4-814F-B04A-475D-A0FCF44DD0EF}"/>
                    </a:ext>
                  </a:extLst>
                </p14:cNvPr>
                <p14:cNvContentPartPr/>
                <p14:nvPr/>
              </p14:nvContentPartPr>
              <p14:xfrm>
                <a:off x="7623233" y="444428"/>
                <a:ext cx="147960" cy="295560"/>
              </p14:xfrm>
            </p:contentPart>
          </mc:Choice>
          <mc:Fallback xmlns="">
            <p:pic>
              <p:nvPicPr>
                <p:cNvPr id="15" name="Ink 14">
                  <a:extLst>
                    <a:ext uri="{FF2B5EF4-FFF2-40B4-BE49-F238E27FC236}">
                      <a16:creationId xmlns:a16="http://schemas.microsoft.com/office/drawing/2014/main" id="{5E5BAEA4-814F-B04A-475D-A0FCF44DD0EF}"/>
                    </a:ext>
                  </a:extLst>
                </p:cNvPr>
                <p:cNvPicPr/>
                <p:nvPr/>
              </p:nvPicPr>
              <p:blipFill>
                <a:blip r:embed="rId18"/>
                <a:stretch>
                  <a:fillRect/>
                </a:stretch>
              </p:blipFill>
              <p:spPr>
                <a:xfrm>
                  <a:off x="7614233" y="435788"/>
                  <a:ext cx="165600" cy="313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5024192A-67D2-CB35-DE41-F34D8E6A6788}"/>
                    </a:ext>
                  </a:extLst>
                </p14:cNvPr>
                <p14:cNvContentPartPr/>
                <p14:nvPr/>
              </p14:nvContentPartPr>
              <p14:xfrm>
                <a:off x="7568513" y="423548"/>
                <a:ext cx="193680" cy="266040"/>
              </p14:xfrm>
            </p:contentPart>
          </mc:Choice>
          <mc:Fallback xmlns="">
            <p:pic>
              <p:nvPicPr>
                <p:cNvPr id="16" name="Ink 15">
                  <a:extLst>
                    <a:ext uri="{FF2B5EF4-FFF2-40B4-BE49-F238E27FC236}">
                      <a16:creationId xmlns:a16="http://schemas.microsoft.com/office/drawing/2014/main" id="{5024192A-67D2-CB35-DE41-F34D8E6A6788}"/>
                    </a:ext>
                  </a:extLst>
                </p:cNvPr>
                <p:cNvPicPr/>
                <p:nvPr/>
              </p:nvPicPr>
              <p:blipFill>
                <a:blip r:embed="rId20"/>
                <a:stretch>
                  <a:fillRect/>
                </a:stretch>
              </p:blipFill>
              <p:spPr>
                <a:xfrm>
                  <a:off x="7559873" y="414908"/>
                  <a:ext cx="21132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7" name="Ink 16">
                  <a:extLst>
                    <a:ext uri="{FF2B5EF4-FFF2-40B4-BE49-F238E27FC236}">
                      <a16:creationId xmlns:a16="http://schemas.microsoft.com/office/drawing/2014/main" id="{37EA8E56-4AB2-AFCB-571B-E129312E3355}"/>
                    </a:ext>
                  </a:extLst>
                </p14:cNvPr>
                <p14:cNvContentPartPr/>
                <p14:nvPr/>
              </p14:nvContentPartPr>
              <p14:xfrm>
                <a:off x="7877753" y="414548"/>
                <a:ext cx="191880" cy="270360"/>
              </p14:xfrm>
            </p:contentPart>
          </mc:Choice>
          <mc:Fallback xmlns="">
            <p:pic>
              <p:nvPicPr>
                <p:cNvPr id="17" name="Ink 16">
                  <a:extLst>
                    <a:ext uri="{FF2B5EF4-FFF2-40B4-BE49-F238E27FC236}">
                      <a16:creationId xmlns:a16="http://schemas.microsoft.com/office/drawing/2014/main" id="{37EA8E56-4AB2-AFCB-571B-E129312E3355}"/>
                    </a:ext>
                  </a:extLst>
                </p:cNvPr>
                <p:cNvPicPr/>
                <p:nvPr/>
              </p:nvPicPr>
              <p:blipFill>
                <a:blip r:embed="rId22"/>
                <a:stretch>
                  <a:fillRect/>
                </a:stretch>
              </p:blipFill>
              <p:spPr>
                <a:xfrm>
                  <a:off x="7869113" y="405548"/>
                  <a:ext cx="2095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C38A3B53-A6DE-6BD2-E741-F5C6BA30D923}"/>
                    </a:ext>
                  </a:extLst>
                </p14:cNvPr>
                <p14:cNvContentPartPr/>
                <p14:nvPr/>
              </p14:nvContentPartPr>
              <p14:xfrm>
                <a:off x="8130473" y="443708"/>
                <a:ext cx="102960" cy="254520"/>
              </p14:xfrm>
            </p:contentPart>
          </mc:Choice>
          <mc:Fallback xmlns="">
            <p:pic>
              <p:nvPicPr>
                <p:cNvPr id="18" name="Ink 17">
                  <a:extLst>
                    <a:ext uri="{FF2B5EF4-FFF2-40B4-BE49-F238E27FC236}">
                      <a16:creationId xmlns:a16="http://schemas.microsoft.com/office/drawing/2014/main" id="{C38A3B53-A6DE-6BD2-E741-F5C6BA30D923}"/>
                    </a:ext>
                  </a:extLst>
                </p:cNvPr>
                <p:cNvPicPr/>
                <p:nvPr/>
              </p:nvPicPr>
              <p:blipFill>
                <a:blip r:embed="rId24"/>
                <a:stretch>
                  <a:fillRect/>
                </a:stretch>
              </p:blipFill>
              <p:spPr>
                <a:xfrm>
                  <a:off x="8121833" y="435068"/>
                  <a:ext cx="12060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 name="Ink 18">
                  <a:extLst>
                    <a:ext uri="{FF2B5EF4-FFF2-40B4-BE49-F238E27FC236}">
                      <a16:creationId xmlns:a16="http://schemas.microsoft.com/office/drawing/2014/main" id="{410DD4F8-761F-5958-17D1-E36910D7FCD2}"/>
                    </a:ext>
                  </a:extLst>
                </p14:cNvPr>
                <p14:cNvContentPartPr/>
                <p14:nvPr/>
              </p14:nvContentPartPr>
              <p14:xfrm>
                <a:off x="8343593" y="438668"/>
                <a:ext cx="147240" cy="309600"/>
              </p14:xfrm>
            </p:contentPart>
          </mc:Choice>
          <mc:Fallback xmlns="">
            <p:pic>
              <p:nvPicPr>
                <p:cNvPr id="19" name="Ink 18">
                  <a:extLst>
                    <a:ext uri="{FF2B5EF4-FFF2-40B4-BE49-F238E27FC236}">
                      <a16:creationId xmlns:a16="http://schemas.microsoft.com/office/drawing/2014/main" id="{410DD4F8-761F-5958-17D1-E36910D7FCD2}"/>
                    </a:ext>
                  </a:extLst>
                </p:cNvPr>
                <p:cNvPicPr/>
                <p:nvPr/>
              </p:nvPicPr>
              <p:blipFill>
                <a:blip r:embed="rId26"/>
                <a:stretch>
                  <a:fillRect/>
                </a:stretch>
              </p:blipFill>
              <p:spPr>
                <a:xfrm>
                  <a:off x="8334953" y="430028"/>
                  <a:ext cx="16488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8F407A36-64B5-9507-4E5B-DDCEE089BAAD}"/>
                    </a:ext>
                  </a:extLst>
                </p14:cNvPr>
                <p14:cNvContentPartPr/>
                <p14:nvPr/>
              </p14:nvContentPartPr>
              <p14:xfrm>
                <a:off x="8555633" y="376748"/>
                <a:ext cx="133920" cy="26280"/>
              </p14:xfrm>
            </p:contentPart>
          </mc:Choice>
          <mc:Fallback xmlns="">
            <p:pic>
              <p:nvPicPr>
                <p:cNvPr id="21" name="Ink 20">
                  <a:extLst>
                    <a:ext uri="{FF2B5EF4-FFF2-40B4-BE49-F238E27FC236}">
                      <a16:creationId xmlns:a16="http://schemas.microsoft.com/office/drawing/2014/main" id="{8F407A36-64B5-9507-4E5B-DDCEE089BAAD}"/>
                    </a:ext>
                  </a:extLst>
                </p:cNvPr>
                <p:cNvPicPr/>
                <p:nvPr/>
              </p:nvPicPr>
              <p:blipFill>
                <a:blip r:embed="rId28"/>
                <a:stretch>
                  <a:fillRect/>
                </a:stretch>
              </p:blipFill>
              <p:spPr>
                <a:xfrm>
                  <a:off x="8546993" y="368108"/>
                  <a:ext cx="1515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2" name="Ink 21">
                  <a:extLst>
                    <a:ext uri="{FF2B5EF4-FFF2-40B4-BE49-F238E27FC236}">
                      <a16:creationId xmlns:a16="http://schemas.microsoft.com/office/drawing/2014/main" id="{06232BDA-5A3F-CA52-7237-11FC47660D36}"/>
                    </a:ext>
                  </a:extLst>
                </p14:cNvPr>
                <p14:cNvContentPartPr/>
                <p14:nvPr/>
              </p14:nvContentPartPr>
              <p14:xfrm>
                <a:off x="8771633" y="389708"/>
                <a:ext cx="285480" cy="11880"/>
              </p14:xfrm>
            </p:contentPart>
          </mc:Choice>
          <mc:Fallback xmlns="">
            <p:pic>
              <p:nvPicPr>
                <p:cNvPr id="22" name="Ink 21">
                  <a:extLst>
                    <a:ext uri="{FF2B5EF4-FFF2-40B4-BE49-F238E27FC236}">
                      <a16:creationId xmlns:a16="http://schemas.microsoft.com/office/drawing/2014/main" id="{06232BDA-5A3F-CA52-7237-11FC47660D36}"/>
                    </a:ext>
                  </a:extLst>
                </p:cNvPr>
                <p:cNvPicPr/>
                <p:nvPr/>
              </p:nvPicPr>
              <p:blipFill>
                <a:blip r:embed="rId30"/>
                <a:stretch>
                  <a:fillRect/>
                </a:stretch>
              </p:blipFill>
              <p:spPr>
                <a:xfrm>
                  <a:off x="8762993" y="380708"/>
                  <a:ext cx="30312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3" name="Ink 22">
                  <a:extLst>
                    <a:ext uri="{FF2B5EF4-FFF2-40B4-BE49-F238E27FC236}">
                      <a16:creationId xmlns:a16="http://schemas.microsoft.com/office/drawing/2014/main" id="{D97C6F0F-78EC-8C54-1108-EDA196E53FAE}"/>
                    </a:ext>
                  </a:extLst>
                </p14:cNvPr>
                <p14:cNvContentPartPr/>
                <p14:nvPr/>
              </p14:nvContentPartPr>
              <p14:xfrm>
                <a:off x="8886833" y="181268"/>
                <a:ext cx="47520" cy="136080"/>
              </p14:xfrm>
            </p:contentPart>
          </mc:Choice>
          <mc:Fallback xmlns="">
            <p:pic>
              <p:nvPicPr>
                <p:cNvPr id="23" name="Ink 22">
                  <a:extLst>
                    <a:ext uri="{FF2B5EF4-FFF2-40B4-BE49-F238E27FC236}">
                      <a16:creationId xmlns:a16="http://schemas.microsoft.com/office/drawing/2014/main" id="{D97C6F0F-78EC-8C54-1108-EDA196E53FAE}"/>
                    </a:ext>
                  </a:extLst>
                </p:cNvPr>
                <p:cNvPicPr/>
                <p:nvPr/>
              </p:nvPicPr>
              <p:blipFill>
                <a:blip r:embed="rId32"/>
                <a:stretch>
                  <a:fillRect/>
                </a:stretch>
              </p:blipFill>
              <p:spPr>
                <a:xfrm>
                  <a:off x="8878193" y="172628"/>
                  <a:ext cx="65160" cy="153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4" name="Ink 23">
                  <a:extLst>
                    <a:ext uri="{FF2B5EF4-FFF2-40B4-BE49-F238E27FC236}">
                      <a16:creationId xmlns:a16="http://schemas.microsoft.com/office/drawing/2014/main" id="{98D8FDBC-48A3-3B92-C46F-F0A346F0D3ED}"/>
                    </a:ext>
                  </a:extLst>
                </p14:cNvPr>
                <p14:cNvContentPartPr/>
                <p14:nvPr/>
              </p14:nvContentPartPr>
              <p14:xfrm>
                <a:off x="8811593" y="216908"/>
                <a:ext cx="130680" cy="19800"/>
              </p14:xfrm>
            </p:contentPart>
          </mc:Choice>
          <mc:Fallback xmlns="">
            <p:pic>
              <p:nvPicPr>
                <p:cNvPr id="24" name="Ink 23">
                  <a:extLst>
                    <a:ext uri="{FF2B5EF4-FFF2-40B4-BE49-F238E27FC236}">
                      <a16:creationId xmlns:a16="http://schemas.microsoft.com/office/drawing/2014/main" id="{98D8FDBC-48A3-3B92-C46F-F0A346F0D3ED}"/>
                    </a:ext>
                  </a:extLst>
                </p:cNvPr>
                <p:cNvPicPr/>
                <p:nvPr/>
              </p:nvPicPr>
              <p:blipFill>
                <a:blip r:embed="rId34"/>
                <a:stretch>
                  <a:fillRect/>
                </a:stretch>
              </p:blipFill>
              <p:spPr>
                <a:xfrm>
                  <a:off x="8802953" y="207908"/>
                  <a:ext cx="14832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5" name="Ink 24">
                  <a:extLst>
                    <a:ext uri="{FF2B5EF4-FFF2-40B4-BE49-F238E27FC236}">
                      <a16:creationId xmlns:a16="http://schemas.microsoft.com/office/drawing/2014/main" id="{879BADE4-8EF6-6D18-165C-22323CB1DD09}"/>
                    </a:ext>
                  </a:extLst>
                </p14:cNvPr>
                <p14:cNvContentPartPr/>
                <p14:nvPr/>
              </p14:nvContentPartPr>
              <p14:xfrm>
                <a:off x="8840033" y="458828"/>
                <a:ext cx="215280" cy="129960"/>
              </p14:xfrm>
            </p:contentPart>
          </mc:Choice>
          <mc:Fallback xmlns="">
            <p:pic>
              <p:nvPicPr>
                <p:cNvPr id="25" name="Ink 24">
                  <a:extLst>
                    <a:ext uri="{FF2B5EF4-FFF2-40B4-BE49-F238E27FC236}">
                      <a16:creationId xmlns:a16="http://schemas.microsoft.com/office/drawing/2014/main" id="{879BADE4-8EF6-6D18-165C-22323CB1DD09}"/>
                    </a:ext>
                  </a:extLst>
                </p:cNvPr>
                <p:cNvPicPr/>
                <p:nvPr/>
              </p:nvPicPr>
              <p:blipFill>
                <a:blip r:embed="rId36"/>
                <a:stretch>
                  <a:fillRect/>
                </a:stretch>
              </p:blipFill>
              <p:spPr>
                <a:xfrm>
                  <a:off x="8831033" y="449828"/>
                  <a:ext cx="232920" cy="147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057627D8-39CB-9047-FC71-4F9BE81F270A}"/>
                    </a:ext>
                  </a:extLst>
                </p14:cNvPr>
                <p14:cNvContentPartPr/>
                <p14:nvPr/>
              </p14:nvContentPartPr>
              <p14:xfrm>
                <a:off x="8883233" y="450188"/>
                <a:ext cx="111600" cy="45360"/>
              </p14:xfrm>
            </p:contentPart>
          </mc:Choice>
          <mc:Fallback xmlns="">
            <p:pic>
              <p:nvPicPr>
                <p:cNvPr id="27" name="Ink 26">
                  <a:extLst>
                    <a:ext uri="{FF2B5EF4-FFF2-40B4-BE49-F238E27FC236}">
                      <a16:creationId xmlns:a16="http://schemas.microsoft.com/office/drawing/2014/main" id="{057627D8-39CB-9047-FC71-4F9BE81F270A}"/>
                    </a:ext>
                  </a:extLst>
                </p:cNvPr>
                <p:cNvPicPr/>
                <p:nvPr/>
              </p:nvPicPr>
              <p:blipFill>
                <a:blip r:embed="rId38"/>
                <a:stretch>
                  <a:fillRect/>
                </a:stretch>
              </p:blipFill>
              <p:spPr>
                <a:xfrm>
                  <a:off x="8874233" y="441188"/>
                  <a:ext cx="129240" cy="63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B2D55BE9-3E9A-F317-DC20-313803CF8883}"/>
                  </a:ext>
                </a:extLst>
              </p14:cNvPr>
              <p14:cNvContentPartPr/>
              <p14:nvPr/>
            </p14:nvContentPartPr>
            <p14:xfrm>
              <a:off x="9320273" y="705428"/>
              <a:ext cx="55440" cy="62640"/>
            </p14:xfrm>
          </p:contentPart>
        </mc:Choice>
        <mc:Fallback xmlns="">
          <p:pic>
            <p:nvPicPr>
              <p:cNvPr id="29" name="Ink 28">
                <a:extLst>
                  <a:ext uri="{FF2B5EF4-FFF2-40B4-BE49-F238E27FC236}">
                    <a16:creationId xmlns:a16="http://schemas.microsoft.com/office/drawing/2014/main" id="{B2D55BE9-3E9A-F317-DC20-313803CF8883}"/>
                  </a:ext>
                </a:extLst>
              </p:cNvPr>
              <p:cNvPicPr/>
              <p:nvPr/>
            </p:nvPicPr>
            <p:blipFill>
              <a:blip r:embed="rId40"/>
              <a:stretch>
                <a:fillRect/>
              </a:stretch>
            </p:blipFill>
            <p:spPr>
              <a:xfrm>
                <a:off x="9311273" y="696788"/>
                <a:ext cx="73080" cy="80280"/>
              </a:xfrm>
              <a:prstGeom prst="rect">
                <a:avLst/>
              </a:prstGeom>
            </p:spPr>
          </p:pic>
        </mc:Fallback>
      </mc:AlternateContent>
      <p:grpSp>
        <p:nvGrpSpPr>
          <p:cNvPr id="41" name="Group 40">
            <a:extLst>
              <a:ext uri="{FF2B5EF4-FFF2-40B4-BE49-F238E27FC236}">
                <a16:creationId xmlns:a16="http://schemas.microsoft.com/office/drawing/2014/main" id="{DE00D25A-7CBE-42C9-4FC0-91D6761F6139}"/>
              </a:ext>
            </a:extLst>
          </p:cNvPr>
          <p:cNvGrpSpPr/>
          <p:nvPr/>
        </p:nvGrpSpPr>
        <p:grpSpPr>
          <a:xfrm>
            <a:off x="9689993" y="172268"/>
            <a:ext cx="1203480" cy="885240"/>
            <a:chOff x="9689993" y="172268"/>
            <a:chExt cx="1203480" cy="885240"/>
          </a:xfrm>
        </p:grpSpPr>
        <mc:AlternateContent xmlns:mc="http://schemas.openxmlformats.org/markup-compatibility/2006" xmlns:p14="http://schemas.microsoft.com/office/powerpoint/2010/main">
          <mc:Choice Requires="p14">
            <p:contentPart p14:bwMode="auto" r:id="rId41">
              <p14:nvContentPartPr>
                <p14:cNvPr id="30" name="Ink 29">
                  <a:extLst>
                    <a:ext uri="{FF2B5EF4-FFF2-40B4-BE49-F238E27FC236}">
                      <a16:creationId xmlns:a16="http://schemas.microsoft.com/office/drawing/2014/main" id="{77AFDC56-DC24-99A3-F80D-3F10A21E3B60}"/>
                    </a:ext>
                  </a:extLst>
                </p14:cNvPr>
                <p14:cNvContentPartPr/>
                <p14:nvPr/>
              </p14:nvContentPartPr>
              <p14:xfrm>
                <a:off x="9689993" y="433268"/>
                <a:ext cx="217800" cy="19440"/>
              </p14:xfrm>
            </p:contentPart>
          </mc:Choice>
          <mc:Fallback xmlns="">
            <p:pic>
              <p:nvPicPr>
                <p:cNvPr id="30" name="Ink 29">
                  <a:extLst>
                    <a:ext uri="{FF2B5EF4-FFF2-40B4-BE49-F238E27FC236}">
                      <a16:creationId xmlns:a16="http://schemas.microsoft.com/office/drawing/2014/main" id="{77AFDC56-DC24-99A3-F80D-3F10A21E3B60}"/>
                    </a:ext>
                  </a:extLst>
                </p:cNvPr>
                <p:cNvPicPr/>
                <p:nvPr/>
              </p:nvPicPr>
              <p:blipFill>
                <a:blip r:embed="rId42"/>
                <a:stretch>
                  <a:fillRect/>
                </a:stretch>
              </p:blipFill>
              <p:spPr>
                <a:xfrm>
                  <a:off x="9680993" y="424628"/>
                  <a:ext cx="23544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1" name="Ink 30">
                  <a:extLst>
                    <a:ext uri="{FF2B5EF4-FFF2-40B4-BE49-F238E27FC236}">
                      <a16:creationId xmlns:a16="http://schemas.microsoft.com/office/drawing/2014/main" id="{16703252-2B88-7887-C2B6-C1E58B57E1A3}"/>
                    </a:ext>
                  </a:extLst>
                </p14:cNvPr>
                <p14:cNvContentPartPr/>
                <p14:nvPr/>
              </p14:nvContentPartPr>
              <p14:xfrm>
                <a:off x="9810953" y="458828"/>
                <a:ext cx="114840" cy="179640"/>
              </p14:xfrm>
            </p:contentPart>
          </mc:Choice>
          <mc:Fallback xmlns="">
            <p:pic>
              <p:nvPicPr>
                <p:cNvPr id="31" name="Ink 30">
                  <a:extLst>
                    <a:ext uri="{FF2B5EF4-FFF2-40B4-BE49-F238E27FC236}">
                      <a16:creationId xmlns:a16="http://schemas.microsoft.com/office/drawing/2014/main" id="{16703252-2B88-7887-C2B6-C1E58B57E1A3}"/>
                    </a:ext>
                  </a:extLst>
                </p:cNvPr>
                <p:cNvPicPr/>
                <p:nvPr/>
              </p:nvPicPr>
              <p:blipFill>
                <a:blip r:embed="rId44"/>
                <a:stretch>
                  <a:fillRect/>
                </a:stretch>
              </p:blipFill>
              <p:spPr>
                <a:xfrm>
                  <a:off x="9802313" y="449828"/>
                  <a:ext cx="13248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2" name="Ink 31">
                  <a:extLst>
                    <a:ext uri="{FF2B5EF4-FFF2-40B4-BE49-F238E27FC236}">
                      <a16:creationId xmlns:a16="http://schemas.microsoft.com/office/drawing/2014/main" id="{FBA85D8D-AAE9-F0EF-C226-DD8DED656C1A}"/>
                    </a:ext>
                  </a:extLst>
                </p14:cNvPr>
                <p14:cNvContentPartPr/>
                <p14:nvPr/>
              </p14:nvContentPartPr>
              <p14:xfrm>
                <a:off x="9979433" y="511028"/>
                <a:ext cx="139320" cy="84960"/>
              </p14:xfrm>
            </p:contentPart>
          </mc:Choice>
          <mc:Fallback xmlns="">
            <p:pic>
              <p:nvPicPr>
                <p:cNvPr id="32" name="Ink 31">
                  <a:extLst>
                    <a:ext uri="{FF2B5EF4-FFF2-40B4-BE49-F238E27FC236}">
                      <a16:creationId xmlns:a16="http://schemas.microsoft.com/office/drawing/2014/main" id="{FBA85D8D-AAE9-F0EF-C226-DD8DED656C1A}"/>
                    </a:ext>
                  </a:extLst>
                </p:cNvPr>
                <p:cNvPicPr/>
                <p:nvPr/>
              </p:nvPicPr>
              <p:blipFill>
                <a:blip r:embed="rId46"/>
                <a:stretch>
                  <a:fillRect/>
                </a:stretch>
              </p:blipFill>
              <p:spPr>
                <a:xfrm>
                  <a:off x="9970433" y="502028"/>
                  <a:ext cx="15696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3" name="Ink 32">
                  <a:extLst>
                    <a:ext uri="{FF2B5EF4-FFF2-40B4-BE49-F238E27FC236}">
                      <a16:creationId xmlns:a16="http://schemas.microsoft.com/office/drawing/2014/main" id="{50D3E94F-76EA-40F6-A7B3-D6AC7572D7F2}"/>
                    </a:ext>
                  </a:extLst>
                </p14:cNvPr>
                <p14:cNvContentPartPr/>
                <p14:nvPr/>
              </p14:nvContentPartPr>
              <p14:xfrm>
                <a:off x="10196873" y="271628"/>
                <a:ext cx="160200" cy="585720"/>
              </p14:xfrm>
            </p:contentPart>
          </mc:Choice>
          <mc:Fallback xmlns="">
            <p:pic>
              <p:nvPicPr>
                <p:cNvPr id="33" name="Ink 32">
                  <a:extLst>
                    <a:ext uri="{FF2B5EF4-FFF2-40B4-BE49-F238E27FC236}">
                      <a16:creationId xmlns:a16="http://schemas.microsoft.com/office/drawing/2014/main" id="{50D3E94F-76EA-40F6-A7B3-D6AC7572D7F2}"/>
                    </a:ext>
                  </a:extLst>
                </p:cNvPr>
                <p:cNvPicPr/>
                <p:nvPr/>
              </p:nvPicPr>
              <p:blipFill>
                <a:blip r:embed="rId48"/>
                <a:stretch>
                  <a:fillRect/>
                </a:stretch>
              </p:blipFill>
              <p:spPr>
                <a:xfrm>
                  <a:off x="10187873" y="262628"/>
                  <a:ext cx="177840" cy="6033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B141FF0A-8202-C96F-FC55-947FC9A6EA3C}"/>
                    </a:ext>
                  </a:extLst>
                </p14:cNvPr>
                <p14:cNvContentPartPr/>
                <p14:nvPr/>
              </p14:nvContentPartPr>
              <p14:xfrm>
                <a:off x="10463993" y="226268"/>
                <a:ext cx="33480" cy="231120"/>
              </p14:xfrm>
            </p:contentPart>
          </mc:Choice>
          <mc:Fallback xmlns="">
            <p:pic>
              <p:nvPicPr>
                <p:cNvPr id="34" name="Ink 33">
                  <a:extLst>
                    <a:ext uri="{FF2B5EF4-FFF2-40B4-BE49-F238E27FC236}">
                      <a16:creationId xmlns:a16="http://schemas.microsoft.com/office/drawing/2014/main" id="{B141FF0A-8202-C96F-FC55-947FC9A6EA3C}"/>
                    </a:ext>
                  </a:extLst>
                </p:cNvPr>
                <p:cNvPicPr/>
                <p:nvPr/>
              </p:nvPicPr>
              <p:blipFill>
                <a:blip r:embed="rId50"/>
                <a:stretch>
                  <a:fillRect/>
                </a:stretch>
              </p:blipFill>
              <p:spPr>
                <a:xfrm>
                  <a:off x="10454993" y="217628"/>
                  <a:ext cx="5112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62690731-5B41-9A1D-0B67-60EE73E425E9}"/>
                    </a:ext>
                  </a:extLst>
                </p14:cNvPr>
                <p14:cNvContentPartPr/>
                <p14:nvPr/>
              </p14:nvContentPartPr>
              <p14:xfrm>
                <a:off x="10461113" y="172268"/>
                <a:ext cx="163440" cy="189000"/>
              </p14:xfrm>
            </p:contentPart>
          </mc:Choice>
          <mc:Fallback xmlns="">
            <p:pic>
              <p:nvPicPr>
                <p:cNvPr id="35" name="Ink 34">
                  <a:extLst>
                    <a:ext uri="{FF2B5EF4-FFF2-40B4-BE49-F238E27FC236}">
                      <a16:creationId xmlns:a16="http://schemas.microsoft.com/office/drawing/2014/main" id="{62690731-5B41-9A1D-0B67-60EE73E425E9}"/>
                    </a:ext>
                  </a:extLst>
                </p:cNvPr>
                <p:cNvPicPr/>
                <p:nvPr/>
              </p:nvPicPr>
              <p:blipFill>
                <a:blip r:embed="rId52"/>
                <a:stretch>
                  <a:fillRect/>
                </a:stretch>
              </p:blipFill>
              <p:spPr>
                <a:xfrm>
                  <a:off x="10452113" y="163268"/>
                  <a:ext cx="181080" cy="2066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C94A8A68-7E6D-831B-9729-5BA1BD05CBC6}"/>
                    </a:ext>
                  </a:extLst>
                </p14:cNvPr>
                <p14:cNvContentPartPr/>
                <p14:nvPr/>
              </p14:nvContentPartPr>
              <p14:xfrm>
                <a:off x="10777913" y="224468"/>
                <a:ext cx="96120" cy="155880"/>
              </p14:xfrm>
            </p:contentPart>
          </mc:Choice>
          <mc:Fallback xmlns="">
            <p:pic>
              <p:nvPicPr>
                <p:cNvPr id="36" name="Ink 35">
                  <a:extLst>
                    <a:ext uri="{FF2B5EF4-FFF2-40B4-BE49-F238E27FC236}">
                      <a16:creationId xmlns:a16="http://schemas.microsoft.com/office/drawing/2014/main" id="{C94A8A68-7E6D-831B-9729-5BA1BD05CBC6}"/>
                    </a:ext>
                  </a:extLst>
                </p:cNvPr>
                <p:cNvPicPr/>
                <p:nvPr/>
              </p:nvPicPr>
              <p:blipFill>
                <a:blip r:embed="rId54"/>
                <a:stretch>
                  <a:fillRect/>
                </a:stretch>
              </p:blipFill>
              <p:spPr>
                <a:xfrm>
                  <a:off x="10769273" y="215468"/>
                  <a:ext cx="11376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7" name="Ink 36">
                  <a:extLst>
                    <a:ext uri="{FF2B5EF4-FFF2-40B4-BE49-F238E27FC236}">
                      <a16:creationId xmlns:a16="http://schemas.microsoft.com/office/drawing/2014/main" id="{CCC3A2D5-EB31-CCB4-1793-3D29931EDBF9}"/>
                    </a:ext>
                  </a:extLst>
                </p14:cNvPr>
                <p14:cNvContentPartPr/>
                <p14:nvPr/>
              </p14:nvContentPartPr>
              <p14:xfrm>
                <a:off x="10478033" y="792908"/>
                <a:ext cx="415440" cy="34200"/>
              </p14:xfrm>
            </p:contentPart>
          </mc:Choice>
          <mc:Fallback xmlns="">
            <p:pic>
              <p:nvPicPr>
                <p:cNvPr id="37" name="Ink 36">
                  <a:extLst>
                    <a:ext uri="{FF2B5EF4-FFF2-40B4-BE49-F238E27FC236}">
                      <a16:creationId xmlns:a16="http://schemas.microsoft.com/office/drawing/2014/main" id="{CCC3A2D5-EB31-CCB4-1793-3D29931EDBF9}"/>
                    </a:ext>
                  </a:extLst>
                </p:cNvPr>
                <p:cNvPicPr/>
                <p:nvPr/>
              </p:nvPicPr>
              <p:blipFill>
                <a:blip r:embed="rId56"/>
                <a:stretch>
                  <a:fillRect/>
                </a:stretch>
              </p:blipFill>
              <p:spPr>
                <a:xfrm>
                  <a:off x="10469393" y="783908"/>
                  <a:ext cx="4330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8" name="Ink 37">
                  <a:extLst>
                    <a:ext uri="{FF2B5EF4-FFF2-40B4-BE49-F238E27FC236}">
                      <a16:creationId xmlns:a16="http://schemas.microsoft.com/office/drawing/2014/main" id="{DE895BF5-5EB7-69F2-412A-1B94FB169C08}"/>
                    </a:ext>
                  </a:extLst>
                </p14:cNvPr>
                <p14:cNvContentPartPr/>
                <p14:nvPr/>
              </p14:nvContentPartPr>
              <p14:xfrm>
                <a:off x="10607633" y="532988"/>
                <a:ext cx="16200" cy="147240"/>
              </p14:xfrm>
            </p:contentPart>
          </mc:Choice>
          <mc:Fallback xmlns="">
            <p:pic>
              <p:nvPicPr>
                <p:cNvPr id="38" name="Ink 37">
                  <a:extLst>
                    <a:ext uri="{FF2B5EF4-FFF2-40B4-BE49-F238E27FC236}">
                      <a16:creationId xmlns:a16="http://schemas.microsoft.com/office/drawing/2014/main" id="{DE895BF5-5EB7-69F2-412A-1B94FB169C08}"/>
                    </a:ext>
                  </a:extLst>
                </p:cNvPr>
                <p:cNvPicPr/>
                <p:nvPr/>
              </p:nvPicPr>
              <p:blipFill>
                <a:blip r:embed="rId58"/>
                <a:stretch>
                  <a:fillRect/>
                </a:stretch>
              </p:blipFill>
              <p:spPr>
                <a:xfrm>
                  <a:off x="10598633" y="524348"/>
                  <a:ext cx="3384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9" name="Ink 38">
                  <a:extLst>
                    <a:ext uri="{FF2B5EF4-FFF2-40B4-BE49-F238E27FC236}">
                      <a16:creationId xmlns:a16="http://schemas.microsoft.com/office/drawing/2014/main" id="{053B2165-042E-492E-5886-C2F0E4EB467C}"/>
                    </a:ext>
                  </a:extLst>
                </p14:cNvPr>
                <p14:cNvContentPartPr/>
                <p14:nvPr/>
              </p14:nvContentPartPr>
              <p14:xfrm>
                <a:off x="10627793" y="519308"/>
                <a:ext cx="85680" cy="157320"/>
              </p14:xfrm>
            </p:contentPart>
          </mc:Choice>
          <mc:Fallback xmlns="">
            <p:pic>
              <p:nvPicPr>
                <p:cNvPr id="39" name="Ink 38">
                  <a:extLst>
                    <a:ext uri="{FF2B5EF4-FFF2-40B4-BE49-F238E27FC236}">
                      <a16:creationId xmlns:a16="http://schemas.microsoft.com/office/drawing/2014/main" id="{053B2165-042E-492E-5886-C2F0E4EB467C}"/>
                    </a:ext>
                  </a:extLst>
                </p:cNvPr>
                <p:cNvPicPr/>
                <p:nvPr/>
              </p:nvPicPr>
              <p:blipFill>
                <a:blip r:embed="rId60"/>
                <a:stretch>
                  <a:fillRect/>
                </a:stretch>
              </p:blipFill>
              <p:spPr>
                <a:xfrm>
                  <a:off x="10618793" y="510668"/>
                  <a:ext cx="10332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0" name="Ink 39">
                  <a:extLst>
                    <a:ext uri="{FF2B5EF4-FFF2-40B4-BE49-F238E27FC236}">
                      <a16:creationId xmlns:a16="http://schemas.microsoft.com/office/drawing/2014/main" id="{5AEC999F-5C57-BDAB-4540-56694972AD73}"/>
                    </a:ext>
                  </a:extLst>
                </p14:cNvPr>
                <p14:cNvContentPartPr/>
                <p14:nvPr/>
              </p14:nvContentPartPr>
              <p14:xfrm>
                <a:off x="10628873" y="880388"/>
                <a:ext cx="140760" cy="177120"/>
              </p14:xfrm>
            </p:contentPart>
          </mc:Choice>
          <mc:Fallback xmlns="">
            <p:pic>
              <p:nvPicPr>
                <p:cNvPr id="40" name="Ink 39">
                  <a:extLst>
                    <a:ext uri="{FF2B5EF4-FFF2-40B4-BE49-F238E27FC236}">
                      <a16:creationId xmlns:a16="http://schemas.microsoft.com/office/drawing/2014/main" id="{5AEC999F-5C57-BDAB-4540-56694972AD73}"/>
                    </a:ext>
                  </a:extLst>
                </p:cNvPr>
                <p:cNvPicPr/>
                <p:nvPr/>
              </p:nvPicPr>
              <p:blipFill>
                <a:blip r:embed="rId62"/>
                <a:stretch>
                  <a:fillRect/>
                </a:stretch>
              </p:blipFill>
              <p:spPr>
                <a:xfrm>
                  <a:off x="10620233" y="871388"/>
                  <a:ext cx="158400" cy="194760"/>
                </a:xfrm>
                <a:prstGeom prst="rect">
                  <a:avLst/>
                </a:prstGeom>
              </p:spPr>
            </p:pic>
          </mc:Fallback>
        </mc:AlternateContent>
      </p:grpSp>
      <p:grpSp>
        <p:nvGrpSpPr>
          <p:cNvPr id="47" name="Group 46">
            <a:extLst>
              <a:ext uri="{FF2B5EF4-FFF2-40B4-BE49-F238E27FC236}">
                <a16:creationId xmlns:a16="http://schemas.microsoft.com/office/drawing/2014/main" id="{880BDC5D-32D9-3B94-9C59-3C0C2212BFF1}"/>
              </a:ext>
            </a:extLst>
          </p:cNvPr>
          <p:cNvGrpSpPr/>
          <p:nvPr/>
        </p:nvGrpSpPr>
        <p:grpSpPr>
          <a:xfrm>
            <a:off x="10591793" y="493388"/>
            <a:ext cx="761400" cy="649080"/>
            <a:chOff x="10591793" y="493388"/>
            <a:chExt cx="761400" cy="649080"/>
          </a:xfrm>
        </p:grpSpPr>
        <mc:AlternateContent xmlns:mc="http://schemas.openxmlformats.org/markup-compatibility/2006" xmlns:p14="http://schemas.microsoft.com/office/powerpoint/2010/main">
          <mc:Choice Requires="p14">
            <p:contentPart p14:bwMode="auto" r:id="rId63">
              <p14:nvContentPartPr>
                <p14:cNvPr id="20" name="Ink 19">
                  <a:extLst>
                    <a:ext uri="{FF2B5EF4-FFF2-40B4-BE49-F238E27FC236}">
                      <a16:creationId xmlns:a16="http://schemas.microsoft.com/office/drawing/2014/main" id="{0C16AE33-CB76-3E9B-8AFA-E72A7E599B6B}"/>
                    </a:ext>
                  </a:extLst>
                </p14:cNvPr>
                <p14:cNvContentPartPr/>
                <p14:nvPr/>
              </p14:nvContentPartPr>
              <p14:xfrm>
                <a:off x="10591793" y="504908"/>
                <a:ext cx="116280" cy="379440"/>
              </p14:xfrm>
            </p:contentPart>
          </mc:Choice>
          <mc:Fallback xmlns="">
            <p:pic>
              <p:nvPicPr>
                <p:cNvPr id="20" name="Ink 19">
                  <a:extLst>
                    <a:ext uri="{FF2B5EF4-FFF2-40B4-BE49-F238E27FC236}">
                      <a16:creationId xmlns:a16="http://schemas.microsoft.com/office/drawing/2014/main" id="{0C16AE33-CB76-3E9B-8AFA-E72A7E599B6B}"/>
                    </a:ext>
                  </a:extLst>
                </p:cNvPr>
                <p:cNvPicPr/>
                <p:nvPr/>
              </p:nvPicPr>
              <p:blipFill>
                <a:blip r:embed="rId64"/>
                <a:stretch>
                  <a:fillRect/>
                </a:stretch>
              </p:blipFill>
              <p:spPr>
                <a:xfrm>
                  <a:off x="10583153" y="495908"/>
                  <a:ext cx="133920" cy="397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26" name="Ink 25">
                  <a:extLst>
                    <a:ext uri="{FF2B5EF4-FFF2-40B4-BE49-F238E27FC236}">
                      <a16:creationId xmlns:a16="http://schemas.microsoft.com/office/drawing/2014/main" id="{FF70F235-5D1F-B532-1D73-B440C452F0D1}"/>
                    </a:ext>
                  </a:extLst>
                </p14:cNvPr>
                <p14:cNvContentPartPr/>
                <p14:nvPr/>
              </p14:nvContentPartPr>
              <p14:xfrm>
                <a:off x="10619513" y="593828"/>
                <a:ext cx="247320" cy="470160"/>
              </p14:xfrm>
            </p:contentPart>
          </mc:Choice>
          <mc:Fallback xmlns="">
            <p:pic>
              <p:nvPicPr>
                <p:cNvPr id="26" name="Ink 25">
                  <a:extLst>
                    <a:ext uri="{FF2B5EF4-FFF2-40B4-BE49-F238E27FC236}">
                      <a16:creationId xmlns:a16="http://schemas.microsoft.com/office/drawing/2014/main" id="{FF70F235-5D1F-B532-1D73-B440C452F0D1}"/>
                    </a:ext>
                  </a:extLst>
                </p:cNvPr>
                <p:cNvPicPr/>
                <p:nvPr/>
              </p:nvPicPr>
              <p:blipFill>
                <a:blip r:embed="rId66"/>
                <a:stretch>
                  <a:fillRect/>
                </a:stretch>
              </p:blipFill>
              <p:spPr>
                <a:xfrm>
                  <a:off x="10610513" y="585188"/>
                  <a:ext cx="264960" cy="4878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3" name="Ink 42">
                  <a:extLst>
                    <a:ext uri="{FF2B5EF4-FFF2-40B4-BE49-F238E27FC236}">
                      <a16:creationId xmlns:a16="http://schemas.microsoft.com/office/drawing/2014/main" id="{E5255923-E22D-F77C-CF4B-0D3E85BD272C}"/>
                    </a:ext>
                  </a:extLst>
                </p14:cNvPr>
                <p14:cNvContentPartPr/>
                <p14:nvPr/>
              </p14:nvContentPartPr>
              <p14:xfrm>
                <a:off x="11035673" y="802628"/>
                <a:ext cx="317520" cy="40680"/>
              </p14:xfrm>
            </p:contentPart>
          </mc:Choice>
          <mc:Fallback xmlns="">
            <p:pic>
              <p:nvPicPr>
                <p:cNvPr id="43" name="Ink 42">
                  <a:extLst>
                    <a:ext uri="{FF2B5EF4-FFF2-40B4-BE49-F238E27FC236}">
                      <a16:creationId xmlns:a16="http://schemas.microsoft.com/office/drawing/2014/main" id="{E5255923-E22D-F77C-CF4B-0D3E85BD272C}"/>
                    </a:ext>
                  </a:extLst>
                </p:cNvPr>
                <p:cNvPicPr/>
                <p:nvPr/>
              </p:nvPicPr>
              <p:blipFill>
                <a:blip r:embed="rId68"/>
                <a:stretch>
                  <a:fillRect/>
                </a:stretch>
              </p:blipFill>
              <p:spPr>
                <a:xfrm>
                  <a:off x="11027033" y="793628"/>
                  <a:ext cx="3351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4" name="Ink 43">
                  <a:extLst>
                    <a:ext uri="{FF2B5EF4-FFF2-40B4-BE49-F238E27FC236}">
                      <a16:creationId xmlns:a16="http://schemas.microsoft.com/office/drawing/2014/main" id="{0DAC813C-FB30-431D-F2DD-939948BF030D}"/>
                    </a:ext>
                  </a:extLst>
                </p14:cNvPr>
                <p14:cNvContentPartPr/>
                <p14:nvPr/>
              </p14:nvContentPartPr>
              <p14:xfrm>
                <a:off x="11088233" y="493388"/>
                <a:ext cx="203400" cy="156600"/>
              </p14:xfrm>
            </p:contentPart>
          </mc:Choice>
          <mc:Fallback xmlns="">
            <p:pic>
              <p:nvPicPr>
                <p:cNvPr id="44" name="Ink 43">
                  <a:extLst>
                    <a:ext uri="{FF2B5EF4-FFF2-40B4-BE49-F238E27FC236}">
                      <a16:creationId xmlns:a16="http://schemas.microsoft.com/office/drawing/2014/main" id="{0DAC813C-FB30-431D-F2DD-939948BF030D}"/>
                    </a:ext>
                  </a:extLst>
                </p:cNvPr>
                <p:cNvPicPr/>
                <p:nvPr/>
              </p:nvPicPr>
              <p:blipFill>
                <a:blip r:embed="rId70"/>
                <a:stretch>
                  <a:fillRect/>
                </a:stretch>
              </p:blipFill>
              <p:spPr>
                <a:xfrm>
                  <a:off x="11079593" y="484388"/>
                  <a:ext cx="22104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5" name="Ink 44">
                  <a:extLst>
                    <a:ext uri="{FF2B5EF4-FFF2-40B4-BE49-F238E27FC236}">
                      <a16:creationId xmlns:a16="http://schemas.microsoft.com/office/drawing/2014/main" id="{FA6B8CC1-5B79-F9E8-FECA-FB16B2C3F060}"/>
                    </a:ext>
                  </a:extLst>
                </p14:cNvPr>
                <p14:cNvContentPartPr/>
                <p14:nvPr/>
              </p14:nvContentPartPr>
              <p14:xfrm>
                <a:off x="11142593" y="908468"/>
                <a:ext cx="17640" cy="230040"/>
              </p14:xfrm>
            </p:contentPart>
          </mc:Choice>
          <mc:Fallback xmlns="">
            <p:pic>
              <p:nvPicPr>
                <p:cNvPr id="45" name="Ink 44">
                  <a:extLst>
                    <a:ext uri="{FF2B5EF4-FFF2-40B4-BE49-F238E27FC236}">
                      <a16:creationId xmlns:a16="http://schemas.microsoft.com/office/drawing/2014/main" id="{FA6B8CC1-5B79-F9E8-FECA-FB16B2C3F060}"/>
                    </a:ext>
                  </a:extLst>
                </p:cNvPr>
                <p:cNvPicPr/>
                <p:nvPr/>
              </p:nvPicPr>
              <p:blipFill>
                <a:blip r:embed="rId72"/>
                <a:stretch>
                  <a:fillRect/>
                </a:stretch>
              </p:blipFill>
              <p:spPr>
                <a:xfrm>
                  <a:off x="11133593" y="899828"/>
                  <a:ext cx="3528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6" name="Ink 45">
                  <a:extLst>
                    <a:ext uri="{FF2B5EF4-FFF2-40B4-BE49-F238E27FC236}">
                      <a16:creationId xmlns:a16="http://schemas.microsoft.com/office/drawing/2014/main" id="{894E069C-6D69-3DFA-7944-61E4B246BA24}"/>
                    </a:ext>
                  </a:extLst>
                </p14:cNvPr>
                <p14:cNvContentPartPr/>
                <p14:nvPr/>
              </p14:nvContentPartPr>
              <p14:xfrm>
                <a:off x="11142953" y="929708"/>
                <a:ext cx="201600" cy="212760"/>
              </p14:xfrm>
            </p:contentPart>
          </mc:Choice>
          <mc:Fallback xmlns="">
            <p:pic>
              <p:nvPicPr>
                <p:cNvPr id="46" name="Ink 45">
                  <a:extLst>
                    <a:ext uri="{FF2B5EF4-FFF2-40B4-BE49-F238E27FC236}">
                      <a16:creationId xmlns:a16="http://schemas.microsoft.com/office/drawing/2014/main" id="{894E069C-6D69-3DFA-7944-61E4B246BA24}"/>
                    </a:ext>
                  </a:extLst>
                </p:cNvPr>
                <p:cNvPicPr/>
                <p:nvPr/>
              </p:nvPicPr>
              <p:blipFill>
                <a:blip r:embed="rId74"/>
                <a:stretch>
                  <a:fillRect/>
                </a:stretch>
              </p:blipFill>
              <p:spPr>
                <a:xfrm>
                  <a:off x="11134313" y="921068"/>
                  <a:ext cx="219240" cy="2304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75">
            <p14:nvContentPartPr>
              <p14:cNvPr id="42" name="墨迹 41">
                <a:extLst>
                  <a:ext uri="{FF2B5EF4-FFF2-40B4-BE49-F238E27FC236}">
                    <a16:creationId xmlns:a16="http://schemas.microsoft.com/office/drawing/2014/main" id="{DDFF4AC4-0D54-2ADC-D31A-313B34B79425}"/>
                  </a:ext>
                </a:extLst>
              </p14:cNvPr>
              <p14:cNvContentPartPr/>
              <p14:nvPr/>
            </p14:nvContentPartPr>
            <p14:xfrm>
              <a:off x="11031153" y="4999222"/>
              <a:ext cx="190440" cy="115560"/>
            </p14:xfrm>
          </p:contentPart>
        </mc:Choice>
        <mc:Fallback>
          <p:pic>
            <p:nvPicPr>
              <p:cNvPr id="42" name="墨迹 41">
                <a:extLst>
                  <a:ext uri="{FF2B5EF4-FFF2-40B4-BE49-F238E27FC236}">
                    <a16:creationId xmlns:a16="http://schemas.microsoft.com/office/drawing/2014/main" id="{DDFF4AC4-0D54-2ADC-D31A-313B34B79425}"/>
                  </a:ext>
                </a:extLst>
              </p:cNvPr>
              <p:cNvPicPr/>
              <p:nvPr/>
            </p:nvPicPr>
            <p:blipFill>
              <a:blip r:embed="rId76"/>
              <a:stretch>
                <a:fillRect/>
              </a:stretch>
            </p:blipFill>
            <p:spPr>
              <a:xfrm>
                <a:off x="11022153" y="4990582"/>
                <a:ext cx="208080" cy="133200"/>
              </a:xfrm>
              <a:prstGeom prst="rect">
                <a:avLst/>
              </a:prstGeom>
            </p:spPr>
          </p:pic>
        </mc:Fallback>
      </mc:AlternateContent>
    </p:spTree>
    <p:extLst>
      <p:ext uri="{BB962C8B-B14F-4D97-AF65-F5344CB8AC3E}">
        <p14:creationId xmlns:p14="http://schemas.microsoft.com/office/powerpoint/2010/main" val="270493010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Example 7</a:t>
            </a:r>
            <a:endParaRPr lang="zh-CN" altLang="en-US" dirty="0"/>
          </a:p>
        </p:txBody>
      </p:sp>
      <p:sp>
        <p:nvSpPr>
          <p:cNvPr id="3" name="Content Placeholder 2"/>
          <p:cNvSpPr>
            <a:spLocks noGrp="1"/>
          </p:cNvSpPr>
          <p:nvPr>
            <p:ph idx="1"/>
          </p:nvPr>
        </p:nvSpPr>
        <p:spPr/>
        <p:txBody>
          <a:bodyPr/>
          <a:lstStyle/>
          <a:p>
            <a:pPr marL="0" indent="0" algn="just">
              <a:buNone/>
            </a:pPr>
            <a:r>
              <a:rPr lang="en-US" altLang="zh-CN" dirty="0"/>
              <a:t>The switch in the circuit has been closed for a long time, and it is opened at </a:t>
            </a:r>
            <a:r>
              <a:rPr lang="en-US" altLang="zh-CN" i="1" dirty="0"/>
              <a:t>t </a:t>
            </a:r>
            <a:r>
              <a:rPr lang="en-US" altLang="zh-CN" dirty="0"/>
              <a:t>= 0. Find </a:t>
            </a:r>
            <a:r>
              <a:rPr lang="en-US" altLang="zh-CN" i="1" dirty="0" err="1"/>
              <a:t>i</a:t>
            </a:r>
            <a:r>
              <a:rPr lang="en-US" altLang="zh-CN" dirty="0"/>
              <a:t>(</a:t>
            </a:r>
            <a:r>
              <a:rPr lang="en-US" altLang="zh-CN" i="1" dirty="0"/>
              <a:t>t</a:t>
            </a:r>
            <a:r>
              <a:rPr lang="en-US" altLang="zh-CN" dirty="0"/>
              <a:t>) for t ≥ 0. </a:t>
            </a:r>
            <a:endParaRPr lang="zh-CN" altLang="en-US" dirty="0"/>
          </a:p>
          <a:p>
            <a:pPr marL="0" indent="0" algn="just">
              <a:buNone/>
            </a:pP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49</a:t>
            </a:fld>
            <a:endParaRPr lang="en-US" altLang="zh-CN" dirty="0">
              <a:ea typeface="黑体" panose="02010609060101010101" pitchFamily="49" charset="-122"/>
            </a:endParaRPr>
          </a:p>
        </p:txBody>
      </p:sp>
      <p:pic>
        <p:nvPicPr>
          <p:cNvPr id="5" name="Picture 4"/>
          <p:cNvPicPr>
            <a:picLocks noChangeAspect="1"/>
          </p:cNvPicPr>
          <p:nvPr/>
        </p:nvPicPr>
        <p:blipFill>
          <a:blip r:embed="rId2"/>
          <a:stretch>
            <a:fillRect/>
          </a:stretch>
        </p:blipFill>
        <p:spPr>
          <a:xfrm>
            <a:off x="838200" y="3050449"/>
            <a:ext cx="4651784" cy="2311355"/>
          </a:xfrm>
          <a:prstGeom prst="rect">
            <a:avLst/>
          </a:prstGeom>
        </p:spPr>
      </p:pic>
      <p:pic>
        <p:nvPicPr>
          <p:cNvPr id="6" name="Picture 5"/>
          <p:cNvPicPr>
            <a:picLocks noChangeAspect="1"/>
          </p:cNvPicPr>
          <p:nvPr/>
        </p:nvPicPr>
        <p:blipFill>
          <a:blip r:embed="rId3"/>
          <a:stretch>
            <a:fillRect/>
          </a:stretch>
        </p:blipFill>
        <p:spPr>
          <a:xfrm>
            <a:off x="6477808" y="2310606"/>
            <a:ext cx="4265584" cy="4547394"/>
          </a:xfrm>
          <a:prstGeom prst="rect">
            <a:avLst/>
          </a:prstGeom>
        </p:spPr>
      </p:pic>
    </p:spTree>
    <p:extLst>
      <p:ext uri="{BB962C8B-B14F-4D97-AF65-F5344CB8AC3E}">
        <p14:creationId xmlns:p14="http://schemas.microsoft.com/office/powerpoint/2010/main" val="40351729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Response with External Source</a:t>
            </a:r>
            <a:endParaRPr lang="zh-CN" altLang="en-US" dirty="0"/>
          </a:p>
        </p:txBody>
      </p:sp>
      <p:sp>
        <p:nvSpPr>
          <p:cNvPr id="3" name="Content Placeholder 2"/>
          <p:cNvSpPr>
            <a:spLocks noGrp="1"/>
          </p:cNvSpPr>
          <p:nvPr>
            <p:ph idx="1"/>
          </p:nvPr>
        </p:nvSpPr>
        <p:spPr/>
        <p:txBody>
          <a:bodyPr>
            <a:normAutofit/>
          </a:bodyPr>
          <a:lstStyle/>
          <a:p>
            <a:pPr algn="just">
              <a:lnSpc>
                <a:spcPct val="100000"/>
              </a:lnSpc>
            </a:pPr>
            <a:r>
              <a:rPr lang="en-US" altLang="en-US" dirty="0"/>
              <a:t>Now we are ready to discuss the problem of finding the currents and voltages generated in first-order </a:t>
            </a:r>
            <a:r>
              <a:rPr lang="en-US" altLang="en-US" i="1" dirty="0"/>
              <a:t>RL</a:t>
            </a:r>
            <a:r>
              <a:rPr lang="en-US" altLang="en-US" dirty="0"/>
              <a:t> or </a:t>
            </a:r>
            <a:r>
              <a:rPr lang="en-US" altLang="en-US" i="1" dirty="0"/>
              <a:t>RC</a:t>
            </a:r>
            <a:r>
              <a:rPr lang="en-US" altLang="en-US" dirty="0"/>
              <a:t> circuits when either </a:t>
            </a:r>
            <a:r>
              <a:rPr lang="en-US" altLang="zh-CN" dirty="0"/>
              <a:t>DC voltage or current sources are suddenly applied.</a:t>
            </a:r>
          </a:p>
          <a:p>
            <a:pPr algn="just">
              <a:lnSpc>
                <a:spcPct val="100000"/>
              </a:lnSpc>
            </a:pPr>
            <a:endParaRPr lang="en-US" altLang="en-US" dirty="0"/>
          </a:p>
          <a:p>
            <a:pPr algn="just">
              <a:lnSpc>
                <a:spcPct val="100000"/>
              </a:lnSpc>
            </a:pPr>
            <a:r>
              <a:rPr lang="en-US" altLang="en-US" dirty="0"/>
              <a:t>It is the response of the circuit to an external power source, transient before it is settle down into steady state response.</a:t>
            </a:r>
          </a:p>
          <a:p>
            <a:pPr algn="just">
              <a:lnSpc>
                <a:spcPct val="100000"/>
              </a:lnSpc>
            </a:pPr>
            <a:endParaRPr lang="en-US" altLang="en-US" dirty="0"/>
          </a:p>
          <a:p>
            <a:pPr algn="just">
              <a:lnSpc>
                <a:spcPct val="100000"/>
              </a:lnSpc>
            </a:pPr>
            <a:r>
              <a:rPr lang="en-US" altLang="en-US" dirty="0"/>
              <a:t>But before that, let’s cover some important mathematical functions.</a:t>
            </a:r>
          </a:p>
          <a:p>
            <a:pPr algn="just"/>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50</a:t>
            </a:fld>
            <a:endParaRPr lang="en-US" altLang="zh-CN" dirty="0">
              <a:ea typeface="黑体" panose="02010609060101010101" pitchFamily="49" charset="-122"/>
            </a:endParaRPr>
          </a:p>
        </p:txBody>
      </p:sp>
    </p:spTree>
    <p:extLst>
      <p:ext uri="{BB962C8B-B14F-4D97-AF65-F5344CB8AC3E}">
        <p14:creationId xmlns:p14="http://schemas.microsoft.com/office/powerpoint/2010/main" val="40813943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dirty="0"/>
              <a:t>Singularity Functions</a:t>
            </a:r>
          </a:p>
        </p:txBody>
      </p:sp>
      <p:sp>
        <p:nvSpPr>
          <p:cNvPr id="16387" name="Content Placeholder 2"/>
          <p:cNvSpPr>
            <a:spLocks noGrp="1"/>
          </p:cNvSpPr>
          <p:nvPr>
            <p:ph idx="1"/>
          </p:nvPr>
        </p:nvSpPr>
        <p:spPr>
          <a:xfrm>
            <a:off x="838200" y="1825624"/>
            <a:ext cx="10515600" cy="4530725"/>
          </a:xfrm>
        </p:spPr>
        <p:txBody>
          <a:bodyPr>
            <a:normAutofit/>
          </a:bodyPr>
          <a:lstStyle/>
          <a:p>
            <a:pPr algn="just"/>
            <a:r>
              <a:rPr lang="en-US" altLang="zh-CN" sz="3200" dirty="0"/>
              <a:t>Singularity functions are functions that either are discontinuous or have discontinuous derivatives.</a:t>
            </a:r>
            <a:endParaRPr lang="zh-CN" altLang="en-US" sz="3200" dirty="0"/>
          </a:p>
          <a:p>
            <a:pPr algn="just"/>
            <a:endParaRPr lang="en-US" altLang="en-US" sz="1000" dirty="0"/>
          </a:p>
          <a:p>
            <a:pPr algn="just"/>
            <a:r>
              <a:rPr lang="en-US" altLang="en-US" sz="3200" dirty="0"/>
              <a:t>Certain singularity functions serve as good approximations to switching on or off a signal.</a:t>
            </a:r>
          </a:p>
          <a:p>
            <a:pPr algn="just"/>
            <a:endParaRPr lang="en-US" altLang="en-US" sz="1000" dirty="0"/>
          </a:p>
          <a:p>
            <a:pPr algn="just"/>
            <a:r>
              <a:rPr lang="en-US" altLang="en-US" sz="3200" dirty="0"/>
              <a:t>The three most common singularity functions are the </a:t>
            </a:r>
          </a:p>
          <a:p>
            <a:pPr lvl="1" algn="just"/>
            <a:r>
              <a:rPr lang="en-US" altLang="en-US" sz="2800" b="1" i="1" dirty="0"/>
              <a:t>Unit step</a:t>
            </a:r>
            <a:r>
              <a:rPr lang="en-US" altLang="en-US" sz="2800" i="1" dirty="0"/>
              <a:t>,</a:t>
            </a:r>
            <a:r>
              <a:rPr lang="en-US" altLang="en-US" sz="2800" b="1" i="1" dirty="0"/>
              <a:t> </a:t>
            </a:r>
          </a:p>
          <a:p>
            <a:pPr lvl="1" algn="just"/>
            <a:r>
              <a:rPr lang="en-US" altLang="en-US" sz="2800" b="1" i="1" dirty="0"/>
              <a:t>Unit impulse</a:t>
            </a:r>
            <a:r>
              <a:rPr lang="en-US" altLang="en-US" sz="2800" i="1" dirty="0"/>
              <a:t>,</a:t>
            </a:r>
          </a:p>
          <a:p>
            <a:pPr lvl="1" algn="just"/>
            <a:r>
              <a:rPr lang="en-US" altLang="en-US" sz="2800" b="1" i="1" dirty="0"/>
              <a:t>Unit ramp</a:t>
            </a:r>
            <a:r>
              <a:rPr lang="en-US" altLang="en-US" sz="2800" dirty="0"/>
              <a:t>.</a:t>
            </a:r>
          </a:p>
        </p:txBody>
      </p:sp>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51</a:t>
            </a:fld>
            <a:endParaRPr lang="en-US" altLang="zh-CN" dirty="0">
              <a:ea typeface="黑体" panose="02010609060101010101" pitchFamily="49" charset="-122"/>
            </a:endParaRPr>
          </a:p>
        </p:txBody>
      </p:sp>
    </p:spTree>
    <p:extLst>
      <p:ext uri="{BB962C8B-B14F-4D97-AF65-F5344CB8AC3E}">
        <p14:creationId xmlns:p14="http://schemas.microsoft.com/office/powerpoint/2010/main" val="9975300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clrChange>
              <a:clrFrom>
                <a:srgbClr val="FFFFFF"/>
              </a:clrFrom>
              <a:clrTo>
                <a:srgbClr val="FFFFFF">
                  <a:alpha val="0"/>
                </a:srgbClr>
              </a:clrTo>
            </a:clrChange>
          </a:blip>
          <a:stretch>
            <a:fillRect/>
          </a:stretch>
        </p:blipFill>
        <p:spPr>
          <a:xfrm>
            <a:off x="7653280" y="2972248"/>
            <a:ext cx="3439807" cy="2741875"/>
          </a:xfrm>
          <a:prstGeom prst="rect">
            <a:avLst/>
          </a:prstGeom>
        </p:spPr>
      </p:pic>
      <p:sp>
        <p:nvSpPr>
          <p:cNvPr id="17410" name="Title 1"/>
          <p:cNvSpPr>
            <a:spLocks noGrp="1"/>
          </p:cNvSpPr>
          <p:nvPr>
            <p:ph type="title"/>
          </p:nvPr>
        </p:nvSpPr>
        <p:spPr/>
        <p:txBody>
          <a:bodyPr/>
          <a:lstStyle/>
          <a:p>
            <a:r>
              <a:rPr lang="en-US" altLang="en-US"/>
              <a:t>The Unit Step</a:t>
            </a:r>
          </a:p>
        </p:txBody>
      </p:sp>
      <p:sp>
        <p:nvSpPr>
          <p:cNvPr id="17411" name="Content Placeholder 2"/>
          <p:cNvSpPr>
            <a:spLocks noGrp="1"/>
          </p:cNvSpPr>
          <p:nvPr>
            <p:ph idx="1"/>
          </p:nvPr>
        </p:nvSpPr>
        <p:spPr>
          <a:xfrm>
            <a:off x="838201" y="1534298"/>
            <a:ext cx="10282880" cy="5187177"/>
          </a:xfrm>
        </p:spPr>
        <p:txBody>
          <a:bodyPr>
            <a:noAutofit/>
          </a:bodyPr>
          <a:lstStyle/>
          <a:p>
            <a:r>
              <a:rPr lang="en-US" altLang="en-US" sz="2400" dirty="0"/>
              <a:t>A step function is one that maintains a constant value before a certain time and then changes to another constant afterwards.</a:t>
            </a:r>
          </a:p>
          <a:p>
            <a:r>
              <a:rPr lang="en-US" altLang="en-US" sz="2400" dirty="0"/>
              <a:t>The prototypical form is zero before </a:t>
            </a:r>
            <a:r>
              <a:rPr lang="en-US" altLang="en-US" sz="2400" i="1" dirty="0"/>
              <a:t>t=0</a:t>
            </a:r>
            <a:r>
              <a:rPr lang="en-US" altLang="en-US" sz="2400" b="0" dirty="0"/>
              <a:t> </a:t>
            </a:r>
            <a:r>
              <a:rPr lang="en-US" altLang="en-US" sz="2400" dirty="0"/>
              <a:t>and one afterwards.</a:t>
            </a:r>
          </a:p>
          <a:p>
            <a:r>
              <a:rPr lang="en-US" altLang="en-US" sz="2400" dirty="0"/>
              <a:t>The unit step function is written as </a:t>
            </a:r>
            <a:r>
              <a:rPr lang="en-US" altLang="en-US" sz="2400" i="1" dirty="0"/>
              <a:t>u(t).</a:t>
            </a:r>
            <a:r>
              <a:rPr lang="en-US" altLang="en-US" sz="2400" dirty="0"/>
              <a:t> </a:t>
            </a:r>
          </a:p>
          <a:p>
            <a:r>
              <a:rPr lang="en-US" altLang="en-US" sz="2400" dirty="0"/>
              <a:t>Mathematically, the unit step is expressed as:</a:t>
            </a:r>
          </a:p>
          <a:p>
            <a:endParaRPr lang="en-US" altLang="en-US" sz="4800" dirty="0"/>
          </a:p>
          <a:p>
            <a:r>
              <a:rPr lang="en-US" altLang="en-US" sz="2400" dirty="0"/>
              <a:t>The switching time may be shifted to </a:t>
            </a:r>
            <a:r>
              <a:rPr lang="en-US" altLang="en-US" sz="2400" i="1" dirty="0"/>
              <a:t>t</a:t>
            </a:r>
            <a:r>
              <a:rPr lang="en-US" altLang="en-US" sz="2400" dirty="0"/>
              <a:t>=</a:t>
            </a:r>
            <a:r>
              <a:rPr lang="en-US" altLang="en-US" sz="2400" i="1" dirty="0"/>
              <a:t>t</a:t>
            </a:r>
            <a:r>
              <a:rPr lang="en-US" altLang="en-US" sz="2400" baseline="-25000" dirty="0"/>
              <a:t>0</a:t>
            </a:r>
            <a:r>
              <a:rPr lang="en-US" altLang="en-US" sz="2400" dirty="0"/>
              <a:t> by:</a:t>
            </a:r>
          </a:p>
          <a:p>
            <a:endParaRPr lang="en-US" altLang="en-US" sz="4800" dirty="0"/>
          </a:p>
          <a:p>
            <a:r>
              <a:rPr lang="en-US" altLang="en-US" sz="2400" dirty="0"/>
              <a:t>Note that this results in a </a:t>
            </a:r>
            <a:r>
              <a:rPr lang="en-US" altLang="en-US" sz="2400" i="1" dirty="0"/>
              <a:t>delay</a:t>
            </a:r>
            <a:r>
              <a:rPr lang="en-US" altLang="en-US" sz="2400" dirty="0"/>
              <a:t> in the switch.</a:t>
            </a:r>
          </a:p>
          <a:p>
            <a:pPr marL="0" indent="0" algn="r">
              <a:buNone/>
            </a:pPr>
            <a:r>
              <a:rPr lang="en-US" altLang="en-US" sz="2200" i="1" dirty="0"/>
              <a:t>Remark: derivative of </a:t>
            </a:r>
            <a:r>
              <a:rPr lang="en-US" altLang="en-US" sz="2000" i="1" dirty="0"/>
              <a:t>u(t)</a:t>
            </a:r>
            <a:r>
              <a:rPr lang="en-US" altLang="en-US" sz="2200" i="1" dirty="0"/>
              <a:t>at t=t</a:t>
            </a:r>
            <a:r>
              <a:rPr lang="en-US" altLang="en-US" sz="2200" i="1" baseline="-25000" dirty="0"/>
              <a:t>0</a:t>
            </a:r>
            <a:r>
              <a:rPr lang="en-US" altLang="en-US" sz="2200" i="1" dirty="0"/>
              <a:t> is not well defined.</a:t>
            </a:r>
          </a:p>
        </p:txBody>
      </p:sp>
      <p:graphicFrame>
        <p:nvGraphicFramePr>
          <p:cNvPr id="7" name="Object 5"/>
          <p:cNvGraphicFramePr>
            <a:graphicFrameLocks noChangeAspect="1"/>
          </p:cNvGraphicFramePr>
          <p:nvPr/>
        </p:nvGraphicFramePr>
        <p:xfrm>
          <a:off x="2352135" y="3641743"/>
          <a:ext cx="2607733" cy="838200"/>
        </p:xfrm>
        <a:graphic>
          <a:graphicData uri="http://schemas.openxmlformats.org/presentationml/2006/ole">
            <mc:AlternateContent xmlns:mc="http://schemas.openxmlformats.org/markup-compatibility/2006">
              <mc:Choice xmlns:v="urn:schemas-microsoft-com:vml" Requires="v">
                <p:oleObj name="Equation" r:id="rId4" imgW="1066800" imgH="457200" progId="Equation.DSMT4">
                  <p:embed/>
                </p:oleObj>
              </mc:Choice>
              <mc:Fallback>
                <p:oleObj name="Equation" r:id="rId4" imgW="1066800" imgH="457200" progId="Equation.DSMT4">
                  <p:embed/>
                  <p:pic>
                    <p:nvPicPr>
                      <p:cNvPr id="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2135" y="3641743"/>
                        <a:ext cx="2607733" cy="838200"/>
                      </a:xfrm>
                      <a:prstGeom prst="rect">
                        <a:avLst/>
                      </a:prstGeom>
                      <a:solidFill>
                        <a:schemeClr val="accent6">
                          <a:lumMod val="40000"/>
                          <a:lumOff val="60000"/>
                        </a:schemeClr>
                      </a:solidFill>
                    </p:spPr>
                  </p:pic>
                </p:oleObj>
              </mc:Fallback>
            </mc:AlternateContent>
          </a:graphicData>
        </a:graphic>
      </p:graphicFrame>
      <p:graphicFrame>
        <p:nvGraphicFramePr>
          <p:cNvPr id="8" name="Object 6"/>
          <p:cNvGraphicFramePr>
            <a:graphicFrameLocks noChangeAspect="1"/>
          </p:cNvGraphicFramePr>
          <p:nvPr/>
        </p:nvGraphicFramePr>
        <p:xfrm>
          <a:off x="1928369" y="4828298"/>
          <a:ext cx="3227917" cy="885825"/>
        </p:xfrm>
        <a:graphic>
          <a:graphicData uri="http://schemas.openxmlformats.org/presentationml/2006/ole">
            <mc:AlternateContent xmlns:mc="http://schemas.openxmlformats.org/markup-compatibility/2006">
              <mc:Choice xmlns:v="urn:schemas-microsoft-com:vml" Requires="v">
                <p:oleObj name="Equation" r:id="rId6" imgW="1320227" imgH="482391" progId="Equation.DSMT4">
                  <p:embed/>
                </p:oleObj>
              </mc:Choice>
              <mc:Fallback>
                <p:oleObj name="Equation" r:id="rId6" imgW="1320227" imgH="482391" progId="Equation.DSMT4">
                  <p:embed/>
                  <p:pic>
                    <p:nvPicPr>
                      <p:cNvPr id="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8369" y="4828298"/>
                        <a:ext cx="3227917" cy="885825"/>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52</a:t>
            </a:fld>
            <a:endParaRPr lang="en-US" altLang="zh-CN" dirty="0">
              <a:ea typeface="黑体" panose="02010609060101010101" pitchFamily="49" charset="-122"/>
            </a:endParaRPr>
          </a:p>
        </p:txBody>
      </p:sp>
      <p:pic>
        <p:nvPicPr>
          <p:cNvPr id="2" name="Picture 1"/>
          <p:cNvPicPr>
            <a:picLocks noChangeAspect="1"/>
          </p:cNvPicPr>
          <p:nvPr/>
        </p:nvPicPr>
        <p:blipFill>
          <a:blip r:embed="rId8"/>
          <a:stretch>
            <a:fillRect/>
          </a:stretch>
        </p:blipFill>
        <p:spPr>
          <a:xfrm>
            <a:off x="7361023" y="3025622"/>
            <a:ext cx="3573625" cy="2905177"/>
          </a:xfrm>
          <a:prstGeom prst="rect">
            <a:avLst/>
          </a:prstGeom>
        </p:spPr>
      </p:pic>
    </p:spTree>
    <p:extLst>
      <p:ext uri="{BB962C8B-B14F-4D97-AF65-F5344CB8AC3E}">
        <p14:creationId xmlns:p14="http://schemas.microsoft.com/office/powerpoint/2010/main" val="2253512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1">
                                            <p:txEl>
                                              <p:pRg st="5" end="5"/>
                                            </p:txEl>
                                          </p:spTgt>
                                        </p:tgtEl>
                                        <p:attrNameLst>
                                          <p:attrName>style.visibility</p:attrName>
                                        </p:attrNameLst>
                                      </p:cBhvr>
                                      <p:to>
                                        <p:strVal val="visible"/>
                                      </p:to>
                                    </p:set>
                                    <p:animEffect transition="in" filter="fade">
                                      <p:cBhvr>
                                        <p:cTn id="7" dur="500"/>
                                        <p:tgtEl>
                                          <p:spTgt spid="17411">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7411">
                                            <p:txEl>
                                              <p:pRg st="7" end="7"/>
                                            </p:txEl>
                                          </p:spTgt>
                                        </p:tgtEl>
                                        <p:attrNameLst>
                                          <p:attrName>style.visibility</p:attrName>
                                        </p:attrNameLst>
                                      </p:cBhvr>
                                      <p:to>
                                        <p:strVal val="visible"/>
                                      </p:to>
                                    </p:set>
                                    <p:animEffect transition="in" filter="fade">
                                      <p:cBhvr>
                                        <p:cTn id="10" dur="500"/>
                                        <p:tgtEl>
                                          <p:spTgt spid="17411">
                                            <p:txEl>
                                              <p:pRg st="7" end="7"/>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xit" presetSubtype="0" fill="hold" nodeType="clickEffect">
                                  <p:stCondLst>
                                    <p:cond delay="0"/>
                                  </p:stCondLst>
                                  <p:childTnLst>
                                    <p:animEffect transition="out" filter="fade">
                                      <p:cBhvr>
                                        <p:cTn id="17" dur="1000"/>
                                        <p:tgtEl>
                                          <p:spTgt spid="2"/>
                                        </p:tgtEl>
                                      </p:cBhvr>
                                    </p:animEffect>
                                    <p:anim calcmode="lin" valueType="num">
                                      <p:cBhvr>
                                        <p:cTn id="18" dur="1000"/>
                                        <p:tgtEl>
                                          <p:spTgt spid="2"/>
                                        </p:tgtEl>
                                        <p:attrNameLst>
                                          <p:attrName>ppt_x</p:attrName>
                                        </p:attrNameLst>
                                      </p:cBhvr>
                                      <p:tavLst>
                                        <p:tav tm="0">
                                          <p:val>
                                            <p:strVal val="ppt_x"/>
                                          </p:val>
                                        </p:tav>
                                        <p:tav tm="100000">
                                          <p:val>
                                            <p:strVal val="ppt_x"/>
                                          </p:val>
                                        </p:tav>
                                      </p:tavLst>
                                    </p:anim>
                                    <p:anim calcmode="lin" valueType="num">
                                      <p:cBhvr>
                                        <p:cTn id="19" dur="1000"/>
                                        <p:tgtEl>
                                          <p:spTgt spid="2"/>
                                        </p:tgtEl>
                                        <p:attrNameLst>
                                          <p:attrName>ppt_y</p:attrName>
                                        </p:attrNameLst>
                                      </p:cBhvr>
                                      <p:tavLst>
                                        <p:tav tm="0">
                                          <p:val>
                                            <p:strVal val="ppt_y"/>
                                          </p:val>
                                        </p:tav>
                                        <p:tav tm="100000">
                                          <p:val>
                                            <p:strVal val="ppt_y+.1"/>
                                          </p:val>
                                        </p:tav>
                                      </p:tavLst>
                                    </p:anim>
                                    <p:set>
                                      <p:cBhvr>
                                        <p:cTn id="20" dur="1" fill="hold">
                                          <p:stCondLst>
                                            <p:cond delay="999"/>
                                          </p:stCondLst>
                                        </p:cTn>
                                        <p:tgtEl>
                                          <p:spTgt spid="2"/>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174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Equivalent Circuit</a:t>
            </a:r>
          </a:p>
        </p:txBody>
      </p:sp>
      <p:sp>
        <p:nvSpPr>
          <p:cNvPr id="19459" name="Content Placeholder 2"/>
          <p:cNvSpPr>
            <a:spLocks noGrp="1"/>
          </p:cNvSpPr>
          <p:nvPr>
            <p:ph idx="1"/>
          </p:nvPr>
        </p:nvSpPr>
        <p:spPr>
          <a:xfrm>
            <a:off x="838200" y="1690687"/>
            <a:ext cx="4871720" cy="4379409"/>
          </a:xfrm>
        </p:spPr>
        <p:txBody>
          <a:bodyPr>
            <a:noAutofit/>
          </a:bodyPr>
          <a:lstStyle/>
          <a:p>
            <a:pPr algn="just">
              <a:lnSpc>
                <a:spcPct val="100000"/>
              </a:lnSpc>
              <a:spcAft>
                <a:spcPts val="600"/>
              </a:spcAft>
            </a:pPr>
            <a:r>
              <a:rPr lang="en-US" altLang="en-US" sz="2400" dirty="0"/>
              <a:t>The unit step function has an equivalent circuit to represent when it is used to switch on a source.</a:t>
            </a:r>
          </a:p>
          <a:p>
            <a:pPr algn="just">
              <a:lnSpc>
                <a:spcPct val="100000"/>
              </a:lnSpc>
              <a:spcAft>
                <a:spcPts val="600"/>
              </a:spcAft>
            </a:pPr>
            <a:r>
              <a:rPr lang="en-US" altLang="en-US" sz="2400" dirty="0"/>
              <a:t>The equivalent circuits for a voltage and current source are shown.</a:t>
            </a:r>
          </a:p>
          <a:p>
            <a:pPr algn="just">
              <a:lnSpc>
                <a:spcPct val="100000"/>
              </a:lnSpc>
              <a:spcAft>
                <a:spcPts val="600"/>
              </a:spcAft>
            </a:pPr>
            <a:r>
              <a:rPr lang="en-US" altLang="en-US" sz="2400" dirty="0"/>
              <a:t>Using the step function removes the need of showing switches in the circuit diagram (an equivalent but more compact representation)</a:t>
            </a:r>
          </a:p>
        </p:txBody>
      </p:sp>
      <p:pic>
        <p:nvPicPr>
          <p:cNvPr id="19461" name="Picture 2" descr="C:\Users\Joel\Documents\Teaching\McGraw Hill\Fundamentals of Electric Circuits 5e\figures\Ch07\Color Labeled\ale80571_07_025.jpg"/>
          <p:cNvPicPr>
            <a:picLocks noChangeAspect="1" noChangeArrowheads="1"/>
          </p:cNvPicPr>
          <p:nvPr/>
        </p:nvPicPr>
        <p:blipFill>
          <a:blip r:embed="rId3" cstate="print"/>
          <a:srcRect/>
          <a:stretch>
            <a:fillRect/>
          </a:stretch>
        </p:blipFill>
        <p:spPr bwMode="auto">
          <a:xfrm>
            <a:off x="5833873" y="1198880"/>
            <a:ext cx="5956807" cy="2318304"/>
          </a:xfrm>
          <a:prstGeom prst="rect">
            <a:avLst/>
          </a:prstGeom>
          <a:noFill/>
          <a:ln w="9525">
            <a:noFill/>
            <a:miter lim="800000"/>
            <a:headEnd/>
            <a:tailEnd/>
          </a:ln>
        </p:spPr>
      </p:pic>
      <p:pic>
        <p:nvPicPr>
          <p:cNvPr id="19462" name="Picture 3" descr="C:\Users\Joel\Documents\Teaching\McGraw Hill\Fundamentals of Electric Circuits 5e\figures\Ch07\Color Labeled\ale80571_07_026.jpg"/>
          <p:cNvPicPr>
            <a:picLocks noChangeAspect="1" noChangeArrowheads="1"/>
          </p:cNvPicPr>
          <p:nvPr/>
        </p:nvPicPr>
        <p:blipFill>
          <a:blip r:embed="rId4" cstate="print"/>
          <a:srcRect/>
          <a:stretch>
            <a:fillRect/>
          </a:stretch>
        </p:blipFill>
        <p:spPr bwMode="auto">
          <a:xfrm>
            <a:off x="5916951" y="3834060"/>
            <a:ext cx="5833089" cy="2454980"/>
          </a:xfrm>
          <a:prstGeom prst="rect">
            <a:avLst/>
          </a:prstGeom>
          <a:noFill/>
          <a:ln w="9525">
            <a:noFill/>
            <a:miter lim="800000"/>
            <a:headEnd/>
            <a:tailEnd/>
          </a:ln>
        </p:spPr>
      </p:pic>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53</a:t>
            </a:fld>
            <a:endParaRPr lang="en-US" altLang="zh-CN" dirty="0">
              <a:ea typeface="黑体" panose="02010609060101010101" pitchFamily="49" charset="-122"/>
            </a:endParaRPr>
          </a:p>
        </p:txBody>
      </p:sp>
    </p:spTree>
    <p:extLst>
      <p:ext uri="{BB962C8B-B14F-4D97-AF65-F5344CB8AC3E}">
        <p14:creationId xmlns:p14="http://schemas.microsoft.com/office/powerpoint/2010/main" val="145122011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r>
              <a:rPr lang="en-US" altLang="en-US" dirty="0"/>
              <a:t>The Unit Impulse Function</a:t>
            </a:r>
          </a:p>
        </p:txBody>
      </p:sp>
      <p:sp>
        <p:nvSpPr>
          <p:cNvPr id="20483" name="Content Placeholder 2"/>
          <p:cNvSpPr>
            <a:spLocks noGrp="1"/>
          </p:cNvSpPr>
          <p:nvPr>
            <p:ph idx="1"/>
          </p:nvPr>
        </p:nvSpPr>
        <p:spPr>
          <a:xfrm>
            <a:off x="1005016" y="1600201"/>
            <a:ext cx="10348784" cy="4756149"/>
          </a:xfrm>
        </p:spPr>
        <p:txBody>
          <a:bodyPr>
            <a:noAutofit/>
          </a:bodyPr>
          <a:lstStyle/>
          <a:p>
            <a:pPr>
              <a:lnSpc>
                <a:spcPct val="100000"/>
              </a:lnSpc>
              <a:spcBef>
                <a:spcPts val="1200"/>
              </a:spcBef>
            </a:pPr>
            <a:r>
              <a:rPr lang="en-US" altLang="en-US" sz="2400" dirty="0"/>
              <a:t>The derivative of the unit step function is the unit impulse function (also known as Dirac delta function (a generalized function)).</a:t>
            </a:r>
            <a:endParaRPr lang="en-US" altLang="en-US" b="0" dirty="0">
              <a:ea typeface="Cambria Math" panose="02040503050406030204" pitchFamily="18" charset="0"/>
            </a:endParaRPr>
          </a:p>
          <a:p>
            <a:pPr>
              <a:lnSpc>
                <a:spcPct val="100000"/>
              </a:lnSpc>
              <a:spcBef>
                <a:spcPts val="1200"/>
              </a:spcBef>
            </a:pPr>
            <a:r>
              <a:rPr lang="en-US" altLang="en-US" sz="2400" dirty="0"/>
              <a:t>This is expressed as:</a:t>
            </a:r>
          </a:p>
          <a:p>
            <a:pPr>
              <a:lnSpc>
                <a:spcPct val="100000"/>
              </a:lnSpc>
              <a:spcBef>
                <a:spcPts val="1200"/>
              </a:spcBef>
            </a:pPr>
            <a:endParaRPr lang="en-US" altLang="en-US" sz="2400" dirty="0"/>
          </a:p>
          <a:p>
            <a:pPr marL="0" indent="0">
              <a:lnSpc>
                <a:spcPct val="100000"/>
              </a:lnSpc>
              <a:spcBef>
                <a:spcPts val="1200"/>
              </a:spcBef>
              <a:buNone/>
            </a:pPr>
            <a:endParaRPr lang="en-US" altLang="en-US" sz="2400" dirty="0"/>
          </a:p>
          <a:p>
            <a:pPr>
              <a:lnSpc>
                <a:spcPct val="100000"/>
              </a:lnSpc>
              <a:spcBef>
                <a:spcPts val="1200"/>
              </a:spcBef>
            </a:pPr>
            <a:r>
              <a:rPr lang="en-US" altLang="en-US" sz="2400" dirty="0"/>
              <a:t>Impulsive currents and voltages occur in electric circuits as a result of switching operations or impulsive sources. </a:t>
            </a:r>
          </a:p>
          <a:p>
            <a:pPr>
              <a:lnSpc>
                <a:spcPct val="100000"/>
              </a:lnSpc>
              <a:spcBef>
                <a:spcPts val="1200"/>
              </a:spcBef>
            </a:pPr>
            <a:r>
              <a:rPr lang="en-US" altLang="en-US" sz="2400" dirty="0"/>
              <a:t>Although the unit impulse function is not physically realizable (just like ideal sources, ideal resistors, etc.), it is a very useful mathematical tool. e.g.</a:t>
            </a:r>
          </a:p>
        </p:txBody>
      </p:sp>
      <p:pic>
        <p:nvPicPr>
          <p:cNvPr id="20485" name="Picture 5" descr="C:\Users\Joel\Documents\Teaching\McGraw Hill\Fundamentals of Electric Circuits 5e\figures\Ch07\Color Labeled\ale80571_07_027.jpg"/>
          <p:cNvPicPr>
            <a:picLocks noChangeAspect="1" noChangeArrowheads="1"/>
          </p:cNvPicPr>
          <p:nvPr/>
        </p:nvPicPr>
        <p:blipFill rotWithShape="1">
          <a:blip r:embed="rId3" cstate="print">
            <a:clrChange>
              <a:clrFrom>
                <a:srgbClr val="FFFFFF"/>
              </a:clrFrom>
              <a:clrTo>
                <a:srgbClr val="FFFFFF">
                  <a:alpha val="0"/>
                </a:srgbClr>
              </a:clrTo>
            </a:clrChange>
          </a:blip>
          <a:srcRect t="6607"/>
          <a:stretch/>
        </p:blipFill>
        <p:spPr bwMode="auto">
          <a:xfrm>
            <a:off x="7232872" y="2290712"/>
            <a:ext cx="4120928" cy="1856319"/>
          </a:xfrm>
          <a:prstGeom prst="rect">
            <a:avLst/>
          </a:prstGeom>
          <a:noFill/>
          <a:ln w="9525">
            <a:noFill/>
            <a:miter lim="800000"/>
            <a:headEnd/>
            <a:tailEnd/>
          </a:ln>
        </p:spPr>
      </p:pic>
      <p:graphicFrame>
        <p:nvGraphicFramePr>
          <p:cNvPr id="20486" name="Object 6"/>
          <p:cNvGraphicFramePr>
            <a:graphicFrameLocks noChangeAspect="1"/>
          </p:cNvGraphicFramePr>
          <p:nvPr/>
        </p:nvGraphicFramePr>
        <p:xfrm>
          <a:off x="1776292" y="2925764"/>
          <a:ext cx="3456517" cy="1143000"/>
        </p:xfrm>
        <a:graphic>
          <a:graphicData uri="http://schemas.openxmlformats.org/presentationml/2006/ole">
            <mc:AlternateContent xmlns:mc="http://schemas.openxmlformats.org/markup-compatibility/2006">
              <mc:Choice xmlns:v="urn:schemas-microsoft-com:vml" Requires="v">
                <p:oleObj name="Equation" r:id="rId4" imgW="1612900" imgH="711200" progId="Equation.DSMT4">
                  <p:embed/>
                </p:oleObj>
              </mc:Choice>
              <mc:Fallback>
                <p:oleObj name="Equation" r:id="rId4" imgW="1612900" imgH="711200" progId="Equation.DSMT4">
                  <p:embed/>
                  <p:pic>
                    <p:nvPicPr>
                      <p:cNvPr id="20486"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76292" y="2925764"/>
                        <a:ext cx="3456517" cy="1143000"/>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3" name="TextBox 2"/>
              <p:cNvSpPr txBox="1"/>
              <p:nvPr/>
            </p:nvSpPr>
            <p:spPr>
              <a:xfrm>
                <a:off x="5839491" y="3014077"/>
                <a:ext cx="1984756" cy="796821"/>
              </a:xfrm>
              <a:prstGeom prst="rect">
                <a:avLst/>
              </a:prstGeom>
              <a:solidFill>
                <a:schemeClr val="accent6">
                  <a:lumMod val="40000"/>
                  <a:lumOff val="6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GB" sz="2400" i="1" smtClean="0">
                              <a:latin typeface="Cambria Math" panose="02040503050406030204" pitchFamily="18" charset="0"/>
                            </a:rPr>
                          </m:ctrlPr>
                        </m:naryPr>
                        <m:sub>
                          <m:r>
                            <m:rPr>
                              <m:brk m:alnAt="23"/>
                            </m:rP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m:t>
                          </m:r>
                        </m:sub>
                        <m:sup>
                          <m:r>
                            <a:rPr lang="en-GB" sz="2400" i="1" smtClean="0">
                              <a:latin typeface="Cambria Math" panose="02040503050406030204" pitchFamily="18" charset="0"/>
                              <a:ea typeface="Cambria Math" panose="02040503050406030204" pitchFamily="18" charset="0"/>
                            </a:rPr>
                            <m:t>∞</m:t>
                          </m:r>
                        </m:sup>
                        <m:e>
                          <m:r>
                            <a:rPr lang="en-GB" sz="2400" i="1" smtClean="0">
                              <a:latin typeface="Cambria Math" panose="02040503050406030204" pitchFamily="18" charset="0"/>
                              <a:ea typeface="Cambria Math" panose="02040503050406030204" pitchFamily="18" charset="0"/>
                            </a:rPr>
                            <m:t>𝛿</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𝑑</m:t>
                          </m:r>
                          <m:r>
                            <a:rPr lang="en-US" sz="2400" b="0" i="1" smtClean="0">
                              <a:latin typeface="Cambria Math" panose="02040503050406030204" pitchFamily="18" charset="0"/>
                              <a:ea typeface="Cambria Math" panose="02040503050406030204" pitchFamily="18" charset="0"/>
                            </a:rPr>
                            <m:t>𝜏</m:t>
                          </m:r>
                          <m:r>
                            <a:rPr lang="en-US" sz="2400" b="0" i="1" smtClean="0">
                              <a:latin typeface="Cambria Math" panose="02040503050406030204" pitchFamily="18" charset="0"/>
                            </a:rPr>
                            <m:t>=1</m:t>
                          </m:r>
                        </m:e>
                      </m:nary>
                    </m:oMath>
                  </m:oMathPara>
                </a14:m>
                <a:endParaRPr lang="en-GB" sz="2400" dirty="0"/>
              </a:p>
            </p:txBody>
          </p:sp>
        </mc:Choice>
        <mc:Fallback xmlns="">
          <p:sp>
            <p:nvSpPr>
              <p:cNvPr id="3" name="TextBox 2"/>
              <p:cNvSpPr txBox="1">
                <a:spLocks noRot="1" noChangeAspect="1" noMove="1" noResize="1" noEditPoints="1" noAdjustHandles="1" noChangeArrowheads="1" noChangeShapeType="1" noTextEdit="1"/>
              </p:cNvSpPr>
              <p:nvPr/>
            </p:nvSpPr>
            <p:spPr>
              <a:xfrm>
                <a:off x="5839491" y="3014077"/>
                <a:ext cx="1984756" cy="796821"/>
              </a:xfrm>
              <a:prstGeom prst="rect">
                <a:avLst/>
              </a:prstGeom>
              <a:blipFill>
                <a:blip r:embed="rId7"/>
                <a:stretch>
                  <a:fillRect/>
                </a:stretch>
              </a:blipFill>
            </p:spPr>
            <p:txBody>
              <a:bodyPr/>
              <a:lstStyle/>
              <a:p>
                <a:r>
                  <a:rPr lang="zh-CN" altLang="en-US">
                    <a:noFill/>
                  </a:rPr>
                  <a:t> </a:t>
                </a:r>
              </a:p>
            </p:txBody>
          </p:sp>
        </mc:Fallback>
      </mc:AlternateContent>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54</a:t>
            </a:fld>
            <a:endParaRPr lang="en-US" altLang="zh-CN" dirty="0">
              <a:ea typeface="黑体" panose="02010609060101010101" pitchFamily="49" charset="-122"/>
            </a:endParaRPr>
          </a:p>
        </p:txBody>
      </p:sp>
      <p:pic>
        <p:nvPicPr>
          <p:cNvPr id="2" name="Picture 1"/>
          <p:cNvPicPr>
            <a:picLocks noChangeAspect="1"/>
          </p:cNvPicPr>
          <p:nvPr/>
        </p:nvPicPr>
        <p:blipFill>
          <a:blip r:embed="rId8">
            <a:clrChange>
              <a:clrFrom>
                <a:srgbClr val="FFFFFF"/>
              </a:clrFrom>
              <a:clrTo>
                <a:srgbClr val="FFFFFF">
                  <a:alpha val="0"/>
                </a:srgbClr>
              </a:clrTo>
            </a:clrChange>
          </a:blip>
          <a:stretch>
            <a:fillRect/>
          </a:stretch>
        </p:blipFill>
        <p:spPr>
          <a:xfrm>
            <a:off x="4490597" y="5746087"/>
            <a:ext cx="3210805" cy="1111913"/>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729745" y="3119403"/>
                <a:ext cx="1781909" cy="676660"/>
              </a:xfrm>
              <a:prstGeom prst="rect">
                <a:avLst/>
              </a:prstGeom>
              <a:solidFill>
                <a:schemeClr val="bg1"/>
              </a:solid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000" i="1">
                          <a:latin typeface="Cambria Math" panose="02040503050406030204" pitchFamily="18" charset="0"/>
                          <a:ea typeface="Cambria Math" panose="02040503050406030204" pitchFamily="18" charset="0"/>
                        </a:rPr>
                        <m:t>𝛿</m:t>
                      </m:r>
                      <m:d>
                        <m:dPr>
                          <m:ctrlPr>
                            <a:rPr lang="en-US" altLang="en-US" sz="2000" i="1">
                              <a:latin typeface="Cambria Math" panose="02040503050406030204" pitchFamily="18" charset="0"/>
                              <a:ea typeface="Cambria Math" panose="02040503050406030204" pitchFamily="18" charset="0"/>
                            </a:rPr>
                          </m:ctrlPr>
                        </m:dPr>
                        <m:e>
                          <m:r>
                            <a:rPr lang="en-US" altLang="en-US" sz="2000" i="1">
                              <a:latin typeface="Cambria Math" panose="02040503050406030204" pitchFamily="18" charset="0"/>
                              <a:ea typeface="Cambria Math" panose="02040503050406030204" pitchFamily="18" charset="0"/>
                            </a:rPr>
                            <m:t>𝑡</m:t>
                          </m:r>
                        </m:e>
                      </m:d>
                      <m:r>
                        <a:rPr lang="en-US" altLang="en-US" sz="2000" i="1">
                          <a:latin typeface="Cambria Math" panose="02040503050406030204" pitchFamily="18" charset="0"/>
                          <a:ea typeface="Cambria Math" panose="02040503050406030204" pitchFamily="18" charset="0"/>
                        </a:rPr>
                        <m:t>=</m:t>
                      </m:r>
                      <m:f>
                        <m:fPr>
                          <m:ctrlPr>
                            <a:rPr lang="en-US" altLang="en-US" sz="2000" i="1">
                              <a:latin typeface="Cambria Math" panose="02040503050406030204" pitchFamily="18" charset="0"/>
                              <a:ea typeface="Cambria Math" panose="02040503050406030204" pitchFamily="18" charset="0"/>
                            </a:rPr>
                          </m:ctrlPr>
                        </m:fPr>
                        <m:num>
                          <m:r>
                            <a:rPr lang="en-US" altLang="en-US" sz="2000" i="1">
                              <a:latin typeface="Cambria Math" panose="02040503050406030204" pitchFamily="18" charset="0"/>
                              <a:ea typeface="Cambria Math" panose="02040503050406030204" pitchFamily="18" charset="0"/>
                            </a:rPr>
                            <m:t>𝑑</m:t>
                          </m:r>
                        </m:num>
                        <m:den>
                          <m:r>
                            <a:rPr lang="en-US" altLang="en-US" sz="2000" i="1">
                              <a:latin typeface="Cambria Math" panose="02040503050406030204" pitchFamily="18" charset="0"/>
                              <a:ea typeface="Cambria Math" panose="02040503050406030204" pitchFamily="18" charset="0"/>
                            </a:rPr>
                            <m:t>𝑑𝑡</m:t>
                          </m:r>
                        </m:den>
                      </m:f>
                      <m:r>
                        <a:rPr lang="en-US" altLang="en-US" sz="2000" i="1">
                          <a:latin typeface="Cambria Math" panose="02040503050406030204" pitchFamily="18" charset="0"/>
                          <a:ea typeface="Cambria Math" panose="02040503050406030204" pitchFamily="18" charset="0"/>
                        </a:rPr>
                        <m:t>𝑢</m:t>
                      </m:r>
                      <m:d>
                        <m:dPr>
                          <m:ctrlPr>
                            <a:rPr lang="en-US" altLang="en-US" sz="2000" i="1">
                              <a:latin typeface="Cambria Math" panose="02040503050406030204" pitchFamily="18" charset="0"/>
                              <a:ea typeface="Cambria Math" panose="02040503050406030204" pitchFamily="18" charset="0"/>
                            </a:rPr>
                          </m:ctrlPr>
                        </m:dPr>
                        <m:e>
                          <m:r>
                            <a:rPr lang="en-US" altLang="en-US" sz="2000" i="1">
                              <a:latin typeface="Cambria Math" panose="02040503050406030204" pitchFamily="18" charset="0"/>
                              <a:ea typeface="Cambria Math" panose="02040503050406030204" pitchFamily="18" charset="0"/>
                            </a:rPr>
                            <m:t>𝑡</m:t>
                          </m:r>
                        </m:e>
                      </m:d>
                    </m:oMath>
                  </m:oMathPara>
                </a14:m>
                <a:endParaRPr lang="zh-CN" altLang="en-US" sz="2000" dirty="0"/>
              </a:p>
            </p:txBody>
          </p:sp>
        </mc:Choice>
        <mc:Fallback xmlns="">
          <p:sp>
            <p:nvSpPr>
              <p:cNvPr id="5" name="Rectangle 4"/>
              <p:cNvSpPr>
                <a:spLocks noRot="1" noChangeAspect="1" noMove="1" noResize="1" noEditPoints="1" noAdjustHandles="1" noChangeArrowheads="1" noChangeShapeType="1" noTextEdit="1"/>
              </p:cNvSpPr>
              <p:nvPr/>
            </p:nvSpPr>
            <p:spPr>
              <a:xfrm>
                <a:off x="729745" y="3119403"/>
                <a:ext cx="1781909" cy="676660"/>
              </a:xfrm>
              <a:prstGeom prst="rect">
                <a:avLst/>
              </a:prstGeom>
              <a:blipFill>
                <a:blip r:embed="rId9"/>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134557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p:txBody>
          <a:bodyPr/>
          <a:lstStyle/>
          <a:p>
            <a:r>
              <a:rPr lang="en-US" altLang="en-US"/>
              <a:t>The Unit Ramp Function</a:t>
            </a:r>
          </a:p>
        </p:txBody>
      </p:sp>
      <mc:AlternateContent xmlns:mc="http://schemas.openxmlformats.org/markup-compatibility/2006" xmlns:a14="http://schemas.microsoft.com/office/drawing/2010/main">
        <mc:Choice Requires="a14">
          <p:sp>
            <p:nvSpPr>
              <p:cNvPr id="21507" name="Content Placeholder 2"/>
              <p:cNvSpPr>
                <a:spLocks noGrp="1"/>
              </p:cNvSpPr>
              <p:nvPr>
                <p:ph idx="1"/>
              </p:nvPr>
            </p:nvSpPr>
            <p:spPr>
              <a:xfrm>
                <a:off x="972065" y="1575488"/>
                <a:ext cx="6925218" cy="4966714"/>
              </a:xfrm>
            </p:spPr>
            <p:txBody>
              <a:bodyPr>
                <a:noAutofit/>
              </a:bodyPr>
              <a:lstStyle/>
              <a:p>
                <a:pPr algn="just">
                  <a:lnSpc>
                    <a:spcPct val="100000"/>
                  </a:lnSpc>
                </a:pPr>
                <a:r>
                  <a:rPr lang="en-US" altLang="en-US" dirty="0"/>
                  <a:t>Integration of the unit step function </a:t>
                </a:r>
                <a:r>
                  <a:rPr lang="en-US" altLang="en-US" i="1" dirty="0"/>
                  <a:t>u</a:t>
                </a:r>
                <a:r>
                  <a:rPr lang="en-US" altLang="en-US" dirty="0"/>
                  <a:t>(</a:t>
                </a:r>
                <a:r>
                  <a:rPr lang="en-US" altLang="en-US" i="1" dirty="0"/>
                  <a:t>t</a:t>
                </a:r>
                <a:r>
                  <a:rPr lang="en-US" altLang="en-US" dirty="0"/>
                  <a:t>) results in the unit ramp function:</a:t>
                </a:r>
              </a:p>
              <a:p>
                <a:pPr algn="just"/>
                <a:endParaRPr lang="en-US" altLang="en-US" sz="4800" dirty="0"/>
              </a:p>
              <a:p>
                <a:pPr algn="just"/>
                <a:r>
                  <a:rPr lang="en-US" altLang="zh-CN" dirty="0"/>
                  <a:t>The unit ramp function is zero for negative values of </a:t>
                </a:r>
                <a:r>
                  <a:rPr lang="en-US" altLang="zh-CN" i="1" dirty="0"/>
                  <a:t>t </a:t>
                </a:r>
                <a:r>
                  <a:rPr lang="en-US" altLang="zh-CN" dirty="0"/>
                  <a:t>and has a unit slope for positive values of </a:t>
                </a:r>
                <a:r>
                  <a:rPr lang="en-US" altLang="zh-CN" i="1" dirty="0"/>
                  <a:t>t</a:t>
                </a:r>
                <a:r>
                  <a:rPr lang="en-US" altLang="zh-CN" dirty="0"/>
                  <a:t>.</a:t>
                </a:r>
                <a:endParaRPr lang="en-US" altLang="en-US" dirty="0"/>
              </a:p>
              <a:p>
                <a:pPr algn="just"/>
                <a:r>
                  <a:rPr lang="en-US" altLang="en-US" dirty="0"/>
                  <a:t>Much like the other functions, the onset of the ramp may be adjusted. A more general ramp may be defined as:</a:t>
                </a:r>
              </a:p>
              <a:p>
                <a:pPr marL="0" indent="0" algn="ctr">
                  <a:buNone/>
                </a:pPr>
                <a14:m>
                  <m:oMath xmlns:m="http://schemas.openxmlformats.org/officeDocument/2006/math">
                    <m:sSup>
                      <m:sSupPr>
                        <m:ctrlPr>
                          <a:rPr lang="en-US" altLang="en-US" sz="2400" b="0" i="1" smtClean="0">
                            <a:latin typeface="Cambria Math" panose="02040503050406030204" pitchFamily="18" charset="0"/>
                          </a:rPr>
                        </m:ctrlPr>
                      </m:sSupPr>
                      <m:e>
                        <m:r>
                          <a:rPr lang="en-US" altLang="en-US" sz="2400" b="0" i="1" smtClean="0">
                            <a:latin typeface="Cambria Math" panose="02040503050406030204" pitchFamily="18" charset="0"/>
                          </a:rPr>
                          <m:t>𝑟</m:t>
                        </m:r>
                      </m:e>
                      <m:sup>
                        <m:r>
                          <a:rPr lang="en-US" altLang="en-US" sz="2400" b="0" i="1" smtClean="0">
                            <a:latin typeface="Cambria Math" panose="02040503050406030204" pitchFamily="18" charset="0"/>
                          </a:rPr>
                          <m:t>′</m:t>
                        </m:r>
                      </m:sup>
                    </m:sSup>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𝑡</m:t>
                        </m:r>
                      </m:e>
                    </m:d>
                    <m:r>
                      <a:rPr lang="en-US" altLang="en-US" sz="2400" b="0" i="1" smtClean="0">
                        <a:latin typeface="Cambria Math" panose="02040503050406030204" pitchFamily="18" charset="0"/>
                      </a:rPr>
                      <m:t>=</m:t>
                    </m:r>
                    <m:r>
                      <a:rPr lang="en-US" altLang="en-US" sz="2400" b="0" i="1" smtClean="0">
                        <a:latin typeface="Cambria Math" panose="02040503050406030204" pitchFamily="18" charset="0"/>
                      </a:rPr>
                      <m:t>𝐴𝑟</m:t>
                    </m:r>
                    <m:d>
                      <m:dPr>
                        <m:ctrlPr>
                          <a:rPr lang="en-US" altLang="en-US" sz="2400" b="0" i="1" smtClean="0">
                            <a:latin typeface="Cambria Math" panose="02040503050406030204" pitchFamily="18" charset="0"/>
                          </a:rPr>
                        </m:ctrlPr>
                      </m:dPr>
                      <m:e>
                        <m:r>
                          <a:rPr lang="en-US" altLang="en-US" sz="2400" b="0" i="1" smtClean="0">
                            <a:latin typeface="Cambria Math" panose="02040503050406030204" pitchFamily="18" charset="0"/>
                          </a:rPr>
                          <m:t>𝑡</m:t>
                        </m:r>
                        <m:r>
                          <a:rPr lang="en-US" altLang="en-US" sz="2400" b="0" i="1" smtClean="0">
                            <a:latin typeface="Cambria Math" panose="02040503050406030204" pitchFamily="18" charset="0"/>
                          </a:rPr>
                          <m:t>−</m:t>
                        </m:r>
                        <m:sSub>
                          <m:sSubPr>
                            <m:ctrlPr>
                              <a:rPr lang="en-US" altLang="en-US" sz="2400" b="0" i="1" smtClean="0">
                                <a:latin typeface="Cambria Math" panose="02040503050406030204" pitchFamily="18" charset="0"/>
                              </a:rPr>
                            </m:ctrlPr>
                          </m:sSubPr>
                          <m:e>
                            <m:r>
                              <a:rPr lang="en-US" altLang="en-US" sz="2400" b="0" i="1" smtClean="0">
                                <a:latin typeface="Cambria Math" panose="02040503050406030204" pitchFamily="18" charset="0"/>
                              </a:rPr>
                              <m:t>𝑡</m:t>
                            </m:r>
                          </m:e>
                          <m:sub>
                            <m:r>
                              <a:rPr lang="en-US" altLang="en-US" sz="2400" b="0" i="1" smtClean="0">
                                <a:latin typeface="Cambria Math" panose="02040503050406030204" pitchFamily="18" charset="0"/>
                              </a:rPr>
                              <m:t>0</m:t>
                            </m:r>
                          </m:sub>
                        </m:sSub>
                      </m:e>
                    </m:d>
                  </m:oMath>
                </a14:m>
                <a:r>
                  <a:rPr lang="en-US" altLang="en-US" dirty="0"/>
                  <a:t>, where 𝐴 is a constant.</a:t>
                </a:r>
              </a:p>
            </p:txBody>
          </p:sp>
        </mc:Choice>
        <mc:Fallback xmlns="">
          <p:sp>
            <p:nvSpPr>
              <p:cNvPr id="21507" name="Content Placeholder 2"/>
              <p:cNvSpPr>
                <a:spLocks noGrp="1" noRot="1" noChangeAspect="1" noMove="1" noResize="1" noEditPoints="1" noAdjustHandles="1" noChangeArrowheads="1" noChangeShapeType="1" noTextEdit="1"/>
              </p:cNvSpPr>
              <p:nvPr>
                <p:ph idx="1"/>
              </p:nvPr>
            </p:nvSpPr>
            <p:spPr>
              <a:xfrm>
                <a:off x="972065" y="1575488"/>
                <a:ext cx="6925218" cy="4966714"/>
              </a:xfrm>
              <a:blipFill>
                <a:blip r:embed="rId4"/>
                <a:stretch>
                  <a:fillRect l="-1585" t="-1227" r="-1849" b="-123"/>
                </a:stretch>
              </a:blipFill>
            </p:spPr>
            <p:txBody>
              <a:bodyPr/>
              <a:lstStyle/>
              <a:p>
                <a:r>
                  <a:rPr lang="zh-CN" altLang="en-US">
                    <a:noFill/>
                  </a:rPr>
                  <a:t> </a:t>
                </a:r>
              </a:p>
            </p:txBody>
          </p:sp>
        </mc:Fallback>
      </mc:AlternateContent>
      <p:graphicFrame>
        <p:nvGraphicFramePr>
          <p:cNvPr id="21510" name="Object 6"/>
          <p:cNvGraphicFramePr>
            <a:graphicFrameLocks noChangeAspect="1"/>
          </p:cNvGraphicFramePr>
          <p:nvPr/>
        </p:nvGraphicFramePr>
        <p:xfrm>
          <a:off x="3146682" y="2545237"/>
          <a:ext cx="2642012" cy="859685"/>
        </p:xfrm>
        <a:graphic>
          <a:graphicData uri="http://schemas.openxmlformats.org/presentationml/2006/ole">
            <mc:AlternateContent xmlns:mc="http://schemas.openxmlformats.org/markup-compatibility/2006">
              <mc:Choice xmlns:v="urn:schemas-microsoft-com:vml" Requires="v">
                <p:oleObj name="Equation" r:id="rId5" imgW="1054100" imgH="457200" progId="Equation.DSMT4">
                  <p:embed/>
                </p:oleObj>
              </mc:Choice>
              <mc:Fallback>
                <p:oleObj name="Equation" r:id="rId5" imgW="1054100" imgH="457200" progId="Equation.DSMT4">
                  <p:embed/>
                  <p:pic>
                    <p:nvPicPr>
                      <p:cNvPr id="2151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46682" y="2545237"/>
                        <a:ext cx="2642012" cy="859685"/>
                      </a:xfrm>
                      <a:prstGeom prst="rect">
                        <a:avLst/>
                      </a:prstGeom>
                      <a:solidFill>
                        <a:schemeClr val="accent6">
                          <a:lumMod val="40000"/>
                          <a:lumOff val="60000"/>
                        </a:schemeClr>
                      </a:solid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55</a:t>
            </a:fld>
            <a:endParaRPr lang="en-US" altLang="zh-CN" dirty="0">
              <a:ea typeface="黑体" panose="02010609060101010101" pitchFamily="49" charset="-122"/>
            </a:endParaRPr>
          </a:p>
        </p:txBody>
      </p:sp>
      <p:pic>
        <p:nvPicPr>
          <p:cNvPr id="2" name="Picture 1"/>
          <p:cNvPicPr>
            <a:picLocks noChangeAspect="1"/>
          </p:cNvPicPr>
          <p:nvPr/>
        </p:nvPicPr>
        <p:blipFill>
          <a:blip r:embed="rId7"/>
          <a:stretch>
            <a:fillRect/>
          </a:stretch>
        </p:blipFill>
        <p:spPr>
          <a:xfrm>
            <a:off x="7897283" y="2265074"/>
            <a:ext cx="3962720" cy="3203902"/>
          </a:xfrm>
          <a:prstGeom prst="rect">
            <a:avLst/>
          </a:prstGeom>
        </p:spPr>
      </p:pic>
      <p:pic>
        <p:nvPicPr>
          <p:cNvPr id="6" name="Picture 5">
            <a:extLst>
              <a:ext uri="{FF2B5EF4-FFF2-40B4-BE49-F238E27FC236}">
                <a16:creationId xmlns:a16="http://schemas.microsoft.com/office/drawing/2014/main" id="{696D9B77-0905-1F45-B6B5-354AEC1A12C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915820" y="2088292"/>
            <a:ext cx="4279148" cy="3097924"/>
          </a:xfrm>
          <a:prstGeom prst="rect">
            <a:avLst/>
          </a:prstGeom>
        </p:spPr>
      </p:pic>
    </p:spTree>
    <p:extLst>
      <p:ext uri="{BB962C8B-B14F-4D97-AF65-F5344CB8AC3E}">
        <p14:creationId xmlns:p14="http://schemas.microsoft.com/office/powerpoint/2010/main" val="3032444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37118"/>
            <a:ext cx="10515600" cy="5439845"/>
          </a:xfrm>
        </p:spPr>
        <p:txBody>
          <a:bodyPr/>
          <a:lstStyle/>
          <a:p>
            <a:r>
              <a:rPr lang="en-US" altLang="zh-CN" dirty="0"/>
              <a:t>What is the relationship between these three singularity functions?</a:t>
            </a:r>
            <a:endParaRPr lang="zh-CN"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56</a:t>
            </a:fld>
            <a:endParaRPr lang="en-US" altLang="zh-CN" dirty="0">
              <a:ea typeface="黑体" panose="02010609060101010101" pitchFamily="49" charset="-122"/>
            </a:endParaRPr>
          </a:p>
        </p:txBody>
      </p:sp>
      <p:pic>
        <p:nvPicPr>
          <p:cNvPr id="5" name="Picture 4"/>
          <p:cNvPicPr>
            <a:picLocks noChangeAspect="1"/>
          </p:cNvPicPr>
          <p:nvPr/>
        </p:nvPicPr>
        <p:blipFill>
          <a:blip r:embed="rId2"/>
          <a:stretch>
            <a:fillRect/>
          </a:stretch>
        </p:blipFill>
        <p:spPr>
          <a:xfrm>
            <a:off x="8001018" y="1705726"/>
            <a:ext cx="3962720" cy="3203902"/>
          </a:xfrm>
          <a:prstGeom prst="rect">
            <a:avLst/>
          </a:prstGeom>
        </p:spPr>
      </p:pic>
      <p:pic>
        <p:nvPicPr>
          <p:cNvPr id="6" name="Picture 5" descr="C:\Users\Joel\Documents\Teaching\McGraw Hill\Fundamentals of Electric Circuits 5e\figures\Ch07\Color Labeled\ale80571_07_027.jpg"/>
          <p:cNvPicPr>
            <a:picLocks noChangeAspect="1" noChangeArrowheads="1"/>
          </p:cNvPicPr>
          <p:nvPr/>
        </p:nvPicPr>
        <p:blipFill rotWithShape="1">
          <a:blip r:embed="rId3" cstate="print">
            <a:clrChange>
              <a:clrFrom>
                <a:srgbClr val="FFFFFF"/>
              </a:clrFrom>
              <a:clrTo>
                <a:srgbClr val="FFFFFF">
                  <a:alpha val="0"/>
                </a:srgbClr>
              </a:clrTo>
            </a:clrChange>
          </a:blip>
          <a:srcRect t="6607"/>
          <a:stretch/>
        </p:blipFill>
        <p:spPr bwMode="auto">
          <a:xfrm>
            <a:off x="172086" y="2968340"/>
            <a:ext cx="4120928" cy="1856319"/>
          </a:xfrm>
          <a:prstGeom prst="rect">
            <a:avLst/>
          </a:prstGeom>
          <a:noFill/>
          <a:ln w="9525">
            <a:noFill/>
            <a:miter lim="800000"/>
            <a:headEnd/>
            <a:tailEnd/>
          </a:ln>
        </p:spPr>
      </p:pic>
      <p:pic>
        <p:nvPicPr>
          <p:cNvPr id="7" name="Picture 6"/>
          <p:cNvPicPr>
            <a:picLocks noChangeAspect="1"/>
          </p:cNvPicPr>
          <p:nvPr/>
        </p:nvPicPr>
        <p:blipFill>
          <a:blip r:embed="rId4"/>
          <a:stretch>
            <a:fillRect/>
          </a:stretch>
        </p:blipFill>
        <p:spPr>
          <a:xfrm>
            <a:off x="4161038" y="2004451"/>
            <a:ext cx="3573625" cy="2905177"/>
          </a:xfrm>
          <a:prstGeom prst="rect">
            <a:avLst/>
          </a:prstGeom>
        </p:spPr>
      </p:pic>
      <mc:AlternateContent xmlns:mc="http://schemas.openxmlformats.org/markup-compatibility/2006" xmlns:a14="http://schemas.microsoft.com/office/drawing/2010/main">
        <mc:Choice Requires="a14">
          <p:sp>
            <p:nvSpPr>
              <p:cNvPr id="8" name="TextBox 7"/>
              <p:cNvSpPr txBox="1"/>
              <p:nvPr/>
            </p:nvSpPr>
            <p:spPr>
              <a:xfrm>
                <a:off x="2838435" y="5259984"/>
                <a:ext cx="2083584" cy="820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800" i="1" smtClean="0">
                          <a:latin typeface="Cambria Math" panose="02040503050406030204" pitchFamily="18" charset="0"/>
                        </a:rPr>
                        <m:t>𝛿</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𝑡</m:t>
                          </m:r>
                        </m:e>
                      </m:d>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𝑑𝑢</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m:t>
                          </m:r>
                        </m:num>
                        <m:den>
                          <m:r>
                            <a:rPr lang="en-US" altLang="zh-CN" sz="2800" b="0" i="1" smtClean="0">
                              <a:latin typeface="Cambria Math" panose="02040503050406030204" pitchFamily="18" charset="0"/>
                            </a:rPr>
                            <m:t>𝑑𝑡</m:t>
                          </m:r>
                        </m:den>
                      </m:f>
                    </m:oMath>
                  </m:oMathPara>
                </a14:m>
                <a:endParaRPr lang="zh-CN" altLang="en-US" sz="2800" dirty="0"/>
              </a:p>
            </p:txBody>
          </p:sp>
        </mc:Choice>
        <mc:Fallback xmlns="">
          <p:sp>
            <p:nvSpPr>
              <p:cNvPr id="8" name="TextBox 7"/>
              <p:cNvSpPr txBox="1">
                <a:spLocks noRot="1" noChangeAspect="1" noMove="1" noResize="1" noEditPoints="1" noAdjustHandles="1" noChangeArrowheads="1" noChangeShapeType="1" noTextEdit="1"/>
              </p:cNvSpPr>
              <p:nvPr/>
            </p:nvSpPr>
            <p:spPr>
              <a:xfrm>
                <a:off x="2838435" y="5259984"/>
                <a:ext cx="2083584" cy="82067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109615" y="5259984"/>
                <a:ext cx="2056589" cy="8206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0" i="1" smtClean="0">
                          <a:latin typeface="Cambria Math" panose="02040503050406030204" pitchFamily="18" charset="0"/>
                        </a:rPr>
                        <m:t>𝑢</m:t>
                      </m:r>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𝑡</m:t>
                          </m:r>
                        </m:e>
                      </m:d>
                      <m:r>
                        <a:rPr lang="en-US" altLang="zh-CN" sz="2800" b="0" i="1" smtClean="0">
                          <a:latin typeface="Cambria Math" panose="02040503050406030204" pitchFamily="18" charset="0"/>
                        </a:rPr>
                        <m:t>=</m:t>
                      </m:r>
                      <m:f>
                        <m:fPr>
                          <m:ctrlPr>
                            <a:rPr lang="en-US" altLang="zh-CN" sz="2800" b="0" i="1" smtClean="0">
                              <a:latin typeface="Cambria Math" panose="02040503050406030204" pitchFamily="18" charset="0"/>
                            </a:rPr>
                          </m:ctrlPr>
                        </m:fPr>
                        <m:num>
                          <m:r>
                            <a:rPr lang="en-US" altLang="zh-CN" sz="2800" b="0" i="1" smtClean="0">
                              <a:latin typeface="Cambria Math" panose="02040503050406030204" pitchFamily="18" charset="0"/>
                            </a:rPr>
                            <m:t>𝑑𝑟</m:t>
                          </m:r>
                          <m:r>
                            <a:rPr lang="en-US" altLang="zh-CN" sz="2800" b="0" i="1" smtClean="0">
                              <a:latin typeface="Cambria Math" panose="02040503050406030204" pitchFamily="18" charset="0"/>
                            </a:rPr>
                            <m:t>(</m:t>
                          </m:r>
                          <m:r>
                            <a:rPr lang="en-US" altLang="zh-CN" sz="2800" b="0" i="1" smtClean="0">
                              <a:latin typeface="Cambria Math" panose="02040503050406030204" pitchFamily="18" charset="0"/>
                            </a:rPr>
                            <m:t>𝑡</m:t>
                          </m:r>
                          <m:r>
                            <a:rPr lang="en-US" altLang="zh-CN" sz="2800" b="0" i="1" smtClean="0">
                              <a:latin typeface="Cambria Math" panose="02040503050406030204" pitchFamily="18" charset="0"/>
                            </a:rPr>
                            <m:t>)</m:t>
                          </m:r>
                        </m:num>
                        <m:den>
                          <m:r>
                            <a:rPr lang="en-US" altLang="zh-CN" sz="2800" b="0" i="1" smtClean="0">
                              <a:latin typeface="Cambria Math" panose="02040503050406030204" pitchFamily="18" charset="0"/>
                            </a:rPr>
                            <m:t>𝑑𝑡</m:t>
                          </m:r>
                        </m:den>
                      </m:f>
                    </m:oMath>
                  </m:oMathPara>
                </a14:m>
                <a:endParaRPr lang="zh-CN" altLang="en-US" sz="2800" dirty="0"/>
              </a:p>
            </p:txBody>
          </p:sp>
        </mc:Choice>
        <mc:Fallback xmlns="">
          <p:sp>
            <p:nvSpPr>
              <p:cNvPr id="9" name="TextBox 8"/>
              <p:cNvSpPr txBox="1">
                <a:spLocks noRot="1" noChangeAspect="1" noMove="1" noResize="1" noEditPoints="1" noAdjustHandles="1" noChangeArrowheads="1" noChangeShapeType="1" noTextEdit="1"/>
              </p:cNvSpPr>
              <p:nvPr/>
            </p:nvSpPr>
            <p:spPr>
              <a:xfrm>
                <a:off x="7109615" y="5259984"/>
                <a:ext cx="2056589" cy="820674"/>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4672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0"/>
                                        <p:tgtEl>
                                          <p:spTgt spid="9"/>
                                        </p:tgtEl>
                                      </p:cBhvr>
                                    </p:animEffect>
                                    <p:anim calcmode="lin" valueType="num">
                                      <p:cBhvr>
                                        <p:cTn id="14" dur="1000" fill="hold"/>
                                        <p:tgtEl>
                                          <p:spTgt spid="9"/>
                                        </p:tgtEl>
                                        <p:attrNameLst>
                                          <p:attrName>ppt_x</p:attrName>
                                        </p:attrNameLst>
                                      </p:cBhvr>
                                      <p:tavLst>
                                        <p:tav tm="0">
                                          <p:val>
                                            <p:strVal val="#ppt_x"/>
                                          </p:val>
                                        </p:tav>
                                        <p:tav tm="100000">
                                          <p:val>
                                            <p:strVal val="#ppt_x"/>
                                          </p:val>
                                        </p:tav>
                                      </p:tavLst>
                                    </p:anim>
                                    <p:anim calcmode="lin" valueType="num">
                                      <p:cBhvr>
                                        <p:cTn id="15"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dirty="0"/>
              <a:t>Step Response of RC Circuit</a:t>
            </a:r>
          </a:p>
        </p:txBody>
      </p:sp>
      <p:sp>
        <p:nvSpPr>
          <p:cNvPr id="22531" name="Content Placeholder 2"/>
          <p:cNvSpPr>
            <a:spLocks noGrp="1"/>
          </p:cNvSpPr>
          <p:nvPr>
            <p:ph idx="1"/>
          </p:nvPr>
        </p:nvSpPr>
        <p:spPr>
          <a:xfrm>
            <a:off x="838200" y="1690687"/>
            <a:ext cx="10515599" cy="2589081"/>
          </a:xfrm>
        </p:spPr>
        <p:txBody>
          <a:bodyPr>
            <a:noAutofit/>
          </a:bodyPr>
          <a:lstStyle/>
          <a:p>
            <a:pPr algn="just">
              <a:lnSpc>
                <a:spcPct val="100000"/>
              </a:lnSpc>
            </a:pPr>
            <a:r>
              <a:rPr lang="en-US" altLang="en-US" dirty="0"/>
              <a:t>When a DC source is suddenly applied to a RC circuit, the source can be modeled as a step function.</a:t>
            </a:r>
          </a:p>
          <a:p>
            <a:pPr algn="just">
              <a:lnSpc>
                <a:spcPct val="100000"/>
              </a:lnSpc>
            </a:pPr>
            <a:r>
              <a:rPr lang="en-US" altLang="en-US" dirty="0"/>
              <a:t>The circuit response is known as the step response.</a:t>
            </a:r>
          </a:p>
          <a:p>
            <a:pPr algn="just">
              <a:lnSpc>
                <a:spcPct val="100000"/>
              </a:lnSpc>
            </a:pPr>
            <a:r>
              <a:rPr lang="en-US" altLang="en-US" dirty="0"/>
              <a:t>For a RC circuit as shown here, we can represent the voltage across the capacitor as a function of time after the switch is closed.</a:t>
            </a:r>
          </a:p>
          <a:p>
            <a:pPr algn="just"/>
            <a:endParaRPr lang="en-US" altLang="en-US"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57</a:t>
            </a:fld>
            <a:endParaRPr lang="en-US" altLang="zh-CN" dirty="0">
              <a:ea typeface="黑体" panose="02010609060101010101" pitchFamily="49" charset="-122"/>
            </a:endParaRPr>
          </a:p>
        </p:txBody>
      </p:sp>
      <p:pic>
        <p:nvPicPr>
          <p:cNvPr id="2" name="Picture 1"/>
          <p:cNvPicPr>
            <a:picLocks noChangeAspect="1"/>
          </p:cNvPicPr>
          <p:nvPr/>
        </p:nvPicPr>
        <p:blipFill>
          <a:blip r:embed="rId3">
            <a:clrChange>
              <a:clrFrom>
                <a:srgbClr val="FFFFFF"/>
              </a:clrFrom>
              <a:clrTo>
                <a:srgbClr val="FFFFFF">
                  <a:alpha val="0"/>
                </a:srgbClr>
              </a:clrTo>
            </a:clrChange>
          </a:blip>
          <a:stretch>
            <a:fillRect/>
          </a:stretch>
        </p:blipFill>
        <p:spPr>
          <a:xfrm>
            <a:off x="1974479" y="4047431"/>
            <a:ext cx="3404992" cy="2718815"/>
          </a:xfrm>
          <a:prstGeom prst="rect">
            <a:avLst/>
          </a:prstGeom>
        </p:spPr>
      </p:pic>
      <p:pic>
        <p:nvPicPr>
          <p:cNvPr id="5" name="Picture 4"/>
          <p:cNvPicPr>
            <a:picLocks noChangeAspect="1"/>
          </p:cNvPicPr>
          <p:nvPr/>
        </p:nvPicPr>
        <p:blipFill>
          <a:blip r:embed="rId4"/>
          <a:stretch>
            <a:fillRect/>
          </a:stretch>
        </p:blipFill>
        <p:spPr>
          <a:xfrm>
            <a:off x="5856205" y="4174523"/>
            <a:ext cx="3665063" cy="2591723"/>
          </a:xfrm>
          <a:prstGeom prst="rect">
            <a:avLst/>
          </a:prstGeom>
        </p:spPr>
      </p:pic>
    </p:spTree>
    <p:extLst>
      <p:ext uri="{BB962C8B-B14F-4D97-AF65-F5344CB8AC3E}">
        <p14:creationId xmlns:p14="http://schemas.microsoft.com/office/powerpoint/2010/main" val="3018291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US" altLang="en-US" dirty="0"/>
              <a:t>Step Response of RC Circuit</a:t>
            </a:r>
          </a:p>
        </p:txBody>
      </p:sp>
      <p:sp>
        <p:nvSpPr>
          <p:cNvPr id="22531" name="Content Placeholder 2"/>
          <p:cNvSpPr>
            <a:spLocks noGrp="1"/>
          </p:cNvSpPr>
          <p:nvPr>
            <p:ph idx="1"/>
          </p:nvPr>
        </p:nvSpPr>
        <p:spPr>
          <a:xfrm>
            <a:off x="942545" y="1690688"/>
            <a:ext cx="7543800" cy="4633912"/>
          </a:xfrm>
        </p:spPr>
        <p:txBody>
          <a:bodyPr/>
          <a:lstStyle/>
          <a:p>
            <a:pPr algn="just"/>
            <a:r>
              <a:rPr lang="en-US" altLang="en-US" dirty="0"/>
              <a:t>Assume an initial voltage of </a:t>
            </a:r>
            <a:r>
              <a:rPr lang="en-US" altLang="en-US" i="1" dirty="0"/>
              <a:t>V</a:t>
            </a:r>
            <a:r>
              <a:rPr lang="en-US" altLang="en-US" i="1" baseline="-25000" dirty="0"/>
              <a:t>0</a:t>
            </a:r>
            <a:r>
              <a:rPr lang="en-US" altLang="en-US" dirty="0"/>
              <a:t> on the capacitor. Then we have </a:t>
            </a:r>
          </a:p>
          <a:p>
            <a:pPr algn="just"/>
            <a:endParaRPr lang="en-US" altLang="en-US" dirty="0"/>
          </a:p>
          <a:p>
            <a:pPr algn="just"/>
            <a:endParaRPr lang="en-US" altLang="en-US" dirty="0"/>
          </a:p>
          <a:p>
            <a:pPr algn="just"/>
            <a:endParaRPr lang="en-US" altLang="en-US" dirty="0"/>
          </a:p>
          <a:p>
            <a:pPr algn="just"/>
            <a:r>
              <a:rPr lang="en-US" altLang="en-US" dirty="0"/>
              <a:t>For </a:t>
            </a:r>
            <a:r>
              <a:rPr lang="en-US" altLang="en-US" i="1" dirty="0"/>
              <a:t>t&gt;0</a:t>
            </a:r>
            <a:r>
              <a:rPr lang="en-US" altLang="en-US" dirty="0"/>
              <a:t> this becomes:</a:t>
            </a:r>
          </a:p>
          <a:p>
            <a:pPr algn="just"/>
            <a:endParaRPr lang="en-US" altLang="en-US" sz="1000" dirty="0"/>
          </a:p>
          <a:p>
            <a:pPr algn="just"/>
            <a:r>
              <a:rPr lang="en-US" altLang="en-US" dirty="0"/>
              <a:t>Recall the solution for this differential equation and apply the initial condition: </a:t>
            </a:r>
          </a:p>
          <a:p>
            <a:pPr algn="just"/>
            <a:endParaRPr lang="en-US" altLang="en-US" dirty="0"/>
          </a:p>
          <a:p>
            <a:pPr algn="just"/>
            <a:endParaRPr lang="en-US" altLang="en-US" dirty="0"/>
          </a:p>
        </p:txBody>
      </p:sp>
      <p:graphicFrame>
        <p:nvGraphicFramePr>
          <p:cNvPr id="7" name="Object 5"/>
          <p:cNvGraphicFramePr>
            <a:graphicFrameLocks noChangeAspect="1"/>
          </p:cNvGraphicFramePr>
          <p:nvPr/>
        </p:nvGraphicFramePr>
        <p:xfrm>
          <a:off x="3575233" y="3318235"/>
          <a:ext cx="2860275" cy="672320"/>
        </p:xfrm>
        <a:graphic>
          <a:graphicData uri="http://schemas.openxmlformats.org/presentationml/2006/ole">
            <mc:AlternateContent xmlns:mc="http://schemas.openxmlformats.org/markup-compatibility/2006">
              <mc:Choice xmlns:v="urn:schemas-microsoft-com:vml" Requires="v">
                <p:oleObj name="Equation" r:id="rId3" imgW="1256755" imgH="393529" progId="Equation.DSMT4">
                  <p:embed/>
                </p:oleObj>
              </mc:Choice>
              <mc:Fallback>
                <p:oleObj name="Equation" r:id="rId3" imgW="1256755" imgH="393529" progId="Equation.DSMT4">
                  <p:embed/>
                  <p:pic>
                    <p:nvPicPr>
                      <p:cNvPr id="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75233" y="3318235"/>
                        <a:ext cx="2860275" cy="672320"/>
                      </a:xfrm>
                      <a:prstGeom prst="rect">
                        <a:avLst/>
                      </a:prstGeom>
                      <a:noFill/>
                    </p:spPr>
                  </p:pic>
                </p:oleObj>
              </mc:Fallback>
            </mc:AlternateContent>
          </a:graphicData>
        </a:graphic>
      </p:graphicFrame>
      <p:graphicFrame>
        <p:nvGraphicFramePr>
          <p:cNvPr id="8" name="Object 6"/>
          <p:cNvGraphicFramePr>
            <a:graphicFrameLocks noChangeAspect="1"/>
          </p:cNvGraphicFramePr>
          <p:nvPr/>
        </p:nvGraphicFramePr>
        <p:xfrm>
          <a:off x="4845113" y="4135649"/>
          <a:ext cx="2205243" cy="666432"/>
        </p:xfrm>
        <a:graphic>
          <a:graphicData uri="http://schemas.openxmlformats.org/presentationml/2006/ole">
            <mc:AlternateContent xmlns:mc="http://schemas.openxmlformats.org/markup-compatibility/2006">
              <mc:Choice xmlns:v="urn:schemas-microsoft-com:vml" Requires="v">
                <p:oleObj name="Equation" r:id="rId5" imgW="977476" imgH="393529" progId="Equation.DSMT4">
                  <p:embed/>
                </p:oleObj>
              </mc:Choice>
              <mc:Fallback>
                <p:oleObj name="Equation" r:id="rId5" imgW="977476" imgH="393529" progId="Equation.DSMT4">
                  <p:embed/>
                  <p:pic>
                    <p:nvPicPr>
                      <p:cNvPr id="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45113" y="4135649"/>
                        <a:ext cx="2205243" cy="666432"/>
                      </a:xfrm>
                      <a:prstGeom prst="rect">
                        <a:avLst/>
                      </a:prstGeom>
                      <a:noFill/>
                    </p:spPr>
                  </p:pic>
                </p:oleObj>
              </mc:Fallback>
            </mc:AlternateContent>
          </a:graphicData>
        </a:graphic>
      </p:graphicFrame>
      <p:graphicFrame>
        <p:nvGraphicFramePr>
          <p:cNvPr id="9" name="Object 7"/>
          <p:cNvGraphicFramePr>
            <a:graphicFrameLocks noChangeAspect="1"/>
          </p:cNvGraphicFramePr>
          <p:nvPr/>
        </p:nvGraphicFramePr>
        <p:xfrm>
          <a:off x="2550569" y="5683710"/>
          <a:ext cx="4349852" cy="789553"/>
        </p:xfrm>
        <a:graphic>
          <a:graphicData uri="http://schemas.openxmlformats.org/presentationml/2006/ole">
            <mc:AlternateContent xmlns:mc="http://schemas.openxmlformats.org/markup-compatibility/2006">
              <mc:Choice xmlns:v="urn:schemas-microsoft-com:vml" Requires="v">
                <p:oleObj name="Equation" r:id="rId7" imgW="1993900" imgH="482600" progId="Equation.DSMT4">
                  <p:embed/>
                </p:oleObj>
              </mc:Choice>
              <mc:Fallback>
                <p:oleObj name="Equation" r:id="rId7" imgW="1993900" imgH="482600" progId="Equation.DSMT4">
                  <p:embed/>
                  <p:pic>
                    <p:nvPicPr>
                      <p:cNvPr id="9"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0569" y="5683710"/>
                        <a:ext cx="4349852" cy="789553"/>
                      </a:xfrm>
                      <a:prstGeom prst="rect">
                        <a:avLst/>
                      </a:prstGeom>
                      <a:noFill/>
                    </p:spPr>
                  </p:pic>
                </p:oleObj>
              </mc:Fallback>
            </mc:AlternateContent>
          </a:graphicData>
        </a:graphic>
      </p:graphicFrame>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58</a:t>
            </a:fld>
            <a:endParaRPr lang="en-US" altLang="zh-CN" dirty="0">
              <a:ea typeface="黑体" panose="02010609060101010101" pitchFamily="49" charset="-122"/>
            </a:endParaRPr>
          </a:p>
        </p:txBody>
      </p:sp>
      <p:pic>
        <p:nvPicPr>
          <p:cNvPr id="10" name="Picture 9"/>
          <p:cNvPicPr>
            <a:picLocks noChangeAspect="1"/>
          </p:cNvPicPr>
          <p:nvPr/>
        </p:nvPicPr>
        <p:blipFill>
          <a:blip r:embed="rId9"/>
          <a:stretch>
            <a:fillRect/>
          </a:stretch>
        </p:blipFill>
        <p:spPr>
          <a:xfrm>
            <a:off x="8664941" y="1272619"/>
            <a:ext cx="2793204" cy="1975194"/>
          </a:xfrm>
          <a:prstGeom prst="rect">
            <a:avLst/>
          </a:prstGeom>
        </p:spPr>
      </p:pic>
      <p:pic>
        <p:nvPicPr>
          <p:cNvPr id="2" name="Picture 1"/>
          <p:cNvPicPr>
            <a:picLocks noChangeAspect="1"/>
          </p:cNvPicPr>
          <p:nvPr/>
        </p:nvPicPr>
        <p:blipFill>
          <a:blip r:embed="rId10"/>
          <a:stretch>
            <a:fillRect/>
          </a:stretch>
        </p:blipFill>
        <p:spPr>
          <a:xfrm>
            <a:off x="8496300" y="3497156"/>
            <a:ext cx="2971800" cy="2609850"/>
          </a:xfrm>
          <a:prstGeom prst="rect">
            <a:avLst/>
          </a:prstGeom>
        </p:spPr>
      </p:pic>
      <p:pic>
        <p:nvPicPr>
          <p:cNvPr id="5" name="Picture 4"/>
          <p:cNvPicPr>
            <a:picLocks noChangeAspect="1"/>
          </p:cNvPicPr>
          <p:nvPr/>
        </p:nvPicPr>
        <p:blipFill>
          <a:blip r:embed="rId11">
            <a:grayscl/>
            <a:extLst>
              <a:ext uri="{BEBA8EAE-BF5A-486C-A8C5-ECC9F3942E4B}">
                <a14:imgProps xmlns:a14="http://schemas.microsoft.com/office/drawing/2010/main">
                  <a14:imgLayer r:embed="rId12">
                    <a14:imgEffect>
                      <a14:sharpenSoften amount="50000"/>
                    </a14:imgEffect>
                    <a14:imgEffect>
                      <a14:brightnessContrast contrast="40000"/>
                    </a14:imgEffect>
                  </a14:imgLayer>
                </a14:imgProps>
              </a:ext>
            </a:extLst>
          </a:blip>
          <a:stretch>
            <a:fillRect/>
          </a:stretch>
        </p:blipFill>
        <p:spPr>
          <a:xfrm>
            <a:off x="3609998" y="2500821"/>
            <a:ext cx="2728395" cy="817414"/>
          </a:xfrm>
          <a:prstGeom prst="rect">
            <a:avLst/>
          </a:prstGeom>
        </p:spPr>
      </p:pic>
      <mc:AlternateContent xmlns:mc="http://schemas.openxmlformats.org/markup-compatibility/2006" xmlns:p14="http://schemas.microsoft.com/office/powerpoint/2010/main">
        <mc:Choice Requires="p14">
          <p:contentPart p14:bwMode="auto" r:id="rId13">
            <p14:nvContentPartPr>
              <p14:cNvPr id="29" name="Ink 28">
                <a:extLst>
                  <a:ext uri="{FF2B5EF4-FFF2-40B4-BE49-F238E27FC236}">
                    <a16:creationId xmlns:a16="http://schemas.microsoft.com/office/drawing/2014/main" id="{513F9D98-A78C-DC55-2063-0FEECABAA5C9}"/>
                  </a:ext>
                </a:extLst>
              </p14:cNvPr>
              <p14:cNvContentPartPr/>
              <p14:nvPr/>
            </p14:nvContentPartPr>
            <p14:xfrm>
              <a:off x="8533313" y="530468"/>
              <a:ext cx="147600" cy="1027800"/>
            </p14:xfrm>
          </p:contentPart>
        </mc:Choice>
        <mc:Fallback xmlns="">
          <p:pic>
            <p:nvPicPr>
              <p:cNvPr id="29" name="Ink 28">
                <a:extLst>
                  <a:ext uri="{FF2B5EF4-FFF2-40B4-BE49-F238E27FC236}">
                    <a16:creationId xmlns:a16="http://schemas.microsoft.com/office/drawing/2014/main" id="{513F9D98-A78C-DC55-2063-0FEECABAA5C9}"/>
                  </a:ext>
                </a:extLst>
              </p:cNvPr>
              <p:cNvPicPr/>
              <p:nvPr/>
            </p:nvPicPr>
            <p:blipFill>
              <a:blip r:embed="rId14"/>
              <a:stretch>
                <a:fillRect/>
              </a:stretch>
            </p:blipFill>
            <p:spPr>
              <a:xfrm>
                <a:off x="8524673" y="521468"/>
                <a:ext cx="165240" cy="1045440"/>
              </a:xfrm>
              <a:prstGeom prst="rect">
                <a:avLst/>
              </a:prstGeom>
            </p:spPr>
          </p:pic>
        </mc:Fallback>
      </mc:AlternateContent>
      <p:grpSp>
        <p:nvGrpSpPr>
          <p:cNvPr id="22532" name="Group 22531">
            <a:extLst>
              <a:ext uri="{FF2B5EF4-FFF2-40B4-BE49-F238E27FC236}">
                <a16:creationId xmlns:a16="http://schemas.microsoft.com/office/drawing/2014/main" id="{EDD79C54-735E-6006-422F-ACB20A11C979}"/>
              </a:ext>
            </a:extLst>
          </p:cNvPr>
          <p:cNvGrpSpPr/>
          <p:nvPr/>
        </p:nvGrpSpPr>
        <p:grpSpPr>
          <a:xfrm>
            <a:off x="8710073" y="143468"/>
            <a:ext cx="3283920" cy="1276920"/>
            <a:chOff x="8710073" y="143468"/>
            <a:chExt cx="3283920" cy="1276920"/>
          </a:xfrm>
        </p:grpSpPr>
        <mc:AlternateContent xmlns:mc="http://schemas.openxmlformats.org/markup-compatibility/2006" xmlns:p14="http://schemas.microsoft.com/office/powerpoint/2010/main">
          <mc:Choice Requires="p14">
            <p:contentPart p14:bwMode="auto" r:id="rId15">
              <p14:nvContentPartPr>
                <p14:cNvPr id="6" name="Ink 5">
                  <a:extLst>
                    <a:ext uri="{FF2B5EF4-FFF2-40B4-BE49-F238E27FC236}">
                      <a16:creationId xmlns:a16="http://schemas.microsoft.com/office/drawing/2014/main" id="{71B5315B-7B31-9FE6-3767-6908938C5058}"/>
                    </a:ext>
                  </a:extLst>
                </p14:cNvPr>
                <p14:cNvContentPartPr/>
                <p14:nvPr/>
              </p14:nvContentPartPr>
              <p14:xfrm>
                <a:off x="8887553" y="415628"/>
                <a:ext cx="469800" cy="59040"/>
              </p14:xfrm>
            </p:contentPart>
          </mc:Choice>
          <mc:Fallback xmlns="">
            <p:pic>
              <p:nvPicPr>
                <p:cNvPr id="6" name="Ink 5">
                  <a:extLst>
                    <a:ext uri="{FF2B5EF4-FFF2-40B4-BE49-F238E27FC236}">
                      <a16:creationId xmlns:a16="http://schemas.microsoft.com/office/drawing/2014/main" id="{71B5315B-7B31-9FE6-3767-6908938C5058}"/>
                    </a:ext>
                  </a:extLst>
                </p:cNvPr>
                <p:cNvPicPr/>
                <p:nvPr/>
              </p:nvPicPr>
              <p:blipFill>
                <a:blip r:embed="rId16"/>
                <a:stretch>
                  <a:fillRect/>
                </a:stretch>
              </p:blipFill>
              <p:spPr>
                <a:xfrm>
                  <a:off x="8878913" y="406628"/>
                  <a:ext cx="487440" cy="76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2F0A54AF-F77F-1E38-4AA7-22E3452CFE5F}"/>
                    </a:ext>
                  </a:extLst>
                </p14:cNvPr>
                <p14:cNvContentPartPr/>
                <p14:nvPr/>
              </p14:nvContentPartPr>
              <p14:xfrm>
                <a:off x="8980793" y="143468"/>
                <a:ext cx="155160" cy="242640"/>
              </p14:xfrm>
            </p:contentPart>
          </mc:Choice>
          <mc:Fallback xmlns="">
            <p:pic>
              <p:nvPicPr>
                <p:cNvPr id="11" name="Ink 10">
                  <a:extLst>
                    <a:ext uri="{FF2B5EF4-FFF2-40B4-BE49-F238E27FC236}">
                      <a16:creationId xmlns:a16="http://schemas.microsoft.com/office/drawing/2014/main" id="{2F0A54AF-F77F-1E38-4AA7-22E3452CFE5F}"/>
                    </a:ext>
                  </a:extLst>
                </p:cNvPr>
                <p:cNvPicPr/>
                <p:nvPr/>
              </p:nvPicPr>
              <p:blipFill>
                <a:blip r:embed="rId18"/>
                <a:stretch>
                  <a:fillRect/>
                </a:stretch>
              </p:blipFill>
              <p:spPr>
                <a:xfrm>
                  <a:off x="8971793" y="134468"/>
                  <a:ext cx="17280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F86AF56E-7B9F-90D0-A7AB-4CC0FF258C80}"/>
                    </a:ext>
                  </a:extLst>
                </p14:cNvPr>
                <p14:cNvContentPartPr/>
                <p14:nvPr/>
              </p14:nvContentPartPr>
              <p14:xfrm>
                <a:off x="9165113" y="166508"/>
                <a:ext cx="36720" cy="243720"/>
              </p14:xfrm>
            </p:contentPart>
          </mc:Choice>
          <mc:Fallback xmlns="">
            <p:pic>
              <p:nvPicPr>
                <p:cNvPr id="12" name="Ink 11">
                  <a:extLst>
                    <a:ext uri="{FF2B5EF4-FFF2-40B4-BE49-F238E27FC236}">
                      <a16:creationId xmlns:a16="http://schemas.microsoft.com/office/drawing/2014/main" id="{F86AF56E-7B9F-90D0-A7AB-4CC0FF258C80}"/>
                    </a:ext>
                  </a:extLst>
                </p:cNvPr>
                <p:cNvPicPr/>
                <p:nvPr/>
              </p:nvPicPr>
              <p:blipFill>
                <a:blip r:embed="rId20"/>
                <a:stretch>
                  <a:fillRect/>
                </a:stretch>
              </p:blipFill>
              <p:spPr>
                <a:xfrm>
                  <a:off x="9156113" y="157508"/>
                  <a:ext cx="5436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16F80CA0-5509-F810-9B0C-09AEA891A193}"/>
                    </a:ext>
                  </a:extLst>
                </p14:cNvPr>
                <p14:cNvContentPartPr/>
                <p14:nvPr/>
              </p14:nvContentPartPr>
              <p14:xfrm>
                <a:off x="9130913" y="197468"/>
                <a:ext cx="129960" cy="145800"/>
              </p14:xfrm>
            </p:contentPart>
          </mc:Choice>
          <mc:Fallback xmlns="">
            <p:pic>
              <p:nvPicPr>
                <p:cNvPr id="13" name="Ink 12">
                  <a:extLst>
                    <a:ext uri="{FF2B5EF4-FFF2-40B4-BE49-F238E27FC236}">
                      <a16:creationId xmlns:a16="http://schemas.microsoft.com/office/drawing/2014/main" id="{16F80CA0-5509-F810-9B0C-09AEA891A193}"/>
                    </a:ext>
                  </a:extLst>
                </p:cNvPr>
                <p:cNvPicPr/>
                <p:nvPr/>
              </p:nvPicPr>
              <p:blipFill>
                <a:blip r:embed="rId22"/>
                <a:stretch>
                  <a:fillRect/>
                </a:stretch>
              </p:blipFill>
              <p:spPr>
                <a:xfrm>
                  <a:off x="9122273" y="188828"/>
                  <a:ext cx="1476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E46C88A4-91CA-A143-AA5E-7931D0B84382}"/>
                    </a:ext>
                  </a:extLst>
                </p14:cNvPr>
                <p14:cNvContentPartPr/>
                <p14:nvPr/>
              </p14:nvContentPartPr>
              <p14:xfrm>
                <a:off x="8966033" y="502388"/>
                <a:ext cx="248400" cy="252000"/>
              </p14:xfrm>
            </p:contentPart>
          </mc:Choice>
          <mc:Fallback xmlns="">
            <p:pic>
              <p:nvPicPr>
                <p:cNvPr id="14" name="Ink 13">
                  <a:extLst>
                    <a:ext uri="{FF2B5EF4-FFF2-40B4-BE49-F238E27FC236}">
                      <a16:creationId xmlns:a16="http://schemas.microsoft.com/office/drawing/2014/main" id="{E46C88A4-91CA-A143-AA5E-7931D0B84382}"/>
                    </a:ext>
                  </a:extLst>
                </p:cNvPr>
                <p:cNvPicPr/>
                <p:nvPr/>
              </p:nvPicPr>
              <p:blipFill>
                <a:blip r:embed="rId24"/>
                <a:stretch>
                  <a:fillRect/>
                </a:stretch>
              </p:blipFill>
              <p:spPr>
                <a:xfrm>
                  <a:off x="8957393" y="493388"/>
                  <a:ext cx="26604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7463F3F-49AC-1567-3E1A-E55DAEC60B1C}"/>
                    </a:ext>
                  </a:extLst>
                </p14:cNvPr>
                <p14:cNvContentPartPr/>
                <p14:nvPr/>
              </p14:nvContentPartPr>
              <p14:xfrm>
                <a:off x="9095273" y="669788"/>
                <a:ext cx="92520" cy="4320"/>
              </p14:xfrm>
            </p:contentPart>
          </mc:Choice>
          <mc:Fallback xmlns="">
            <p:pic>
              <p:nvPicPr>
                <p:cNvPr id="15" name="Ink 14">
                  <a:extLst>
                    <a:ext uri="{FF2B5EF4-FFF2-40B4-BE49-F238E27FC236}">
                      <a16:creationId xmlns:a16="http://schemas.microsoft.com/office/drawing/2014/main" id="{B7463F3F-49AC-1567-3E1A-E55DAEC60B1C}"/>
                    </a:ext>
                  </a:extLst>
                </p:cNvPr>
                <p:cNvPicPr/>
                <p:nvPr/>
              </p:nvPicPr>
              <p:blipFill>
                <a:blip r:embed="rId26"/>
                <a:stretch>
                  <a:fillRect/>
                </a:stretch>
              </p:blipFill>
              <p:spPr>
                <a:xfrm>
                  <a:off x="9086633" y="661148"/>
                  <a:ext cx="11016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42392334-1920-82B8-E408-562B23ADB964}"/>
                    </a:ext>
                  </a:extLst>
                </p14:cNvPr>
                <p14:cNvContentPartPr/>
                <p14:nvPr/>
              </p14:nvContentPartPr>
              <p14:xfrm>
                <a:off x="9128033" y="644948"/>
                <a:ext cx="135360" cy="34920"/>
              </p14:xfrm>
            </p:contentPart>
          </mc:Choice>
          <mc:Fallback xmlns="">
            <p:pic>
              <p:nvPicPr>
                <p:cNvPr id="16" name="Ink 15">
                  <a:extLst>
                    <a:ext uri="{FF2B5EF4-FFF2-40B4-BE49-F238E27FC236}">
                      <a16:creationId xmlns:a16="http://schemas.microsoft.com/office/drawing/2014/main" id="{42392334-1920-82B8-E408-562B23ADB964}"/>
                    </a:ext>
                  </a:extLst>
                </p:cNvPr>
                <p:cNvPicPr/>
                <p:nvPr/>
              </p:nvPicPr>
              <p:blipFill>
                <a:blip r:embed="rId28"/>
                <a:stretch>
                  <a:fillRect/>
                </a:stretch>
              </p:blipFill>
              <p:spPr>
                <a:xfrm>
                  <a:off x="9119393" y="636308"/>
                  <a:ext cx="15300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38C43798-6340-1139-481E-EC71406E0F43}"/>
                    </a:ext>
                  </a:extLst>
                </p14:cNvPr>
                <p14:cNvContentPartPr/>
                <p14:nvPr/>
              </p14:nvContentPartPr>
              <p14:xfrm>
                <a:off x="9164033" y="566108"/>
                <a:ext cx="121320" cy="215280"/>
              </p14:xfrm>
            </p:contentPart>
          </mc:Choice>
          <mc:Fallback xmlns="">
            <p:pic>
              <p:nvPicPr>
                <p:cNvPr id="17" name="Ink 16">
                  <a:extLst>
                    <a:ext uri="{FF2B5EF4-FFF2-40B4-BE49-F238E27FC236}">
                      <a16:creationId xmlns:a16="http://schemas.microsoft.com/office/drawing/2014/main" id="{38C43798-6340-1139-481E-EC71406E0F43}"/>
                    </a:ext>
                  </a:extLst>
                </p:cNvPr>
                <p:cNvPicPr/>
                <p:nvPr/>
              </p:nvPicPr>
              <p:blipFill>
                <a:blip r:embed="rId30"/>
                <a:stretch>
                  <a:fillRect/>
                </a:stretch>
              </p:blipFill>
              <p:spPr>
                <a:xfrm>
                  <a:off x="9155393" y="557108"/>
                  <a:ext cx="13896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 name="Ink 18">
                  <a:extLst>
                    <a:ext uri="{FF2B5EF4-FFF2-40B4-BE49-F238E27FC236}">
                      <a16:creationId xmlns:a16="http://schemas.microsoft.com/office/drawing/2014/main" id="{DF414908-BD3E-7714-CA05-0C5570712710}"/>
                    </a:ext>
                  </a:extLst>
                </p14:cNvPr>
                <p14:cNvContentPartPr/>
                <p14:nvPr/>
              </p14:nvContentPartPr>
              <p14:xfrm>
                <a:off x="9429713" y="469988"/>
                <a:ext cx="277200" cy="28080"/>
              </p14:xfrm>
            </p:contentPart>
          </mc:Choice>
          <mc:Fallback xmlns="">
            <p:pic>
              <p:nvPicPr>
                <p:cNvPr id="19" name="Ink 18">
                  <a:extLst>
                    <a:ext uri="{FF2B5EF4-FFF2-40B4-BE49-F238E27FC236}">
                      <a16:creationId xmlns:a16="http://schemas.microsoft.com/office/drawing/2014/main" id="{DF414908-BD3E-7714-CA05-0C5570712710}"/>
                    </a:ext>
                  </a:extLst>
                </p:cNvPr>
                <p:cNvPicPr/>
                <p:nvPr/>
              </p:nvPicPr>
              <p:blipFill>
                <a:blip r:embed="rId32"/>
                <a:stretch>
                  <a:fillRect/>
                </a:stretch>
              </p:blipFill>
              <p:spPr>
                <a:xfrm>
                  <a:off x="9421073" y="461348"/>
                  <a:ext cx="29484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0" name="Ink 19">
                  <a:extLst>
                    <a:ext uri="{FF2B5EF4-FFF2-40B4-BE49-F238E27FC236}">
                      <a16:creationId xmlns:a16="http://schemas.microsoft.com/office/drawing/2014/main" id="{31FCC651-15DB-CAA9-017C-F98DBF587EE1}"/>
                    </a:ext>
                  </a:extLst>
                </p14:cNvPr>
                <p14:cNvContentPartPr/>
                <p14:nvPr/>
              </p14:nvContentPartPr>
              <p14:xfrm>
                <a:off x="9569393" y="320228"/>
                <a:ext cx="29880" cy="270360"/>
              </p14:xfrm>
            </p:contentPart>
          </mc:Choice>
          <mc:Fallback xmlns="">
            <p:pic>
              <p:nvPicPr>
                <p:cNvPr id="20" name="Ink 19">
                  <a:extLst>
                    <a:ext uri="{FF2B5EF4-FFF2-40B4-BE49-F238E27FC236}">
                      <a16:creationId xmlns:a16="http://schemas.microsoft.com/office/drawing/2014/main" id="{31FCC651-15DB-CAA9-017C-F98DBF587EE1}"/>
                    </a:ext>
                  </a:extLst>
                </p:cNvPr>
                <p:cNvPicPr/>
                <p:nvPr/>
              </p:nvPicPr>
              <p:blipFill>
                <a:blip r:embed="rId34"/>
                <a:stretch>
                  <a:fillRect/>
                </a:stretch>
              </p:blipFill>
              <p:spPr>
                <a:xfrm>
                  <a:off x="9560393" y="311588"/>
                  <a:ext cx="47520" cy="2880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1" name="Ink 20">
                  <a:extLst>
                    <a:ext uri="{FF2B5EF4-FFF2-40B4-BE49-F238E27FC236}">
                      <a16:creationId xmlns:a16="http://schemas.microsoft.com/office/drawing/2014/main" id="{EDABEA5F-13AE-1197-4794-5E3BB38ADC8F}"/>
                    </a:ext>
                  </a:extLst>
                </p14:cNvPr>
                <p14:cNvContentPartPr/>
                <p14:nvPr/>
              </p14:nvContentPartPr>
              <p14:xfrm>
                <a:off x="9851273" y="324908"/>
                <a:ext cx="111240" cy="248760"/>
              </p14:xfrm>
            </p:contentPart>
          </mc:Choice>
          <mc:Fallback xmlns="">
            <p:pic>
              <p:nvPicPr>
                <p:cNvPr id="21" name="Ink 20">
                  <a:extLst>
                    <a:ext uri="{FF2B5EF4-FFF2-40B4-BE49-F238E27FC236}">
                      <a16:creationId xmlns:a16="http://schemas.microsoft.com/office/drawing/2014/main" id="{EDABEA5F-13AE-1197-4794-5E3BB38ADC8F}"/>
                    </a:ext>
                  </a:extLst>
                </p:cNvPr>
                <p:cNvPicPr/>
                <p:nvPr/>
              </p:nvPicPr>
              <p:blipFill>
                <a:blip r:embed="rId36"/>
                <a:stretch>
                  <a:fillRect/>
                </a:stretch>
              </p:blipFill>
              <p:spPr>
                <a:xfrm>
                  <a:off x="9842633" y="316268"/>
                  <a:ext cx="1288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75A23285-951F-6CD9-A081-836F02830091}"/>
                    </a:ext>
                  </a:extLst>
                </p14:cNvPr>
                <p14:cNvContentPartPr/>
                <p14:nvPr/>
              </p14:nvContentPartPr>
              <p14:xfrm>
                <a:off x="9904913" y="371708"/>
                <a:ext cx="117360" cy="169920"/>
              </p14:xfrm>
            </p:contentPart>
          </mc:Choice>
          <mc:Fallback xmlns="">
            <p:pic>
              <p:nvPicPr>
                <p:cNvPr id="22" name="Ink 21">
                  <a:extLst>
                    <a:ext uri="{FF2B5EF4-FFF2-40B4-BE49-F238E27FC236}">
                      <a16:creationId xmlns:a16="http://schemas.microsoft.com/office/drawing/2014/main" id="{75A23285-951F-6CD9-A081-836F02830091}"/>
                    </a:ext>
                  </a:extLst>
                </p:cNvPr>
                <p:cNvPicPr/>
                <p:nvPr/>
              </p:nvPicPr>
              <p:blipFill>
                <a:blip r:embed="rId38"/>
                <a:stretch>
                  <a:fillRect/>
                </a:stretch>
              </p:blipFill>
              <p:spPr>
                <a:xfrm>
                  <a:off x="9896273" y="362708"/>
                  <a:ext cx="13500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3093BFE2-ECE5-754D-4B05-8C67ED12926C}"/>
                    </a:ext>
                  </a:extLst>
                </p14:cNvPr>
                <p14:cNvContentPartPr/>
                <p14:nvPr/>
              </p14:nvContentPartPr>
              <p14:xfrm>
                <a:off x="10103273" y="355148"/>
                <a:ext cx="163440" cy="240120"/>
              </p14:xfrm>
            </p:contentPart>
          </mc:Choice>
          <mc:Fallback xmlns="">
            <p:pic>
              <p:nvPicPr>
                <p:cNvPr id="23" name="Ink 22">
                  <a:extLst>
                    <a:ext uri="{FF2B5EF4-FFF2-40B4-BE49-F238E27FC236}">
                      <a16:creationId xmlns:a16="http://schemas.microsoft.com/office/drawing/2014/main" id="{3093BFE2-ECE5-754D-4B05-8C67ED12926C}"/>
                    </a:ext>
                  </a:extLst>
                </p:cNvPr>
                <p:cNvPicPr/>
                <p:nvPr/>
              </p:nvPicPr>
              <p:blipFill>
                <a:blip r:embed="rId40"/>
                <a:stretch>
                  <a:fillRect/>
                </a:stretch>
              </p:blipFill>
              <p:spPr>
                <a:xfrm>
                  <a:off x="10094633" y="346148"/>
                  <a:ext cx="18108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19FBF2C8-3BF7-F6FA-BE60-F5706A25BB7E}"/>
                    </a:ext>
                  </a:extLst>
                </p14:cNvPr>
                <p14:cNvContentPartPr/>
                <p14:nvPr/>
              </p14:nvContentPartPr>
              <p14:xfrm>
                <a:off x="10397033" y="370628"/>
                <a:ext cx="130680" cy="24480"/>
              </p14:xfrm>
            </p:contentPart>
          </mc:Choice>
          <mc:Fallback xmlns="">
            <p:pic>
              <p:nvPicPr>
                <p:cNvPr id="24" name="Ink 23">
                  <a:extLst>
                    <a:ext uri="{FF2B5EF4-FFF2-40B4-BE49-F238E27FC236}">
                      <a16:creationId xmlns:a16="http://schemas.microsoft.com/office/drawing/2014/main" id="{19FBF2C8-3BF7-F6FA-BE60-F5706A25BB7E}"/>
                    </a:ext>
                  </a:extLst>
                </p:cNvPr>
                <p:cNvPicPr/>
                <p:nvPr/>
              </p:nvPicPr>
              <p:blipFill>
                <a:blip r:embed="rId42"/>
                <a:stretch>
                  <a:fillRect/>
                </a:stretch>
              </p:blipFill>
              <p:spPr>
                <a:xfrm>
                  <a:off x="10388033" y="361988"/>
                  <a:ext cx="14832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0B3E66A3-A513-71E7-5A77-E70FB9570C76}"/>
                    </a:ext>
                  </a:extLst>
                </p14:cNvPr>
                <p14:cNvContentPartPr/>
                <p14:nvPr/>
              </p14:nvContentPartPr>
              <p14:xfrm>
                <a:off x="10403873" y="448388"/>
                <a:ext cx="163440" cy="34560"/>
              </p14:xfrm>
            </p:contentPart>
          </mc:Choice>
          <mc:Fallback xmlns="">
            <p:pic>
              <p:nvPicPr>
                <p:cNvPr id="25" name="Ink 24">
                  <a:extLst>
                    <a:ext uri="{FF2B5EF4-FFF2-40B4-BE49-F238E27FC236}">
                      <a16:creationId xmlns:a16="http://schemas.microsoft.com/office/drawing/2014/main" id="{0B3E66A3-A513-71E7-5A77-E70FB9570C76}"/>
                    </a:ext>
                  </a:extLst>
                </p:cNvPr>
                <p:cNvPicPr/>
                <p:nvPr/>
              </p:nvPicPr>
              <p:blipFill>
                <a:blip r:embed="rId44"/>
                <a:stretch>
                  <a:fillRect/>
                </a:stretch>
              </p:blipFill>
              <p:spPr>
                <a:xfrm>
                  <a:off x="10394873" y="439748"/>
                  <a:ext cx="18108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 name="Ink 25">
                  <a:extLst>
                    <a:ext uri="{FF2B5EF4-FFF2-40B4-BE49-F238E27FC236}">
                      <a16:creationId xmlns:a16="http://schemas.microsoft.com/office/drawing/2014/main" id="{F88C5400-7E9D-3FDE-9BB1-D020CAFCFE39}"/>
                    </a:ext>
                  </a:extLst>
                </p14:cNvPr>
                <p14:cNvContentPartPr/>
                <p14:nvPr/>
              </p14:nvContentPartPr>
              <p14:xfrm>
                <a:off x="10647593" y="313028"/>
                <a:ext cx="20520" cy="214200"/>
              </p14:xfrm>
            </p:contentPart>
          </mc:Choice>
          <mc:Fallback xmlns="">
            <p:pic>
              <p:nvPicPr>
                <p:cNvPr id="26" name="Ink 25">
                  <a:extLst>
                    <a:ext uri="{FF2B5EF4-FFF2-40B4-BE49-F238E27FC236}">
                      <a16:creationId xmlns:a16="http://schemas.microsoft.com/office/drawing/2014/main" id="{F88C5400-7E9D-3FDE-9BB1-D020CAFCFE39}"/>
                    </a:ext>
                  </a:extLst>
                </p:cNvPr>
                <p:cNvPicPr/>
                <p:nvPr/>
              </p:nvPicPr>
              <p:blipFill>
                <a:blip r:embed="rId46"/>
                <a:stretch>
                  <a:fillRect/>
                </a:stretch>
              </p:blipFill>
              <p:spPr>
                <a:xfrm>
                  <a:off x="10638593" y="304028"/>
                  <a:ext cx="381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7" name="Ink 26">
                  <a:extLst>
                    <a:ext uri="{FF2B5EF4-FFF2-40B4-BE49-F238E27FC236}">
                      <a16:creationId xmlns:a16="http://schemas.microsoft.com/office/drawing/2014/main" id="{BAEC3E7A-1B9F-7F1A-10A2-13BF1A971695}"/>
                    </a:ext>
                  </a:extLst>
                </p14:cNvPr>
                <p14:cNvContentPartPr/>
                <p14:nvPr/>
              </p14:nvContentPartPr>
              <p14:xfrm>
                <a:off x="10655873" y="280268"/>
                <a:ext cx="125640" cy="300960"/>
              </p14:xfrm>
            </p:contentPart>
          </mc:Choice>
          <mc:Fallback xmlns="">
            <p:pic>
              <p:nvPicPr>
                <p:cNvPr id="27" name="Ink 26">
                  <a:extLst>
                    <a:ext uri="{FF2B5EF4-FFF2-40B4-BE49-F238E27FC236}">
                      <a16:creationId xmlns:a16="http://schemas.microsoft.com/office/drawing/2014/main" id="{BAEC3E7A-1B9F-7F1A-10A2-13BF1A971695}"/>
                    </a:ext>
                  </a:extLst>
                </p:cNvPr>
                <p:cNvPicPr/>
                <p:nvPr/>
              </p:nvPicPr>
              <p:blipFill>
                <a:blip r:embed="rId48"/>
                <a:stretch>
                  <a:fillRect/>
                </a:stretch>
              </p:blipFill>
              <p:spPr>
                <a:xfrm>
                  <a:off x="10646873" y="271628"/>
                  <a:ext cx="14328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A1ACDF9F-B721-F353-DB27-22BB909A595A}"/>
                    </a:ext>
                  </a:extLst>
                </p14:cNvPr>
                <p14:cNvContentPartPr/>
                <p14:nvPr/>
              </p14:nvContentPartPr>
              <p14:xfrm>
                <a:off x="8710073" y="1114748"/>
                <a:ext cx="141840" cy="248760"/>
              </p14:xfrm>
            </p:contentPart>
          </mc:Choice>
          <mc:Fallback xmlns="">
            <p:pic>
              <p:nvPicPr>
                <p:cNvPr id="30" name="Ink 29">
                  <a:extLst>
                    <a:ext uri="{FF2B5EF4-FFF2-40B4-BE49-F238E27FC236}">
                      <a16:creationId xmlns:a16="http://schemas.microsoft.com/office/drawing/2014/main" id="{A1ACDF9F-B721-F353-DB27-22BB909A595A}"/>
                    </a:ext>
                  </a:extLst>
                </p:cNvPr>
                <p:cNvPicPr/>
                <p:nvPr/>
              </p:nvPicPr>
              <p:blipFill>
                <a:blip r:embed="rId50"/>
                <a:stretch>
                  <a:fillRect/>
                </a:stretch>
              </p:blipFill>
              <p:spPr>
                <a:xfrm>
                  <a:off x="8701073" y="1105748"/>
                  <a:ext cx="1594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227DEBDE-940F-041D-404D-517FD59333E8}"/>
                    </a:ext>
                  </a:extLst>
                </p14:cNvPr>
                <p14:cNvContentPartPr/>
                <p14:nvPr/>
              </p14:nvContentPartPr>
              <p14:xfrm>
                <a:off x="8741753" y="1117628"/>
                <a:ext cx="134280" cy="213840"/>
              </p14:xfrm>
            </p:contentPart>
          </mc:Choice>
          <mc:Fallback xmlns="">
            <p:pic>
              <p:nvPicPr>
                <p:cNvPr id="31" name="Ink 30">
                  <a:extLst>
                    <a:ext uri="{FF2B5EF4-FFF2-40B4-BE49-F238E27FC236}">
                      <a16:creationId xmlns:a16="http://schemas.microsoft.com/office/drawing/2014/main" id="{227DEBDE-940F-041D-404D-517FD59333E8}"/>
                    </a:ext>
                  </a:extLst>
                </p:cNvPr>
                <p:cNvPicPr/>
                <p:nvPr/>
              </p:nvPicPr>
              <p:blipFill>
                <a:blip r:embed="rId52"/>
                <a:stretch>
                  <a:fillRect/>
                </a:stretch>
              </p:blipFill>
              <p:spPr>
                <a:xfrm>
                  <a:off x="8732753" y="1108988"/>
                  <a:ext cx="15192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A4DD0E5A-D931-1BEB-8CF1-29FEA6E94001}"/>
                    </a:ext>
                  </a:extLst>
                </p14:cNvPr>
                <p14:cNvContentPartPr/>
                <p14:nvPr/>
              </p14:nvContentPartPr>
              <p14:xfrm>
                <a:off x="8899433" y="1134188"/>
                <a:ext cx="159120" cy="231120"/>
              </p14:xfrm>
            </p:contentPart>
          </mc:Choice>
          <mc:Fallback xmlns="">
            <p:pic>
              <p:nvPicPr>
                <p:cNvPr id="32" name="Ink 31">
                  <a:extLst>
                    <a:ext uri="{FF2B5EF4-FFF2-40B4-BE49-F238E27FC236}">
                      <a16:creationId xmlns:a16="http://schemas.microsoft.com/office/drawing/2014/main" id="{A4DD0E5A-D931-1BEB-8CF1-29FEA6E94001}"/>
                    </a:ext>
                  </a:extLst>
                </p:cNvPr>
                <p:cNvPicPr/>
                <p:nvPr/>
              </p:nvPicPr>
              <p:blipFill>
                <a:blip r:embed="rId54"/>
                <a:stretch>
                  <a:fillRect/>
                </a:stretch>
              </p:blipFill>
              <p:spPr>
                <a:xfrm>
                  <a:off x="8890433" y="1125188"/>
                  <a:ext cx="17676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1E8A84DC-9266-293E-F683-95C7C8DA6401}"/>
                    </a:ext>
                  </a:extLst>
                </p14:cNvPr>
                <p14:cNvContentPartPr/>
                <p14:nvPr/>
              </p14:nvContentPartPr>
              <p14:xfrm>
                <a:off x="8958113" y="1141028"/>
                <a:ext cx="254880" cy="250200"/>
              </p14:xfrm>
            </p:contentPart>
          </mc:Choice>
          <mc:Fallback xmlns="">
            <p:pic>
              <p:nvPicPr>
                <p:cNvPr id="33" name="Ink 32">
                  <a:extLst>
                    <a:ext uri="{FF2B5EF4-FFF2-40B4-BE49-F238E27FC236}">
                      <a16:creationId xmlns:a16="http://schemas.microsoft.com/office/drawing/2014/main" id="{1E8A84DC-9266-293E-F683-95C7C8DA6401}"/>
                    </a:ext>
                  </a:extLst>
                </p:cNvPr>
                <p:cNvPicPr/>
                <p:nvPr/>
              </p:nvPicPr>
              <p:blipFill>
                <a:blip r:embed="rId56"/>
                <a:stretch>
                  <a:fillRect/>
                </a:stretch>
              </p:blipFill>
              <p:spPr>
                <a:xfrm>
                  <a:off x="8949113" y="1132028"/>
                  <a:ext cx="2725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 name="Ink 33">
                  <a:extLst>
                    <a:ext uri="{FF2B5EF4-FFF2-40B4-BE49-F238E27FC236}">
                      <a16:creationId xmlns:a16="http://schemas.microsoft.com/office/drawing/2014/main" id="{1678CA47-89F2-9445-082D-F304BE642623}"/>
                    </a:ext>
                  </a:extLst>
                </p14:cNvPr>
                <p14:cNvContentPartPr/>
                <p14:nvPr/>
              </p14:nvContentPartPr>
              <p14:xfrm>
                <a:off x="9256553" y="1130588"/>
                <a:ext cx="140760" cy="34200"/>
              </p14:xfrm>
            </p:contentPart>
          </mc:Choice>
          <mc:Fallback xmlns="">
            <p:pic>
              <p:nvPicPr>
                <p:cNvPr id="34" name="Ink 33">
                  <a:extLst>
                    <a:ext uri="{FF2B5EF4-FFF2-40B4-BE49-F238E27FC236}">
                      <a16:creationId xmlns:a16="http://schemas.microsoft.com/office/drawing/2014/main" id="{1678CA47-89F2-9445-082D-F304BE642623}"/>
                    </a:ext>
                  </a:extLst>
                </p:cNvPr>
                <p:cNvPicPr/>
                <p:nvPr/>
              </p:nvPicPr>
              <p:blipFill>
                <a:blip r:embed="rId58"/>
                <a:stretch>
                  <a:fillRect/>
                </a:stretch>
              </p:blipFill>
              <p:spPr>
                <a:xfrm>
                  <a:off x="9247913" y="1121948"/>
                  <a:ext cx="15840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5" name="Ink 34">
                  <a:extLst>
                    <a:ext uri="{FF2B5EF4-FFF2-40B4-BE49-F238E27FC236}">
                      <a16:creationId xmlns:a16="http://schemas.microsoft.com/office/drawing/2014/main" id="{C2F4E635-436B-1DA1-09CB-21D10305BCFC}"/>
                    </a:ext>
                  </a:extLst>
                </p14:cNvPr>
                <p14:cNvContentPartPr/>
                <p14:nvPr/>
              </p14:nvContentPartPr>
              <p14:xfrm>
                <a:off x="9250793" y="1226348"/>
                <a:ext cx="184680" cy="14040"/>
              </p14:xfrm>
            </p:contentPart>
          </mc:Choice>
          <mc:Fallback xmlns="">
            <p:pic>
              <p:nvPicPr>
                <p:cNvPr id="35" name="Ink 34">
                  <a:extLst>
                    <a:ext uri="{FF2B5EF4-FFF2-40B4-BE49-F238E27FC236}">
                      <a16:creationId xmlns:a16="http://schemas.microsoft.com/office/drawing/2014/main" id="{C2F4E635-436B-1DA1-09CB-21D10305BCFC}"/>
                    </a:ext>
                  </a:extLst>
                </p:cNvPr>
                <p:cNvPicPr/>
                <p:nvPr/>
              </p:nvPicPr>
              <p:blipFill>
                <a:blip r:embed="rId60"/>
                <a:stretch>
                  <a:fillRect/>
                </a:stretch>
              </p:blipFill>
              <p:spPr>
                <a:xfrm>
                  <a:off x="9241793" y="1217348"/>
                  <a:ext cx="2023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A689A139-02BC-67C7-970A-BBDF3C1E0186}"/>
                    </a:ext>
                  </a:extLst>
                </p14:cNvPr>
                <p14:cNvContentPartPr/>
                <p14:nvPr/>
              </p14:nvContentPartPr>
              <p14:xfrm>
                <a:off x="9583073" y="1184228"/>
                <a:ext cx="346320" cy="12960"/>
              </p14:xfrm>
            </p:contentPart>
          </mc:Choice>
          <mc:Fallback xmlns="">
            <p:pic>
              <p:nvPicPr>
                <p:cNvPr id="37" name="Ink 36">
                  <a:extLst>
                    <a:ext uri="{FF2B5EF4-FFF2-40B4-BE49-F238E27FC236}">
                      <a16:creationId xmlns:a16="http://schemas.microsoft.com/office/drawing/2014/main" id="{A689A139-02BC-67C7-970A-BBDF3C1E0186}"/>
                    </a:ext>
                  </a:extLst>
                </p:cNvPr>
                <p:cNvPicPr/>
                <p:nvPr/>
              </p:nvPicPr>
              <p:blipFill>
                <a:blip r:embed="rId62"/>
                <a:stretch>
                  <a:fillRect/>
                </a:stretch>
              </p:blipFill>
              <p:spPr>
                <a:xfrm>
                  <a:off x="9574433" y="1175228"/>
                  <a:ext cx="363960" cy="30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FF744AF8-D23E-07E8-008F-1AC59774F87E}"/>
                    </a:ext>
                  </a:extLst>
                </p14:cNvPr>
                <p14:cNvContentPartPr/>
                <p14:nvPr/>
              </p14:nvContentPartPr>
              <p14:xfrm>
                <a:off x="9613673" y="861308"/>
                <a:ext cx="47160" cy="192240"/>
              </p14:xfrm>
            </p:contentPart>
          </mc:Choice>
          <mc:Fallback xmlns="">
            <p:pic>
              <p:nvPicPr>
                <p:cNvPr id="38" name="Ink 37">
                  <a:extLst>
                    <a:ext uri="{FF2B5EF4-FFF2-40B4-BE49-F238E27FC236}">
                      <a16:creationId xmlns:a16="http://schemas.microsoft.com/office/drawing/2014/main" id="{FF744AF8-D23E-07E8-008F-1AC59774F87E}"/>
                    </a:ext>
                  </a:extLst>
                </p:cNvPr>
                <p:cNvPicPr/>
                <p:nvPr/>
              </p:nvPicPr>
              <p:blipFill>
                <a:blip r:embed="rId64"/>
                <a:stretch>
                  <a:fillRect/>
                </a:stretch>
              </p:blipFill>
              <p:spPr>
                <a:xfrm>
                  <a:off x="9605033" y="852308"/>
                  <a:ext cx="6480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9" name="Ink 38">
                  <a:extLst>
                    <a:ext uri="{FF2B5EF4-FFF2-40B4-BE49-F238E27FC236}">
                      <a16:creationId xmlns:a16="http://schemas.microsoft.com/office/drawing/2014/main" id="{D1B4ED22-F8EA-9F8A-7254-D4A5BB0D7759}"/>
                    </a:ext>
                  </a:extLst>
                </p14:cNvPr>
                <p14:cNvContentPartPr/>
                <p14:nvPr/>
              </p14:nvContentPartPr>
              <p14:xfrm>
                <a:off x="9642473" y="795788"/>
                <a:ext cx="100080" cy="289800"/>
              </p14:xfrm>
            </p:contentPart>
          </mc:Choice>
          <mc:Fallback xmlns="">
            <p:pic>
              <p:nvPicPr>
                <p:cNvPr id="39" name="Ink 38">
                  <a:extLst>
                    <a:ext uri="{FF2B5EF4-FFF2-40B4-BE49-F238E27FC236}">
                      <a16:creationId xmlns:a16="http://schemas.microsoft.com/office/drawing/2014/main" id="{D1B4ED22-F8EA-9F8A-7254-D4A5BB0D7759}"/>
                    </a:ext>
                  </a:extLst>
                </p:cNvPr>
                <p:cNvPicPr/>
                <p:nvPr/>
              </p:nvPicPr>
              <p:blipFill>
                <a:blip r:embed="rId66"/>
                <a:stretch>
                  <a:fillRect/>
                </a:stretch>
              </p:blipFill>
              <p:spPr>
                <a:xfrm>
                  <a:off x="9633473" y="787148"/>
                  <a:ext cx="117720" cy="307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0" name="Ink 39">
                  <a:extLst>
                    <a:ext uri="{FF2B5EF4-FFF2-40B4-BE49-F238E27FC236}">
                      <a16:creationId xmlns:a16="http://schemas.microsoft.com/office/drawing/2014/main" id="{57412A45-D9C5-8AA7-AFAE-A2DFD6937012}"/>
                    </a:ext>
                  </a:extLst>
                </p14:cNvPr>
                <p14:cNvContentPartPr/>
                <p14:nvPr/>
              </p14:nvContentPartPr>
              <p14:xfrm>
                <a:off x="9659393" y="1238588"/>
                <a:ext cx="67680" cy="180360"/>
              </p14:xfrm>
            </p:contentPart>
          </mc:Choice>
          <mc:Fallback xmlns="">
            <p:pic>
              <p:nvPicPr>
                <p:cNvPr id="40" name="Ink 39">
                  <a:extLst>
                    <a:ext uri="{FF2B5EF4-FFF2-40B4-BE49-F238E27FC236}">
                      <a16:creationId xmlns:a16="http://schemas.microsoft.com/office/drawing/2014/main" id="{57412A45-D9C5-8AA7-AFAE-A2DFD6937012}"/>
                    </a:ext>
                  </a:extLst>
                </p:cNvPr>
                <p:cNvPicPr/>
                <p:nvPr/>
              </p:nvPicPr>
              <p:blipFill>
                <a:blip r:embed="rId68"/>
                <a:stretch>
                  <a:fillRect/>
                </a:stretch>
              </p:blipFill>
              <p:spPr>
                <a:xfrm>
                  <a:off x="9650393" y="1229588"/>
                  <a:ext cx="8532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1" name="Ink 40">
                  <a:extLst>
                    <a:ext uri="{FF2B5EF4-FFF2-40B4-BE49-F238E27FC236}">
                      <a16:creationId xmlns:a16="http://schemas.microsoft.com/office/drawing/2014/main" id="{AC7BEE61-F95A-DB4A-5FF0-F94A31E94F42}"/>
                    </a:ext>
                  </a:extLst>
                </p14:cNvPr>
                <p14:cNvContentPartPr/>
                <p14:nvPr/>
              </p14:nvContentPartPr>
              <p14:xfrm>
                <a:off x="9678473" y="1237148"/>
                <a:ext cx="98280" cy="183240"/>
              </p14:xfrm>
            </p:contentPart>
          </mc:Choice>
          <mc:Fallback xmlns="">
            <p:pic>
              <p:nvPicPr>
                <p:cNvPr id="41" name="Ink 40">
                  <a:extLst>
                    <a:ext uri="{FF2B5EF4-FFF2-40B4-BE49-F238E27FC236}">
                      <a16:creationId xmlns:a16="http://schemas.microsoft.com/office/drawing/2014/main" id="{AC7BEE61-F95A-DB4A-5FF0-F94A31E94F42}"/>
                    </a:ext>
                  </a:extLst>
                </p:cNvPr>
                <p:cNvPicPr/>
                <p:nvPr/>
              </p:nvPicPr>
              <p:blipFill>
                <a:blip r:embed="rId70"/>
                <a:stretch>
                  <a:fillRect/>
                </a:stretch>
              </p:blipFill>
              <p:spPr>
                <a:xfrm>
                  <a:off x="9669473" y="1228508"/>
                  <a:ext cx="1159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3" name="Ink 42">
                  <a:extLst>
                    <a:ext uri="{FF2B5EF4-FFF2-40B4-BE49-F238E27FC236}">
                      <a16:creationId xmlns:a16="http://schemas.microsoft.com/office/drawing/2014/main" id="{AB4DA341-702F-1784-9AE0-894F552EB1AF}"/>
                    </a:ext>
                  </a:extLst>
                </p14:cNvPr>
                <p14:cNvContentPartPr/>
                <p14:nvPr/>
              </p14:nvContentPartPr>
              <p14:xfrm>
                <a:off x="9915353" y="1100708"/>
                <a:ext cx="195840" cy="26280"/>
              </p14:xfrm>
            </p:contentPart>
          </mc:Choice>
          <mc:Fallback xmlns="">
            <p:pic>
              <p:nvPicPr>
                <p:cNvPr id="43" name="Ink 42">
                  <a:extLst>
                    <a:ext uri="{FF2B5EF4-FFF2-40B4-BE49-F238E27FC236}">
                      <a16:creationId xmlns:a16="http://schemas.microsoft.com/office/drawing/2014/main" id="{AB4DA341-702F-1784-9AE0-894F552EB1AF}"/>
                    </a:ext>
                  </a:extLst>
                </p:cNvPr>
                <p:cNvPicPr/>
                <p:nvPr/>
              </p:nvPicPr>
              <p:blipFill>
                <a:blip r:embed="rId72"/>
                <a:stretch>
                  <a:fillRect/>
                </a:stretch>
              </p:blipFill>
              <p:spPr>
                <a:xfrm>
                  <a:off x="9906353" y="1091708"/>
                  <a:ext cx="2134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4" name="Ink 43">
                  <a:extLst>
                    <a:ext uri="{FF2B5EF4-FFF2-40B4-BE49-F238E27FC236}">
                      <a16:creationId xmlns:a16="http://schemas.microsoft.com/office/drawing/2014/main" id="{CDF6D50B-0D71-D38C-A53D-1272387D1EB2}"/>
                    </a:ext>
                  </a:extLst>
                </p14:cNvPr>
                <p14:cNvContentPartPr/>
                <p14:nvPr/>
              </p14:nvContentPartPr>
              <p14:xfrm>
                <a:off x="10006433" y="985868"/>
                <a:ext cx="13680" cy="329760"/>
              </p14:xfrm>
            </p:contentPart>
          </mc:Choice>
          <mc:Fallback xmlns="">
            <p:pic>
              <p:nvPicPr>
                <p:cNvPr id="44" name="Ink 43">
                  <a:extLst>
                    <a:ext uri="{FF2B5EF4-FFF2-40B4-BE49-F238E27FC236}">
                      <a16:creationId xmlns:a16="http://schemas.microsoft.com/office/drawing/2014/main" id="{CDF6D50B-0D71-D38C-A53D-1272387D1EB2}"/>
                    </a:ext>
                  </a:extLst>
                </p:cNvPr>
                <p:cNvPicPr/>
                <p:nvPr/>
              </p:nvPicPr>
              <p:blipFill>
                <a:blip r:embed="rId74"/>
                <a:stretch>
                  <a:fillRect/>
                </a:stretch>
              </p:blipFill>
              <p:spPr>
                <a:xfrm>
                  <a:off x="9997793" y="976868"/>
                  <a:ext cx="3132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6" name="Ink 45">
                  <a:extLst>
                    <a:ext uri="{FF2B5EF4-FFF2-40B4-BE49-F238E27FC236}">
                      <a16:creationId xmlns:a16="http://schemas.microsoft.com/office/drawing/2014/main" id="{0D7AED44-2BCE-DED6-541C-2F1CFCE69E72}"/>
                    </a:ext>
                  </a:extLst>
                </p14:cNvPr>
                <p14:cNvContentPartPr/>
                <p14:nvPr/>
              </p14:nvContentPartPr>
              <p14:xfrm>
                <a:off x="10197593" y="946988"/>
                <a:ext cx="101880" cy="322920"/>
              </p14:xfrm>
            </p:contentPart>
          </mc:Choice>
          <mc:Fallback xmlns="">
            <p:pic>
              <p:nvPicPr>
                <p:cNvPr id="46" name="Ink 45">
                  <a:extLst>
                    <a:ext uri="{FF2B5EF4-FFF2-40B4-BE49-F238E27FC236}">
                      <a16:creationId xmlns:a16="http://schemas.microsoft.com/office/drawing/2014/main" id="{0D7AED44-2BCE-DED6-541C-2F1CFCE69E72}"/>
                    </a:ext>
                  </a:extLst>
                </p:cNvPr>
                <p:cNvPicPr/>
                <p:nvPr/>
              </p:nvPicPr>
              <p:blipFill>
                <a:blip r:embed="rId76"/>
                <a:stretch>
                  <a:fillRect/>
                </a:stretch>
              </p:blipFill>
              <p:spPr>
                <a:xfrm>
                  <a:off x="10188953" y="938348"/>
                  <a:ext cx="119520" cy="3405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7" name="Ink 46">
                  <a:extLst>
                    <a:ext uri="{FF2B5EF4-FFF2-40B4-BE49-F238E27FC236}">
                      <a16:creationId xmlns:a16="http://schemas.microsoft.com/office/drawing/2014/main" id="{22F72009-C8C0-CFB4-4804-02CE3E1FA3A3}"/>
                    </a:ext>
                  </a:extLst>
                </p14:cNvPr>
                <p14:cNvContentPartPr/>
                <p14:nvPr/>
              </p14:nvContentPartPr>
              <p14:xfrm>
                <a:off x="10304513" y="1035548"/>
                <a:ext cx="60120" cy="142560"/>
              </p14:xfrm>
            </p:contentPart>
          </mc:Choice>
          <mc:Fallback xmlns="">
            <p:pic>
              <p:nvPicPr>
                <p:cNvPr id="47" name="Ink 46">
                  <a:extLst>
                    <a:ext uri="{FF2B5EF4-FFF2-40B4-BE49-F238E27FC236}">
                      <a16:creationId xmlns:a16="http://schemas.microsoft.com/office/drawing/2014/main" id="{22F72009-C8C0-CFB4-4804-02CE3E1FA3A3}"/>
                    </a:ext>
                  </a:extLst>
                </p:cNvPr>
                <p:cNvPicPr/>
                <p:nvPr/>
              </p:nvPicPr>
              <p:blipFill>
                <a:blip r:embed="rId78"/>
                <a:stretch>
                  <a:fillRect/>
                </a:stretch>
              </p:blipFill>
              <p:spPr>
                <a:xfrm>
                  <a:off x="10295513" y="1026908"/>
                  <a:ext cx="77760" cy="1602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8" name="Ink 47">
                  <a:extLst>
                    <a:ext uri="{FF2B5EF4-FFF2-40B4-BE49-F238E27FC236}">
                      <a16:creationId xmlns:a16="http://schemas.microsoft.com/office/drawing/2014/main" id="{7CF9BF62-E80A-F9D9-5338-2AA3BBAD6D32}"/>
                    </a:ext>
                  </a:extLst>
                </p14:cNvPr>
                <p14:cNvContentPartPr/>
                <p14:nvPr/>
              </p14:nvContentPartPr>
              <p14:xfrm>
                <a:off x="10257353" y="1035548"/>
                <a:ext cx="124920" cy="234000"/>
              </p14:xfrm>
            </p:contentPart>
          </mc:Choice>
          <mc:Fallback xmlns="">
            <p:pic>
              <p:nvPicPr>
                <p:cNvPr id="48" name="Ink 47">
                  <a:extLst>
                    <a:ext uri="{FF2B5EF4-FFF2-40B4-BE49-F238E27FC236}">
                      <a16:creationId xmlns:a16="http://schemas.microsoft.com/office/drawing/2014/main" id="{7CF9BF62-E80A-F9D9-5338-2AA3BBAD6D32}"/>
                    </a:ext>
                  </a:extLst>
                </p:cNvPr>
                <p:cNvPicPr/>
                <p:nvPr/>
              </p:nvPicPr>
              <p:blipFill>
                <a:blip r:embed="rId80"/>
                <a:stretch>
                  <a:fillRect/>
                </a:stretch>
              </p:blipFill>
              <p:spPr>
                <a:xfrm>
                  <a:off x="10248353" y="1026548"/>
                  <a:ext cx="142560" cy="25164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9" name="Ink 48">
                  <a:extLst>
                    <a:ext uri="{FF2B5EF4-FFF2-40B4-BE49-F238E27FC236}">
                      <a16:creationId xmlns:a16="http://schemas.microsoft.com/office/drawing/2014/main" id="{B71DA19F-597D-ABA3-BF7A-6C0D6F52D95B}"/>
                    </a:ext>
                  </a:extLst>
                </p14:cNvPr>
                <p14:cNvContentPartPr/>
                <p14:nvPr/>
              </p14:nvContentPartPr>
              <p14:xfrm>
                <a:off x="10410353" y="993428"/>
                <a:ext cx="146880" cy="212760"/>
              </p14:xfrm>
            </p:contentPart>
          </mc:Choice>
          <mc:Fallback xmlns="">
            <p:pic>
              <p:nvPicPr>
                <p:cNvPr id="49" name="Ink 48">
                  <a:extLst>
                    <a:ext uri="{FF2B5EF4-FFF2-40B4-BE49-F238E27FC236}">
                      <a16:creationId xmlns:a16="http://schemas.microsoft.com/office/drawing/2014/main" id="{B71DA19F-597D-ABA3-BF7A-6C0D6F52D95B}"/>
                    </a:ext>
                  </a:extLst>
                </p:cNvPr>
                <p:cNvPicPr/>
                <p:nvPr/>
              </p:nvPicPr>
              <p:blipFill>
                <a:blip r:embed="rId82"/>
                <a:stretch>
                  <a:fillRect/>
                </a:stretch>
              </p:blipFill>
              <p:spPr>
                <a:xfrm>
                  <a:off x="10401713" y="984428"/>
                  <a:ext cx="16452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0" name="Ink 49">
                  <a:extLst>
                    <a:ext uri="{FF2B5EF4-FFF2-40B4-BE49-F238E27FC236}">
                      <a16:creationId xmlns:a16="http://schemas.microsoft.com/office/drawing/2014/main" id="{2CC86C0F-14A9-5381-0638-FBE9ED600769}"/>
                    </a:ext>
                  </a:extLst>
                </p14:cNvPr>
                <p14:cNvContentPartPr/>
                <p14:nvPr/>
              </p14:nvContentPartPr>
              <p14:xfrm>
                <a:off x="10587833" y="1019708"/>
                <a:ext cx="50400" cy="218160"/>
              </p14:xfrm>
            </p:contentPart>
          </mc:Choice>
          <mc:Fallback xmlns="">
            <p:pic>
              <p:nvPicPr>
                <p:cNvPr id="50" name="Ink 49">
                  <a:extLst>
                    <a:ext uri="{FF2B5EF4-FFF2-40B4-BE49-F238E27FC236}">
                      <a16:creationId xmlns:a16="http://schemas.microsoft.com/office/drawing/2014/main" id="{2CC86C0F-14A9-5381-0638-FBE9ED600769}"/>
                    </a:ext>
                  </a:extLst>
                </p:cNvPr>
                <p:cNvPicPr/>
                <p:nvPr/>
              </p:nvPicPr>
              <p:blipFill>
                <a:blip r:embed="rId84"/>
                <a:stretch>
                  <a:fillRect/>
                </a:stretch>
              </p:blipFill>
              <p:spPr>
                <a:xfrm>
                  <a:off x="10578833" y="1011068"/>
                  <a:ext cx="6804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1" name="Ink 50">
                  <a:extLst>
                    <a:ext uri="{FF2B5EF4-FFF2-40B4-BE49-F238E27FC236}">
                      <a16:creationId xmlns:a16="http://schemas.microsoft.com/office/drawing/2014/main" id="{86E300A9-C611-A06A-8092-3DBDCC96027E}"/>
                    </a:ext>
                  </a:extLst>
                </p14:cNvPr>
                <p14:cNvContentPartPr/>
                <p14:nvPr/>
              </p14:nvContentPartPr>
              <p14:xfrm>
                <a:off x="10688633" y="1139948"/>
                <a:ext cx="113400" cy="41400"/>
              </p14:xfrm>
            </p:contentPart>
          </mc:Choice>
          <mc:Fallback xmlns="">
            <p:pic>
              <p:nvPicPr>
                <p:cNvPr id="51" name="Ink 50">
                  <a:extLst>
                    <a:ext uri="{FF2B5EF4-FFF2-40B4-BE49-F238E27FC236}">
                      <a16:creationId xmlns:a16="http://schemas.microsoft.com/office/drawing/2014/main" id="{86E300A9-C611-A06A-8092-3DBDCC96027E}"/>
                    </a:ext>
                  </a:extLst>
                </p:cNvPr>
                <p:cNvPicPr/>
                <p:nvPr/>
              </p:nvPicPr>
              <p:blipFill>
                <a:blip r:embed="rId86"/>
                <a:stretch>
                  <a:fillRect/>
                </a:stretch>
              </p:blipFill>
              <p:spPr>
                <a:xfrm>
                  <a:off x="10679993" y="1130948"/>
                  <a:ext cx="13104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2" name="Ink 51">
                  <a:extLst>
                    <a:ext uri="{FF2B5EF4-FFF2-40B4-BE49-F238E27FC236}">
                      <a16:creationId xmlns:a16="http://schemas.microsoft.com/office/drawing/2014/main" id="{42F38677-E276-A600-976F-3FEFAAC8348A}"/>
                    </a:ext>
                  </a:extLst>
                </p14:cNvPr>
                <p14:cNvContentPartPr/>
                <p14:nvPr/>
              </p14:nvContentPartPr>
              <p14:xfrm>
                <a:off x="10851713" y="1159028"/>
                <a:ext cx="252360" cy="13680"/>
              </p14:xfrm>
            </p:contentPart>
          </mc:Choice>
          <mc:Fallback xmlns="">
            <p:pic>
              <p:nvPicPr>
                <p:cNvPr id="52" name="Ink 51">
                  <a:extLst>
                    <a:ext uri="{FF2B5EF4-FFF2-40B4-BE49-F238E27FC236}">
                      <a16:creationId xmlns:a16="http://schemas.microsoft.com/office/drawing/2014/main" id="{42F38677-E276-A600-976F-3FEFAAC8348A}"/>
                    </a:ext>
                  </a:extLst>
                </p:cNvPr>
                <p:cNvPicPr/>
                <p:nvPr/>
              </p:nvPicPr>
              <p:blipFill>
                <a:blip r:embed="rId88"/>
                <a:stretch>
                  <a:fillRect/>
                </a:stretch>
              </p:blipFill>
              <p:spPr>
                <a:xfrm>
                  <a:off x="10843073" y="1150388"/>
                  <a:ext cx="27000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3" name="Ink 52">
                  <a:extLst>
                    <a:ext uri="{FF2B5EF4-FFF2-40B4-BE49-F238E27FC236}">
                      <a16:creationId xmlns:a16="http://schemas.microsoft.com/office/drawing/2014/main" id="{8E1F5B9E-0D6E-9B6D-1768-9FC71F6DFC31}"/>
                    </a:ext>
                  </a:extLst>
                </p14:cNvPr>
                <p14:cNvContentPartPr/>
                <p14:nvPr/>
              </p14:nvContentPartPr>
              <p14:xfrm>
                <a:off x="10921913" y="905228"/>
                <a:ext cx="50760" cy="156960"/>
              </p14:xfrm>
            </p:contentPart>
          </mc:Choice>
          <mc:Fallback xmlns="">
            <p:pic>
              <p:nvPicPr>
                <p:cNvPr id="53" name="Ink 52">
                  <a:extLst>
                    <a:ext uri="{FF2B5EF4-FFF2-40B4-BE49-F238E27FC236}">
                      <a16:creationId xmlns:a16="http://schemas.microsoft.com/office/drawing/2014/main" id="{8E1F5B9E-0D6E-9B6D-1768-9FC71F6DFC31}"/>
                    </a:ext>
                  </a:extLst>
                </p:cNvPr>
                <p:cNvPicPr/>
                <p:nvPr/>
              </p:nvPicPr>
              <p:blipFill>
                <a:blip r:embed="rId90"/>
                <a:stretch>
                  <a:fillRect/>
                </a:stretch>
              </p:blipFill>
              <p:spPr>
                <a:xfrm>
                  <a:off x="10913273" y="896228"/>
                  <a:ext cx="68400" cy="17460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4" name="Ink 53">
                  <a:extLst>
                    <a:ext uri="{FF2B5EF4-FFF2-40B4-BE49-F238E27FC236}">
                      <a16:creationId xmlns:a16="http://schemas.microsoft.com/office/drawing/2014/main" id="{5EBD0342-25A8-BACC-7290-898085046A3B}"/>
                    </a:ext>
                  </a:extLst>
                </p14:cNvPr>
                <p14:cNvContentPartPr/>
                <p14:nvPr/>
              </p14:nvContentPartPr>
              <p14:xfrm>
                <a:off x="10939553" y="860948"/>
                <a:ext cx="118440" cy="241200"/>
              </p14:xfrm>
            </p:contentPart>
          </mc:Choice>
          <mc:Fallback xmlns="">
            <p:pic>
              <p:nvPicPr>
                <p:cNvPr id="54" name="Ink 53">
                  <a:extLst>
                    <a:ext uri="{FF2B5EF4-FFF2-40B4-BE49-F238E27FC236}">
                      <a16:creationId xmlns:a16="http://schemas.microsoft.com/office/drawing/2014/main" id="{5EBD0342-25A8-BACC-7290-898085046A3B}"/>
                    </a:ext>
                  </a:extLst>
                </p:cNvPr>
                <p:cNvPicPr/>
                <p:nvPr/>
              </p:nvPicPr>
              <p:blipFill>
                <a:blip r:embed="rId92"/>
                <a:stretch>
                  <a:fillRect/>
                </a:stretch>
              </p:blipFill>
              <p:spPr>
                <a:xfrm>
                  <a:off x="10930553" y="852308"/>
                  <a:ext cx="13608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5" name="Ink 54">
                  <a:extLst>
                    <a:ext uri="{FF2B5EF4-FFF2-40B4-BE49-F238E27FC236}">
                      <a16:creationId xmlns:a16="http://schemas.microsoft.com/office/drawing/2014/main" id="{25E07FF3-1B5C-84DC-FF05-D95F7F057EAA}"/>
                    </a:ext>
                  </a:extLst>
                </p14:cNvPr>
                <p14:cNvContentPartPr/>
                <p14:nvPr/>
              </p14:nvContentPartPr>
              <p14:xfrm>
                <a:off x="10875113" y="1169108"/>
                <a:ext cx="126720" cy="192960"/>
              </p14:xfrm>
            </p:contentPart>
          </mc:Choice>
          <mc:Fallback xmlns="">
            <p:pic>
              <p:nvPicPr>
                <p:cNvPr id="55" name="Ink 54">
                  <a:extLst>
                    <a:ext uri="{FF2B5EF4-FFF2-40B4-BE49-F238E27FC236}">
                      <a16:creationId xmlns:a16="http://schemas.microsoft.com/office/drawing/2014/main" id="{25E07FF3-1B5C-84DC-FF05-D95F7F057EAA}"/>
                    </a:ext>
                  </a:extLst>
                </p:cNvPr>
                <p:cNvPicPr/>
                <p:nvPr/>
              </p:nvPicPr>
              <p:blipFill>
                <a:blip r:embed="rId94"/>
                <a:stretch>
                  <a:fillRect/>
                </a:stretch>
              </p:blipFill>
              <p:spPr>
                <a:xfrm>
                  <a:off x="10866113" y="1160468"/>
                  <a:ext cx="14436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6" name="Ink 55">
                  <a:extLst>
                    <a:ext uri="{FF2B5EF4-FFF2-40B4-BE49-F238E27FC236}">
                      <a16:creationId xmlns:a16="http://schemas.microsoft.com/office/drawing/2014/main" id="{82250540-D150-E19A-09FF-0E093C087272}"/>
                    </a:ext>
                  </a:extLst>
                </p14:cNvPr>
                <p14:cNvContentPartPr/>
                <p14:nvPr/>
              </p14:nvContentPartPr>
              <p14:xfrm>
                <a:off x="10911833" y="1311668"/>
                <a:ext cx="21600" cy="5400"/>
              </p14:xfrm>
            </p:contentPart>
          </mc:Choice>
          <mc:Fallback xmlns="">
            <p:pic>
              <p:nvPicPr>
                <p:cNvPr id="56" name="Ink 55">
                  <a:extLst>
                    <a:ext uri="{FF2B5EF4-FFF2-40B4-BE49-F238E27FC236}">
                      <a16:creationId xmlns:a16="http://schemas.microsoft.com/office/drawing/2014/main" id="{82250540-D150-E19A-09FF-0E093C087272}"/>
                    </a:ext>
                  </a:extLst>
                </p:cNvPr>
                <p:cNvPicPr/>
                <p:nvPr/>
              </p:nvPicPr>
              <p:blipFill>
                <a:blip r:embed="rId96"/>
                <a:stretch>
                  <a:fillRect/>
                </a:stretch>
              </p:blipFill>
              <p:spPr>
                <a:xfrm>
                  <a:off x="10903193" y="1302668"/>
                  <a:ext cx="3924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57" name="Ink 56">
                  <a:extLst>
                    <a:ext uri="{FF2B5EF4-FFF2-40B4-BE49-F238E27FC236}">
                      <a16:creationId xmlns:a16="http://schemas.microsoft.com/office/drawing/2014/main" id="{DCBE75F7-2BB4-2893-2F66-590E354E7BE3}"/>
                    </a:ext>
                  </a:extLst>
                </p14:cNvPr>
                <p14:cNvContentPartPr/>
                <p14:nvPr/>
              </p14:nvContentPartPr>
              <p14:xfrm>
                <a:off x="11103353" y="1009988"/>
                <a:ext cx="111960" cy="304920"/>
              </p14:xfrm>
            </p:contentPart>
          </mc:Choice>
          <mc:Fallback xmlns="">
            <p:pic>
              <p:nvPicPr>
                <p:cNvPr id="57" name="Ink 56">
                  <a:extLst>
                    <a:ext uri="{FF2B5EF4-FFF2-40B4-BE49-F238E27FC236}">
                      <a16:creationId xmlns:a16="http://schemas.microsoft.com/office/drawing/2014/main" id="{DCBE75F7-2BB4-2893-2F66-590E354E7BE3}"/>
                    </a:ext>
                  </a:extLst>
                </p:cNvPr>
                <p:cNvPicPr/>
                <p:nvPr/>
              </p:nvPicPr>
              <p:blipFill>
                <a:blip r:embed="rId98"/>
                <a:stretch>
                  <a:fillRect/>
                </a:stretch>
              </p:blipFill>
              <p:spPr>
                <a:xfrm>
                  <a:off x="11094353" y="1001348"/>
                  <a:ext cx="129600" cy="3225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9" name="Ink 58">
                  <a:extLst>
                    <a:ext uri="{FF2B5EF4-FFF2-40B4-BE49-F238E27FC236}">
                      <a16:creationId xmlns:a16="http://schemas.microsoft.com/office/drawing/2014/main" id="{2E65C0FA-F9B7-FF72-B9D8-3C0AF61B7B13}"/>
                    </a:ext>
                  </a:extLst>
                </p14:cNvPr>
                <p14:cNvContentPartPr/>
                <p14:nvPr/>
              </p14:nvContentPartPr>
              <p14:xfrm>
                <a:off x="11246273" y="1034828"/>
                <a:ext cx="206280" cy="215640"/>
              </p14:xfrm>
            </p:contentPart>
          </mc:Choice>
          <mc:Fallback xmlns="">
            <p:pic>
              <p:nvPicPr>
                <p:cNvPr id="59" name="Ink 58">
                  <a:extLst>
                    <a:ext uri="{FF2B5EF4-FFF2-40B4-BE49-F238E27FC236}">
                      <a16:creationId xmlns:a16="http://schemas.microsoft.com/office/drawing/2014/main" id="{2E65C0FA-F9B7-FF72-B9D8-3C0AF61B7B13}"/>
                    </a:ext>
                  </a:extLst>
                </p:cNvPr>
                <p:cNvPicPr/>
                <p:nvPr/>
              </p:nvPicPr>
              <p:blipFill>
                <a:blip r:embed="rId100"/>
                <a:stretch>
                  <a:fillRect/>
                </a:stretch>
              </p:blipFill>
              <p:spPr>
                <a:xfrm>
                  <a:off x="11237633" y="1025828"/>
                  <a:ext cx="22392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0" name="Ink 59">
                  <a:extLst>
                    <a:ext uri="{FF2B5EF4-FFF2-40B4-BE49-F238E27FC236}">
                      <a16:creationId xmlns:a16="http://schemas.microsoft.com/office/drawing/2014/main" id="{CC011157-0743-34EA-B598-E10186654740}"/>
                    </a:ext>
                  </a:extLst>
                </p14:cNvPr>
                <p14:cNvContentPartPr/>
                <p14:nvPr/>
              </p14:nvContentPartPr>
              <p14:xfrm>
                <a:off x="11376953" y="877148"/>
                <a:ext cx="180360" cy="16200"/>
              </p14:xfrm>
            </p:contentPart>
          </mc:Choice>
          <mc:Fallback xmlns="">
            <p:pic>
              <p:nvPicPr>
                <p:cNvPr id="60" name="Ink 59">
                  <a:extLst>
                    <a:ext uri="{FF2B5EF4-FFF2-40B4-BE49-F238E27FC236}">
                      <a16:creationId xmlns:a16="http://schemas.microsoft.com/office/drawing/2014/main" id="{CC011157-0743-34EA-B598-E10186654740}"/>
                    </a:ext>
                  </a:extLst>
                </p:cNvPr>
                <p:cNvPicPr/>
                <p:nvPr/>
              </p:nvPicPr>
              <p:blipFill>
                <a:blip r:embed="rId102"/>
                <a:stretch>
                  <a:fillRect/>
                </a:stretch>
              </p:blipFill>
              <p:spPr>
                <a:xfrm>
                  <a:off x="11368313" y="868148"/>
                  <a:ext cx="198000" cy="3384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1" name="Ink 60">
                  <a:extLst>
                    <a:ext uri="{FF2B5EF4-FFF2-40B4-BE49-F238E27FC236}">
                      <a16:creationId xmlns:a16="http://schemas.microsoft.com/office/drawing/2014/main" id="{0B21045B-05DF-B7DC-AB80-93ADAAE2EAF0}"/>
                    </a:ext>
                  </a:extLst>
                </p14:cNvPr>
                <p14:cNvContentPartPr/>
                <p14:nvPr/>
              </p14:nvContentPartPr>
              <p14:xfrm>
                <a:off x="11597633" y="778868"/>
                <a:ext cx="152640" cy="248760"/>
              </p14:xfrm>
            </p:contentPart>
          </mc:Choice>
          <mc:Fallback xmlns="">
            <p:pic>
              <p:nvPicPr>
                <p:cNvPr id="61" name="Ink 60">
                  <a:extLst>
                    <a:ext uri="{FF2B5EF4-FFF2-40B4-BE49-F238E27FC236}">
                      <a16:creationId xmlns:a16="http://schemas.microsoft.com/office/drawing/2014/main" id="{0B21045B-05DF-B7DC-AB80-93ADAAE2EAF0}"/>
                    </a:ext>
                  </a:extLst>
                </p:cNvPr>
                <p:cNvPicPr/>
                <p:nvPr/>
              </p:nvPicPr>
              <p:blipFill>
                <a:blip r:embed="rId104"/>
                <a:stretch>
                  <a:fillRect/>
                </a:stretch>
              </p:blipFill>
              <p:spPr>
                <a:xfrm>
                  <a:off x="11588633" y="769868"/>
                  <a:ext cx="170280" cy="2664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2" name="Ink 61">
                  <a:extLst>
                    <a:ext uri="{FF2B5EF4-FFF2-40B4-BE49-F238E27FC236}">
                      <a16:creationId xmlns:a16="http://schemas.microsoft.com/office/drawing/2014/main" id="{E6516EC9-61CD-EFCE-9454-C61CAD90B8ED}"/>
                    </a:ext>
                  </a:extLst>
                </p14:cNvPr>
                <p14:cNvContentPartPr/>
                <p14:nvPr/>
              </p14:nvContentPartPr>
              <p14:xfrm>
                <a:off x="11605553" y="826028"/>
                <a:ext cx="138240" cy="194760"/>
              </p14:xfrm>
            </p:contentPart>
          </mc:Choice>
          <mc:Fallback xmlns="">
            <p:pic>
              <p:nvPicPr>
                <p:cNvPr id="62" name="Ink 61">
                  <a:extLst>
                    <a:ext uri="{FF2B5EF4-FFF2-40B4-BE49-F238E27FC236}">
                      <a16:creationId xmlns:a16="http://schemas.microsoft.com/office/drawing/2014/main" id="{E6516EC9-61CD-EFCE-9454-C61CAD90B8ED}"/>
                    </a:ext>
                  </a:extLst>
                </p:cNvPr>
                <p:cNvPicPr/>
                <p:nvPr/>
              </p:nvPicPr>
              <p:blipFill>
                <a:blip r:embed="rId106"/>
                <a:stretch>
                  <a:fillRect/>
                </a:stretch>
              </p:blipFill>
              <p:spPr>
                <a:xfrm>
                  <a:off x="11596913" y="817388"/>
                  <a:ext cx="1558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3" name="Ink 62">
                  <a:extLst>
                    <a:ext uri="{FF2B5EF4-FFF2-40B4-BE49-F238E27FC236}">
                      <a16:creationId xmlns:a16="http://schemas.microsoft.com/office/drawing/2014/main" id="{BC631564-0352-6496-58D2-6F1B648B5AB2}"/>
                    </a:ext>
                  </a:extLst>
                </p14:cNvPr>
                <p14:cNvContentPartPr/>
                <p14:nvPr/>
              </p14:nvContentPartPr>
              <p14:xfrm>
                <a:off x="11813993" y="788948"/>
                <a:ext cx="174240" cy="228960"/>
              </p14:xfrm>
            </p:contentPart>
          </mc:Choice>
          <mc:Fallback xmlns="">
            <p:pic>
              <p:nvPicPr>
                <p:cNvPr id="63" name="Ink 62">
                  <a:extLst>
                    <a:ext uri="{FF2B5EF4-FFF2-40B4-BE49-F238E27FC236}">
                      <a16:creationId xmlns:a16="http://schemas.microsoft.com/office/drawing/2014/main" id="{BC631564-0352-6496-58D2-6F1B648B5AB2}"/>
                    </a:ext>
                  </a:extLst>
                </p:cNvPr>
                <p:cNvPicPr/>
                <p:nvPr/>
              </p:nvPicPr>
              <p:blipFill>
                <a:blip r:embed="rId108"/>
                <a:stretch>
                  <a:fillRect/>
                </a:stretch>
              </p:blipFill>
              <p:spPr>
                <a:xfrm>
                  <a:off x="11804993" y="780308"/>
                  <a:ext cx="1918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22528" name="Ink 22527">
                  <a:extLst>
                    <a:ext uri="{FF2B5EF4-FFF2-40B4-BE49-F238E27FC236}">
                      <a16:creationId xmlns:a16="http://schemas.microsoft.com/office/drawing/2014/main" id="{AE35A1C9-D42B-6E96-56D0-80F150C30BF4}"/>
                    </a:ext>
                  </a:extLst>
                </p14:cNvPr>
                <p14:cNvContentPartPr/>
                <p14:nvPr/>
              </p14:nvContentPartPr>
              <p14:xfrm>
                <a:off x="11792393" y="873548"/>
                <a:ext cx="201600" cy="21240"/>
              </p14:xfrm>
            </p:contentPart>
          </mc:Choice>
          <mc:Fallback xmlns="">
            <p:pic>
              <p:nvPicPr>
                <p:cNvPr id="22528" name="Ink 22527">
                  <a:extLst>
                    <a:ext uri="{FF2B5EF4-FFF2-40B4-BE49-F238E27FC236}">
                      <a16:creationId xmlns:a16="http://schemas.microsoft.com/office/drawing/2014/main" id="{AE35A1C9-D42B-6E96-56D0-80F150C30BF4}"/>
                    </a:ext>
                  </a:extLst>
                </p:cNvPr>
                <p:cNvPicPr/>
                <p:nvPr/>
              </p:nvPicPr>
              <p:blipFill>
                <a:blip r:embed="rId110"/>
                <a:stretch>
                  <a:fillRect/>
                </a:stretch>
              </p:blipFill>
              <p:spPr>
                <a:xfrm>
                  <a:off x="11783753" y="864548"/>
                  <a:ext cx="2192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2529" name="Ink 22528">
                  <a:extLst>
                    <a:ext uri="{FF2B5EF4-FFF2-40B4-BE49-F238E27FC236}">
                      <a16:creationId xmlns:a16="http://schemas.microsoft.com/office/drawing/2014/main" id="{1F2465AF-27ED-7266-0916-344F52E1C0AA}"/>
                    </a:ext>
                  </a:extLst>
                </p14:cNvPr>
                <p14:cNvContentPartPr/>
                <p14:nvPr/>
              </p14:nvContentPartPr>
              <p14:xfrm>
                <a:off x="11651633" y="918548"/>
                <a:ext cx="118440" cy="16920"/>
              </p14:xfrm>
            </p:contentPart>
          </mc:Choice>
          <mc:Fallback xmlns="">
            <p:pic>
              <p:nvPicPr>
                <p:cNvPr id="22529" name="Ink 22528">
                  <a:extLst>
                    <a:ext uri="{FF2B5EF4-FFF2-40B4-BE49-F238E27FC236}">
                      <a16:creationId xmlns:a16="http://schemas.microsoft.com/office/drawing/2014/main" id="{1F2465AF-27ED-7266-0916-344F52E1C0AA}"/>
                    </a:ext>
                  </a:extLst>
                </p:cNvPr>
                <p:cNvPicPr/>
                <p:nvPr/>
              </p:nvPicPr>
              <p:blipFill>
                <a:blip r:embed="rId112"/>
                <a:stretch>
                  <a:fillRect/>
                </a:stretch>
              </p:blipFill>
              <p:spPr>
                <a:xfrm>
                  <a:off x="11642993" y="909908"/>
                  <a:ext cx="136080" cy="34560"/>
                </a:xfrm>
                <a:prstGeom prst="rect">
                  <a:avLst/>
                </a:prstGeom>
              </p:spPr>
            </p:pic>
          </mc:Fallback>
        </mc:AlternateContent>
      </p:grpSp>
    </p:spTree>
    <p:extLst>
      <p:ext uri="{BB962C8B-B14F-4D97-AF65-F5344CB8AC3E}">
        <p14:creationId xmlns:p14="http://schemas.microsoft.com/office/powerpoint/2010/main" val="190694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US" altLang="en-US"/>
              <a:t>Step Response of RC Circuit</a:t>
            </a:r>
          </a:p>
        </p:txBody>
      </p:sp>
      <p:sp>
        <p:nvSpPr>
          <p:cNvPr id="24579" name="Content Placeholder 2"/>
          <p:cNvSpPr>
            <a:spLocks noGrp="1"/>
          </p:cNvSpPr>
          <p:nvPr>
            <p:ph idx="1"/>
          </p:nvPr>
        </p:nvSpPr>
        <p:spPr>
          <a:xfrm>
            <a:off x="838200" y="2343269"/>
            <a:ext cx="10515600" cy="4170653"/>
          </a:xfrm>
        </p:spPr>
        <p:txBody>
          <a:bodyPr>
            <a:noAutofit/>
          </a:bodyPr>
          <a:lstStyle/>
          <a:p>
            <a:pPr algn="just"/>
            <a:r>
              <a:rPr lang="en-US" altLang="en-US" sz="2400" dirty="0"/>
              <a:t>This is known as the complete response, or total response. </a:t>
            </a:r>
          </a:p>
          <a:p>
            <a:pPr algn="just"/>
            <a:r>
              <a:rPr lang="en-US" altLang="en-US" sz="2400" dirty="0"/>
              <a:t>We can consider the response to be broken into two separate responses:</a:t>
            </a:r>
          </a:p>
          <a:p>
            <a:pPr algn="just"/>
            <a:endParaRPr lang="en-US" altLang="en-US" sz="2400" dirty="0"/>
          </a:p>
          <a:p>
            <a:pPr lvl="1" algn="just"/>
            <a:r>
              <a:rPr lang="en-US" altLang="en-US" sz="2000" dirty="0"/>
              <a:t>The </a:t>
            </a:r>
            <a:r>
              <a:rPr lang="en-US" altLang="en-US" b="1" i="1" u="sng" dirty="0"/>
              <a:t>natural response </a:t>
            </a:r>
            <a:r>
              <a:rPr lang="en-US" altLang="en-US" sz="2000" dirty="0"/>
              <a:t>of the capacitor or inductor due to the energy stored in it (initial voltage </a:t>
            </a:r>
            <a:r>
              <a:rPr lang="en-US" altLang="en-US" sz="2000" i="1" dirty="0"/>
              <a:t>V</a:t>
            </a:r>
            <a:r>
              <a:rPr lang="en-US" altLang="en-US" sz="2000" baseline="-25000" dirty="0"/>
              <a:t>0</a:t>
            </a:r>
            <a:r>
              <a:rPr lang="en-US" altLang="en-US" sz="2000" dirty="0"/>
              <a:t>). This part decays in time.</a:t>
            </a:r>
          </a:p>
          <a:p>
            <a:pPr marL="457200" lvl="1" indent="0">
              <a:buNone/>
            </a:pPr>
            <a:br>
              <a:rPr lang="en-US" altLang="en-US" sz="1600" dirty="0"/>
            </a:br>
            <a:endParaRPr lang="en-US" altLang="en-US" sz="1600" dirty="0"/>
          </a:p>
          <a:p>
            <a:pPr lvl="1" algn="just"/>
            <a:r>
              <a:rPr lang="en-US" altLang="en-US" sz="2000" dirty="0"/>
              <a:t>The second part is the </a:t>
            </a:r>
            <a:r>
              <a:rPr lang="en-US" altLang="en-US" b="1" i="1" u="sng" dirty="0"/>
              <a:t>forced response</a:t>
            </a:r>
            <a:r>
              <a:rPr lang="en-US" altLang="en-US" u="sng" dirty="0"/>
              <a:t> </a:t>
            </a:r>
            <a:r>
              <a:rPr lang="en-US" altLang="en-US" sz="2000" dirty="0"/>
              <a:t>(by applied </a:t>
            </a:r>
            <a:r>
              <a:rPr lang="en-US" altLang="en-US" sz="2000" i="1" dirty="0"/>
              <a:t>V</a:t>
            </a:r>
            <a:r>
              <a:rPr lang="en-US" altLang="en-US" sz="2000" baseline="-25000" dirty="0"/>
              <a:t>s</a:t>
            </a:r>
            <a:r>
              <a:rPr lang="en-US" altLang="en-US" sz="2000" dirty="0"/>
              <a:t>): this part is growing in time.</a:t>
            </a:r>
          </a:p>
          <a:p>
            <a:pPr lvl="1" algn="just"/>
            <a:endParaRPr lang="en-US" altLang="en-US" sz="2800" dirty="0"/>
          </a:p>
          <a:p>
            <a:pPr algn="just"/>
            <a:r>
              <a:rPr lang="en-US" altLang="en-US" sz="2400" dirty="0"/>
              <a:t>The eventual response of the circuit is to reach </a:t>
            </a:r>
            <a:r>
              <a:rPr lang="en-US" altLang="en-US" sz="2400" i="1" dirty="0"/>
              <a:t>V</a:t>
            </a:r>
            <a:r>
              <a:rPr lang="en-US" altLang="en-US" sz="2400" i="1" baseline="-25000" dirty="0"/>
              <a:t>s</a:t>
            </a:r>
            <a:r>
              <a:rPr lang="en-US" altLang="en-US" sz="2400" dirty="0"/>
              <a:t> after the natural response decays to zero.</a:t>
            </a:r>
          </a:p>
        </p:txBody>
      </p:sp>
      <p:graphicFrame>
        <p:nvGraphicFramePr>
          <p:cNvPr id="7" name="Object 5"/>
          <p:cNvGraphicFramePr>
            <a:graphicFrameLocks noChangeAspect="1"/>
          </p:cNvGraphicFramePr>
          <p:nvPr/>
        </p:nvGraphicFramePr>
        <p:xfrm>
          <a:off x="4772659" y="3176833"/>
          <a:ext cx="2026453" cy="556888"/>
        </p:xfrm>
        <a:graphic>
          <a:graphicData uri="http://schemas.openxmlformats.org/presentationml/2006/ole">
            <mc:AlternateContent xmlns:mc="http://schemas.openxmlformats.org/markup-compatibility/2006">
              <mc:Choice xmlns:v="urn:schemas-microsoft-com:vml" Requires="v">
                <p:oleObj name="Equation" r:id="rId3" imgW="660113" imgH="241195" progId="Equation.DSMT4">
                  <p:embed/>
                </p:oleObj>
              </mc:Choice>
              <mc:Fallback>
                <p:oleObj name="Equation" r:id="rId3" imgW="660113" imgH="241195" progId="Equation.DSMT4">
                  <p:embed/>
                  <p:pic>
                    <p:nvPicPr>
                      <p:cNvPr id="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2659" y="3176833"/>
                        <a:ext cx="2026453" cy="556888"/>
                      </a:xfrm>
                      <a:prstGeom prst="rect">
                        <a:avLst/>
                      </a:prstGeom>
                      <a:noFill/>
                    </p:spPr>
                  </p:pic>
                </p:oleObj>
              </mc:Fallback>
            </mc:AlternateContent>
          </a:graphicData>
        </a:graphic>
      </p:graphicFrame>
      <p:graphicFrame>
        <p:nvGraphicFramePr>
          <p:cNvPr id="8" name="Object 6"/>
          <p:cNvGraphicFramePr>
            <a:graphicFrameLocks noChangeAspect="1"/>
          </p:cNvGraphicFramePr>
          <p:nvPr/>
        </p:nvGraphicFramePr>
        <p:xfrm>
          <a:off x="4713028" y="4254958"/>
          <a:ext cx="1985706" cy="523703"/>
        </p:xfrm>
        <a:graphic>
          <a:graphicData uri="http://schemas.openxmlformats.org/presentationml/2006/ole">
            <mc:AlternateContent xmlns:mc="http://schemas.openxmlformats.org/markup-compatibility/2006">
              <mc:Choice xmlns:v="urn:schemas-microsoft-com:vml" Requires="v">
                <p:oleObj name="Equation" r:id="rId5" imgW="685800" imgH="241300" progId="Equation.DSMT4">
                  <p:embed/>
                </p:oleObj>
              </mc:Choice>
              <mc:Fallback>
                <p:oleObj name="Equation" r:id="rId5" imgW="685800" imgH="241300" progId="Equation.DSMT4">
                  <p:embed/>
                  <p:pic>
                    <p:nvPicPr>
                      <p:cNvPr id="8"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3028" y="4254958"/>
                        <a:ext cx="1985706" cy="523703"/>
                      </a:xfrm>
                      <a:prstGeom prst="rect">
                        <a:avLst/>
                      </a:prstGeom>
                      <a:noFill/>
                    </p:spPr>
                  </p:pic>
                </p:oleObj>
              </mc:Fallback>
            </mc:AlternateContent>
          </a:graphicData>
        </a:graphic>
      </p:graphicFrame>
      <p:graphicFrame>
        <p:nvGraphicFramePr>
          <p:cNvPr id="9" name="Object 7"/>
          <p:cNvGraphicFramePr>
            <a:graphicFrameLocks noChangeAspect="1"/>
          </p:cNvGraphicFramePr>
          <p:nvPr/>
        </p:nvGraphicFramePr>
        <p:xfrm>
          <a:off x="4446007" y="5232807"/>
          <a:ext cx="2798680" cy="565118"/>
        </p:xfrm>
        <a:graphic>
          <a:graphicData uri="http://schemas.openxmlformats.org/presentationml/2006/ole">
            <mc:AlternateContent xmlns:mc="http://schemas.openxmlformats.org/markup-compatibility/2006">
              <mc:Choice xmlns:v="urn:schemas-microsoft-com:vml" Requires="v">
                <p:oleObj name="Equation" r:id="rId7" imgW="1040948" imgH="279279" progId="Equation.DSMT4">
                  <p:embed/>
                </p:oleObj>
              </mc:Choice>
              <mc:Fallback>
                <p:oleObj name="Equation" r:id="rId7" imgW="1040948" imgH="279279" progId="Equation.DSMT4">
                  <p:embed/>
                  <p:pic>
                    <p:nvPicPr>
                      <p:cNvPr id="9"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46007" y="5232807"/>
                        <a:ext cx="2798680" cy="565118"/>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59</a:t>
            </a:fld>
            <a:endParaRPr lang="en-US" altLang="zh-CN" dirty="0">
              <a:ea typeface="黑体" panose="02010609060101010101" pitchFamily="49" charset="-122"/>
            </a:endParaRPr>
          </a:p>
        </p:txBody>
      </p:sp>
      <p:graphicFrame>
        <p:nvGraphicFramePr>
          <p:cNvPr id="10" name="Object 7"/>
          <p:cNvGraphicFramePr>
            <a:graphicFrameLocks noChangeAspect="1"/>
          </p:cNvGraphicFramePr>
          <p:nvPr/>
        </p:nvGraphicFramePr>
        <p:xfrm>
          <a:off x="2757959" y="1499761"/>
          <a:ext cx="4349852" cy="789553"/>
        </p:xfrm>
        <a:graphic>
          <a:graphicData uri="http://schemas.openxmlformats.org/presentationml/2006/ole">
            <mc:AlternateContent xmlns:mc="http://schemas.openxmlformats.org/markup-compatibility/2006">
              <mc:Choice xmlns:v="urn:schemas-microsoft-com:vml" Requires="v">
                <p:oleObj name="Equation" r:id="rId9" imgW="1993900" imgH="482600" progId="Equation.DSMT4">
                  <p:embed/>
                </p:oleObj>
              </mc:Choice>
              <mc:Fallback>
                <p:oleObj name="Equation" r:id="rId9" imgW="1993900" imgH="482600" progId="Equation.DSMT4">
                  <p:embed/>
                  <p:pic>
                    <p:nvPicPr>
                      <p:cNvPr id="1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57959" y="1499761"/>
                        <a:ext cx="4349852" cy="789553"/>
                      </a:xfrm>
                      <a:prstGeom prst="rect">
                        <a:avLst/>
                      </a:prstGeom>
                      <a:noFill/>
                    </p:spPr>
                  </p:pic>
                </p:oleObj>
              </mc:Fallback>
            </mc:AlternateContent>
          </a:graphicData>
        </a:graphic>
      </p:graphicFrame>
      <p:pic>
        <p:nvPicPr>
          <p:cNvPr id="11" name="Picture 10"/>
          <p:cNvPicPr>
            <a:picLocks noChangeAspect="1"/>
          </p:cNvPicPr>
          <p:nvPr/>
        </p:nvPicPr>
        <p:blipFill>
          <a:blip r:embed="rId11">
            <a:clrChange>
              <a:clrFrom>
                <a:srgbClr val="FFFFFF"/>
              </a:clrFrom>
              <a:clrTo>
                <a:srgbClr val="FFFFFF">
                  <a:alpha val="0"/>
                </a:srgbClr>
              </a:clrTo>
            </a:clrChange>
          </a:blip>
          <a:stretch>
            <a:fillRect/>
          </a:stretch>
        </p:blipFill>
        <p:spPr>
          <a:xfrm>
            <a:off x="8795171" y="488252"/>
            <a:ext cx="2558629" cy="2247001"/>
          </a:xfrm>
          <a:prstGeom prst="rect">
            <a:avLst/>
          </a:prstGeom>
        </p:spPr>
      </p:pic>
    </p:spTree>
    <p:extLst>
      <p:ext uri="{BB962C8B-B14F-4D97-AF65-F5344CB8AC3E}">
        <p14:creationId xmlns:p14="http://schemas.microsoft.com/office/powerpoint/2010/main" val="419889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US" altLang="en-US"/>
              <a:t>Another Perspective</a:t>
            </a:r>
          </a:p>
        </p:txBody>
      </p:sp>
      <p:sp>
        <p:nvSpPr>
          <p:cNvPr id="26627" name="Content Placeholder 2"/>
          <p:cNvSpPr>
            <a:spLocks noGrp="1"/>
          </p:cNvSpPr>
          <p:nvPr>
            <p:ph idx="1"/>
          </p:nvPr>
        </p:nvSpPr>
        <p:spPr>
          <a:xfrm>
            <a:off x="838200" y="2545237"/>
            <a:ext cx="10709635" cy="3619893"/>
          </a:xfrm>
        </p:spPr>
        <p:txBody>
          <a:bodyPr>
            <a:noAutofit/>
          </a:bodyPr>
          <a:lstStyle/>
          <a:p>
            <a:pPr algn="just"/>
            <a:r>
              <a:rPr lang="en-US" altLang="en-US" dirty="0"/>
              <a:t>Another way to look at the response is to break it up into the </a:t>
            </a:r>
            <a:r>
              <a:rPr lang="en-US" altLang="en-US" b="1" i="1" u="sng" dirty="0"/>
              <a:t>transient response</a:t>
            </a:r>
            <a:r>
              <a:rPr lang="en-US" altLang="en-US" b="1" i="1" dirty="0"/>
              <a:t> </a:t>
            </a:r>
            <a:r>
              <a:rPr lang="en-US" altLang="en-US" dirty="0"/>
              <a:t>and the </a:t>
            </a:r>
            <a:r>
              <a:rPr lang="en-US" altLang="en-US" b="1" i="1" u="sng" dirty="0"/>
              <a:t>steady state response</a:t>
            </a:r>
            <a:r>
              <a:rPr lang="en-US" altLang="en-US" dirty="0"/>
              <a:t>:</a:t>
            </a:r>
          </a:p>
          <a:p>
            <a:pPr algn="just"/>
            <a:endParaRPr lang="en-US" altLang="en-US" dirty="0"/>
          </a:p>
          <a:p>
            <a:pPr algn="just"/>
            <a:endParaRPr lang="en-US" altLang="en-US" dirty="0"/>
          </a:p>
          <a:p>
            <a:pPr marL="0" indent="0" algn="just">
              <a:buNone/>
            </a:pPr>
            <a:r>
              <a:rPr lang="en-US" altLang="en-US" dirty="0"/>
              <a:t>where the transient is:</a:t>
            </a:r>
          </a:p>
          <a:p>
            <a:pPr marL="0" indent="0" algn="just">
              <a:buNone/>
            </a:pPr>
            <a:r>
              <a:rPr lang="en-US" altLang="en-US" dirty="0"/>
              <a:t>and the steady state is:</a:t>
            </a:r>
          </a:p>
          <a:p>
            <a:pPr algn="just"/>
            <a:r>
              <a:rPr lang="en-US" altLang="en-US" dirty="0"/>
              <a:t>A more compact expression: </a:t>
            </a:r>
          </a:p>
        </p:txBody>
      </p:sp>
      <p:graphicFrame>
        <p:nvGraphicFramePr>
          <p:cNvPr id="26630" name="Object 3"/>
          <p:cNvGraphicFramePr>
            <a:graphicFrameLocks noChangeAspect="1"/>
          </p:cNvGraphicFramePr>
          <p:nvPr/>
        </p:nvGraphicFramePr>
        <p:xfrm>
          <a:off x="4800599" y="4503063"/>
          <a:ext cx="2590800" cy="457200"/>
        </p:xfrm>
        <a:graphic>
          <a:graphicData uri="http://schemas.openxmlformats.org/presentationml/2006/ole">
            <mc:AlternateContent xmlns:mc="http://schemas.openxmlformats.org/markup-compatibility/2006">
              <mc:Choice xmlns:v="urn:schemas-microsoft-com:vml" Requires="v">
                <p:oleObj name="Equation" r:id="rId3" imgW="1079032" imgH="253890" progId="Equation.DSMT4">
                  <p:embed/>
                </p:oleObj>
              </mc:Choice>
              <mc:Fallback>
                <p:oleObj name="Equation" r:id="rId3" imgW="1079032" imgH="253890" progId="Equation.DSMT4">
                  <p:embed/>
                  <p:pic>
                    <p:nvPicPr>
                      <p:cNvPr id="2663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599" y="4503063"/>
                        <a:ext cx="2590800" cy="457200"/>
                      </a:xfrm>
                      <a:prstGeom prst="rect">
                        <a:avLst/>
                      </a:prstGeom>
                      <a:noFill/>
                    </p:spPr>
                  </p:pic>
                </p:oleObj>
              </mc:Fallback>
            </mc:AlternateContent>
          </a:graphicData>
        </a:graphic>
      </p:graphicFrame>
      <p:graphicFrame>
        <p:nvGraphicFramePr>
          <p:cNvPr id="26631" name="Object 4"/>
          <p:cNvGraphicFramePr>
            <a:graphicFrameLocks noChangeAspect="1"/>
          </p:cNvGraphicFramePr>
          <p:nvPr/>
        </p:nvGraphicFramePr>
        <p:xfrm>
          <a:off x="5469465" y="5031287"/>
          <a:ext cx="1253067" cy="457200"/>
        </p:xfrm>
        <a:graphic>
          <a:graphicData uri="http://schemas.openxmlformats.org/presentationml/2006/ole">
            <mc:AlternateContent xmlns:mc="http://schemas.openxmlformats.org/markup-compatibility/2006">
              <mc:Choice xmlns:v="urn:schemas-microsoft-com:vml" Requires="v">
                <p:oleObj name="Equation" r:id="rId5" imgW="469900" imgH="228600" progId="Equation.DSMT4">
                  <p:embed/>
                </p:oleObj>
              </mc:Choice>
              <mc:Fallback>
                <p:oleObj name="Equation" r:id="rId5" imgW="469900" imgH="228600" progId="Equation.DSMT4">
                  <p:embed/>
                  <p:pic>
                    <p:nvPicPr>
                      <p:cNvPr id="26631"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69465" y="5031287"/>
                        <a:ext cx="1253067" cy="457200"/>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60</a:t>
            </a:fld>
            <a:endParaRPr lang="en-US" altLang="zh-CN" dirty="0">
              <a:ea typeface="黑体" panose="02010609060101010101" pitchFamily="49" charset="-122"/>
            </a:endParaRPr>
          </a:p>
        </p:txBody>
      </p:sp>
      <p:graphicFrame>
        <p:nvGraphicFramePr>
          <p:cNvPr id="10" name="Object 7"/>
          <p:cNvGraphicFramePr>
            <a:graphicFrameLocks noChangeAspect="1"/>
          </p:cNvGraphicFramePr>
          <p:nvPr/>
        </p:nvGraphicFramePr>
        <p:xfrm>
          <a:off x="2757959" y="1499761"/>
          <a:ext cx="4349852" cy="789553"/>
        </p:xfrm>
        <a:graphic>
          <a:graphicData uri="http://schemas.openxmlformats.org/presentationml/2006/ole">
            <mc:AlternateContent xmlns:mc="http://schemas.openxmlformats.org/markup-compatibility/2006">
              <mc:Choice xmlns:v="urn:schemas-microsoft-com:vml" Requires="v">
                <p:oleObj name="Equation" r:id="rId7" imgW="1993900" imgH="482600" progId="Equation.DSMT4">
                  <p:embed/>
                </p:oleObj>
              </mc:Choice>
              <mc:Fallback>
                <p:oleObj name="Equation" r:id="rId7" imgW="1993900" imgH="482600" progId="Equation.DSMT4">
                  <p:embed/>
                  <p:pic>
                    <p:nvPicPr>
                      <p:cNvPr id="1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7959" y="1499761"/>
                        <a:ext cx="4349852" cy="789553"/>
                      </a:xfrm>
                      <a:prstGeom prst="rect">
                        <a:avLst/>
                      </a:prstGeom>
                      <a:noFill/>
                    </p:spPr>
                  </p:pic>
                </p:oleObj>
              </mc:Fallback>
            </mc:AlternateContent>
          </a:graphicData>
        </a:graphic>
      </p:graphicFrame>
      <p:pic>
        <p:nvPicPr>
          <p:cNvPr id="11" name="Picture 10"/>
          <p:cNvPicPr>
            <a:picLocks noChangeAspect="1"/>
          </p:cNvPicPr>
          <p:nvPr/>
        </p:nvPicPr>
        <p:blipFill>
          <a:blip r:embed="rId9">
            <a:clrChange>
              <a:clrFrom>
                <a:srgbClr val="FFFFFF"/>
              </a:clrFrom>
              <a:clrTo>
                <a:srgbClr val="FFFFFF">
                  <a:alpha val="0"/>
                </a:srgbClr>
              </a:clrTo>
            </a:clrChange>
          </a:blip>
          <a:stretch>
            <a:fillRect/>
          </a:stretch>
        </p:blipFill>
        <p:spPr>
          <a:xfrm>
            <a:off x="8795171" y="488252"/>
            <a:ext cx="2558629" cy="2247001"/>
          </a:xfrm>
          <a:prstGeom prst="rect">
            <a:avLst/>
          </a:prstGeom>
        </p:spPr>
      </p:pic>
      <p:pic>
        <p:nvPicPr>
          <p:cNvPr id="2" name="Picture 1"/>
          <p:cNvPicPr>
            <a:picLocks noChangeAspect="1"/>
          </p:cNvPicPr>
          <p:nvPr/>
        </p:nvPicPr>
        <p:blipFill>
          <a:blip r:embed="rId10"/>
          <a:stretch>
            <a:fillRect/>
          </a:stretch>
        </p:blipFill>
        <p:spPr>
          <a:xfrm>
            <a:off x="3416479" y="3487742"/>
            <a:ext cx="4906962" cy="833258"/>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2494717" y="6144524"/>
                <a:ext cx="6611682" cy="3831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𝑣</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0</m:t>
                          </m:r>
                        </m:sub>
                      </m:sSub>
                      <m:d>
                        <m:dPr>
                          <m:begChr m:val="["/>
                          <m:endChr m:val="]"/>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1−</m:t>
                          </m:r>
                          <m:r>
                            <a:rPr lang="en-US" altLang="zh-CN" sz="2400" b="0" i="1" smtClean="0">
                              <a:latin typeface="Cambria Math" panose="02040503050406030204" pitchFamily="18" charset="0"/>
                            </a:rPr>
                            <m:t>𝑢</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𝑠</m:t>
                          </m:r>
                        </m:sub>
                      </m:sSub>
                      <m:r>
                        <a:rPr lang="en-US" altLang="zh-CN" sz="2400" b="0" i="1" smtClean="0">
                          <a:latin typeface="Cambria Math" panose="02040503050406030204" pitchFamily="18" charset="0"/>
                        </a:rPr>
                        <m:t>𝑢</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𝑡</m:t>
                          </m:r>
                        </m:e>
                      </m:d>
                      <m:r>
                        <a:rPr lang="en-US" altLang="zh-CN" sz="2400" b="0" i="1" smtClean="0">
                          <a:latin typeface="Cambria Math" panose="02040503050406030204" pitchFamily="18" charset="0"/>
                        </a:rPr>
                        <m:t>+</m:t>
                      </m:r>
                      <m:d>
                        <m:dPr>
                          <m:ctrlPr>
                            <a:rPr lang="en-US" altLang="zh-CN" sz="2400" b="0" i="1" smtClean="0">
                              <a:latin typeface="Cambria Math" panose="02040503050406030204" pitchFamily="18" charset="0"/>
                            </a:rPr>
                          </m:ctrlPr>
                        </m:dPr>
                        <m:e>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𝑉</m:t>
                              </m:r>
                            </m:e>
                            <m:sub>
                              <m:r>
                                <a:rPr lang="en-US" altLang="zh-CN" sz="2400" b="0" i="1" smtClean="0">
                                  <a:latin typeface="Cambria Math" panose="02040503050406030204" pitchFamily="18" charset="0"/>
                                </a:rPr>
                                <m:t>𝑠</m:t>
                              </m:r>
                            </m:sub>
                          </m:sSub>
                        </m:e>
                      </m:d>
                      <m:sSup>
                        <m:sSupPr>
                          <m:ctrlPr>
                            <a:rPr lang="en-US" altLang="zh-CN" sz="2400" b="0" i="1" smtClean="0">
                              <a:latin typeface="Cambria Math" panose="02040503050406030204" pitchFamily="18" charset="0"/>
                            </a:rPr>
                          </m:ctrlPr>
                        </m:sSupPr>
                        <m:e>
                          <m:r>
                            <a:rPr lang="en-US" altLang="zh-CN" sz="2400" b="0" i="1" smtClean="0">
                              <a:latin typeface="Cambria Math" panose="02040503050406030204" pitchFamily="18" charset="0"/>
                            </a:rPr>
                            <m:t>𝑒</m:t>
                          </m:r>
                        </m:e>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𝜏</m:t>
                          </m:r>
                        </m:sup>
                      </m:sSup>
                      <m:r>
                        <a:rPr lang="en-US" altLang="zh-CN" sz="2400" b="0" i="1" smtClean="0">
                          <a:latin typeface="Cambria Math" panose="02040503050406030204" pitchFamily="18" charset="0"/>
                        </a:rPr>
                        <m:t>𝑢</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4" name="TextBox 3"/>
              <p:cNvSpPr txBox="1">
                <a:spLocks noRot="1" noChangeAspect="1" noMove="1" noResize="1" noEditPoints="1" noAdjustHandles="1" noChangeArrowheads="1" noChangeShapeType="1" noTextEdit="1"/>
              </p:cNvSpPr>
              <p:nvPr/>
            </p:nvSpPr>
            <p:spPr>
              <a:xfrm>
                <a:off x="2494717" y="6144524"/>
                <a:ext cx="6611682" cy="383118"/>
              </a:xfrm>
              <a:prstGeom prst="rect">
                <a:avLst/>
              </a:prstGeom>
              <a:blipFill>
                <a:blip r:embed="rId1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7554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randombar(horizontal)">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Step Response of Current</a:t>
            </a:r>
            <a:endParaRPr lang="en-US" dirty="0"/>
          </a:p>
        </p:txBody>
      </p:sp>
      <p:sp>
        <p:nvSpPr>
          <p:cNvPr id="3" name="Content Placeholder 2"/>
          <p:cNvSpPr>
            <a:spLocks noGrp="1"/>
          </p:cNvSpPr>
          <p:nvPr>
            <p:ph idx="1"/>
          </p:nvPr>
        </p:nvSpPr>
        <p:spPr>
          <a:xfrm>
            <a:off x="716280" y="1480184"/>
            <a:ext cx="7475743" cy="5245735"/>
          </a:xfrm>
        </p:spPr>
        <p:txBody>
          <a:bodyPr>
            <a:noAutofit/>
          </a:bodyPr>
          <a:lstStyle/>
          <a:p>
            <a:r>
              <a:rPr lang="en-US" sz="2400" dirty="0"/>
              <a:t>Current</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Current decays while voltage rises.</a:t>
            </a:r>
          </a:p>
          <a:p>
            <a:pPr algn="just"/>
            <a:r>
              <a:rPr lang="en-US" sz="2400" i="1" dirty="0">
                <a:solidFill>
                  <a:srgbClr val="FF0000"/>
                </a:solidFill>
              </a:rPr>
              <a:t>Remark:  The analysis of  RC step response is very general. It actually applies to any network connected to a capacitor, since the network is always equivalent to a source plus a resistance.</a:t>
            </a:r>
          </a:p>
        </p:txBody>
      </p:sp>
      <p:graphicFrame>
        <p:nvGraphicFramePr>
          <p:cNvPr id="7" name="Object 6"/>
          <p:cNvGraphicFramePr>
            <a:graphicFrameLocks noChangeAspect="1"/>
          </p:cNvGraphicFramePr>
          <p:nvPr/>
        </p:nvGraphicFramePr>
        <p:xfrm>
          <a:off x="1571625" y="1962150"/>
          <a:ext cx="5251450" cy="2520950"/>
        </p:xfrm>
        <a:graphic>
          <a:graphicData uri="http://schemas.openxmlformats.org/presentationml/2006/ole">
            <mc:AlternateContent xmlns:mc="http://schemas.openxmlformats.org/markup-compatibility/2006">
              <mc:Choice xmlns:v="urn:schemas-microsoft-com:vml" Requires="v">
                <p:oleObj name="Equation" r:id="rId3" imgW="3124200" imgH="1498600" progId="Equation.DSMT4">
                  <p:embed/>
                </p:oleObj>
              </mc:Choice>
              <mc:Fallback>
                <p:oleObj name="Equation" r:id="rId3" imgW="3124200" imgH="1498600" progId="Equation.DSMT4">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1962150"/>
                        <a:ext cx="5251450" cy="2520950"/>
                      </a:xfrm>
                      <a:prstGeom prst="rect">
                        <a:avLst/>
                      </a:prstGeom>
                      <a:noFill/>
                    </p:spPr>
                  </p:pic>
                </p:oleObj>
              </mc:Fallback>
            </mc:AlternateContent>
          </a:graphicData>
        </a:graphic>
      </p:graphicFrame>
      <p:pic>
        <p:nvPicPr>
          <p:cNvPr id="9" name="Picture 8"/>
          <p:cNvPicPr>
            <a:picLocks noChangeAspect="1"/>
          </p:cNvPicPr>
          <p:nvPr/>
        </p:nvPicPr>
        <p:blipFill>
          <a:blip r:embed="rId5" cstate="print"/>
          <a:stretch>
            <a:fillRect/>
          </a:stretch>
        </p:blipFill>
        <p:spPr>
          <a:xfrm>
            <a:off x="8005487" y="701041"/>
            <a:ext cx="3692125" cy="2653714"/>
          </a:xfrm>
          <a:prstGeom prst="rect">
            <a:avLst/>
          </a:prstGeom>
        </p:spPr>
      </p:pic>
      <p:grpSp>
        <p:nvGrpSpPr>
          <p:cNvPr id="11" name="Group 10"/>
          <p:cNvGrpSpPr/>
          <p:nvPr/>
        </p:nvGrpSpPr>
        <p:grpSpPr>
          <a:xfrm>
            <a:off x="8178800" y="3454400"/>
            <a:ext cx="3667760" cy="3094991"/>
            <a:chOff x="6883744" y="3807556"/>
            <a:chExt cx="2971800" cy="2505075"/>
          </a:xfrm>
        </p:grpSpPr>
        <p:pic>
          <p:nvPicPr>
            <p:cNvPr id="233475" name="Picture 3"/>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6883744" y="3807556"/>
              <a:ext cx="2971800" cy="2505075"/>
            </a:xfrm>
            <a:prstGeom prst="rect">
              <a:avLst/>
            </a:prstGeom>
            <a:noFill/>
            <a:ln w="9525">
              <a:noFill/>
              <a:miter lim="800000"/>
              <a:headEnd/>
              <a:tailEnd/>
            </a:ln>
          </p:spPr>
        </p:pic>
        <p:sp>
          <p:nvSpPr>
            <p:cNvPr id="10" name="TextBox 9"/>
            <p:cNvSpPr txBox="1"/>
            <p:nvPr/>
          </p:nvSpPr>
          <p:spPr>
            <a:xfrm>
              <a:off x="8921579" y="3929450"/>
              <a:ext cx="766119" cy="369332"/>
            </a:xfrm>
            <a:prstGeom prst="rect">
              <a:avLst/>
            </a:prstGeom>
            <a:noFill/>
          </p:spPr>
          <p:txBody>
            <a:bodyPr wrap="square" rtlCol="0">
              <a:spAutoFit/>
            </a:bodyPr>
            <a:lstStyle/>
            <a:p>
              <a:r>
                <a:rPr lang="en-US" i="1" dirty="0">
                  <a:solidFill>
                    <a:srgbClr val="FF0000"/>
                  </a:solidFill>
                  <a:latin typeface="Times New Roman" pitchFamily="18" charset="0"/>
                  <a:cs typeface="Times New Roman" pitchFamily="18" charset="0"/>
                </a:rPr>
                <a:t>V</a:t>
              </a:r>
              <a:r>
                <a:rPr lang="en-US" baseline="-25000" dirty="0">
                  <a:solidFill>
                    <a:srgbClr val="FF0000"/>
                  </a:solidFill>
                  <a:latin typeface="Times New Roman" pitchFamily="18" charset="0"/>
                  <a:cs typeface="Times New Roman" pitchFamily="18" charset="0"/>
                </a:rPr>
                <a:t>0</a:t>
              </a:r>
              <a:r>
                <a:rPr lang="en-US" dirty="0">
                  <a:solidFill>
                    <a:srgbClr val="FF0000"/>
                  </a:solidFill>
                  <a:latin typeface="Times New Roman" pitchFamily="18" charset="0"/>
                  <a:cs typeface="Times New Roman" pitchFamily="18" charset="0"/>
                </a:rPr>
                <a:t>=0</a:t>
              </a:r>
            </a:p>
          </p:txBody>
        </p:sp>
      </p:grpSp>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61</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26B4980B-28DB-6C1A-B198-7D1629137C2B}"/>
                  </a:ext>
                </a:extLst>
              </p14:cNvPr>
              <p14:cNvContentPartPr/>
              <p14:nvPr/>
            </p14:nvContentPartPr>
            <p14:xfrm>
              <a:off x="3601080" y="3490560"/>
              <a:ext cx="91080" cy="155520"/>
            </p14:xfrm>
          </p:contentPart>
        </mc:Choice>
        <mc:Fallback xmlns="">
          <p:pic>
            <p:nvPicPr>
              <p:cNvPr id="4" name="Ink 3">
                <a:extLst>
                  <a:ext uri="{FF2B5EF4-FFF2-40B4-BE49-F238E27FC236}">
                    <a16:creationId xmlns:a16="http://schemas.microsoft.com/office/drawing/2014/main" id="{26B4980B-28DB-6C1A-B198-7D1629137C2B}"/>
                  </a:ext>
                </a:extLst>
              </p:cNvPr>
              <p:cNvPicPr/>
              <p:nvPr/>
            </p:nvPicPr>
            <p:blipFill>
              <a:blip r:embed="rId9"/>
              <a:stretch>
                <a:fillRect/>
              </a:stretch>
            </p:blipFill>
            <p:spPr>
              <a:xfrm>
                <a:off x="3591720" y="3481200"/>
                <a:ext cx="109800" cy="174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E9DA69C4-1463-7723-77EA-FF91787038FE}"/>
                  </a:ext>
                </a:extLst>
              </p14:cNvPr>
              <p14:cNvContentPartPr/>
              <p14:nvPr/>
            </p14:nvContentPartPr>
            <p14:xfrm>
              <a:off x="3359753" y="2335148"/>
              <a:ext cx="152280" cy="165240"/>
            </p14:xfrm>
          </p:contentPart>
        </mc:Choice>
        <mc:Fallback xmlns="">
          <p:pic>
            <p:nvPicPr>
              <p:cNvPr id="8" name="Ink 7">
                <a:extLst>
                  <a:ext uri="{FF2B5EF4-FFF2-40B4-BE49-F238E27FC236}">
                    <a16:creationId xmlns:a16="http://schemas.microsoft.com/office/drawing/2014/main" id="{E9DA69C4-1463-7723-77EA-FF91787038FE}"/>
                  </a:ext>
                </a:extLst>
              </p:cNvPr>
              <p:cNvPicPr/>
              <p:nvPr/>
            </p:nvPicPr>
            <p:blipFill>
              <a:blip r:embed="rId11"/>
              <a:stretch>
                <a:fillRect/>
              </a:stretch>
            </p:blipFill>
            <p:spPr>
              <a:xfrm>
                <a:off x="3351113" y="2326508"/>
                <a:ext cx="169920" cy="182880"/>
              </a:xfrm>
              <a:prstGeom prst="rect">
                <a:avLst/>
              </a:prstGeom>
            </p:spPr>
          </p:pic>
        </mc:Fallback>
      </mc:AlternateContent>
      <p:grpSp>
        <p:nvGrpSpPr>
          <p:cNvPr id="44" name="Group 43">
            <a:extLst>
              <a:ext uri="{FF2B5EF4-FFF2-40B4-BE49-F238E27FC236}">
                <a16:creationId xmlns:a16="http://schemas.microsoft.com/office/drawing/2014/main" id="{999EFA6E-F6BD-7EFD-54DF-243FABEE9060}"/>
              </a:ext>
            </a:extLst>
          </p:cNvPr>
          <p:cNvGrpSpPr/>
          <p:nvPr/>
        </p:nvGrpSpPr>
        <p:grpSpPr>
          <a:xfrm>
            <a:off x="4358753" y="2356028"/>
            <a:ext cx="101880" cy="171000"/>
            <a:chOff x="4358753" y="2356028"/>
            <a:chExt cx="101880" cy="171000"/>
          </a:xfrm>
        </p:grpSpPr>
        <mc:AlternateContent xmlns:mc="http://schemas.openxmlformats.org/markup-compatibility/2006" xmlns:p14="http://schemas.microsoft.com/office/powerpoint/2010/main">
          <mc:Choice Requires="p14">
            <p:contentPart p14:bwMode="auto" r:id="rId12">
              <p14:nvContentPartPr>
                <p14:cNvPr id="39" name="Ink 38">
                  <a:extLst>
                    <a:ext uri="{FF2B5EF4-FFF2-40B4-BE49-F238E27FC236}">
                      <a16:creationId xmlns:a16="http://schemas.microsoft.com/office/drawing/2014/main" id="{0E3B3803-926A-9B46-7E53-2F238C269143}"/>
                    </a:ext>
                  </a:extLst>
                </p14:cNvPr>
                <p14:cNvContentPartPr/>
                <p14:nvPr/>
              </p14:nvContentPartPr>
              <p14:xfrm>
                <a:off x="4358753" y="2358908"/>
                <a:ext cx="46800" cy="168120"/>
              </p14:xfrm>
            </p:contentPart>
          </mc:Choice>
          <mc:Fallback xmlns="">
            <p:pic>
              <p:nvPicPr>
                <p:cNvPr id="39" name="Ink 38">
                  <a:extLst>
                    <a:ext uri="{FF2B5EF4-FFF2-40B4-BE49-F238E27FC236}">
                      <a16:creationId xmlns:a16="http://schemas.microsoft.com/office/drawing/2014/main" id="{0E3B3803-926A-9B46-7E53-2F238C269143}"/>
                    </a:ext>
                  </a:extLst>
                </p:cNvPr>
                <p:cNvPicPr/>
                <p:nvPr/>
              </p:nvPicPr>
              <p:blipFill>
                <a:blip r:embed="rId13"/>
                <a:stretch>
                  <a:fillRect/>
                </a:stretch>
              </p:blipFill>
              <p:spPr>
                <a:xfrm>
                  <a:off x="4349753" y="2349908"/>
                  <a:ext cx="6444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0" name="Ink 39">
                  <a:extLst>
                    <a:ext uri="{FF2B5EF4-FFF2-40B4-BE49-F238E27FC236}">
                      <a16:creationId xmlns:a16="http://schemas.microsoft.com/office/drawing/2014/main" id="{F522305D-3ACF-8916-C277-F99FEA408418}"/>
                    </a:ext>
                  </a:extLst>
                </p14:cNvPr>
                <p14:cNvContentPartPr/>
                <p14:nvPr/>
              </p14:nvContentPartPr>
              <p14:xfrm>
                <a:off x="4420313" y="2356028"/>
                <a:ext cx="40320" cy="145800"/>
              </p14:xfrm>
            </p:contentPart>
          </mc:Choice>
          <mc:Fallback xmlns="">
            <p:pic>
              <p:nvPicPr>
                <p:cNvPr id="40" name="Ink 39">
                  <a:extLst>
                    <a:ext uri="{FF2B5EF4-FFF2-40B4-BE49-F238E27FC236}">
                      <a16:creationId xmlns:a16="http://schemas.microsoft.com/office/drawing/2014/main" id="{F522305D-3ACF-8916-C277-F99FEA408418}"/>
                    </a:ext>
                  </a:extLst>
                </p:cNvPr>
                <p:cNvPicPr/>
                <p:nvPr/>
              </p:nvPicPr>
              <p:blipFill>
                <a:blip r:embed="rId15"/>
                <a:stretch>
                  <a:fillRect/>
                </a:stretch>
              </p:blipFill>
              <p:spPr>
                <a:xfrm>
                  <a:off x="4411313" y="2347028"/>
                  <a:ext cx="57960" cy="163440"/>
                </a:xfrm>
                <a:prstGeom prst="rect">
                  <a:avLst/>
                </a:prstGeom>
              </p:spPr>
            </p:pic>
          </mc:Fallback>
        </mc:AlternateContent>
      </p:grpSp>
      <p:grpSp>
        <p:nvGrpSpPr>
          <p:cNvPr id="48" name="Group 47">
            <a:extLst>
              <a:ext uri="{FF2B5EF4-FFF2-40B4-BE49-F238E27FC236}">
                <a16:creationId xmlns:a16="http://schemas.microsoft.com/office/drawing/2014/main" id="{3744D867-A390-4BAC-3921-C0FBE76EBF18}"/>
              </a:ext>
            </a:extLst>
          </p:cNvPr>
          <p:cNvGrpSpPr/>
          <p:nvPr/>
        </p:nvGrpSpPr>
        <p:grpSpPr>
          <a:xfrm>
            <a:off x="4289993" y="1699028"/>
            <a:ext cx="869040" cy="282960"/>
            <a:chOff x="4289993" y="1699028"/>
            <a:chExt cx="869040" cy="282960"/>
          </a:xfrm>
        </p:grpSpPr>
        <mc:AlternateContent xmlns:mc="http://schemas.openxmlformats.org/markup-compatibility/2006" xmlns:p14="http://schemas.microsoft.com/office/powerpoint/2010/main">
          <mc:Choice Requires="p14">
            <p:contentPart p14:bwMode="auto" r:id="rId16">
              <p14:nvContentPartPr>
                <p14:cNvPr id="41" name="Ink 40">
                  <a:extLst>
                    <a:ext uri="{FF2B5EF4-FFF2-40B4-BE49-F238E27FC236}">
                      <a16:creationId xmlns:a16="http://schemas.microsoft.com/office/drawing/2014/main" id="{1FEC74B0-3ADF-0B57-A45C-7E66115D36F4}"/>
                    </a:ext>
                  </a:extLst>
                </p14:cNvPr>
                <p14:cNvContentPartPr/>
                <p14:nvPr/>
              </p14:nvContentPartPr>
              <p14:xfrm>
                <a:off x="4289993" y="1699028"/>
                <a:ext cx="162000" cy="282960"/>
              </p14:xfrm>
            </p:contentPart>
          </mc:Choice>
          <mc:Fallback xmlns="">
            <p:pic>
              <p:nvPicPr>
                <p:cNvPr id="41" name="Ink 40">
                  <a:extLst>
                    <a:ext uri="{FF2B5EF4-FFF2-40B4-BE49-F238E27FC236}">
                      <a16:creationId xmlns:a16="http://schemas.microsoft.com/office/drawing/2014/main" id="{1FEC74B0-3ADF-0B57-A45C-7E66115D36F4}"/>
                    </a:ext>
                  </a:extLst>
                </p:cNvPr>
                <p:cNvPicPr/>
                <p:nvPr/>
              </p:nvPicPr>
              <p:blipFill>
                <a:blip r:embed="rId17"/>
                <a:stretch>
                  <a:fillRect/>
                </a:stretch>
              </p:blipFill>
              <p:spPr>
                <a:xfrm>
                  <a:off x="4280993" y="1690388"/>
                  <a:ext cx="17964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2" name="Ink 41">
                  <a:extLst>
                    <a:ext uri="{FF2B5EF4-FFF2-40B4-BE49-F238E27FC236}">
                      <a16:creationId xmlns:a16="http://schemas.microsoft.com/office/drawing/2014/main" id="{D4073A3D-FB52-6101-768A-B1B0C7F8EDFD}"/>
                    </a:ext>
                  </a:extLst>
                </p14:cNvPr>
                <p14:cNvContentPartPr/>
                <p14:nvPr/>
              </p14:nvContentPartPr>
              <p14:xfrm>
                <a:off x="4465313" y="1826468"/>
                <a:ext cx="105840" cy="134280"/>
              </p14:xfrm>
            </p:contentPart>
          </mc:Choice>
          <mc:Fallback xmlns="">
            <p:pic>
              <p:nvPicPr>
                <p:cNvPr id="42" name="Ink 41">
                  <a:extLst>
                    <a:ext uri="{FF2B5EF4-FFF2-40B4-BE49-F238E27FC236}">
                      <a16:creationId xmlns:a16="http://schemas.microsoft.com/office/drawing/2014/main" id="{D4073A3D-FB52-6101-768A-B1B0C7F8EDFD}"/>
                    </a:ext>
                  </a:extLst>
                </p:cNvPr>
                <p:cNvPicPr/>
                <p:nvPr/>
              </p:nvPicPr>
              <p:blipFill>
                <a:blip r:embed="rId19"/>
                <a:stretch>
                  <a:fillRect/>
                </a:stretch>
              </p:blipFill>
              <p:spPr>
                <a:xfrm>
                  <a:off x="4456313" y="1817468"/>
                  <a:ext cx="1234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5" name="Ink 44">
                  <a:extLst>
                    <a:ext uri="{FF2B5EF4-FFF2-40B4-BE49-F238E27FC236}">
                      <a16:creationId xmlns:a16="http://schemas.microsoft.com/office/drawing/2014/main" id="{BCA564A3-0204-5CFD-54FE-AC42D436BFA6}"/>
                    </a:ext>
                  </a:extLst>
                </p14:cNvPr>
                <p14:cNvContentPartPr/>
                <p14:nvPr/>
              </p14:nvContentPartPr>
              <p14:xfrm>
                <a:off x="4632353" y="1728548"/>
                <a:ext cx="142920" cy="184320"/>
              </p14:xfrm>
            </p:contentPart>
          </mc:Choice>
          <mc:Fallback xmlns="">
            <p:pic>
              <p:nvPicPr>
                <p:cNvPr id="45" name="Ink 44">
                  <a:extLst>
                    <a:ext uri="{FF2B5EF4-FFF2-40B4-BE49-F238E27FC236}">
                      <a16:creationId xmlns:a16="http://schemas.microsoft.com/office/drawing/2014/main" id="{BCA564A3-0204-5CFD-54FE-AC42D436BFA6}"/>
                    </a:ext>
                  </a:extLst>
                </p:cNvPr>
                <p:cNvPicPr/>
                <p:nvPr/>
              </p:nvPicPr>
              <p:blipFill>
                <a:blip r:embed="rId21"/>
                <a:stretch>
                  <a:fillRect/>
                </a:stretch>
              </p:blipFill>
              <p:spPr>
                <a:xfrm>
                  <a:off x="4623353" y="1719908"/>
                  <a:ext cx="16056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6" name="Ink 45">
                  <a:extLst>
                    <a:ext uri="{FF2B5EF4-FFF2-40B4-BE49-F238E27FC236}">
                      <a16:creationId xmlns:a16="http://schemas.microsoft.com/office/drawing/2014/main" id="{487C2218-DC1F-A1F4-2412-714F0BF435BE}"/>
                    </a:ext>
                  </a:extLst>
                </p14:cNvPr>
                <p14:cNvContentPartPr/>
                <p14:nvPr/>
              </p14:nvContentPartPr>
              <p14:xfrm>
                <a:off x="4850873" y="1708388"/>
                <a:ext cx="148680" cy="208440"/>
              </p14:xfrm>
            </p:contentPart>
          </mc:Choice>
          <mc:Fallback xmlns="">
            <p:pic>
              <p:nvPicPr>
                <p:cNvPr id="46" name="Ink 45">
                  <a:extLst>
                    <a:ext uri="{FF2B5EF4-FFF2-40B4-BE49-F238E27FC236}">
                      <a16:creationId xmlns:a16="http://schemas.microsoft.com/office/drawing/2014/main" id="{487C2218-DC1F-A1F4-2412-714F0BF435BE}"/>
                    </a:ext>
                  </a:extLst>
                </p:cNvPr>
                <p:cNvPicPr/>
                <p:nvPr/>
              </p:nvPicPr>
              <p:blipFill>
                <a:blip r:embed="rId23"/>
                <a:stretch>
                  <a:fillRect/>
                </a:stretch>
              </p:blipFill>
              <p:spPr>
                <a:xfrm>
                  <a:off x="4841873" y="1699748"/>
                  <a:ext cx="166320" cy="2260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7" name="Ink 46">
                  <a:extLst>
                    <a:ext uri="{FF2B5EF4-FFF2-40B4-BE49-F238E27FC236}">
                      <a16:creationId xmlns:a16="http://schemas.microsoft.com/office/drawing/2014/main" id="{7820A24C-AFC5-EF11-1920-626C0EAB9AAC}"/>
                    </a:ext>
                  </a:extLst>
                </p14:cNvPr>
                <p14:cNvContentPartPr/>
                <p14:nvPr/>
              </p14:nvContentPartPr>
              <p14:xfrm>
                <a:off x="4897313" y="1704428"/>
                <a:ext cx="261720" cy="223560"/>
              </p14:xfrm>
            </p:contentPart>
          </mc:Choice>
          <mc:Fallback xmlns="">
            <p:pic>
              <p:nvPicPr>
                <p:cNvPr id="47" name="Ink 46">
                  <a:extLst>
                    <a:ext uri="{FF2B5EF4-FFF2-40B4-BE49-F238E27FC236}">
                      <a16:creationId xmlns:a16="http://schemas.microsoft.com/office/drawing/2014/main" id="{7820A24C-AFC5-EF11-1920-626C0EAB9AAC}"/>
                    </a:ext>
                  </a:extLst>
                </p:cNvPr>
                <p:cNvPicPr/>
                <p:nvPr/>
              </p:nvPicPr>
              <p:blipFill>
                <a:blip r:embed="rId25"/>
                <a:stretch>
                  <a:fillRect/>
                </a:stretch>
              </p:blipFill>
              <p:spPr>
                <a:xfrm>
                  <a:off x="4888313" y="1695428"/>
                  <a:ext cx="279360" cy="241200"/>
                </a:xfrm>
                <a:prstGeom prst="rect">
                  <a:avLst/>
                </a:prstGeom>
              </p:spPr>
            </p:pic>
          </mc:Fallback>
        </mc:AlternateContent>
      </p:grpSp>
      <p:grpSp>
        <p:nvGrpSpPr>
          <p:cNvPr id="51" name="Group 50">
            <a:extLst>
              <a:ext uri="{FF2B5EF4-FFF2-40B4-BE49-F238E27FC236}">
                <a16:creationId xmlns:a16="http://schemas.microsoft.com/office/drawing/2014/main" id="{A44C167B-1E4A-2471-34C4-C43B64B217C5}"/>
              </a:ext>
            </a:extLst>
          </p:cNvPr>
          <p:cNvGrpSpPr/>
          <p:nvPr/>
        </p:nvGrpSpPr>
        <p:grpSpPr>
          <a:xfrm>
            <a:off x="4128353" y="1800548"/>
            <a:ext cx="92520" cy="162000"/>
            <a:chOff x="4128353" y="1800548"/>
            <a:chExt cx="92520" cy="162000"/>
          </a:xfrm>
        </p:grpSpPr>
        <mc:AlternateContent xmlns:mc="http://schemas.openxmlformats.org/markup-compatibility/2006" xmlns:p14="http://schemas.microsoft.com/office/powerpoint/2010/main">
          <mc:Choice Requires="p14">
            <p:contentPart p14:bwMode="auto" r:id="rId26">
              <p14:nvContentPartPr>
                <p14:cNvPr id="49" name="Ink 48">
                  <a:extLst>
                    <a:ext uri="{FF2B5EF4-FFF2-40B4-BE49-F238E27FC236}">
                      <a16:creationId xmlns:a16="http://schemas.microsoft.com/office/drawing/2014/main" id="{60C34F4C-6E27-D34A-3AC3-396986536956}"/>
                    </a:ext>
                  </a:extLst>
                </p14:cNvPr>
                <p14:cNvContentPartPr/>
                <p14:nvPr/>
              </p14:nvContentPartPr>
              <p14:xfrm>
                <a:off x="4128353" y="1864628"/>
                <a:ext cx="92520" cy="15480"/>
              </p14:xfrm>
            </p:contentPart>
          </mc:Choice>
          <mc:Fallback xmlns="">
            <p:pic>
              <p:nvPicPr>
                <p:cNvPr id="49" name="Ink 48">
                  <a:extLst>
                    <a:ext uri="{FF2B5EF4-FFF2-40B4-BE49-F238E27FC236}">
                      <a16:creationId xmlns:a16="http://schemas.microsoft.com/office/drawing/2014/main" id="{60C34F4C-6E27-D34A-3AC3-396986536956}"/>
                    </a:ext>
                  </a:extLst>
                </p:cNvPr>
                <p:cNvPicPr/>
                <p:nvPr/>
              </p:nvPicPr>
              <p:blipFill>
                <a:blip r:embed="rId27"/>
                <a:stretch>
                  <a:fillRect/>
                </a:stretch>
              </p:blipFill>
              <p:spPr>
                <a:xfrm>
                  <a:off x="4119713" y="1855988"/>
                  <a:ext cx="11016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50" name="Ink 49">
                  <a:extLst>
                    <a:ext uri="{FF2B5EF4-FFF2-40B4-BE49-F238E27FC236}">
                      <a16:creationId xmlns:a16="http://schemas.microsoft.com/office/drawing/2014/main" id="{08324549-F390-7794-95DB-58FF30062FEA}"/>
                    </a:ext>
                  </a:extLst>
                </p14:cNvPr>
                <p14:cNvContentPartPr/>
                <p14:nvPr/>
              </p14:nvContentPartPr>
              <p14:xfrm>
                <a:off x="4174433" y="1800548"/>
                <a:ext cx="5400" cy="162000"/>
              </p14:xfrm>
            </p:contentPart>
          </mc:Choice>
          <mc:Fallback xmlns="">
            <p:pic>
              <p:nvPicPr>
                <p:cNvPr id="50" name="Ink 49">
                  <a:extLst>
                    <a:ext uri="{FF2B5EF4-FFF2-40B4-BE49-F238E27FC236}">
                      <a16:creationId xmlns:a16="http://schemas.microsoft.com/office/drawing/2014/main" id="{08324549-F390-7794-95DB-58FF30062FEA}"/>
                    </a:ext>
                  </a:extLst>
                </p:cNvPr>
                <p:cNvPicPr/>
                <p:nvPr/>
              </p:nvPicPr>
              <p:blipFill>
                <a:blip r:embed="rId29"/>
                <a:stretch>
                  <a:fillRect/>
                </a:stretch>
              </p:blipFill>
              <p:spPr>
                <a:xfrm>
                  <a:off x="4165793" y="1791908"/>
                  <a:ext cx="23040" cy="179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0">
            <p14:nvContentPartPr>
              <p14:cNvPr id="52" name="Ink 51">
                <a:extLst>
                  <a:ext uri="{FF2B5EF4-FFF2-40B4-BE49-F238E27FC236}">
                    <a16:creationId xmlns:a16="http://schemas.microsoft.com/office/drawing/2014/main" id="{56B5A65B-D5A5-58B4-FBEF-66EACEACE4C3}"/>
                  </a:ext>
                </a:extLst>
              </p14:cNvPr>
              <p14:cNvContentPartPr/>
              <p14:nvPr/>
            </p14:nvContentPartPr>
            <p14:xfrm>
              <a:off x="2476673" y="3016268"/>
              <a:ext cx="65880" cy="130320"/>
            </p14:xfrm>
          </p:contentPart>
        </mc:Choice>
        <mc:Fallback xmlns="">
          <p:pic>
            <p:nvPicPr>
              <p:cNvPr id="52" name="Ink 51">
                <a:extLst>
                  <a:ext uri="{FF2B5EF4-FFF2-40B4-BE49-F238E27FC236}">
                    <a16:creationId xmlns:a16="http://schemas.microsoft.com/office/drawing/2014/main" id="{56B5A65B-D5A5-58B4-FBEF-66EACEACE4C3}"/>
                  </a:ext>
                </a:extLst>
              </p:cNvPr>
              <p:cNvPicPr/>
              <p:nvPr/>
            </p:nvPicPr>
            <p:blipFill>
              <a:blip r:embed="rId31"/>
              <a:stretch>
                <a:fillRect/>
              </a:stretch>
            </p:blipFill>
            <p:spPr>
              <a:xfrm>
                <a:off x="2468033" y="3007628"/>
                <a:ext cx="83520" cy="147960"/>
              </a:xfrm>
              <a:prstGeom prst="rect">
                <a:avLst/>
              </a:prstGeom>
            </p:spPr>
          </p:pic>
        </mc:Fallback>
      </mc:AlternateContent>
      <p:grpSp>
        <p:nvGrpSpPr>
          <p:cNvPr id="58" name="Group 57">
            <a:extLst>
              <a:ext uri="{FF2B5EF4-FFF2-40B4-BE49-F238E27FC236}">
                <a16:creationId xmlns:a16="http://schemas.microsoft.com/office/drawing/2014/main" id="{A6D7CC5B-B22F-0418-A563-296E11325FD2}"/>
              </a:ext>
            </a:extLst>
          </p:cNvPr>
          <p:cNvGrpSpPr/>
          <p:nvPr/>
        </p:nvGrpSpPr>
        <p:grpSpPr>
          <a:xfrm>
            <a:off x="2549033" y="3100868"/>
            <a:ext cx="110880" cy="111240"/>
            <a:chOff x="2549033" y="3100868"/>
            <a:chExt cx="110880" cy="111240"/>
          </a:xfrm>
        </p:grpSpPr>
        <mc:AlternateContent xmlns:mc="http://schemas.openxmlformats.org/markup-compatibility/2006" xmlns:p14="http://schemas.microsoft.com/office/powerpoint/2010/main">
          <mc:Choice Requires="p14">
            <p:contentPart p14:bwMode="auto" r:id="rId32">
              <p14:nvContentPartPr>
                <p14:cNvPr id="53" name="Ink 52">
                  <a:extLst>
                    <a:ext uri="{FF2B5EF4-FFF2-40B4-BE49-F238E27FC236}">
                      <a16:creationId xmlns:a16="http://schemas.microsoft.com/office/drawing/2014/main" id="{D6D594F6-5418-EA93-622E-247A86DF8F74}"/>
                    </a:ext>
                  </a:extLst>
                </p14:cNvPr>
                <p14:cNvContentPartPr/>
                <p14:nvPr/>
              </p14:nvContentPartPr>
              <p14:xfrm>
                <a:off x="2549033" y="3100868"/>
                <a:ext cx="64440" cy="109440"/>
              </p14:xfrm>
            </p:contentPart>
          </mc:Choice>
          <mc:Fallback xmlns="">
            <p:pic>
              <p:nvPicPr>
                <p:cNvPr id="53" name="Ink 52">
                  <a:extLst>
                    <a:ext uri="{FF2B5EF4-FFF2-40B4-BE49-F238E27FC236}">
                      <a16:creationId xmlns:a16="http://schemas.microsoft.com/office/drawing/2014/main" id="{D6D594F6-5418-EA93-622E-247A86DF8F74}"/>
                    </a:ext>
                  </a:extLst>
                </p:cNvPr>
                <p:cNvPicPr/>
                <p:nvPr/>
              </p:nvPicPr>
              <p:blipFill>
                <a:blip r:embed="rId33"/>
                <a:stretch>
                  <a:fillRect/>
                </a:stretch>
              </p:blipFill>
              <p:spPr>
                <a:xfrm>
                  <a:off x="2540033" y="3092228"/>
                  <a:ext cx="82080" cy="1270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4" name="Ink 53">
                  <a:extLst>
                    <a:ext uri="{FF2B5EF4-FFF2-40B4-BE49-F238E27FC236}">
                      <a16:creationId xmlns:a16="http://schemas.microsoft.com/office/drawing/2014/main" id="{EC8B84AC-7F1D-D546-F843-76B8E2D4796A}"/>
                    </a:ext>
                  </a:extLst>
                </p14:cNvPr>
                <p14:cNvContentPartPr/>
                <p14:nvPr/>
              </p14:nvContentPartPr>
              <p14:xfrm>
                <a:off x="2598353" y="3135068"/>
                <a:ext cx="61560" cy="77040"/>
              </p14:xfrm>
            </p:contentPart>
          </mc:Choice>
          <mc:Fallback xmlns="">
            <p:pic>
              <p:nvPicPr>
                <p:cNvPr id="54" name="Ink 53">
                  <a:extLst>
                    <a:ext uri="{FF2B5EF4-FFF2-40B4-BE49-F238E27FC236}">
                      <a16:creationId xmlns:a16="http://schemas.microsoft.com/office/drawing/2014/main" id="{EC8B84AC-7F1D-D546-F843-76B8E2D4796A}"/>
                    </a:ext>
                  </a:extLst>
                </p:cNvPr>
                <p:cNvPicPr/>
                <p:nvPr/>
              </p:nvPicPr>
              <p:blipFill>
                <a:blip r:embed="rId35"/>
                <a:stretch>
                  <a:fillRect/>
                </a:stretch>
              </p:blipFill>
              <p:spPr>
                <a:xfrm>
                  <a:off x="2589713" y="3126068"/>
                  <a:ext cx="79200" cy="94680"/>
                </a:xfrm>
                <a:prstGeom prst="rect">
                  <a:avLst/>
                </a:prstGeom>
              </p:spPr>
            </p:pic>
          </mc:Fallback>
        </mc:AlternateContent>
      </p:grpSp>
      <p:grpSp>
        <p:nvGrpSpPr>
          <p:cNvPr id="61" name="Group 60">
            <a:extLst>
              <a:ext uri="{FF2B5EF4-FFF2-40B4-BE49-F238E27FC236}">
                <a16:creationId xmlns:a16="http://schemas.microsoft.com/office/drawing/2014/main" id="{6A50BDAB-89E9-2360-5D24-24D9B2B7FC24}"/>
              </a:ext>
            </a:extLst>
          </p:cNvPr>
          <p:cNvGrpSpPr/>
          <p:nvPr/>
        </p:nvGrpSpPr>
        <p:grpSpPr>
          <a:xfrm>
            <a:off x="2468753" y="2573828"/>
            <a:ext cx="360720" cy="248040"/>
            <a:chOff x="2468753" y="2573828"/>
            <a:chExt cx="360720" cy="248040"/>
          </a:xfrm>
        </p:grpSpPr>
        <mc:AlternateContent xmlns:mc="http://schemas.openxmlformats.org/markup-compatibility/2006" xmlns:p14="http://schemas.microsoft.com/office/powerpoint/2010/main">
          <mc:Choice Requires="p14">
            <p:contentPart p14:bwMode="auto" r:id="rId36">
              <p14:nvContentPartPr>
                <p14:cNvPr id="55" name="Ink 54">
                  <a:extLst>
                    <a:ext uri="{FF2B5EF4-FFF2-40B4-BE49-F238E27FC236}">
                      <a16:creationId xmlns:a16="http://schemas.microsoft.com/office/drawing/2014/main" id="{2D1A5DCD-2ECD-17D2-22D3-FEBBD86F00FD}"/>
                    </a:ext>
                  </a:extLst>
                </p14:cNvPr>
                <p14:cNvContentPartPr/>
                <p14:nvPr/>
              </p14:nvContentPartPr>
              <p14:xfrm>
                <a:off x="2468753" y="2679668"/>
                <a:ext cx="142200" cy="14040"/>
              </p14:xfrm>
            </p:contentPart>
          </mc:Choice>
          <mc:Fallback xmlns="">
            <p:pic>
              <p:nvPicPr>
                <p:cNvPr id="55" name="Ink 54">
                  <a:extLst>
                    <a:ext uri="{FF2B5EF4-FFF2-40B4-BE49-F238E27FC236}">
                      <a16:creationId xmlns:a16="http://schemas.microsoft.com/office/drawing/2014/main" id="{2D1A5DCD-2ECD-17D2-22D3-FEBBD86F00FD}"/>
                    </a:ext>
                  </a:extLst>
                </p:cNvPr>
                <p:cNvPicPr/>
                <p:nvPr/>
              </p:nvPicPr>
              <p:blipFill>
                <a:blip r:embed="rId37"/>
                <a:stretch>
                  <a:fillRect/>
                </a:stretch>
              </p:blipFill>
              <p:spPr>
                <a:xfrm>
                  <a:off x="2459753" y="2670668"/>
                  <a:ext cx="15984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56" name="Ink 55">
                  <a:extLst>
                    <a:ext uri="{FF2B5EF4-FFF2-40B4-BE49-F238E27FC236}">
                      <a16:creationId xmlns:a16="http://schemas.microsoft.com/office/drawing/2014/main" id="{D3B9CA20-9237-0D9F-8F0C-B4A398DA3260}"/>
                    </a:ext>
                  </a:extLst>
                </p14:cNvPr>
                <p14:cNvContentPartPr/>
                <p14:nvPr/>
              </p14:nvContentPartPr>
              <p14:xfrm>
                <a:off x="2533913" y="2590028"/>
                <a:ext cx="24120" cy="202320"/>
              </p14:xfrm>
            </p:contentPart>
          </mc:Choice>
          <mc:Fallback xmlns="">
            <p:pic>
              <p:nvPicPr>
                <p:cNvPr id="56" name="Ink 55">
                  <a:extLst>
                    <a:ext uri="{FF2B5EF4-FFF2-40B4-BE49-F238E27FC236}">
                      <a16:creationId xmlns:a16="http://schemas.microsoft.com/office/drawing/2014/main" id="{D3B9CA20-9237-0D9F-8F0C-B4A398DA3260}"/>
                    </a:ext>
                  </a:extLst>
                </p:cNvPr>
                <p:cNvPicPr/>
                <p:nvPr/>
              </p:nvPicPr>
              <p:blipFill>
                <a:blip r:embed="rId39"/>
                <a:stretch>
                  <a:fillRect/>
                </a:stretch>
              </p:blipFill>
              <p:spPr>
                <a:xfrm>
                  <a:off x="2524913" y="2581388"/>
                  <a:ext cx="4176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9" name="Ink 58">
                  <a:extLst>
                    <a:ext uri="{FF2B5EF4-FFF2-40B4-BE49-F238E27FC236}">
                      <a16:creationId xmlns:a16="http://schemas.microsoft.com/office/drawing/2014/main" id="{BBDEF5DC-FB08-AA50-D4D8-FC445A7DA6AC}"/>
                    </a:ext>
                  </a:extLst>
                </p14:cNvPr>
                <p14:cNvContentPartPr/>
                <p14:nvPr/>
              </p14:nvContentPartPr>
              <p14:xfrm>
                <a:off x="2648033" y="2573828"/>
                <a:ext cx="111240" cy="205200"/>
              </p14:xfrm>
            </p:contentPart>
          </mc:Choice>
          <mc:Fallback xmlns="">
            <p:pic>
              <p:nvPicPr>
                <p:cNvPr id="59" name="Ink 58">
                  <a:extLst>
                    <a:ext uri="{FF2B5EF4-FFF2-40B4-BE49-F238E27FC236}">
                      <a16:creationId xmlns:a16="http://schemas.microsoft.com/office/drawing/2014/main" id="{BBDEF5DC-FB08-AA50-D4D8-FC445A7DA6AC}"/>
                    </a:ext>
                  </a:extLst>
                </p:cNvPr>
                <p:cNvPicPr/>
                <p:nvPr/>
              </p:nvPicPr>
              <p:blipFill>
                <a:blip r:embed="rId41"/>
                <a:stretch>
                  <a:fillRect/>
                </a:stretch>
              </p:blipFill>
              <p:spPr>
                <a:xfrm>
                  <a:off x="2639033" y="2565188"/>
                  <a:ext cx="128880" cy="222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60" name="Ink 59">
                  <a:extLst>
                    <a:ext uri="{FF2B5EF4-FFF2-40B4-BE49-F238E27FC236}">
                      <a16:creationId xmlns:a16="http://schemas.microsoft.com/office/drawing/2014/main" id="{01C6303E-2B04-9A29-57AF-7DD158243A82}"/>
                    </a:ext>
                  </a:extLst>
                </p14:cNvPr>
                <p14:cNvContentPartPr/>
                <p14:nvPr/>
              </p14:nvContentPartPr>
              <p14:xfrm>
                <a:off x="2733353" y="2678228"/>
                <a:ext cx="96120" cy="143640"/>
              </p14:xfrm>
            </p:contentPart>
          </mc:Choice>
          <mc:Fallback xmlns="">
            <p:pic>
              <p:nvPicPr>
                <p:cNvPr id="60" name="Ink 59">
                  <a:extLst>
                    <a:ext uri="{FF2B5EF4-FFF2-40B4-BE49-F238E27FC236}">
                      <a16:creationId xmlns:a16="http://schemas.microsoft.com/office/drawing/2014/main" id="{01C6303E-2B04-9A29-57AF-7DD158243A82}"/>
                    </a:ext>
                  </a:extLst>
                </p:cNvPr>
                <p:cNvPicPr/>
                <p:nvPr/>
              </p:nvPicPr>
              <p:blipFill>
                <a:blip r:embed="rId43"/>
                <a:stretch>
                  <a:fillRect/>
                </a:stretch>
              </p:blipFill>
              <p:spPr>
                <a:xfrm>
                  <a:off x="2724713" y="2669228"/>
                  <a:ext cx="113760" cy="161280"/>
                </a:xfrm>
                <a:prstGeom prst="rect">
                  <a:avLst/>
                </a:prstGeom>
              </p:spPr>
            </p:pic>
          </mc:Fallback>
        </mc:AlternateContent>
      </p:grpSp>
      <p:grpSp>
        <p:nvGrpSpPr>
          <p:cNvPr id="233472" name="Group 233471">
            <a:extLst>
              <a:ext uri="{FF2B5EF4-FFF2-40B4-BE49-F238E27FC236}">
                <a16:creationId xmlns:a16="http://schemas.microsoft.com/office/drawing/2014/main" id="{EEFFDD4D-30DB-B47F-E443-3BEF5A816502}"/>
              </a:ext>
            </a:extLst>
          </p:cNvPr>
          <p:cNvGrpSpPr/>
          <p:nvPr/>
        </p:nvGrpSpPr>
        <p:grpSpPr>
          <a:xfrm>
            <a:off x="4686713" y="3833468"/>
            <a:ext cx="286200" cy="121320"/>
            <a:chOff x="4686713" y="3833468"/>
            <a:chExt cx="286200" cy="121320"/>
          </a:xfrm>
        </p:grpSpPr>
        <mc:AlternateContent xmlns:mc="http://schemas.openxmlformats.org/markup-compatibility/2006" xmlns:p14="http://schemas.microsoft.com/office/powerpoint/2010/main">
          <mc:Choice Requires="p14">
            <p:contentPart p14:bwMode="auto" r:id="rId44">
              <p14:nvContentPartPr>
                <p14:cNvPr id="62" name="Ink 61">
                  <a:extLst>
                    <a:ext uri="{FF2B5EF4-FFF2-40B4-BE49-F238E27FC236}">
                      <a16:creationId xmlns:a16="http://schemas.microsoft.com/office/drawing/2014/main" id="{E0F7BEED-DD44-74E8-55B5-C690694B10C4}"/>
                    </a:ext>
                  </a:extLst>
                </p14:cNvPr>
                <p14:cNvContentPartPr/>
                <p14:nvPr/>
              </p14:nvContentPartPr>
              <p14:xfrm>
                <a:off x="4686713" y="3833468"/>
                <a:ext cx="252360" cy="41400"/>
              </p14:xfrm>
            </p:contentPart>
          </mc:Choice>
          <mc:Fallback xmlns="">
            <p:pic>
              <p:nvPicPr>
                <p:cNvPr id="62" name="Ink 61">
                  <a:extLst>
                    <a:ext uri="{FF2B5EF4-FFF2-40B4-BE49-F238E27FC236}">
                      <a16:creationId xmlns:a16="http://schemas.microsoft.com/office/drawing/2014/main" id="{E0F7BEED-DD44-74E8-55B5-C690694B10C4}"/>
                    </a:ext>
                  </a:extLst>
                </p:cNvPr>
                <p:cNvPicPr/>
                <p:nvPr/>
              </p:nvPicPr>
              <p:blipFill>
                <a:blip r:embed="rId45"/>
                <a:stretch>
                  <a:fillRect/>
                </a:stretch>
              </p:blipFill>
              <p:spPr>
                <a:xfrm>
                  <a:off x="4677713" y="3824468"/>
                  <a:ext cx="2700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63" name="Ink 62">
                  <a:extLst>
                    <a:ext uri="{FF2B5EF4-FFF2-40B4-BE49-F238E27FC236}">
                      <a16:creationId xmlns:a16="http://schemas.microsoft.com/office/drawing/2014/main" id="{38D4EBBB-55B8-A0CF-509B-EC5905879025}"/>
                    </a:ext>
                  </a:extLst>
                </p14:cNvPr>
                <p14:cNvContentPartPr/>
                <p14:nvPr/>
              </p14:nvContentPartPr>
              <p14:xfrm>
                <a:off x="4726313" y="3933188"/>
                <a:ext cx="246600" cy="21600"/>
              </p14:xfrm>
            </p:contentPart>
          </mc:Choice>
          <mc:Fallback xmlns="">
            <p:pic>
              <p:nvPicPr>
                <p:cNvPr id="63" name="Ink 62">
                  <a:extLst>
                    <a:ext uri="{FF2B5EF4-FFF2-40B4-BE49-F238E27FC236}">
                      <a16:creationId xmlns:a16="http://schemas.microsoft.com/office/drawing/2014/main" id="{38D4EBBB-55B8-A0CF-509B-EC5905879025}"/>
                    </a:ext>
                  </a:extLst>
                </p:cNvPr>
                <p:cNvPicPr/>
                <p:nvPr/>
              </p:nvPicPr>
              <p:blipFill>
                <a:blip r:embed="rId47"/>
                <a:stretch>
                  <a:fillRect/>
                </a:stretch>
              </p:blipFill>
              <p:spPr>
                <a:xfrm>
                  <a:off x="4717673" y="3924188"/>
                  <a:ext cx="264240" cy="39240"/>
                </a:xfrm>
                <a:prstGeom prst="rect">
                  <a:avLst/>
                </a:prstGeom>
              </p:spPr>
            </p:pic>
          </mc:Fallback>
        </mc:AlternateContent>
      </p:grpSp>
      <p:grpSp>
        <p:nvGrpSpPr>
          <p:cNvPr id="233494" name="Group 233493">
            <a:extLst>
              <a:ext uri="{FF2B5EF4-FFF2-40B4-BE49-F238E27FC236}">
                <a16:creationId xmlns:a16="http://schemas.microsoft.com/office/drawing/2014/main" id="{216D091F-DE7D-F60C-C6CE-498BFCF13FB1}"/>
              </a:ext>
            </a:extLst>
          </p:cNvPr>
          <p:cNvGrpSpPr/>
          <p:nvPr/>
        </p:nvGrpSpPr>
        <p:grpSpPr>
          <a:xfrm>
            <a:off x="5144273" y="3515588"/>
            <a:ext cx="2452680" cy="753840"/>
            <a:chOff x="5144273" y="3515588"/>
            <a:chExt cx="2452680" cy="753840"/>
          </a:xfrm>
        </p:grpSpPr>
        <mc:AlternateContent xmlns:mc="http://schemas.openxmlformats.org/markup-compatibility/2006" xmlns:p14="http://schemas.microsoft.com/office/powerpoint/2010/main">
          <mc:Choice Requires="p14">
            <p:contentPart p14:bwMode="auto" r:id="rId48">
              <p14:nvContentPartPr>
                <p14:cNvPr id="233473" name="Ink 233472">
                  <a:extLst>
                    <a:ext uri="{FF2B5EF4-FFF2-40B4-BE49-F238E27FC236}">
                      <a16:creationId xmlns:a16="http://schemas.microsoft.com/office/drawing/2014/main" id="{67D0F45E-6354-7470-7CAC-7A9FA58046BB}"/>
                    </a:ext>
                  </a:extLst>
                </p14:cNvPr>
                <p14:cNvContentPartPr/>
                <p14:nvPr/>
              </p14:nvContentPartPr>
              <p14:xfrm>
                <a:off x="5182073" y="3889268"/>
                <a:ext cx="622440" cy="23400"/>
              </p14:xfrm>
            </p:contentPart>
          </mc:Choice>
          <mc:Fallback xmlns="">
            <p:pic>
              <p:nvPicPr>
                <p:cNvPr id="233473" name="Ink 233472">
                  <a:extLst>
                    <a:ext uri="{FF2B5EF4-FFF2-40B4-BE49-F238E27FC236}">
                      <a16:creationId xmlns:a16="http://schemas.microsoft.com/office/drawing/2014/main" id="{67D0F45E-6354-7470-7CAC-7A9FA58046BB}"/>
                    </a:ext>
                  </a:extLst>
                </p:cNvPr>
                <p:cNvPicPr/>
                <p:nvPr/>
              </p:nvPicPr>
              <p:blipFill>
                <a:blip r:embed="rId49"/>
                <a:stretch>
                  <a:fillRect/>
                </a:stretch>
              </p:blipFill>
              <p:spPr>
                <a:xfrm>
                  <a:off x="5173073" y="3880628"/>
                  <a:ext cx="6400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33474" name="Ink 233473">
                  <a:extLst>
                    <a:ext uri="{FF2B5EF4-FFF2-40B4-BE49-F238E27FC236}">
                      <a16:creationId xmlns:a16="http://schemas.microsoft.com/office/drawing/2014/main" id="{8F98428F-3309-77E7-62C2-9C167421FAF7}"/>
                    </a:ext>
                  </a:extLst>
                </p14:cNvPr>
                <p14:cNvContentPartPr/>
                <p14:nvPr/>
              </p14:nvContentPartPr>
              <p14:xfrm>
                <a:off x="5144273" y="3538268"/>
                <a:ext cx="130320" cy="221400"/>
              </p14:xfrm>
            </p:contentPart>
          </mc:Choice>
          <mc:Fallback xmlns="">
            <p:pic>
              <p:nvPicPr>
                <p:cNvPr id="233474" name="Ink 233473">
                  <a:extLst>
                    <a:ext uri="{FF2B5EF4-FFF2-40B4-BE49-F238E27FC236}">
                      <a16:creationId xmlns:a16="http://schemas.microsoft.com/office/drawing/2014/main" id="{8F98428F-3309-77E7-62C2-9C167421FAF7}"/>
                    </a:ext>
                  </a:extLst>
                </p:cNvPr>
                <p:cNvPicPr/>
                <p:nvPr/>
              </p:nvPicPr>
              <p:blipFill>
                <a:blip r:embed="rId51"/>
                <a:stretch>
                  <a:fillRect/>
                </a:stretch>
              </p:blipFill>
              <p:spPr>
                <a:xfrm>
                  <a:off x="5135633" y="3529268"/>
                  <a:ext cx="1479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33476" name="Ink 233475">
                  <a:extLst>
                    <a:ext uri="{FF2B5EF4-FFF2-40B4-BE49-F238E27FC236}">
                      <a16:creationId xmlns:a16="http://schemas.microsoft.com/office/drawing/2014/main" id="{6969FC96-90DE-153C-B76F-0CC73778A50D}"/>
                    </a:ext>
                  </a:extLst>
                </p14:cNvPr>
                <p14:cNvContentPartPr/>
                <p14:nvPr/>
              </p14:nvContentPartPr>
              <p14:xfrm>
                <a:off x="5326793" y="3655268"/>
                <a:ext cx="62640" cy="174960"/>
              </p14:xfrm>
            </p:contentPart>
          </mc:Choice>
          <mc:Fallback xmlns="">
            <p:pic>
              <p:nvPicPr>
                <p:cNvPr id="233476" name="Ink 233475">
                  <a:extLst>
                    <a:ext uri="{FF2B5EF4-FFF2-40B4-BE49-F238E27FC236}">
                      <a16:creationId xmlns:a16="http://schemas.microsoft.com/office/drawing/2014/main" id="{6969FC96-90DE-153C-B76F-0CC73778A50D}"/>
                    </a:ext>
                  </a:extLst>
                </p:cNvPr>
                <p:cNvPicPr/>
                <p:nvPr/>
              </p:nvPicPr>
              <p:blipFill>
                <a:blip r:embed="rId53"/>
                <a:stretch>
                  <a:fillRect/>
                </a:stretch>
              </p:blipFill>
              <p:spPr>
                <a:xfrm>
                  <a:off x="5317793" y="3646268"/>
                  <a:ext cx="8028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33477" name="Ink 233476">
                  <a:extLst>
                    <a:ext uri="{FF2B5EF4-FFF2-40B4-BE49-F238E27FC236}">
                      <a16:creationId xmlns:a16="http://schemas.microsoft.com/office/drawing/2014/main" id="{CFD64DE2-E68A-7D72-8222-7C0DCCD1E75D}"/>
                    </a:ext>
                  </a:extLst>
                </p14:cNvPr>
                <p14:cNvContentPartPr/>
                <p14:nvPr/>
              </p14:nvContentPartPr>
              <p14:xfrm>
                <a:off x="5495273" y="3652388"/>
                <a:ext cx="123840" cy="14760"/>
              </p14:xfrm>
            </p:contentPart>
          </mc:Choice>
          <mc:Fallback xmlns="">
            <p:pic>
              <p:nvPicPr>
                <p:cNvPr id="233477" name="Ink 233476">
                  <a:extLst>
                    <a:ext uri="{FF2B5EF4-FFF2-40B4-BE49-F238E27FC236}">
                      <a16:creationId xmlns:a16="http://schemas.microsoft.com/office/drawing/2014/main" id="{CFD64DE2-E68A-7D72-8222-7C0DCCD1E75D}"/>
                    </a:ext>
                  </a:extLst>
                </p:cNvPr>
                <p:cNvPicPr/>
                <p:nvPr/>
              </p:nvPicPr>
              <p:blipFill>
                <a:blip r:embed="rId55"/>
                <a:stretch>
                  <a:fillRect/>
                </a:stretch>
              </p:blipFill>
              <p:spPr>
                <a:xfrm>
                  <a:off x="5486273" y="3643388"/>
                  <a:ext cx="14148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33478" name="Ink 233477">
                  <a:extLst>
                    <a:ext uri="{FF2B5EF4-FFF2-40B4-BE49-F238E27FC236}">
                      <a16:creationId xmlns:a16="http://schemas.microsoft.com/office/drawing/2014/main" id="{5D64C42C-57AE-FE3B-7DA5-925C648D4676}"/>
                    </a:ext>
                  </a:extLst>
                </p14:cNvPr>
                <p14:cNvContentPartPr/>
                <p14:nvPr/>
              </p14:nvContentPartPr>
              <p14:xfrm>
                <a:off x="5659073" y="3554828"/>
                <a:ext cx="108720" cy="175680"/>
              </p14:xfrm>
            </p:contentPart>
          </mc:Choice>
          <mc:Fallback xmlns="">
            <p:pic>
              <p:nvPicPr>
                <p:cNvPr id="233478" name="Ink 233477">
                  <a:extLst>
                    <a:ext uri="{FF2B5EF4-FFF2-40B4-BE49-F238E27FC236}">
                      <a16:creationId xmlns:a16="http://schemas.microsoft.com/office/drawing/2014/main" id="{5D64C42C-57AE-FE3B-7DA5-925C648D4676}"/>
                    </a:ext>
                  </a:extLst>
                </p:cNvPr>
                <p:cNvPicPr/>
                <p:nvPr/>
              </p:nvPicPr>
              <p:blipFill>
                <a:blip r:embed="rId57"/>
                <a:stretch>
                  <a:fillRect/>
                </a:stretch>
              </p:blipFill>
              <p:spPr>
                <a:xfrm>
                  <a:off x="5650073" y="3546188"/>
                  <a:ext cx="126360" cy="1933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33479" name="Ink 233478">
                  <a:extLst>
                    <a:ext uri="{FF2B5EF4-FFF2-40B4-BE49-F238E27FC236}">
                      <a16:creationId xmlns:a16="http://schemas.microsoft.com/office/drawing/2014/main" id="{0C017D62-9F8A-670E-BE32-24AE919CF4E8}"/>
                    </a:ext>
                  </a:extLst>
                </p14:cNvPr>
                <p14:cNvContentPartPr/>
                <p14:nvPr/>
              </p14:nvContentPartPr>
              <p14:xfrm>
                <a:off x="5778233" y="3657788"/>
                <a:ext cx="70920" cy="108000"/>
              </p14:xfrm>
            </p:contentPart>
          </mc:Choice>
          <mc:Fallback xmlns="">
            <p:pic>
              <p:nvPicPr>
                <p:cNvPr id="233479" name="Ink 233478">
                  <a:extLst>
                    <a:ext uri="{FF2B5EF4-FFF2-40B4-BE49-F238E27FC236}">
                      <a16:creationId xmlns:a16="http://schemas.microsoft.com/office/drawing/2014/main" id="{0C017D62-9F8A-670E-BE32-24AE919CF4E8}"/>
                    </a:ext>
                  </a:extLst>
                </p:cNvPr>
                <p:cNvPicPr/>
                <p:nvPr/>
              </p:nvPicPr>
              <p:blipFill>
                <a:blip r:embed="rId59"/>
                <a:stretch>
                  <a:fillRect/>
                </a:stretch>
              </p:blipFill>
              <p:spPr>
                <a:xfrm>
                  <a:off x="5769593" y="3648788"/>
                  <a:ext cx="8856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233481" name="Ink 233480">
                  <a:extLst>
                    <a:ext uri="{FF2B5EF4-FFF2-40B4-BE49-F238E27FC236}">
                      <a16:creationId xmlns:a16="http://schemas.microsoft.com/office/drawing/2014/main" id="{7CECBCA0-5301-711D-8D41-41468791520B}"/>
                    </a:ext>
                  </a:extLst>
                </p14:cNvPr>
                <p14:cNvContentPartPr/>
                <p14:nvPr/>
              </p14:nvContentPartPr>
              <p14:xfrm>
                <a:off x="5754113" y="3664628"/>
                <a:ext cx="53280" cy="91080"/>
              </p14:xfrm>
            </p:contentPart>
          </mc:Choice>
          <mc:Fallback xmlns="">
            <p:pic>
              <p:nvPicPr>
                <p:cNvPr id="233481" name="Ink 233480">
                  <a:extLst>
                    <a:ext uri="{FF2B5EF4-FFF2-40B4-BE49-F238E27FC236}">
                      <a16:creationId xmlns:a16="http://schemas.microsoft.com/office/drawing/2014/main" id="{7CECBCA0-5301-711D-8D41-41468791520B}"/>
                    </a:ext>
                  </a:extLst>
                </p:cNvPr>
                <p:cNvPicPr/>
                <p:nvPr/>
              </p:nvPicPr>
              <p:blipFill>
                <a:blip r:embed="rId61"/>
                <a:stretch>
                  <a:fillRect/>
                </a:stretch>
              </p:blipFill>
              <p:spPr>
                <a:xfrm>
                  <a:off x="5745473" y="3655628"/>
                  <a:ext cx="709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233483" name="Ink 233482">
                  <a:extLst>
                    <a:ext uri="{FF2B5EF4-FFF2-40B4-BE49-F238E27FC236}">
                      <a16:creationId xmlns:a16="http://schemas.microsoft.com/office/drawing/2014/main" id="{EE5F0554-7393-EB67-1DF7-DC286758C753}"/>
                    </a:ext>
                  </a:extLst>
                </p14:cNvPr>
                <p14:cNvContentPartPr/>
                <p14:nvPr/>
              </p14:nvContentPartPr>
              <p14:xfrm>
                <a:off x="5453873" y="3987548"/>
                <a:ext cx="196200" cy="281880"/>
              </p14:xfrm>
            </p:contentPart>
          </mc:Choice>
          <mc:Fallback xmlns="">
            <p:pic>
              <p:nvPicPr>
                <p:cNvPr id="233483" name="Ink 233482">
                  <a:extLst>
                    <a:ext uri="{FF2B5EF4-FFF2-40B4-BE49-F238E27FC236}">
                      <a16:creationId xmlns:a16="http://schemas.microsoft.com/office/drawing/2014/main" id="{EE5F0554-7393-EB67-1DF7-DC286758C753}"/>
                    </a:ext>
                  </a:extLst>
                </p:cNvPr>
                <p:cNvPicPr/>
                <p:nvPr/>
              </p:nvPicPr>
              <p:blipFill>
                <a:blip r:embed="rId63"/>
                <a:stretch>
                  <a:fillRect/>
                </a:stretch>
              </p:blipFill>
              <p:spPr>
                <a:xfrm>
                  <a:off x="5444873" y="3978548"/>
                  <a:ext cx="2138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233484" name="Ink 233483">
                  <a:extLst>
                    <a:ext uri="{FF2B5EF4-FFF2-40B4-BE49-F238E27FC236}">
                      <a16:creationId xmlns:a16="http://schemas.microsoft.com/office/drawing/2014/main" id="{1713FE55-C1A9-15E3-34AE-A9186C547A3A}"/>
                    </a:ext>
                  </a:extLst>
                </p14:cNvPr>
                <p14:cNvContentPartPr/>
                <p14:nvPr/>
              </p14:nvContentPartPr>
              <p14:xfrm>
                <a:off x="5966873" y="3770108"/>
                <a:ext cx="174600" cy="232920"/>
              </p14:xfrm>
            </p:contentPart>
          </mc:Choice>
          <mc:Fallback xmlns="">
            <p:pic>
              <p:nvPicPr>
                <p:cNvPr id="233484" name="Ink 233483">
                  <a:extLst>
                    <a:ext uri="{FF2B5EF4-FFF2-40B4-BE49-F238E27FC236}">
                      <a16:creationId xmlns:a16="http://schemas.microsoft.com/office/drawing/2014/main" id="{1713FE55-C1A9-15E3-34AE-A9186C547A3A}"/>
                    </a:ext>
                  </a:extLst>
                </p:cNvPr>
                <p:cNvPicPr/>
                <p:nvPr/>
              </p:nvPicPr>
              <p:blipFill>
                <a:blip r:embed="rId65"/>
                <a:stretch>
                  <a:fillRect/>
                </a:stretch>
              </p:blipFill>
              <p:spPr>
                <a:xfrm>
                  <a:off x="5958233" y="3761108"/>
                  <a:ext cx="1922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233485" name="Ink 233484">
                  <a:extLst>
                    <a:ext uri="{FF2B5EF4-FFF2-40B4-BE49-F238E27FC236}">
                      <a16:creationId xmlns:a16="http://schemas.microsoft.com/office/drawing/2014/main" id="{D589880A-1694-DCC4-D5D3-A31400D70058}"/>
                    </a:ext>
                  </a:extLst>
                </p14:cNvPr>
                <p14:cNvContentPartPr/>
                <p14:nvPr/>
              </p14:nvContentPartPr>
              <p14:xfrm>
                <a:off x="6110513" y="3684788"/>
                <a:ext cx="169920" cy="8640"/>
              </p14:xfrm>
            </p:contentPart>
          </mc:Choice>
          <mc:Fallback xmlns="">
            <p:pic>
              <p:nvPicPr>
                <p:cNvPr id="233485" name="Ink 233484">
                  <a:extLst>
                    <a:ext uri="{FF2B5EF4-FFF2-40B4-BE49-F238E27FC236}">
                      <a16:creationId xmlns:a16="http://schemas.microsoft.com/office/drawing/2014/main" id="{D589880A-1694-DCC4-D5D3-A31400D70058}"/>
                    </a:ext>
                  </a:extLst>
                </p:cNvPr>
                <p:cNvPicPr/>
                <p:nvPr/>
              </p:nvPicPr>
              <p:blipFill>
                <a:blip r:embed="rId67"/>
                <a:stretch>
                  <a:fillRect/>
                </a:stretch>
              </p:blipFill>
              <p:spPr>
                <a:xfrm>
                  <a:off x="6101513" y="3675788"/>
                  <a:ext cx="1875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233486" name="Ink 233485">
                  <a:extLst>
                    <a:ext uri="{FF2B5EF4-FFF2-40B4-BE49-F238E27FC236}">
                      <a16:creationId xmlns:a16="http://schemas.microsoft.com/office/drawing/2014/main" id="{320C3A1F-B70E-A5D4-4B6D-AF6F72997F4A}"/>
                    </a:ext>
                  </a:extLst>
                </p14:cNvPr>
                <p14:cNvContentPartPr/>
                <p14:nvPr/>
              </p14:nvContentPartPr>
              <p14:xfrm>
                <a:off x="6387353" y="3515588"/>
                <a:ext cx="70560" cy="187200"/>
              </p14:xfrm>
            </p:contentPart>
          </mc:Choice>
          <mc:Fallback xmlns="">
            <p:pic>
              <p:nvPicPr>
                <p:cNvPr id="233486" name="Ink 233485">
                  <a:extLst>
                    <a:ext uri="{FF2B5EF4-FFF2-40B4-BE49-F238E27FC236}">
                      <a16:creationId xmlns:a16="http://schemas.microsoft.com/office/drawing/2014/main" id="{320C3A1F-B70E-A5D4-4B6D-AF6F72997F4A}"/>
                    </a:ext>
                  </a:extLst>
                </p:cNvPr>
                <p:cNvPicPr/>
                <p:nvPr/>
              </p:nvPicPr>
              <p:blipFill>
                <a:blip r:embed="rId69"/>
                <a:stretch>
                  <a:fillRect/>
                </a:stretch>
              </p:blipFill>
              <p:spPr>
                <a:xfrm>
                  <a:off x="6378353" y="3506948"/>
                  <a:ext cx="88200" cy="2048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233487" name="Ink 233486">
                  <a:extLst>
                    <a:ext uri="{FF2B5EF4-FFF2-40B4-BE49-F238E27FC236}">
                      <a16:creationId xmlns:a16="http://schemas.microsoft.com/office/drawing/2014/main" id="{14DF462D-F4BC-A76E-E873-54544CBB4116}"/>
                    </a:ext>
                  </a:extLst>
                </p14:cNvPr>
                <p14:cNvContentPartPr/>
                <p14:nvPr/>
              </p14:nvContentPartPr>
              <p14:xfrm>
                <a:off x="6319313" y="3517388"/>
                <a:ext cx="274680" cy="242640"/>
              </p14:xfrm>
            </p:contentPart>
          </mc:Choice>
          <mc:Fallback xmlns="">
            <p:pic>
              <p:nvPicPr>
                <p:cNvPr id="233487" name="Ink 233486">
                  <a:extLst>
                    <a:ext uri="{FF2B5EF4-FFF2-40B4-BE49-F238E27FC236}">
                      <a16:creationId xmlns:a16="http://schemas.microsoft.com/office/drawing/2014/main" id="{14DF462D-F4BC-A76E-E873-54544CBB4116}"/>
                    </a:ext>
                  </a:extLst>
                </p:cNvPr>
                <p:cNvPicPr/>
                <p:nvPr/>
              </p:nvPicPr>
              <p:blipFill>
                <a:blip r:embed="rId71"/>
                <a:stretch>
                  <a:fillRect/>
                </a:stretch>
              </p:blipFill>
              <p:spPr>
                <a:xfrm>
                  <a:off x="6310313" y="3508748"/>
                  <a:ext cx="292320" cy="26028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233488" name="Ink 233487">
                  <a:extLst>
                    <a:ext uri="{FF2B5EF4-FFF2-40B4-BE49-F238E27FC236}">
                      <a16:creationId xmlns:a16="http://schemas.microsoft.com/office/drawing/2014/main" id="{EF43520B-F6FF-C739-8FE8-993C6B82B081}"/>
                    </a:ext>
                  </a:extLst>
                </p14:cNvPr>
                <p14:cNvContentPartPr/>
                <p14:nvPr/>
              </p14:nvContentPartPr>
              <p14:xfrm>
                <a:off x="6644393" y="3613868"/>
                <a:ext cx="125640" cy="188640"/>
              </p14:xfrm>
            </p:contentPart>
          </mc:Choice>
          <mc:Fallback xmlns="">
            <p:pic>
              <p:nvPicPr>
                <p:cNvPr id="233488" name="Ink 233487">
                  <a:extLst>
                    <a:ext uri="{FF2B5EF4-FFF2-40B4-BE49-F238E27FC236}">
                      <a16:creationId xmlns:a16="http://schemas.microsoft.com/office/drawing/2014/main" id="{EF43520B-F6FF-C739-8FE8-993C6B82B081}"/>
                    </a:ext>
                  </a:extLst>
                </p:cNvPr>
                <p:cNvPicPr/>
                <p:nvPr/>
              </p:nvPicPr>
              <p:blipFill>
                <a:blip r:embed="rId73"/>
                <a:stretch>
                  <a:fillRect/>
                </a:stretch>
              </p:blipFill>
              <p:spPr>
                <a:xfrm>
                  <a:off x="6635753" y="3604868"/>
                  <a:ext cx="14328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233490" name="Ink 233489">
                  <a:extLst>
                    <a:ext uri="{FF2B5EF4-FFF2-40B4-BE49-F238E27FC236}">
                      <a16:creationId xmlns:a16="http://schemas.microsoft.com/office/drawing/2014/main" id="{0A3B3E09-0FB1-9BFF-CFB0-F09DFF835F7D}"/>
                    </a:ext>
                  </a:extLst>
                </p14:cNvPr>
                <p14:cNvContentPartPr/>
                <p14:nvPr/>
              </p14:nvContentPartPr>
              <p14:xfrm>
                <a:off x="6833393" y="3774068"/>
                <a:ext cx="224280" cy="231840"/>
              </p14:xfrm>
            </p:contentPart>
          </mc:Choice>
          <mc:Fallback xmlns="">
            <p:pic>
              <p:nvPicPr>
                <p:cNvPr id="233490" name="Ink 233489">
                  <a:extLst>
                    <a:ext uri="{FF2B5EF4-FFF2-40B4-BE49-F238E27FC236}">
                      <a16:creationId xmlns:a16="http://schemas.microsoft.com/office/drawing/2014/main" id="{0A3B3E09-0FB1-9BFF-CFB0-F09DFF835F7D}"/>
                    </a:ext>
                  </a:extLst>
                </p:cNvPr>
                <p:cNvPicPr/>
                <p:nvPr/>
              </p:nvPicPr>
              <p:blipFill>
                <a:blip r:embed="rId75"/>
                <a:stretch>
                  <a:fillRect/>
                </a:stretch>
              </p:blipFill>
              <p:spPr>
                <a:xfrm>
                  <a:off x="6824753" y="3765428"/>
                  <a:ext cx="24192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233491" name="Ink 233490">
                  <a:extLst>
                    <a:ext uri="{FF2B5EF4-FFF2-40B4-BE49-F238E27FC236}">
                      <a16:creationId xmlns:a16="http://schemas.microsoft.com/office/drawing/2014/main" id="{A3471428-0720-C980-7B00-BB3D22AE387F}"/>
                    </a:ext>
                  </a:extLst>
                </p14:cNvPr>
                <p14:cNvContentPartPr/>
                <p14:nvPr/>
              </p14:nvContentPartPr>
              <p14:xfrm>
                <a:off x="7118873" y="3766148"/>
                <a:ext cx="91080" cy="230040"/>
              </p14:xfrm>
            </p:contentPart>
          </mc:Choice>
          <mc:Fallback xmlns="">
            <p:pic>
              <p:nvPicPr>
                <p:cNvPr id="233491" name="Ink 233490">
                  <a:extLst>
                    <a:ext uri="{FF2B5EF4-FFF2-40B4-BE49-F238E27FC236}">
                      <a16:creationId xmlns:a16="http://schemas.microsoft.com/office/drawing/2014/main" id="{A3471428-0720-C980-7B00-BB3D22AE387F}"/>
                    </a:ext>
                  </a:extLst>
                </p:cNvPr>
                <p:cNvPicPr/>
                <p:nvPr/>
              </p:nvPicPr>
              <p:blipFill>
                <a:blip r:embed="rId77"/>
                <a:stretch>
                  <a:fillRect/>
                </a:stretch>
              </p:blipFill>
              <p:spPr>
                <a:xfrm>
                  <a:off x="7110233" y="3757508"/>
                  <a:ext cx="108720" cy="2476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233492" name="Ink 233491">
                  <a:extLst>
                    <a:ext uri="{FF2B5EF4-FFF2-40B4-BE49-F238E27FC236}">
                      <a16:creationId xmlns:a16="http://schemas.microsoft.com/office/drawing/2014/main" id="{50F02845-D5FF-72C5-89DE-6ECD2C02CB33}"/>
                    </a:ext>
                  </a:extLst>
                </p14:cNvPr>
                <p14:cNvContentPartPr/>
                <p14:nvPr/>
              </p14:nvContentPartPr>
              <p14:xfrm>
                <a:off x="7280153" y="3745628"/>
                <a:ext cx="74160" cy="231120"/>
              </p14:xfrm>
            </p:contentPart>
          </mc:Choice>
          <mc:Fallback xmlns="">
            <p:pic>
              <p:nvPicPr>
                <p:cNvPr id="233492" name="Ink 233491">
                  <a:extLst>
                    <a:ext uri="{FF2B5EF4-FFF2-40B4-BE49-F238E27FC236}">
                      <a16:creationId xmlns:a16="http://schemas.microsoft.com/office/drawing/2014/main" id="{50F02845-D5FF-72C5-89DE-6ECD2C02CB33}"/>
                    </a:ext>
                  </a:extLst>
                </p:cNvPr>
                <p:cNvPicPr/>
                <p:nvPr/>
              </p:nvPicPr>
              <p:blipFill>
                <a:blip r:embed="rId79"/>
                <a:stretch>
                  <a:fillRect/>
                </a:stretch>
              </p:blipFill>
              <p:spPr>
                <a:xfrm>
                  <a:off x="7271153" y="3736988"/>
                  <a:ext cx="9180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233493" name="Ink 233492">
                  <a:extLst>
                    <a:ext uri="{FF2B5EF4-FFF2-40B4-BE49-F238E27FC236}">
                      <a16:creationId xmlns:a16="http://schemas.microsoft.com/office/drawing/2014/main" id="{BDA83524-9818-C70E-31B7-2EB407943DBF}"/>
                    </a:ext>
                  </a:extLst>
                </p14:cNvPr>
                <p14:cNvContentPartPr/>
                <p14:nvPr/>
              </p14:nvContentPartPr>
              <p14:xfrm>
                <a:off x="7256393" y="3723668"/>
                <a:ext cx="340560" cy="276120"/>
              </p14:xfrm>
            </p:contentPart>
          </mc:Choice>
          <mc:Fallback xmlns="">
            <p:pic>
              <p:nvPicPr>
                <p:cNvPr id="233493" name="Ink 233492">
                  <a:extLst>
                    <a:ext uri="{FF2B5EF4-FFF2-40B4-BE49-F238E27FC236}">
                      <a16:creationId xmlns:a16="http://schemas.microsoft.com/office/drawing/2014/main" id="{BDA83524-9818-C70E-31B7-2EB407943DBF}"/>
                    </a:ext>
                  </a:extLst>
                </p:cNvPr>
                <p:cNvPicPr/>
                <p:nvPr/>
              </p:nvPicPr>
              <p:blipFill>
                <a:blip r:embed="rId81"/>
                <a:stretch>
                  <a:fillRect/>
                </a:stretch>
              </p:blipFill>
              <p:spPr>
                <a:xfrm>
                  <a:off x="7247393" y="3715028"/>
                  <a:ext cx="358200" cy="293760"/>
                </a:xfrm>
                <a:prstGeom prst="rect">
                  <a:avLst/>
                </a:prstGeom>
              </p:spPr>
            </p:pic>
          </mc:Fallback>
        </mc:AlternateContent>
      </p:grpSp>
    </p:spTree>
    <p:extLst>
      <p:ext uri="{BB962C8B-B14F-4D97-AF65-F5344CB8AC3E}">
        <p14:creationId xmlns:p14="http://schemas.microsoft.com/office/powerpoint/2010/main" val="1659172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r>
              <a:rPr lang="en-US" altLang="en-US" dirty="0"/>
              <a:t>Step Response of RL Circuit</a:t>
            </a:r>
          </a:p>
        </p:txBody>
      </p:sp>
      <p:sp>
        <p:nvSpPr>
          <p:cNvPr id="27651" name="Content Placeholder 2"/>
          <p:cNvSpPr>
            <a:spLocks noGrp="1"/>
          </p:cNvSpPr>
          <p:nvPr>
            <p:ph idx="1"/>
          </p:nvPr>
        </p:nvSpPr>
        <p:spPr>
          <a:xfrm>
            <a:off x="700217" y="1583928"/>
            <a:ext cx="7910384" cy="4525963"/>
          </a:xfrm>
        </p:spPr>
        <p:txBody>
          <a:bodyPr>
            <a:normAutofit/>
          </a:bodyPr>
          <a:lstStyle/>
          <a:p>
            <a:pPr algn="just"/>
            <a:r>
              <a:rPr lang="en-US" altLang="en-US" sz="2400" dirty="0"/>
              <a:t>Now we can look at the step response of a RL circuit.</a:t>
            </a:r>
          </a:p>
          <a:p>
            <a:pPr algn="just"/>
            <a:r>
              <a:rPr lang="en-US" altLang="en-US" sz="2400" dirty="0"/>
              <a:t>We will use the transient and steady state response approach.</a:t>
            </a:r>
          </a:p>
          <a:p>
            <a:pPr algn="just"/>
            <a:r>
              <a:rPr lang="en-US" altLang="en-US" sz="2400" dirty="0"/>
              <a:t>We know that the transient response will be an exponential:</a:t>
            </a:r>
          </a:p>
          <a:p>
            <a:pPr algn="just"/>
            <a:endParaRPr lang="en-US" altLang="en-US" sz="2400" dirty="0"/>
          </a:p>
          <a:p>
            <a:pPr algn="just"/>
            <a:r>
              <a:rPr lang="en-US" altLang="en-US" sz="2400" dirty="0"/>
              <a:t>After a sufficiently long time, the current will reach the steady state:</a:t>
            </a:r>
          </a:p>
          <a:p>
            <a:pPr marL="0" indent="0" algn="just">
              <a:buNone/>
            </a:pPr>
            <a:r>
              <a:rPr lang="en-US" altLang="en-US" sz="2400" dirty="0"/>
              <a:t> </a:t>
            </a:r>
          </a:p>
          <a:p>
            <a:pPr algn="just"/>
            <a:r>
              <a:rPr lang="en-US" altLang="en-US" sz="2400" dirty="0"/>
              <a:t>This yields an overall response of:</a:t>
            </a:r>
          </a:p>
          <a:p>
            <a:pPr algn="just"/>
            <a:r>
              <a:rPr lang="en-US" altLang="en-US" sz="2400" dirty="0"/>
              <a:t> Current is continuous, at </a:t>
            </a:r>
            <a:r>
              <a:rPr lang="en-US" altLang="en-US" sz="2400" i="1" dirty="0"/>
              <a:t>t</a:t>
            </a:r>
            <a:r>
              <a:rPr lang="en-US" altLang="en-US" sz="2400" dirty="0"/>
              <a:t> = 0</a:t>
            </a:r>
            <a:r>
              <a:rPr lang="en-US" altLang="en-US" dirty="0"/>
              <a:t>: </a:t>
            </a:r>
          </a:p>
        </p:txBody>
      </p:sp>
      <p:pic>
        <p:nvPicPr>
          <p:cNvPr id="27653" name="Picture 5" descr="C:\Users\Joel\Documents\Teaching\McGraw Hill\Fundamentals of Electric Circuits 5e\figures\Ch07\Color Labeled\ale80571_07_048.jpg"/>
          <p:cNvPicPr>
            <a:picLocks noChangeAspect="1" noChangeArrowheads="1"/>
          </p:cNvPicPr>
          <p:nvPr/>
        </p:nvPicPr>
        <p:blipFill>
          <a:blip r:embed="rId3" cstate="print"/>
          <a:srcRect/>
          <a:stretch>
            <a:fillRect/>
          </a:stretch>
        </p:blipFill>
        <p:spPr bwMode="auto">
          <a:xfrm>
            <a:off x="8610600" y="1586035"/>
            <a:ext cx="3024732" cy="3998226"/>
          </a:xfrm>
          <a:prstGeom prst="rect">
            <a:avLst/>
          </a:prstGeom>
          <a:noFill/>
          <a:ln w="9525">
            <a:noFill/>
            <a:miter lim="800000"/>
            <a:headEnd/>
            <a:tailEnd/>
          </a:ln>
        </p:spPr>
      </p:pic>
      <p:graphicFrame>
        <p:nvGraphicFramePr>
          <p:cNvPr id="27654" name="Object 6"/>
          <p:cNvGraphicFramePr>
            <a:graphicFrameLocks noChangeAspect="1"/>
          </p:cNvGraphicFramePr>
          <p:nvPr/>
        </p:nvGraphicFramePr>
        <p:xfrm>
          <a:off x="3750718" y="2909491"/>
          <a:ext cx="1835151" cy="533400"/>
        </p:xfrm>
        <a:graphic>
          <a:graphicData uri="http://schemas.openxmlformats.org/presentationml/2006/ole">
            <mc:AlternateContent xmlns:mc="http://schemas.openxmlformats.org/markup-compatibility/2006">
              <mc:Choice xmlns:v="urn:schemas-microsoft-com:vml" Requires="v">
                <p:oleObj name="Equation" r:id="rId4" imgW="622030" imgH="241195" progId="Equation.DSMT4">
                  <p:embed/>
                </p:oleObj>
              </mc:Choice>
              <mc:Fallback>
                <p:oleObj name="Equation" r:id="rId4" imgW="622030" imgH="241195" progId="Equation.DSMT4">
                  <p:embed/>
                  <p:pic>
                    <p:nvPicPr>
                      <p:cNvPr id="27654"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0718" y="2909491"/>
                        <a:ext cx="1835151" cy="533400"/>
                      </a:xfrm>
                      <a:prstGeom prst="rect">
                        <a:avLst/>
                      </a:prstGeom>
                      <a:noFill/>
                    </p:spPr>
                  </p:pic>
                </p:oleObj>
              </mc:Fallback>
            </mc:AlternateContent>
          </a:graphicData>
        </a:graphic>
      </p:graphicFrame>
      <p:graphicFrame>
        <p:nvGraphicFramePr>
          <p:cNvPr id="8" name="Object 5"/>
          <p:cNvGraphicFramePr>
            <a:graphicFrameLocks noChangeAspect="1"/>
          </p:cNvGraphicFramePr>
          <p:nvPr/>
        </p:nvGraphicFramePr>
        <p:xfrm>
          <a:off x="4099394" y="3980576"/>
          <a:ext cx="1112030" cy="681118"/>
        </p:xfrm>
        <a:graphic>
          <a:graphicData uri="http://schemas.openxmlformats.org/presentationml/2006/ole">
            <mc:AlternateContent xmlns:mc="http://schemas.openxmlformats.org/markup-compatibility/2006">
              <mc:Choice xmlns:v="urn:schemas-microsoft-com:vml" Requires="v">
                <p:oleObj name="Equation" r:id="rId6" imgW="482391" imgH="393529" progId="Equation.DSMT4">
                  <p:embed/>
                </p:oleObj>
              </mc:Choice>
              <mc:Fallback>
                <p:oleObj name="Equation" r:id="rId6" imgW="482391" imgH="393529" progId="Equation.DSMT4">
                  <p:embed/>
                  <p:pic>
                    <p:nvPicPr>
                      <p:cNvPr id="8"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99394" y="3980576"/>
                        <a:ext cx="1112030" cy="681118"/>
                      </a:xfrm>
                      <a:prstGeom prst="rect">
                        <a:avLst/>
                      </a:prstGeom>
                      <a:noFill/>
                    </p:spPr>
                  </p:pic>
                </p:oleObj>
              </mc:Fallback>
            </mc:AlternateContent>
          </a:graphicData>
        </a:graphic>
      </p:graphicFrame>
      <p:graphicFrame>
        <p:nvGraphicFramePr>
          <p:cNvPr id="9" name="Object 6"/>
          <p:cNvGraphicFramePr>
            <a:graphicFrameLocks noChangeAspect="1"/>
          </p:cNvGraphicFramePr>
          <p:nvPr/>
        </p:nvGraphicFramePr>
        <p:xfrm>
          <a:off x="5585869" y="4514037"/>
          <a:ext cx="2299566" cy="763868"/>
        </p:xfrm>
        <a:graphic>
          <a:graphicData uri="http://schemas.openxmlformats.org/presentationml/2006/ole">
            <mc:AlternateContent xmlns:mc="http://schemas.openxmlformats.org/markup-compatibility/2006">
              <mc:Choice xmlns:v="urn:schemas-microsoft-com:vml" Requires="v">
                <p:oleObj name="Equation" r:id="rId8" imgW="888614" imgH="393529" progId="Equation.DSMT4">
                  <p:embed/>
                </p:oleObj>
              </mc:Choice>
              <mc:Fallback>
                <p:oleObj name="Equation" r:id="rId8" imgW="888614" imgH="393529" progId="Equation.DSMT4">
                  <p:embed/>
                  <p:pic>
                    <p:nvPicPr>
                      <p:cNvPr id="9"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5869" y="4514037"/>
                        <a:ext cx="2299566" cy="763868"/>
                      </a:xfrm>
                      <a:prstGeom prst="rect">
                        <a:avLst/>
                      </a:prstGeom>
                      <a:noFill/>
                    </p:spPr>
                  </p:pic>
                </p:oleObj>
              </mc:Fallback>
            </mc:AlternateContent>
          </a:graphicData>
        </a:graphic>
      </p:graphicFrame>
      <p:graphicFrame>
        <p:nvGraphicFramePr>
          <p:cNvPr id="10" name="Object 8"/>
          <p:cNvGraphicFramePr>
            <a:graphicFrameLocks noChangeAspect="1"/>
          </p:cNvGraphicFramePr>
          <p:nvPr/>
        </p:nvGraphicFramePr>
        <p:xfrm>
          <a:off x="3462851" y="5652691"/>
          <a:ext cx="2410884" cy="457200"/>
        </p:xfrm>
        <a:graphic>
          <a:graphicData uri="http://schemas.openxmlformats.org/presentationml/2006/ole">
            <mc:AlternateContent xmlns:mc="http://schemas.openxmlformats.org/markup-compatibility/2006">
              <mc:Choice xmlns:v="urn:schemas-microsoft-com:vml" Requires="v">
                <p:oleObj name="Equation" r:id="rId10" imgW="1104900" imgH="279400" progId="Equation.DSMT4">
                  <p:embed/>
                </p:oleObj>
              </mc:Choice>
              <mc:Fallback>
                <p:oleObj name="Equation" r:id="rId10" imgW="1104900" imgH="279400" progId="Equation.DSMT4">
                  <p:embed/>
                  <p:pic>
                    <p:nvPicPr>
                      <p:cNvPr id="1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62851" y="5652691"/>
                        <a:ext cx="2410884" cy="457200"/>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62</a:t>
            </a:fld>
            <a:endParaRPr lang="en-US" altLang="zh-CN" dirty="0">
              <a:ea typeface="黑体" panose="02010609060101010101" pitchFamily="49" charset="-122"/>
            </a:endParaRPr>
          </a:p>
        </p:txBody>
      </p:sp>
    </p:spTree>
    <p:extLst>
      <p:ext uri="{BB962C8B-B14F-4D97-AF65-F5344CB8AC3E}">
        <p14:creationId xmlns:p14="http://schemas.microsoft.com/office/powerpoint/2010/main" val="6002167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US" altLang="en-US"/>
              <a:t>Step Response of RL Circuit</a:t>
            </a:r>
          </a:p>
        </p:txBody>
      </p:sp>
      <p:sp>
        <p:nvSpPr>
          <p:cNvPr id="29699" name="Content Placeholder 2"/>
          <p:cNvSpPr>
            <a:spLocks noGrp="1"/>
          </p:cNvSpPr>
          <p:nvPr>
            <p:ph idx="1"/>
          </p:nvPr>
        </p:nvSpPr>
        <p:spPr/>
        <p:txBody>
          <a:bodyPr>
            <a:noAutofit/>
          </a:bodyPr>
          <a:lstStyle/>
          <a:p>
            <a:r>
              <a:rPr lang="en-US" altLang="en-US" sz="2400" dirty="0"/>
              <a:t>Thus we can use the </a:t>
            </a:r>
            <a:r>
              <a:rPr lang="en-US" altLang="en-US" sz="2400" i="1" dirty="0"/>
              <a:t>t=0</a:t>
            </a:r>
            <a:r>
              <a:rPr lang="en-US" altLang="en-US" sz="2400" dirty="0"/>
              <a:t> time to establish </a:t>
            </a:r>
            <a:r>
              <a:rPr lang="en-US" altLang="en-US" sz="2400" i="1" dirty="0"/>
              <a:t>A</a:t>
            </a:r>
          </a:p>
          <a:p>
            <a:pPr>
              <a:buFontTx/>
              <a:buNone/>
            </a:pPr>
            <a:endParaRPr lang="en-US" altLang="en-US" sz="3200" i="1" dirty="0"/>
          </a:p>
          <a:p>
            <a:r>
              <a:rPr lang="en-US" altLang="en-US" sz="2400" dirty="0"/>
              <a:t>The complete response of the circuit is thus:</a:t>
            </a:r>
          </a:p>
          <a:p>
            <a:endParaRPr lang="en-US" altLang="en-US" sz="2400" dirty="0"/>
          </a:p>
          <a:p>
            <a:endParaRPr lang="en-US" altLang="en-US" sz="2400" dirty="0"/>
          </a:p>
          <a:p>
            <a:r>
              <a:rPr lang="en-US" altLang="en-US" sz="2400" dirty="0"/>
              <a:t>Without an initial current, the circuit response is shown here.</a:t>
            </a:r>
          </a:p>
          <a:p>
            <a:endParaRPr lang="en-US" altLang="en-US" sz="2400" dirty="0"/>
          </a:p>
          <a:p>
            <a:endParaRPr lang="en-US" altLang="en-US" sz="2400" dirty="0"/>
          </a:p>
        </p:txBody>
      </p:sp>
      <p:graphicFrame>
        <p:nvGraphicFramePr>
          <p:cNvPr id="29701" name="Object 5"/>
          <p:cNvGraphicFramePr>
            <a:graphicFrameLocks noChangeAspect="1"/>
          </p:cNvGraphicFramePr>
          <p:nvPr/>
        </p:nvGraphicFramePr>
        <p:xfrm>
          <a:off x="3182460" y="2265100"/>
          <a:ext cx="1491736" cy="619644"/>
        </p:xfrm>
        <a:graphic>
          <a:graphicData uri="http://schemas.openxmlformats.org/presentationml/2006/ole">
            <mc:AlternateContent xmlns:mc="http://schemas.openxmlformats.org/markup-compatibility/2006">
              <mc:Choice xmlns:v="urn:schemas-microsoft-com:vml" Requires="v">
                <p:oleObj name="Equation" r:id="rId3" imgW="710891" imgH="393529" progId="Equation.DSMT4">
                  <p:embed/>
                </p:oleObj>
              </mc:Choice>
              <mc:Fallback>
                <p:oleObj name="Equation" r:id="rId3" imgW="710891" imgH="393529" progId="Equation.DSMT4">
                  <p:embed/>
                  <p:pic>
                    <p:nvPicPr>
                      <p:cNvPr id="2970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82460" y="2265100"/>
                        <a:ext cx="1491736" cy="619644"/>
                      </a:xfrm>
                      <a:prstGeom prst="rect">
                        <a:avLst/>
                      </a:prstGeom>
                      <a:noFill/>
                    </p:spPr>
                  </p:pic>
                </p:oleObj>
              </mc:Fallback>
            </mc:AlternateContent>
          </a:graphicData>
        </a:graphic>
      </p:graphicFrame>
      <p:graphicFrame>
        <p:nvGraphicFramePr>
          <p:cNvPr id="29702" name="Object 6"/>
          <p:cNvGraphicFramePr>
            <a:graphicFrameLocks noChangeAspect="1"/>
          </p:cNvGraphicFramePr>
          <p:nvPr/>
        </p:nvGraphicFramePr>
        <p:xfrm>
          <a:off x="2293624" y="3449219"/>
          <a:ext cx="3271061" cy="689148"/>
        </p:xfrm>
        <a:graphic>
          <a:graphicData uri="http://schemas.openxmlformats.org/presentationml/2006/ole">
            <mc:AlternateContent xmlns:mc="http://schemas.openxmlformats.org/markup-compatibility/2006">
              <mc:Choice xmlns:v="urn:schemas-microsoft-com:vml" Requires="v">
                <p:oleObj name="Equation" r:id="rId5" imgW="1536700" imgH="431800" progId="Equation.DSMT4">
                  <p:embed/>
                </p:oleObj>
              </mc:Choice>
              <mc:Fallback>
                <p:oleObj name="Equation" r:id="rId5" imgW="1536700" imgH="431800" progId="Equation.DSMT4">
                  <p:embed/>
                  <p:pic>
                    <p:nvPicPr>
                      <p:cNvPr id="29702"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93624" y="3449219"/>
                        <a:ext cx="3271061" cy="689148"/>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63</a:t>
            </a:fld>
            <a:endParaRPr lang="en-US" altLang="zh-CN" dirty="0">
              <a:ea typeface="黑体" panose="02010609060101010101" pitchFamily="49" charset="-122"/>
            </a:endParaRPr>
          </a:p>
        </p:txBody>
      </p:sp>
      <p:pic>
        <p:nvPicPr>
          <p:cNvPr id="2" name="Picture 1"/>
          <p:cNvPicPr>
            <a:picLocks noChangeAspect="1"/>
          </p:cNvPicPr>
          <p:nvPr/>
        </p:nvPicPr>
        <p:blipFill>
          <a:blip r:embed="rId7"/>
          <a:stretch>
            <a:fillRect/>
          </a:stretch>
        </p:blipFill>
        <p:spPr>
          <a:xfrm>
            <a:off x="7908945" y="1646238"/>
            <a:ext cx="3832109" cy="2304625"/>
          </a:xfrm>
          <a:prstGeom prst="rect">
            <a:avLst/>
          </a:prstGeom>
        </p:spPr>
      </p:pic>
      <p:pic>
        <p:nvPicPr>
          <p:cNvPr id="4" name="Picture 3"/>
          <p:cNvPicPr>
            <a:picLocks noChangeAspect="1"/>
          </p:cNvPicPr>
          <p:nvPr/>
        </p:nvPicPr>
        <p:blipFill>
          <a:blip r:embed="rId8"/>
          <a:stretch>
            <a:fillRect/>
          </a:stretch>
        </p:blipFill>
        <p:spPr>
          <a:xfrm>
            <a:off x="3676533" y="4698351"/>
            <a:ext cx="4546813" cy="2023124"/>
          </a:xfrm>
          <a:prstGeom prst="rect">
            <a:avLst/>
          </a:prstGeom>
        </p:spPr>
      </p:pic>
      <p:pic>
        <p:nvPicPr>
          <p:cNvPr id="5" name="Picture 4"/>
          <p:cNvPicPr>
            <a:picLocks noChangeAspect="1"/>
          </p:cNvPicPr>
          <p:nvPr/>
        </p:nvPicPr>
        <p:blipFill>
          <a:blip r:embed="rId9"/>
          <a:stretch>
            <a:fillRect/>
          </a:stretch>
        </p:blipFill>
        <p:spPr>
          <a:xfrm>
            <a:off x="125224" y="5252936"/>
            <a:ext cx="3504906" cy="931484"/>
          </a:xfrm>
          <a:prstGeom prst="rect">
            <a:avLst/>
          </a:prstGeom>
        </p:spPr>
      </p:pic>
      <p:pic>
        <p:nvPicPr>
          <p:cNvPr id="6" name="Picture 5"/>
          <p:cNvPicPr>
            <a:picLocks noChangeAspect="1"/>
          </p:cNvPicPr>
          <p:nvPr/>
        </p:nvPicPr>
        <p:blipFill>
          <a:blip r:embed="rId10"/>
          <a:stretch>
            <a:fillRect/>
          </a:stretch>
        </p:blipFill>
        <p:spPr>
          <a:xfrm>
            <a:off x="8269749" y="5231976"/>
            <a:ext cx="3308670" cy="1013720"/>
          </a:xfrm>
          <a:prstGeom prst="rect">
            <a:avLst/>
          </a:prstGeom>
        </p:spPr>
      </p:pic>
    </p:spTree>
    <p:extLst>
      <p:ext uri="{BB962C8B-B14F-4D97-AF65-F5344CB8AC3E}">
        <p14:creationId xmlns:p14="http://schemas.microsoft.com/office/powerpoint/2010/main" val="22044955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RC vs RL Circuits</a:t>
            </a:r>
            <a:endParaRPr lang="zh-CN" altLang="en-US" dirty="0"/>
          </a:p>
        </p:txBody>
      </p:sp>
      <p:pic>
        <p:nvPicPr>
          <p:cNvPr id="5" name="Content Placeholder 4"/>
          <p:cNvPicPr>
            <a:picLocks noGrp="1" noChangeAspect="1"/>
          </p:cNvPicPr>
          <p:nvPr>
            <p:ph idx="1"/>
          </p:nvPr>
        </p:nvPicPr>
        <p:blipFill rotWithShape="1">
          <a:blip r:embed="rId2"/>
          <a:srcRect t="7845" b="5099"/>
          <a:stretch/>
        </p:blipFill>
        <p:spPr>
          <a:xfrm>
            <a:off x="1763486" y="2106871"/>
            <a:ext cx="7484354" cy="4432041"/>
          </a:xfrm>
          <a:prstGeom prst="rect">
            <a:avLst/>
          </a:prstGeom>
        </p:spPr>
      </p:pic>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64</a:t>
            </a:fld>
            <a:endParaRPr lang="en-US" altLang="zh-CN" dirty="0">
              <a:ea typeface="黑体" panose="02010609060101010101" pitchFamily="49" charset="-122"/>
            </a:endParaRPr>
          </a:p>
        </p:txBody>
      </p:sp>
      <p:sp>
        <p:nvSpPr>
          <p:cNvPr id="6" name="TextBox 5"/>
          <p:cNvSpPr txBox="1"/>
          <p:nvPr/>
        </p:nvSpPr>
        <p:spPr>
          <a:xfrm>
            <a:off x="838200" y="1630491"/>
            <a:ext cx="7341497" cy="369332"/>
          </a:xfrm>
          <a:prstGeom prst="rect">
            <a:avLst/>
          </a:prstGeom>
          <a:noFill/>
        </p:spPr>
        <p:txBody>
          <a:bodyPr wrap="none" rtlCol="0">
            <a:spAutoFit/>
          </a:bodyPr>
          <a:lstStyle/>
          <a:p>
            <a:r>
              <a:rPr lang="en-US" altLang="zh-CN" dirty="0"/>
              <a:t>when the initial conditions are zero. (</a:t>
            </a:r>
            <a:r>
              <a:rPr lang="en-US" altLang="zh-CN" i="1" dirty="0"/>
              <a:t>V</a:t>
            </a:r>
            <a:r>
              <a:rPr lang="en-US" altLang="zh-CN" i="1" baseline="-25000" dirty="0"/>
              <a:t>0</a:t>
            </a:r>
            <a:r>
              <a:rPr lang="en-US" altLang="zh-CN" dirty="0"/>
              <a:t>=0 for RC circuit, </a:t>
            </a:r>
            <a:r>
              <a:rPr lang="en-US" altLang="zh-CN" i="1" dirty="0"/>
              <a:t>I</a:t>
            </a:r>
            <a:r>
              <a:rPr lang="en-US" altLang="zh-CN" i="1" baseline="-25000" dirty="0"/>
              <a:t>0</a:t>
            </a:r>
            <a:r>
              <a:rPr lang="en-US" altLang="zh-CN" dirty="0"/>
              <a:t>=0 for RL circuit)</a:t>
            </a:r>
            <a:endParaRPr lang="zh-CN" altLang="en-US" dirty="0"/>
          </a:p>
        </p:txBody>
      </p:sp>
    </p:spTree>
    <p:extLst>
      <p:ext uri="{BB962C8B-B14F-4D97-AF65-F5344CB8AC3E}">
        <p14:creationId xmlns:p14="http://schemas.microsoft.com/office/powerpoint/2010/main" val="40902971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r>
              <a:rPr lang="en-US" altLang="en-US"/>
              <a:t>Application: Delay Circuit</a:t>
            </a:r>
          </a:p>
        </p:txBody>
      </p:sp>
      <p:sp>
        <p:nvSpPr>
          <p:cNvPr id="30723" name="Content Placeholder 2"/>
          <p:cNvSpPr>
            <a:spLocks noGrp="1"/>
          </p:cNvSpPr>
          <p:nvPr>
            <p:ph idx="1"/>
          </p:nvPr>
        </p:nvSpPr>
        <p:spPr/>
        <p:txBody>
          <a:bodyPr>
            <a:normAutofit/>
          </a:bodyPr>
          <a:lstStyle/>
          <a:p>
            <a:r>
              <a:rPr lang="en-US" altLang="en-US" sz="2400" dirty="0"/>
              <a:t>Only turns on when a voltage exceeds a specific value</a:t>
            </a:r>
          </a:p>
          <a:p>
            <a:r>
              <a:rPr lang="en-US" altLang="en-US" sz="2400" dirty="0"/>
              <a:t>When the switch is closed, the capacitor </a:t>
            </a:r>
            <a:br>
              <a:rPr lang="en-US" altLang="en-US" sz="2400" dirty="0"/>
            </a:br>
            <a:r>
              <a:rPr lang="en-US" altLang="en-US" sz="2400" dirty="0"/>
              <a:t>charges.</a:t>
            </a:r>
          </a:p>
          <a:p>
            <a:r>
              <a:rPr lang="en-US" altLang="en-US" sz="2400" dirty="0"/>
              <a:t>The voltage will rise at a rate determined </a:t>
            </a:r>
            <a:br>
              <a:rPr lang="en-US" altLang="en-US" sz="2400" dirty="0"/>
            </a:br>
            <a:r>
              <a:rPr lang="en-US" altLang="en-US" sz="2400" dirty="0"/>
              <a:t>by:</a:t>
            </a:r>
          </a:p>
          <a:p>
            <a:r>
              <a:rPr lang="en-US" altLang="en-US" sz="2400" dirty="0"/>
              <a:t>Turn-on time can be adjusted by choosing</a:t>
            </a:r>
            <a:br>
              <a:rPr lang="en-US" altLang="en-US" sz="2400" dirty="0"/>
            </a:br>
            <a:r>
              <a:rPr lang="en-US" altLang="en-US" sz="2400" dirty="0"/>
              <a:t>the values of R</a:t>
            </a:r>
            <a:r>
              <a:rPr lang="en-US" altLang="en-US" sz="2400" baseline="-25000" dirty="0"/>
              <a:t>1</a:t>
            </a:r>
            <a:r>
              <a:rPr lang="en-US" altLang="en-US" sz="2400" dirty="0"/>
              <a:t>, R</a:t>
            </a:r>
            <a:r>
              <a:rPr lang="en-US" altLang="en-US" sz="2400" baseline="-25000" dirty="0"/>
              <a:t>2 </a:t>
            </a:r>
            <a:r>
              <a:rPr lang="en-US" altLang="en-US" sz="2400" dirty="0"/>
              <a:t>&amp; C. R</a:t>
            </a:r>
            <a:r>
              <a:rPr lang="en-US" altLang="en-US" sz="2400" baseline="-25000" dirty="0"/>
              <a:t>2</a:t>
            </a:r>
            <a:r>
              <a:rPr lang="en-US" altLang="en-US" sz="2400" dirty="0"/>
              <a:t> is used for fine tuning.</a:t>
            </a:r>
          </a:p>
          <a:p>
            <a:r>
              <a:rPr lang="en-US" altLang="en-US" sz="2400" dirty="0"/>
              <a:t>Once the voltage reaches 70 volts, the lamp triggers.</a:t>
            </a:r>
          </a:p>
          <a:p>
            <a:r>
              <a:rPr lang="en-US" altLang="en-US" sz="2400" u="sng" dirty="0"/>
              <a:t>Once on, the lamp has low resistance </a:t>
            </a:r>
            <a:r>
              <a:rPr lang="en-US" altLang="en-US" sz="2400" dirty="0"/>
              <a:t>and discharges the capacitor.</a:t>
            </a:r>
          </a:p>
          <a:p>
            <a:r>
              <a:rPr lang="en-US" altLang="en-US" sz="2400" dirty="0"/>
              <a:t>This shuts off the capacitor and starts the cycle over again.</a:t>
            </a:r>
          </a:p>
          <a:p>
            <a:endParaRPr lang="en-US" altLang="en-US" dirty="0"/>
          </a:p>
        </p:txBody>
      </p:sp>
      <p:pic>
        <p:nvPicPr>
          <p:cNvPr id="30725" name="Picture 5" descr="C:\Users\Joel\Documents\Teaching\McGraw Hill\Fundamentals of Electric Circuits 5e\figures\Ch07\Color Labeled\ale80571_07_073.jpg"/>
          <p:cNvPicPr>
            <a:picLocks noChangeAspect="1" noChangeArrowheads="1"/>
          </p:cNvPicPr>
          <p:nvPr/>
        </p:nvPicPr>
        <p:blipFill>
          <a:blip r:embed="rId3" cstate="print"/>
          <a:srcRect/>
          <a:stretch>
            <a:fillRect/>
          </a:stretch>
        </p:blipFill>
        <p:spPr bwMode="auto">
          <a:xfrm>
            <a:off x="6609378" y="2344385"/>
            <a:ext cx="4621427" cy="1756775"/>
          </a:xfrm>
          <a:prstGeom prst="rect">
            <a:avLst/>
          </a:prstGeom>
          <a:noFill/>
          <a:ln w="9525">
            <a:noFill/>
            <a:miter lim="800000"/>
            <a:headEnd/>
            <a:tailEnd/>
          </a:ln>
        </p:spPr>
      </p:pic>
      <p:graphicFrame>
        <p:nvGraphicFramePr>
          <p:cNvPr id="7" name="Object 2"/>
          <p:cNvGraphicFramePr>
            <a:graphicFrameLocks noChangeAspect="1"/>
          </p:cNvGraphicFramePr>
          <p:nvPr/>
        </p:nvGraphicFramePr>
        <p:xfrm>
          <a:off x="1725843" y="3442310"/>
          <a:ext cx="2256367" cy="457200"/>
        </p:xfrm>
        <a:graphic>
          <a:graphicData uri="http://schemas.openxmlformats.org/presentationml/2006/ole">
            <mc:AlternateContent xmlns:mc="http://schemas.openxmlformats.org/markup-compatibility/2006">
              <mc:Choice xmlns:v="urn:schemas-microsoft-com:vml" Requires="v">
                <p:oleObj name="Equation" r:id="rId4" imgW="939392" imgH="253890" progId="Equation.DSMT4">
                  <p:embed/>
                </p:oleObj>
              </mc:Choice>
              <mc:Fallback>
                <p:oleObj name="Equation" r:id="rId4" imgW="939392" imgH="253890" progId="Equation.DSMT4">
                  <p:embed/>
                  <p:pic>
                    <p:nvPicPr>
                      <p:cNvPr id="7"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25843" y="3442310"/>
                        <a:ext cx="2256367" cy="457200"/>
                      </a:xfrm>
                      <a:prstGeom prst="rect">
                        <a:avLst/>
                      </a:prstGeom>
                      <a:noFill/>
                    </p:spPr>
                  </p:pic>
                </p:oleObj>
              </mc:Fallback>
            </mc:AlternateContent>
          </a:graphicData>
        </a:graphic>
      </p:graphicFrame>
      <p:sp>
        <p:nvSpPr>
          <p:cNvPr id="3" name="Slide Number Placeholder 2"/>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65</a:t>
            </a:fld>
            <a:endParaRPr lang="en-US" altLang="zh-CN" dirty="0">
              <a:ea typeface="黑体" panose="02010609060101010101" pitchFamily="49" charset="-122"/>
            </a:endParaRPr>
          </a:p>
        </p:txBody>
      </p:sp>
    </p:spTree>
    <p:extLst>
      <p:ext uri="{BB962C8B-B14F-4D97-AF65-F5344CB8AC3E}">
        <p14:creationId xmlns:p14="http://schemas.microsoft.com/office/powerpoint/2010/main" val="375399881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changing time constants</a:t>
            </a:r>
          </a:p>
        </p:txBody>
      </p:sp>
      <p:sp>
        <p:nvSpPr>
          <p:cNvPr id="3" name="Content Placeholder 2"/>
          <p:cNvSpPr>
            <a:spLocks noGrp="1"/>
          </p:cNvSpPr>
          <p:nvPr>
            <p:ph idx="1"/>
          </p:nvPr>
        </p:nvSpPr>
        <p:spPr/>
        <p:txBody>
          <a:bodyPr>
            <a:normAutofit/>
          </a:bodyPr>
          <a:lstStyle/>
          <a:p>
            <a:r>
              <a:rPr lang="en-US" sz="2400" dirty="0"/>
              <a:t>There are two intervals of interest</a:t>
            </a:r>
          </a:p>
          <a:p>
            <a:r>
              <a:rPr lang="en-US" sz="2400" dirty="0"/>
              <a:t>1.</a:t>
            </a:r>
          </a:p>
          <a:p>
            <a:pPr marL="0" indent="0">
              <a:buNone/>
            </a:pPr>
            <a:r>
              <a:rPr lang="en-US" sz="2400" dirty="0"/>
              <a:t>The equivalent circuit to consider is</a:t>
            </a:r>
          </a:p>
          <a:p>
            <a:endParaRPr lang="en-US" sz="2400" dirty="0"/>
          </a:p>
          <a:p>
            <a:endParaRPr lang="en-US" sz="2400" dirty="0"/>
          </a:p>
          <a:p>
            <a:pPr>
              <a:buNone/>
            </a:pPr>
            <a:endParaRPr lang="en-US" sz="2400" dirty="0"/>
          </a:p>
          <a:p>
            <a:r>
              <a:rPr lang="en-US" sz="2400" dirty="0"/>
              <a:t>2.                     The circuit to consider </a:t>
            </a:r>
            <a:r>
              <a:rPr lang="en-US" dirty="0"/>
              <a:t>is</a:t>
            </a:r>
            <a:br>
              <a:rPr lang="en-US" dirty="0"/>
            </a:br>
            <a:r>
              <a:rPr lang="en-US" dirty="0"/>
              <a:t>                               </a:t>
            </a:r>
          </a:p>
        </p:txBody>
      </p:sp>
      <p:pic>
        <p:nvPicPr>
          <p:cNvPr id="241667" name="Picture 3" descr="C:\Users\skhark\Desktop\Madhu p293a.png"/>
          <p:cNvPicPr>
            <a:picLocks noChangeAspect="1" noChangeArrowheads="1"/>
          </p:cNvPicPr>
          <p:nvPr/>
        </p:nvPicPr>
        <p:blipFill>
          <a:blip r:embed="rId2" cstate="print"/>
          <a:srcRect/>
          <a:stretch>
            <a:fillRect/>
          </a:stretch>
        </p:blipFill>
        <p:spPr bwMode="auto">
          <a:xfrm>
            <a:off x="6307255" y="1464975"/>
            <a:ext cx="3940926" cy="2896961"/>
          </a:xfrm>
          <a:prstGeom prst="rect">
            <a:avLst/>
          </a:prstGeom>
          <a:noFill/>
        </p:spPr>
      </p:pic>
      <p:graphicFrame>
        <p:nvGraphicFramePr>
          <p:cNvPr id="8" name="Object 7"/>
          <p:cNvGraphicFramePr>
            <a:graphicFrameLocks noChangeAspect="1"/>
          </p:cNvGraphicFramePr>
          <p:nvPr/>
        </p:nvGraphicFramePr>
        <p:xfrm>
          <a:off x="1456166" y="2251547"/>
          <a:ext cx="1992312" cy="442912"/>
        </p:xfrm>
        <a:graphic>
          <a:graphicData uri="http://schemas.openxmlformats.org/presentationml/2006/ole">
            <mc:AlternateContent xmlns:mc="http://schemas.openxmlformats.org/markup-compatibility/2006">
              <mc:Choice xmlns:v="urn:schemas-microsoft-com:vml" Requires="v">
                <p:oleObj name="Equation" r:id="rId3" imgW="799753" imgH="177723" progId="Equation.DSMT4">
                  <p:embed/>
                </p:oleObj>
              </mc:Choice>
              <mc:Fallback>
                <p:oleObj name="Equation" r:id="rId3" imgW="799753" imgH="177723" progId="Equation.DSMT4">
                  <p:embed/>
                  <p:pic>
                    <p:nvPicPr>
                      <p:cNvPr id="8"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6166" y="2251547"/>
                        <a:ext cx="1992312" cy="442912"/>
                      </a:xfrm>
                      <a:prstGeom prst="rect">
                        <a:avLst/>
                      </a:prstGeom>
                      <a:noFill/>
                    </p:spPr>
                  </p:pic>
                </p:oleObj>
              </mc:Fallback>
            </mc:AlternateContent>
          </a:graphicData>
        </a:graphic>
      </p:graphicFrame>
      <p:pic>
        <p:nvPicPr>
          <p:cNvPr id="241669" name="Picture 5"/>
          <p:cNvPicPr>
            <a:picLocks noChangeAspect="1" noChangeArrowheads="1"/>
          </p:cNvPicPr>
          <p:nvPr/>
        </p:nvPicPr>
        <p:blipFill>
          <a:blip r:embed="rId5" cstate="print"/>
          <a:srcRect/>
          <a:stretch>
            <a:fillRect/>
          </a:stretch>
        </p:blipFill>
        <p:spPr bwMode="auto">
          <a:xfrm>
            <a:off x="1464792" y="3120381"/>
            <a:ext cx="2077478" cy="1405353"/>
          </a:xfrm>
          <a:prstGeom prst="rect">
            <a:avLst/>
          </a:prstGeom>
          <a:noFill/>
          <a:ln w="9525">
            <a:noFill/>
            <a:miter lim="800000"/>
            <a:headEnd/>
            <a:tailEnd/>
          </a:ln>
        </p:spPr>
      </p:pic>
      <p:graphicFrame>
        <p:nvGraphicFramePr>
          <p:cNvPr id="241670" name="Object 6"/>
          <p:cNvGraphicFramePr>
            <a:graphicFrameLocks noChangeAspect="1"/>
          </p:cNvGraphicFramePr>
          <p:nvPr/>
        </p:nvGraphicFramePr>
        <p:xfrm>
          <a:off x="3697825" y="3457207"/>
          <a:ext cx="1721708" cy="731699"/>
        </p:xfrm>
        <a:graphic>
          <a:graphicData uri="http://schemas.openxmlformats.org/presentationml/2006/ole">
            <mc:AlternateContent xmlns:mc="http://schemas.openxmlformats.org/markup-compatibility/2006">
              <mc:Choice xmlns:v="urn:schemas-microsoft-com:vml" Requires="v">
                <p:oleObj name="Equation" r:id="rId6" imgW="1016000" imgH="431800" progId="Equation.DSMT4">
                  <p:embed/>
                </p:oleObj>
              </mc:Choice>
              <mc:Fallback>
                <p:oleObj name="Equation" r:id="rId6" imgW="1016000" imgH="431800" progId="Equation.DSMT4">
                  <p:embed/>
                  <p:pic>
                    <p:nvPicPr>
                      <p:cNvPr id="24167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7825" y="3457207"/>
                        <a:ext cx="1721708" cy="731699"/>
                      </a:xfrm>
                      <a:prstGeom prst="rect">
                        <a:avLst/>
                      </a:prstGeom>
                      <a:noFill/>
                    </p:spPr>
                  </p:pic>
                </p:oleObj>
              </mc:Fallback>
            </mc:AlternateContent>
          </a:graphicData>
        </a:graphic>
      </p:graphicFrame>
      <p:graphicFrame>
        <p:nvGraphicFramePr>
          <p:cNvPr id="241672" name="Object 8"/>
          <p:cNvGraphicFramePr>
            <a:graphicFrameLocks noChangeAspect="1"/>
          </p:cNvGraphicFramePr>
          <p:nvPr/>
        </p:nvGraphicFramePr>
        <p:xfrm>
          <a:off x="1457798" y="4556125"/>
          <a:ext cx="1455737" cy="442913"/>
        </p:xfrm>
        <a:graphic>
          <a:graphicData uri="http://schemas.openxmlformats.org/presentationml/2006/ole">
            <mc:AlternateContent xmlns:mc="http://schemas.openxmlformats.org/markup-compatibility/2006">
              <mc:Choice xmlns:v="urn:schemas-microsoft-com:vml" Requires="v">
                <p:oleObj name="Equation" r:id="rId8" imgW="583693" imgH="177646" progId="Equation.DSMT4">
                  <p:embed/>
                </p:oleObj>
              </mc:Choice>
              <mc:Fallback>
                <p:oleObj name="Equation" r:id="rId8" imgW="583693" imgH="177646" progId="Equation.DSMT4">
                  <p:embed/>
                  <p:pic>
                    <p:nvPicPr>
                      <p:cNvPr id="241672"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57798" y="4556125"/>
                        <a:ext cx="1455737" cy="442913"/>
                      </a:xfrm>
                      <a:prstGeom prst="rect">
                        <a:avLst/>
                      </a:prstGeom>
                      <a:noFill/>
                    </p:spPr>
                  </p:pic>
                </p:oleObj>
              </mc:Fallback>
            </mc:AlternateContent>
          </a:graphicData>
        </a:graphic>
      </p:graphicFrame>
      <p:pic>
        <p:nvPicPr>
          <p:cNvPr id="241674" name="Picture 10"/>
          <p:cNvPicPr>
            <a:picLocks noChangeAspect="1" noChangeArrowheads="1"/>
          </p:cNvPicPr>
          <p:nvPr/>
        </p:nvPicPr>
        <p:blipFill>
          <a:blip r:embed="rId10" cstate="print"/>
          <a:srcRect/>
          <a:stretch>
            <a:fillRect/>
          </a:stretch>
        </p:blipFill>
        <p:spPr bwMode="auto">
          <a:xfrm>
            <a:off x="3836518" y="5004487"/>
            <a:ext cx="2098018" cy="1408669"/>
          </a:xfrm>
          <a:prstGeom prst="rect">
            <a:avLst/>
          </a:prstGeom>
          <a:noFill/>
          <a:ln w="9525">
            <a:noFill/>
            <a:miter lim="800000"/>
            <a:headEnd/>
            <a:tailEnd/>
          </a:ln>
        </p:spPr>
      </p:pic>
      <p:graphicFrame>
        <p:nvGraphicFramePr>
          <p:cNvPr id="241675" name="Object 11"/>
          <p:cNvGraphicFramePr>
            <a:graphicFrameLocks noChangeAspect="1"/>
          </p:cNvGraphicFramePr>
          <p:nvPr/>
        </p:nvGraphicFramePr>
        <p:xfrm>
          <a:off x="2576041" y="5195501"/>
          <a:ext cx="1192575" cy="476249"/>
        </p:xfrm>
        <a:graphic>
          <a:graphicData uri="http://schemas.openxmlformats.org/presentationml/2006/ole">
            <mc:AlternateContent xmlns:mc="http://schemas.openxmlformats.org/markup-compatibility/2006">
              <mc:Choice xmlns:v="urn:schemas-microsoft-com:vml" Requires="v">
                <p:oleObj name="Equation" r:id="rId11" imgW="571252" imgH="228501" progId="Equation.DSMT4">
                  <p:embed/>
                </p:oleObj>
              </mc:Choice>
              <mc:Fallback>
                <p:oleObj name="Equation" r:id="rId11" imgW="571252" imgH="228501" progId="Equation.DSMT4">
                  <p:embed/>
                  <p:pic>
                    <p:nvPicPr>
                      <p:cNvPr id="241675"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76041" y="5195501"/>
                        <a:ext cx="1192575" cy="476249"/>
                      </a:xfrm>
                      <a:prstGeom prst="rect">
                        <a:avLst/>
                      </a:prstGeom>
                      <a:noFill/>
                    </p:spPr>
                  </p:pic>
                </p:oleObj>
              </mc:Fallback>
            </mc:AlternateContent>
          </a:graphicData>
        </a:graphic>
      </p:graphicFrame>
      <p:pic>
        <p:nvPicPr>
          <p:cNvPr id="241676" name="Picture 12"/>
          <p:cNvPicPr>
            <a:picLocks noChangeAspect="1" noChangeArrowheads="1"/>
          </p:cNvPicPr>
          <p:nvPr/>
        </p:nvPicPr>
        <p:blipFill>
          <a:blip r:embed="rId13" cstate="print"/>
          <a:srcRect/>
          <a:stretch>
            <a:fillRect/>
          </a:stretch>
        </p:blipFill>
        <p:spPr bwMode="auto">
          <a:xfrm>
            <a:off x="6323571" y="4796566"/>
            <a:ext cx="2684505" cy="1628947"/>
          </a:xfrm>
          <a:prstGeom prst="rect">
            <a:avLst/>
          </a:prstGeom>
          <a:noFill/>
          <a:ln w="9525">
            <a:noFill/>
            <a:miter lim="800000"/>
            <a:headEnd/>
            <a:tailEnd/>
          </a:ln>
        </p:spPr>
      </p:pic>
      <p:pic>
        <p:nvPicPr>
          <p:cNvPr id="241677" name="Picture 13"/>
          <p:cNvPicPr>
            <a:picLocks noChangeAspect="1" noChangeArrowheads="1"/>
          </p:cNvPicPr>
          <p:nvPr/>
        </p:nvPicPr>
        <p:blipFill>
          <a:blip r:embed="rId14" cstate="print"/>
          <a:srcRect/>
          <a:stretch>
            <a:fillRect/>
          </a:stretch>
        </p:blipFill>
        <p:spPr bwMode="auto">
          <a:xfrm>
            <a:off x="9018504" y="4438095"/>
            <a:ext cx="2535065" cy="1988010"/>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66</a:t>
            </a:fld>
            <a:endParaRPr lang="en-US" altLang="zh-CN" dirty="0">
              <a:ea typeface="黑体" panose="02010609060101010101" pitchFamily="49" charset="-122"/>
            </a:endParaRPr>
          </a:p>
        </p:txBody>
      </p:sp>
      <p:grpSp>
        <p:nvGrpSpPr>
          <p:cNvPr id="16" name="Group 15">
            <a:extLst>
              <a:ext uri="{FF2B5EF4-FFF2-40B4-BE49-F238E27FC236}">
                <a16:creationId xmlns:a16="http://schemas.microsoft.com/office/drawing/2014/main" id="{F23EFBE5-C2D6-8201-17B2-511E9DF9918C}"/>
              </a:ext>
            </a:extLst>
          </p:cNvPr>
          <p:cNvGrpSpPr/>
          <p:nvPr/>
        </p:nvGrpSpPr>
        <p:grpSpPr>
          <a:xfrm>
            <a:off x="1092833" y="1398068"/>
            <a:ext cx="271080" cy="375120"/>
            <a:chOff x="1092833" y="1398068"/>
            <a:chExt cx="271080" cy="375120"/>
          </a:xfrm>
        </p:grpSpPr>
        <mc:AlternateContent xmlns:mc="http://schemas.openxmlformats.org/markup-compatibility/2006" xmlns:p14="http://schemas.microsoft.com/office/powerpoint/2010/main">
          <mc:Choice Requires="p14">
            <p:contentPart p14:bwMode="auto" r:id="rId15">
              <p14:nvContentPartPr>
                <p14:cNvPr id="4" name="Ink 3">
                  <a:extLst>
                    <a:ext uri="{FF2B5EF4-FFF2-40B4-BE49-F238E27FC236}">
                      <a16:creationId xmlns:a16="http://schemas.microsoft.com/office/drawing/2014/main" id="{F9479D36-7E54-7F16-813A-53277FF5FB7A}"/>
                    </a:ext>
                  </a:extLst>
                </p14:cNvPr>
                <p14:cNvContentPartPr/>
                <p14:nvPr/>
              </p14:nvContentPartPr>
              <p14:xfrm>
                <a:off x="1092833" y="1542428"/>
                <a:ext cx="125640" cy="178920"/>
              </p14:xfrm>
            </p:contentPart>
          </mc:Choice>
          <mc:Fallback xmlns="">
            <p:pic>
              <p:nvPicPr>
                <p:cNvPr id="4" name="Ink 3">
                  <a:extLst>
                    <a:ext uri="{FF2B5EF4-FFF2-40B4-BE49-F238E27FC236}">
                      <a16:creationId xmlns:a16="http://schemas.microsoft.com/office/drawing/2014/main" id="{F9479D36-7E54-7F16-813A-53277FF5FB7A}"/>
                    </a:ext>
                  </a:extLst>
                </p:cNvPr>
                <p:cNvPicPr/>
                <p:nvPr/>
              </p:nvPicPr>
              <p:blipFill>
                <a:blip r:embed="rId16"/>
                <a:stretch>
                  <a:fillRect/>
                </a:stretch>
              </p:blipFill>
              <p:spPr>
                <a:xfrm>
                  <a:off x="1083833" y="1533428"/>
                  <a:ext cx="14328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 name="Ink 5">
                  <a:extLst>
                    <a:ext uri="{FF2B5EF4-FFF2-40B4-BE49-F238E27FC236}">
                      <a16:creationId xmlns:a16="http://schemas.microsoft.com/office/drawing/2014/main" id="{2542ACE0-600C-5E19-EBB2-E27AF1E8A445}"/>
                    </a:ext>
                  </a:extLst>
                </p14:cNvPr>
                <p14:cNvContentPartPr/>
                <p14:nvPr/>
              </p14:nvContentPartPr>
              <p14:xfrm>
                <a:off x="1239713" y="1398068"/>
                <a:ext cx="18720" cy="76320"/>
              </p14:xfrm>
            </p:contentPart>
          </mc:Choice>
          <mc:Fallback xmlns="">
            <p:pic>
              <p:nvPicPr>
                <p:cNvPr id="6" name="Ink 5">
                  <a:extLst>
                    <a:ext uri="{FF2B5EF4-FFF2-40B4-BE49-F238E27FC236}">
                      <a16:creationId xmlns:a16="http://schemas.microsoft.com/office/drawing/2014/main" id="{2542ACE0-600C-5E19-EBB2-E27AF1E8A445}"/>
                    </a:ext>
                  </a:extLst>
                </p:cNvPr>
                <p:cNvPicPr/>
                <p:nvPr/>
              </p:nvPicPr>
              <p:blipFill>
                <a:blip r:embed="rId18"/>
                <a:stretch>
                  <a:fillRect/>
                </a:stretch>
              </p:blipFill>
              <p:spPr>
                <a:xfrm>
                  <a:off x="1231073" y="1389428"/>
                  <a:ext cx="3636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 name="Ink 6">
                  <a:extLst>
                    <a:ext uri="{FF2B5EF4-FFF2-40B4-BE49-F238E27FC236}">
                      <a16:creationId xmlns:a16="http://schemas.microsoft.com/office/drawing/2014/main" id="{0D722BC1-2073-ECE7-80E0-5B7F7CB95223}"/>
                    </a:ext>
                  </a:extLst>
                </p14:cNvPr>
                <p14:cNvContentPartPr/>
                <p14:nvPr/>
              </p14:nvContentPartPr>
              <p14:xfrm>
                <a:off x="1309193" y="1616588"/>
                <a:ext cx="54720" cy="156600"/>
              </p14:xfrm>
            </p:contentPart>
          </mc:Choice>
          <mc:Fallback xmlns="">
            <p:pic>
              <p:nvPicPr>
                <p:cNvPr id="7" name="Ink 6">
                  <a:extLst>
                    <a:ext uri="{FF2B5EF4-FFF2-40B4-BE49-F238E27FC236}">
                      <a16:creationId xmlns:a16="http://schemas.microsoft.com/office/drawing/2014/main" id="{0D722BC1-2073-ECE7-80E0-5B7F7CB95223}"/>
                    </a:ext>
                  </a:extLst>
                </p:cNvPr>
                <p:cNvPicPr/>
                <p:nvPr/>
              </p:nvPicPr>
              <p:blipFill>
                <a:blip r:embed="rId20"/>
                <a:stretch>
                  <a:fillRect/>
                </a:stretch>
              </p:blipFill>
              <p:spPr>
                <a:xfrm>
                  <a:off x="1300193" y="1607948"/>
                  <a:ext cx="72360" cy="174240"/>
                </a:xfrm>
                <a:prstGeom prst="rect">
                  <a:avLst/>
                </a:prstGeom>
              </p:spPr>
            </p:pic>
          </mc:Fallback>
        </mc:AlternateContent>
      </p:grpSp>
      <p:grpSp>
        <p:nvGrpSpPr>
          <p:cNvPr id="15" name="Group 14">
            <a:extLst>
              <a:ext uri="{FF2B5EF4-FFF2-40B4-BE49-F238E27FC236}">
                <a16:creationId xmlns:a16="http://schemas.microsoft.com/office/drawing/2014/main" id="{ECDD10DA-A1D3-53AA-E9DA-06CE01596311}"/>
              </a:ext>
            </a:extLst>
          </p:cNvPr>
          <p:cNvGrpSpPr/>
          <p:nvPr/>
        </p:nvGrpSpPr>
        <p:grpSpPr>
          <a:xfrm>
            <a:off x="1493873" y="1485188"/>
            <a:ext cx="312840" cy="262440"/>
            <a:chOff x="1493873" y="1485188"/>
            <a:chExt cx="312840" cy="262440"/>
          </a:xfrm>
        </p:grpSpPr>
        <mc:AlternateContent xmlns:mc="http://schemas.openxmlformats.org/markup-compatibility/2006" xmlns:p14="http://schemas.microsoft.com/office/powerpoint/2010/main">
          <mc:Choice Requires="p14">
            <p:contentPart p14:bwMode="auto" r:id="rId21">
              <p14:nvContentPartPr>
                <p14:cNvPr id="9" name="Ink 8">
                  <a:extLst>
                    <a:ext uri="{FF2B5EF4-FFF2-40B4-BE49-F238E27FC236}">
                      <a16:creationId xmlns:a16="http://schemas.microsoft.com/office/drawing/2014/main" id="{7A164BA4-650E-0CC9-51C4-42F0472D4529}"/>
                    </a:ext>
                  </a:extLst>
                </p14:cNvPr>
                <p14:cNvContentPartPr/>
                <p14:nvPr/>
              </p14:nvContentPartPr>
              <p14:xfrm>
                <a:off x="1493873" y="1517948"/>
                <a:ext cx="42840" cy="229680"/>
              </p14:xfrm>
            </p:contentPart>
          </mc:Choice>
          <mc:Fallback xmlns="">
            <p:pic>
              <p:nvPicPr>
                <p:cNvPr id="9" name="Ink 8">
                  <a:extLst>
                    <a:ext uri="{FF2B5EF4-FFF2-40B4-BE49-F238E27FC236}">
                      <a16:creationId xmlns:a16="http://schemas.microsoft.com/office/drawing/2014/main" id="{7A164BA4-650E-0CC9-51C4-42F0472D4529}"/>
                    </a:ext>
                  </a:extLst>
                </p:cNvPr>
                <p:cNvPicPr/>
                <p:nvPr/>
              </p:nvPicPr>
              <p:blipFill>
                <a:blip r:embed="rId22"/>
                <a:stretch>
                  <a:fillRect/>
                </a:stretch>
              </p:blipFill>
              <p:spPr>
                <a:xfrm>
                  <a:off x="1484873" y="1508948"/>
                  <a:ext cx="6048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 name="Ink 9">
                  <a:extLst>
                    <a:ext uri="{FF2B5EF4-FFF2-40B4-BE49-F238E27FC236}">
                      <a16:creationId xmlns:a16="http://schemas.microsoft.com/office/drawing/2014/main" id="{84861483-7970-7941-F391-641E0D0DD702}"/>
                    </a:ext>
                  </a:extLst>
                </p14:cNvPr>
                <p14:cNvContentPartPr/>
                <p14:nvPr/>
              </p14:nvContentPartPr>
              <p14:xfrm>
                <a:off x="1599353" y="1608668"/>
                <a:ext cx="92520" cy="96120"/>
              </p14:xfrm>
            </p:contentPart>
          </mc:Choice>
          <mc:Fallback xmlns="">
            <p:pic>
              <p:nvPicPr>
                <p:cNvPr id="10" name="Ink 9">
                  <a:extLst>
                    <a:ext uri="{FF2B5EF4-FFF2-40B4-BE49-F238E27FC236}">
                      <a16:creationId xmlns:a16="http://schemas.microsoft.com/office/drawing/2014/main" id="{84861483-7970-7941-F391-641E0D0DD702}"/>
                    </a:ext>
                  </a:extLst>
                </p:cNvPr>
                <p:cNvPicPr/>
                <p:nvPr/>
              </p:nvPicPr>
              <p:blipFill>
                <a:blip r:embed="rId24"/>
                <a:stretch>
                  <a:fillRect/>
                </a:stretch>
              </p:blipFill>
              <p:spPr>
                <a:xfrm>
                  <a:off x="1590353" y="1599668"/>
                  <a:ext cx="11016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1" name="Ink 10">
                  <a:extLst>
                    <a:ext uri="{FF2B5EF4-FFF2-40B4-BE49-F238E27FC236}">
                      <a16:creationId xmlns:a16="http://schemas.microsoft.com/office/drawing/2014/main" id="{BC82B6DC-553B-1A8A-26C8-E80036C34DBD}"/>
                    </a:ext>
                  </a:extLst>
                </p14:cNvPr>
                <p14:cNvContentPartPr/>
                <p14:nvPr/>
              </p14:nvContentPartPr>
              <p14:xfrm>
                <a:off x="1765673" y="1485188"/>
                <a:ext cx="41040" cy="244800"/>
              </p14:xfrm>
            </p:contentPart>
          </mc:Choice>
          <mc:Fallback xmlns="">
            <p:pic>
              <p:nvPicPr>
                <p:cNvPr id="11" name="Ink 10">
                  <a:extLst>
                    <a:ext uri="{FF2B5EF4-FFF2-40B4-BE49-F238E27FC236}">
                      <a16:creationId xmlns:a16="http://schemas.microsoft.com/office/drawing/2014/main" id="{BC82B6DC-553B-1A8A-26C8-E80036C34DBD}"/>
                    </a:ext>
                  </a:extLst>
                </p:cNvPr>
                <p:cNvPicPr/>
                <p:nvPr/>
              </p:nvPicPr>
              <p:blipFill>
                <a:blip r:embed="rId26"/>
                <a:stretch>
                  <a:fillRect/>
                </a:stretch>
              </p:blipFill>
              <p:spPr>
                <a:xfrm>
                  <a:off x="1757033" y="1476548"/>
                  <a:ext cx="58680" cy="262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12" name="Ink 11">
                <a:extLst>
                  <a:ext uri="{FF2B5EF4-FFF2-40B4-BE49-F238E27FC236}">
                    <a16:creationId xmlns:a16="http://schemas.microsoft.com/office/drawing/2014/main" id="{6A18E084-7DE7-FDB7-B846-E7964FA3E2BC}"/>
                  </a:ext>
                </a:extLst>
              </p14:cNvPr>
              <p14:cNvContentPartPr/>
              <p14:nvPr/>
            </p14:nvContentPartPr>
            <p14:xfrm>
              <a:off x="2004713" y="1568708"/>
              <a:ext cx="131760" cy="15480"/>
            </p14:xfrm>
          </p:contentPart>
        </mc:Choice>
        <mc:Fallback xmlns="">
          <p:pic>
            <p:nvPicPr>
              <p:cNvPr id="12" name="Ink 11">
                <a:extLst>
                  <a:ext uri="{FF2B5EF4-FFF2-40B4-BE49-F238E27FC236}">
                    <a16:creationId xmlns:a16="http://schemas.microsoft.com/office/drawing/2014/main" id="{6A18E084-7DE7-FDB7-B846-E7964FA3E2BC}"/>
                  </a:ext>
                </a:extLst>
              </p:cNvPr>
              <p:cNvPicPr/>
              <p:nvPr/>
            </p:nvPicPr>
            <p:blipFill>
              <a:blip r:embed="rId28"/>
              <a:stretch>
                <a:fillRect/>
              </a:stretch>
            </p:blipFill>
            <p:spPr>
              <a:xfrm>
                <a:off x="1995713" y="1559708"/>
                <a:ext cx="149400" cy="33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3" name="Ink 12">
                <a:extLst>
                  <a:ext uri="{FF2B5EF4-FFF2-40B4-BE49-F238E27FC236}">
                    <a16:creationId xmlns:a16="http://schemas.microsoft.com/office/drawing/2014/main" id="{26DA3DEB-4029-948E-29DE-05BBDC693FB7}"/>
                  </a:ext>
                </a:extLst>
              </p14:cNvPr>
              <p14:cNvContentPartPr/>
              <p14:nvPr/>
            </p14:nvContentPartPr>
            <p14:xfrm>
              <a:off x="1979153" y="1674908"/>
              <a:ext cx="164880" cy="1080"/>
            </p14:xfrm>
          </p:contentPart>
        </mc:Choice>
        <mc:Fallback xmlns="">
          <p:pic>
            <p:nvPicPr>
              <p:cNvPr id="13" name="Ink 12">
                <a:extLst>
                  <a:ext uri="{FF2B5EF4-FFF2-40B4-BE49-F238E27FC236}">
                    <a16:creationId xmlns:a16="http://schemas.microsoft.com/office/drawing/2014/main" id="{26DA3DEB-4029-948E-29DE-05BBDC693FB7}"/>
                  </a:ext>
                </a:extLst>
              </p:cNvPr>
              <p:cNvPicPr/>
              <p:nvPr/>
            </p:nvPicPr>
            <p:blipFill>
              <a:blip r:embed="rId30"/>
              <a:stretch>
                <a:fillRect/>
              </a:stretch>
            </p:blipFill>
            <p:spPr>
              <a:xfrm>
                <a:off x="1970513" y="1666268"/>
                <a:ext cx="182520" cy="18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4" name="Ink 13">
                <a:extLst>
                  <a:ext uri="{FF2B5EF4-FFF2-40B4-BE49-F238E27FC236}">
                    <a16:creationId xmlns:a16="http://schemas.microsoft.com/office/drawing/2014/main" id="{CB049114-DCDD-E49B-E092-BB14621ABD15}"/>
                  </a:ext>
                </a:extLst>
              </p14:cNvPr>
              <p14:cNvContentPartPr/>
              <p14:nvPr/>
            </p14:nvContentPartPr>
            <p14:xfrm>
              <a:off x="2275073" y="1531628"/>
              <a:ext cx="163800" cy="187560"/>
            </p14:xfrm>
          </p:contentPart>
        </mc:Choice>
        <mc:Fallback xmlns="">
          <p:pic>
            <p:nvPicPr>
              <p:cNvPr id="14" name="Ink 13">
                <a:extLst>
                  <a:ext uri="{FF2B5EF4-FFF2-40B4-BE49-F238E27FC236}">
                    <a16:creationId xmlns:a16="http://schemas.microsoft.com/office/drawing/2014/main" id="{CB049114-DCDD-E49B-E092-BB14621ABD15}"/>
                  </a:ext>
                </a:extLst>
              </p:cNvPr>
              <p:cNvPicPr/>
              <p:nvPr/>
            </p:nvPicPr>
            <p:blipFill>
              <a:blip r:embed="rId32"/>
              <a:stretch>
                <a:fillRect/>
              </a:stretch>
            </p:blipFill>
            <p:spPr>
              <a:xfrm>
                <a:off x="2266073" y="1522988"/>
                <a:ext cx="1814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8" name="Ink 17">
                <a:extLst>
                  <a:ext uri="{FF2B5EF4-FFF2-40B4-BE49-F238E27FC236}">
                    <a16:creationId xmlns:a16="http://schemas.microsoft.com/office/drawing/2014/main" id="{4A095A71-E364-7C2E-E796-DA7E1BA06033}"/>
                  </a:ext>
                </a:extLst>
              </p14:cNvPr>
              <p14:cNvContentPartPr/>
              <p14:nvPr/>
            </p14:nvContentPartPr>
            <p14:xfrm>
              <a:off x="3282353" y="4179428"/>
              <a:ext cx="31680" cy="55800"/>
            </p14:xfrm>
          </p:contentPart>
        </mc:Choice>
        <mc:Fallback xmlns="">
          <p:pic>
            <p:nvPicPr>
              <p:cNvPr id="18" name="Ink 17">
                <a:extLst>
                  <a:ext uri="{FF2B5EF4-FFF2-40B4-BE49-F238E27FC236}">
                    <a16:creationId xmlns:a16="http://schemas.microsoft.com/office/drawing/2014/main" id="{4A095A71-E364-7C2E-E796-DA7E1BA06033}"/>
                  </a:ext>
                </a:extLst>
              </p:cNvPr>
              <p:cNvPicPr/>
              <p:nvPr/>
            </p:nvPicPr>
            <p:blipFill>
              <a:blip r:embed="rId34"/>
              <a:stretch>
                <a:fillRect/>
              </a:stretch>
            </p:blipFill>
            <p:spPr>
              <a:xfrm>
                <a:off x="3273713" y="4170428"/>
                <a:ext cx="49320" cy="73440"/>
              </a:xfrm>
              <a:prstGeom prst="rect">
                <a:avLst/>
              </a:prstGeom>
            </p:spPr>
          </p:pic>
        </mc:Fallback>
      </mc:AlternateContent>
      <p:grpSp>
        <p:nvGrpSpPr>
          <p:cNvPr id="20" name="Group 19">
            <a:extLst>
              <a:ext uri="{FF2B5EF4-FFF2-40B4-BE49-F238E27FC236}">
                <a16:creationId xmlns:a16="http://schemas.microsoft.com/office/drawing/2014/main" id="{3A7ADB09-241C-6B79-F9FB-D6F114F4CAC1}"/>
              </a:ext>
            </a:extLst>
          </p:cNvPr>
          <p:cNvGrpSpPr/>
          <p:nvPr/>
        </p:nvGrpSpPr>
        <p:grpSpPr>
          <a:xfrm>
            <a:off x="3163913" y="4341428"/>
            <a:ext cx="264240" cy="162360"/>
            <a:chOff x="3163913" y="4341428"/>
            <a:chExt cx="264240" cy="162360"/>
          </a:xfrm>
        </p:grpSpPr>
        <mc:AlternateContent xmlns:mc="http://schemas.openxmlformats.org/markup-compatibility/2006" xmlns:p14="http://schemas.microsoft.com/office/powerpoint/2010/main">
          <mc:Choice Requires="p14">
            <p:contentPart p14:bwMode="auto" r:id="rId35">
              <p14:nvContentPartPr>
                <p14:cNvPr id="17" name="Ink 16">
                  <a:extLst>
                    <a:ext uri="{FF2B5EF4-FFF2-40B4-BE49-F238E27FC236}">
                      <a16:creationId xmlns:a16="http://schemas.microsoft.com/office/drawing/2014/main" id="{84F3C63F-AEF2-40A8-203B-A60E5027BD15}"/>
                    </a:ext>
                  </a:extLst>
                </p14:cNvPr>
                <p14:cNvContentPartPr/>
                <p14:nvPr/>
              </p14:nvContentPartPr>
              <p14:xfrm>
                <a:off x="3163913" y="4341428"/>
                <a:ext cx="111600" cy="106560"/>
              </p14:xfrm>
            </p:contentPart>
          </mc:Choice>
          <mc:Fallback xmlns="">
            <p:pic>
              <p:nvPicPr>
                <p:cNvPr id="17" name="Ink 16">
                  <a:extLst>
                    <a:ext uri="{FF2B5EF4-FFF2-40B4-BE49-F238E27FC236}">
                      <a16:creationId xmlns:a16="http://schemas.microsoft.com/office/drawing/2014/main" id="{84F3C63F-AEF2-40A8-203B-A60E5027BD15}"/>
                    </a:ext>
                  </a:extLst>
                </p:cNvPr>
                <p:cNvPicPr/>
                <p:nvPr/>
              </p:nvPicPr>
              <p:blipFill>
                <a:blip r:embed="rId36"/>
                <a:stretch>
                  <a:fillRect/>
                </a:stretch>
              </p:blipFill>
              <p:spPr>
                <a:xfrm>
                  <a:off x="3154913" y="4332788"/>
                  <a:ext cx="12924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9" name="Ink 18">
                  <a:extLst>
                    <a:ext uri="{FF2B5EF4-FFF2-40B4-BE49-F238E27FC236}">
                      <a16:creationId xmlns:a16="http://schemas.microsoft.com/office/drawing/2014/main" id="{517DC7CE-BD62-8FB6-B4F8-8E9135F009AC}"/>
                    </a:ext>
                  </a:extLst>
                </p14:cNvPr>
                <p14:cNvContentPartPr/>
                <p14:nvPr/>
              </p14:nvContentPartPr>
              <p14:xfrm>
                <a:off x="3347153" y="4394348"/>
                <a:ext cx="81000" cy="109440"/>
              </p14:xfrm>
            </p:contentPart>
          </mc:Choice>
          <mc:Fallback xmlns="">
            <p:pic>
              <p:nvPicPr>
                <p:cNvPr id="19" name="Ink 18">
                  <a:extLst>
                    <a:ext uri="{FF2B5EF4-FFF2-40B4-BE49-F238E27FC236}">
                      <a16:creationId xmlns:a16="http://schemas.microsoft.com/office/drawing/2014/main" id="{517DC7CE-BD62-8FB6-B4F8-8E9135F009AC}"/>
                    </a:ext>
                  </a:extLst>
                </p:cNvPr>
                <p:cNvPicPr/>
                <p:nvPr/>
              </p:nvPicPr>
              <p:blipFill>
                <a:blip r:embed="rId38"/>
                <a:stretch>
                  <a:fillRect/>
                </a:stretch>
              </p:blipFill>
              <p:spPr>
                <a:xfrm>
                  <a:off x="3338153" y="4385708"/>
                  <a:ext cx="98640" cy="127080"/>
                </a:xfrm>
                <a:prstGeom prst="rect">
                  <a:avLst/>
                </a:prstGeom>
              </p:spPr>
            </p:pic>
          </mc:Fallback>
        </mc:AlternateContent>
      </p:grpSp>
      <p:grpSp>
        <p:nvGrpSpPr>
          <p:cNvPr id="37" name="Group 36">
            <a:extLst>
              <a:ext uri="{FF2B5EF4-FFF2-40B4-BE49-F238E27FC236}">
                <a16:creationId xmlns:a16="http://schemas.microsoft.com/office/drawing/2014/main" id="{9F505012-E913-E28E-0D75-BE9E703C6E70}"/>
              </a:ext>
            </a:extLst>
          </p:cNvPr>
          <p:cNvGrpSpPr/>
          <p:nvPr/>
        </p:nvGrpSpPr>
        <p:grpSpPr>
          <a:xfrm>
            <a:off x="3496913" y="4040828"/>
            <a:ext cx="2153880" cy="482040"/>
            <a:chOff x="3496913" y="4040828"/>
            <a:chExt cx="2153880" cy="482040"/>
          </a:xfrm>
        </p:grpSpPr>
        <mc:AlternateContent xmlns:mc="http://schemas.openxmlformats.org/markup-compatibility/2006" xmlns:p14="http://schemas.microsoft.com/office/powerpoint/2010/main">
          <mc:Choice Requires="p14">
            <p:contentPart p14:bwMode="auto" r:id="rId39">
              <p14:nvContentPartPr>
                <p14:cNvPr id="21" name="Ink 20">
                  <a:extLst>
                    <a:ext uri="{FF2B5EF4-FFF2-40B4-BE49-F238E27FC236}">
                      <a16:creationId xmlns:a16="http://schemas.microsoft.com/office/drawing/2014/main" id="{0BCAA319-420B-911A-1507-3CB2CFDDCB5F}"/>
                    </a:ext>
                  </a:extLst>
                </p14:cNvPr>
                <p14:cNvContentPartPr/>
                <p14:nvPr/>
              </p14:nvContentPartPr>
              <p14:xfrm>
                <a:off x="3516713" y="4354748"/>
                <a:ext cx="195120" cy="6840"/>
              </p14:xfrm>
            </p:contentPart>
          </mc:Choice>
          <mc:Fallback xmlns="">
            <p:pic>
              <p:nvPicPr>
                <p:cNvPr id="21" name="Ink 20">
                  <a:extLst>
                    <a:ext uri="{FF2B5EF4-FFF2-40B4-BE49-F238E27FC236}">
                      <a16:creationId xmlns:a16="http://schemas.microsoft.com/office/drawing/2014/main" id="{0BCAA319-420B-911A-1507-3CB2CFDDCB5F}"/>
                    </a:ext>
                  </a:extLst>
                </p:cNvPr>
                <p:cNvPicPr/>
                <p:nvPr/>
              </p:nvPicPr>
              <p:blipFill>
                <a:blip r:embed="rId40"/>
                <a:stretch>
                  <a:fillRect/>
                </a:stretch>
              </p:blipFill>
              <p:spPr>
                <a:xfrm>
                  <a:off x="3507713" y="4345748"/>
                  <a:ext cx="2127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2" name="Ink 21">
                  <a:extLst>
                    <a:ext uri="{FF2B5EF4-FFF2-40B4-BE49-F238E27FC236}">
                      <a16:creationId xmlns:a16="http://schemas.microsoft.com/office/drawing/2014/main" id="{065F2B1F-3E48-18F3-8DCE-E40083FD4A15}"/>
                    </a:ext>
                  </a:extLst>
                </p14:cNvPr>
                <p14:cNvContentPartPr/>
                <p14:nvPr/>
              </p14:nvContentPartPr>
              <p14:xfrm>
                <a:off x="3496913" y="4426748"/>
                <a:ext cx="239760" cy="15840"/>
              </p14:xfrm>
            </p:contentPart>
          </mc:Choice>
          <mc:Fallback xmlns="">
            <p:pic>
              <p:nvPicPr>
                <p:cNvPr id="22" name="Ink 21">
                  <a:extLst>
                    <a:ext uri="{FF2B5EF4-FFF2-40B4-BE49-F238E27FC236}">
                      <a16:creationId xmlns:a16="http://schemas.microsoft.com/office/drawing/2014/main" id="{065F2B1F-3E48-18F3-8DCE-E40083FD4A15}"/>
                    </a:ext>
                  </a:extLst>
                </p:cNvPr>
                <p:cNvPicPr/>
                <p:nvPr/>
              </p:nvPicPr>
              <p:blipFill>
                <a:blip r:embed="rId42"/>
                <a:stretch>
                  <a:fillRect/>
                </a:stretch>
              </p:blipFill>
              <p:spPr>
                <a:xfrm>
                  <a:off x="3488273" y="4418108"/>
                  <a:ext cx="25740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Ink 23">
                  <a:extLst>
                    <a:ext uri="{FF2B5EF4-FFF2-40B4-BE49-F238E27FC236}">
                      <a16:creationId xmlns:a16="http://schemas.microsoft.com/office/drawing/2014/main" id="{F8006EAE-1872-201A-065E-99EE31AB7BEA}"/>
                    </a:ext>
                  </a:extLst>
                </p14:cNvPr>
                <p14:cNvContentPartPr/>
                <p14:nvPr/>
              </p14:nvContentPartPr>
              <p14:xfrm>
                <a:off x="3880313" y="4276988"/>
                <a:ext cx="199440" cy="233640"/>
              </p14:xfrm>
            </p:contentPart>
          </mc:Choice>
          <mc:Fallback xmlns="">
            <p:pic>
              <p:nvPicPr>
                <p:cNvPr id="24" name="Ink 23">
                  <a:extLst>
                    <a:ext uri="{FF2B5EF4-FFF2-40B4-BE49-F238E27FC236}">
                      <a16:creationId xmlns:a16="http://schemas.microsoft.com/office/drawing/2014/main" id="{F8006EAE-1872-201A-065E-99EE31AB7BEA}"/>
                    </a:ext>
                  </a:extLst>
                </p:cNvPr>
                <p:cNvPicPr/>
                <p:nvPr/>
              </p:nvPicPr>
              <p:blipFill>
                <a:blip r:embed="rId44"/>
                <a:stretch>
                  <a:fillRect/>
                </a:stretch>
              </p:blipFill>
              <p:spPr>
                <a:xfrm>
                  <a:off x="3871673" y="4267988"/>
                  <a:ext cx="21708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5" name="Ink 24">
                  <a:extLst>
                    <a:ext uri="{FF2B5EF4-FFF2-40B4-BE49-F238E27FC236}">
                      <a16:creationId xmlns:a16="http://schemas.microsoft.com/office/drawing/2014/main" id="{E65ED767-DD09-B8FD-9D94-4089A7D53C72}"/>
                    </a:ext>
                  </a:extLst>
                </p14:cNvPr>
                <p14:cNvContentPartPr/>
                <p14:nvPr/>
              </p14:nvContentPartPr>
              <p14:xfrm>
                <a:off x="4194233" y="4255028"/>
                <a:ext cx="126720" cy="219960"/>
              </p14:xfrm>
            </p:contentPart>
          </mc:Choice>
          <mc:Fallback xmlns="">
            <p:pic>
              <p:nvPicPr>
                <p:cNvPr id="25" name="Ink 24">
                  <a:extLst>
                    <a:ext uri="{FF2B5EF4-FFF2-40B4-BE49-F238E27FC236}">
                      <a16:creationId xmlns:a16="http://schemas.microsoft.com/office/drawing/2014/main" id="{E65ED767-DD09-B8FD-9D94-4089A7D53C72}"/>
                    </a:ext>
                  </a:extLst>
                </p:cNvPr>
                <p:cNvPicPr/>
                <p:nvPr/>
              </p:nvPicPr>
              <p:blipFill>
                <a:blip r:embed="rId46"/>
                <a:stretch>
                  <a:fillRect/>
                </a:stretch>
              </p:blipFill>
              <p:spPr>
                <a:xfrm>
                  <a:off x="4185233" y="4246028"/>
                  <a:ext cx="14436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6" name="Ink 25">
                  <a:extLst>
                    <a:ext uri="{FF2B5EF4-FFF2-40B4-BE49-F238E27FC236}">
                      <a16:creationId xmlns:a16="http://schemas.microsoft.com/office/drawing/2014/main" id="{EC7F1ABC-6FB2-EDE0-300C-C2D08A6EE3B2}"/>
                    </a:ext>
                  </a:extLst>
                </p14:cNvPr>
                <p14:cNvContentPartPr/>
                <p14:nvPr/>
              </p14:nvContentPartPr>
              <p14:xfrm>
                <a:off x="4368833" y="4235948"/>
                <a:ext cx="52200" cy="238680"/>
              </p14:xfrm>
            </p:contentPart>
          </mc:Choice>
          <mc:Fallback xmlns="">
            <p:pic>
              <p:nvPicPr>
                <p:cNvPr id="26" name="Ink 25">
                  <a:extLst>
                    <a:ext uri="{FF2B5EF4-FFF2-40B4-BE49-F238E27FC236}">
                      <a16:creationId xmlns:a16="http://schemas.microsoft.com/office/drawing/2014/main" id="{EC7F1ABC-6FB2-EDE0-300C-C2D08A6EE3B2}"/>
                    </a:ext>
                  </a:extLst>
                </p:cNvPr>
                <p:cNvPicPr/>
                <p:nvPr/>
              </p:nvPicPr>
              <p:blipFill>
                <a:blip r:embed="rId48"/>
                <a:stretch>
                  <a:fillRect/>
                </a:stretch>
              </p:blipFill>
              <p:spPr>
                <a:xfrm>
                  <a:off x="4360193" y="4226948"/>
                  <a:ext cx="6984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7" name="Ink 26">
                  <a:extLst>
                    <a:ext uri="{FF2B5EF4-FFF2-40B4-BE49-F238E27FC236}">
                      <a16:creationId xmlns:a16="http://schemas.microsoft.com/office/drawing/2014/main" id="{9905F19C-BDDE-55C6-B8DB-4F584E5FB47C}"/>
                    </a:ext>
                  </a:extLst>
                </p14:cNvPr>
                <p14:cNvContentPartPr/>
                <p14:nvPr/>
              </p14:nvContentPartPr>
              <p14:xfrm>
                <a:off x="4445513" y="4352228"/>
                <a:ext cx="140400" cy="38520"/>
              </p14:xfrm>
            </p:contentPart>
          </mc:Choice>
          <mc:Fallback xmlns="">
            <p:pic>
              <p:nvPicPr>
                <p:cNvPr id="27" name="Ink 26">
                  <a:extLst>
                    <a:ext uri="{FF2B5EF4-FFF2-40B4-BE49-F238E27FC236}">
                      <a16:creationId xmlns:a16="http://schemas.microsoft.com/office/drawing/2014/main" id="{9905F19C-BDDE-55C6-B8DB-4F584E5FB47C}"/>
                    </a:ext>
                  </a:extLst>
                </p:cNvPr>
                <p:cNvPicPr/>
                <p:nvPr/>
              </p:nvPicPr>
              <p:blipFill>
                <a:blip r:embed="rId50"/>
                <a:stretch>
                  <a:fillRect/>
                </a:stretch>
              </p:blipFill>
              <p:spPr>
                <a:xfrm>
                  <a:off x="4436873" y="4343588"/>
                  <a:ext cx="1580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8" name="Ink 27">
                  <a:extLst>
                    <a:ext uri="{FF2B5EF4-FFF2-40B4-BE49-F238E27FC236}">
                      <a16:creationId xmlns:a16="http://schemas.microsoft.com/office/drawing/2014/main" id="{664C5B78-26B2-439B-C641-B2D20358E93E}"/>
                    </a:ext>
                  </a:extLst>
                </p14:cNvPr>
                <p14:cNvContentPartPr/>
                <p14:nvPr/>
              </p14:nvContentPartPr>
              <p14:xfrm>
                <a:off x="4692113" y="4306148"/>
                <a:ext cx="196560" cy="216720"/>
              </p14:xfrm>
            </p:contentPart>
          </mc:Choice>
          <mc:Fallback xmlns="">
            <p:pic>
              <p:nvPicPr>
                <p:cNvPr id="28" name="Ink 27">
                  <a:extLst>
                    <a:ext uri="{FF2B5EF4-FFF2-40B4-BE49-F238E27FC236}">
                      <a16:creationId xmlns:a16="http://schemas.microsoft.com/office/drawing/2014/main" id="{664C5B78-26B2-439B-C641-B2D20358E93E}"/>
                    </a:ext>
                  </a:extLst>
                </p:cNvPr>
                <p:cNvPicPr/>
                <p:nvPr/>
              </p:nvPicPr>
              <p:blipFill>
                <a:blip r:embed="rId52"/>
                <a:stretch>
                  <a:fillRect/>
                </a:stretch>
              </p:blipFill>
              <p:spPr>
                <a:xfrm>
                  <a:off x="4683473" y="4297148"/>
                  <a:ext cx="21420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0" name="Ink 29">
                  <a:extLst>
                    <a:ext uri="{FF2B5EF4-FFF2-40B4-BE49-F238E27FC236}">
                      <a16:creationId xmlns:a16="http://schemas.microsoft.com/office/drawing/2014/main" id="{ED5D4D3B-37E5-7D73-71FF-25DCD26513B9}"/>
                    </a:ext>
                  </a:extLst>
                </p14:cNvPr>
                <p14:cNvContentPartPr/>
                <p14:nvPr/>
              </p14:nvContentPartPr>
              <p14:xfrm>
                <a:off x="4864193" y="4206068"/>
                <a:ext cx="90360" cy="12240"/>
              </p14:xfrm>
            </p:contentPart>
          </mc:Choice>
          <mc:Fallback xmlns="">
            <p:pic>
              <p:nvPicPr>
                <p:cNvPr id="30" name="Ink 29">
                  <a:extLst>
                    <a:ext uri="{FF2B5EF4-FFF2-40B4-BE49-F238E27FC236}">
                      <a16:creationId xmlns:a16="http://schemas.microsoft.com/office/drawing/2014/main" id="{ED5D4D3B-37E5-7D73-71FF-25DCD26513B9}"/>
                    </a:ext>
                  </a:extLst>
                </p:cNvPr>
                <p:cNvPicPr/>
                <p:nvPr/>
              </p:nvPicPr>
              <p:blipFill>
                <a:blip r:embed="rId54"/>
                <a:stretch>
                  <a:fillRect/>
                </a:stretch>
              </p:blipFill>
              <p:spPr>
                <a:xfrm>
                  <a:off x="4855553" y="4197428"/>
                  <a:ext cx="108000" cy="29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1" name="Ink 30">
                  <a:extLst>
                    <a:ext uri="{FF2B5EF4-FFF2-40B4-BE49-F238E27FC236}">
                      <a16:creationId xmlns:a16="http://schemas.microsoft.com/office/drawing/2014/main" id="{D462A35D-CF9A-22E7-A397-32F663572DB2}"/>
                    </a:ext>
                  </a:extLst>
                </p14:cNvPr>
                <p14:cNvContentPartPr/>
                <p14:nvPr/>
              </p14:nvContentPartPr>
              <p14:xfrm>
                <a:off x="5101073" y="4060268"/>
                <a:ext cx="54000" cy="162000"/>
              </p14:xfrm>
            </p:contentPart>
          </mc:Choice>
          <mc:Fallback xmlns="">
            <p:pic>
              <p:nvPicPr>
                <p:cNvPr id="31" name="Ink 30">
                  <a:extLst>
                    <a:ext uri="{FF2B5EF4-FFF2-40B4-BE49-F238E27FC236}">
                      <a16:creationId xmlns:a16="http://schemas.microsoft.com/office/drawing/2014/main" id="{D462A35D-CF9A-22E7-A397-32F663572DB2}"/>
                    </a:ext>
                  </a:extLst>
                </p:cNvPr>
                <p:cNvPicPr/>
                <p:nvPr/>
              </p:nvPicPr>
              <p:blipFill>
                <a:blip r:embed="rId56"/>
                <a:stretch>
                  <a:fillRect/>
                </a:stretch>
              </p:blipFill>
              <p:spPr>
                <a:xfrm>
                  <a:off x="5092433" y="4051628"/>
                  <a:ext cx="716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2" name="Ink 31">
                  <a:extLst>
                    <a:ext uri="{FF2B5EF4-FFF2-40B4-BE49-F238E27FC236}">
                      <a16:creationId xmlns:a16="http://schemas.microsoft.com/office/drawing/2014/main" id="{6249B2C0-7888-27AD-2484-978115D08298}"/>
                    </a:ext>
                  </a:extLst>
                </p14:cNvPr>
                <p14:cNvContentPartPr/>
                <p14:nvPr/>
              </p14:nvContentPartPr>
              <p14:xfrm>
                <a:off x="4987673" y="4103108"/>
                <a:ext cx="209160" cy="47520"/>
              </p14:xfrm>
            </p:contentPart>
          </mc:Choice>
          <mc:Fallback xmlns="">
            <p:pic>
              <p:nvPicPr>
                <p:cNvPr id="32" name="Ink 31">
                  <a:extLst>
                    <a:ext uri="{FF2B5EF4-FFF2-40B4-BE49-F238E27FC236}">
                      <a16:creationId xmlns:a16="http://schemas.microsoft.com/office/drawing/2014/main" id="{6249B2C0-7888-27AD-2484-978115D08298}"/>
                    </a:ext>
                  </a:extLst>
                </p:cNvPr>
                <p:cNvPicPr/>
                <p:nvPr/>
              </p:nvPicPr>
              <p:blipFill>
                <a:blip r:embed="rId58"/>
                <a:stretch>
                  <a:fillRect/>
                </a:stretch>
              </p:blipFill>
              <p:spPr>
                <a:xfrm>
                  <a:off x="4979033" y="4094468"/>
                  <a:ext cx="226800" cy="6516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3" name="Ink 32">
                  <a:extLst>
                    <a:ext uri="{FF2B5EF4-FFF2-40B4-BE49-F238E27FC236}">
                      <a16:creationId xmlns:a16="http://schemas.microsoft.com/office/drawing/2014/main" id="{ADEB1BC7-8850-1381-5F05-437E6230DF37}"/>
                    </a:ext>
                  </a:extLst>
                </p14:cNvPr>
                <p14:cNvContentPartPr/>
                <p14:nvPr/>
              </p14:nvContentPartPr>
              <p14:xfrm>
                <a:off x="5146433" y="4040828"/>
                <a:ext cx="214920" cy="214200"/>
              </p14:xfrm>
            </p:contentPart>
          </mc:Choice>
          <mc:Fallback xmlns="">
            <p:pic>
              <p:nvPicPr>
                <p:cNvPr id="33" name="Ink 32">
                  <a:extLst>
                    <a:ext uri="{FF2B5EF4-FFF2-40B4-BE49-F238E27FC236}">
                      <a16:creationId xmlns:a16="http://schemas.microsoft.com/office/drawing/2014/main" id="{ADEB1BC7-8850-1381-5F05-437E6230DF37}"/>
                    </a:ext>
                  </a:extLst>
                </p:cNvPr>
                <p:cNvPicPr/>
                <p:nvPr/>
              </p:nvPicPr>
              <p:blipFill>
                <a:blip r:embed="rId60"/>
                <a:stretch>
                  <a:fillRect/>
                </a:stretch>
              </p:blipFill>
              <p:spPr>
                <a:xfrm>
                  <a:off x="5137433" y="4032188"/>
                  <a:ext cx="23256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4" name="Ink 33">
                  <a:extLst>
                    <a:ext uri="{FF2B5EF4-FFF2-40B4-BE49-F238E27FC236}">
                      <a16:creationId xmlns:a16="http://schemas.microsoft.com/office/drawing/2014/main" id="{BF95C896-F774-C449-565C-C20AAB8F0FD1}"/>
                    </a:ext>
                  </a:extLst>
                </p14:cNvPr>
                <p14:cNvContentPartPr/>
                <p14:nvPr/>
              </p14:nvContentPartPr>
              <p14:xfrm>
                <a:off x="5305913" y="4211828"/>
                <a:ext cx="52920" cy="108720"/>
              </p14:xfrm>
            </p:contentPart>
          </mc:Choice>
          <mc:Fallback xmlns="">
            <p:pic>
              <p:nvPicPr>
                <p:cNvPr id="34" name="Ink 33">
                  <a:extLst>
                    <a:ext uri="{FF2B5EF4-FFF2-40B4-BE49-F238E27FC236}">
                      <a16:creationId xmlns:a16="http://schemas.microsoft.com/office/drawing/2014/main" id="{BF95C896-F774-C449-565C-C20AAB8F0FD1}"/>
                    </a:ext>
                  </a:extLst>
                </p:cNvPr>
                <p:cNvPicPr/>
                <p:nvPr/>
              </p:nvPicPr>
              <p:blipFill>
                <a:blip r:embed="rId62"/>
                <a:stretch>
                  <a:fillRect/>
                </a:stretch>
              </p:blipFill>
              <p:spPr>
                <a:xfrm>
                  <a:off x="5296913" y="4202828"/>
                  <a:ext cx="70560" cy="1263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5" name="Ink 34">
                  <a:extLst>
                    <a:ext uri="{FF2B5EF4-FFF2-40B4-BE49-F238E27FC236}">
                      <a16:creationId xmlns:a16="http://schemas.microsoft.com/office/drawing/2014/main" id="{2D188AD4-6D6C-AA9F-3599-ECDC95522E8D}"/>
                    </a:ext>
                  </a:extLst>
                </p14:cNvPr>
                <p14:cNvContentPartPr/>
                <p14:nvPr/>
              </p14:nvContentPartPr>
              <p14:xfrm>
                <a:off x="5427593" y="4271588"/>
                <a:ext cx="6480" cy="69480"/>
              </p14:xfrm>
            </p:contentPart>
          </mc:Choice>
          <mc:Fallback xmlns="">
            <p:pic>
              <p:nvPicPr>
                <p:cNvPr id="35" name="Ink 34">
                  <a:extLst>
                    <a:ext uri="{FF2B5EF4-FFF2-40B4-BE49-F238E27FC236}">
                      <a16:creationId xmlns:a16="http://schemas.microsoft.com/office/drawing/2014/main" id="{2D188AD4-6D6C-AA9F-3599-ECDC95522E8D}"/>
                    </a:ext>
                  </a:extLst>
                </p:cNvPr>
                <p:cNvPicPr/>
                <p:nvPr/>
              </p:nvPicPr>
              <p:blipFill>
                <a:blip r:embed="rId64"/>
                <a:stretch>
                  <a:fillRect/>
                </a:stretch>
              </p:blipFill>
              <p:spPr>
                <a:xfrm>
                  <a:off x="5418953" y="4262948"/>
                  <a:ext cx="241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6" name="Ink 35">
                  <a:extLst>
                    <a:ext uri="{FF2B5EF4-FFF2-40B4-BE49-F238E27FC236}">
                      <a16:creationId xmlns:a16="http://schemas.microsoft.com/office/drawing/2014/main" id="{E00030AB-E81F-29D2-F12C-4E7E7C1990C3}"/>
                    </a:ext>
                  </a:extLst>
                </p14:cNvPr>
                <p14:cNvContentPartPr/>
                <p14:nvPr/>
              </p14:nvContentPartPr>
              <p14:xfrm>
                <a:off x="5538473" y="4152428"/>
                <a:ext cx="112320" cy="370440"/>
              </p14:xfrm>
            </p:contentPart>
          </mc:Choice>
          <mc:Fallback xmlns="">
            <p:pic>
              <p:nvPicPr>
                <p:cNvPr id="36" name="Ink 35">
                  <a:extLst>
                    <a:ext uri="{FF2B5EF4-FFF2-40B4-BE49-F238E27FC236}">
                      <a16:creationId xmlns:a16="http://schemas.microsoft.com/office/drawing/2014/main" id="{E00030AB-E81F-29D2-F12C-4E7E7C1990C3}"/>
                    </a:ext>
                  </a:extLst>
                </p:cNvPr>
                <p:cNvPicPr/>
                <p:nvPr/>
              </p:nvPicPr>
              <p:blipFill>
                <a:blip r:embed="rId66"/>
                <a:stretch>
                  <a:fillRect/>
                </a:stretch>
              </p:blipFill>
              <p:spPr>
                <a:xfrm>
                  <a:off x="5529473" y="4143428"/>
                  <a:ext cx="129960" cy="388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
            <p14:nvContentPartPr>
              <p14:cNvPr id="38" name="Ink 37">
                <a:extLst>
                  <a:ext uri="{FF2B5EF4-FFF2-40B4-BE49-F238E27FC236}">
                    <a16:creationId xmlns:a16="http://schemas.microsoft.com/office/drawing/2014/main" id="{36EA1F8E-0A17-0192-9590-F102BE3A4058}"/>
                  </a:ext>
                </a:extLst>
              </p14:cNvPr>
              <p14:cNvContentPartPr/>
              <p14:nvPr/>
            </p14:nvContentPartPr>
            <p14:xfrm>
              <a:off x="5799113" y="4417388"/>
              <a:ext cx="59760" cy="89640"/>
            </p14:xfrm>
          </p:contentPart>
        </mc:Choice>
        <mc:Fallback xmlns="">
          <p:pic>
            <p:nvPicPr>
              <p:cNvPr id="38" name="Ink 37">
                <a:extLst>
                  <a:ext uri="{FF2B5EF4-FFF2-40B4-BE49-F238E27FC236}">
                    <a16:creationId xmlns:a16="http://schemas.microsoft.com/office/drawing/2014/main" id="{36EA1F8E-0A17-0192-9590-F102BE3A4058}"/>
                  </a:ext>
                </a:extLst>
              </p:cNvPr>
              <p:cNvPicPr/>
              <p:nvPr/>
            </p:nvPicPr>
            <p:blipFill>
              <a:blip r:embed="rId68"/>
              <a:stretch>
                <a:fillRect/>
              </a:stretch>
            </p:blipFill>
            <p:spPr>
              <a:xfrm>
                <a:off x="5790113" y="4408748"/>
                <a:ext cx="77400" cy="107280"/>
              </a:xfrm>
              <a:prstGeom prst="rect">
                <a:avLst/>
              </a:prstGeom>
            </p:spPr>
          </p:pic>
        </mc:Fallback>
      </mc:AlternateContent>
      <p:grpSp>
        <p:nvGrpSpPr>
          <p:cNvPr id="59" name="Group 58">
            <a:extLst>
              <a:ext uri="{FF2B5EF4-FFF2-40B4-BE49-F238E27FC236}">
                <a16:creationId xmlns:a16="http://schemas.microsoft.com/office/drawing/2014/main" id="{79FC2D31-EA0E-E1DC-09AE-DB09D396EAB9}"/>
              </a:ext>
            </a:extLst>
          </p:cNvPr>
          <p:cNvGrpSpPr/>
          <p:nvPr/>
        </p:nvGrpSpPr>
        <p:grpSpPr>
          <a:xfrm>
            <a:off x="6122033" y="4251428"/>
            <a:ext cx="1482840" cy="309240"/>
            <a:chOff x="6122033" y="4251428"/>
            <a:chExt cx="1482840" cy="309240"/>
          </a:xfrm>
        </p:grpSpPr>
        <mc:AlternateContent xmlns:mc="http://schemas.openxmlformats.org/markup-compatibility/2006" xmlns:p14="http://schemas.microsoft.com/office/powerpoint/2010/main">
          <mc:Choice Requires="p14">
            <p:contentPart p14:bwMode="auto" r:id="rId69">
              <p14:nvContentPartPr>
                <p14:cNvPr id="39" name="Ink 38">
                  <a:extLst>
                    <a:ext uri="{FF2B5EF4-FFF2-40B4-BE49-F238E27FC236}">
                      <a16:creationId xmlns:a16="http://schemas.microsoft.com/office/drawing/2014/main" id="{A47D3B2F-D3D4-EC96-0572-2EE768C73AD5}"/>
                    </a:ext>
                  </a:extLst>
                </p14:cNvPr>
                <p14:cNvContentPartPr/>
                <p14:nvPr/>
              </p14:nvContentPartPr>
              <p14:xfrm>
                <a:off x="6179633" y="4251428"/>
                <a:ext cx="81720" cy="266760"/>
              </p14:xfrm>
            </p:contentPart>
          </mc:Choice>
          <mc:Fallback xmlns="">
            <p:pic>
              <p:nvPicPr>
                <p:cNvPr id="39" name="Ink 38">
                  <a:extLst>
                    <a:ext uri="{FF2B5EF4-FFF2-40B4-BE49-F238E27FC236}">
                      <a16:creationId xmlns:a16="http://schemas.microsoft.com/office/drawing/2014/main" id="{A47D3B2F-D3D4-EC96-0572-2EE768C73AD5}"/>
                    </a:ext>
                  </a:extLst>
                </p:cNvPr>
                <p:cNvPicPr/>
                <p:nvPr/>
              </p:nvPicPr>
              <p:blipFill>
                <a:blip r:embed="rId70"/>
                <a:stretch>
                  <a:fillRect/>
                </a:stretch>
              </p:blipFill>
              <p:spPr>
                <a:xfrm>
                  <a:off x="6170993" y="4242788"/>
                  <a:ext cx="9936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0" name="Ink 39">
                  <a:extLst>
                    <a:ext uri="{FF2B5EF4-FFF2-40B4-BE49-F238E27FC236}">
                      <a16:creationId xmlns:a16="http://schemas.microsoft.com/office/drawing/2014/main" id="{6053EFBB-2A24-7C3C-6B48-3E8C539A3E0E}"/>
                    </a:ext>
                  </a:extLst>
                </p14:cNvPr>
                <p14:cNvContentPartPr/>
                <p14:nvPr/>
              </p14:nvContentPartPr>
              <p14:xfrm>
                <a:off x="6122033" y="4380668"/>
                <a:ext cx="96840" cy="21600"/>
              </p14:xfrm>
            </p:contentPart>
          </mc:Choice>
          <mc:Fallback xmlns="">
            <p:pic>
              <p:nvPicPr>
                <p:cNvPr id="40" name="Ink 39">
                  <a:extLst>
                    <a:ext uri="{FF2B5EF4-FFF2-40B4-BE49-F238E27FC236}">
                      <a16:creationId xmlns:a16="http://schemas.microsoft.com/office/drawing/2014/main" id="{6053EFBB-2A24-7C3C-6B48-3E8C539A3E0E}"/>
                    </a:ext>
                  </a:extLst>
                </p:cNvPr>
                <p:cNvPicPr/>
                <p:nvPr/>
              </p:nvPicPr>
              <p:blipFill>
                <a:blip r:embed="rId72"/>
                <a:stretch>
                  <a:fillRect/>
                </a:stretch>
              </p:blipFill>
              <p:spPr>
                <a:xfrm>
                  <a:off x="6113033" y="4371668"/>
                  <a:ext cx="11448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1" name="Ink 40">
                  <a:extLst>
                    <a:ext uri="{FF2B5EF4-FFF2-40B4-BE49-F238E27FC236}">
                      <a16:creationId xmlns:a16="http://schemas.microsoft.com/office/drawing/2014/main" id="{87E7F055-1651-81E8-08A5-9A598FDEC596}"/>
                    </a:ext>
                  </a:extLst>
                </p14:cNvPr>
                <p14:cNvContentPartPr/>
                <p14:nvPr/>
              </p14:nvContentPartPr>
              <p14:xfrm>
                <a:off x="6314633" y="4379588"/>
                <a:ext cx="128880" cy="134280"/>
              </p14:xfrm>
            </p:contentPart>
          </mc:Choice>
          <mc:Fallback xmlns="">
            <p:pic>
              <p:nvPicPr>
                <p:cNvPr id="41" name="Ink 40">
                  <a:extLst>
                    <a:ext uri="{FF2B5EF4-FFF2-40B4-BE49-F238E27FC236}">
                      <a16:creationId xmlns:a16="http://schemas.microsoft.com/office/drawing/2014/main" id="{87E7F055-1651-81E8-08A5-9A598FDEC596}"/>
                    </a:ext>
                  </a:extLst>
                </p:cNvPr>
                <p:cNvPicPr/>
                <p:nvPr/>
              </p:nvPicPr>
              <p:blipFill>
                <a:blip r:embed="rId74"/>
                <a:stretch>
                  <a:fillRect/>
                </a:stretch>
              </p:blipFill>
              <p:spPr>
                <a:xfrm>
                  <a:off x="6305633" y="4370588"/>
                  <a:ext cx="14652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2" name="Ink 41">
                  <a:extLst>
                    <a:ext uri="{FF2B5EF4-FFF2-40B4-BE49-F238E27FC236}">
                      <a16:creationId xmlns:a16="http://schemas.microsoft.com/office/drawing/2014/main" id="{1F5803EA-E63F-775A-9270-EB971E05D787}"/>
                    </a:ext>
                  </a:extLst>
                </p14:cNvPr>
                <p14:cNvContentPartPr/>
                <p14:nvPr/>
              </p14:nvContentPartPr>
              <p14:xfrm>
                <a:off x="6469793" y="4288508"/>
                <a:ext cx="159480" cy="230760"/>
              </p14:xfrm>
            </p:contentPart>
          </mc:Choice>
          <mc:Fallback xmlns="">
            <p:pic>
              <p:nvPicPr>
                <p:cNvPr id="42" name="Ink 41">
                  <a:extLst>
                    <a:ext uri="{FF2B5EF4-FFF2-40B4-BE49-F238E27FC236}">
                      <a16:creationId xmlns:a16="http://schemas.microsoft.com/office/drawing/2014/main" id="{1F5803EA-E63F-775A-9270-EB971E05D787}"/>
                    </a:ext>
                  </a:extLst>
                </p:cNvPr>
                <p:cNvPicPr/>
                <p:nvPr/>
              </p:nvPicPr>
              <p:blipFill>
                <a:blip r:embed="rId76"/>
                <a:stretch>
                  <a:fillRect/>
                </a:stretch>
              </p:blipFill>
              <p:spPr>
                <a:xfrm>
                  <a:off x="6460793" y="4279508"/>
                  <a:ext cx="177120" cy="2484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3" name="Ink 42">
                  <a:extLst>
                    <a:ext uri="{FF2B5EF4-FFF2-40B4-BE49-F238E27FC236}">
                      <a16:creationId xmlns:a16="http://schemas.microsoft.com/office/drawing/2014/main" id="{123E4942-65AA-F28C-8364-37473E2C6E17}"/>
                    </a:ext>
                  </a:extLst>
                </p14:cNvPr>
                <p14:cNvContentPartPr/>
                <p14:nvPr/>
              </p14:nvContentPartPr>
              <p14:xfrm>
                <a:off x="6702713" y="4433228"/>
                <a:ext cx="15120" cy="124920"/>
              </p14:xfrm>
            </p:contentPart>
          </mc:Choice>
          <mc:Fallback xmlns="">
            <p:pic>
              <p:nvPicPr>
                <p:cNvPr id="43" name="Ink 42">
                  <a:extLst>
                    <a:ext uri="{FF2B5EF4-FFF2-40B4-BE49-F238E27FC236}">
                      <a16:creationId xmlns:a16="http://schemas.microsoft.com/office/drawing/2014/main" id="{123E4942-65AA-F28C-8364-37473E2C6E17}"/>
                    </a:ext>
                  </a:extLst>
                </p:cNvPr>
                <p:cNvPicPr/>
                <p:nvPr/>
              </p:nvPicPr>
              <p:blipFill>
                <a:blip r:embed="rId78"/>
                <a:stretch>
                  <a:fillRect/>
                </a:stretch>
              </p:blipFill>
              <p:spPr>
                <a:xfrm>
                  <a:off x="6693713" y="4424228"/>
                  <a:ext cx="3276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45" name="Ink 44">
                  <a:extLst>
                    <a:ext uri="{FF2B5EF4-FFF2-40B4-BE49-F238E27FC236}">
                      <a16:creationId xmlns:a16="http://schemas.microsoft.com/office/drawing/2014/main" id="{B8A5F8E2-ADCE-C418-C0A6-B4CCAB16F38A}"/>
                    </a:ext>
                  </a:extLst>
                </p14:cNvPr>
                <p14:cNvContentPartPr/>
                <p14:nvPr/>
              </p14:nvContentPartPr>
              <p14:xfrm>
                <a:off x="6806393" y="4368428"/>
                <a:ext cx="132480" cy="15840"/>
              </p14:xfrm>
            </p:contentPart>
          </mc:Choice>
          <mc:Fallback xmlns="">
            <p:pic>
              <p:nvPicPr>
                <p:cNvPr id="45" name="Ink 44">
                  <a:extLst>
                    <a:ext uri="{FF2B5EF4-FFF2-40B4-BE49-F238E27FC236}">
                      <a16:creationId xmlns:a16="http://schemas.microsoft.com/office/drawing/2014/main" id="{B8A5F8E2-ADCE-C418-C0A6-B4CCAB16F38A}"/>
                    </a:ext>
                  </a:extLst>
                </p:cNvPr>
                <p:cNvPicPr/>
                <p:nvPr/>
              </p:nvPicPr>
              <p:blipFill>
                <a:blip r:embed="rId80"/>
                <a:stretch>
                  <a:fillRect/>
                </a:stretch>
              </p:blipFill>
              <p:spPr>
                <a:xfrm>
                  <a:off x="6797753" y="4359788"/>
                  <a:ext cx="150120" cy="33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46" name="Ink 45">
                  <a:extLst>
                    <a:ext uri="{FF2B5EF4-FFF2-40B4-BE49-F238E27FC236}">
                      <a16:creationId xmlns:a16="http://schemas.microsoft.com/office/drawing/2014/main" id="{0F0A52BB-57C8-45DD-DF8F-5F4B53950794}"/>
                    </a:ext>
                  </a:extLst>
                </p14:cNvPr>
                <p14:cNvContentPartPr/>
                <p14:nvPr/>
              </p14:nvContentPartPr>
              <p14:xfrm>
                <a:off x="6807833" y="4478228"/>
                <a:ext cx="109800" cy="5040"/>
              </p14:xfrm>
            </p:contentPart>
          </mc:Choice>
          <mc:Fallback xmlns="">
            <p:pic>
              <p:nvPicPr>
                <p:cNvPr id="46" name="Ink 45">
                  <a:extLst>
                    <a:ext uri="{FF2B5EF4-FFF2-40B4-BE49-F238E27FC236}">
                      <a16:creationId xmlns:a16="http://schemas.microsoft.com/office/drawing/2014/main" id="{0F0A52BB-57C8-45DD-DF8F-5F4B53950794}"/>
                    </a:ext>
                  </a:extLst>
                </p:cNvPr>
                <p:cNvPicPr/>
                <p:nvPr/>
              </p:nvPicPr>
              <p:blipFill>
                <a:blip r:embed="rId82"/>
                <a:stretch>
                  <a:fillRect/>
                </a:stretch>
              </p:blipFill>
              <p:spPr>
                <a:xfrm>
                  <a:off x="6798833" y="4469228"/>
                  <a:ext cx="12744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47" name="Ink 46">
                  <a:extLst>
                    <a:ext uri="{FF2B5EF4-FFF2-40B4-BE49-F238E27FC236}">
                      <a16:creationId xmlns:a16="http://schemas.microsoft.com/office/drawing/2014/main" id="{4CBC32F3-1D69-1CDC-A8BC-93336ADA3886}"/>
                    </a:ext>
                  </a:extLst>
                </p14:cNvPr>
                <p14:cNvContentPartPr/>
                <p14:nvPr/>
              </p14:nvContentPartPr>
              <p14:xfrm>
                <a:off x="7011953" y="4381388"/>
                <a:ext cx="141120" cy="107640"/>
              </p14:xfrm>
            </p:contentPart>
          </mc:Choice>
          <mc:Fallback xmlns="">
            <p:pic>
              <p:nvPicPr>
                <p:cNvPr id="47" name="Ink 46">
                  <a:extLst>
                    <a:ext uri="{FF2B5EF4-FFF2-40B4-BE49-F238E27FC236}">
                      <a16:creationId xmlns:a16="http://schemas.microsoft.com/office/drawing/2014/main" id="{4CBC32F3-1D69-1CDC-A8BC-93336ADA3886}"/>
                    </a:ext>
                  </a:extLst>
                </p:cNvPr>
                <p:cNvPicPr/>
                <p:nvPr/>
              </p:nvPicPr>
              <p:blipFill>
                <a:blip r:embed="rId84"/>
                <a:stretch>
                  <a:fillRect/>
                </a:stretch>
              </p:blipFill>
              <p:spPr>
                <a:xfrm>
                  <a:off x="7002953" y="4372388"/>
                  <a:ext cx="15876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48" name="Ink 47">
                  <a:extLst>
                    <a:ext uri="{FF2B5EF4-FFF2-40B4-BE49-F238E27FC236}">
                      <a16:creationId xmlns:a16="http://schemas.microsoft.com/office/drawing/2014/main" id="{AB3FD672-EE77-EDC2-B75C-7AD4C7B5D24C}"/>
                    </a:ext>
                  </a:extLst>
                </p14:cNvPr>
                <p14:cNvContentPartPr/>
                <p14:nvPr/>
              </p14:nvContentPartPr>
              <p14:xfrm>
                <a:off x="7215353" y="4321988"/>
                <a:ext cx="176760" cy="238680"/>
              </p14:xfrm>
            </p:contentPart>
          </mc:Choice>
          <mc:Fallback xmlns="">
            <p:pic>
              <p:nvPicPr>
                <p:cNvPr id="48" name="Ink 47">
                  <a:extLst>
                    <a:ext uri="{FF2B5EF4-FFF2-40B4-BE49-F238E27FC236}">
                      <a16:creationId xmlns:a16="http://schemas.microsoft.com/office/drawing/2014/main" id="{AB3FD672-EE77-EDC2-B75C-7AD4C7B5D24C}"/>
                    </a:ext>
                  </a:extLst>
                </p:cNvPr>
                <p:cNvPicPr/>
                <p:nvPr/>
              </p:nvPicPr>
              <p:blipFill>
                <a:blip r:embed="rId86"/>
                <a:stretch>
                  <a:fillRect/>
                </a:stretch>
              </p:blipFill>
              <p:spPr>
                <a:xfrm>
                  <a:off x="7206713" y="4312988"/>
                  <a:ext cx="194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49" name="Ink 48">
                  <a:extLst>
                    <a:ext uri="{FF2B5EF4-FFF2-40B4-BE49-F238E27FC236}">
                      <a16:creationId xmlns:a16="http://schemas.microsoft.com/office/drawing/2014/main" id="{DF9D8DAC-A620-701A-AB96-A1FF64A23EF1}"/>
                    </a:ext>
                  </a:extLst>
                </p14:cNvPr>
                <p14:cNvContentPartPr/>
                <p14:nvPr/>
              </p14:nvContentPartPr>
              <p14:xfrm>
                <a:off x="7420193" y="4326308"/>
                <a:ext cx="77760" cy="48240"/>
              </p14:xfrm>
            </p:contentPart>
          </mc:Choice>
          <mc:Fallback xmlns="">
            <p:pic>
              <p:nvPicPr>
                <p:cNvPr id="49" name="Ink 48">
                  <a:extLst>
                    <a:ext uri="{FF2B5EF4-FFF2-40B4-BE49-F238E27FC236}">
                      <a16:creationId xmlns:a16="http://schemas.microsoft.com/office/drawing/2014/main" id="{DF9D8DAC-A620-701A-AB96-A1FF64A23EF1}"/>
                    </a:ext>
                  </a:extLst>
                </p:cNvPr>
                <p:cNvPicPr/>
                <p:nvPr/>
              </p:nvPicPr>
              <p:blipFill>
                <a:blip r:embed="rId88"/>
                <a:stretch>
                  <a:fillRect/>
                </a:stretch>
              </p:blipFill>
              <p:spPr>
                <a:xfrm>
                  <a:off x="7411193" y="4317668"/>
                  <a:ext cx="9540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0" name="Ink 49">
                  <a:extLst>
                    <a:ext uri="{FF2B5EF4-FFF2-40B4-BE49-F238E27FC236}">
                      <a16:creationId xmlns:a16="http://schemas.microsoft.com/office/drawing/2014/main" id="{9EED7318-4C91-8813-0748-BB00980786E6}"/>
                    </a:ext>
                  </a:extLst>
                </p14:cNvPr>
                <p14:cNvContentPartPr/>
                <p14:nvPr/>
              </p14:nvContentPartPr>
              <p14:xfrm>
                <a:off x="7524953" y="4352228"/>
                <a:ext cx="79920" cy="202680"/>
              </p14:xfrm>
            </p:contentPart>
          </mc:Choice>
          <mc:Fallback xmlns="">
            <p:pic>
              <p:nvPicPr>
                <p:cNvPr id="50" name="Ink 49">
                  <a:extLst>
                    <a:ext uri="{FF2B5EF4-FFF2-40B4-BE49-F238E27FC236}">
                      <a16:creationId xmlns:a16="http://schemas.microsoft.com/office/drawing/2014/main" id="{9EED7318-4C91-8813-0748-BB00980786E6}"/>
                    </a:ext>
                  </a:extLst>
                </p:cNvPr>
                <p:cNvPicPr/>
                <p:nvPr/>
              </p:nvPicPr>
              <p:blipFill>
                <a:blip r:embed="rId90"/>
                <a:stretch>
                  <a:fillRect/>
                </a:stretch>
              </p:blipFill>
              <p:spPr>
                <a:xfrm>
                  <a:off x="7515953" y="4343588"/>
                  <a:ext cx="97560" cy="220320"/>
                </a:xfrm>
                <a:prstGeom prst="rect">
                  <a:avLst/>
                </a:prstGeom>
              </p:spPr>
            </p:pic>
          </mc:Fallback>
        </mc:AlternateContent>
      </p:grpSp>
      <p:grpSp>
        <p:nvGrpSpPr>
          <p:cNvPr id="58" name="Group 57">
            <a:extLst>
              <a:ext uri="{FF2B5EF4-FFF2-40B4-BE49-F238E27FC236}">
                <a16:creationId xmlns:a16="http://schemas.microsoft.com/office/drawing/2014/main" id="{14BEAE6A-8761-2515-6E5C-0DE07F6BC4CC}"/>
              </a:ext>
            </a:extLst>
          </p:cNvPr>
          <p:cNvGrpSpPr/>
          <p:nvPr/>
        </p:nvGrpSpPr>
        <p:grpSpPr>
          <a:xfrm>
            <a:off x="7815833" y="4352948"/>
            <a:ext cx="271440" cy="203400"/>
            <a:chOff x="7815833" y="4352948"/>
            <a:chExt cx="271440" cy="203400"/>
          </a:xfrm>
        </p:grpSpPr>
        <mc:AlternateContent xmlns:mc="http://schemas.openxmlformats.org/markup-compatibility/2006" xmlns:p14="http://schemas.microsoft.com/office/powerpoint/2010/main">
          <mc:Choice Requires="p14">
            <p:contentPart p14:bwMode="auto" r:id="rId91">
              <p14:nvContentPartPr>
                <p14:cNvPr id="51" name="Ink 50">
                  <a:extLst>
                    <a:ext uri="{FF2B5EF4-FFF2-40B4-BE49-F238E27FC236}">
                      <a16:creationId xmlns:a16="http://schemas.microsoft.com/office/drawing/2014/main" id="{17E35E7C-2093-8A34-DC12-439655C3DE6E}"/>
                    </a:ext>
                  </a:extLst>
                </p14:cNvPr>
                <p14:cNvContentPartPr/>
                <p14:nvPr/>
              </p14:nvContentPartPr>
              <p14:xfrm>
                <a:off x="7840313" y="4423148"/>
                <a:ext cx="192240" cy="11880"/>
              </p14:xfrm>
            </p:contentPart>
          </mc:Choice>
          <mc:Fallback xmlns="">
            <p:pic>
              <p:nvPicPr>
                <p:cNvPr id="51" name="Ink 50">
                  <a:extLst>
                    <a:ext uri="{FF2B5EF4-FFF2-40B4-BE49-F238E27FC236}">
                      <a16:creationId xmlns:a16="http://schemas.microsoft.com/office/drawing/2014/main" id="{17E35E7C-2093-8A34-DC12-439655C3DE6E}"/>
                    </a:ext>
                  </a:extLst>
                </p:cNvPr>
                <p:cNvPicPr/>
                <p:nvPr/>
              </p:nvPicPr>
              <p:blipFill>
                <a:blip r:embed="rId92"/>
                <a:stretch>
                  <a:fillRect/>
                </a:stretch>
              </p:blipFill>
              <p:spPr>
                <a:xfrm>
                  <a:off x="7831673" y="4414508"/>
                  <a:ext cx="2098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2" name="Ink 51">
                  <a:extLst>
                    <a:ext uri="{FF2B5EF4-FFF2-40B4-BE49-F238E27FC236}">
                      <a16:creationId xmlns:a16="http://schemas.microsoft.com/office/drawing/2014/main" id="{84F3B1E0-E6AB-369F-1819-709A08782131}"/>
                    </a:ext>
                  </a:extLst>
                </p14:cNvPr>
                <p14:cNvContentPartPr/>
                <p14:nvPr/>
              </p14:nvContentPartPr>
              <p14:xfrm>
                <a:off x="7815833" y="4468868"/>
                <a:ext cx="227160" cy="36000"/>
              </p14:xfrm>
            </p:contentPart>
          </mc:Choice>
          <mc:Fallback xmlns="">
            <p:pic>
              <p:nvPicPr>
                <p:cNvPr id="52" name="Ink 51">
                  <a:extLst>
                    <a:ext uri="{FF2B5EF4-FFF2-40B4-BE49-F238E27FC236}">
                      <a16:creationId xmlns:a16="http://schemas.microsoft.com/office/drawing/2014/main" id="{84F3B1E0-E6AB-369F-1819-709A08782131}"/>
                    </a:ext>
                  </a:extLst>
                </p:cNvPr>
                <p:cNvPicPr/>
                <p:nvPr/>
              </p:nvPicPr>
              <p:blipFill>
                <a:blip r:embed="rId94"/>
                <a:stretch>
                  <a:fillRect/>
                </a:stretch>
              </p:blipFill>
              <p:spPr>
                <a:xfrm>
                  <a:off x="7806833" y="4460228"/>
                  <a:ext cx="2448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53" name="Ink 52">
                  <a:extLst>
                    <a:ext uri="{FF2B5EF4-FFF2-40B4-BE49-F238E27FC236}">
                      <a16:creationId xmlns:a16="http://schemas.microsoft.com/office/drawing/2014/main" id="{646C5884-ED94-7A08-348B-DD03ACDE3A91}"/>
                    </a:ext>
                  </a:extLst>
                </p14:cNvPr>
                <p14:cNvContentPartPr/>
                <p14:nvPr/>
              </p14:nvContentPartPr>
              <p14:xfrm>
                <a:off x="8003753" y="4352948"/>
                <a:ext cx="83520" cy="203400"/>
              </p14:xfrm>
            </p:contentPart>
          </mc:Choice>
          <mc:Fallback xmlns="">
            <p:pic>
              <p:nvPicPr>
                <p:cNvPr id="53" name="Ink 52">
                  <a:extLst>
                    <a:ext uri="{FF2B5EF4-FFF2-40B4-BE49-F238E27FC236}">
                      <a16:creationId xmlns:a16="http://schemas.microsoft.com/office/drawing/2014/main" id="{646C5884-ED94-7A08-348B-DD03ACDE3A91}"/>
                    </a:ext>
                  </a:extLst>
                </p:cNvPr>
                <p:cNvPicPr/>
                <p:nvPr/>
              </p:nvPicPr>
              <p:blipFill>
                <a:blip r:embed="rId96"/>
                <a:stretch>
                  <a:fillRect/>
                </a:stretch>
              </p:blipFill>
              <p:spPr>
                <a:xfrm>
                  <a:off x="7994753" y="4344308"/>
                  <a:ext cx="101160" cy="221040"/>
                </a:xfrm>
                <a:prstGeom prst="rect">
                  <a:avLst/>
                </a:prstGeom>
              </p:spPr>
            </p:pic>
          </mc:Fallback>
        </mc:AlternateContent>
      </p:grpSp>
      <p:grpSp>
        <p:nvGrpSpPr>
          <p:cNvPr id="241665" name="Group 241664">
            <a:extLst>
              <a:ext uri="{FF2B5EF4-FFF2-40B4-BE49-F238E27FC236}">
                <a16:creationId xmlns:a16="http://schemas.microsoft.com/office/drawing/2014/main" id="{E4808AC0-E015-B27A-AFB3-5113A31C3F9E}"/>
              </a:ext>
            </a:extLst>
          </p:cNvPr>
          <p:cNvGrpSpPr/>
          <p:nvPr/>
        </p:nvGrpSpPr>
        <p:grpSpPr>
          <a:xfrm>
            <a:off x="8249993" y="4248188"/>
            <a:ext cx="987120" cy="318960"/>
            <a:chOff x="8249993" y="4248188"/>
            <a:chExt cx="987120" cy="318960"/>
          </a:xfrm>
        </p:grpSpPr>
        <mc:AlternateContent xmlns:mc="http://schemas.openxmlformats.org/markup-compatibility/2006" xmlns:p14="http://schemas.microsoft.com/office/powerpoint/2010/main">
          <mc:Choice Requires="p14">
            <p:contentPart p14:bwMode="auto" r:id="rId97">
              <p14:nvContentPartPr>
                <p14:cNvPr id="54" name="Ink 53">
                  <a:extLst>
                    <a:ext uri="{FF2B5EF4-FFF2-40B4-BE49-F238E27FC236}">
                      <a16:creationId xmlns:a16="http://schemas.microsoft.com/office/drawing/2014/main" id="{ADE1328E-D74B-6890-C325-F9D825BAC345}"/>
                    </a:ext>
                  </a:extLst>
                </p14:cNvPr>
                <p14:cNvContentPartPr/>
                <p14:nvPr/>
              </p14:nvContentPartPr>
              <p14:xfrm>
                <a:off x="8249993" y="4375628"/>
                <a:ext cx="92520" cy="139320"/>
              </p14:xfrm>
            </p:contentPart>
          </mc:Choice>
          <mc:Fallback xmlns="">
            <p:pic>
              <p:nvPicPr>
                <p:cNvPr id="54" name="Ink 53">
                  <a:extLst>
                    <a:ext uri="{FF2B5EF4-FFF2-40B4-BE49-F238E27FC236}">
                      <a16:creationId xmlns:a16="http://schemas.microsoft.com/office/drawing/2014/main" id="{ADE1328E-D74B-6890-C325-F9D825BAC345}"/>
                    </a:ext>
                  </a:extLst>
                </p:cNvPr>
                <p:cNvPicPr/>
                <p:nvPr/>
              </p:nvPicPr>
              <p:blipFill>
                <a:blip r:embed="rId98"/>
                <a:stretch>
                  <a:fillRect/>
                </a:stretch>
              </p:blipFill>
              <p:spPr>
                <a:xfrm>
                  <a:off x="8240993" y="4366628"/>
                  <a:ext cx="11016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55" name="Ink 54">
                  <a:extLst>
                    <a:ext uri="{FF2B5EF4-FFF2-40B4-BE49-F238E27FC236}">
                      <a16:creationId xmlns:a16="http://schemas.microsoft.com/office/drawing/2014/main" id="{AEB3896B-FB81-8556-8DC7-9712799068D7}"/>
                    </a:ext>
                  </a:extLst>
                </p14:cNvPr>
                <p14:cNvContentPartPr/>
                <p14:nvPr/>
              </p14:nvContentPartPr>
              <p14:xfrm>
                <a:off x="8343953" y="4248188"/>
                <a:ext cx="10080" cy="54000"/>
              </p14:xfrm>
            </p:contentPart>
          </mc:Choice>
          <mc:Fallback xmlns="">
            <p:pic>
              <p:nvPicPr>
                <p:cNvPr id="55" name="Ink 54">
                  <a:extLst>
                    <a:ext uri="{FF2B5EF4-FFF2-40B4-BE49-F238E27FC236}">
                      <a16:creationId xmlns:a16="http://schemas.microsoft.com/office/drawing/2014/main" id="{AEB3896B-FB81-8556-8DC7-9712799068D7}"/>
                    </a:ext>
                  </a:extLst>
                </p:cNvPr>
                <p:cNvPicPr/>
                <p:nvPr/>
              </p:nvPicPr>
              <p:blipFill>
                <a:blip r:embed="rId100"/>
                <a:stretch>
                  <a:fillRect/>
                </a:stretch>
              </p:blipFill>
              <p:spPr>
                <a:xfrm>
                  <a:off x="8334953" y="4239188"/>
                  <a:ext cx="27720" cy="716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56" name="Ink 55">
                  <a:extLst>
                    <a:ext uri="{FF2B5EF4-FFF2-40B4-BE49-F238E27FC236}">
                      <a16:creationId xmlns:a16="http://schemas.microsoft.com/office/drawing/2014/main" id="{300997F1-9B1A-0B3B-4D39-077D33181859}"/>
                    </a:ext>
                  </a:extLst>
                </p14:cNvPr>
                <p14:cNvContentPartPr/>
                <p14:nvPr/>
              </p14:nvContentPartPr>
              <p14:xfrm>
                <a:off x="8466353" y="4465988"/>
                <a:ext cx="109440" cy="101160"/>
              </p14:xfrm>
            </p:contentPart>
          </mc:Choice>
          <mc:Fallback xmlns="">
            <p:pic>
              <p:nvPicPr>
                <p:cNvPr id="56" name="Ink 55">
                  <a:extLst>
                    <a:ext uri="{FF2B5EF4-FFF2-40B4-BE49-F238E27FC236}">
                      <a16:creationId xmlns:a16="http://schemas.microsoft.com/office/drawing/2014/main" id="{300997F1-9B1A-0B3B-4D39-077D33181859}"/>
                    </a:ext>
                  </a:extLst>
                </p:cNvPr>
                <p:cNvPicPr/>
                <p:nvPr/>
              </p:nvPicPr>
              <p:blipFill>
                <a:blip r:embed="rId102"/>
                <a:stretch>
                  <a:fillRect/>
                </a:stretch>
              </p:blipFill>
              <p:spPr>
                <a:xfrm>
                  <a:off x="8457353" y="4457348"/>
                  <a:ext cx="12708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0" name="Ink 59">
                  <a:extLst>
                    <a:ext uri="{FF2B5EF4-FFF2-40B4-BE49-F238E27FC236}">
                      <a16:creationId xmlns:a16="http://schemas.microsoft.com/office/drawing/2014/main" id="{CB9F87D8-3DDC-B151-2292-5E318543D13E}"/>
                    </a:ext>
                  </a:extLst>
                </p14:cNvPr>
                <p14:cNvContentPartPr/>
                <p14:nvPr/>
              </p14:nvContentPartPr>
              <p14:xfrm>
                <a:off x="8630873" y="4297508"/>
                <a:ext cx="42840" cy="224280"/>
              </p14:xfrm>
            </p:contentPart>
          </mc:Choice>
          <mc:Fallback xmlns="">
            <p:pic>
              <p:nvPicPr>
                <p:cNvPr id="60" name="Ink 59">
                  <a:extLst>
                    <a:ext uri="{FF2B5EF4-FFF2-40B4-BE49-F238E27FC236}">
                      <a16:creationId xmlns:a16="http://schemas.microsoft.com/office/drawing/2014/main" id="{CB9F87D8-3DDC-B151-2292-5E318543D13E}"/>
                    </a:ext>
                  </a:extLst>
                </p:cNvPr>
                <p:cNvPicPr/>
                <p:nvPr/>
              </p:nvPicPr>
              <p:blipFill>
                <a:blip r:embed="rId104"/>
                <a:stretch>
                  <a:fillRect/>
                </a:stretch>
              </p:blipFill>
              <p:spPr>
                <a:xfrm>
                  <a:off x="8621873" y="4288868"/>
                  <a:ext cx="604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1" name="Ink 60">
                  <a:extLst>
                    <a:ext uri="{FF2B5EF4-FFF2-40B4-BE49-F238E27FC236}">
                      <a16:creationId xmlns:a16="http://schemas.microsoft.com/office/drawing/2014/main" id="{CDF8EE3C-B812-DB86-E418-4A6170F710EA}"/>
                    </a:ext>
                  </a:extLst>
                </p14:cNvPr>
                <p14:cNvContentPartPr/>
                <p14:nvPr/>
              </p14:nvContentPartPr>
              <p14:xfrm>
                <a:off x="8729873" y="4372028"/>
                <a:ext cx="52560" cy="94680"/>
              </p14:xfrm>
            </p:contentPart>
          </mc:Choice>
          <mc:Fallback xmlns="">
            <p:pic>
              <p:nvPicPr>
                <p:cNvPr id="61" name="Ink 60">
                  <a:extLst>
                    <a:ext uri="{FF2B5EF4-FFF2-40B4-BE49-F238E27FC236}">
                      <a16:creationId xmlns:a16="http://schemas.microsoft.com/office/drawing/2014/main" id="{CDF8EE3C-B812-DB86-E418-4A6170F710EA}"/>
                    </a:ext>
                  </a:extLst>
                </p:cNvPr>
                <p:cNvPicPr/>
                <p:nvPr/>
              </p:nvPicPr>
              <p:blipFill>
                <a:blip r:embed="rId106"/>
                <a:stretch>
                  <a:fillRect/>
                </a:stretch>
              </p:blipFill>
              <p:spPr>
                <a:xfrm>
                  <a:off x="8720873" y="4363028"/>
                  <a:ext cx="70200" cy="11232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62" name="Ink 61">
                  <a:extLst>
                    <a:ext uri="{FF2B5EF4-FFF2-40B4-BE49-F238E27FC236}">
                      <a16:creationId xmlns:a16="http://schemas.microsoft.com/office/drawing/2014/main" id="{B23EAD17-50A3-8569-789F-1FE8B7A191AE}"/>
                    </a:ext>
                  </a:extLst>
                </p14:cNvPr>
                <p14:cNvContentPartPr/>
                <p14:nvPr/>
              </p14:nvContentPartPr>
              <p14:xfrm>
                <a:off x="8832473" y="4427468"/>
                <a:ext cx="16560" cy="28440"/>
              </p14:xfrm>
            </p:contentPart>
          </mc:Choice>
          <mc:Fallback xmlns="">
            <p:pic>
              <p:nvPicPr>
                <p:cNvPr id="62" name="Ink 61">
                  <a:extLst>
                    <a:ext uri="{FF2B5EF4-FFF2-40B4-BE49-F238E27FC236}">
                      <a16:creationId xmlns:a16="http://schemas.microsoft.com/office/drawing/2014/main" id="{B23EAD17-50A3-8569-789F-1FE8B7A191AE}"/>
                    </a:ext>
                  </a:extLst>
                </p:cNvPr>
                <p:cNvPicPr/>
                <p:nvPr/>
              </p:nvPicPr>
              <p:blipFill>
                <a:blip r:embed="rId108"/>
                <a:stretch>
                  <a:fillRect/>
                </a:stretch>
              </p:blipFill>
              <p:spPr>
                <a:xfrm>
                  <a:off x="8823473" y="4418468"/>
                  <a:ext cx="342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63" name="Ink 62">
                  <a:extLst>
                    <a:ext uri="{FF2B5EF4-FFF2-40B4-BE49-F238E27FC236}">
                      <a16:creationId xmlns:a16="http://schemas.microsoft.com/office/drawing/2014/main" id="{F621C06E-046C-0564-75B2-750737984AF3}"/>
                    </a:ext>
                  </a:extLst>
                </p14:cNvPr>
                <p14:cNvContentPartPr/>
                <p14:nvPr/>
              </p14:nvContentPartPr>
              <p14:xfrm>
                <a:off x="8914913" y="4289588"/>
                <a:ext cx="144720" cy="228600"/>
              </p14:xfrm>
            </p:contentPart>
          </mc:Choice>
          <mc:Fallback xmlns="">
            <p:pic>
              <p:nvPicPr>
                <p:cNvPr id="63" name="Ink 62">
                  <a:extLst>
                    <a:ext uri="{FF2B5EF4-FFF2-40B4-BE49-F238E27FC236}">
                      <a16:creationId xmlns:a16="http://schemas.microsoft.com/office/drawing/2014/main" id="{F621C06E-046C-0564-75B2-750737984AF3}"/>
                    </a:ext>
                  </a:extLst>
                </p:cNvPr>
                <p:cNvPicPr/>
                <p:nvPr/>
              </p:nvPicPr>
              <p:blipFill>
                <a:blip r:embed="rId110"/>
                <a:stretch>
                  <a:fillRect/>
                </a:stretch>
              </p:blipFill>
              <p:spPr>
                <a:xfrm>
                  <a:off x="8905913" y="4280588"/>
                  <a:ext cx="162360" cy="24624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241664" name="Ink 241663">
                  <a:extLst>
                    <a:ext uri="{FF2B5EF4-FFF2-40B4-BE49-F238E27FC236}">
                      <a16:creationId xmlns:a16="http://schemas.microsoft.com/office/drawing/2014/main" id="{E2B19D7D-43FB-0F0F-9308-5D870478B647}"/>
                    </a:ext>
                  </a:extLst>
                </p14:cNvPr>
                <p14:cNvContentPartPr/>
                <p14:nvPr/>
              </p14:nvContentPartPr>
              <p14:xfrm>
                <a:off x="9084473" y="4271588"/>
                <a:ext cx="152640" cy="283680"/>
              </p14:xfrm>
            </p:contentPart>
          </mc:Choice>
          <mc:Fallback xmlns="">
            <p:pic>
              <p:nvPicPr>
                <p:cNvPr id="241664" name="Ink 241663">
                  <a:extLst>
                    <a:ext uri="{FF2B5EF4-FFF2-40B4-BE49-F238E27FC236}">
                      <a16:creationId xmlns:a16="http://schemas.microsoft.com/office/drawing/2014/main" id="{E2B19D7D-43FB-0F0F-9308-5D870478B647}"/>
                    </a:ext>
                  </a:extLst>
                </p:cNvPr>
                <p:cNvPicPr/>
                <p:nvPr/>
              </p:nvPicPr>
              <p:blipFill>
                <a:blip r:embed="rId112"/>
                <a:stretch>
                  <a:fillRect/>
                </a:stretch>
              </p:blipFill>
              <p:spPr>
                <a:xfrm>
                  <a:off x="9075473" y="4262948"/>
                  <a:ext cx="170280" cy="301320"/>
                </a:xfrm>
                <a:prstGeom prst="rect">
                  <a:avLst/>
                </a:prstGeom>
              </p:spPr>
            </p:pic>
          </mc:Fallback>
        </mc:AlternateContent>
      </p:grpSp>
      <p:grpSp>
        <p:nvGrpSpPr>
          <p:cNvPr id="241685" name="Group 241684">
            <a:extLst>
              <a:ext uri="{FF2B5EF4-FFF2-40B4-BE49-F238E27FC236}">
                <a16:creationId xmlns:a16="http://schemas.microsoft.com/office/drawing/2014/main" id="{8C105EE1-634C-FBEE-F5D9-E7553EDF01C5}"/>
              </a:ext>
            </a:extLst>
          </p:cNvPr>
          <p:cNvGrpSpPr/>
          <p:nvPr/>
        </p:nvGrpSpPr>
        <p:grpSpPr>
          <a:xfrm>
            <a:off x="9396953" y="4082948"/>
            <a:ext cx="1505160" cy="366480"/>
            <a:chOff x="9396953" y="4082948"/>
            <a:chExt cx="1505160" cy="366480"/>
          </a:xfrm>
        </p:grpSpPr>
        <mc:AlternateContent xmlns:mc="http://schemas.openxmlformats.org/markup-compatibility/2006" xmlns:p14="http://schemas.microsoft.com/office/powerpoint/2010/main">
          <mc:Choice Requires="p14">
            <p:contentPart p14:bwMode="auto" r:id="rId113">
              <p14:nvContentPartPr>
                <p14:cNvPr id="241666" name="Ink 241665">
                  <a:extLst>
                    <a:ext uri="{FF2B5EF4-FFF2-40B4-BE49-F238E27FC236}">
                      <a16:creationId xmlns:a16="http://schemas.microsoft.com/office/drawing/2014/main" id="{69ADD116-216B-F9B6-48C5-AD767F201DDA}"/>
                    </a:ext>
                  </a:extLst>
                </p14:cNvPr>
                <p14:cNvContentPartPr/>
                <p14:nvPr/>
              </p14:nvContentPartPr>
              <p14:xfrm>
                <a:off x="9414233" y="4280228"/>
                <a:ext cx="144360" cy="35640"/>
              </p14:xfrm>
            </p:contentPart>
          </mc:Choice>
          <mc:Fallback xmlns="">
            <p:pic>
              <p:nvPicPr>
                <p:cNvPr id="241666" name="Ink 241665">
                  <a:extLst>
                    <a:ext uri="{FF2B5EF4-FFF2-40B4-BE49-F238E27FC236}">
                      <a16:creationId xmlns:a16="http://schemas.microsoft.com/office/drawing/2014/main" id="{69ADD116-216B-F9B6-48C5-AD767F201DDA}"/>
                    </a:ext>
                  </a:extLst>
                </p:cNvPr>
                <p:cNvPicPr/>
                <p:nvPr/>
              </p:nvPicPr>
              <p:blipFill>
                <a:blip r:embed="rId114"/>
                <a:stretch>
                  <a:fillRect/>
                </a:stretch>
              </p:blipFill>
              <p:spPr>
                <a:xfrm>
                  <a:off x="9405233" y="4271228"/>
                  <a:ext cx="16200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241668" name="Ink 241667">
                  <a:extLst>
                    <a:ext uri="{FF2B5EF4-FFF2-40B4-BE49-F238E27FC236}">
                      <a16:creationId xmlns:a16="http://schemas.microsoft.com/office/drawing/2014/main" id="{D246F4E7-9973-C56C-B389-DCB9F182C65E}"/>
                    </a:ext>
                  </a:extLst>
                </p14:cNvPr>
                <p14:cNvContentPartPr/>
                <p14:nvPr/>
              </p14:nvContentPartPr>
              <p14:xfrm>
                <a:off x="9396953" y="4363028"/>
                <a:ext cx="186480" cy="23400"/>
              </p14:xfrm>
            </p:contentPart>
          </mc:Choice>
          <mc:Fallback xmlns="">
            <p:pic>
              <p:nvPicPr>
                <p:cNvPr id="241668" name="Ink 241667">
                  <a:extLst>
                    <a:ext uri="{FF2B5EF4-FFF2-40B4-BE49-F238E27FC236}">
                      <a16:creationId xmlns:a16="http://schemas.microsoft.com/office/drawing/2014/main" id="{D246F4E7-9973-C56C-B389-DCB9F182C65E}"/>
                    </a:ext>
                  </a:extLst>
                </p:cNvPr>
                <p:cNvPicPr/>
                <p:nvPr/>
              </p:nvPicPr>
              <p:blipFill>
                <a:blip r:embed="rId116"/>
                <a:stretch>
                  <a:fillRect/>
                </a:stretch>
              </p:blipFill>
              <p:spPr>
                <a:xfrm>
                  <a:off x="9387953" y="4354388"/>
                  <a:ext cx="2041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241673" name="Ink 241672">
                  <a:extLst>
                    <a:ext uri="{FF2B5EF4-FFF2-40B4-BE49-F238E27FC236}">
                      <a16:creationId xmlns:a16="http://schemas.microsoft.com/office/drawing/2014/main" id="{75124C29-CC34-C59E-074B-7EC9DD1B8DA1}"/>
                    </a:ext>
                  </a:extLst>
                </p14:cNvPr>
                <p14:cNvContentPartPr/>
                <p14:nvPr/>
              </p14:nvContentPartPr>
              <p14:xfrm>
                <a:off x="9658673" y="4226588"/>
                <a:ext cx="107280" cy="168120"/>
              </p14:xfrm>
            </p:contentPart>
          </mc:Choice>
          <mc:Fallback xmlns="">
            <p:pic>
              <p:nvPicPr>
                <p:cNvPr id="241673" name="Ink 241672">
                  <a:extLst>
                    <a:ext uri="{FF2B5EF4-FFF2-40B4-BE49-F238E27FC236}">
                      <a16:creationId xmlns:a16="http://schemas.microsoft.com/office/drawing/2014/main" id="{75124C29-CC34-C59E-074B-7EC9DD1B8DA1}"/>
                    </a:ext>
                  </a:extLst>
                </p:cNvPr>
                <p:cNvPicPr/>
                <p:nvPr/>
              </p:nvPicPr>
              <p:blipFill>
                <a:blip r:embed="rId118"/>
                <a:stretch>
                  <a:fillRect/>
                </a:stretch>
              </p:blipFill>
              <p:spPr>
                <a:xfrm>
                  <a:off x="9650033" y="4217588"/>
                  <a:ext cx="124920" cy="18576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241679" name="Ink 241678">
                  <a:extLst>
                    <a:ext uri="{FF2B5EF4-FFF2-40B4-BE49-F238E27FC236}">
                      <a16:creationId xmlns:a16="http://schemas.microsoft.com/office/drawing/2014/main" id="{7E0DEDCD-9B64-816A-EFA8-E86E729FEC9D}"/>
                    </a:ext>
                  </a:extLst>
                </p14:cNvPr>
                <p14:cNvContentPartPr/>
                <p14:nvPr/>
              </p14:nvContentPartPr>
              <p14:xfrm>
                <a:off x="9885473" y="4147748"/>
                <a:ext cx="76680" cy="266040"/>
              </p14:xfrm>
            </p:contentPart>
          </mc:Choice>
          <mc:Fallback xmlns="">
            <p:pic>
              <p:nvPicPr>
                <p:cNvPr id="241679" name="Ink 241678">
                  <a:extLst>
                    <a:ext uri="{FF2B5EF4-FFF2-40B4-BE49-F238E27FC236}">
                      <a16:creationId xmlns:a16="http://schemas.microsoft.com/office/drawing/2014/main" id="{7E0DEDCD-9B64-816A-EFA8-E86E729FEC9D}"/>
                    </a:ext>
                  </a:extLst>
                </p:cNvPr>
                <p:cNvPicPr/>
                <p:nvPr/>
              </p:nvPicPr>
              <p:blipFill>
                <a:blip r:embed="rId120"/>
                <a:stretch>
                  <a:fillRect/>
                </a:stretch>
              </p:blipFill>
              <p:spPr>
                <a:xfrm>
                  <a:off x="9876473" y="4138748"/>
                  <a:ext cx="9432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241680" name="Ink 241679">
                  <a:extLst>
                    <a:ext uri="{FF2B5EF4-FFF2-40B4-BE49-F238E27FC236}">
                      <a16:creationId xmlns:a16="http://schemas.microsoft.com/office/drawing/2014/main" id="{BF15A388-A1E1-61AF-B1C4-55785EFC0817}"/>
                    </a:ext>
                  </a:extLst>
                </p14:cNvPr>
                <p14:cNvContentPartPr/>
                <p14:nvPr/>
              </p14:nvContentPartPr>
              <p14:xfrm>
                <a:off x="10064753" y="4103828"/>
                <a:ext cx="103680" cy="245520"/>
              </p14:xfrm>
            </p:contentPart>
          </mc:Choice>
          <mc:Fallback xmlns="">
            <p:pic>
              <p:nvPicPr>
                <p:cNvPr id="241680" name="Ink 241679">
                  <a:extLst>
                    <a:ext uri="{FF2B5EF4-FFF2-40B4-BE49-F238E27FC236}">
                      <a16:creationId xmlns:a16="http://schemas.microsoft.com/office/drawing/2014/main" id="{BF15A388-A1E1-61AF-B1C4-55785EFC0817}"/>
                    </a:ext>
                  </a:extLst>
                </p:cNvPr>
                <p:cNvPicPr/>
                <p:nvPr/>
              </p:nvPicPr>
              <p:blipFill>
                <a:blip r:embed="rId122"/>
                <a:stretch>
                  <a:fillRect/>
                </a:stretch>
              </p:blipFill>
              <p:spPr>
                <a:xfrm>
                  <a:off x="10055753" y="4095188"/>
                  <a:ext cx="12132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241681" name="Ink 241680">
                  <a:extLst>
                    <a:ext uri="{FF2B5EF4-FFF2-40B4-BE49-F238E27FC236}">
                      <a16:creationId xmlns:a16="http://schemas.microsoft.com/office/drawing/2014/main" id="{C2E7D96B-14DC-85F7-07CF-802CF6184669}"/>
                    </a:ext>
                  </a:extLst>
                </p14:cNvPr>
                <p14:cNvContentPartPr/>
                <p14:nvPr/>
              </p14:nvContentPartPr>
              <p14:xfrm>
                <a:off x="10288673" y="4184468"/>
                <a:ext cx="139680" cy="213840"/>
              </p14:xfrm>
            </p:contentPart>
          </mc:Choice>
          <mc:Fallback xmlns="">
            <p:pic>
              <p:nvPicPr>
                <p:cNvPr id="241681" name="Ink 241680">
                  <a:extLst>
                    <a:ext uri="{FF2B5EF4-FFF2-40B4-BE49-F238E27FC236}">
                      <a16:creationId xmlns:a16="http://schemas.microsoft.com/office/drawing/2014/main" id="{C2E7D96B-14DC-85F7-07CF-802CF6184669}"/>
                    </a:ext>
                  </a:extLst>
                </p:cNvPr>
                <p:cNvPicPr/>
                <p:nvPr/>
              </p:nvPicPr>
              <p:blipFill>
                <a:blip r:embed="rId124"/>
                <a:stretch>
                  <a:fillRect/>
                </a:stretch>
              </p:blipFill>
              <p:spPr>
                <a:xfrm>
                  <a:off x="10279673" y="4175468"/>
                  <a:ext cx="15732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241682" name="Ink 241681">
                  <a:extLst>
                    <a:ext uri="{FF2B5EF4-FFF2-40B4-BE49-F238E27FC236}">
                      <a16:creationId xmlns:a16="http://schemas.microsoft.com/office/drawing/2014/main" id="{ED9F7186-1937-C58A-6E3D-E56917DBEFC2}"/>
                    </a:ext>
                  </a:extLst>
                </p14:cNvPr>
                <p14:cNvContentPartPr/>
                <p14:nvPr/>
              </p14:nvContentPartPr>
              <p14:xfrm>
                <a:off x="10527713" y="4138028"/>
                <a:ext cx="122040" cy="26280"/>
              </p14:xfrm>
            </p:contentPart>
          </mc:Choice>
          <mc:Fallback xmlns="">
            <p:pic>
              <p:nvPicPr>
                <p:cNvPr id="241682" name="Ink 241681">
                  <a:extLst>
                    <a:ext uri="{FF2B5EF4-FFF2-40B4-BE49-F238E27FC236}">
                      <a16:creationId xmlns:a16="http://schemas.microsoft.com/office/drawing/2014/main" id="{ED9F7186-1937-C58A-6E3D-E56917DBEFC2}"/>
                    </a:ext>
                  </a:extLst>
                </p:cNvPr>
                <p:cNvPicPr/>
                <p:nvPr/>
              </p:nvPicPr>
              <p:blipFill>
                <a:blip r:embed="rId126"/>
                <a:stretch>
                  <a:fillRect/>
                </a:stretch>
              </p:blipFill>
              <p:spPr>
                <a:xfrm>
                  <a:off x="10519073" y="4129028"/>
                  <a:ext cx="13968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241683" name="Ink 241682">
                  <a:extLst>
                    <a:ext uri="{FF2B5EF4-FFF2-40B4-BE49-F238E27FC236}">
                      <a16:creationId xmlns:a16="http://schemas.microsoft.com/office/drawing/2014/main" id="{54EDC717-631E-1739-18E7-C2B66BEA37D1}"/>
                    </a:ext>
                  </a:extLst>
                </p14:cNvPr>
                <p14:cNvContentPartPr/>
                <p14:nvPr/>
              </p14:nvContentPartPr>
              <p14:xfrm>
                <a:off x="10683593" y="4082948"/>
                <a:ext cx="9720" cy="99720"/>
              </p14:xfrm>
            </p:contentPart>
          </mc:Choice>
          <mc:Fallback xmlns="">
            <p:pic>
              <p:nvPicPr>
                <p:cNvPr id="241683" name="Ink 241682">
                  <a:extLst>
                    <a:ext uri="{FF2B5EF4-FFF2-40B4-BE49-F238E27FC236}">
                      <a16:creationId xmlns:a16="http://schemas.microsoft.com/office/drawing/2014/main" id="{54EDC717-631E-1739-18E7-C2B66BEA37D1}"/>
                    </a:ext>
                  </a:extLst>
                </p:cNvPr>
                <p:cNvPicPr/>
                <p:nvPr/>
              </p:nvPicPr>
              <p:blipFill>
                <a:blip r:embed="rId128"/>
                <a:stretch>
                  <a:fillRect/>
                </a:stretch>
              </p:blipFill>
              <p:spPr>
                <a:xfrm>
                  <a:off x="10674593" y="4074308"/>
                  <a:ext cx="27360" cy="11736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241684" name="Ink 241683">
                  <a:extLst>
                    <a:ext uri="{FF2B5EF4-FFF2-40B4-BE49-F238E27FC236}">
                      <a16:creationId xmlns:a16="http://schemas.microsoft.com/office/drawing/2014/main" id="{007442A1-EBEE-17D5-9863-7A27477092DB}"/>
                    </a:ext>
                  </a:extLst>
                </p14:cNvPr>
                <p14:cNvContentPartPr/>
                <p14:nvPr/>
              </p14:nvContentPartPr>
              <p14:xfrm>
                <a:off x="10753793" y="4090508"/>
                <a:ext cx="148320" cy="358920"/>
              </p14:xfrm>
            </p:contentPart>
          </mc:Choice>
          <mc:Fallback xmlns="">
            <p:pic>
              <p:nvPicPr>
                <p:cNvPr id="241684" name="Ink 241683">
                  <a:extLst>
                    <a:ext uri="{FF2B5EF4-FFF2-40B4-BE49-F238E27FC236}">
                      <a16:creationId xmlns:a16="http://schemas.microsoft.com/office/drawing/2014/main" id="{007442A1-EBEE-17D5-9863-7A27477092DB}"/>
                    </a:ext>
                  </a:extLst>
                </p:cNvPr>
                <p:cNvPicPr/>
                <p:nvPr/>
              </p:nvPicPr>
              <p:blipFill>
                <a:blip r:embed="rId130"/>
                <a:stretch>
                  <a:fillRect/>
                </a:stretch>
              </p:blipFill>
              <p:spPr>
                <a:xfrm>
                  <a:off x="10745153" y="4081868"/>
                  <a:ext cx="165960" cy="376560"/>
                </a:xfrm>
                <a:prstGeom prst="rect">
                  <a:avLst/>
                </a:prstGeom>
              </p:spPr>
            </p:pic>
          </mc:Fallback>
        </mc:AlternateContent>
      </p:grpSp>
      <p:grpSp>
        <p:nvGrpSpPr>
          <p:cNvPr id="241693" name="Group 241692">
            <a:extLst>
              <a:ext uri="{FF2B5EF4-FFF2-40B4-BE49-F238E27FC236}">
                <a16:creationId xmlns:a16="http://schemas.microsoft.com/office/drawing/2014/main" id="{3568287E-06DB-A36B-29D3-8B7D670F043A}"/>
              </a:ext>
            </a:extLst>
          </p:cNvPr>
          <p:cNvGrpSpPr/>
          <p:nvPr/>
        </p:nvGrpSpPr>
        <p:grpSpPr>
          <a:xfrm>
            <a:off x="1232513" y="6223508"/>
            <a:ext cx="659520" cy="468360"/>
            <a:chOff x="1232513" y="6223508"/>
            <a:chExt cx="659520" cy="468360"/>
          </a:xfrm>
        </p:grpSpPr>
        <mc:AlternateContent xmlns:mc="http://schemas.openxmlformats.org/markup-compatibility/2006" xmlns:p14="http://schemas.microsoft.com/office/powerpoint/2010/main">
          <mc:Choice Requires="p14">
            <p:contentPart p14:bwMode="auto" r:id="rId131">
              <p14:nvContentPartPr>
                <p14:cNvPr id="241686" name="Ink 241685">
                  <a:extLst>
                    <a:ext uri="{FF2B5EF4-FFF2-40B4-BE49-F238E27FC236}">
                      <a16:creationId xmlns:a16="http://schemas.microsoft.com/office/drawing/2014/main" id="{12B4DBE5-A5B1-98B9-68D8-10DA0672EB8C}"/>
                    </a:ext>
                  </a:extLst>
                </p14:cNvPr>
                <p14:cNvContentPartPr/>
                <p14:nvPr/>
              </p14:nvContentPartPr>
              <p14:xfrm>
                <a:off x="1232513" y="6389468"/>
                <a:ext cx="158400" cy="209520"/>
              </p14:xfrm>
            </p:contentPart>
          </mc:Choice>
          <mc:Fallback xmlns="">
            <p:pic>
              <p:nvPicPr>
                <p:cNvPr id="241686" name="Ink 241685">
                  <a:extLst>
                    <a:ext uri="{FF2B5EF4-FFF2-40B4-BE49-F238E27FC236}">
                      <a16:creationId xmlns:a16="http://schemas.microsoft.com/office/drawing/2014/main" id="{12B4DBE5-A5B1-98B9-68D8-10DA0672EB8C}"/>
                    </a:ext>
                  </a:extLst>
                </p:cNvPr>
                <p:cNvPicPr/>
                <p:nvPr/>
              </p:nvPicPr>
              <p:blipFill>
                <a:blip r:embed="rId132"/>
                <a:stretch>
                  <a:fillRect/>
                </a:stretch>
              </p:blipFill>
              <p:spPr>
                <a:xfrm>
                  <a:off x="1223513" y="6380468"/>
                  <a:ext cx="17604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241687" name="Ink 241686">
                  <a:extLst>
                    <a:ext uri="{FF2B5EF4-FFF2-40B4-BE49-F238E27FC236}">
                      <a16:creationId xmlns:a16="http://schemas.microsoft.com/office/drawing/2014/main" id="{4C3EBF85-7220-4339-AA15-C37D4B70CF01}"/>
                    </a:ext>
                  </a:extLst>
                </p14:cNvPr>
                <p14:cNvContentPartPr/>
                <p14:nvPr/>
              </p14:nvContentPartPr>
              <p14:xfrm>
                <a:off x="1416473" y="6223508"/>
                <a:ext cx="22320" cy="109800"/>
              </p14:xfrm>
            </p:contentPart>
          </mc:Choice>
          <mc:Fallback xmlns="">
            <p:pic>
              <p:nvPicPr>
                <p:cNvPr id="241687" name="Ink 241686">
                  <a:extLst>
                    <a:ext uri="{FF2B5EF4-FFF2-40B4-BE49-F238E27FC236}">
                      <a16:creationId xmlns:a16="http://schemas.microsoft.com/office/drawing/2014/main" id="{4C3EBF85-7220-4339-AA15-C37D4B70CF01}"/>
                    </a:ext>
                  </a:extLst>
                </p:cNvPr>
                <p:cNvPicPr/>
                <p:nvPr/>
              </p:nvPicPr>
              <p:blipFill>
                <a:blip r:embed="rId134"/>
                <a:stretch>
                  <a:fillRect/>
                </a:stretch>
              </p:blipFill>
              <p:spPr>
                <a:xfrm>
                  <a:off x="1407473" y="6214868"/>
                  <a:ext cx="39960" cy="12744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241688" name="Ink 241687">
                  <a:extLst>
                    <a:ext uri="{FF2B5EF4-FFF2-40B4-BE49-F238E27FC236}">
                      <a16:creationId xmlns:a16="http://schemas.microsoft.com/office/drawing/2014/main" id="{D2C76DF8-AC24-69A2-1176-24F4EA2B901D}"/>
                    </a:ext>
                  </a:extLst>
                </p14:cNvPr>
                <p14:cNvContentPartPr/>
                <p14:nvPr/>
              </p14:nvContentPartPr>
              <p14:xfrm>
                <a:off x="1511513" y="6525188"/>
                <a:ext cx="83880" cy="166680"/>
              </p14:xfrm>
            </p:contentPart>
          </mc:Choice>
          <mc:Fallback xmlns="">
            <p:pic>
              <p:nvPicPr>
                <p:cNvPr id="241688" name="Ink 241687">
                  <a:extLst>
                    <a:ext uri="{FF2B5EF4-FFF2-40B4-BE49-F238E27FC236}">
                      <a16:creationId xmlns:a16="http://schemas.microsoft.com/office/drawing/2014/main" id="{D2C76DF8-AC24-69A2-1176-24F4EA2B901D}"/>
                    </a:ext>
                  </a:extLst>
                </p:cNvPr>
                <p:cNvPicPr/>
                <p:nvPr/>
              </p:nvPicPr>
              <p:blipFill>
                <a:blip r:embed="rId136"/>
                <a:stretch>
                  <a:fillRect/>
                </a:stretch>
              </p:blipFill>
              <p:spPr>
                <a:xfrm>
                  <a:off x="1502513" y="6516548"/>
                  <a:ext cx="10152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241689" name="Ink 241688">
                  <a:extLst>
                    <a:ext uri="{FF2B5EF4-FFF2-40B4-BE49-F238E27FC236}">
                      <a16:creationId xmlns:a16="http://schemas.microsoft.com/office/drawing/2014/main" id="{4C7B5801-28AD-C2E3-C62A-31F78B6FCFF2}"/>
                    </a:ext>
                  </a:extLst>
                </p14:cNvPr>
                <p14:cNvContentPartPr/>
                <p14:nvPr/>
              </p14:nvContentPartPr>
              <p14:xfrm>
                <a:off x="1743713" y="6432308"/>
                <a:ext cx="74880" cy="5400"/>
              </p14:xfrm>
            </p:contentPart>
          </mc:Choice>
          <mc:Fallback xmlns="">
            <p:pic>
              <p:nvPicPr>
                <p:cNvPr id="241689" name="Ink 241688">
                  <a:extLst>
                    <a:ext uri="{FF2B5EF4-FFF2-40B4-BE49-F238E27FC236}">
                      <a16:creationId xmlns:a16="http://schemas.microsoft.com/office/drawing/2014/main" id="{4C7B5801-28AD-C2E3-C62A-31F78B6FCFF2}"/>
                    </a:ext>
                  </a:extLst>
                </p:cNvPr>
                <p:cNvPicPr/>
                <p:nvPr/>
              </p:nvPicPr>
              <p:blipFill>
                <a:blip r:embed="rId138"/>
                <a:stretch>
                  <a:fillRect/>
                </a:stretch>
              </p:blipFill>
              <p:spPr>
                <a:xfrm>
                  <a:off x="1735073" y="6423668"/>
                  <a:ext cx="92520" cy="230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241690" name="Ink 241689">
                  <a:extLst>
                    <a:ext uri="{FF2B5EF4-FFF2-40B4-BE49-F238E27FC236}">
                      <a16:creationId xmlns:a16="http://schemas.microsoft.com/office/drawing/2014/main" id="{10108E3F-43BA-E807-E66E-D8819D4C3BC5}"/>
                    </a:ext>
                  </a:extLst>
                </p14:cNvPr>
                <p14:cNvContentPartPr/>
                <p14:nvPr/>
              </p14:nvContentPartPr>
              <p14:xfrm>
                <a:off x="1695473" y="6546068"/>
                <a:ext cx="196560" cy="30600"/>
              </p14:xfrm>
            </p:contentPart>
          </mc:Choice>
          <mc:Fallback xmlns="">
            <p:pic>
              <p:nvPicPr>
                <p:cNvPr id="241690" name="Ink 241689">
                  <a:extLst>
                    <a:ext uri="{FF2B5EF4-FFF2-40B4-BE49-F238E27FC236}">
                      <a16:creationId xmlns:a16="http://schemas.microsoft.com/office/drawing/2014/main" id="{10108E3F-43BA-E807-E66E-D8819D4C3BC5}"/>
                    </a:ext>
                  </a:extLst>
                </p:cNvPr>
                <p:cNvPicPr/>
                <p:nvPr/>
              </p:nvPicPr>
              <p:blipFill>
                <a:blip r:embed="rId140"/>
                <a:stretch>
                  <a:fillRect/>
                </a:stretch>
              </p:blipFill>
              <p:spPr>
                <a:xfrm>
                  <a:off x="1686473" y="6537068"/>
                  <a:ext cx="21420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141">
              <p14:nvContentPartPr>
                <p14:cNvPr id="241692" name="Ink 241691">
                  <a:extLst>
                    <a:ext uri="{FF2B5EF4-FFF2-40B4-BE49-F238E27FC236}">
                      <a16:creationId xmlns:a16="http://schemas.microsoft.com/office/drawing/2014/main" id="{330EEFD6-5CDD-C9B6-A73D-C32C69F70A2B}"/>
                    </a:ext>
                  </a:extLst>
                </p14:cNvPr>
                <p14:cNvContentPartPr/>
                <p14:nvPr/>
              </p14:nvContentPartPr>
              <p14:xfrm>
                <a:off x="1668833" y="6417908"/>
                <a:ext cx="163800" cy="27720"/>
              </p14:xfrm>
            </p:contentPart>
          </mc:Choice>
          <mc:Fallback xmlns="">
            <p:pic>
              <p:nvPicPr>
                <p:cNvPr id="241692" name="Ink 241691">
                  <a:extLst>
                    <a:ext uri="{FF2B5EF4-FFF2-40B4-BE49-F238E27FC236}">
                      <a16:creationId xmlns:a16="http://schemas.microsoft.com/office/drawing/2014/main" id="{330EEFD6-5CDD-C9B6-A73D-C32C69F70A2B}"/>
                    </a:ext>
                  </a:extLst>
                </p:cNvPr>
                <p:cNvPicPr/>
                <p:nvPr/>
              </p:nvPicPr>
              <p:blipFill>
                <a:blip r:embed="rId142"/>
                <a:stretch>
                  <a:fillRect/>
                </a:stretch>
              </p:blipFill>
              <p:spPr>
                <a:xfrm>
                  <a:off x="1659833" y="6409268"/>
                  <a:ext cx="181440" cy="45360"/>
                </a:xfrm>
                <a:prstGeom prst="rect">
                  <a:avLst/>
                </a:prstGeom>
              </p:spPr>
            </p:pic>
          </mc:Fallback>
        </mc:AlternateContent>
      </p:grpSp>
      <p:grpSp>
        <p:nvGrpSpPr>
          <p:cNvPr id="241705" name="Group 241704">
            <a:extLst>
              <a:ext uri="{FF2B5EF4-FFF2-40B4-BE49-F238E27FC236}">
                <a16:creationId xmlns:a16="http://schemas.microsoft.com/office/drawing/2014/main" id="{A790A31B-E087-AE25-2B20-315138FE7DE1}"/>
              </a:ext>
            </a:extLst>
          </p:cNvPr>
          <p:cNvGrpSpPr/>
          <p:nvPr/>
        </p:nvGrpSpPr>
        <p:grpSpPr>
          <a:xfrm>
            <a:off x="2042153" y="6216308"/>
            <a:ext cx="1461600" cy="480600"/>
            <a:chOff x="2042153" y="6216308"/>
            <a:chExt cx="1461600" cy="480600"/>
          </a:xfrm>
        </p:grpSpPr>
        <mc:AlternateContent xmlns:mc="http://schemas.openxmlformats.org/markup-compatibility/2006" xmlns:p14="http://schemas.microsoft.com/office/powerpoint/2010/main">
          <mc:Choice Requires="p14">
            <p:contentPart p14:bwMode="auto" r:id="rId143">
              <p14:nvContentPartPr>
                <p14:cNvPr id="241694" name="Ink 241693">
                  <a:extLst>
                    <a:ext uri="{FF2B5EF4-FFF2-40B4-BE49-F238E27FC236}">
                      <a16:creationId xmlns:a16="http://schemas.microsoft.com/office/drawing/2014/main" id="{AC1F2B3A-65F2-C5EC-BD5A-33E7C513D91D}"/>
                    </a:ext>
                  </a:extLst>
                </p14:cNvPr>
                <p14:cNvContentPartPr/>
                <p14:nvPr/>
              </p14:nvContentPartPr>
              <p14:xfrm>
                <a:off x="2042153" y="6407108"/>
                <a:ext cx="132840" cy="234360"/>
              </p14:xfrm>
            </p:contentPart>
          </mc:Choice>
          <mc:Fallback xmlns="">
            <p:pic>
              <p:nvPicPr>
                <p:cNvPr id="241694" name="Ink 241693">
                  <a:extLst>
                    <a:ext uri="{FF2B5EF4-FFF2-40B4-BE49-F238E27FC236}">
                      <a16:creationId xmlns:a16="http://schemas.microsoft.com/office/drawing/2014/main" id="{AC1F2B3A-65F2-C5EC-BD5A-33E7C513D91D}"/>
                    </a:ext>
                  </a:extLst>
                </p:cNvPr>
                <p:cNvPicPr/>
                <p:nvPr/>
              </p:nvPicPr>
              <p:blipFill>
                <a:blip r:embed="rId144"/>
                <a:stretch>
                  <a:fillRect/>
                </a:stretch>
              </p:blipFill>
              <p:spPr>
                <a:xfrm>
                  <a:off x="2033153" y="6398108"/>
                  <a:ext cx="1504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241695" name="Ink 241694">
                  <a:extLst>
                    <a:ext uri="{FF2B5EF4-FFF2-40B4-BE49-F238E27FC236}">
                      <a16:creationId xmlns:a16="http://schemas.microsoft.com/office/drawing/2014/main" id="{DB5BACAE-FDBB-7C34-AD74-B16D17063B2B}"/>
                    </a:ext>
                  </a:extLst>
                </p14:cNvPr>
                <p14:cNvContentPartPr/>
                <p14:nvPr/>
              </p14:nvContentPartPr>
              <p14:xfrm>
                <a:off x="2154473" y="6216308"/>
                <a:ext cx="13680" cy="74880"/>
              </p14:xfrm>
            </p:contentPart>
          </mc:Choice>
          <mc:Fallback xmlns="">
            <p:pic>
              <p:nvPicPr>
                <p:cNvPr id="241695" name="Ink 241694">
                  <a:extLst>
                    <a:ext uri="{FF2B5EF4-FFF2-40B4-BE49-F238E27FC236}">
                      <a16:creationId xmlns:a16="http://schemas.microsoft.com/office/drawing/2014/main" id="{DB5BACAE-FDBB-7C34-AD74-B16D17063B2B}"/>
                    </a:ext>
                  </a:extLst>
                </p:cNvPr>
                <p:cNvPicPr/>
                <p:nvPr/>
              </p:nvPicPr>
              <p:blipFill>
                <a:blip r:embed="rId146"/>
                <a:stretch>
                  <a:fillRect/>
                </a:stretch>
              </p:blipFill>
              <p:spPr>
                <a:xfrm>
                  <a:off x="2145833" y="6207308"/>
                  <a:ext cx="3132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241696" name="Ink 241695">
                  <a:extLst>
                    <a:ext uri="{FF2B5EF4-FFF2-40B4-BE49-F238E27FC236}">
                      <a16:creationId xmlns:a16="http://schemas.microsoft.com/office/drawing/2014/main" id="{5485FA01-4CB4-1EFD-77E2-43A4DF5398B9}"/>
                    </a:ext>
                  </a:extLst>
                </p14:cNvPr>
                <p14:cNvContentPartPr/>
                <p14:nvPr/>
              </p14:nvContentPartPr>
              <p14:xfrm>
                <a:off x="2246273" y="6496028"/>
                <a:ext cx="80640" cy="173160"/>
              </p14:xfrm>
            </p:contentPart>
          </mc:Choice>
          <mc:Fallback xmlns="">
            <p:pic>
              <p:nvPicPr>
                <p:cNvPr id="241696" name="Ink 241695">
                  <a:extLst>
                    <a:ext uri="{FF2B5EF4-FFF2-40B4-BE49-F238E27FC236}">
                      <a16:creationId xmlns:a16="http://schemas.microsoft.com/office/drawing/2014/main" id="{5485FA01-4CB4-1EFD-77E2-43A4DF5398B9}"/>
                    </a:ext>
                  </a:extLst>
                </p:cNvPr>
                <p:cNvPicPr/>
                <p:nvPr/>
              </p:nvPicPr>
              <p:blipFill>
                <a:blip r:embed="rId148"/>
                <a:stretch>
                  <a:fillRect/>
                </a:stretch>
              </p:blipFill>
              <p:spPr>
                <a:xfrm>
                  <a:off x="2237273" y="6487028"/>
                  <a:ext cx="9828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241697" name="Ink 241696">
                  <a:extLst>
                    <a:ext uri="{FF2B5EF4-FFF2-40B4-BE49-F238E27FC236}">
                      <a16:creationId xmlns:a16="http://schemas.microsoft.com/office/drawing/2014/main" id="{BC13E6DC-E438-9A52-3689-C098DC8AD768}"/>
                    </a:ext>
                  </a:extLst>
                </p14:cNvPr>
                <p14:cNvContentPartPr/>
                <p14:nvPr/>
              </p14:nvContentPartPr>
              <p14:xfrm>
                <a:off x="2452193" y="6287228"/>
                <a:ext cx="48600" cy="327240"/>
              </p14:xfrm>
            </p:contentPart>
          </mc:Choice>
          <mc:Fallback xmlns="">
            <p:pic>
              <p:nvPicPr>
                <p:cNvPr id="241697" name="Ink 241696">
                  <a:extLst>
                    <a:ext uri="{FF2B5EF4-FFF2-40B4-BE49-F238E27FC236}">
                      <a16:creationId xmlns:a16="http://schemas.microsoft.com/office/drawing/2014/main" id="{BC13E6DC-E438-9A52-3689-C098DC8AD768}"/>
                    </a:ext>
                  </a:extLst>
                </p:cNvPr>
                <p:cNvPicPr/>
                <p:nvPr/>
              </p:nvPicPr>
              <p:blipFill>
                <a:blip r:embed="rId150"/>
                <a:stretch>
                  <a:fillRect/>
                </a:stretch>
              </p:blipFill>
              <p:spPr>
                <a:xfrm>
                  <a:off x="2443193" y="6278228"/>
                  <a:ext cx="66240" cy="3448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241698" name="Ink 241697">
                  <a:extLst>
                    <a:ext uri="{FF2B5EF4-FFF2-40B4-BE49-F238E27FC236}">
                      <a16:creationId xmlns:a16="http://schemas.microsoft.com/office/drawing/2014/main" id="{018738C9-3937-B4C6-2F08-2338980D4DDB}"/>
                    </a:ext>
                  </a:extLst>
                </p14:cNvPr>
                <p14:cNvContentPartPr/>
                <p14:nvPr/>
              </p14:nvContentPartPr>
              <p14:xfrm>
                <a:off x="2570273" y="6415028"/>
                <a:ext cx="67680" cy="192240"/>
              </p14:xfrm>
            </p:contentPart>
          </mc:Choice>
          <mc:Fallback xmlns="">
            <p:pic>
              <p:nvPicPr>
                <p:cNvPr id="241698" name="Ink 241697">
                  <a:extLst>
                    <a:ext uri="{FF2B5EF4-FFF2-40B4-BE49-F238E27FC236}">
                      <a16:creationId xmlns:a16="http://schemas.microsoft.com/office/drawing/2014/main" id="{018738C9-3937-B4C6-2F08-2338980D4DDB}"/>
                    </a:ext>
                  </a:extLst>
                </p:cNvPr>
                <p:cNvPicPr/>
                <p:nvPr/>
              </p:nvPicPr>
              <p:blipFill>
                <a:blip r:embed="rId152"/>
                <a:stretch>
                  <a:fillRect/>
                </a:stretch>
              </p:blipFill>
              <p:spPr>
                <a:xfrm>
                  <a:off x="2561273" y="6406388"/>
                  <a:ext cx="8532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241699" name="Ink 241698">
                  <a:extLst>
                    <a:ext uri="{FF2B5EF4-FFF2-40B4-BE49-F238E27FC236}">
                      <a16:creationId xmlns:a16="http://schemas.microsoft.com/office/drawing/2014/main" id="{AF93CF85-7A2B-8A64-33B8-54BF3B909695}"/>
                    </a:ext>
                  </a:extLst>
                </p14:cNvPr>
                <p14:cNvContentPartPr/>
                <p14:nvPr/>
              </p14:nvContentPartPr>
              <p14:xfrm>
                <a:off x="2712113" y="6536348"/>
                <a:ext cx="31680" cy="13680"/>
              </p14:xfrm>
            </p:contentPart>
          </mc:Choice>
          <mc:Fallback xmlns="">
            <p:pic>
              <p:nvPicPr>
                <p:cNvPr id="241699" name="Ink 241698">
                  <a:extLst>
                    <a:ext uri="{FF2B5EF4-FFF2-40B4-BE49-F238E27FC236}">
                      <a16:creationId xmlns:a16="http://schemas.microsoft.com/office/drawing/2014/main" id="{AF93CF85-7A2B-8A64-33B8-54BF3B909695}"/>
                    </a:ext>
                  </a:extLst>
                </p:cNvPr>
                <p:cNvPicPr/>
                <p:nvPr/>
              </p:nvPicPr>
              <p:blipFill>
                <a:blip r:embed="rId154"/>
                <a:stretch>
                  <a:fillRect/>
                </a:stretch>
              </p:blipFill>
              <p:spPr>
                <a:xfrm>
                  <a:off x="2703473" y="6527348"/>
                  <a:ext cx="49320" cy="313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241700" name="Ink 241699">
                  <a:extLst>
                    <a:ext uri="{FF2B5EF4-FFF2-40B4-BE49-F238E27FC236}">
                      <a16:creationId xmlns:a16="http://schemas.microsoft.com/office/drawing/2014/main" id="{92123669-1695-70C7-2956-2809E9C4C642}"/>
                    </a:ext>
                  </a:extLst>
                </p14:cNvPr>
                <p14:cNvContentPartPr/>
                <p14:nvPr/>
              </p14:nvContentPartPr>
              <p14:xfrm>
                <a:off x="2787713" y="6405308"/>
                <a:ext cx="232560" cy="272520"/>
              </p14:xfrm>
            </p:contentPart>
          </mc:Choice>
          <mc:Fallback xmlns="">
            <p:pic>
              <p:nvPicPr>
                <p:cNvPr id="241700" name="Ink 241699">
                  <a:extLst>
                    <a:ext uri="{FF2B5EF4-FFF2-40B4-BE49-F238E27FC236}">
                      <a16:creationId xmlns:a16="http://schemas.microsoft.com/office/drawing/2014/main" id="{92123669-1695-70C7-2956-2809E9C4C642}"/>
                    </a:ext>
                  </a:extLst>
                </p:cNvPr>
                <p:cNvPicPr/>
                <p:nvPr/>
              </p:nvPicPr>
              <p:blipFill>
                <a:blip r:embed="rId156"/>
                <a:stretch>
                  <a:fillRect/>
                </a:stretch>
              </p:blipFill>
              <p:spPr>
                <a:xfrm>
                  <a:off x="2778713" y="6396668"/>
                  <a:ext cx="2502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241701" name="Ink 241700">
                  <a:extLst>
                    <a:ext uri="{FF2B5EF4-FFF2-40B4-BE49-F238E27FC236}">
                      <a16:creationId xmlns:a16="http://schemas.microsoft.com/office/drawing/2014/main" id="{54EB8063-654D-01E1-FA3D-FF424A329BB2}"/>
                    </a:ext>
                  </a:extLst>
                </p14:cNvPr>
                <p14:cNvContentPartPr/>
                <p14:nvPr/>
              </p14:nvContentPartPr>
              <p14:xfrm>
                <a:off x="2991113" y="6376508"/>
                <a:ext cx="77040" cy="38880"/>
              </p14:xfrm>
            </p:contentPart>
          </mc:Choice>
          <mc:Fallback xmlns="">
            <p:pic>
              <p:nvPicPr>
                <p:cNvPr id="241701" name="Ink 241700">
                  <a:extLst>
                    <a:ext uri="{FF2B5EF4-FFF2-40B4-BE49-F238E27FC236}">
                      <a16:creationId xmlns:a16="http://schemas.microsoft.com/office/drawing/2014/main" id="{54EB8063-654D-01E1-FA3D-FF424A329BB2}"/>
                    </a:ext>
                  </a:extLst>
                </p:cNvPr>
                <p:cNvPicPr/>
                <p:nvPr/>
              </p:nvPicPr>
              <p:blipFill>
                <a:blip r:embed="rId158"/>
                <a:stretch>
                  <a:fillRect/>
                </a:stretch>
              </p:blipFill>
              <p:spPr>
                <a:xfrm>
                  <a:off x="2982473" y="6367868"/>
                  <a:ext cx="9468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241702" name="Ink 241701">
                  <a:extLst>
                    <a:ext uri="{FF2B5EF4-FFF2-40B4-BE49-F238E27FC236}">
                      <a16:creationId xmlns:a16="http://schemas.microsoft.com/office/drawing/2014/main" id="{90C41D26-10BB-8C99-F933-6DBB4E51AAB4}"/>
                    </a:ext>
                  </a:extLst>
                </p14:cNvPr>
                <p14:cNvContentPartPr/>
                <p14:nvPr/>
              </p14:nvContentPartPr>
              <p14:xfrm>
                <a:off x="3183353" y="6272828"/>
                <a:ext cx="69120" cy="336960"/>
              </p14:xfrm>
            </p:contentPart>
          </mc:Choice>
          <mc:Fallback xmlns="">
            <p:pic>
              <p:nvPicPr>
                <p:cNvPr id="241702" name="Ink 241701">
                  <a:extLst>
                    <a:ext uri="{FF2B5EF4-FFF2-40B4-BE49-F238E27FC236}">
                      <a16:creationId xmlns:a16="http://schemas.microsoft.com/office/drawing/2014/main" id="{90C41D26-10BB-8C99-F933-6DBB4E51AAB4}"/>
                    </a:ext>
                  </a:extLst>
                </p:cNvPr>
                <p:cNvPicPr/>
                <p:nvPr/>
              </p:nvPicPr>
              <p:blipFill>
                <a:blip r:embed="rId160"/>
                <a:stretch>
                  <a:fillRect/>
                </a:stretch>
              </p:blipFill>
              <p:spPr>
                <a:xfrm>
                  <a:off x="3174353" y="6263828"/>
                  <a:ext cx="8676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241704" name="Ink 241703">
                  <a:extLst>
                    <a:ext uri="{FF2B5EF4-FFF2-40B4-BE49-F238E27FC236}">
                      <a16:creationId xmlns:a16="http://schemas.microsoft.com/office/drawing/2014/main" id="{B3E620DE-2FBE-5526-0EB4-8E1131A46636}"/>
                    </a:ext>
                  </a:extLst>
                </p14:cNvPr>
                <p14:cNvContentPartPr/>
                <p14:nvPr/>
              </p14:nvContentPartPr>
              <p14:xfrm>
                <a:off x="3316913" y="6440588"/>
                <a:ext cx="186840" cy="256320"/>
              </p14:xfrm>
            </p:contentPart>
          </mc:Choice>
          <mc:Fallback xmlns="">
            <p:pic>
              <p:nvPicPr>
                <p:cNvPr id="241704" name="Ink 241703">
                  <a:extLst>
                    <a:ext uri="{FF2B5EF4-FFF2-40B4-BE49-F238E27FC236}">
                      <a16:creationId xmlns:a16="http://schemas.microsoft.com/office/drawing/2014/main" id="{B3E620DE-2FBE-5526-0EB4-8E1131A46636}"/>
                    </a:ext>
                  </a:extLst>
                </p:cNvPr>
                <p:cNvPicPr/>
                <p:nvPr/>
              </p:nvPicPr>
              <p:blipFill>
                <a:blip r:embed="rId162"/>
                <a:stretch>
                  <a:fillRect/>
                </a:stretch>
              </p:blipFill>
              <p:spPr>
                <a:xfrm>
                  <a:off x="3308273" y="6431948"/>
                  <a:ext cx="204480" cy="273960"/>
                </a:xfrm>
                <a:prstGeom prst="rect">
                  <a:avLst/>
                </a:prstGeom>
              </p:spPr>
            </p:pic>
          </mc:Fallback>
        </mc:AlternateContent>
      </p:grpSp>
      <p:grpSp>
        <p:nvGrpSpPr>
          <p:cNvPr id="241721" name="Group 241720">
            <a:extLst>
              <a:ext uri="{FF2B5EF4-FFF2-40B4-BE49-F238E27FC236}">
                <a16:creationId xmlns:a16="http://schemas.microsoft.com/office/drawing/2014/main" id="{35B93B7E-031A-D329-ED4D-64B85FBF8ABA}"/>
              </a:ext>
            </a:extLst>
          </p:cNvPr>
          <p:cNvGrpSpPr/>
          <p:nvPr/>
        </p:nvGrpSpPr>
        <p:grpSpPr>
          <a:xfrm>
            <a:off x="3454433" y="6190748"/>
            <a:ext cx="1909440" cy="323280"/>
            <a:chOff x="3454433" y="6190748"/>
            <a:chExt cx="1909440" cy="323280"/>
          </a:xfrm>
        </p:grpSpPr>
        <mc:AlternateContent xmlns:mc="http://schemas.openxmlformats.org/markup-compatibility/2006" xmlns:p14="http://schemas.microsoft.com/office/powerpoint/2010/main">
          <mc:Choice Requires="p14">
            <p:contentPart p14:bwMode="auto" r:id="rId163">
              <p14:nvContentPartPr>
                <p14:cNvPr id="241706" name="Ink 241705">
                  <a:extLst>
                    <a:ext uri="{FF2B5EF4-FFF2-40B4-BE49-F238E27FC236}">
                      <a16:creationId xmlns:a16="http://schemas.microsoft.com/office/drawing/2014/main" id="{7C13E90E-9916-AA45-C705-EC4F3B4BBC67}"/>
                    </a:ext>
                  </a:extLst>
                </p14:cNvPr>
                <p14:cNvContentPartPr/>
                <p14:nvPr/>
              </p14:nvContentPartPr>
              <p14:xfrm>
                <a:off x="3454433" y="6277508"/>
                <a:ext cx="164160" cy="14040"/>
              </p14:xfrm>
            </p:contentPart>
          </mc:Choice>
          <mc:Fallback xmlns="">
            <p:pic>
              <p:nvPicPr>
                <p:cNvPr id="241706" name="Ink 241705">
                  <a:extLst>
                    <a:ext uri="{FF2B5EF4-FFF2-40B4-BE49-F238E27FC236}">
                      <a16:creationId xmlns:a16="http://schemas.microsoft.com/office/drawing/2014/main" id="{7C13E90E-9916-AA45-C705-EC4F3B4BBC67}"/>
                    </a:ext>
                  </a:extLst>
                </p:cNvPr>
                <p:cNvPicPr/>
                <p:nvPr/>
              </p:nvPicPr>
              <p:blipFill>
                <a:blip r:embed="rId164"/>
                <a:stretch>
                  <a:fillRect/>
                </a:stretch>
              </p:blipFill>
              <p:spPr>
                <a:xfrm>
                  <a:off x="3445433" y="6268508"/>
                  <a:ext cx="18180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241707" name="Ink 241706">
                  <a:extLst>
                    <a:ext uri="{FF2B5EF4-FFF2-40B4-BE49-F238E27FC236}">
                      <a16:creationId xmlns:a16="http://schemas.microsoft.com/office/drawing/2014/main" id="{AAD09821-F916-62C5-B1F2-F4E07D6A1942}"/>
                    </a:ext>
                  </a:extLst>
                </p14:cNvPr>
                <p14:cNvContentPartPr/>
                <p14:nvPr/>
              </p14:nvContentPartPr>
              <p14:xfrm>
                <a:off x="3722993" y="6190748"/>
                <a:ext cx="55080" cy="257400"/>
              </p14:xfrm>
            </p:contentPart>
          </mc:Choice>
          <mc:Fallback xmlns="">
            <p:pic>
              <p:nvPicPr>
                <p:cNvPr id="241707" name="Ink 241706">
                  <a:extLst>
                    <a:ext uri="{FF2B5EF4-FFF2-40B4-BE49-F238E27FC236}">
                      <a16:creationId xmlns:a16="http://schemas.microsoft.com/office/drawing/2014/main" id="{AAD09821-F916-62C5-B1F2-F4E07D6A1942}"/>
                    </a:ext>
                  </a:extLst>
                </p:cNvPr>
                <p:cNvPicPr/>
                <p:nvPr/>
              </p:nvPicPr>
              <p:blipFill>
                <a:blip r:embed="rId166"/>
                <a:stretch>
                  <a:fillRect/>
                </a:stretch>
              </p:blipFill>
              <p:spPr>
                <a:xfrm>
                  <a:off x="3714353" y="6182108"/>
                  <a:ext cx="72720" cy="27504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241708" name="Ink 241707">
                  <a:extLst>
                    <a:ext uri="{FF2B5EF4-FFF2-40B4-BE49-F238E27FC236}">
                      <a16:creationId xmlns:a16="http://schemas.microsoft.com/office/drawing/2014/main" id="{442246FF-F6BA-8E88-ACD6-E344FD59B10A}"/>
                    </a:ext>
                  </a:extLst>
                </p14:cNvPr>
                <p14:cNvContentPartPr/>
                <p14:nvPr/>
              </p14:nvContentPartPr>
              <p14:xfrm>
                <a:off x="3875633" y="6215588"/>
                <a:ext cx="50760" cy="265680"/>
              </p14:xfrm>
            </p:contentPart>
          </mc:Choice>
          <mc:Fallback xmlns="">
            <p:pic>
              <p:nvPicPr>
                <p:cNvPr id="241708" name="Ink 241707">
                  <a:extLst>
                    <a:ext uri="{FF2B5EF4-FFF2-40B4-BE49-F238E27FC236}">
                      <a16:creationId xmlns:a16="http://schemas.microsoft.com/office/drawing/2014/main" id="{442246FF-F6BA-8E88-ACD6-E344FD59B10A}"/>
                    </a:ext>
                  </a:extLst>
                </p:cNvPr>
                <p:cNvPicPr/>
                <p:nvPr/>
              </p:nvPicPr>
              <p:blipFill>
                <a:blip r:embed="rId168"/>
                <a:stretch>
                  <a:fillRect/>
                </a:stretch>
              </p:blipFill>
              <p:spPr>
                <a:xfrm>
                  <a:off x="3866633" y="6206948"/>
                  <a:ext cx="6840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241709" name="Ink 241708">
                  <a:extLst>
                    <a:ext uri="{FF2B5EF4-FFF2-40B4-BE49-F238E27FC236}">
                      <a16:creationId xmlns:a16="http://schemas.microsoft.com/office/drawing/2014/main" id="{34097DA2-8365-3C9E-31B4-BC1539C71BA5}"/>
                    </a:ext>
                  </a:extLst>
                </p14:cNvPr>
                <p14:cNvContentPartPr/>
                <p14:nvPr/>
              </p14:nvContentPartPr>
              <p14:xfrm>
                <a:off x="3792833" y="6332588"/>
                <a:ext cx="151200" cy="18000"/>
              </p14:xfrm>
            </p:contentPart>
          </mc:Choice>
          <mc:Fallback xmlns="">
            <p:pic>
              <p:nvPicPr>
                <p:cNvPr id="241709" name="Ink 241708">
                  <a:extLst>
                    <a:ext uri="{FF2B5EF4-FFF2-40B4-BE49-F238E27FC236}">
                      <a16:creationId xmlns:a16="http://schemas.microsoft.com/office/drawing/2014/main" id="{34097DA2-8365-3C9E-31B4-BC1539C71BA5}"/>
                    </a:ext>
                  </a:extLst>
                </p:cNvPr>
                <p:cNvPicPr/>
                <p:nvPr/>
              </p:nvPicPr>
              <p:blipFill>
                <a:blip r:embed="rId170"/>
                <a:stretch>
                  <a:fillRect/>
                </a:stretch>
              </p:blipFill>
              <p:spPr>
                <a:xfrm>
                  <a:off x="3784193" y="6323948"/>
                  <a:ext cx="168840" cy="3564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241710" name="Ink 241709">
                  <a:extLst>
                    <a:ext uri="{FF2B5EF4-FFF2-40B4-BE49-F238E27FC236}">
                      <a16:creationId xmlns:a16="http://schemas.microsoft.com/office/drawing/2014/main" id="{450820EA-D4BD-9043-600A-5B4569A4100C}"/>
                    </a:ext>
                  </a:extLst>
                </p14:cNvPr>
                <p14:cNvContentPartPr/>
                <p14:nvPr/>
              </p14:nvContentPartPr>
              <p14:xfrm>
                <a:off x="4022873" y="6348788"/>
                <a:ext cx="137160" cy="36720"/>
              </p14:xfrm>
            </p:contentPart>
          </mc:Choice>
          <mc:Fallback xmlns="">
            <p:pic>
              <p:nvPicPr>
                <p:cNvPr id="241710" name="Ink 241709">
                  <a:extLst>
                    <a:ext uri="{FF2B5EF4-FFF2-40B4-BE49-F238E27FC236}">
                      <a16:creationId xmlns:a16="http://schemas.microsoft.com/office/drawing/2014/main" id="{450820EA-D4BD-9043-600A-5B4569A4100C}"/>
                    </a:ext>
                  </a:extLst>
                </p:cNvPr>
                <p:cNvPicPr/>
                <p:nvPr/>
              </p:nvPicPr>
              <p:blipFill>
                <a:blip r:embed="rId172"/>
                <a:stretch>
                  <a:fillRect/>
                </a:stretch>
              </p:blipFill>
              <p:spPr>
                <a:xfrm>
                  <a:off x="4014233" y="6340148"/>
                  <a:ext cx="1548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41711" name="Ink 241710">
                  <a:extLst>
                    <a:ext uri="{FF2B5EF4-FFF2-40B4-BE49-F238E27FC236}">
                      <a16:creationId xmlns:a16="http://schemas.microsoft.com/office/drawing/2014/main" id="{689095DF-7655-ADE3-175F-0A4F65AFF1AA}"/>
                    </a:ext>
                  </a:extLst>
                </p14:cNvPr>
                <p14:cNvContentPartPr/>
                <p14:nvPr/>
              </p14:nvContentPartPr>
              <p14:xfrm>
                <a:off x="4232753" y="6326468"/>
                <a:ext cx="47880" cy="96120"/>
              </p14:xfrm>
            </p:contentPart>
          </mc:Choice>
          <mc:Fallback xmlns="">
            <p:pic>
              <p:nvPicPr>
                <p:cNvPr id="241711" name="Ink 241710">
                  <a:extLst>
                    <a:ext uri="{FF2B5EF4-FFF2-40B4-BE49-F238E27FC236}">
                      <a16:creationId xmlns:a16="http://schemas.microsoft.com/office/drawing/2014/main" id="{689095DF-7655-ADE3-175F-0A4F65AFF1AA}"/>
                    </a:ext>
                  </a:extLst>
                </p:cNvPr>
                <p:cNvPicPr/>
                <p:nvPr/>
              </p:nvPicPr>
              <p:blipFill>
                <a:blip r:embed="rId174"/>
                <a:stretch>
                  <a:fillRect/>
                </a:stretch>
              </p:blipFill>
              <p:spPr>
                <a:xfrm>
                  <a:off x="4224113" y="6317468"/>
                  <a:ext cx="6552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241712" name="Ink 241711">
                  <a:extLst>
                    <a:ext uri="{FF2B5EF4-FFF2-40B4-BE49-F238E27FC236}">
                      <a16:creationId xmlns:a16="http://schemas.microsoft.com/office/drawing/2014/main" id="{9F5173B0-A4BB-08E9-C6D2-F82BC33B2601}"/>
                    </a:ext>
                  </a:extLst>
                </p14:cNvPr>
                <p14:cNvContentPartPr/>
                <p14:nvPr/>
              </p14:nvContentPartPr>
              <p14:xfrm>
                <a:off x="4356233" y="6385868"/>
                <a:ext cx="25200" cy="33120"/>
              </p14:xfrm>
            </p:contentPart>
          </mc:Choice>
          <mc:Fallback xmlns="">
            <p:pic>
              <p:nvPicPr>
                <p:cNvPr id="241712" name="Ink 241711">
                  <a:extLst>
                    <a:ext uri="{FF2B5EF4-FFF2-40B4-BE49-F238E27FC236}">
                      <a16:creationId xmlns:a16="http://schemas.microsoft.com/office/drawing/2014/main" id="{9F5173B0-A4BB-08E9-C6D2-F82BC33B2601}"/>
                    </a:ext>
                  </a:extLst>
                </p:cNvPr>
                <p:cNvPicPr/>
                <p:nvPr/>
              </p:nvPicPr>
              <p:blipFill>
                <a:blip r:embed="rId176"/>
                <a:stretch>
                  <a:fillRect/>
                </a:stretch>
              </p:blipFill>
              <p:spPr>
                <a:xfrm>
                  <a:off x="4347233" y="6376868"/>
                  <a:ext cx="4284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241713" name="Ink 241712">
                  <a:extLst>
                    <a:ext uri="{FF2B5EF4-FFF2-40B4-BE49-F238E27FC236}">
                      <a16:creationId xmlns:a16="http://schemas.microsoft.com/office/drawing/2014/main" id="{E170731C-F8B0-6B66-D138-CF64288D5BA0}"/>
                    </a:ext>
                  </a:extLst>
                </p14:cNvPr>
                <p14:cNvContentPartPr/>
                <p14:nvPr/>
              </p14:nvContentPartPr>
              <p14:xfrm>
                <a:off x="4440833" y="6272828"/>
                <a:ext cx="224640" cy="172080"/>
              </p14:xfrm>
            </p:contentPart>
          </mc:Choice>
          <mc:Fallback xmlns="">
            <p:pic>
              <p:nvPicPr>
                <p:cNvPr id="241713" name="Ink 241712">
                  <a:extLst>
                    <a:ext uri="{FF2B5EF4-FFF2-40B4-BE49-F238E27FC236}">
                      <a16:creationId xmlns:a16="http://schemas.microsoft.com/office/drawing/2014/main" id="{E170731C-F8B0-6B66-D138-CF64288D5BA0}"/>
                    </a:ext>
                  </a:extLst>
                </p:cNvPr>
                <p:cNvPicPr/>
                <p:nvPr/>
              </p:nvPicPr>
              <p:blipFill>
                <a:blip r:embed="rId178"/>
                <a:stretch>
                  <a:fillRect/>
                </a:stretch>
              </p:blipFill>
              <p:spPr>
                <a:xfrm>
                  <a:off x="4432193" y="6263828"/>
                  <a:ext cx="24228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241714" name="Ink 241713">
                  <a:extLst>
                    <a:ext uri="{FF2B5EF4-FFF2-40B4-BE49-F238E27FC236}">
                      <a16:creationId xmlns:a16="http://schemas.microsoft.com/office/drawing/2014/main" id="{B0D4E84A-3350-BC02-D93E-6A1522140392}"/>
                    </a:ext>
                  </a:extLst>
                </p14:cNvPr>
                <p14:cNvContentPartPr/>
                <p14:nvPr/>
              </p14:nvContentPartPr>
              <p14:xfrm>
                <a:off x="4638833" y="6274988"/>
                <a:ext cx="61560" cy="26280"/>
              </p14:xfrm>
            </p:contentPart>
          </mc:Choice>
          <mc:Fallback xmlns="">
            <p:pic>
              <p:nvPicPr>
                <p:cNvPr id="241714" name="Ink 241713">
                  <a:extLst>
                    <a:ext uri="{FF2B5EF4-FFF2-40B4-BE49-F238E27FC236}">
                      <a16:creationId xmlns:a16="http://schemas.microsoft.com/office/drawing/2014/main" id="{B0D4E84A-3350-BC02-D93E-6A1522140392}"/>
                    </a:ext>
                  </a:extLst>
                </p:cNvPr>
                <p:cNvPicPr/>
                <p:nvPr/>
              </p:nvPicPr>
              <p:blipFill>
                <a:blip r:embed="rId180"/>
                <a:stretch>
                  <a:fillRect/>
                </a:stretch>
              </p:blipFill>
              <p:spPr>
                <a:xfrm>
                  <a:off x="4629833" y="6266348"/>
                  <a:ext cx="7920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241715" name="Ink 241714">
                  <a:extLst>
                    <a:ext uri="{FF2B5EF4-FFF2-40B4-BE49-F238E27FC236}">
                      <a16:creationId xmlns:a16="http://schemas.microsoft.com/office/drawing/2014/main" id="{987489F2-8F3A-B763-120D-6A576B26B46B}"/>
                    </a:ext>
                  </a:extLst>
                </p14:cNvPr>
                <p14:cNvContentPartPr/>
                <p14:nvPr/>
              </p14:nvContentPartPr>
              <p14:xfrm>
                <a:off x="4750073" y="6241148"/>
                <a:ext cx="105840" cy="218880"/>
              </p14:xfrm>
            </p:contentPart>
          </mc:Choice>
          <mc:Fallback xmlns="">
            <p:pic>
              <p:nvPicPr>
                <p:cNvPr id="241715" name="Ink 241714">
                  <a:extLst>
                    <a:ext uri="{FF2B5EF4-FFF2-40B4-BE49-F238E27FC236}">
                      <a16:creationId xmlns:a16="http://schemas.microsoft.com/office/drawing/2014/main" id="{987489F2-8F3A-B763-120D-6A576B26B46B}"/>
                    </a:ext>
                  </a:extLst>
                </p:cNvPr>
                <p:cNvPicPr/>
                <p:nvPr/>
              </p:nvPicPr>
              <p:blipFill>
                <a:blip r:embed="rId182"/>
                <a:stretch>
                  <a:fillRect/>
                </a:stretch>
              </p:blipFill>
              <p:spPr>
                <a:xfrm>
                  <a:off x="4741433" y="6232148"/>
                  <a:ext cx="12348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241717" name="Ink 241716">
                  <a:extLst>
                    <a:ext uri="{FF2B5EF4-FFF2-40B4-BE49-F238E27FC236}">
                      <a16:creationId xmlns:a16="http://schemas.microsoft.com/office/drawing/2014/main" id="{09450F58-05C7-784E-3BA7-5F18006A42A5}"/>
                    </a:ext>
                  </a:extLst>
                </p14:cNvPr>
                <p14:cNvContentPartPr/>
                <p14:nvPr/>
              </p14:nvContentPartPr>
              <p14:xfrm>
                <a:off x="4833233" y="6232148"/>
                <a:ext cx="183600" cy="281880"/>
              </p14:xfrm>
            </p:contentPart>
          </mc:Choice>
          <mc:Fallback xmlns="">
            <p:pic>
              <p:nvPicPr>
                <p:cNvPr id="241717" name="Ink 241716">
                  <a:extLst>
                    <a:ext uri="{FF2B5EF4-FFF2-40B4-BE49-F238E27FC236}">
                      <a16:creationId xmlns:a16="http://schemas.microsoft.com/office/drawing/2014/main" id="{09450F58-05C7-784E-3BA7-5F18006A42A5}"/>
                    </a:ext>
                  </a:extLst>
                </p:cNvPr>
                <p:cNvPicPr/>
                <p:nvPr/>
              </p:nvPicPr>
              <p:blipFill>
                <a:blip r:embed="rId184"/>
                <a:stretch>
                  <a:fillRect/>
                </a:stretch>
              </p:blipFill>
              <p:spPr>
                <a:xfrm>
                  <a:off x="4824233" y="6223508"/>
                  <a:ext cx="201240" cy="29952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241718" name="Ink 241717">
                  <a:extLst>
                    <a:ext uri="{FF2B5EF4-FFF2-40B4-BE49-F238E27FC236}">
                      <a16:creationId xmlns:a16="http://schemas.microsoft.com/office/drawing/2014/main" id="{A43F926E-1B8C-664F-4178-5397B2AFB8AA}"/>
                    </a:ext>
                  </a:extLst>
                </p14:cNvPr>
                <p14:cNvContentPartPr/>
                <p14:nvPr/>
              </p14:nvContentPartPr>
              <p14:xfrm>
                <a:off x="4962473" y="6331508"/>
                <a:ext cx="188280" cy="27720"/>
              </p14:xfrm>
            </p:contentPart>
          </mc:Choice>
          <mc:Fallback xmlns="">
            <p:pic>
              <p:nvPicPr>
                <p:cNvPr id="241718" name="Ink 241717">
                  <a:extLst>
                    <a:ext uri="{FF2B5EF4-FFF2-40B4-BE49-F238E27FC236}">
                      <a16:creationId xmlns:a16="http://schemas.microsoft.com/office/drawing/2014/main" id="{A43F926E-1B8C-664F-4178-5397B2AFB8AA}"/>
                    </a:ext>
                  </a:extLst>
                </p:cNvPr>
                <p:cNvPicPr/>
                <p:nvPr/>
              </p:nvPicPr>
              <p:blipFill>
                <a:blip r:embed="rId186"/>
                <a:stretch>
                  <a:fillRect/>
                </a:stretch>
              </p:blipFill>
              <p:spPr>
                <a:xfrm>
                  <a:off x="4953473" y="6322508"/>
                  <a:ext cx="2059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241719" name="Ink 241718">
                  <a:extLst>
                    <a:ext uri="{FF2B5EF4-FFF2-40B4-BE49-F238E27FC236}">
                      <a16:creationId xmlns:a16="http://schemas.microsoft.com/office/drawing/2014/main" id="{C208E9BB-F1FD-E54B-2BA1-3D35EF64F3DE}"/>
                    </a:ext>
                  </a:extLst>
                </p14:cNvPr>
                <p14:cNvContentPartPr/>
                <p14:nvPr/>
              </p14:nvContentPartPr>
              <p14:xfrm>
                <a:off x="5069033" y="6388028"/>
                <a:ext cx="89640" cy="104400"/>
              </p14:xfrm>
            </p:contentPart>
          </mc:Choice>
          <mc:Fallback xmlns="">
            <p:pic>
              <p:nvPicPr>
                <p:cNvPr id="241719" name="Ink 241718">
                  <a:extLst>
                    <a:ext uri="{FF2B5EF4-FFF2-40B4-BE49-F238E27FC236}">
                      <a16:creationId xmlns:a16="http://schemas.microsoft.com/office/drawing/2014/main" id="{C208E9BB-F1FD-E54B-2BA1-3D35EF64F3DE}"/>
                    </a:ext>
                  </a:extLst>
                </p:cNvPr>
                <p:cNvPicPr/>
                <p:nvPr/>
              </p:nvPicPr>
              <p:blipFill>
                <a:blip r:embed="rId188"/>
                <a:stretch>
                  <a:fillRect/>
                </a:stretch>
              </p:blipFill>
              <p:spPr>
                <a:xfrm>
                  <a:off x="5060393" y="6379028"/>
                  <a:ext cx="1072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241720" name="Ink 241719">
                  <a:extLst>
                    <a:ext uri="{FF2B5EF4-FFF2-40B4-BE49-F238E27FC236}">
                      <a16:creationId xmlns:a16="http://schemas.microsoft.com/office/drawing/2014/main" id="{183AEAA9-0020-C092-9DA2-6D4F9C4846FA}"/>
                    </a:ext>
                  </a:extLst>
                </p14:cNvPr>
                <p14:cNvContentPartPr/>
                <p14:nvPr/>
              </p14:nvContentPartPr>
              <p14:xfrm>
                <a:off x="5257673" y="6382988"/>
                <a:ext cx="106200" cy="95400"/>
              </p14:xfrm>
            </p:contentPart>
          </mc:Choice>
          <mc:Fallback xmlns="">
            <p:pic>
              <p:nvPicPr>
                <p:cNvPr id="241720" name="Ink 241719">
                  <a:extLst>
                    <a:ext uri="{FF2B5EF4-FFF2-40B4-BE49-F238E27FC236}">
                      <a16:creationId xmlns:a16="http://schemas.microsoft.com/office/drawing/2014/main" id="{183AEAA9-0020-C092-9DA2-6D4F9C4846FA}"/>
                    </a:ext>
                  </a:extLst>
                </p:cNvPr>
                <p:cNvPicPr/>
                <p:nvPr/>
              </p:nvPicPr>
              <p:blipFill>
                <a:blip r:embed="rId190"/>
                <a:stretch>
                  <a:fillRect/>
                </a:stretch>
              </p:blipFill>
              <p:spPr>
                <a:xfrm>
                  <a:off x="5249033" y="6374348"/>
                  <a:ext cx="123840" cy="113040"/>
                </a:xfrm>
                <a:prstGeom prst="rect">
                  <a:avLst/>
                </a:prstGeom>
              </p:spPr>
            </p:pic>
          </mc:Fallback>
        </mc:AlternateContent>
      </p:grpSp>
      <p:grpSp>
        <p:nvGrpSpPr>
          <p:cNvPr id="241724" name="Group 241723">
            <a:extLst>
              <a:ext uri="{FF2B5EF4-FFF2-40B4-BE49-F238E27FC236}">
                <a16:creationId xmlns:a16="http://schemas.microsoft.com/office/drawing/2014/main" id="{68196789-D415-61FA-14D3-5178BE1BCFD6}"/>
              </a:ext>
            </a:extLst>
          </p:cNvPr>
          <p:cNvGrpSpPr/>
          <p:nvPr/>
        </p:nvGrpSpPr>
        <p:grpSpPr>
          <a:xfrm>
            <a:off x="5564393" y="6312428"/>
            <a:ext cx="257760" cy="372960"/>
            <a:chOff x="5564393" y="6312428"/>
            <a:chExt cx="257760" cy="372960"/>
          </a:xfrm>
        </p:grpSpPr>
        <mc:AlternateContent xmlns:mc="http://schemas.openxmlformats.org/markup-compatibility/2006" xmlns:p14="http://schemas.microsoft.com/office/powerpoint/2010/main">
          <mc:Choice Requires="p14">
            <p:contentPart p14:bwMode="auto" r:id="rId191">
              <p14:nvContentPartPr>
                <p14:cNvPr id="241722" name="Ink 241721">
                  <a:extLst>
                    <a:ext uri="{FF2B5EF4-FFF2-40B4-BE49-F238E27FC236}">
                      <a16:creationId xmlns:a16="http://schemas.microsoft.com/office/drawing/2014/main" id="{58D1FD47-805B-419B-C892-6E5774D6B4FB}"/>
                    </a:ext>
                  </a:extLst>
                </p14:cNvPr>
                <p14:cNvContentPartPr/>
                <p14:nvPr/>
              </p14:nvContentPartPr>
              <p14:xfrm>
                <a:off x="5564393" y="6511508"/>
                <a:ext cx="257760" cy="21600"/>
              </p14:xfrm>
            </p:contentPart>
          </mc:Choice>
          <mc:Fallback xmlns="">
            <p:pic>
              <p:nvPicPr>
                <p:cNvPr id="241722" name="Ink 241721">
                  <a:extLst>
                    <a:ext uri="{FF2B5EF4-FFF2-40B4-BE49-F238E27FC236}">
                      <a16:creationId xmlns:a16="http://schemas.microsoft.com/office/drawing/2014/main" id="{58D1FD47-805B-419B-C892-6E5774D6B4FB}"/>
                    </a:ext>
                  </a:extLst>
                </p:cNvPr>
                <p:cNvPicPr/>
                <p:nvPr/>
              </p:nvPicPr>
              <p:blipFill>
                <a:blip r:embed="rId192"/>
                <a:stretch>
                  <a:fillRect/>
                </a:stretch>
              </p:blipFill>
              <p:spPr>
                <a:xfrm>
                  <a:off x="5555753" y="6502508"/>
                  <a:ext cx="27540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241723" name="Ink 241722">
                  <a:extLst>
                    <a:ext uri="{FF2B5EF4-FFF2-40B4-BE49-F238E27FC236}">
                      <a16:creationId xmlns:a16="http://schemas.microsoft.com/office/drawing/2014/main" id="{63DB1AD3-BA39-0F3D-A121-03F737A065F4}"/>
                    </a:ext>
                  </a:extLst>
                </p14:cNvPr>
                <p14:cNvContentPartPr/>
                <p14:nvPr/>
              </p14:nvContentPartPr>
              <p14:xfrm>
                <a:off x="5689673" y="6312428"/>
                <a:ext cx="12960" cy="372960"/>
              </p14:xfrm>
            </p:contentPart>
          </mc:Choice>
          <mc:Fallback xmlns="">
            <p:pic>
              <p:nvPicPr>
                <p:cNvPr id="241723" name="Ink 241722">
                  <a:extLst>
                    <a:ext uri="{FF2B5EF4-FFF2-40B4-BE49-F238E27FC236}">
                      <a16:creationId xmlns:a16="http://schemas.microsoft.com/office/drawing/2014/main" id="{63DB1AD3-BA39-0F3D-A121-03F737A065F4}"/>
                    </a:ext>
                  </a:extLst>
                </p:cNvPr>
                <p:cNvPicPr/>
                <p:nvPr/>
              </p:nvPicPr>
              <p:blipFill>
                <a:blip r:embed="rId194"/>
                <a:stretch>
                  <a:fillRect/>
                </a:stretch>
              </p:blipFill>
              <p:spPr>
                <a:xfrm>
                  <a:off x="5680673" y="6303788"/>
                  <a:ext cx="30600" cy="390600"/>
                </a:xfrm>
                <a:prstGeom prst="rect">
                  <a:avLst/>
                </a:prstGeom>
              </p:spPr>
            </p:pic>
          </mc:Fallback>
        </mc:AlternateContent>
      </p:grpSp>
      <p:grpSp>
        <p:nvGrpSpPr>
          <p:cNvPr id="241729" name="Group 241728">
            <a:extLst>
              <a:ext uri="{FF2B5EF4-FFF2-40B4-BE49-F238E27FC236}">
                <a16:creationId xmlns:a16="http://schemas.microsoft.com/office/drawing/2014/main" id="{94AB9FFC-B6DF-46B8-35D4-19B606E3890E}"/>
              </a:ext>
            </a:extLst>
          </p:cNvPr>
          <p:cNvGrpSpPr/>
          <p:nvPr/>
        </p:nvGrpSpPr>
        <p:grpSpPr>
          <a:xfrm>
            <a:off x="6054713" y="6415748"/>
            <a:ext cx="388800" cy="247680"/>
            <a:chOff x="6054713" y="6415748"/>
            <a:chExt cx="388800" cy="247680"/>
          </a:xfrm>
        </p:grpSpPr>
        <mc:AlternateContent xmlns:mc="http://schemas.openxmlformats.org/markup-compatibility/2006" xmlns:p14="http://schemas.microsoft.com/office/powerpoint/2010/main">
          <mc:Choice Requires="p14">
            <p:contentPart p14:bwMode="auto" r:id="rId195">
              <p14:nvContentPartPr>
                <p14:cNvPr id="241726" name="Ink 241725">
                  <a:extLst>
                    <a:ext uri="{FF2B5EF4-FFF2-40B4-BE49-F238E27FC236}">
                      <a16:creationId xmlns:a16="http://schemas.microsoft.com/office/drawing/2014/main" id="{CA95BAF0-9AA9-12D8-71CE-6525A6C3DC36}"/>
                    </a:ext>
                  </a:extLst>
                </p14:cNvPr>
                <p14:cNvContentPartPr/>
                <p14:nvPr/>
              </p14:nvContentPartPr>
              <p14:xfrm>
                <a:off x="6054713" y="6453188"/>
                <a:ext cx="82800" cy="160560"/>
              </p14:xfrm>
            </p:contentPart>
          </mc:Choice>
          <mc:Fallback xmlns="">
            <p:pic>
              <p:nvPicPr>
                <p:cNvPr id="241726" name="Ink 241725">
                  <a:extLst>
                    <a:ext uri="{FF2B5EF4-FFF2-40B4-BE49-F238E27FC236}">
                      <a16:creationId xmlns:a16="http://schemas.microsoft.com/office/drawing/2014/main" id="{CA95BAF0-9AA9-12D8-71CE-6525A6C3DC36}"/>
                    </a:ext>
                  </a:extLst>
                </p:cNvPr>
                <p:cNvPicPr/>
                <p:nvPr/>
              </p:nvPicPr>
              <p:blipFill>
                <a:blip r:embed="rId196"/>
                <a:stretch>
                  <a:fillRect/>
                </a:stretch>
              </p:blipFill>
              <p:spPr>
                <a:xfrm>
                  <a:off x="6045713" y="6444188"/>
                  <a:ext cx="1004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241727" name="Ink 241726">
                  <a:extLst>
                    <a:ext uri="{FF2B5EF4-FFF2-40B4-BE49-F238E27FC236}">
                      <a16:creationId xmlns:a16="http://schemas.microsoft.com/office/drawing/2014/main" id="{58827D87-2ABF-90DA-F0C5-F4AC900B81B1}"/>
                    </a:ext>
                  </a:extLst>
                </p14:cNvPr>
                <p14:cNvContentPartPr/>
                <p14:nvPr/>
              </p14:nvContentPartPr>
              <p14:xfrm>
                <a:off x="6269633" y="6565508"/>
                <a:ext cx="15480" cy="27000"/>
              </p14:xfrm>
            </p:contentPart>
          </mc:Choice>
          <mc:Fallback xmlns="">
            <p:pic>
              <p:nvPicPr>
                <p:cNvPr id="241727" name="Ink 241726">
                  <a:extLst>
                    <a:ext uri="{FF2B5EF4-FFF2-40B4-BE49-F238E27FC236}">
                      <a16:creationId xmlns:a16="http://schemas.microsoft.com/office/drawing/2014/main" id="{58827D87-2ABF-90DA-F0C5-F4AC900B81B1}"/>
                    </a:ext>
                  </a:extLst>
                </p:cNvPr>
                <p:cNvPicPr/>
                <p:nvPr/>
              </p:nvPicPr>
              <p:blipFill>
                <a:blip r:embed="rId198"/>
                <a:stretch>
                  <a:fillRect/>
                </a:stretch>
              </p:blipFill>
              <p:spPr>
                <a:xfrm>
                  <a:off x="6260633" y="6556868"/>
                  <a:ext cx="3312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241728" name="Ink 241727">
                  <a:extLst>
                    <a:ext uri="{FF2B5EF4-FFF2-40B4-BE49-F238E27FC236}">
                      <a16:creationId xmlns:a16="http://schemas.microsoft.com/office/drawing/2014/main" id="{531277B0-C60B-AE3A-45CE-ACD0058AB05A}"/>
                    </a:ext>
                  </a:extLst>
                </p14:cNvPr>
                <p14:cNvContentPartPr/>
                <p14:nvPr/>
              </p14:nvContentPartPr>
              <p14:xfrm>
                <a:off x="6334073" y="6415748"/>
                <a:ext cx="109440" cy="247680"/>
              </p14:xfrm>
            </p:contentPart>
          </mc:Choice>
          <mc:Fallback xmlns="">
            <p:pic>
              <p:nvPicPr>
                <p:cNvPr id="241728" name="Ink 241727">
                  <a:extLst>
                    <a:ext uri="{FF2B5EF4-FFF2-40B4-BE49-F238E27FC236}">
                      <a16:creationId xmlns:a16="http://schemas.microsoft.com/office/drawing/2014/main" id="{531277B0-C60B-AE3A-45CE-ACD0058AB05A}"/>
                    </a:ext>
                  </a:extLst>
                </p:cNvPr>
                <p:cNvPicPr/>
                <p:nvPr/>
              </p:nvPicPr>
              <p:blipFill>
                <a:blip r:embed="rId200"/>
                <a:stretch>
                  <a:fillRect/>
                </a:stretch>
              </p:blipFill>
              <p:spPr>
                <a:xfrm>
                  <a:off x="6325433" y="6406748"/>
                  <a:ext cx="127080" cy="265320"/>
                </a:xfrm>
                <a:prstGeom prst="rect">
                  <a:avLst/>
                </a:prstGeom>
              </p:spPr>
            </p:pic>
          </mc:Fallback>
        </mc:AlternateContent>
      </p:grpSp>
      <p:grpSp>
        <p:nvGrpSpPr>
          <p:cNvPr id="241734" name="Group 241733">
            <a:extLst>
              <a:ext uri="{FF2B5EF4-FFF2-40B4-BE49-F238E27FC236}">
                <a16:creationId xmlns:a16="http://schemas.microsoft.com/office/drawing/2014/main" id="{D30A4BD8-E243-C7A5-73B2-D23214C52256}"/>
              </a:ext>
            </a:extLst>
          </p:cNvPr>
          <p:cNvGrpSpPr/>
          <p:nvPr/>
        </p:nvGrpSpPr>
        <p:grpSpPr>
          <a:xfrm>
            <a:off x="6636473" y="6335468"/>
            <a:ext cx="379800" cy="331920"/>
            <a:chOff x="6636473" y="6335468"/>
            <a:chExt cx="379800" cy="331920"/>
          </a:xfrm>
        </p:grpSpPr>
        <mc:AlternateContent xmlns:mc="http://schemas.openxmlformats.org/markup-compatibility/2006" xmlns:p14="http://schemas.microsoft.com/office/powerpoint/2010/main">
          <mc:Choice Requires="p14">
            <p:contentPart p14:bwMode="auto" r:id="rId201">
              <p14:nvContentPartPr>
                <p14:cNvPr id="241730" name="Ink 241729">
                  <a:extLst>
                    <a:ext uri="{FF2B5EF4-FFF2-40B4-BE49-F238E27FC236}">
                      <a16:creationId xmlns:a16="http://schemas.microsoft.com/office/drawing/2014/main" id="{123CA962-F11D-E475-3041-F3899C8EA927}"/>
                    </a:ext>
                  </a:extLst>
                </p14:cNvPr>
                <p14:cNvContentPartPr/>
                <p14:nvPr/>
              </p14:nvContentPartPr>
              <p14:xfrm>
                <a:off x="6636473" y="6365348"/>
                <a:ext cx="79200" cy="289080"/>
              </p14:xfrm>
            </p:contentPart>
          </mc:Choice>
          <mc:Fallback xmlns="">
            <p:pic>
              <p:nvPicPr>
                <p:cNvPr id="241730" name="Ink 241729">
                  <a:extLst>
                    <a:ext uri="{FF2B5EF4-FFF2-40B4-BE49-F238E27FC236}">
                      <a16:creationId xmlns:a16="http://schemas.microsoft.com/office/drawing/2014/main" id="{123CA962-F11D-E475-3041-F3899C8EA927}"/>
                    </a:ext>
                  </a:extLst>
                </p:cNvPr>
                <p:cNvPicPr/>
                <p:nvPr/>
              </p:nvPicPr>
              <p:blipFill>
                <a:blip r:embed="rId202"/>
                <a:stretch>
                  <a:fillRect/>
                </a:stretch>
              </p:blipFill>
              <p:spPr>
                <a:xfrm>
                  <a:off x="6627473" y="6356708"/>
                  <a:ext cx="96840" cy="30672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241731" name="Ink 241730">
                  <a:extLst>
                    <a:ext uri="{FF2B5EF4-FFF2-40B4-BE49-F238E27FC236}">
                      <a16:creationId xmlns:a16="http://schemas.microsoft.com/office/drawing/2014/main" id="{A42F2474-2CB1-8278-AB68-1F29B6021511}"/>
                    </a:ext>
                  </a:extLst>
                </p14:cNvPr>
                <p14:cNvContentPartPr/>
                <p14:nvPr/>
              </p14:nvContentPartPr>
              <p14:xfrm>
                <a:off x="6812873" y="6335468"/>
                <a:ext cx="14040" cy="331920"/>
              </p14:xfrm>
            </p:contentPart>
          </mc:Choice>
          <mc:Fallback xmlns="">
            <p:pic>
              <p:nvPicPr>
                <p:cNvPr id="241731" name="Ink 241730">
                  <a:extLst>
                    <a:ext uri="{FF2B5EF4-FFF2-40B4-BE49-F238E27FC236}">
                      <a16:creationId xmlns:a16="http://schemas.microsoft.com/office/drawing/2014/main" id="{A42F2474-2CB1-8278-AB68-1F29B6021511}"/>
                    </a:ext>
                  </a:extLst>
                </p:cNvPr>
                <p:cNvPicPr/>
                <p:nvPr/>
              </p:nvPicPr>
              <p:blipFill>
                <a:blip r:embed="rId204"/>
                <a:stretch>
                  <a:fillRect/>
                </a:stretch>
              </p:blipFill>
              <p:spPr>
                <a:xfrm>
                  <a:off x="6803873" y="6326828"/>
                  <a:ext cx="31680" cy="3495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241732" name="Ink 241731">
                  <a:extLst>
                    <a:ext uri="{FF2B5EF4-FFF2-40B4-BE49-F238E27FC236}">
                      <a16:creationId xmlns:a16="http://schemas.microsoft.com/office/drawing/2014/main" id="{7D2C3414-01EC-76A4-9EC8-72FA355B6EDB}"/>
                    </a:ext>
                  </a:extLst>
                </p14:cNvPr>
                <p14:cNvContentPartPr/>
                <p14:nvPr/>
              </p14:nvContentPartPr>
              <p14:xfrm>
                <a:off x="6881993" y="6579908"/>
                <a:ext cx="134280" cy="16920"/>
              </p14:xfrm>
            </p:contentPart>
          </mc:Choice>
          <mc:Fallback xmlns="">
            <p:pic>
              <p:nvPicPr>
                <p:cNvPr id="241732" name="Ink 241731">
                  <a:extLst>
                    <a:ext uri="{FF2B5EF4-FFF2-40B4-BE49-F238E27FC236}">
                      <a16:creationId xmlns:a16="http://schemas.microsoft.com/office/drawing/2014/main" id="{7D2C3414-01EC-76A4-9EC8-72FA355B6EDB}"/>
                    </a:ext>
                  </a:extLst>
                </p:cNvPr>
                <p:cNvPicPr/>
                <p:nvPr/>
              </p:nvPicPr>
              <p:blipFill>
                <a:blip r:embed="rId206"/>
                <a:stretch>
                  <a:fillRect/>
                </a:stretch>
              </p:blipFill>
              <p:spPr>
                <a:xfrm>
                  <a:off x="6873353" y="6571268"/>
                  <a:ext cx="151920" cy="3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7">
            <p14:nvContentPartPr>
              <p14:cNvPr id="241733" name="Ink 241732">
                <a:extLst>
                  <a:ext uri="{FF2B5EF4-FFF2-40B4-BE49-F238E27FC236}">
                    <a16:creationId xmlns:a16="http://schemas.microsoft.com/office/drawing/2014/main" id="{73E79B70-16CF-534B-8D74-2B622B7AD3B3}"/>
                  </a:ext>
                </a:extLst>
              </p14:cNvPr>
              <p14:cNvContentPartPr/>
              <p14:nvPr/>
            </p14:nvContentPartPr>
            <p14:xfrm>
              <a:off x="7203473" y="6485588"/>
              <a:ext cx="167760" cy="217080"/>
            </p14:xfrm>
          </p:contentPart>
        </mc:Choice>
        <mc:Fallback xmlns="">
          <p:pic>
            <p:nvPicPr>
              <p:cNvPr id="241733" name="Ink 241732">
                <a:extLst>
                  <a:ext uri="{FF2B5EF4-FFF2-40B4-BE49-F238E27FC236}">
                    <a16:creationId xmlns:a16="http://schemas.microsoft.com/office/drawing/2014/main" id="{73E79B70-16CF-534B-8D74-2B622B7AD3B3}"/>
                  </a:ext>
                </a:extLst>
              </p:cNvPr>
              <p:cNvPicPr/>
              <p:nvPr/>
            </p:nvPicPr>
            <p:blipFill>
              <a:blip r:embed="rId208"/>
              <a:stretch>
                <a:fillRect/>
              </a:stretch>
            </p:blipFill>
            <p:spPr>
              <a:xfrm>
                <a:off x="7194833" y="6476588"/>
                <a:ext cx="185400" cy="234720"/>
              </a:xfrm>
              <a:prstGeom prst="rect">
                <a:avLst/>
              </a:prstGeom>
            </p:spPr>
          </p:pic>
        </mc:Fallback>
      </mc:AlternateContent>
      <p:grpSp>
        <p:nvGrpSpPr>
          <p:cNvPr id="241752" name="Group 241751">
            <a:extLst>
              <a:ext uri="{FF2B5EF4-FFF2-40B4-BE49-F238E27FC236}">
                <a16:creationId xmlns:a16="http://schemas.microsoft.com/office/drawing/2014/main" id="{6A0C4776-B810-5334-E1BF-FA1EFE7B7E7D}"/>
              </a:ext>
            </a:extLst>
          </p:cNvPr>
          <p:cNvGrpSpPr/>
          <p:nvPr/>
        </p:nvGrpSpPr>
        <p:grpSpPr>
          <a:xfrm>
            <a:off x="7398233" y="6274268"/>
            <a:ext cx="1529640" cy="403560"/>
            <a:chOff x="7398233" y="6274268"/>
            <a:chExt cx="1529640" cy="403560"/>
          </a:xfrm>
        </p:grpSpPr>
        <mc:AlternateContent xmlns:mc="http://schemas.openxmlformats.org/markup-compatibility/2006" xmlns:p14="http://schemas.microsoft.com/office/powerpoint/2010/main">
          <mc:Choice Requires="p14">
            <p:contentPart p14:bwMode="auto" r:id="rId209">
              <p14:nvContentPartPr>
                <p14:cNvPr id="241735" name="Ink 241734">
                  <a:extLst>
                    <a:ext uri="{FF2B5EF4-FFF2-40B4-BE49-F238E27FC236}">
                      <a16:creationId xmlns:a16="http://schemas.microsoft.com/office/drawing/2014/main" id="{2E2F92E0-C39B-F7A3-3A13-BD2C5761CCF9}"/>
                    </a:ext>
                  </a:extLst>
                </p14:cNvPr>
                <p14:cNvContentPartPr/>
                <p14:nvPr/>
              </p14:nvContentPartPr>
              <p14:xfrm>
                <a:off x="7398233" y="6429428"/>
                <a:ext cx="105840" cy="3960"/>
              </p14:xfrm>
            </p:contentPart>
          </mc:Choice>
          <mc:Fallback xmlns="">
            <p:pic>
              <p:nvPicPr>
                <p:cNvPr id="241735" name="Ink 241734">
                  <a:extLst>
                    <a:ext uri="{FF2B5EF4-FFF2-40B4-BE49-F238E27FC236}">
                      <a16:creationId xmlns:a16="http://schemas.microsoft.com/office/drawing/2014/main" id="{2E2F92E0-C39B-F7A3-3A13-BD2C5761CCF9}"/>
                    </a:ext>
                  </a:extLst>
                </p:cNvPr>
                <p:cNvPicPr/>
                <p:nvPr/>
              </p:nvPicPr>
              <p:blipFill>
                <a:blip r:embed="rId210"/>
                <a:stretch>
                  <a:fillRect/>
                </a:stretch>
              </p:blipFill>
              <p:spPr>
                <a:xfrm>
                  <a:off x="7389233" y="6420788"/>
                  <a:ext cx="12348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241736" name="Ink 241735">
                  <a:extLst>
                    <a:ext uri="{FF2B5EF4-FFF2-40B4-BE49-F238E27FC236}">
                      <a16:creationId xmlns:a16="http://schemas.microsoft.com/office/drawing/2014/main" id="{B786EB9F-B642-C9FC-37DD-EEEF58C530BB}"/>
                    </a:ext>
                  </a:extLst>
                </p14:cNvPr>
                <p14:cNvContentPartPr/>
                <p14:nvPr/>
              </p14:nvContentPartPr>
              <p14:xfrm>
                <a:off x="7602353" y="6294068"/>
                <a:ext cx="36000" cy="191520"/>
              </p14:xfrm>
            </p:contentPart>
          </mc:Choice>
          <mc:Fallback xmlns="">
            <p:pic>
              <p:nvPicPr>
                <p:cNvPr id="241736" name="Ink 241735">
                  <a:extLst>
                    <a:ext uri="{FF2B5EF4-FFF2-40B4-BE49-F238E27FC236}">
                      <a16:creationId xmlns:a16="http://schemas.microsoft.com/office/drawing/2014/main" id="{B786EB9F-B642-C9FC-37DD-EEEF58C530BB}"/>
                    </a:ext>
                  </a:extLst>
                </p:cNvPr>
                <p:cNvPicPr/>
                <p:nvPr/>
              </p:nvPicPr>
              <p:blipFill>
                <a:blip r:embed="rId212"/>
                <a:stretch>
                  <a:fillRect/>
                </a:stretch>
              </p:blipFill>
              <p:spPr>
                <a:xfrm>
                  <a:off x="7593713" y="6285068"/>
                  <a:ext cx="53640" cy="2091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41737" name="Ink 241736">
                  <a:extLst>
                    <a:ext uri="{FF2B5EF4-FFF2-40B4-BE49-F238E27FC236}">
                      <a16:creationId xmlns:a16="http://schemas.microsoft.com/office/drawing/2014/main" id="{6DE09EAE-08A6-DAA4-A99D-07078D9587F6}"/>
                    </a:ext>
                  </a:extLst>
                </p14:cNvPr>
                <p14:cNvContentPartPr/>
                <p14:nvPr/>
              </p14:nvContentPartPr>
              <p14:xfrm>
                <a:off x="7729433" y="6303428"/>
                <a:ext cx="16560" cy="181800"/>
              </p14:xfrm>
            </p:contentPart>
          </mc:Choice>
          <mc:Fallback xmlns="">
            <p:pic>
              <p:nvPicPr>
                <p:cNvPr id="241737" name="Ink 241736">
                  <a:extLst>
                    <a:ext uri="{FF2B5EF4-FFF2-40B4-BE49-F238E27FC236}">
                      <a16:creationId xmlns:a16="http://schemas.microsoft.com/office/drawing/2014/main" id="{6DE09EAE-08A6-DAA4-A99D-07078D9587F6}"/>
                    </a:ext>
                  </a:extLst>
                </p:cNvPr>
                <p:cNvPicPr/>
                <p:nvPr/>
              </p:nvPicPr>
              <p:blipFill>
                <a:blip r:embed="rId214"/>
                <a:stretch>
                  <a:fillRect/>
                </a:stretch>
              </p:blipFill>
              <p:spPr>
                <a:xfrm>
                  <a:off x="7720433" y="6294428"/>
                  <a:ext cx="3420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41738" name="Ink 241737">
                  <a:extLst>
                    <a:ext uri="{FF2B5EF4-FFF2-40B4-BE49-F238E27FC236}">
                      <a16:creationId xmlns:a16="http://schemas.microsoft.com/office/drawing/2014/main" id="{52DABBF2-1635-62D0-D26E-3CFB710ED58F}"/>
                    </a:ext>
                  </a:extLst>
                </p14:cNvPr>
                <p14:cNvContentPartPr/>
                <p14:nvPr/>
              </p14:nvContentPartPr>
              <p14:xfrm>
                <a:off x="7620353" y="6405308"/>
                <a:ext cx="305280" cy="71280"/>
              </p14:xfrm>
            </p:contentPart>
          </mc:Choice>
          <mc:Fallback xmlns="">
            <p:pic>
              <p:nvPicPr>
                <p:cNvPr id="241738" name="Ink 241737">
                  <a:extLst>
                    <a:ext uri="{FF2B5EF4-FFF2-40B4-BE49-F238E27FC236}">
                      <a16:creationId xmlns:a16="http://schemas.microsoft.com/office/drawing/2014/main" id="{52DABBF2-1635-62D0-D26E-3CFB710ED58F}"/>
                    </a:ext>
                  </a:extLst>
                </p:cNvPr>
                <p:cNvPicPr/>
                <p:nvPr/>
              </p:nvPicPr>
              <p:blipFill>
                <a:blip r:embed="rId216"/>
                <a:stretch>
                  <a:fillRect/>
                </a:stretch>
              </p:blipFill>
              <p:spPr>
                <a:xfrm>
                  <a:off x="7611353" y="6396668"/>
                  <a:ext cx="32292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41739" name="Ink 241738">
                  <a:extLst>
                    <a:ext uri="{FF2B5EF4-FFF2-40B4-BE49-F238E27FC236}">
                      <a16:creationId xmlns:a16="http://schemas.microsoft.com/office/drawing/2014/main" id="{CF44243F-9124-5F2B-4837-10883FD0E893}"/>
                    </a:ext>
                  </a:extLst>
                </p14:cNvPr>
                <p14:cNvContentPartPr/>
                <p14:nvPr/>
              </p14:nvContentPartPr>
              <p14:xfrm>
                <a:off x="8016353" y="6370028"/>
                <a:ext cx="64440" cy="95400"/>
              </p14:xfrm>
            </p:contentPart>
          </mc:Choice>
          <mc:Fallback xmlns="">
            <p:pic>
              <p:nvPicPr>
                <p:cNvPr id="241739" name="Ink 241738">
                  <a:extLst>
                    <a:ext uri="{FF2B5EF4-FFF2-40B4-BE49-F238E27FC236}">
                      <a16:creationId xmlns:a16="http://schemas.microsoft.com/office/drawing/2014/main" id="{CF44243F-9124-5F2B-4837-10883FD0E893}"/>
                    </a:ext>
                  </a:extLst>
                </p:cNvPr>
                <p:cNvPicPr/>
                <p:nvPr/>
              </p:nvPicPr>
              <p:blipFill>
                <a:blip r:embed="rId218"/>
                <a:stretch>
                  <a:fillRect/>
                </a:stretch>
              </p:blipFill>
              <p:spPr>
                <a:xfrm>
                  <a:off x="8007713" y="6361388"/>
                  <a:ext cx="8208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41740" name="Ink 241739">
                  <a:extLst>
                    <a:ext uri="{FF2B5EF4-FFF2-40B4-BE49-F238E27FC236}">
                      <a16:creationId xmlns:a16="http://schemas.microsoft.com/office/drawing/2014/main" id="{B1B3E88B-9FD9-4CD0-43B1-6720E337A3FD}"/>
                    </a:ext>
                  </a:extLst>
                </p14:cNvPr>
                <p14:cNvContentPartPr/>
                <p14:nvPr/>
              </p14:nvContentPartPr>
              <p14:xfrm>
                <a:off x="8123633" y="6418988"/>
                <a:ext cx="41400" cy="38520"/>
              </p14:xfrm>
            </p:contentPart>
          </mc:Choice>
          <mc:Fallback xmlns="">
            <p:pic>
              <p:nvPicPr>
                <p:cNvPr id="241740" name="Ink 241739">
                  <a:extLst>
                    <a:ext uri="{FF2B5EF4-FFF2-40B4-BE49-F238E27FC236}">
                      <a16:creationId xmlns:a16="http://schemas.microsoft.com/office/drawing/2014/main" id="{B1B3E88B-9FD9-4CD0-43B1-6720E337A3FD}"/>
                    </a:ext>
                  </a:extLst>
                </p:cNvPr>
                <p:cNvPicPr/>
                <p:nvPr/>
              </p:nvPicPr>
              <p:blipFill>
                <a:blip r:embed="rId220"/>
                <a:stretch>
                  <a:fillRect/>
                </a:stretch>
              </p:blipFill>
              <p:spPr>
                <a:xfrm>
                  <a:off x="8114633" y="6410348"/>
                  <a:ext cx="5904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41741" name="Ink 241740">
                  <a:extLst>
                    <a:ext uri="{FF2B5EF4-FFF2-40B4-BE49-F238E27FC236}">
                      <a16:creationId xmlns:a16="http://schemas.microsoft.com/office/drawing/2014/main" id="{2F5315C4-473A-4A3C-5DFB-EA2415627DDC}"/>
                    </a:ext>
                  </a:extLst>
                </p14:cNvPr>
                <p14:cNvContentPartPr/>
                <p14:nvPr/>
              </p14:nvContentPartPr>
              <p14:xfrm>
                <a:off x="8225873" y="6318188"/>
                <a:ext cx="64440" cy="150840"/>
              </p14:xfrm>
            </p:contentPart>
          </mc:Choice>
          <mc:Fallback xmlns="">
            <p:pic>
              <p:nvPicPr>
                <p:cNvPr id="241741" name="Ink 241740">
                  <a:extLst>
                    <a:ext uri="{FF2B5EF4-FFF2-40B4-BE49-F238E27FC236}">
                      <a16:creationId xmlns:a16="http://schemas.microsoft.com/office/drawing/2014/main" id="{2F5315C4-473A-4A3C-5DFB-EA2415627DDC}"/>
                    </a:ext>
                  </a:extLst>
                </p:cNvPr>
                <p:cNvPicPr/>
                <p:nvPr/>
              </p:nvPicPr>
              <p:blipFill>
                <a:blip r:embed="rId222"/>
                <a:stretch>
                  <a:fillRect/>
                </a:stretch>
              </p:blipFill>
              <p:spPr>
                <a:xfrm>
                  <a:off x="8216873" y="6309188"/>
                  <a:ext cx="820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241742" name="Ink 241741">
                  <a:extLst>
                    <a:ext uri="{FF2B5EF4-FFF2-40B4-BE49-F238E27FC236}">
                      <a16:creationId xmlns:a16="http://schemas.microsoft.com/office/drawing/2014/main" id="{9FAB1986-6771-AE41-22CC-6689A82A7427}"/>
                    </a:ext>
                  </a:extLst>
                </p14:cNvPr>
                <p14:cNvContentPartPr/>
                <p14:nvPr/>
              </p14:nvContentPartPr>
              <p14:xfrm>
                <a:off x="8342153" y="6353828"/>
                <a:ext cx="82080" cy="122760"/>
              </p14:xfrm>
            </p:contentPart>
          </mc:Choice>
          <mc:Fallback xmlns="">
            <p:pic>
              <p:nvPicPr>
                <p:cNvPr id="241742" name="Ink 241741">
                  <a:extLst>
                    <a:ext uri="{FF2B5EF4-FFF2-40B4-BE49-F238E27FC236}">
                      <a16:creationId xmlns:a16="http://schemas.microsoft.com/office/drawing/2014/main" id="{9FAB1986-6771-AE41-22CC-6689A82A7427}"/>
                    </a:ext>
                  </a:extLst>
                </p:cNvPr>
                <p:cNvPicPr/>
                <p:nvPr/>
              </p:nvPicPr>
              <p:blipFill>
                <a:blip r:embed="rId224"/>
                <a:stretch>
                  <a:fillRect/>
                </a:stretch>
              </p:blipFill>
              <p:spPr>
                <a:xfrm>
                  <a:off x="8333513" y="6345188"/>
                  <a:ext cx="99720" cy="14040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41743" name="Ink 241742">
                  <a:extLst>
                    <a:ext uri="{FF2B5EF4-FFF2-40B4-BE49-F238E27FC236}">
                      <a16:creationId xmlns:a16="http://schemas.microsoft.com/office/drawing/2014/main" id="{D8DBA037-E443-64A8-ECF6-004A0C6FE1E7}"/>
                    </a:ext>
                  </a:extLst>
                </p14:cNvPr>
                <p14:cNvContentPartPr/>
                <p14:nvPr/>
              </p14:nvContentPartPr>
              <p14:xfrm>
                <a:off x="8487953" y="6303428"/>
                <a:ext cx="41400" cy="160560"/>
              </p14:xfrm>
            </p:contentPart>
          </mc:Choice>
          <mc:Fallback xmlns="">
            <p:pic>
              <p:nvPicPr>
                <p:cNvPr id="241743" name="Ink 241742">
                  <a:extLst>
                    <a:ext uri="{FF2B5EF4-FFF2-40B4-BE49-F238E27FC236}">
                      <a16:creationId xmlns:a16="http://schemas.microsoft.com/office/drawing/2014/main" id="{D8DBA037-E443-64A8-ECF6-004A0C6FE1E7}"/>
                    </a:ext>
                  </a:extLst>
                </p:cNvPr>
                <p:cNvPicPr/>
                <p:nvPr/>
              </p:nvPicPr>
              <p:blipFill>
                <a:blip r:embed="rId226"/>
                <a:stretch>
                  <a:fillRect/>
                </a:stretch>
              </p:blipFill>
              <p:spPr>
                <a:xfrm>
                  <a:off x="8479313" y="6294428"/>
                  <a:ext cx="5904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41745" name="Ink 241744">
                  <a:extLst>
                    <a:ext uri="{FF2B5EF4-FFF2-40B4-BE49-F238E27FC236}">
                      <a16:creationId xmlns:a16="http://schemas.microsoft.com/office/drawing/2014/main" id="{893A3E20-2F5B-BF19-2358-8A78A9E0BCBC}"/>
                    </a:ext>
                  </a:extLst>
                </p14:cNvPr>
                <p14:cNvContentPartPr/>
                <p14:nvPr/>
              </p14:nvContentPartPr>
              <p14:xfrm>
                <a:off x="8519633" y="6274268"/>
                <a:ext cx="217800" cy="279000"/>
              </p14:xfrm>
            </p:contentPart>
          </mc:Choice>
          <mc:Fallback xmlns="">
            <p:pic>
              <p:nvPicPr>
                <p:cNvPr id="241745" name="Ink 241744">
                  <a:extLst>
                    <a:ext uri="{FF2B5EF4-FFF2-40B4-BE49-F238E27FC236}">
                      <a16:creationId xmlns:a16="http://schemas.microsoft.com/office/drawing/2014/main" id="{893A3E20-2F5B-BF19-2358-8A78A9E0BCBC}"/>
                    </a:ext>
                  </a:extLst>
                </p:cNvPr>
                <p:cNvPicPr/>
                <p:nvPr/>
              </p:nvPicPr>
              <p:blipFill>
                <a:blip r:embed="rId228"/>
                <a:stretch>
                  <a:fillRect/>
                </a:stretch>
              </p:blipFill>
              <p:spPr>
                <a:xfrm>
                  <a:off x="8510993" y="6265628"/>
                  <a:ext cx="235440" cy="2966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41746" name="Ink 241745">
                  <a:extLst>
                    <a:ext uri="{FF2B5EF4-FFF2-40B4-BE49-F238E27FC236}">
                      <a16:creationId xmlns:a16="http://schemas.microsoft.com/office/drawing/2014/main" id="{A0DC804A-2012-7526-A78F-0807D8E13A20}"/>
                    </a:ext>
                  </a:extLst>
                </p14:cNvPr>
                <p14:cNvContentPartPr/>
                <p14:nvPr/>
              </p14:nvContentPartPr>
              <p14:xfrm>
                <a:off x="8689913" y="6424388"/>
                <a:ext cx="113400" cy="31320"/>
              </p14:xfrm>
            </p:contentPart>
          </mc:Choice>
          <mc:Fallback xmlns="">
            <p:pic>
              <p:nvPicPr>
                <p:cNvPr id="241746" name="Ink 241745">
                  <a:extLst>
                    <a:ext uri="{FF2B5EF4-FFF2-40B4-BE49-F238E27FC236}">
                      <a16:creationId xmlns:a16="http://schemas.microsoft.com/office/drawing/2014/main" id="{A0DC804A-2012-7526-A78F-0807D8E13A20}"/>
                    </a:ext>
                  </a:extLst>
                </p:cNvPr>
                <p:cNvPicPr/>
                <p:nvPr/>
              </p:nvPicPr>
              <p:blipFill>
                <a:blip r:embed="rId230"/>
                <a:stretch>
                  <a:fillRect/>
                </a:stretch>
              </p:blipFill>
              <p:spPr>
                <a:xfrm>
                  <a:off x="8681273" y="6415388"/>
                  <a:ext cx="13104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241747" name="Ink 241746">
                  <a:extLst>
                    <a:ext uri="{FF2B5EF4-FFF2-40B4-BE49-F238E27FC236}">
                      <a16:creationId xmlns:a16="http://schemas.microsoft.com/office/drawing/2014/main" id="{01BE1669-5516-5946-F7DD-C0C57C7E30F0}"/>
                    </a:ext>
                  </a:extLst>
                </p14:cNvPr>
                <p14:cNvContentPartPr/>
                <p14:nvPr/>
              </p14:nvContentPartPr>
              <p14:xfrm>
                <a:off x="8732393" y="6458228"/>
                <a:ext cx="50760" cy="108360"/>
              </p14:xfrm>
            </p:contentPart>
          </mc:Choice>
          <mc:Fallback xmlns="">
            <p:pic>
              <p:nvPicPr>
                <p:cNvPr id="241747" name="Ink 241746">
                  <a:extLst>
                    <a:ext uri="{FF2B5EF4-FFF2-40B4-BE49-F238E27FC236}">
                      <a16:creationId xmlns:a16="http://schemas.microsoft.com/office/drawing/2014/main" id="{01BE1669-5516-5946-F7DD-C0C57C7E30F0}"/>
                    </a:ext>
                  </a:extLst>
                </p:cNvPr>
                <p:cNvPicPr/>
                <p:nvPr/>
              </p:nvPicPr>
              <p:blipFill>
                <a:blip r:embed="rId232"/>
                <a:stretch>
                  <a:fillRect/>
                </a:stretch>
              </p:blipFill>
              <p:spPr>
                <a:xfrm>
                  <a:off x="8723753" y="6449588"/>
                  <a:ext cx="684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41749" name="Ink 241748">
                  <a:extLst>
                    <a:ext uri="{FF2B5EF4-FFF2-40B4-BE49-F238E27FC236}">
                      <a16:creationId xmlns:a16="http://schemas.microsoft.com/office/drawing/2014/main" id="{774BA732-6411-4F9A-E71D-BD2B7FA269C9}"/>
                    </a:ext>
                  </a:extLst>
                </p14:cNvPr>
                <p14:cNvContentPartPr/>
                <p14:nvPr/>
              </p14:nvContentPartPr>
              <p14:xfrm>
                <a:off x="8209673" y="6302348"/>
                <a:ext cx="27360" cy="9360"/>
              </p14:xfrm>
            </p:contentPart>
          </mc:Choice>
          <mc:Fallback xmlns="">
            <p:pic>
              <p:nvPicPr>
                <p:cNvPr id="241749" name="Ink 241748">
                  <a:extLst>
                    <a:ext uri="{FF2B5EF4-FFF2-40B4-BE49-F238E27FC236}">
                      <a16:creationId xmlns:a16="http://schemas.microsoft.com/office/drawing/2014/main" id="{774BA732-6411-4F9A-E71D-BD2B7FA269C9}"/>
                    </a:ext>
                  </a:extLst>
                </p:cNvPr>
                <p:cNvPicPr/>
                <p:nvPr/>
              </p:nvPicPr>
              <p:blipFill>
                <a:blip r:embed="rId234"/>
                <a:stretch>
                  <a:fillRect/>
                </a:stretch>
              </p:blipFill>
              <p:spPr>
                <a:xfrm>
                  <a:off x="8200673" y="6293348"/>
                  <a:ext cx="4500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41751" name="Ink 241750">
                  <a:extLst>
                    <a:ext uri="{FF2B5EF4-FFF2-40B4-BE49-F238E27FC236}">
                      <a16:creationId xmlns:a16="http://schemas.microsoft.com/office/drawing/2014/main" id="{7BB49D92-E306-599F-28AB-E16CA62929F2}"/>
                    </a:ext>
                  </a:extLst>
                </p14:cNvPr>
                <p14:cNvContentPartPr/>
                <p14:nvPr/>
              </p14:nvContentPartPr>
              <p14:xfrm>
                <a:off x="8760113" y="6364268"/>
                <a:ext cx="167760" cy="313560"/>
              </p14:xfrm>
            </p:contentPart>
          </mc:Choice>
          <mc:Fallback xmlns="">
            <p:pic>
              <p:nvPicPr>
                <p:cNvPr id="241751" name="Ink 241750">
                  <a:extLst>
                    <a:ext uri="{FF2B5EF4-FFF2-40B4-BE49-F238E27FC236}">
                      <a16:creationId xmlns:a16="http://schemas.microsoft.com/office/drawing/2014/main" id="{7BB49D92-E306-599F-28AB-E16CA62929F2}"/>
                    </a:ext>
                  </a:extLst>
                </p:cNvPr>
                <p:cNvPicPr/>
                <p:nvPr/>
              </p:nvPicPr>
              <p:blipFill>
                <a:blip r:embed="rId236"/>
                <a:stretch>
                  <a:fillRect/>
                </a:stretch>
              </p:blipFill>
              <p:spPr>
                <a:xfrm>
                  <a:off x="8751473" y="6355628"/>
                  <a:ext cx="185400" cy="331200"/>
                </a:xfrm>
                <a:prstGeom prst="rect">
                  <a:avLst/>
                </a:prstGeom>
              </p:spPr>
            </p:pic>
          </mc:Fallback>
        </mc:AlternateContent>
      </p:grpSp>
    </p:spTree>
    <p:extLst>
      <p:ext uri="{BB962C8B-B14F-4D97-AF65-F5344CB8AC3E}">
        <p14:creationId xmlns:p14="http://schemas.microsoft.com/office/powerpoint/2010/main" val="38604881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an RC circuit containing a controlled source</a:t>
            </a:r>
          </a:p>
        </p:txBody>
      </p:sp>
      <p:sp>
        <p:nvSpPr>
          <p:cNvPr id="3" name="Content Placeholder 2"/>
          <p:cNvSpPr>
            <a:spLocks noGrp="1"/>
          </p:cNvSpPr>
          <p:nvPr>
            <p:ph idx="1"/>
          </p:nvPr>
        </p:nvSpPr>
        <p:spPr/>
        <p:txBody>
          <a:bodyPr/>
          <a:lstStyle/>
          <a:p>
            <a:r>
              <a:rPr lang="en-US" dirty="0"/>
              <a:t>First order circuit with a controlled source</a:t>
            </a:r>
          </a:p>
          <a:p>
            <a:r>
              <a:rPr lang="en-US" dirty="0"/>
              <a:t>Initial condition, capacitor is charged to 10V. Switch open, no current whatsoever.</a:t>
            </a:r>
          </a:p>
          <a:p>
            <a:r>
              <a:rPr lang="en-US" dirty="0"/>
              <a:t>At t=0, switch closed. C discharges, and         . The controlled current source charges up C.</a:t>
            </a:r>
          </a:p>
          <a:p>
            <a:r>
              <a:rPr lang="en-US" dirty="0"/>
              <a:t>In the long run, the controlled source wins in this circuit (see the analysis).</a:t>
            </a:r>
          </a:p>
          <a:p>
            <a:r>
              <a:rPr lang="en-US" dirty="0"/>
              <a:t>Replace the rest of circuit that is connected to C by its </a:t>
            </a:r>
            <a:r>
              <a:rPr lang="en-US" dirty="0" err="1"/>
              <a:t>Thevenin</a:t>
            </a:r>
            <a:r>
              <a:rPr lang="en-US" dirty="0"/>
              <a:t> equivalence. </a:t>
            </a:r>
          </a:p>
        </p:txBody>
      </p:sp>
      <p:pic>
        <p:nvPicPr>
          <p:cNvPr id="234498" name="Picture 2" descr="C:\Users\skhark\Desktop\1.jpg"/>
          <p:cNvPicPr>
            <a:picLocks noChangeAspect="1" noChangeArrowheads="1"/>
          </p:cNvPicPr>
          <p:nvPr/>
        </p:nvPicPr>
        <p:blipFill>
          <a:blip r:embed="rId2" cstate="print"/>
          <a:srcRect/>
          <a:stretch>
            <a:fillRect/>
          </a:stretch>
        </p:blipFill>
        <p:spPr bwMode="auto">
          <a:xfrm>
            <a:off x="4180854" y="5468229"/>
            <a:ext cx="4180059" cy="1390135"/>
          </a:xfrm>
          <a:prstGeom prst="rect">
            <a:avLst/>
          </a:prstGeom>
          <a:noFill/>
        </p:spPr>
      </p:pic>
      <p:graphicFrame>
        <p:nvGraphicFramePr>
          <p:cNvPr id="7" name="Object 6"/>
          <p:cNvGraphicFramePr>
            <a:graphicFrameLocks noChangeAspect="1"/>
          </p:cNvGraphicFramePr>
          <p:nvPr/>
        </p:nvGraphicFramePr>
        <p:xfrm>
          <a:off x="6927033" y="3266872"/>
          <a:ext cx="738902" cy="443341"/>
        </p:xfrm>
        <a:graphic>
          <a:graphicData uri="http://schemas.openxmlformats.org/presentationml/2006/ole">
            <mc:AlternateContent xmlns:mc="http://schemas.openxmlformats.org/markup-compatibility/2006">
              <mc:Choice xmlns:v="urn:schemas-microsoft-com:vml" Requires="v">
                <p:oleObj name="Equation" r:id="rId3" imgW="381000" imgH="228600" progId="Equation.DSMT4">
                  <p:embed/>
                </p:oleObj>
              </mc:Choice>
              <mc:Fallback>
                <p:oleObj name="Equation" r:id="rId3" imgW="381000" imgH="228600" progId="Equation.DSMT4">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7033" y="3266872"/>
                        <a:ext cx="738902" cy="443341"/>
                      </a:xfrm>
                      <a:prstGeom prst="rect">
                        <a:avLst/>
                      </a:prstGeom>
                      <a:noFill/>
                    </p:spPr>
                  </p:pic>
                </p:oleObj>
              </mc:Fallback>
            </mc:AlternateContent>
          </a:graphicData>
        </a:graphic>
      </p:graphicFrame>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67</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5C456023-8E12-8BDB-71DF-103DD9BDDBA4}"/>
                  </a:ext>
                </a:extLst>
              </p14:cNvPr>
              <p14:cNvContentPartPr/>
              <p14:nvPr/>
            </p14:nvContentPartPr>
            <p14:xfrm>
              <a:off x="1065240" y="1561320"/>
              <a:ext cx="87840" cy="141840"/>
            </p14:xfrm>
          </p:contentPart>
        </mc:Choice>
        <mc:Fallback xmlns="">
          <p:pic>
            <p:nvPicPr>
              <p:cNvPr id="4" name="Ink 3">
                <a:extLst>
                  <a:ext uri="{FF2B5EF4-FFF2-40B4-BE49-F238E27FC236}">
                    <a16:creationId xmlns:a16="http://schemas.microsoft.com/office/drawing/2014/main" id="{5C456023-8E12-8BDB-71DF-103DD9BDDBA4}"/>
                  </a:ext>
                </a:extLst>
              </p:cNvPr>
              <p:cNvPicPr/>
              <p:nvPr/>
            </p:nvPicPr>
            <p:blipFill>
              <a:blip r:embed="rId6"/>
              <a:stretch>
                <a:fillRect/>
              </a:stretch>
            </p:blipFill>
            <p:spPr>
              <a:xfrm>
                <a:off x="1055880" y="1551960"/>
                <a:ext cx="10656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60687A42-22F5-4276-C903-4690D2FA74E8}"/>
                  </a:ext>
                </a:extLst>
              </p14:cNvPr>
              <p14:cNvContentPartPr/>
              <p14:nvPr/>
            </p14:nvContentPartPr>
            <p14:xfrm>
              <a:off x="979920" y="1539000"/>
              <a:ext cx="217800" cy="286200"/>
            </p14:xfrm>
          </p:contentPart>
        </mc:Choice>
        <mc:Fallback xmlns="">
          <p:pic>
            <p:nvPicPr>
              <p:cNvPr id="6" name="Ink 5">
                <a:extLst>
                  <a:ext uri="{FF2B5EF4-FFF2-40B4-BE49-F238E27FC236}">
                    <a16:creationId xmlns:a16="http://schemas.microsoft.com/office/drawing/2014/main" id="{60687A42-22F5-4276-C903-4690D2FA74E8}"/>
                  </a:ext>
                </a:extLst>
              </p:cNvPr>
              <p:cNvPicPr/>
              <p:nvPr/>
            </p:nvPicPr>
            <p:blipFill>
              <a:blip r:embed="rId8"/>
              <a:stretch>
                <a:fillRect/>
              </a:stretch>
            </p:blipFill>
            <p:spPr>
              <a:xfrm>
                <a:off x="970560" y="1529640"/>
                <a:ext cx="236520" cy="304920"/>
              </a:xfrm>
              <a:prstGeom prst="rect">
                <a:avLst/>
              </a:prstGeom>
            </p:spPr>
          </p:pic>
        </mc:Fallback>
      </mc:AlternateContent>
    </p:spTree>
    <p:extLst>
      <p:ext uri="{BB962C8B-B14F-4D97-AF65-F5344CB8AC3E}">
        <p14:creationId xmlns:p14="http://schemas.microsoft.com/office/powerpoint/2010/main" val="80251721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an RC circuit containing a controlled source</a:t>
            </a:r>
          </a:p>
        </p:txBody>
      </p:sp>
      <p:sp>
        <p:nvSpPr>
          <p:cNvPr id="3" name="Content Placeholder 2"/>
          <p:cNvSpPr>
            <a:spLocks noGrp="1"/>
          </p:cNvSpPr>
          <p:nvPr>
            <p:ph idx="1"/>
          </p:nvPr>
        </p:nvSpPr>
        <p:spPr/>
        <p:txBody>
          <a:bodyPr>
            <a:normAutofit/>
          </a:bodyPr>
          <a:lstStyle/>
          <a:p>
            <a:r>
              <a:rPr lang="en-US" dirty="0"/>
              <a:t>Consider the auxiliary circuit</a:t>
            </a:r>
          </a:p>
          <a:p>
            <a:pPr lvl="1"/>
            <a:r>
              <a:rPr lang="en-US" dirty="0"/>
              <a:t>Its open circuit voltage is 0.</a:t>
            </a:r>
          </a:p>
          <a:p>
            <a:pPr lvl="1"/>
            <a:r>
              <a:rPr lang="en-US" dirty="0"/>
              <a:t>To find its </a:t>
            </a:r>
            <a:r>
              <a:rPr lang="en-US" dirty="0" err="1"/>
              <a:t>Thevenin</a:t>
            </a:r>
            <a:r>
              <a:rPr lang="en-US" dirty="0"/>
              <a:t> resistance, apply a</a:t>
            </a:r>
            <a:br>
              <a:rPr lang="en-US" dirty="0"/>
            </a:br>
            <a:r>
              <a:rPr lang="en-US" dirty="0"/>
              <a:t>test source </a:t>
            </a:r>
            <a:r>
              <a:rPr lang="en-US" i="1" dirty="0" err="1"/>
              <a:t>v</a:t>
            </a:r>
            <a:r>
              <a:rPr lang="en-US" baseline="-25000" dirty="0" err="1"/>
              <a:t>T</a:t>
            </a:r>
            <a:r>
              <a:rPr lang="en-US" baseline="-25000" dirty="0"/>
              <a:t> </a:t>
            </a:r>
            <a:r>
              <a:rPr lang="en-US" dirty="0"/>
              <a:t>(units: k</a:t>
            </a:r>
            <a:r>
              <a:rPr lang="en-US" dirty="0">
                <a:latin typeface="Symbol" pitchFamily="18" charset="2"/>
              </a:rPr>
              <a:t>W</a:t>
            </a:r>
            <a:r>
              <a:rPr lang="en-US" dirty="0"/>
              <a:t> &amp; </a:t>
            </a:r>
            <a:r>
              <a:rPr lang="en-US" dirty="0" err="1"/>
              <a:t>mA</a:t>
            </a:r>
            <a:r>
              <a:rPr lang="en-US" dirty="0"/>
              <a:t>, mF, V)</a:t>
            </a:r>
          </a:p>
          <a:p>
            <a:endParaRPr lang="en-US" dirty="0"/>
          </a:p>
          <a:p>
            <a:endParaRPr lang="en-US" dirty="0"/>
          </a:p>
          <a:p>
            <a:endParaRPr lang="en-US" dirty="0"/>
          </a:p>
          <a:p>
            <a:endParaRPr lang="en-US" dirty="0"/>
          </a:p>
          <a:p>
            <a:r>
              <a:rPr lang="en-US" dirty="0"/>
              <a:t>From the equivalent circuit:</a:t>
            </a:r>
          </a:p>
        </p:txBody>
      </p:sp>
      <p:pic>
        <p:nvPicPr>
          <p:cNvPr id="6" name="Picture 3" descr="C:\Users\skhark\Desktop\2.jpg"/>
          <p:cNvPicPr>
            <a:picLocks noChangeAspect="1" noChangeArrowheads="1"/>
          </p:cNvPicPr>
          <p:nvPr/>
        </p:nvPicPr>
        <p:blipFill>
          <a:blip r:embed="rId2" cstate="print"/>
          <a:srcRect/>
          <a:stretch>
            <a:fillRect/>
          </a:stretch>
        </p:blipFill>
        <p:spPr bwMode="auto">
          <a:xfrm>
            <a:off x="6673694" y="1655803"/>
            <a:ext cx="4224062" cy="1668163"/>
          </a:xfrm>
          <a:prstGeom prst="rect">
            <a:avLst/>
          </a:prstGeom>
          <a:noFill/>
        </p:spPr>
      </p:pic>
      <p:pic>
        <p:nvPicPr>
          <p:cNvPr id="7" name="Picture 5" descr="C:\Users\skhark\Desktop\3.jpg"/>
          <p:cNvPicPr>
            <a:picLocks noChangeAspect="1" noChangeArrowheads="1"/>
          </p:cNvPicPr>
          <p:nvPr/>
        </p:nvPicPr>
        <p:blipFill>
          <a:blip r:embed="rId3" cstate="print"/>
          <a:srcRect/>
          <a:stretch>
            <a:fillRect/>
          </a:stretch>
        </p:blipFill>
        <p:spPr bwMode="auto">
          <a:xfrm>
            <a:off x="6667243" y="3365307"/>
            <a:ext cx="4239108" cy="1453828"/>
          </a:xfrm>
          <a:prstGeom prst="rect">
            <a:avLst/>
          </a:prstGeom>
          <a:noFill/>
        </p:spPr>
      </p:pic>
      <p:graphicFrame>
        <p:nvGraphicFramePr>
          <p:cNvPr id="236547" name="Object 3"/>
          <p:cNvGraphicFramePr>
            <a:graphicFrameLocks noChangeAspect="1"/>
          </p:cNvGraphicFramePr>
          <p:nvPr/>
        </p:nvGraphicFramePr>
        <p:xfrm>
          <a:off x="1500908" y="3586264"/>
          <a:ext cx="3533006" cy="1543793"/>
        </p:xfrm>
        <a:graphic>
          <a:graphicData uri="http://schemas.openxmlformats.org/presentationml/2006/ole">
            <mc:AlternateContent xmlns:mc="http://schemas.openxmlformats.org/markup-compatibility/2006">
              <mc:Choice xmlns:v="urn:schemas-microsoft-com:vml" Requires="v">
                <p:oleObj name="Equation" r:id="rId4" imgW="1917700" imgH="838200" progId="Equation.DSMT4">
                  <p:embed/>
                </p:oleObj>
              </mc:Choice>
              <mc:Fallback>
                <p:oleObj name="Equation" r:id="rId4" imgW="1917700" imgH="838200" progId="Equation.DSMT4">
                  <p:embed/>
                  <p:pic>
                    <p:nvPicPr>
                      <p:cNvPr id="23654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908" y="3586264"/>
                        <a:ext cx="3533006" cy="1543793"/>
                      </a:xfrm>
                      <a:prstGeom prst="rect">
                        <a:avLst/>
                      </a:prstGeom>
                      <a:noFill/>
                    </p:spPr>
                  </p:pic>
                </p:oleObj>
              </mc:Fallback>
            </mc:AlternateContent>
          </a:graphicData>
        </a:graphic>
      </p:graphicFrame>
      <p:graphicFrame>
        <p:nvGraphicFramePr>
          <p:cNvPr id="236548" name="Object 4"/>
          <p:cNvGraphicFramePr>
            <a:graphicFrameLocks noChangeAspect="1"/>
          </p:cNvGraphicFramePr>
          <p:nvPr/>
        </p:nvGraphicFramePr>
        <p:xfrm>
          <a:off x="5432828" y="5309394"/>
          <a:ext cx="2905125" cy="638175"/>
        </p:xfrm>
        <a:graphic>
          <a:graphicData uri="http://schemas.openxmlformats.org/presentationml/2006/ole">
            <mc:AlternateContent xmlns:mc="http://schemas.openxmlformats.org/markup-compatibility/2006">
              <mc:Choice xmlns:v="urn:schemas-microsoft-com:vml" Requires="v">
                <p:oleObj name="Equation" r:id="rId6" imgW="1676400" imgH="368300" progId="Equation.DSMT4">
                  <p:embed/>
                </p:oleObj>
              </mc:Choice>
              <mc:Fallback>
                <p:oleObj name="Equation" r:id="rId6" imgW="1676400" imgH="368300" progId="Equation.DSMT4">
                  <p:embed/>
                  <p:pic>
                    <p:nvPicPr>
                      <p:cNvPr id="23654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2828" y="5309394"/>
                        <a:ext cx="2905125" cy="638175"/>
                      </a:xfrm>
                      <a:prstGeom prst="rect">
                        <a:avLst/>
                      </a:prstGeom>
                      <a:noFill/>
                    </p:spPr>
                  </p:pic>
                </p:oleObj>
              </mc:Fallback>
            </mc:AlternateContent>
          </a:graphicData>
        </a:graphic>
      </p:graphicFrame>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68</a:t>
            </a:fld>
            <a:endParaRPr lang="en-US" altLang="zh-CN" dirty="0">
              <a:ea typeface="黑体" panose="02010609060101010101" pitchFamily="49" charset="-122"/>
            </a:endParaRPr>
          </a:p>
        </p:txBody>
      </p:sp>
    </p:spTree>
    <p:extLst>
      <p:ext uri="{BB962C8B-B14F-4D97-AF65-F5344CB8AC3E}">
        <p14:creationId xmlns:p14="http://schemas.microsoft.com/office/powerpoint/2010/main" val="24654118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a 1</a:t>
            </a:r>
            <a:r>
              <a:rPr lang="en-US" baseline="30000" dirty="0"/>
              <a:t>st</a:t>
            </a:r>
            <a:r>
              <a:rPr lang="en-US" dirty="0"/>
              <a:t> order circuit containing an op-amp</a:t>
            </a:r>
          </a:p>
        </p:txBody>
      </p:sp>
      <p:sp>
        <p:nvSpPr>
          <p:cNvPr id="3" name="Content Placeholder 2"/>
          <p:cNvSpPr>
            <a:spLocks noGrp="1"/>
          </p:cNvSpPr>
          <p:nvPr>
            <p:ph idx="1"/>
          </p:nvPr>
        </p:nvSpPr>
        <p:spPr/>
        <p:txBody>
          <a:bodyPr>
            <a:normAutofit/>
          </a:bodyPr>
          <a:lstStyle/>
          <a:p>
            <a:r>
              <a:rPr lang="en-US" dirty="0"/>
              <a:t>Find the step response for the op amp circuit</a:t>
            </a:r>
          </a:p>
          <a:p>
            <a:r>
              <a:rPr lang="en-US" i="1" dirty="0"/>
              <a:t>v</a:t>
            </a:r>
            <a:r>
              <a:rPr lang="en-US" i="1" baseline="-25000" dirty="0"/>
              <a:t>i</a:t>
            </a:r>
            <a:r>
              <a:rPr lang="en-US" i="1" dirty="0"/>
              <a:t> =Vu(t), </a:t>
            </a:r>
            <a:r>
              <a:rPr lang="en-US" dirty="0"/>
              <a:t>where V is a constant</a:t>
            </a:r>
            <a:r>
              <a:rPr lang="en-US" i="1" dirty="0"/>
              <a:t>.</a:t>
            </a:r>
          </a:p>
          <a:p>
            <a:r>
              <a:rPr lang="en-US" dirty="0"/>
              <a:t>Auxiliary circuit  (a)</a:t>
            </a:r>
          </a:p>
          <a:p>
            <a:endParaRPr lang="en-US" dirty="0"/>
          </a:p>
          <a:p>
            <a:endParaRPr lang="en-US" dirty="0"/>
          </a:p>
          <a:p>
            <a:r>
              <a:rPr lang="en-US" dirty="0"/>
              <a:t>Auxiliary circuit  (b)</a:t>
            </a:r>
            <a:br>
              <a:rPr lang="en-US" dirty="0"/>
            </a:br>
            <a:r>
              <a:rPr lang="en-US" dirty="0"/>
              <a:t>ideal op-amp </a:t>
            </a:r>
            <a:r>
              <a:rPr lang="en-US" i="1" dirty="0"/>
              <a:t>R</a:t>
            </a:r>
            <a:r>
              <a:rPr lang="en-US" baseline="-25000" dirty="0"/>
              <a:t>o</a:t>
            </a:r>
            <a:r>
              <a:rPr lang="en-US" dirty="0"/>
              <a:t>=0</a:t>
            </a:r>
          </a:p>
          <a:p>
            <a:r>
              <a:rPr lang="en-US" dirty="0"/>
              <a:t>Output for </a:t>
            </a:r>
            <a:r>
              <a:rPr lang="en-US" i="1" dirty="0"/>
              <a:t>t</a:t>
            </a:r>
            <a:r>
              <a:rPr lang="en-US" dirty="0"/>
              <a:t> &gt;0, </a:t>
            </a:r>
          </a:p>
        </p:txBody>
      </p:sp>
      <p:pic>
        <p:nvPicPr>
          <p:cNvPr id="244738" name="Picture 2" descr="C:\Users\skhark\AppData\Local\Temp\Rar$DI01.422\ale28221_07_059.jpg"/>
          <p:cNvPicPr>
            <a:picLocks noChangeAspect="1" noChangeArrowheads="1"/>
          </p:cNvPicPr>
          <p:nvPr/>
        </p:nvPicPr>
        <p:blipFill>
          <a:blip r:embed="rId2" cstate="print"/>
          <a:srcRect/>
          <a:stretch>
            <a:fillRect/>
          </a:stretch>
        </p:blipFill>
        <p:spPr bwMode="auto">
          <a:xfrm>
            <a:off x="8055644" y="1122689"/>
            <a:ext cx="3496276" cy="3046756"/>
          </a:xfrm>
          <a:prstGeom prst="rect">
            <a:avLst/>
          </a:prstGeom>
          <a:noFill/>
        </p:spPr>
      </p:pic>
      <p:pic>
        <p:nvPicPr>
          <p:cNvPr id="244739" name="Picture 3" descr="C:\Users\skhark\AppData\Local\Temp\Rar$DI05.519\ale28221_07_060.jpg"/>
          <p:cNvPicPr>
            <a:picLocks noChangeAspect="1" noChangeArrowheads="1"/>
          </p:cNvPicPr>
          <p:nvPr/>
        </p:nvPicPr>
        <p:blipFill>
          <a:blip r:embed="rId3" cstate="print"/>
          <a:srcRect/>
          <a:stretch>
            <a:fillRect/>
          </a:stretch>
        </p:blipFill>
        <p:spPr bwMode="auto">
          <a:xfrm>
            <a:off x="7060879" y="4235923"/>
            <a:ext cx="4728478" cy="2266477"/>
          </a:xfrm>
          <a:prstGeom prst="rect">
            <a:avLst/>
          </a:prstGeom>
          <a:noFill/>
        </p:spPr>
      </p:pic>
      <p:graphicFrame>
        <p:nvGraphicFramePr>
          <p:cNvPr id="8" name="Object 7"/>
          <p:cNvGraphicFramePr>
            <a:graphicFrameLocks noChangeAspect="1"/>
          </p:cNvGraphicFramePr>
          <p:nvPr/>
        </p:nvGraphicFramePr>
        <p:xfrm>
          <a:off x="4223781" y="2742429"/>
          <a:ext cx="1213365" cy="704535"/>
        </p:xfrm>
        <a:graphic>
          <a:graphicData uri="http://schemas.openxmlformats.org/presentationml/2006/ole">
            <mc:AlternateContent xmlns:mc="http://schemas.openxmlformats.org/markup-compatibility/2006">
              <mc:Choice xmlns:v="urn:schemas-microsoft-com:vml" Requires="v">
                <p:oleObj name="Equation" r:id="rId4" imgW="787400" imgH="457200" progId="Equation.DSMT4">
                  <p:embed/>
                </p:oleObj>
              </mc:Choice>
              <mc:Fallback>
                <p:oleObj name="Equation" r:id="rId4" imgW="787400" imgH="457200" progId="Equation.DSMT4">
                  <p:embed/>
                  <p:pic>
                    <p:nvPicPr>
                      <p:cNvPr id="8"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3781" y="2742429"/>
                        <a:ext cx="1213365" cy="704535"/>
                      </a:xfrm>
                      <a:prstGeom prst="rect">
                        <a:avLst/>
                      </a:prstGeom>
                      <a:noFill/>
                    </p:spPr>
                  </p:pic>
                </p:oleObj>
              </mc:Fallback>
            </mc:AlternateContent>
          </a:graphicData>
        </a:graphic>
      </p:graphicFrame>
      <p:graphicFrame>
        <p:nvGraphicFramePr>
          <p:cNvPr id="244742" name="Object 6"/>
          <p:cNvGraphicFramePr>
            <a:graphicFrameLocks noChangeAspect="1"/>
          </p:cNvGraphicFramePr>
          <p:nvPr/>
        </p:nvGraphicFramePr>
        <p:xfrm>
          <a:off x="4308622" y="4643031"/>
          <a:ext cx="2836863" cy="352425"/>
        </p:xfrm>
        <a:graphic>
          <a:graphicData uri="http://schemas.openxmlformats.org/presentationml/2006/ole">
            <mc:AlternateContent xmlns:mc="http://schemas.openxmlformats.org/markup-compatibility/2006">
              <mc:Choice xmlns:v="urn:schemas-microsoft-com:vml" Requires="v">
                <p:oleObj name="Equation" r:id="rId6" imgW="1841500" imgH="228600" progId="Equation.DSMT4">
                  <p:embed/>
                </p:oleObj>
              </mc:Choice>
              <mc:Fallback>
                <p:oleObj name="Equation" r:id="rId6" imgW="1841500" imgH="228600" progId="Equation.DSMT4">
                  <p:embed/>
                  <p:pic>
                    <p:nvPicPr>
                      <p:cNvPr id="244742"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8622" y="4643031"/>
                        <a:ext cx="2836863" cy="352425"/>
                      </a:xfrm>
                      <a:prstGeom prst="rect">
                        <a:avLst/>
                      </a:prstGeom>
                      <a:noFill/>
                    </p:spPr>
                  </p:pic>
                </p:oleObj>
              </mc:Fallback>
            </mc:AlternateContent>
          </a:graphicData>
        </a:graphic>
      </p:graphicFrame>
      <p:graphicFrame>
        <p:nvGraphicFramePr>
          <p:cNvPr id="244744" name="Object 8"/>
          <p:cNvGraphicFramePr>
            <a:graphicFrameLocks noChangeAspect="1"/>
          </p:cNvGraphicFramePr>
          <p:nvPr/>
        </p:nvGraphicFramePr>
        <p:xfrm>
          <a:off x="1507670" y="3473391"/>
          <a:ext cx="5126038" cy="704850"/>
        </p:xfrm>
        <a:graphic>
          <a:graphicData uri="http://schemas.openxmlformats.org/presentationml/2006/ole">
            <mc:AlternateContent xmlns:mc="http://schemas.openxmlformats.org/markup-compatibility/2006">
              <mc:Choice xmlns:v="urn:schemas-microsoft-com:vml" Requires="v">
                <p:oleObj name="Equation" r:id="rId8" imgW="3327400" imgH="457200" progId="Equation.DSMT4">
                  <p:embed/>
                </p:oleObj>
              </mc:Choice>
              <mc:Fallback>
                <p:oleObj name="Equation" r:id="rId8" imgW="3327400" imgH="457200" progId="Equation.DSMT4">
                  <p:embed/>
                  <p:pic>
                    <p:nvPicPr>
                      <p:cNvPr id="244744"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07670" y="3473391"/>
                        <a:ext cx="5126038" cy="704850"/>
                      </a:xfrm>
                      <a:prstGeom prst="rect">
                        <a:avLst/>
                      </a:prstGeom>
                      <a:noFill/>
                    </p:spPr>
                  </p:pic>
                </p:oleObj>
              </mc:Fallback>
            </mc:AlternateContent>
          </a:graphicData>
        </a:graphic>
      </p:graphicFrame>
      <p:graphicFrame>
        <p:nvGraphicFramePr>
          <p:cNvPr id="22" name="Object 21"/>
          <p:cNvGraphicFramePr>
            <a:graphicFrameLocks noChangeAspect="1"/>
          </p:cNvGraphicFramePr>
          <p:nvPr/>
        </p:nvGraphicFramePr>
        <p:xfrm>
          <a:off x="3586997" y="5229667"/>
          <a:ext cx="2836862" cy="585787"/>
        </p:xfrm>
        <a:graphic>
          <a:graphicData uri="http://schemas.openxmlformats.org/presentationml/2006/ole">
            <mc:AlternateContent xmlns:mc="http://schemas.openxmlformats.org/markup-compatibility/2006">
              <mc:Choice xmlns:v="urn:schemas-microsoft-com:vml" Requires="v">
                <p:oleObj name="Equation" r:id="rId10" imgW="1168400" imgH="241300" progId="Equation.DSMT4">
                  <p:embed/>
                </p:oleObj>
              </mc:Choice>
              <mc:Fallback>
                <p:oleObj name="Equation" r:id="rId10" imgW="1168400" imgH="241300" progId="Equation.DSMT4">
                  <p:embed/>
                  <p:pic>
                    <p:nvPicPr>
                      <p:cNvPr id="22"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86997" y="5229667"/>
                        <a:ext cx="2836862" cy="585787"/>
                      </a:xfrm>
                      <a:prstGeom prst="rect">
                        <a:avLst/>
                      </a:prstGeom>
                      <a:noFill/>
                    </p:spPr>
                  </p:pic>
                </p:oleObj>
              </mc:Fallback>
            </mc:AlternateContent>
          </a:graphicData>
        </a:graphic>
      </p:graphicFrame>
      <p:sp>
        <p:nvSpPr>
          <p:cNvPr id="5" name="Slide Number Placeholder 4"/>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69</a:t>
            </a:fld>
            <a:endParaRPr lang="en-US" altLang="zh-CN" dirty="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12">
            <p14:nvContentPartPr>
              <p14:cNvPr id="4" name="Ink 3">
                <a:extLst>
                  <a:ext uri="{FF2B5EF4-FFF2-40B4-BE49-F238E27FC236}">
                    <a16:creationId xmlns:a16="http://schemas.microsoft.com/office/drawing/2014/main" id="{4A532C72-7D2D-66E2-E580-63ED30BD6E9A}"/>
                  </a:ext>
                </a:extLst>
              </p14:cNvPr>
              <p14:cNvContentPartPr/>
              <p14:nvPr/>
            </p14:nvContentPartPr>
            <p14:xfrm>
              <a:off x="8557920" y="6188760"/>
              <a:ext cx="3554640" cy="636120"/>
            </p14:xfrm>
          </p:contentPart>
        </mc:Choice>
        <mc:Fallback xmlns="">
          <p:pic>
            <p:nvPicPr>
              <p:cNvPr id="4" name="Ink 3">
                <a:extLst>
                  <a:ext uri="{FF2B5EF4-FFF2-40B4-BE49-F238E27FC236}">
                    <a16:creationId xmlns:a16="http://schemas.microsoft.com/office/drawing/2014/main" id="{4A532C72-7D2D-66E2-E580-63ED30BD6E9A}"/>
                  </a:ext>
                </a:extLst>
              </p:cNvPr>
              <p:cNvPicPr/>
              <p:nvPr/>
            </p:nvPicPr>
            <p:blipFill>
              <a:blip r:embed="rId13"/>
              <a:stretch>
                <a:fillRect/>
              </a:stretch>
            </p:blipFill>
            <p:spPr>
              <a:xfrm>
                <a:off x="8548560" y="6179400"/>
                <a:ext cx="3573360" cy="654840"/>
              </a:xfrm>
              <a:prstGeom prst="rect">
                <a:avLst/>
              </a:prstGeom>
            </p:spPr>
          </p:pic>
        </mc:Fallback>
      </mc:AlternateContent>
      <p:grpSp>
        <p:nvGrpSpPr>
          <p:cNvPr id="16" name="Group 15">
            <a:extLst>
              <a:ext uri="{FF2B5EF4-FFF2-40B4-BE49-F238E27FC236}">
                <a16:creationId xmlns:a16="http://schemas.microsoft.com/office/drawing/2014/main" id="{0DDF9F96-F1F0-5BE4-514A-8213B9958246}"/>
              </a:ext>
            </a:extLst>
          </p:cNvPr>
          <p:cNvGrpSpPr/>
          <p:nvPr/>
        </p:nvGrpSpPr>
        <p:grpSpPr>
          <a:xfrm>
            <a:off x="7719353" y="1784348"/>
            <a:ext cx="978480" cy="421920"/>
            <a:chOff x="7719353" y="1784348"/>
            <a:chExt cx="978480" cy="421920"/>
          </a:xfrm>
        </p:grpSpPr>
        <mc:AlternateContent xmlns:mc="http://schemas.openxmlformats.org/markup-compatibility/2006" xmlns:p14="http://schemas.microsoft.com/office/powerpoint/2010/main">
          <mc:Choice Requires="p14">
            <p:contentPart p14:bwMode="auto" r:id="rId14">
              <p14:nvContentPartPr>
                <p14:cNvPr id="6" name="Ink 5">
                  <a:extLst>
                    <a:ext uri="{FF2B5EF4-FFF2-40B4-BE49-F238E27FC236}">
                      <a16:creationId xmlns:a16="http://schemas.microsoft.com/office/drawing/2014/main" id="{E08CB1AA-E0E1-3EB9-A9AE-E63010DC0E64}"/>
                    </a:ext>
                  </a:extLst>
                </p14:cNvPr>
                <p14:cNvContentPartPr/>
                <p14:nvPr/>
              </p14:nvContentPartPr>
              <p14:xfrm>
                <a:off x="7719353" y="1784348"/>
                <a:ext cx="56880" cy="421920"/>
              </p14:xfrm>
            </p:contentPart>
          </mc:Choice>
          <mc:Fallback xmlns="">
            <p:pic>
              <p:nvPicPr>
                <p:cNvPr id="6" name="Ink 5">
                  <a:extLst>
                    <a:ext uri="{FF2B5EF4-FFF2-40B4-BE49-F238E27FC236}">
                      <a16:creationId xmlns:a16="http://schemas.microsoft.com/office/drawing/2014/main" id="{E08CB1AA-E0E1-3EB9-A9AE-E63010DC0E64}"/>
                    </a:ext>
                  </a:extLst>
                </p:cNvPr>
                <p:cNvPicPr/>
                <p:nvPr/>
              </p:nvPicPr>
              <p:blipFill>
                <a:blip r:embed="rId15"/>
                <a:stretch>
                  <a:fillRect/>
                </a:stretch>
              </p:blipFill>
              <p:spPr>
                <a:xfrm>
                  <a:off x="7710353" y="1775708"/>
                  <a:ext cx="74520" cy="439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Ink 6">
                  <a:extLst>
                    <a:ext uri="{FF2B5EF4-FFF2-40B4-BE49-F238E27FC236}">
                      <a16:creationId xmlns:a16="http://schemas.microsoft.com/office/drawing/2014/main" id="{7B2FB65C-C527-76C3-E640-BE408A8311CA}"/>
                    </a:ext>
                  </a:extLst>
                </p14:cNvPr>
                <p14:cNvContentPartPr/>
                <p14:nvPr/>
              </p14:nvContentPartPr>
              <p14:xfrm>
                <a:off x="7816193" y="1883708"/>
                <a:ext cx="119880" cy="200880"/>
              </p14:xfrm>
            </p:contentPart>
          </mc:Choice>
          <mc:Fallback xmlns="">
            <p:pic>
              <p:nvPicPr>
                <p:cNvPr id="7" name="Ink 6">
                  <a:extLst>
                    <a:ext uri="{FF2B5EF4-FFF2-40B4-BE49-F238E27FC236}">
                      <a16:creationId xmlns:a16="http://schemas.microsoft.com/office/drawing/2014/main" id="{7B2FB65C-C527-76C3-E640-BE408A8311CA}"/>
                    </a:ext>
                  </a:extLst>
                </p:cNvPr>
                <p:cNvPicPr/>
                <p:nvPr/>
              </p:nvPicPr>
              <p:blipFill>
                <a:blip r:embed="rId17"/>
                <a:stretch>
                  <a:fillRect/>
                </a:stretch>
              </p:blipFill>
              <p:spPr>
                <a:xfrm>
                  <a:off x="7807553" y="1874708"/>
                  <a:ext cx="137520" cy="218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937784F5-6D5B-EFEE-B5CC-EE3E0DFC6994}"/>
                    </a:ext>
                  </a:extLst>
                </p14:cNvPr>
                <p14:cNvContentPartPr/>
                <p14:nvPr/>
              </p14:nvContentPartPr>
              <p14:xfrm>
                <a:off x="7945433" y="2073068"/>
                <a:ext cx="45000" cy="57240"/>
              </p14:xfrm>
            </p:contentPart>
          </mc:Choice>
          <mc:Fallback xmlns="">
            <p:pic>
              <p:nvPicPr>
                <p:cNvPr id="9" name="Ink 8">
                  <a:extLst>
                    <a:ext uri="{FF2B5EF4-FFF2-40B4-BE49-F238E27FC236}">
                      <a16:creationId xmlns:a16="http://schemas.microsoft.com/office/drawing/2014/main" id="{937784F5-6D5B-EFEE-B5CC-EE3E0DFC6994}"/>
                    </a:ext>
                  </a:extLst>
                </p:cNvPr>
                <p:cNvPicPr/>
                <p:nvPr/>
              </p:nvPicPr>
              <p:blipFill>
                <a:blip r:embed="rId19"/>
                <a:stretch>
                  <a:fillRect/>
                </a:stretch>
              </p:blipFill>
              <p:spPr>
                <a:xfrm>
                  <a:off x="7936433" y="2064428"/>
                  <a:ext cx="6264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A4604EFD-5A6A-B66D-4B5A-E8F325509A68}"/>
                    </a:ext>
                  </a:extLst>
                </p14:cNvPr>
                <p14:cNvContentPartPr/>
                <p14:nvPr/>
              </p14:nvContentPartPr>
              <p14:xfrm>
                <a:off x="8039393" y="1899908"/>
                <a:ext cx="46080" cy="183240"/>
              </p14:xfrm>
            </p:contentPart>
          </mc:Choice>
          <mc:Fallback xmlns="">
            <p:pic>
              <p:nvPicPr>
                <p:cNvPr id="10" name="Ink 9">
                  <a:extLst>
                    <a:ext uri="{FF2B5EF4-FFF2-40B4-BE49-F238E27FC236}">
                      <a16:creationId xmlns:a16="http://schemas.microsoft.com/office/drawing/2014/main" id="{A4604EFD-5A6A-B66D-4B5A-E8F325509A68}"/>
                    </a:ext>
                  </a:extLst>
                </p:cNvPr>
                <p:cNvPicPr/>
                <p:nvPr/>
              </p:nvPicPr>
              <p:blipFill>
                <a:blip r:embed="rId21"/>
                <a:stretch>
                  <a:fillRect/>
                </a:stretch>
              </p:blipFill>
              <p:spPr>
                <a:xfrm>
                  <a:off x="8030393" y="1890908"/>
                  <a:ext cx="6372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4A217DC2-F694-572C-A759-FA66C108C81F}"/>
                    </a:ext>
                  </a:extLst>
                </p14:cNvPr>
                <p14:cNvContentPartPr/>
                <p14:nvPr/>
              </p14:nvContentPartPr>
              <p14:xfrm>
                <a:off x="8126513" y="1956428"/>
                <a:ext cx="64800" cy="113760"/>
              </p14:xfrm>
            </p:contentPart>
          </mc:Choice>
          <mc:Fallback xmlns="">
            <p:pic>
              <p:nvPicPr>
                <p:cNvPr id="11" name="Ink 10">
                  <a:extLst>
                    <a:ext uri="{FF2B5EF4-FFF2-40B4-BE49-F238E27FC236}">
                      <a16:creationId xmlns:a16="http://schemas.microsoft.com/office/drawing/2014/main" id="{4A217DC2-F694-572C-A759-FA66C108C81F}"/>
                    </a:ext>
                  </a:extLst>
                </p:cNvPr>
                <p:cNvPicPr/>
                <p:nvPr/>
              </p:nvPicPr>
              <p:blipFill>
                <a:blip r:embed="rId23"/>
                <a:stretch>
                  <a:fillRect/>
                </a:stretch>
              </p:blipFill>
              <p:spPr>
                <a:xfrm>
                  <a:off x="8117513" y="1947788"/>
                  <a:ext cx="8244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D5233D2C-180F-4A8A-1646-617AE9482F29}"/>
                    </a:ext>
                  </a:extLst>
                </p14:cNvPr>
                <p14:cNvContentPartPr/>
                <p14:nvPr/>
              </p14:nvContentPartPr>
              <p14:xfrm>
                <a:off x="8216513" y="1877948"/>
                <a:ext cx="54720" cy="231480"/>
              </p14:xfrm>
            </p:contentPart>
          </mc:Choice>
          <mc:Fallback xmlns="">
            <p:pic>
              <p:nvPicPr>
                <p:cNvPr id="12" name="Ink 11">
                  <a:extLst>
                    <a:ext uri="{FF2B5EF4-FFF2-40B4-BE49-F238E27FC236}">
                      <a16:creationId xmlns:a16="http://schemas.microsoft.com/office/drawing/2014/main" id="{D5233D2C-180F-4A8A-1646-617AE9482F29}"/>
                    </a:ext>
                  </a:extLst>
                </p:cNvPr>
                <p:cNvPicPr/>
                <p:nvPr/>
              </p:nvPicPr>
              <p:blipFill>
                <a:blip r:embed="rId25"/>
                <a:stretch>
                  <a:fillRect/>
                </a:stretch>
              </p:blipFill>
              <p:spPr>
                <a:xfrm>
                  <a:off x="8207513" y="1868948"/>
                  <a:ext cx="723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Ink 12">
                  <a:extLst>
                    <a:ext uri="{FF2B5EF4-FFF2-40B4-BE49-F238E27FC236}">
                      <a16:creationId xmlns:a16="http://schemas.microsoft.com/office/drawing/2014/main" id="{71F631D8-F817-B169-4C09-81CB42296B14}"/>
                    </a:ext>
                  </a:extLst>
                </p14:cNvPr>
                <p14:cNvContentPartPr/>
                <p14:nvPr/>
              </p14:nvContentPartPr>
              <p14:xfrm>
                <a:off x="8277713" y="1958588"/>
                <a:ext cx="162000" cy="70560"/>
              </p14:xfrm>
            </p:contentPart>
          </mc:Choice>
          <mc:Fallback xmlns="">
            <p:pic>
              <p:nvPicPr>
                <p:cNvPr id="13" name="Ink 12">
                  <a:extLst>
                    <a:ext uri="{FF2B5EF4-FFF2-40B4-BE49-F238E27FC236}">
                      <a16:creationId xmlns:a16="http://schemas.microsoft.com/office/drawing/2014/main" id="{71F631D8-F817-B169-4C09-81CB42296B14}"/>
                    </a:ext>
                  </a:extLst>
                </p:cNvPr>
                <p:cNvPicPr/>
                <p:nvPr/>
              </p:nvPicPr>
              <p:blipFill>
                <a:blip r:embed="rId27"/>
                <a:stretch>
                  <a:fillRect/>
                </a:stretch>
              </p:blipFill>
              <p:spPr>
                <a:xfrm>
                  <a:off x="8268713" y="1949948"/>
                  <a:ext cx="17964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Ink 13">
                  <a:extLst>
                    <a:ext uri="{FF2B5EF4-FFF2-40B4-BE49-F238E27FC236}">
                      <a16:creationId xmlns:a16="http://schemas.microsoft.com/office/drawing/2014/main" id="{9036B17B-9403-A48F-4150-5690947A0BA0}"/>
                    </a:ext>
                  </a:extLst>
                </p14:cNvPr>
                <p14:cNvContentPartPr/>
                <p14:nvPr/>
              </p14:nvContentPartPr>
              <p14:xfrm>
                <a:off x="8466353" y="1913588"/>
                <a:ext cx="90000" cy="142920"/>
              </p14:xfrm>
            </p:contentPart>
          </mc:Choice>
          <mc:Fallback xmlns="">
            <p:pic>
              <p:nvPicPr>
                <p:cNvPr id="14" name="Ink 13">
                  <a:extLst>
                    <a:ext uri="{FF2B5EF4-FFF2-40B4-BE49-F238E27FC236}">
                      <a16:creationId xmlns:a16="http://schemas.microsoft.com/office/drawing/2014/main" id="{9036B17B-9403-A48F-4150-5690947A0BA0}"/>
                    </a:ext>
                  </a:extLst>
                </p:cNvPr>
                <p:cNvPicPr/>
                <p:nvPr/>
              </p:nvPicPr>
              <p:blipFill>
                <a:blip r:embed="rId29"/>
                <a:stretch>
                  <a:fillRect/>
                </a:stretch>
              </p:blipFill>
              <p:spPr>
                <a:xfrm>
                  <a:off x="8457353" y="1904588"/>
                  <a:ext cx="107640" cy="1605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Ink 14">
                  <a:extLst>
                    <a:ext uri="{FF2B5EF4-FFF2-40B4-BE49-F238E27FC236}">
                      <a16:creationId xmlns:a16="http://schemas.microsoft.com/office/drawing/2014/main" id="{5B21B6CD-B231-664D-7DBC-1813B39FD4B0}"/>
                    </a:ext>
                  </a:extLst>
                </p14:cNvPr>
                <p14:cNvContentPartPr/>
                <p14:nvPr/>
              </p14:nvContentPartPr>
              <p14:xfrm>
                <a:off x="8563193" y="1804148"/>
                <a:ext cx="134640" cy="367560"/>
              </p14:xfrm>
            </p:contentPart>
          </mc:Choice>
          <mc:Fallback xmlns="">
            <p:pic>
              <p:nvPicPr>
                <p:cNvPr id="15" name="Ink 14">
                  <a:extLst>
                    <a:ext uri="{FF2B5EF4-FFF2-40B4-BE49-F238E27FC236}">
                      <a16:creationId xmlns:a16="http://schemas.microsoft.com/office/drawing/2014/main" id="{5B21B6CD-B231-664D-7DBC-1813B39FD4B0}"/>
                    </a:ext>
                  </a:extLst>
                </p:cNvPr>
                <p:cNvPicPr/>
                <p:nvPr/>
              </p:nvPicPr>
              <p:blipFill>
                <a:blip r:embed="rId31"/>
                <a:stretch>
                  <a:fillRect/>
                </a:stretch>
              </p:blipFill>
              <p:spPr>
                <a:xfrm>
                  <a:off x="8554193" y="1795148"/>
                  <a:ext cx="152280" cy="385200"/>
                </a:xfrm>
                <a:prstGeom prst="rect">
                  <a:avLst/>
                </a:prstGeom>
              </p:spPr>
            </p:pic>
          </mc:Fallback>
        </mc:AlternateContent>
      </p:grpSp>
    </p:spTree>
    <p:extLst>
      <p:ext uri="{BB962C8B-B14F-4D97-AF65-F5344CB8AC3E}">
        <p14:creationId xmlns:p14="http://schemas.microsoft.com/office/powerpoint/2010/main" val="5528410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Procedure for RC/RL Response</a:t>
            </a:r>
            <a:endParaRPr lang="zh-CN" altLang="en-US" dirty="0"/>
          </a:p>
        </p:txBody>
      </p:sp>
      <p:sp>
        <p:nvSpPr>
          <p:cNvPr id="3" name="Content Placeholder 2"/>
          <p:cNvSpPr>
            <a:spLocks noGrp="1"/>
          </p:cNvSpPr>
          <p:nvPr>
            <p:ph idx="1"/>
          </p:nvPr>
        </p:nvSpPr>
        <p:spPr/>
        <p:txBody>
          <a:bodyPr/>
          <a:lstStyle/>
          <a:p>
            <a:pPr marL="514350" indent="-514350">
              <a:lnSpc>
                <a:spcPct val="100000"/>
              </a:lnSpc>
              <a:buAutoNum type="arabicPeriod"/>
            </a:pPr>
            <a:r>
              <a:rPr lang="en-US" altLang="zh-CN" dirty="0"/>
              <a:t>Identify the variable of interest.</a:t>
            </a:r>
          </a:p>
          <a:p>
            <a:pPr lvl="1">
              <a:lnSpc>
                <a:spcPct val="100000"/>
              </a:lnSpc>
            </a:pPr>
            <a:r>
              <a:rPr lang="en-US" altLang="zh-CN" i="1" dirty="0" err="1"/>
              <a:t>i</a:t>
            </a:r>
            <a:r>
              <a:rPr lang="en-US" altLang="zh-CN" i="1" baseline="-25000" dirty="0" err="1"/>
              <a:t>L</a:t>
            </a:r>
            <a:r>
              <a:rPr lang="en-US" altLang="zh-CN" dirty="0"/>
              <a:t>(t) for RL circuits, and </a:t>
            </a:r>
            <a:r>
              <a:rPr lang="en-US" altLang="zh-CN" i="1" dirty="0" err="1"/>
              <a:t>v</a:t>
            </a:r>
            <a:r>
              <a:rPr lang="en-US" altLang="zh-CN" i="1" baseline="-25000" dirty="0" err="1"/>
              <a:t>C</a:t>
            </a:r>
            <a:r>
              <a:rPr lang="en-US" altLang="zh-CN" dirty="0"/>
              <a:t>(t) for RC circuits.</a:t>
            </a:r>
          </a:p>
          <a:p>
            <a:pPr marL="514350" indent="-514350">
              <a:lnSpc>
                <a:spcPct val="100000"/>
              </a:lnSpc>
              <a:buAutoNum type="arabicPeriod"/>
            </a:pPr>
            <a:r>
              <a:rPr lang="en-US" altLang="zh-CN" dirty="0"/>
              <a:t>Determine the initial value of the variable.</a:t>
            </a:r>
          </a:p>
          <a:p>
            <a:pPr marL="514350" indent="-514350">
              <a:lnSpc>
                <a:spcPct val="100000"/>
              </a:lnSpc>
              <a:buAutoNum type="arabicPeriod"/>
            </a:pPr>
            <a:r>
              <a:rPr lang="en-US" altLang="zh-CN" dirty="0"/>
              <a:t>Calculate the steady state response</a:t>
            </a:r>
          </a:p>
          <a:p>
            <a:pPr lvl="1">
              <a:lnSpc>
                <a:spcPct val="100000"/>
              </a:lnSpc>
            </a:pPr>
            <a:r>
              <a:rPr lang="en-US" altLang="zh-CN" dirty="0"/>
              <a:t>an inductor behaves like a short circuit in steady state (t → ∞)</a:t>
            </a:r>
          </a:p>
          <a:p>
            <a:pPr lvl="1">
              <a:lnSpc>
                <a:spcPct val="100000"/>
              </a:lnSpc>
            </a:pPr>
            <a:r>
              <a:rPr lang="en-US" altLang="zh-CN" dirty="0"/>
              <a:t>a capacitor behaves like an open circuit in steady state (t → ∞)</a:t>
            </a:r>
          </a:p>
          <a:p>
            <a:pPr marL="534988" indent="-534988">
              <a:lnSpc>
                <a:spcPct val="100000"/>
              </a:lnSpc>
              <a:buFont typeface="+mj-lt"/>
              <a:buAutoNum type="arabicPeriod"/>
            </a:pPr>
            <a:r>
              <a:rPr lang="en-US" altLang="zh-CN" dirty="0"/>
              <a:t>Calculate the time constant of the circuit for transient response</a:t>
            </a:r>
          </a:p>
          <a:p>
            <a:pPr lvl="1">
              <a:lnSpc>
                <a:spcPct val="100000"/>
              </a:lnSpc>
            </a:pPr>
            <a:r>
              <a:rPr lang="en-US" altLang="zh-CN" dirty="0"/>
              <a:t>τ=RC for RC circuits </a:t>
            </a:r>
          </a:p>
          <a:p>
            <a:pPr lvl="1">
              <a:lnSpc>
                <a:spcPct val="100000"/>
              </a:lnSpc>
            </a:pPr>
            <a:r>
              <a:rPr lang="en-US" altLang="zh-CN" dirty="0"/>
              <a:t>τ=L/R for RL circuits </a:t>
            </a:r>
          </a:p>
          <a:p>
            <a:pPr lvl="1">
              <a:lnSpc>
                <a:spcPct val="100000"/>
              </a:lnSpc>
            </a:pPr>
            <a:endParaRPr lang="en-US" altLang="zh-CN" dirty="0"/>
          </a:p>
        </p:txBody>
      </p:sp>
      <p:sp>
        <p:nvSpPr>
          <p:cNvPr id="4" name="Slide Number Placeholder 3"/>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70</a:t>
            </a:fld>
            <a:endParaRPr lang="en-US" altLang="zh-CN" dirty="0">
              <a:ea typeface="黑体" panose="02010609060101010101" pitchFamily="49" charset="-122"/>
            </a:endParaRPr>
          </a:p>
        </p:txBody>
      </p:sp>
      <p:grpSp>
        <p:nvGrpSpPr>
          <p:cNvPr id="17" name="Group 16">
            <a:extLst>
              <a:ext uri="{FF2B5EF4-FFF2-40B4-BE49-F238E27FC236}">
                <a16:creationId xmlns:a16="http://schemas.microsoft.com/office/drawing/2014/main" id="{F519E5BA-E983-D1E0-87FD-2D3D86A4A178}"/>
              </a:ext>
            </a:extLst>
          </p:cNvPr>
          <p:cNvGrpSpPr/>
          <p:nvPr/>
        </p:nvGrpSpPr>
        <p:grpSpPr>
          <a:xfrm>
            <a:off x="5253353" y="5559308"/>
            <a:ext cx="1775880" cy="626040"/>
            <a:chOff x="5253353" y="5559308"/>
            <a:chExt cx="1775880" cy="62604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3FDB5BA1-7E6E-E180-B2A5-2E3289593E8E}"/>
                    </a:ext>
                  </a:extLst>
                </p14:cNvPr>
                <p14:cNvContentPartPr/>
                <p14:nvPr/>
              </p14:nvContentPartPr>
              <p14:xfrm>
                <a:off x="5277833" y="5561828"/>
                <a:ext cx="266040" cy="597960"/>
              </p14:xfrm>
            </p:contentPart>
          </mc:Choice>
          <mc:Fallback xmlns="">
            <p:pic>
              <p:nvPicPr>
                <p:cNvPr id="5" name="Ink 4">
                  <a:extLst>
                    <a:ext uri="{FF2B5EF4-FFF2-40B4-BE49-F238E27FC236}">
                      <a16:creationId xmlns:a16="http://schemas.microsoft.com/office/drawing/2014/main" id="{3FDB5BA1-7E6E-E180-B2A5-2E3289593E8E}"/>
                    </a:ext>
                  </a:extLst>
                </p:cNvPr>
                <p:cNvPicPr/>
                <p:nvPr/>
              </p:nvPicPr>
              <p:blipFill>
                <a:blip r:embed="rId3"/>
                <a:stretch>
                  <a:fillRect/>
                </a:stretch>
              </p:blipFill>
              <p:spPr>
                <a:xfrm>
                  <a:off x="5268833" y="5553188"/>
                  <a:ext cx="283680" cy="615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BB88E764-9BBC-83CB-F4EB-9494C3C66B9C}"/>
                    </a:ext>
                  </a:extLst>
                </p14:cNvPr>
                <p14:cNvContentPartPr/>
                <p14:nvPr/>
              </p14:nvContentPartPr>
              <p14:xfrm>
                <a:off x="5253353" y="5601428"/>
                <a:ext cx="304200" cy="583920"/>
              </p14:xfrm>
            </p:contentPart>
          </mc:Choice>
          <mc:Fallback xmlns="">
            <p:pic>
              <p:nvPicPr>
                <p:cNvPr id="6" name="Ink 5">
                  <a:extLst>
                    <a:ext uri="{FF2B5EF4-FFF2-40B4-BE49-F238E27FC236}">
                      <a16:creationId xmlns:a16="http://schemas.microsoft.com/office/drawing/2014/main" id="{BB88E764-9BBC-83CB-F4EB-9494C3C66B9C}"/>
                    </a:ext>
                  </a:extLst>
                </p:cNvPr>
                <p:cNvPicPr/>
                <p:nvPr/>
              </p:nvPicPr>
              <p:blipFill>
                <a:blip r:embed="rId5"/>
                <a:stretch>
                  <a:fillRect/>
                </a:stretch>
              </p:blipFill>
              <p:spPr>
                <a:xfrm>
                  <a:off x="5244713" y="5592788"/>
                  <a:ext cx="321840" cy="6015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732AFBD9-9550-CA2E-25CA-A7D47B4A83B0}"/>
                    </a:ext>
                  </a:extLst>
                </p14:cNvPr>
                <p14:cNvContentPartPr/>
                <p14:nvPr/>
              </p14:nvContentPartPr>
              <p14:xfrm>
                <a:off x="5716673" y="5848388"/>
                <a:ext cx="230400" cy="24120"/>
              </p14:xfrm>
            </p:contentPart>
          </mc:Choice>
          <mc:Fallback xmlns="">
            <p:pic>
              <p:nvPicPr>
                <p:cNvPr id="8" name="Ink 7">
                  <a:extLst>
                    <a:ext uri="{FF2B5EF4-FFF2-40B4-BE49-F238E27FC236}">
                      <a16:creationId xmlns:a16="http://schemas.microsoft.com/office/drawing/2014/main" id="{732AFBD9-9550-CA2E-25CA-A7D47B4A83B0}"/>
                    </a:ext>
                  </a:extLst>
                </p:cNvPr>
                <p:cNvPicPr/>
                <p:nvPr/>
              </p:nvPicPr>
              <p:blipFill>
                <a:blip r:embed="rId7"/>
                <a:stretch>
                  <a:fillRect/>
                </a:stretch>
              </p:blipFill>
              <p:spPr>
                <a:xfrm>
                  <a:off x="5707673" y="5839388"/>
                  <a:ext cx="2480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Ink 8">
                  <a:extLst>
                    <a:ext uri="{FF2B5EF4-FFF2-40B4-BE49-F238E27FC236}">
                      <a16:creationId xmlns:a16="http://schemas.microsoft.com/office/drawing/2014/main" id="{5C20C778-A59F-019D-3588-E69AB91E9F2A}"/>
                    </a:ext>
                  </a:extLst>
                </p14:cNvPr>
                <p14:cNvContentPartPr/>
                <p14:nvPr/>
              </p14:nvContentPartPr>
              <p14:xfrm>
                <a:off x="5725313" y="5921108"/>
                <a:ext cx="257040" cy="37800"/>
              </p14:xfrm>
            </p:contentPart>
          </mc:Choice>
          <mc:Fallback xmlns="">
            <p:pic>
              <p:nvPicPr>
                <p:cNvPr id="9" name="Ink 8">
                  <a:extLst>
                    <a:ext uri="{FF2B5EF4-FFF2-40B4-BE49-F238E27FC236}">
                      <a16:creationId xmlns:a16="http://schemas.microsoft.com/office/drawing/2014/main" id="{5C20C778-A59F-019D-3588-E69AB91E9F2A}"/>
                    </a:ext>
                  </a:extLst>
                </p:cNvPr>
                <p:cNvPicPr/>
                <p:nvPr/>
              </p:nvPicPr>
              <p:blipFill>
                <a:blip r:embed="rId9"/>
                <a:stretch>
                  <a:fillRect/>
                </a:stretch>
              </p:blipFill>
              <p:spPr>
                <a:xfrm>
                  <a:off x="5716313" y="5912468"/>
                  <a:ext cx="27468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2B14C2C2-AC1C-124A-A433-981B8409F4E7}"/>
                    </a:ext>
                  </a:extLst>
                </p14:cNvPr>
                <p14:cNvContentPartPr/>
                <p14:nvPr/>
              </p14:nvContentPartPr>
              <p14:xfrm>
                <a:off x="6211313" y="5675228"/>
                <a:ext cx="160200" cy="321840"/>
              </p14:xfrm>
            </p:contentPart>
          </mc:Choice>
          <mc:Fallback xmlns="">
            <p:pic>
              <p:nvPicPr>
                <p:cNvPr id="11" name="Ink 10">
                  <a:extLst>
                    <a:ext uri="{FF2B5EF4-FFF2-40B4-BE49-F238E27FC236}">
                      <a16:creationId xmlns:a16="http://schemas.microsoft.com/office/drawing/2014/main" id="{2B14C2C2-AC1C-124A-A433-981B8409F4E7}"/>
                    </a:ext>
                  </a:extLst>
                </p:cNvPr>
                <p:cNvPicPr/>
                <p:nvPr/>
              </p:nvPicPr>
              <p:blipFill>
                <a:blip r:embed="rId11"/>
                <a:stretch>
                  <a:fillRect/>
                </a:stretch>
              </p:blipFill>
              <p:spPr>
                <a:xfrm>
                  <a:off x="6202673" y="5666228"/>
                  <a:ext cx="17784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592580C6-371E-1598-2968-E75959FE3BEC}"/>
                    </a:ext>
                  </a:extLst>
                </p14:cNvPr>
                <p14:cNvContentPartPr/>
                <p14:nvPr/>
              </p14:nvContentPartPr>
              <p14:xfrm>
                <a:off x="6187193" y="5559308"/>
                <a:ext cx="257040" cy="536760"/>
              </p14:xfrm>
            </p:contentPart>
          </mc:Choice>
          <mc:Fallback xmlns="">
            <p:pic>
              <p:nvPicPr>
                <p:cNvPr id="12" name="Ink 11">
                  <a:extLst>
                    <a:ext uri="{FF2B5EF4-FFF2-40B4-BE49-F238E27FC236}">
                      <a16:creationId xmlns:a16="http://schemas.microsoft.com/office/drawing/2014/main" id="{592580C6-371E-1598-2968-E75959FE3BEC}"/>
                    </a:ext>
                  </a:extLst>
                </p:cNvPr>
                <p:cNvPicPr/>
                <p:nvPr/>
              </p:nvPicPr>
              <p:blipFill>
                <a:blip r:embed="rId13"/>
                <a:stretch>
                  <a:fillRect/>
                </a:stretch>
              </p:blipFill>
              <p:spPr>
                <a:xfrm>
                  <a:off x="6178193" y="5550668"/>
                  <a:ext cx="274680" cy="554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Ink 13">
                  <a:extLst>
                    <a:ext uri="{FF2B5EF4-FFF2-40B4-BE49-F238E27FC236}">
                      <a16:creationId xmlns:a16="http://schemas.microsoft.com/office/drawing/2014/main" id="{19D2AF02-6B07-D2FC-0B93-15AAC079B215}"/>
                    </a:ext>
                  </a:extLst>
                </p14:cNvPr>
                <p14:cNvContentPartPr/>
                <p14:nvPr/>
              </p14:nvContentPartPr>
              <p14:xfrm>
                <a:off x="6454673" y="5874308"/>
                <a:ext cx="147600" cy="260640"/>
              </p14:xfrm>
            </p:contentPart>
          </mc:Choice>
          <mc:Fallback xmlns="">
            <p:pic>
              <p:nvPicPr>
                <p:cNvPr id="14" name="Ink 13">
                  <a:extLst>
                    <a:ext uri="{FF2B5EF4-FFF2-40B4-BE49-F238E27FC236}">
                      <a16:creationId xmlns:a16="http://schemas.microsoft.com/office/drawing/2014/main" id="{19D2AF02-6B07-D2FC-0B93-15AAC079B215}"/>
                    </a:ext>
                  </a:extLst>
                </p:cNvPr>
                <p:cNvPicPr/>
                <p:nvPr/>
              </p:nvPicPr>
              <p:blipFill>
                <a:blip r:embed="rId15"/>
                <a:stretch>
                  <a:fillRect/>
                </a:stretch>
              </p:blipFill>
              <p:spPr>
                <a:xfrm>
                  <a:off x="6446033" y="5865668"/>
                  <a:ext cx="165240" cy="27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0F610451-29B8-AA46-ED3A-BA2F5CA0E7A8}"/>
                    </a:ext>
                  </a:extLst>
                </p14:cNvPr>
                <p14:cNvContentPartPr/>
                <p14:nvPr/>
              </p14:nvContentPartPr>
              <p14:xfrm>
                <a:off x="6767153" y="5784308"/>
                <a:ext cx="262080" cy="51480"/>
              </p14:xfrm>
            </p:contentPart>
          </mc:Choice>
          <mc:Fallback xmlns="">
            <p:pic>
              <p:nvPicPr>
                <p:cNvPr id="15" name="Ink 14">
                  <a:extLst>
                    <a:ext uri="{FF2B5EF4-FFF2-40B4-BE49-F238E27FC236}">
                      <a16:creationId xmlns:a16="http://schemas.microsoft.com/office/drawing/2014/main" id="{0F610451-29B8-AA46-ED3A-BA2F5CA0E7A8}"/>
                    </a:ext>
                  </a:extLst>
                </p:cNvPr>
                <p:cNvPicPr/>
                <p:nvPr/>
              </p:nvPicPr>
              <p:blipFill>
                <a:blip r:embed="rId17"/>
                <a:stretch>
                  <a:fillRect/>
                </a:stretch>
              </p:blipFill>
              <p:spPr>
                <a:xfrm>
                  <a:off x="6758513" y="5775668"/>
                  <a:ext cx="2797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Ink 15">
                  <a:extLst>
                    <a:ext uri="{FF2B5EF4-FFF2-40B4-BE49-F238E27FC236}">
                      <a16:creationId xmlns:a16="http://schemas.microsoft.com/office/drawing/2014/main" id="{32D73CB7-A552-8D6D-6A37-CA9EF763AABA}"/>
                    </a:ext>
                  </a:extLst>
                </p14:cNvPr>
                <p14:cNvContentPartPr/>
                <p14:nvPr/>
              </p14:nvContentPartPr>
              <p14:xfrm>
                <a:off x="6919433" y="5600348"/>
                <a:ext cx="14040" cy="389160"/>
              </p14:xfrm>
            </p:contentPart>
          </mc:Choice>
          <mc:Fallback xmlns="">
            <p:pic>
              <p:nvPicPr>
                <p:cNvPr id="16" name="Ink 15">
                  <a:extLst>
                    <a:ext uri="{FF2B5EF4-FFF2-40B4-BE49-F238E27FC236}">
                      <a16:creationId xmlns:a16="http://schemas.microsoft.com/office/drawing/2014/main" id="{32D73CB7-A552-8D6D-6A37-CA9EF763AABA}"/>
                    </a:ext>
                  </a:extLst>
                </p:cNvPr>
                <p:cNvPicPr/>
                <p:nvPr/>
              </p:nvPicPr>
              <p:blipFill>
                <a:blip r:embed="rId19"/>
                <a:stretch>
                  <a:fillRect/>
                </a:stretch>
              </p:blipFill>
              <p:spPr>
                <a:xfrm>
                  <a:off x="6910793" y="5591348"/>
                  <a:ext cx="31680" cy="406800"/>
                </a:xfrm>
                <a:prstGeom prst="rect">
                  <a:avLst/>
                </a:prstGeom>
              </p:spPr>
            </p:pic>
          </mc:Fallback>
        </mc:AlternateContent>
      </p:grpSp>
      <p:grpSp>
        <p:nvGrpSpPr>
          <p:cNvPr id="33" name="Group 32">
            <a:extLst>
              <a:ext uri="{FF2B5EF4-FFF2-40B4-BE49-F238E27FC236}">
                <a16:creationId xmlns:a16="http://schemas.microsoft.com/office/drawing/2014/main" id="{0A0CD7FA-6A35-0023-4379-AFF087F4B01D}"/>
              </a:ext>
            </a:extLst>
          </p:cNvPr>
          <p:cNvGrpSpPr/>
          <p:nvPr/>
        </p:nvGrpSpPr>
        <p:grpSpPr>
          <a:xfrm>
            <a:off x="7263593" y="5234588"/>
            <a:ext cx="2418480" cy="761760"/>
            <a:chOff x="7263593" y="5234588"/>
            <a:chExt cx="2418480" cy="761760"/>
          </a:xfrm>
        </p:grpSpPr>
        <mc:AlternateContent xmlns:mc="http://schemas.openxmlformats.org/markup-compatibility/2006" xmlns:p14="http://schemas.microsoft.com/office/powerpoint/2010/main">
          <mc:Choice Requires="p14">
            <p:contentPart p14:bwMode="auto" r:id="rId20">
              <p14:nvContentPartPr>
                <p14:cNvPr id="18" name="Ink 17">
                  <a:extLst>
                    <a:ext uri="{FF2B5EF4-FFF2-40B4-BE49-F238E27FC236}">
                      <a16:creationId xmlns:a16="http://schemas.microsoft.com/office/drawing/2014/main" id="{435649FD-A224-3A55-439F-33CE9E06D9F7}"/>
                    </a:ext>
                  </a:extLst>
                </p14:cNvPr>
                <p14:cNvContentPartPr/>
                <p14:nvPr/>
              </p14:nvContentPartPr>
              <p14:xfrm>
                <a:off x="7263593" y="5558228"/>
                <a:ext cx="77400" cy="438120"/>
              </p14:xfrm>
            </p:contentPart>
          </mc:Choice>
          <mc:Fallback xmlns="">
            <p:pic>
              <p:nvPicPr>
                <p:cNvPr id="18" name="Ink 17">
                  <a:extLst>
                    <a:ext uri="{FF2B5EF4-FFF2-40B4-BE49-F238E27FC236}">
                      <a16:creationId xmlns:a16="http://schemas.microsoft.com/office/drawing/2014/main" id="{435649FD-A224-3A55-439F-33CE9E06D9F7}"/>
                    </a:ext>
                  </a:extLst>
                </p:cNvPr>
                <p:cNvPicPr/>
                <p:nvPr/>
              </p:nvPicPr>
              <p:blipFill>
                <a:blip r:embed="rId21"/>
                <a:stretch>
                  <a:fillRect/>
                </a:stretch>
              </p:blipFill>
              <p:spPr>
                <a:xfrm>
                  <a:off x="7254593" y="5549588"/>
                  <a:ext cx="95040" cy="455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A951F906-EE13-4BA8-945C-A7D6EE10F740}"/>
                    </a:ext>
                  </a:extLst>
                </p14:cNvPr>
                <p14:cNvContentPartPr/>
                <p14:nvPr/>
              </p14:nvContentPartPr>
              <p14:xfrm>
                <a:off x="7452233" y="5689628"/>
                <a:ext cx="98280" cy="201600"/>
              </p14:xfrm>
            </p:contentPart>
          </mc:Choice>
          <mc:Fallback xmlns="">
            <p:pic>
              <p:nvPicPr>
                <p:cNvPr id="19" name="Ink 18">
                  <a:extLst>
                    <a:ext uri="{FF2B5EF4-FFF2-40B4-BE49-F238E27FC236}">
                      <a16:creationId xmlns:a16="http://schemas.microsoft.com/office/drawing/2014/main" id="{A951F906-EE13-4BA8-945C-A7D6EE10F740}"/>
                    </a:ext>
                  </a:extLst>
                </p:cNvPr>
                <p:cNvPicPr/>
                <p:nvPr/>
              </p:nvPicPr>
              <p:blipFill>
                <a:blip r:embed="rId23"/>
                <a:stretch>
                  <a:fillRect/>
                </a:stretch>
              </p:blipFill>
              <p:spPr>
                <a:xfrm>
                  <a:off x="7443593" y="5680988"/>
                  <a:ext cx="1159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 name="Ink 19">
                  <a:extLst>
                    <a:ext uri="{FF2B5EF4-FFF2-40B4-BE49-F238E27FC236}">
                      <a16:creationId xmlns:a16="http://schemas.microsoft.com/office/drawing/2014/main" id="{55417B17-967E-8805-B4BC-D2B51E459F7C}"/>
                    </a:ext>
                  </a:extLst>
                </p14:cNvPr>
                <p14:cNvContentPartPr/>
                <p14:nvPr/>
              </p14:nvContentPartPr>
              <p14:xfrm>
                <a:off x="7460513" y="5633828"/>
                <a:ext cx="299160" cy="357480"/>
              </p14:xfrm>
            </p:contentPart>
          </mc:Choice>
          <mc:Fallback xmlns="">
            <p:pic>
              <p:nvPicPr>
                <p:cNvPr id="20" name="Ink 19">
                  <a:extLst>
                    <a:ext uri="{FF2B5EF4-FFF2-40B4-BE49-F238E27FC236}">
                      <a16:creationId xmlns:a16="http://schemas.microsoft.com/office/drawing/2014/main" id="{55417B17-967E-8805-B4BC-D2B51E459F7C}"/>
                    </a:ext>
                  </a:extLst>
                </p:cNvPr>
                <p:cNvPicPr/>
                <p:nvPr/>
              </p:nvPicPr>
              <p:blipFill>
                <a:blip r:embed="rId25"/>
                <a:stretch>
                  <a:fillRect/>
                </a:stretch>
              </p:blipFill>
              <p:spPr>
                <a:xfrm>
                  <a:off x="7451513" y="5624828"/>
                  <a:ext cx="31680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 name="Ink 20">
                  <a:extLst>
                    <a:ext uri="{FF2B5EF4-FFF2-40B4-BE49-F238E27FC236}">
                      <a16:creationId xmlns:a16="http://schemas.microsoft.com/office/drawing/2014/main" id="{316909C5-C0FF-815E-9973-775894771F40}"/>
                    </a:ext>
                  </a:extLst>
                </p14:cNvPr>
                <p14:cNvContentPartPr/>
                <p14:nvPr/>
              </p14:nvContentPartPr>
              <p14:xfrm>
                <a:off x="7837433" y="5752628"/>
                <a:ext cx="191880" cy="34200"/>
              </p14:xfrm>
            </p:contentPart>
          </mc:Choice>
          <mc:Fallback xmlns="">
            <p:pic>
              <p:nvPicPr>
                <p:cNvPr id="21" name="Ink 20">
                  <a:extLst>
                    <a:ext uri="{FF2B5EF4-FFF2-40B4-BE49-F238E27FC236}">
                      <a16:creationId xmlns:a16="http://schemas.microsoft.com/office/drawing/2014/main" id="{316909C5-C0FF-815E-9973-775894771F40}"/>
                    </a:ext>
                  </a:extLst>
                </p:cNvPr>
                <p:cNvPicPr/>
                <p:nvPr/>
              </p:nvPicPr>
              <p:blipFill>
                <a:blip r:embed="rId27"/>
                <a:stretch>
                  <a:fillRect/>
                </a:stretch>
              </p:blipFill>
              <p:spPr>
                <a:xfrm>
                  <a:off x="7828793" y="5743628"/>
                  <a:ext cx="2095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2" name="Ink 21">
                  <a:extLst>
                    <a:ext uri="{FF2B5EF4-FFF2-40B4-BE49-F238E27FC236}">
                      <a16:creationId xmlns:a16="http://schemas.microsoft.com/office/drawing/2014/main" id="{A7876544-F84C-D6BD-A579-F4C434327C22}"/>
                    </a:ext>
                  </a:extLst>
                </p14:cNvPr>
                <p14:cNvContentPartPr/>
                <p14:nvPr/>
              </p14:nvContentPartPr>
              <p14:xfrm>
                <a:off x="8202113" y="5618708"/>
                <a:ext cx="109440" cy="303840"/>
              </p14:xfrm>
            </p:contentPart>
          </mc:Choice>
          <mc:Fallback xmlns="">
            <p:pic>
              <p:nvPicPr>
                <p:cNvPr id="22" name="Ink 21">
                  <a:extLst>
                    <a:ext uri="{FF2B5EF4-FFF2-40B4-BE49-F238E27FC236}">
                      <a16:creationId xmlns:a16="http://schemas.microsoft.com/office/drawing/2014/main" id="{A7876544-F84C-D6BD-A579-F4C434327C22}"/>
                    </a:ext>
                  </a:extLst>
                </p:cNvPr>
                <p:cNvPicPr/>
                <p:nvPr/>
              </p:nvPicPr>
              <p:blipFill>
                <a:blip r:embed="rId29"/>
                <a:stretch>
                  <a:fillRect/>
                </a:stretch>
              </p:blipFill>
              <p:spPr>
                <a:xfrm>
                  <a:off x="8193113" y="5610068"/>
                  <a:ext cx="127080" cy="321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3" name="Ink 22">
                  <a:extLst>
                    <a:ext uri="{FF2B5EF4-FFF2-40B4-BE49-F238E27FC236}">
                      <a16:creationId xmlns:a16="http://schemas.microsoft.com/office/drawing/2014/main" id="{D49E0448-9F14-3D95-8CAF-A50919FE8AB0}"/>
                    </a:ext>
                  </a:extLst>
                </p14:cNvPr>
                <p14:cNvContentPartPr/>
                <p14:nvPr/>
              </p14:nvContentPartPr>
              <p14:xfrm>
                <a:off x="8172593" y="5595668"/>
                <a:ext cx="159120" cy="268920"/>
              </p14:xfrm>
            </p:contentPart>
          </mc:Choice>
          <mc:Fallback xmlns="">
            <p:pic>
              <p:nvPicPr>
                <p:cNvPr id="23" name="Ink 22">
                  <a:extLst>
                    <a:ext uri="{FF2B5EF4-FFF2-40B4-BE49-F238E27FC236}">
                      <a16:creationId xmlns:a16="http://schemas.microsoft.com/office/drawing/2014/main" id="{D49E0448-9F14-3D95-8CAF-A50919FE8AB0}"/>
                    </a:ext>
                  </a:extLst>
                </p:cNvPr>
                <p:cNvPicPr/>
                <p:nvPr/>
              </p:nvPicPr>
              <p:blipFill>
                <a:blip r:embed="rId31"/>
                <a:stretch>
                  <a:fillRect/>
                </a:stretch>
              </p:blipFill>
              <p:spPr>
                <a:xfrm>
                  <a:off x="8163953" y="5587028"/>
                  <a:ext cx="17676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4" name="Ink 23">
                  <a:extLst>
                    <a:ext uri="{FF2B5EF4-FFF2-40B4-BE49-F238E27FC236}">
                      <a16:creationId xmlns:a16="http://schemas.microsoft.com/office/drawing/2014/main" id="{8473C46C-79CE-F615-0B01-F567D1E0F457}"/>
                    </a:ext>
                  </a:extLst>
                </p14:cNvPr>
                <p14:cNvContentPartPr/>
                <p14:nvPr/>
              </p14:nvContentPartPr>
              <p14:xfrm>
                <a:off x="8359433" y="5752988"/>
                <a:ext cx="130680" cy="173880"/>
              </p14:xfrm>
            </p:contentPart>
          </mc:Choice>
          <mc:Fallback xmlns="">
            <p:pic>
              <p:nvPicPr>
                <p:cNvPr id="24" name="Ink 23">
                  <a:extLst>
                    <a:ext uri="{FF2B5EF4-FFF2-40B4-BE49-F238E27FC236}">
                      <a16:creationId xmlns:a16="http://schemas.microsoft.com/office/drawing/2014/main" id="{8473C46C-79CE-F615-0B01-F567D1E0F457}"/>
                    </a:ext>
                  </a:extLst>
                </p:cNvPr>
                <p:cNvPicPr/>
                <p:nvPr/>
              </p:nvPicPr>
              <p:blipFill>
                <a:blip r:embed="rId33"/>
                <a:stretch>
                  <a:fillRect/>
                </a:stretch>
              </p:blipFill>
              <p:spPr>
                <a:xfrm>
                  <a:off x="8350793" y="5744348"/>
                  <a:ext cx="14832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5" name="Ink 24">
                  <a:extLst>
                    <a:ext uri="{FF2B5EF4-FFF2-40B4-BE49-F238E27FC236}">
                      <a16:creationId xmlns:a16="http://schemas.microsoft.com/office/drawing/2014/main" id="{970EBC03-13E7-70C5-2A8E-5E1EAD9F441B}"/>
                    </a:ext>
                  </a:extLst>
                </p14:cNvPr>
                <p14:cNvContentPartPr/>
                <p14:nvPr/>
              </p14:nvContentPartPr>
              <p14:xfrm>
                <a:off x="8566433" y="5578388"/>
                <a:ext cx="110160" cy="354600"/>
              </p14:xfrm>
            </p:contentPart>
          </mc:Choice>
          <mc:Fallback xmlns="">
            <p:pic>
              <p:nvPicPr>
                <p:cNvPr id="25" name="Ink 24">
                  <a:extLst>
                    <a:ext uri="{FF2B5EF4-FFF2-40B4-BE49-F238E27FC236}">
                      <a16:creationId xmlns:a16="http://schemas.microsoft.com/office/drawing/2014/main" id="{970EBC03-13E7-70C5-2A8E-5E1EAD9F441B}"/>
                    </a:ext>
                  </a:extLst>
                </p:cNvPr>
                <p:cNvPicPr/>
                <p:nvPr/>
              </p:nvPicPr>
              <p:blipFill>
                <a:blip r:embed="rId35"/>
                <a:stretch>
                  <a:fillRect/>
                </a:stretch>
              </p:blipFill>
              <p:spPr>
                <a:xfrm>
                  <a:off x="8557793" y="5569388"/>
                  <a:ext cx="12780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72AE1F38-9F6F-2955-7600-98343D21E7F4}"/>
                    </a:ext>
                  </a:extLst>
                </p14:cNvPr>
                <p14:cNvContentPartPr/>
                <p14:nvPr/>
              </p14:nvContentPartPr>
              <p14:xfrm>
                <a:off x="8749673" y="5549588"/>
                <a:ext cx="241200" cy="354240"/>
              </p14:xfrm>
            </p:contentPart>
          </mc:Choice>
          <mc:Fallback xmlns="">
            <p:pic>
              <p:nvPicPr>
                <p:cNvPr id="26" name="Ink 25">
                  <a:extLst>
                    <a:ext uri="{FF2B5EF4-FFF2-40B4-BE49-F238E27FC236}">
                      <a16:creationId xmlns:a16="http://schemas.microsoft.com/office/drawing/2014/main" id="{72AE1F38-9F6F-2955-7600-98343D21E7F4}"/>
                    </a:ext>
                  </a:extLst>
                </p:cNvPr>
                <p:cNvPicPr/>
                <p:nvPr/>
              </p:nvPicPr>
              <p:blipFill>
                <a:blip r:embed="rId37"/>
                <a:stretch>
                  <a:fillRect/>
                </a:stretch>
              </p:blipFill>
              <p:spPr>
                <a:xfrm>
                  <a:off x="8740673" y="5540588"/>
                  <a:ext cx="25884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01C0A87E-18D6-0EFA-D269-D56750475CB4}"/>
                    </a:ext>
                  </a:extLst>
                </p14:cNvPr>
                <p14:cNvContentPartPr/>
                <p14:nvPr/>
              </p14:nvContentPartPr>
              <p14:xfrm>
                <a:off x="8989793" y="5418188"/>
                <a:ext cx="176400" cy="35640"/>
              </p14:xfrm>
            </p:contentPart>
          </mc:Choice>
          <mc:Fallback xmlns="">
            <p:pic>
              <p:nvPicPr>
                <p:cNvPr id="27" name="Ink 26">
                  <a:extLst>
                    <a:ext uri="{FF2B5EF4-FFF2-40B4-BE49-F238E27FC236}">
                      <a16:creationId xmlns:a16="http://schemas.microsoft.com/office/drawing/2014/main" id="{01C0A87E-18D6-0EFA-D269-D56750475CB4}"/>
                    </a:ext>
                  </a:extLst>
                </p:cNvPr>
                <p:cNvPicPr/>
                <p:nvPr/>
              </p:nvPicPr>
              <p:blipFill>
                <a:blip r:embed="rId39"/>
                <a:stretch>
                  <a:fillRect/>
                </a:stretch>
              </p:blipFill>
              <p:spPr>
                <a:xfrm>
                  <a:off x="8980793" y="5409188"/>
                  <a:ext cx="194040" cy="532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9" name="Ink 28">
                  <a:extLst>
                    <a:ext uri="{FF2B5EF4-FFF2-40B4-BE49-F238E27FC236}">
                      <a16:creationId xmlns:a16="http://schemas.microsoft.com/office/drawing/2014/main" id="{D78B2DA3-7A6F-ED67-170B-C8D8B41A1E64}"/>
                    </a:ext>
                  </a:extLst>
                </p14:cNvPr>
                <p14:cNvContentPartPr/>
                <p14:nvPr/>
              </p14:nvContentPartPr>
              <p14:xfrm>
                <a:off x="9359513" y="5234588"/>
                <a:ext cx="79920" cy="198000"/>
              </p14:xfrm>
            </p:contentPart>
          </mc:Choice>
          <mc:Fallback xmlns="">
            <p:pic>
              <p:nvPicPr>
                <p:cNvPr id="29" name="Ink 28">
                  <a:extLst>
                    <a:ext uri="{FF2B5EF4-FFF2-40B4-BE49-F238E27FC236}">
                      <a16:creationId xmlns:a16="http://schemas.microsoft.com/office/drawing/2014/main" id="{D78B2DA3-7A6F-ED67-170B-C8D8B41A1E64}"/>
                    </a:ext>
                  </a:extLst>
                </p:cNvPr>
                <p:cNvPicPr/>
                <p:nvPr/>
              </p:nvPicPr>
              <p:blipFill>
                <a:blip r:embed="rId41"/>
                <a:stretch>
                  <a:fillRect/>
                </a:stretch>
              </p:blipFill>
              <p:spPr>
                <a:xfrm>
                  <a:off x="9350873" y="5225948"/>
                  <a:ext cx="975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0" name="Ink 29">
                  <a:extLst>
                    <a:ext uri="{FF2B5EF4-FFF2-40B4-BE49-F238E27FC236}">
                      <a16:creationId xmlns:a16="http://schemas.microsoft.com/office/drawing/2014/main" id="{02B723F7-480A-051D-F976-BB78C7AD4A54}"/>
                    </a:ext>
                  </a:extLst>
                </p14:cNvPr>
                <p14:cNvContentPartPr/>
                <p14:nvPr/>
              </p14:nvContentPartPr>
              <p14:xfrm>
                <a:off x="9251873" y="5316668"/>
                <a:ext cx="195120" cy="14040"/>
              </p14:xfrm>
            </p:contentPart>
          </mc:Choice>
          <mc:Fallback xmlns="">
            <p:pic>
              <p:nvPicPr>
                <p:cNvPr id="30" name="Ink 29">
                  <a:extLst>
                    <a:ext uri="{FF2B5EF4-FFF2-40B4-BE49-F238E27FC236}">
                      <a16:creationId xmlns:a16="http://schemas.microsoft.com/office/drawing/2014/main" id="{02B723F7-480A-051D-F976-BB78C7AD4A54}"/>
                    </a:ext>
                  </a:extLst>
                </p:cNvPr>
                <p:cNvPicPr/>
                <p:nvPr/>
              </p:nvPicPr>
              <p:blipFill>
                <a:blip r:embed="rId43"/>
                <a:stretch>
                  <a:fillRect/>
                </a:stretch>
              </p:blipFill>
              <p:spPr>
                <a:xfrm>
                  <a:off x="9242873" y="5308028"/>
                  <a:ext cx="21276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F69F5141-1C43-6A36-AA66-2FE718B2093F}"/>
                    </a:ext>
                  </a:extLst>
                </p14:cNvPr>
                <p14:cNvContentPartPr/>
                <p14:nvPr/>
              </p14:nvContentPartPr>
              <p14:xfrm>
                <a:off x="9403433" y="5305508"/>
                <a:ext cx="266760" cy="238680"/>
              </p14:xfrm>
            </p:contentPart>
          </mc:Choice>
          <mc:Fallback xmlns="">
            <p:pic>
              <p:nvPicPr>
                <p:cNvPr id="31" name="Ink 30">
                  <a:extLst>
                    <a:ext uri="{FF2B5EF4-FFF2-40B4-BE49-F238E27FC236}">
                      <a16:creationId xmlns:a16="http://schemas.microsoft.com/office/drawing/2014/main" id="{F69F5141-1C43-6A36-AA66-2FE718B2093F}"/>
                    </a:ext>
                  </a:extLst>
                </p:cNvPr>
                <p:cNvPicPr/>
                <p:nvPr/>
              </p:nvPicPr>
              <p:blipFill>
                <a:blip r:embed="rId45"/>
                <a:stretch>
                  <a:fillRect/>
                </a:stretch>
              </p:blipFill>
              <p:spPr>
                <a:xfrm>
                  <a:off x="9394433" y="5296868"/>
                  <a:ext cx="2844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6A0A283B-6EF1-8B22-0E60-AA5583FF60F3}"/>
                    </a:ext>
                  </a:extLst>
                </p14:cNvPr>
                <p14:cNvContentPartPr/>
                <p14:nvPr/>
              </p14:nvContentPartPr>
              <p14:xfrm>
                <a:off x="9603953" y="5513948"/>
                <a:ext cx="78120" cy="131400"/>
              </p14:xfrm>
            </p:contentPart>
          </mc:Choice>
          <mc:Fallback xmlns="">
            <p:pic>
              <p:nvPicPr>
                <p:cNvPr id="32" name="Ink 31">
                  <a:extLst>
                    <a:ext uri="{FF2B5EF4-FFF2-40B4-BE49-F238E27FC236}">
                      <a16:creationId xmlns:a16="http://schemas.microsoft.com/office/drawing/2014/main" id="{6A0A283B-6EF1-8B22-0E60-AA5583FF60F3}"/>
                    </a:ext>
                  </a:extLst>
                </p:cNvPr>
                <p:cNvPicPr/>
                <p:nvPr/>
              </p:nvPicPr>
              <p:blipFill>
                <a:blip r:embed="rId47"/>
                <a:stretch>
                  <a:fillRect/>
                </a:stretch>
              </p:blipFill>
              <p:spPr>
                <a:xfrm>
                  <a:off x="9594953" y="5504948"/>
                  <a:ext cx="95760" cy="149040"/>
                </a:xfrm>
                <a:prstGeom prst="rect">
                  <a:avLst/>
                </a:prstGeom>
              </p:spPr>
            </p:pic>
          </mc:Fallback>
        </mc:AlternateContent>
      </p:grpSp>
      <p:grpSp>
        <p:nvGrpSpPr>
          <p:cNvPr id="38" name="Group 37">
            <a:extLst>
              <a:ext uri="{FF2B5EF4-FFF2-40B4-BE49-F238E27FC236}">
                <a16:creationId xmlns:a16="http://schemas.microsoft.com/office/drawing/2014/main" id="{15D004E7-4174-4900-2884-258FF5811E56}"/>
              </a:ext>
            </a:extLst>
          </p:cNvPr>
          <p:cNvGrpSpPr/>
          <p:nvPr/>
        </p:nvGrpSpPr>
        <p:grpSpPr>
          <a:xfrm>
            <a:off x="10136393" y="5421428"/>
            <a:ext cx="779760" cy="317880"/>
            <a:chOff x="10136393" y="5421428"/>
            <a:chExt cx="779760" cy="317880"/>
          </a:xfrm>
        </p:grpSpPr>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396CD3B2-7B2B-C75C-4191-CFBC575A4DE8}"/>
                    </a:ext>
                  </a:extLst>
                </p14:cNvPr>
                <p14:cNvContentPartPr/>
                <p14:nvPr/>
              </p14:nvContentPartPr>
              <p14:xfrm>
                <a:off x="10253393" y="5421428"/>
                <a:ext cx="138600" cy="317880"/>
              </p14:xfrm>
            </p:contentPart>
          </mc:Choice>
          <mc:Fallback xmlns="">
            <p:pic>
              <p:nvPicPr>
                <p:cNvPr id="34" name="Ink 33">
                  <a:extLst>
                    <a:ext uri="{FF2B5EF4-FFF2-40B4-BE49-F238E27FC236}">
                      <a16:creationId xmlns:a16="http://schemas.microsoft.com/office/drawing/2014/main" id="{396CD3B2-7B2B-C75C-4191-CFBC575A4DE8}"/>
                    </a:ext>
                  </a:extLst>
                </p:cNvPr>
                <p:cNvPicPr/>
                <p:nvPr/>
              </p:nvPicPr>
              <p:blipFill>
                <a:blip r:embed="rId49"/>
                <a:stretch>
                  <a:fillRect/>
                </a:stretch>
              </p:blipFill>
              <p:spPr>
                <a:xfrm>
                  <a:off x="10244393" y="5412788"/>
                  <a:ext cx="156240" cy="3355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6DE9D9CE-69B0-293B-6CC8-95A845C8B685}"/>
                    </a:ext>
                  </a:extLst>
                </p14:cNvPr>
                <p14:cNvContentPartPr/>
                <p14:nvPr/>
              </p14:nvContentPartPr>
              <p14:xfrm>
                <a:off x="10136393" y="5519708"/>
                <a:ext cx="261720" cy="39600"/>
              </p14:xfrm>
            </p:contentPart>
          </mc:Choice>
          <mc:Fallback xmlns="">
            <p:pic>
              <p:nvPicPr>
                <p:cNvPr id="35" name="Ink 34">
                  <a:extLst>
                    <a:ext uri="{FF2B5EF4-FFF2-40B4-BE49-F238E27FC236}">
                      <a16:creationId xmlns:a16="http://schemas.microsoft.com/office/drawing/2014/main" id="{6DE9D9CE-69B0-293B-6CC8-95A845C8B685}"/>
                    </a:ext>
                  </a:extLst>
                </p:cNvPr>
                <p:cNvPicPr/>
                <p:nvPr/>
              </p:nvPicPr>
              <p:blipFill>
                <a:blip r:embed="rId51"/>
                <a:stretch>
                  <a:fillRect/>
                </a:stretch>
              </p:blipFill>
              <p:spPr>
                <a:xfrm>
                  <a:off x="10127393" y="5510708"/>
                  <a:ext cx="27936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BEA2366E-E6D2-C86C-26EF-1CBAD96EF4A0}"/>
                    </a:ext>
                  </a:extLst>
                </p14:cNvPr>
                <p14:cNvContentPartPr/>
                <p14:nvPr/>
              </p14:nvContentPartPr>
              <p14:xfrm>
                <a:off x="10479833" y="5496668"/>
                <a:ext cx="173520" cy="200520"/>
              </p14:xfrm>
            </p:contentPart>
          </mc:Choice>
          <mc:Fallback xmlns="">
            <p:pic>
              <p:nvPicPr>
                <p:cNvPr id="36" name="Ink 35">
                  <a:extLst>
                    <a:ext uri="{FF2B5EF4-FFF2-40B4-BE49-F238E27FC236}">
                      <a16:creationId xmlns:a16="http://schemas.microsoft.com/office/drawing/2014/main" id="{BEA2366E-E6D2-C86C-26EF-1CBAD96EF4A0}"/>
                    </a:ext>
                  </a:extLst>
                </p:cNvPr>
                <p:cNvPicPr/>
                <p:nvPr/>
              </p:nvPicPr>
              <p:blipFill>
                <a:blip r:embed="rId53"/>
                <a:stretch>
                  <a:fillRect/>
                </a:stretch>
              </p:blipFill>
              <p:spPr>
                <a:xfrm>
                  <a:off x="10471193" y="5487668"/>
                  <a:ext cx="191160" cy="21816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67A15D96-B46F-1559-7052-EB131CE09612}"/>
                    </a:ext>
                  </a:extLst>
                </p14:cNvPr>
                <p14:cNvContentPartPr/>
                <p14:nvPr/>
              </p14:nvContentPartPr>
              <p14:xfrm>
                <a:off x="10796633" y="5542748"/>
                <a:ext cx="119520" cy="127440"/>
              </p14:xfrm>
            </p:contentPart>
          </mc:Choice>
          <mc:Fallback xmlns="">
            <p:pic>
              <p:nvPicPr>
                <p:cNvPr id="37" name="Ink 36">
                  <a:extLst>
                    <a:ext uri="{FF2B5EF4-FFF2-40B4-BE49-F238E27FC236}">
                      <a16:creationId xmlns:a16="http://schemas.microsoft.com/office/drawing/2014/main" id="{67A15D96-B46F-1559-7052-EB131CE09612}"/>
                    </a:ext>
                  </a:extLst>
                </p:cNvPr>
                <p:cNvPicPr/>
                <p:nvPr/>
              </p:nvPicPr>
              <p:blipFill>
                <a:blip r:embed="rId55"/>
                <a:stretch>
                  <a:fillRect/>
                </a:stretch>
              </p:blipFill>
              <p:spPr>
                <a:xfrm>
                  <a:off x="10787633" y="5533748"/>
                  <a:ext cx="137160" cy="145080"/>
                </a:xfrm>
                <a:prstGeom prst="rect">
                  <a:avLst/>
                </a:prstGeom>
              </p:spPr>
            </p:pic>
          </mc:Fallback>
        </mc:AlternateContent>
      </p:grpSp>
      <p:grpSp>
        <p:nvGrpSpPr>
          <p:cNvPr id="46" name="Group 45">
            <a:extLst>
              <a:ext uri="{FF2B5EF4-FFF2-40B4-BE49-F238E27FC236}">
                <a16:creationId xmlns:a16="http://schemas.microsoft.com/office/drawing/2014/main" id="{A9817BBC-C510-2D15-4867-2726713A7E18}"/>
              </a:ext>
            </a:extLst>
          </p:cNvPr>
          <p:cNvGrpSpPr/>
          <p:nvPr/>
        </p:nvGrpSpPr>
        <p:grpSpPr>
          <a:xfrm>
            <a:off x="7658153" y="2806388"/>
            <a:ext cx="558000" cy="433440"/>
            <a:chOff x="7658153" y="2806388"/>
            <a:chExt cx="558000" cy="433440"/>
          </a:xfrm>
        </p:grpSpPr>
        <mc:AlternateContent xmlns:mc="http://schemas.openxmlformats.org/markup-compatibility/2006" xmlns:p14="http://schemas.microsoft.com/office/powerpoint/2010/main">
          <mc:Choice Requires="p14">
            <p:contentPart p14:bwMode="auto" r:id="rId56">
              <p14:nvContentPartPr>
                <p14:cNvPr id="39" name="Ink 38">
                  <a:extLst>
                    <a:ext uri="{FF2B5EF4-FFF2-40B4-BE49-F238E27FC236}">
                      <a16:creationId xmlns:a16="http://schemas.microsoft.com/office/drawing/2014/main" id="{F4685813-79B7-EFC9-9AE2-219E1661AE8E}"/>
                    </a:ext>
                  </a:extLst>
                </p14:cNvPr>
                <p14:cNvContentPartPr/>
                <p14:nvPr/>
              </p14:nvContentPartPr>
              <p14:xfrm>
                <a:off x="7676153" y="2806388"/>
                <a:ext cx="260280" cy="433440"/>
              </p14:xfrm>
            </p:contentPart>
          </mc:Choice>
          <mc:Fallback xmlns="">
            <p:pic>
              <p:nvPicPr>
                <p:cNvPr id="39" name="Ink 38">
                  <a:extLst>
                    <a:ext uri="{FF2B5EF4-FFF2-40B4-BE49-F238E27FC236}">
                      <a16:creationId xmlns:a16="http://schemas.microsoft.com/office/drawing/2014/main" id="{F4685813-79B7-EFC9-9AE2-219E1661AE8E}"/>
                    </a:ext>
                  </a:extLst>
                </p:cNvPr>
                <p:cNvPicPr/>
                <p:nvPr/>
              </p:nvPicPr>
              <p:blipFill>
                <a:blip r:embed="rId57"/>
                <a:stretch>
                  <a:fillRect/>
                </a:stretch>
              </p:blipFill>
              <p:spPr>
                <a:xfrm>
                  <a:off x="7667153" y="2797748"/>
                  <a:ext cx="277920" cy="451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D9EADDC5-1DCA-BA4D-DDF1-754CE448B475}"/>
                    </a:ext>
                  </a:extLst>
                </p14:cNvPr>
                <p14:cNvContentPartPr/>
                <p14:nvPr/>
              </p14:nvContentPartPr>
              <p14:xfrm>
                <a:off x="7658153" y="2860028"/>
                <a:ext cx="254160" cy="319680"/>
              </p14:xfrm>
            </p:contentPart>
          </mc:Choice>
          <mc:Fallback xmlns="">
            <p:pic>
              <p:nvPicPr>
                <p:cNvPr id="40" name="Ink 39">
                  <a:extLst>
                    <a:ext uri="{FF2B5EF4-FFF2-40B4-BE49-F238E27FC236}">
                      <a16:creationId xmlns:a16="http://schemas.microsoft.com/office/drawing/2014/main" id="{D9EADDC5-1DCA-BA4D-DDF1-754CE448B475}"/>
                    </a:ext>
                  </a:extLst>
                </p:cNvPr>
                <p:cNvPicPr/>
                <p:nvPr/>
              </p:nvPicPr>
              <p:blipFill>
                <a:blip r:embed="rId59"/>
                <a:stretch>
                  <a:fillRect/>
                </a:stretch>
              </p:blipFill>
              <p:spPr>
                <a:xfrm>
                  <a:off x="7649513" y="2851028"/>
                  <a:ext cx="27180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FE333550-1D8D-D81F-A5B8-CDD0203ABF20}"/>
                    </a:ext>
                  </a:extLst>
                </p14:cNvPr>
                <p14:cNvContentPartPr/>
                <p14:nvPr/>
              </p14:nvContentPartPr>
              <p14:xfrm>
                <a:off x="8126513" y="3091868"/>
                <a:ext cx="89640" cy="102600"/>
              </p14:xfrm>
            </p:contentPart>
          </mc:Choice>
          <mc:Fallback xmlns="">
            <p:pic>
              <p:nvPicPr>
                <p:cNvPr id="41" name="Ink 40">
                  <a:extLst>
                    <a:ext uri="{FF2B5EF4-FFF2-40B4-BE49-F238E27FC236}">
                      <a16:creationId xmlns:a16="http://schemas.microsoft.com/office/drawing/2014/main" id="{FE333550-1D8D-D81F-A5B8-CDD0203ABF20}"/>
                    </a:ext>
                  </a:extLst>
                </p:cNvPr>
                <p:cNvPicPr/>
                <p:nvPr/>
              </p:nvPicPr>
              <p:blipFill>
                <a:blip r:embed="rId61"/>
                <a:stretch>
                  <a:fillRect/>
                </a:stretch>
              </p:blipFill>
              <p:spPr>
                <a:xfrm>
                  <a:off x="8117513" y="3083228"/>
                  <a:ext cx="107280" cy="120240"/>
                </a:xfrm>
                <a:prstGeom prst="rect">
                  <a:avLst/>
                </a:prstGeom>
              </p:spPr>
            </p:pic>
          </mc:Fallback>
        </mc:AlternateContent>
      </p:grpSp>
      <p:grpSp>
        <p:nvGrpSpPr>
          <p:cNvPr id="45" name="Group 44">
            <a:extLst>
              <a:ext uri="{FF2B5EF4-FFF2-40B4-BE49-F238E27FC236}">
                <a16:creationId xmlns:a16="http://schemas.microsoft.com/office/drawing/2014/main" id="{B2335C70-14E1-9BBD-3923-0806087010E1}"/>
              </a:ext>
            </a:extLst>
          </p:cNvPr>
          <p:cNvGrpSpPr/>
          <p:nvPr/>
        </p:nvGrpSpPr>
        <p:grpSpPr>
          <a:xfrm>
            <a:off x="6599393" y="3464468"/>
            <a:ext cx="394920" cy="435960"/>
            <a:chOff x="6599393" y="3464468"/>
            <a:chExt cx="394920" cy="435960"/>
          </a:xfrm>
        </p:grpSpPr>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B4F04853-FE66-EBFD-30CF-1ED2E64214F3}"/>
                    </a:ext>
                  </a:extLst>
                </p14:cNvPr>
                <p14:cNvContentPartPr/>
                <p14:nvPr/>
              </p14:nvContentPartPr>
              <p14:xfrm>
                <a:off x="6599393" y="3464468"/>
                <a:ext cx="166320" cy="326160"/>
              </p14:xfrm>
            </p:contentPart>
          </mc:Choice>
          <mc:Fallback xmlns="">
            <p:pic>
              <p:nvPicPr>
                <p:cNvPr id="42" name="Ink 41">
                  <a:extLst>
                    <a:ext uri="{FF2B5EF4-FFF2-40B4-BE49-F238E27FC236}">
                      <a16:creationId xmlns:a16="http://schemas.microsoft.com/office/drawing/2014/main" id="{B4F04853-FE66-EBFD-30CF-1ED2E64214F3}"/>
                    </a:ext>
                  </a:extLst>
                </p:cNvPr>
                <p:cNvPicPr/>
                <p:nvPr/>
              </p:nvPicPr>
              <p:blipFill>
                <a:blip r:embed="rId63"/>
                <a:stretch>
                  <a:fillRect/>
                </a:stretch>
              </p:blipFill>
              <p:spPr>
                <a:xfrm>
                  <a:off x="6590753" y="3455468"/>
                  <a:ext cx="183960" cy="3438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986AE589-F49C-9F3F-1B0B-244EBE8056FD}"/>
                    </a:ext>
                  </a:extLst>
                </p14:cNvPr>
                <p14:cNvContentPartPr/>
                <p14:nvPr/>
              </p14:nvContentPartPr>
              <p14:xfrm>
                <a:off x="6599393" y="3481748"/>
                <a:ext cx="160200" cy="290880"/>
              </p14:xfrm>
            </p:contentPart>
          </mc:Choice>
          <mc:Fallback xmlns="">
            <p:pic>
              <p:nvPicPr>
                <p:cNvPr id="43" name="Ink 42">
                  <a:extLst>
                    <a:ext uri="{FF2B5EF4-FFF2-40B4-BE49-F238E27FC236}">
                      <a16:creationId xmlns:a16="http://schemas.microsoft.com/office/drawing/2014/main" id="{986AE589-F49C-9F3F-1B0B-244EBE8056FD}"/>
                    </a:ext>
                  </a:extLst>
                </p:cNvPr>
                <p:cNvPicPr/>
                <p:nvPr/>
              </p:nvPicPr>
              <p:blipFill>
                <a:blip r:embed="rId65"/>
                <a:stretch>
                  <a:fillRect/>
                </a:stretch>
              </p:blipFill>
              <p:spPr>
                <a:xfrm>
                  <a:off x="6590753" y="3472748"/>
                  <a:ext cx="177840" cy="3085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FED179A9-1ECF-B051-2BA6-AD5A18332FF4}"/>
                    </a:ext>
                  </a:extLst>
                </p14:cNvPr>
                <p14:cNvContentPartPr/>
                <p14:nvPr/>
              </p14:nvContentPartPr>
              <p14:xfrm>
                <a:off x="6884873" y="3634028"/>
                <a:ext cx="109440" cy="266400"/>
              </p14:xfrm>
            </p:contentPart>
          </mc:Choice>
          <mc:Fallback xmlns="">
            <p:pic>
              <p:nvPicPr>
                <p:cNvPr id="44" name="Ink 43">
                  <a:extLst>
                    <a:ext uri="{FF2B5EF4-FFF2-40B4-BE49-F238E27FC236}">
                      <a16:creationId xmlns:a16="http://schemas.microsoft.com/office/drawing/2014/main" id="{FED179A9-1ECF-B051-2BA6-AD5A18332FF4}"/>
                    </a:ext>
                  </a:extLst>
                </p:cNvPr>
                <p:cNvPicPr/>
                <p:nvPr/>
              </p:nvPicPr>
              <p:blipFill>
                <a:blip r:embed="rId67"/>
                <a:stretch>
                  <a:fillRect/>
                </a:stretch>
              </p:blipFill>
              <p:spPr>
                <a:xfrm>
                  <a:off x="6876233" y="3625388"/>
                  <a:ext cx="127080" cy="284040"/>
                </a:xfrm>
                <a:prstGeom prst="rect">
                  <a:avLst/>
                </a:prstGeom>
              </p:spPr>
            </p:pic>
          </mc:Fallback>
        </mc:AlternateContent>
      </p:grpSp>
    </p:spTree>
    <p:extLst>
      <p:ext uri="{BB962C8B-B14F-4D97-AF65-F5344CB8AC3E}">
        <p14:creationId xmlns:p14="http://schemas.microsoft.com/office/powerpoint/2010/main" val="8536215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C026D-0DD6-E44B-A501-C2036E499424}"/>
              </a:ext>
            </a:extLst>
          </p:cNvPr>
          <p:cNvSpPr>
            <a:spLocks noGrp="1"/>
          </p:cNvSpPr>
          <p:nvPr>
            <p:ph type="title"/>
          </p:nvPr>
        </p:nvSpPr>
        <p:spPr/>
        <p:txBody>
          <a:bodyPr/>
          <a:lstStyle/>
          <a:p>
            <a:r>
              <a:rPr lang="en-US" dirty="0"/>
              <a:t>Expected learning outcome</a:t>
            </a:r>
          </a:p>
        </p:txBody>
      </p:sp>
      <p:sp>
        <p:nvSpPr>
          <p:cNvPr id="3" name="Content Placeholder 2">
            <a:extLst>
              <a:ext uri="{FF2B5EF4-FFF2-40B4-BE49-F238E27FC236}">
                <a16:creationId xmlns:a16="http://schemas.microsoft.com/office/drawing/2014/main" id="{D102B2D6-F376-DF43-A888-5D64648BD3D1}"/>
              </a:ext>
            </a:extLst>
          </p:cNvPr>
          <p:cNvSpPr>
            <a:spLocks noGrp="1"/>
          </p:cNvSpPr>
          <p:nvPr>
            <p:ph idx="1"/>
          </p:nvPr>
        </p:nvSpPr>
        <p:spPr/>
        <p:txBody>
          <a:bodyPr/>
          <a:lstStyle/>
          <a:p>
            <a:r>
              <a:rPr lang="en-US" dirty="0"/>
              <a:t>Be familiar with the RC and RL circuit discharge curves</a:t>
            </a:r>
          </a:p>
          <a:p>
            <a:r>
              <a:rPr lang="en-US" dirty="0"/>
              <a:t>Be able to compute the natural response, forced response, transient response, steady state response, and </a:t>
            </a:r>
            <a:r>
              <a:rPr lang="en-US"/>
              <a:t>step response </a:t>
            </a:r>
            <a:r>
              <a:rPr lang="en-US" dirty="0"/>
              <a:t>of, respectively, RC and RL circuits</a:t>
            </a:r>
          </a:p>
        </p:txBody>
      </p:sp>
      <p:sp>
        <p:nvSpPr>
          <p:cNvPr id="4" name="Slide Number Placeholder 3">
            <a:extLst>
              <a:ext uri="{FF2B5EF4-FFF2-40B4-BE49-F238E27FC236}">
                <a16:creationId xmlns:a16="http://schemas.microsoft.com/office/drawing/2014/main" id="{E2ACDED3-C156-764F-B762-8B04D93B8C49}"/>
              </a:ext>
            </a:extLst>
          </p:cNvPr>
          <p:cNvSpPr>
            <a:spLocks noGrp="1"/>
          </p:cNvSpPr>
          <p:nvPr>
            <p:ph type="sldNum" sz="quarter" idx="12"/>
          </p:nvPr>
        </p:nvSpPr>
        <p:spPr/>
        <p:txBody>
          <a:bodyPr/>
          <a:lstStyle/>
          <a:p>
            <a:pPr fontAlgn="base">
              <a:spcBef>
                <a:spcPct val="0"/>
              </a:spcBef>
              <a:spcAft>
                <a:spcPct val="0"/>
              </a:spcAft>
            </a:pPr>
            <a:fld id="{3C358D07-F0F5-4139-BFD3-58198AE99F66}" type="slidenum">
              <a:rPr lang="en-US" altLang="zh-CN" smtClean="0">
                <a:ea typeface="黑体" panose="02010609060101010101" pitchFamily="49" charset="-122"/>
              </a:rPr>
              <a:pPr fontAlgn="base">
                <a:spcBef>
                  <a:spcPct val="0"/>
                </a:spcBef>
                <a:spcAft>
                  <a:spcPct val="0"/>
                </a:spcAft>
              </a:pPr>
              <a:t>71</a:t>
            </a:fld>
            <a:endParaRPr lang="en-US" altLang="zh-CN" dirty="0">
              <a:ea typeface="黑体" panose="02010609060101010101" pitchFamily="49" charset="-122"/>
            </a:endParaRPr>
          </a:p>
        </p:txBody>
      </p:sp>
    </p:spTree>
    <p:extLst>
      <p:ext uri="{BB962C8B-B14F-4D97-AF65-F5344CB8AC3E}">
        <p14:creationId xmlns:p14="http://schemas.microsoft.com/office/powerpoint/2010/main" val="11985371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nglish">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39085</TotalTime>
  <Words>4339</Words>
  <Application>Microsoft Office PowerPoint</Application>
  <PresentationFormat>宽屏</PresentationFormat>
  <Paragraphs>617</Paragraphs>
  <Slides>72</Slides>
  <Notes>51</Notes>
  <HiddenSlides>1</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72</vt:i4>
      </vt:variant>
    </vt:vector>
  </HeadingPairs>
  <TitlesOfParts>
    <vt:vector size="82" baseType="lpstr">
      <vt:lpstr>DengXian</vt:lpstr>
      <vt:lpstr>Arial</vt:lpstr>
      <vt:lpstr>Calibri</vt:lpstr>
      <vt:lpstr>Cambria Math</vt:lpstr>
      <vt:lpstr>Symbol</vt:lpstr>
      <vt:lpstr>Times New Roman</vt:lpstr>
      <vt:lpstr>Wingdings</vt:lpstr>
      <vt:lpstr>Wingdings 2</vt:lpstr>
      <vt:lpstr>Office Theme</vt:lpstr>
      <vt:lpstr>Equation</vt:lpstr>
      <vt:lpstr>EIE 2001 Basic Circuit Theory</vt:lpstr>
      <vt:lpstr>Overview</vt:lpstr>
      <vt:lpstr>Capacitors</vt:lpstr>
      <vt:lpstr>Capacitors</vt:lpstr>
      <vt:lpstr>Capacitors</vt:lpstr>
      <vt:lpstr>Capacitors</vt:lpstr>
      <vt:lpstr>Current-Voltage Relationship</vt:lpstr>
      <vt:lpstr>Power and Stored Energy</vt:lpstr>
      <vt:lpstr>Properties of Capacitors</vt:lpstr>
      <vt:lpstr>Ideal Capacitors versus Real Capacitors</vt:lpstr>
      <vt:lpstr>Parallel Capacitors</vt:lpstr>
      <vt:lpstr>Series Capacitors</vt:lpstr>
      <vt:lpstr>Series and Parallel Capacitors</vt:lpstr>
      <vt:lpstr>Example 1</vt:lpstr>
      <vt:lpstr>Example 2</vt:lpstr>
      <vt:lpstr>Example 3</vt:lpstr>
      <vt:lpstr>Applications for Capacitors</vt:lpstr>
      <vt:lpstr>Application – capacitive touch screen</vt:lpstr>
      <vt:lpstr>Inductors</vt:lpstr>
      <vt:lpstr>Voltage-Current Relationship</vt:lpstr>
      <vt:lpstr>Power and Stored Energy</vt:lpstr>
      <vt:lpstr>Properties of Inductors</vt:lpstr>
      <vt:lpstr>Properties of Inductors</vt:lpstr>
      <vt:lpstr>Series Inductors</vt:lpstr>
      <vt:lpstr>Parallel Inductors</vt:lpstr>
      <vt:lpstr>Example 4</vt:lpstr>
      <vt:lpstr>Example 5</vt:lpstr>
      <vt:lpstr>Applications for Inductors</vt:lpstr>
      <vt:lpstr>Summary</vt:lpstr>
      <vt:lpstr>Application Example – Integrator</vt:lpstr>
      <vt:lpstr>Application Example – Differentiator</vt:lpstr>
      <vt:lpstr>Examples</vt:lpstr>
      <vt:lpstr>Expected learning outcome</vt:lpstr>
      <vt:lpstr>EIE 2001 Basic Circuit Theory</vt:lpstr>
      <vt:lpstr>Overview</vt:lpstr>
      <vt:lpstr>First Order Circuits </vt:lpstr>
      <vt:lpstr>Something about C and L</vt:lpstr>
      <vt:lpstr>PowerPoint 演示文稿</vt:lpstr>
      <vt:lpstr>Response of a Circuit</vt:lpstr>
      <vt:lpstr>Natural Response - Discharge</vt:lpstr>
      <vt:lpstr>Review: Solving</vt:lpstr>
      <vt:lpstr>Review: Solving</vt:lpstr>
      <vt:lpstr>Source Free RC Circuit</vt:lpstr>
      <vt:lpstr>Natural Response of RC Circuit</vt:lpstr>
      <vt:lpstr>Time Constant t</vt:lpstr>
      <vt:lpstr>RC Discharge</vt:lpstr>
      <vt:lpstr>Source Free RL Circuit</vt:lpstr>
      <vt:lpstr>RL Discharge</vt:lpstr>
      <vt:lpstr>Example 6</vt:lpstr>
      <vt:lpstr>Example 7</vt:lpstr>
      <vt:lpstr>Response with External Source</vt:lpstr>
      <vt:lpstr>Singularity Functions</vt:lpstr>
      <vt:lpstr>The Unit Step</vt:lpstr>
      <vt:lpstr>Equivalent Circuit</vt:lpstr>
      <vt:lpstr>The Unit Impulse Function</vt:lpstr>
      <vt:lpstr>The Unit Ramp Function</vt:lpstr>
      <vt:lpstr>PowerPoint 演示文稿</vt:lpstr>
      <vt:lpstr>Step Response of RC Circuit</vt:lpstr>
      <vt:lpstr>Step Response of RC Circuit</vt:lpstr>
      <vt:lpstr>Step Response of RC Circuit</vt:lpstr>
      <vt:lpstr>Another Perspective</vt:lpstr>
      <vt:lpstr>Step Response of Current</vt:lpstr>
      <vt:lpstr>Step Response of RL Circuit</vt:lpstr>
      <vt:lpstr>Step Response of RL Circuit</vt:lpstr>
      <vt:lpstr>RC vs RL Circuits</vt:lpstr>
      <vt:lpstr>Application: Delay Circuit</vt:lpstr>
      <vt:lpstr>Example of changing time constants</vt:lpstr>
      <vt:lpstr>Example of an RC circuit containing a controlled source</vt:lpstr>
      <vt:lpstr>Example of an RC circuit containing a controlled source</vt:lpstr>
      <vt:lpstr>Example of a 1st order circuit containing an op-amp</vt:lpstr>
      <vt:lpstr>Procedure for RC/RL Response</vt:lpstr>
      <vt:lpstr>Expected learning outcome</vt:lpstr>
    </vt:vector>
  </TitlesOfParts>
  <Company>The Chinese University of Hong Kong, Shenzhen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Scientific Method</dc:title>
  <dc:creator>Skhark</dc:creator>
  <cp:lastModifiedBy>Prof. Shuguang Cui (SSE)</cp:lastModifiedBy>
  <cp:revision>1229</cp:revision>
  <cp:lastPrinted>2019-09-29T06:32:49Z</cp:lastPrinted>
  <dcterms:created xsi:type="dcterms:W3CDTF">2015-01-13T03:48:29Z</dcterms:created>
  <dcterms:modified xsi:type="dcterms:W3CDTF">2023-10-25T07:11:07Z</dcterms:modified>
</cp:coreProperties>
</file>