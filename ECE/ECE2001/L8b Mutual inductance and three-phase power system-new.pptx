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35"/>
  </p:notesMasterIdLst>
  <p:sldIdLst>
    <p:sldId id="707" r:id="rId2"/>
    <p:sldId id="808" r:id="rId3"/>
    <p:sldId id="807" r:id="rId4"/>
    <p:sldId id="811" r:id="rId5"/>
    <p:sldId id="809" r:id="rId6"/>
    <p:sldId id="783" r:id="rId7"/>
    <p:sldId id="780" r:id="rId8"/>
    <p:sldId id="781" r:id="rId9"/>
    <p:sldId id="782" r:id="rId10"/>
    <p:sldId id="806" r:id="rId11"/>
    <p:sldId id="784" r:id="rId12"/>
    <p:sldId id="785" r:id="rId13"/>
    <p:sldId id="805" r:id="rId14"/>
    <p:sldId id="786" r:id="rId15"/>
    <p:sldId id="787" r:id="rId16"/>
    <p:sldId id="789" r:id="rId17"/>
    <p:sldId id="790" r:id="rId18"/>
    <p:sldId id="791" r:id="rId19"/>
    <p:sldId id="792" r:id="rId20"/>
    <p:sldId id="813" r:id="rId21"/>
    <p:sldId id="794" r:id="rId22"/>
    <p:sldId id="795" r:id="rId23"/>
    <p:sldId id="797" r:id="rId24"/>
    <p:sldId id="799" r:id="rId25"/>
    <p:sldId id="798" r:id="rId26"/>
    <p:sldId id="796" r:id="rId27"/>
    <p:sldId id="800" r:id="rId28"/>
    <p:sldId id="801" r:id="rId29"/>
    <p:sldId id="802" r:id="rId30"/>
    <p:sldId id="803" r:id="rId31"/>
    <p:sldId id="804" r:id="rId32"/>
    <p:sldId id="814" r:id="rId33"/>
    <p:sldId id="812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1"/>
  </p:normalViewPr>
  <p:slideViewPr>
    <p:cSldViewPr snapToGrid="0">
      <p:cViewPr varScale="1">
        <p:scale>
          <a:sx n="110" d="100"/>
          <a:sy n="110" d="100"/>
        </p:scale>
        <p:origin x="63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huguang Cui (SSE)" userId="85de1bb4-a53e-4ccf-9dc2-65b85f685fb4" providerId="ADAL" clId="{9A8E26CE-EF5C-4D8F-B8D9-EBF8539975D1}"/>
    <pc:docChg chg="modSld">
      <pc:chgData name="Prof. Shuguang Cui (SSE)" userId="85de1bb4-a53e-4ccf-9dc2-65b85f685fb4" providerId="ADAL" clId="{9A8E26CE-EF5C-4D8F-B8D9-EBF8539975D1}" dt="2023-11-20T07:28:18.200" v="7"/>
      <pc:docMkLst>
        <pc:docMk/>
      </pc:docMkLst>
      <pc:sldChg chg="addSp modSp mod">
        <pc:chgData name="Prof. Shuguang Cui (SSE)" userId="85de1bb4-a53e-4ccf-9dc2-65b85f685fb4" providerId="ADAL" clId="{9A8E26CE-EF5C-4D8F-B8D9-EBF8539975D1}" dt="2023-11-20T07:28:18.200" v="7"/>
        <pc:sldMkLst>
          <pc:docMk/>
          <pc:sldMk cId="3929472118" sldId="811"/>
        </pc:sldMkLst>
        <pc:grpChg chg="mod">
          <ac:chgData name="Prof. Shuguang Cui (SSE)" userId="85de1bb4-a53e-4ccf-9dc2-65b85f685fb4" providerId="ADAL" clId="{9A8E26CE-EF5C-4D8F-B8D9-EBF8539975D1}" dt="2023-11-20T07:28:16.361" v="3"/>
          <ac:grpSpMkLst>
            <pc:docMk/>
            <pc:sldMk cId="3929472118" sldId="811"/>
            <ac:grpSpMk id="41" creationId="{F160F0E5-0FE4-A552-072C-DA5DBAF02048}"/>
          </ac:grpSpMkLst>
        </pc:grpChg>
        <pc:grpChg chg="mod">
          <ac:chgData name="Prof. Shuguang Cui (SSE)" userId="85de1bb4-a53e-4ccf-9dc2-65b85f685fb4" providerId="ADAL" clId="{9A8E26CE-EF5C-4D8F-B8D9-EBF8539975D1}" dt="2023-11-20T07:28:18.200" v="7"/>
          <ac:grpSpMkLst>
            <pc:docMk/>
            <pc:sldMk cId="3929472118" sldId="811"/>
            <ac:grpSpMk id="45" creationId="{2FF3B9F5-1537-4F40-0D9D-515B69584450}"/>
          </ac:grpSpMkLst>
        </pc:grpChg>
        <pc:inkChg chg="add mod">
          <ac:chgData name="Prof. Shuguang Cui (SSE)" userId="85de1bb4-a53e-4ccf-9dc2-65b85f685fb4" providerId="ADAL" clId="{9A8E26CE-EF5C-4D8F-B8D9-EBF8539975D1}" dt="2023-11-20T07:28:16.361" v="3"/>
          <ac:inkMkLst>
            <pc:docMk/>
            <pc:sldMk cId="3929472118" sldId="811"/>
            <ac:inkMk id="25" creationId="{340ED97E-93B6-E398-AF71-D55CC4347F5A}"/>
          </ac:inkMkLst>
        </pc:inkChg>
        <pc:inkChg chg="add mod">
          <ac:chgData name="Prof. Shuguang Cui (SSE)" userId="85de1bb4-a53e-4ccf-9dc2-65b85f685fb4" providerId="ADAL" clId="{9A8E26CE-EF5C-4D8F-B8D9-EBF8539975D1}" dt="2023-11-20T07:28:16.361" v="3"/>
          <ac:inkMkLst>
            <pc:docMk/>
            <pc:sldMk cId="3929472118" sldId="811"/>
            <ac:inkMk id="39" creationId="{9735310C-9843-3AF9-86CF-A50FB4F9DDB8}"/>
          </ac:inkMkLst>
        </pc:inkChg>
        <pc:inkChg chg="add">
          <ac:chgData name="Prof. Shuguang Cui (SSE)" userId="85de1bb4-a53e-4ccf-9dc2-65b85f685fb4" providerId="ADAL" clId="{9A8E26CE-EF5C-4D8F-B8D9-EBF8539975D1}" dt="2023-11-20T07:28:15.674" v="2" actId="9405"/>
          <ac:inkMkLst>
            <pc:docMk/>
            <pc:sldMk cId="3929472118" sldId="811"/>
            <ac:inkMk id="40" creationId="{5C1D491D-B14B-E528-00C2-21356FBB08BB}"/>
          </ac:inkMkLst>
        </pc:inkChg>
        <pc:inkChg chg="add mod">
          <ac:chgData name="Prof. Shuguang Cui (SSE)" userId="85de1bb4-a53e-4ccf-9dc2-65b85f685fb4" providerId="ADAL" clId="{9A8E26CE-EF5C-4D8F-B8D9-EBF8539975D1}" dt="2023-11-20T07:28:18.200" v="7"/>
          <ac:inkMkLst>
            <pc:docMk/>
            <pc:sldMk cId="3929472118" sldId="811"/>
            <ac:inkMk id="42" creationId="{10F074EB-D083-3299-E324-FEE357286389}"/>
          </ac:inkMkLst>
        </pc:inkChg>
        <pc:inkChg chg="add mod">
          <ac:chgData name="Prof. Shuguang Cui (SSE)" userId="85de1bb4-a53e-4ccf-9dc2-65b85f685fb4" providerId="ADAL" clId="{9A8E26CE-EF5C-4D8F-B8D9-EBF8539975D1}" dt="2023-11-20T07:28:18.200" v="7"/>
          <ac:inkMkLst>
            <pc:docMk/>
            <pc:sldMk cId="3929472118" sldId="811"/>
            <ac:inkMk id="43" creationId="{2F61F5AC-538D-761A-CE30-EC6AD73DAC08}"/>
          </ac:inkMkLst>
        </pc:inkChg>
        <pc:inkChg chg="add">
          <ac:chgData name="Prof. Shuguang Cui (SSE)" userId="85de1bb4-a53e-4ccf-9dc2-65b85f685fb4" providerId="ADAL" clId="{9A8E26CE-EF5C-4D8F-B8D9-EBF8539975D1}" dt="2023-11-20T07:28:17.286" v="6" actId="9405"/>
          <ac:inkMkLst>
            <pc:docMk/>
            <pc:sldMk cId="3929472118" sldId="811"/>
            <ac:inkMk id="44" creationId="{B287DC61-9352-5077-A0B6-AFCBBC9E9D22}"/>
          </ac:inkMkLst>
        </pc:inkChg>
      </pc:sldChg>
    </pc:docChg>
  </pc:docChgLst>
  <pc:docChgLst>
    <pc:chgData name="Prof. Shuguang Cui (SSE)" userId="85de1bb4-a53e-4ccf-9dc2-65b85f685fb4" providerId="ADAL" clId="{C1428DED-42CC-FB40-AB15-41C8CB2F851A}"/>
    <pc:docChg chg="custSel modSld">
      <pc:chgData name="Prof. Shuguang Cui (SSE)" userId="85de1bb4-a53e-4ccf-9dc2-65b85f685fb4" providerId="ADAL" clId="{C1428DED-42CC-FB40-AB15-41C8CB2F851A}" dt="2024-11-17T08:07:00.054" v="131"/>
      <pc:docMkLst>
        <pc:docMk/>
      </pc:docMkLst>
      <pc:sldChg chg="modSp mod">
        <pc:chgData name="Prof. Shuguang Cui (SSE)" userId="85de1bb4-a53e-4ccf-9dc2-65b85f685fb4" providerId="ADAL" clId="{C1428DED-42CC-FB40-AB15-41C8CB2F851A}" dt="2024-11-14T13:26:46.106" v="2" actId="20577"/>
        <pc:sldMkLst>
          <pc:docMk/>
          <pc:sldMk cId="1622424724" sldId="707"/>
        </pc:sldMkLst>
        <pc:spChg chg="mod">
          <ac:chgData name="Prof. Shuguang Cui (SSE)" userId="85de1bb4-a53e-4ccf-9dc2-65b85f685fb4" providerId="ADAL" clId="{C1428DED-42CC-FB40-AB15-41C8CB2F851A}" dt="2024-11-14T13:26:46.106" v="2" actId="20577"/>
          <ac:spMkLst>
            <pc:docMk/>
            <pc:sldMk cId="1622424724" sldId="707"/>
            <ac:spMk id="11" creationId="{00000000-0000-0000-0000-000000000000}"/>
          </ac:spMkLst>
        </pc:spChg>
      </pc:sldChg>
      <pc:sldChg chg="modNotesTx">
        <pc:chgData name="Prof. Shuguang Cui (SSE)" userId="85de1bb4-a53e-4ccf-9dc2-65b85f685fb4" providerId="ADAL" clId="{C1428DED-42CC-FB40-AB15-41C8CB2F851A}" dt="2024-11-17T07:51:32.900" v="130" actId="20577"/>
        <pc:sldMkLst>
          <pc:docMk/>
          <pc:sldMk cId="2234763154" sldId="791"/>
        </pc:sldMkLst>
      </pc:sldChg>
      <pc:sldChg chg="modNotesTx">
        <pc:chgData name="Prof. Shuguang Cui (SSE)" userId="85de1bb4-a53e-4ccf-9dc2-65b85f685fb4" providerId="ADAL" clId="{C1428DED-42CC-FB40-AB15-41C8CB2F851A}" dt="2024-11-17T08:07:00.054" v="131"/>
        <pc:sldMkLst>
          <pc:docMk/>
          <pc:sldMk cId="1818790320" sldId="79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3:5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646 385 919 0 0,'-2'-1'67'0'0,"-13"-6"2899"0"0,-25-14 1 0 0,27 13-2151 0 0,0 1 0 0 0,0 1 0 0 0,-24-9 0 0 0,33 14-774 0 0,0 0 1 0 0,-1 0-1 0 0,1 0 0 0 0,-1 1 0 0 0,1 0 0 0 0,-1 0 1 0 0,1 0-1 0 0,-1 0 0 0 0,1 1 0 0 0,0-1 0 0 0,-1 1 1 0 0,1 0-1 0 0,-1 1 0 0 0,1-1 0 0 0,0 1 0 0 0,-6 3 1 0 0,-16 11 3 0 0,2 2 0 0 0,0 1 0 0 0,1 1 1 0 0,-32 34-1 0 0,33-31-35 0 0,-7 9-11 0 0,1 1 0 0 0,2 1 0 0 0,2 1 0 0 0,1 1 0 0 0,1 1 0 0 0,-16 42 0 0 0,25-46 16 0 0,1 0 1 0 0,1 1-1 0 0,2 0 0 0 0,1 1 0 0 0,2 0 0 0 0,1 0 0 0 0,2 1 1 0 0,2-1-1 0 0,5 71 0 0 0,4-46 3 0 0,2 0-1 0 0,2-1 1 0 0,4-1-1 0 0,1 0 1 0 0,28 58 0 0 0,-25-71-259 0 0,39 60 0 0 0,35 37-679 0 0,-77-119 730 0 0,2 6-73 0 0,88 121-1112 0 0,-91-130 1326 0 0,1-2 0 0 0,0 0 1 0 0,2-1-1 0 0,0 0 0 0 0,1-2 1 0 0,27 17-1 0 0,137 63-215 0 0,-142-75 250 0 0,-3 0-30 0 0,-2 3-1 0 0,67 52 0 0 0,-40-26 15 0 0,-40-33 72 0 0,1 0-1 0 0,1-1 1 0 0,1-2-1 0 0,43 16 1 0 0,-21-13 223 0 0,91 16-1 0 0,-112-27-246 0 0,48 9 429 0 0,106 5 0 0 0,146-15 941 0 0,-302-5-1351 0 0,0-1 0 0 0,-1-2 0 0 0,1 0 0 0 0,-1-2 0 0 0,0 0 0 0 0,-1-2 0 0 0,0-1 0 0 0,0-1-1 0 0,-1-1 1 0 0,0 0 0 0 0,0-2 0 0 0,-2-1 0 0 0,40-33 0 0 0,-33 23 150 0 0,-1-1 1 0 0,31-37-1 0 0,25-33 713 0 0,54-71 297 0 0,-56 38-691 0 0,73-157-1 0 0,-130 232-356 0 0,-3-1 0 0 0,-2 0-1 0 0,-3-2 1 0 0,-2 0 0 0 0,-2 0 0 0 0,7-100-1 0 0,-17 101 362 0 0,-2 0 0 0 0,-3 1 0 0 0,-10-57 0 0 0,-41-158 1133 0 0,47 242-1495 0 0,0 0 1 0 0,-2 1-1 0 0,0 0 0 0 0,-2 0 0 0 0,-1 2 0 0 0,-1-1 0 0 0,-1 1 1 0 0,-30-38-1 0 0,2 14-39 0 0,-2 1 1 0 0,-2 2-1 0 0,-80-60 0 0 0,84 75-59 0 0,-1 2 1 0 0,-1 2-1 0 0,-1 2 0 0 0,-96-36 0 0 0,107 50-51 0 0,-1 1 0 0 0,0 1 0 0 0,-57-4 0 0 0,-109 8 0 0 0,84 12-36 0 0,-167 34 1 0 0,199-28 42 0 0,-439 111-71 0 0,476-110 24 0 0,2 3 0 0 0,0 1 0 0 0,-69 40 0 0 0,102-52-200 0 0,0 1-1 0 0,0 1 1 0 0,1 1-1 0 0,0-1 1 0 0,1 2-1 0 0,0 0 1 0 0,-9 12-1 0 0,8-6-755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 2759 0 0,'0'0'12732'0'0,"0"0"-12637"0"0,-1 0 0 0 0,1-1 0 0 0,0 1-1 0 0,-1 0 1 0 0,1 0 0 0 0,0-1 0 0 0,-1 1 0 0 0,1 0-1 0 0,0 0 1 0 0,-1 0 0 0 0,1 0 0 0 0,-1-1-1 0 0,1 1 1 0 0,0 0 0 0 0,-1 0 0 0 0,1 0 0 0 0,-1 0-1 0 0,1 0 1 0 0,-1 0 0 0 0,1 0 0 0 0,0 0-1 0 0,-1 0 1 0 0,-2 3-5 0 0,0 0-1 0 0,0 0 0 0 0,0 1 0 0 0,1-1 1 0 0,0 1-1 0 0,0-1 0 0 0,0 1 1 0 0,0 0-1 0 0,0 0 0 0 0,1 0 1 0 0,-2 4-1 0 0,-2 12 141 0 0,-3 21 0 0 0,1-1-74 0 0,-8 16-92 0 0,-2-1 0 0 0,-2 0 0 0 0,-3-1 0 0 0,-37 67 0 0 0,-74 127 64 0 0,131-244-126 0 0,-20 38 39 0 0,-21 58-1 0 0,43-98 205 0 0,12 4 139 0 0,-8-5-315 0 0,0 0 1 0 0,0-1-1 0 0,1 1 0 0 0,-1-1 0 0 0,0 1 1 0 0,0-1-1 0 0,0 0 0 0 0,0-1 0 0 0,6 0 1 0 0,38-11 440 0 0,-24 5-293 0 0,30-3-82 0 0,0 2-1 0 0,62-2 0 0 0,37-4 35 0 0,-127 10 43 0 0,0 2 0 0 0,0 1 0 0 0,42 3 0 0 0,-66-2 399 0 0,-23 0-1511 0 0,14-9-3727 0 0,5-2-2217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13359 0 0,'-1'1'1027'0'0,"-41"87"5396"0"0,20-39-3726 0 0,6-17-3740 0 0,-27 61 784 0 0,38-79 164 0 0,0 0-1 0 0,1 0 1 0 0,1 0 0 0 0,-3 30-1 0 0,6-31-933 0 0,1-2-4050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2015 448 11055 0 0,'-19'2'226'0'0,"1"-1"1"0"0,0-1-1 0 0,0-1 0 0 0,0 0 0 0 0,-21-5 0 0 0,12 2 412 0 0,-47-8 1687 0 0,-141-43 1 0 0,158 38-2345 0 0,1 4 1 0 0,-2 1 0 0 0,0 3 0 0 0,0 3 0 0 0,0 2 0 0 0,-1 2 0 0 0,0 4 0 0 0,1 1-1 0 0,-84 17 1 0 0,93-10 27 0 0,-1-1-37 0 0,0 2 0 0 0,-80 29 1 0 0,102-29 16 0 0,2 0 0 0 0,-1 2 1 0 0,1 1-1 0 0,-28 21 0 0 0,33-19 3 0 0,1 0 0 0 0,0 2-1 0 0,1 0 1 0 0,1 1 0 0 0,1 1-1 0 0,1 0 1 0 0,1 2 0 0 0,-14 24 0 0 0,-1 14-45 0 0,-26 74 1 0 0,-13 67-44 0 0,40-110 99 0 0,-1 9-3 0 0,-25 145 0 0 0,45-180-15 0 0,3 0 0 0 0,2 1 0 0 0,6 90 0 0 0,2-113-37 0 0,2 0 0 0 0,2-1 0 0 0,2 0 0 0 0,2 0 0 0 0,1-1 0 0 0,22 48 0 0 0,-6-33-416 0 0,46 67-1 0 0,-32-56 86 0 0,92 132-230 0 0,-109-167 563 0 0,58 56 0 0 0,-63-70 43 0 0,0-1-1 0 0,2-2 0 0 0,0 0 0 0 0,26 13 0 0 0,110 47 11 0 0,-54-27-32 0 0,-72-34-85 0 0,0-1 1 0 0,1-2-1 0 0,0-1 1 0 0,1-2-1 0 0,0-1 1 0 0,1-2-1 0 0,61 1 1 0 0,-2-7 497 0 0,95-14 0 0 0,-172 13-314 0 0,240-45 643 0 0,-91 12-599 0 0,-123 28-68 0 0,128-26 13 0 0,-140 25-8 0 0,-1-2 0 0 0,0 0 0 0 0,44-24 0 0 0,41-34 597 0 0,108-84 0 0 0,-180 118-495 0 0,-2-1 0 0 0,-1-3-1 0 0,46-55 1 0 0,-16 8 220 0 0,-59 73-292 0 0,-1-1 0 0 0,-1 0 0 0 0,1 0 0 0 0,-2-1 0 0 0,0 0 0 0 0,-1-1 0 0 0,0 1 0 0 0,5-21 0 0 0,-7 16 54 0 0,0 0 0 0 0,-2 0 0 0 0,0 0 0 0 0,-1-1 1 0 0,-2 1-1 0 0,-1-31 0 0 0,-29-225 1446 0 0,2 39-741 0 0,18 113-602 0 0,-21-193-156 0 0,19 217-30 0 0,-15-104 44 0 0,-17 3 76 0 0,31 163-166 0 0,0 1 0 0 0,-3 1-1 0 0,-1 0 1 0 0,-1 1 0 0 0,-2 1-1 0 0,-1 0 1 0 0,-2 2 0 0 0,-1 1 0 0 0,-1 0-1 0 0,-2 2 1 0 0,0 1 0 0 0,-2 2-1 0 0,-51-36 1 0 0,55 45-108 0 0,-1 1 0 0 0,0 1 0 0 0,-1 2 0 0 0,0 0 0 0 0,-1 2-1 0 0,0 1 1 0 0,-35-6 0 0 0,15 7-209 0 0,-1 2 1 0 0,1 3-1 0 0,-78 3 0 0 0,79 2-1210 0 0,0 1-3378 0 0,2-2-1269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47 8143 0 0,'0'0'742'0'0,"0"-2"-610"0"0,-10-34 4361 0 0,10 35-3981 0 0,0 0-414 0 0,-1 1 0 0 0,1 0 0 0 0,0-1 1 0 0,0 1-1 0 0,0 0 0 0 0,0-1 0 0 0,0 1 0 0 0,0 0 1 0 0,0-1-1 0 0,0 1 0 0 0,-1 0 0 0 0,1-1 0 0 0,0 1 0 0 0,0 0 1 0 0,0 0-1 0 0,-1-1 0 0 0,1 1 0 0 0,0 0 0 0 0,0 0 0 0 0,-1-1 1 0 0,1 1-1 0 0,0 0 0 0 0,-1 0 0 0 0,1 0 0 0 0,0 0 1 0 0,0-1-1 0 0,-1 1 0 0 0,1 0 0 0 0,-1 0 0 0 0,-2 4 3 0 0,0-1 0 0 0,0 1 0 0 0,0 0-1 0 0,1 0 1 0 0,-1 0 0 0 0,1 0 0 0 0,0 0-1 0 0,0 1 1 0 0,0-1 0 0 0,1 1 0 0 0,-2 5 0 0 0,-8 58 329 0 0,9-56-338 0 0,-129 637 502 0 0,130-645-587 0 0,-6 25 42 0 0,-1 0 0 0 0,-1-1-1 0 0,-17 35 1 0 0,19-52-61 0 0,2-3-196 0 0,4-6-625 0 0,5-21-5954 0 0,0-3 1739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6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6447 0 0,'2'-8'119'0'0,"27"-112"608"0"0,-24 104-170 0 0,0 1 1 0 0,1 1-1 0 0,1-1 1 0 0,0 1-1 0 0,16-22 1 0 0,-16 28 68 0 0,-5 6-304 0 0,-1 1 0 0 0,1 0 0 0 0,-1-1 0 0 0,1 0 0 0 0,-1 1 0 0 0,0-1-1 0 0,2-3 1 0 0,8 11 1500 0 0,-8-4-1693 0 0,-1 0 1 0 0,1 0-1 0 0,-1 0 1 0 0,0 0-1 0 0,0 0 1 0 0,0 1 0 0 0,-1 0-1 0 0,1-1 1 0 0,0 1-1 0 0,-1 0 1 0 0,0-1-1 0 0,0 1 1 0 0,0 0 0 0 0,1 5-1 0 0,1 5 58 0 0,0 0 0 0 0,0 14-1 0 0,-2-13-72 0 0,18 164 667 0 0,47 295-238 0 0,-57-439-426 0 0,-8-33 187 0 0,0-3-217 0 0,8-29 90 0 0,0 0 1 0 0,-3 0 0 0 0,4-35-1 0 0,-4 31-78 0 0,-6 30-85 0 0,50-270 624 0 0,-37 217-510 0 0,4 0-1 0 0,38-90 1 0 0,-44 120-75 0 0,-7 18-25 0 0,0 0-1 0 0,0 1 0 0 0,8-13 0 0 0,-11 21 200 0 0,1 3-147 0 0,1 5-20 0 0,1 0 1 0 0,-1 0-1 0 0,-1 0 1 0 0,0 0-1 0 0,0 1 0 0 0,0-1 1 0 0,0 10-1 0 0,3 58 299 0 0,-4-46-305 0 0,14 290 290 0 0,-12-295-899 0 0,-3-22-78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7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1 455 0 0,'0'0'8352'0'0,"-2"1"-7938"0"0,-22 16 2094 0 0,22-16-2270 0 0,-10 7 898 0 0,-9 13-537 0 0,19-19-518 0 0,-2 31 519 0 0,3-11-200 0 0,0-16-292 0 0,1 0 0 0 0,0 0 0 0 0,0 0 0 0 0,0 0 0 0 0,1 0 0 0 0,0-1 0 0 0,2 9 0 0 0,66 159 1042 0 0,-40-106-834 0 0,29 102 0 0 0,-52-148-266 0 0,-2-7 2 0 0,0 0 0 0 0,-1 1 0 0 0,2 25 0 0 0,-5-38 28 0 0,-1 6-1096 0 0,-3-18-5008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8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11687 0 0,'0'0'1060'0'0,"1"-1"-869"0"0,6-5-26 0 0,-6 4 579 0 0,1 0 684 0 0,5-1 3464 0 0,-4 11-4664 0 0,-1 0 0 0 0,0 0 0 0 0,0 0 0 0 0,0 0 0 0 0,-1 0 0 0 0,0 0 0 0 0,-1 9 0 0 0,-4 63 501 0 0,1-44-474 0 0,2-11-191 0 0,-7 148 632 0 0,7-155-713 0 0,1-17-79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08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10135 0 0,'0'0'2248'0'0,"2"-1"-945"0"0,10-3 39 0 0,1 0 0 0 0,-1 1 0 0 0,17-2 0 0 0,-22 4-1028 0 0,-1 0-1 0 0,1 1 1 0 0,0 0-1 0 0,0 0 0 0 0,-1 1 1 0 0,1 0-1 0 0,13 3 1 0 0,-19-3-294 0 0,0-1 0 0 0,0 1 1 0 0,1-1-1 0 0,-1 1 0 0 0,0 0 0 0 0,0 0 1 0 0,0-1-1 0 0,0 1 0 0 0,0 0 0 0 0,0 0 1 0 0,0 0-1 0 0,0 0 0 0 0,0 0 0 0 0,-1 0 1 0 0,1 1-1 0 0,0-1 0 0 0,-1 0 0 0 0,1 0 0 0 0,-1 0 1 0 0,1 1-1 0 0,-1-1 0 0 0,1 0 0 0 0,-1 1 1 0 0,0-1-1 0 0,0 0 0 0 0,0 1 0 0 0,1-1 1 0 0,-1 0-1 0 0,-1 1 0 0 0,1-1 0 0 0,0 3 1 0 0,-1 1-26 0 0,0 1 0 0 0,-1-1 0 0 0,1 0 0 0 0,-1 0 0 0 0,0 0 0 0 0,-3 6 0 0 0,-18 29-133 0 0,15-26 64 0 0,-1 0 0 0 0,2 1 0 0 0,0 0 1 0 0,0 1-1 0 0,-7 29 0 0 0,13-43 94 0 0,1 1 0 0 0,0-1 1 0 0,-1 1-1 0 0,1-1 0 0 0,0 1 1 0 0,0-1-1 0 0,0 1 0 0 0,1-1 1 0 0,-1 1-1 0 0,0-1 0 0 0,1 0 0 0 0,0 1 1 0 0,0-1-1 0 0,-1 0 0 0 0,1 1 1 0 0,1-1-1 0 0,-1 0 0 0 0,0 0 1 0 0,0 0-1 0 0,1 0 0 0 0,0 0 0 0 0,-1 0 1 0 0,1 0-1 0 0,0 0 0 0 0,0-1 1 0 0,0 1-1 0 0,0-1 0 0 0,0 1 1 0 0,0-1-1 0 0,0 0 0 0 0,0 0 0 0 0,0 0 1 0 0,1 0-1 0 0,-1 0 0 0 0,0 0 1 0 0,5 0-1 0 0,4 1 134 0 0,0 0 0 0 0,0-1 0 0 0,1 0 0 0 0,-1-1 0 0 0,0-1 0 0 0,20-2 0 0 0,-26 2-136 0 0,27-3-104 0 0,-1-1 1 0 0,1-2-1 0 0,48-17 0 0 0,-53 12-1093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2514 103 8287 0 0,'0'0'639'0'0,"-3"0"-415"0"0,-52-6 3177 0 0,18 5-2818 0 0,20 1-488 0 0,0-1 0 0 0,1 0-1 0 0,0-2 1 0 0,-23-4-1 0 0,-139-39 2090 0 0,142 38-1849 0 0,-137-21 394 0 0,-149 29 589 0 0,260 2-1140 0 0,-541 36 80 0 0,536-31-330 0 0,0 4 0 0 0,1 3 1 0 0,-68 22-1 0 0,105-26 53 0 0,1 1 0 0 0,1 2 0 0 0,0 0-1 0 0,0 2 1 0 0,2 1 0 0 0,0 1 0 0 0,1 1-1 0 0,0 1 1 0 0,-27 29 0 0 0,8 0-406 0 0,-62 92 0 0 0,79-100-45 0 0,3 1 0 0 0,1 1-1 0 0,-18 47 1 0 0,26-45 313 0 0,1 2 0 0 0,3-1 0 0 0,1 1 0 0 0,3 0 0 0 0,1 1 0 0 0,3 0 0 0 0,4 64 0 0 0,5-51 30 0 0,26 114-1 0 0,-11-76 47 0 0,-11-50 81 0 0,2-1 0 0 0,1 0 0 0 0,3-1 0 0 0,2-1 0 0 0,1-1 0 0 0,49 75 0 0 0,-32-62 8 0 0,77 88 1 0 0,-94-123-95 0 0,2-1 0 0 0,0-1 0 0 0,1-1 1 0 0,0-1-1 0 0,2-1 0 0 0,37 20 0 0 0,13-2 58 0 0,1-4 1 0 0,1-4-1 0 0,1-2 0 0 0,2-4 0 0 0,0-4 0 0 0,88 8 1 0 0,44 2 26 0 0,167 16 686 0 0,-298-39-495 0 0,0-3 0 0 0,136-15 0 0 0,-202 12-99 0 0,-1-1-1 0 0,1 0 1 0 0,-1-1-1 0 0,0 0 1 0 0,0-1-1 0 0,0-1 1 0 0,-1 0-1 0 0,0-1 1 0 0,0 0-1 0 0,-1-1 1 0 0,1 0-1 0 0,-2-1 1 0 0,1-1 0 0 0,-1 0-1 0 0,-1 0 1 0 0,0-1-1 0 0,13-18 1 0 0,8-17 823 0 0,42-82 0 0 0,10-58 864 0 0,-67 141-1408 0 0,-2-1 0 0 0,-1-1 0 0 0,7-60 0 0 0,5-145 598 0 0,-18-386 124 0 0,-8 581-1099 0 0,-2 1-1 0 0,-3-1 1 0 0,-2 1-1 0 0,-3 1 1 0 0,-3-1-1 0 0,-1 2 1 0 0,-40-92-1 0 0,47 130-155 0 0,0 1-1 0 0,-1 0 1 0 0,-1 1 0 0 0,-11-14-1 0 0,11 17-1068 0 0,0 0-1 0 0,-19-15 1 0 0,10 12-5574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 13415 0 0,'0'0'3003'0'0,"-2"-1"-2870"0"0,-5 0-106 0 0,6 1-18 0 0,-1 1 1 0 0,1-1-1 0 0,0 0 0 0 0,0 0 1 0 0,-1 0-1 0 0,1 1 0 0 0,0-1 1 0 0,0 1-1 0 0,0-1 0 0 0,0 1 1 0 0,-1-1-1 0 0,1 1 1 0 0,0 0-1 0 0,0-1 0 0 0,0 1 1 0 0,0 0-1 0 0,0 0 0 0 0,1 0 1 0 0,-1 0-1 0 0,0 0 0 0 0,-1 1 1 0 0,-12 22 323 0 0,14-24-323 0 0,-5 10 164 0 0,1 1-1 0 0,1-1 1 0 0,-3 14-1 0 0,-4 13 91 0 0,-11 25-260 0 0,-23 127 1 0 0,43-184-14 0 0,-5 30-41 0 0,2 0 0 0 0,0 59 0 0 0,5-82 62 0 0,-1-10 6 0 0,0-1-1 0 0,1 1 1 0 0,-1 0-1 0 0,1 0 0 0 0,0 0 1 0 0,-1-1-1 0 0,1 1 1 0 0,0 0-1 0 0,0-1 1 0 0,0 1-1 0 0,0-1 1 0 0,1 1-1 0 0,-1-1 1 0 0,0 0-1 0 0,1 1 0 0 0,-1-1 1 0 0,0 0-1 0 0,1 0 1 0 0,0 0-1 0 0,-1 0 1 0 0,1 0-1 0 0,2 1 1 0 0,3 1 104 0 0,1-1 0 0 0,-1 0 1 0 0,15 3-1 0 0,-22-5-121 0 0,24 3 225 0 0,0-1 0 0 0,1 0 0 0 0,-1-2-1 0 0,30-4 1 0 0,95-19 817 0 0,-109 16-711 0 0,29-8 169 0 0,37-5 142 0 0,-60 18-487 0 0,-43 3-108 0 0,3 2-25 0 0,-3-1 19 0 0,2 3-51 0 0,-4-4-96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14511 0 0,'0'0'1614'0'0,"2"0"-1261"0"0,1 1-315 0 0,-1-1 1 0 0,1 0-1 0 0,-1 1 0 0 0,1 0 1 0 0,-1-1-1 0 0,1 1 0 0 0,-1 0 1 0 0,0 0-1 0 0,0 0 0 0 0,1 1 1 0 0,-1-1-1 0 0,0 1 0 0 0,0-1 1 0 0,0 1-1 0 0,0 0 0 0 0,-1-1 1 0 0,1 1-1 0 0,0 0 0 0 0,-1 0 1 0 0,1 0-1 0 0,-1 0 0 0 0,1 3 1 0 0,0-1 6 0 0,-1 0 0 0 0,0 0 1 0 0,0-1-1 0 0,0 1 0 0 0,0 0 0 0 0,-1 0 1 0 0,0 0-1 0 0,0 0 0 0 0,0 0 1 0 0,0 0-1 0 0,-1 0 0 0 0,1 0 1 0 0,-1 0-1 0 0,-1 4 0 0 0,-13 34-358 0 0,-1 0 0 0 0,-34 60 0 0 0,30-62 220 0 0,9-20 112 0 0,6-11 394 0 0,1 0-1 0 0,-1-1 1 0 0,-5 20 0 0 0,10-26 501 0 0,0-1-843 0 0,0 1 0 0 0,1-1 0 0 0,-1 0-1 0 0,0 0 1 0 0,1 1 0 0 0,-1-1 0 0 0,1 0 0 0 0,0 0-1 0 0,-1 0 1 0 0,1 0 0 0 0,0 0 0 0 0,0 0 0 0 0,-1 0-1 0 0,1 0 1 0 0,0 0 0 0 0,0 0 0 0 0,0 0 0 0 0,0-1-1 0 0,0 1 1 0 0,0 0 0 0 0,1-1 0 0 0,-1 1 0 0 0,0-1-1 0 0,0 1 1 0 0,0-1 0 0 0,1 1 0 0 0,-1-1 0 0 0,0 0-1 0 0,0 0 1 0 0,2 1 0 0 0,6 0 41 0 0,0 0 1 0 0,-1 0-1 0 0,10-1 1 0 0,-17 0-102 0 0,16 0-176 0 0,0-1 1 0 0,1 0-1 0 0,-1-1 1 0 0,0-1-1 0 0,23-7 0 0 0,-17 1-1143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2519 303 11055 0 0,'1'-3'852'0'0,"-1"1"-820"0"0,1 0-1 0 0,-1 0 1 0 0,0 0 0 0 0,0 0-1 0 0,0 0 1 0 0,0 0-1 0 0,-1 0 1 0 0,1 0-1 0 0,-1 0 1 0 0,1 0 0 0 0,-1 0-1 0 0,1 0 1 0 0,-1 0-1 0 0,0 0 1 0 0,-2-2 0 0 0,-22-36 1249 0 0,10 17-144 0 0,7 10-967 0 0,-1 0-1 0 0,-1 0 0 0 0,0 1 1 0 0,0 0-1 0 0,-1 1 0 0 0,-1 0 1 0 0,0 0-1 0 0,-17-10 0 0 0,12 10 5 0 0,-1 1 1 0 0,0 1-1 0 0,-1 0 1 0 0,1 1-1 0 0,-37-9 0 0 0,18 10-75 0 0,1 1-1 0 0,-1 1 1 0 0,1 3 0 0 0,-1 1-1 0 0,0 1 1 0 0,-67 10-1 0 0,-202 33 37 0 0,72-8-81 0 0,96-13-55 0 0,-89 16 12 0 0,-10 6 47 0 0,193-33-59 0 0,1 2 0 0 0,1 2-1 0 0,-56 28 1 0 0,65-25-2 0 0,-59 44 0 0 0,-23 33-57 0 0,107-89 54 0 0,-18 16-27 0 0,1 1 0 0 0,1 1-1 0 0,-39 50 1 0 0,47-52 7 0 0,1 1 1 0 0,1 0-1 0 0,1 1 1 0 0,1 0-1 0 0,1 1 1 0 0,-9 30-1 0 0,9-6-75 0 0,1-1 0 0 0,3 1 0 0 0,2 0 0 0 0,2 1 1 0 0,2-1-1 0 0,3 1 0 0 0,1-1 0 0 0,3 0 0 0 0,19 78 0 0 0,-12-72 41 0 0,2-1-1 0 0,3 0 1 0 0,43 90 0 0 0,-26-83-90 0 0,83 112 0 0 0,64 43-1220 0 0,-139-172 1035 0 0,1-1 1 0 0,2-2-1 0 0,2-3 0 0 0,2-1 0 0 0,1-3 1 0 0,2-2-1 0 0,1-2 0 0 0,1-2 0 0 0,68 22 0 0 0,-63-30 335 0 0,78 16-1 0 0,64 0 39 0 0,-112-20-31 0 0,38 4 534 0 0,195 5 0 0 0,-79-29 867 0 0,-181-1-629 0 0,117-25 0 0 0,-124 17-328 0 0,101-39-1 0 0,-139 45-318 0 0,-1-2 0 0 0,0 0 0 0 0,0-1-1 0 0,-1 0 1 0 0,-1-1 0 0 0,0-1 0 0 0,0-1-1 0 0,-1 0 1 0 0,19-24 0 0 0,-14 11 238 0 0,-1-1 1 0 0,-1-1-1 0 0,23-53 1 0 0,24-95 603 0 0,-54 137-664 0 0,-1 0-1 0 0,5-64 1 0 0,-5-81 561 0 0,-4 62-289 0 0,11-276 969 0 0,-12 288-1386 0 0,0 13-61 0 0,-14-157 0 0 0,7 228-53 0 0,-2 0-1 0 0,0 1 0 0 0,-2 0 0 0 0,-1 0 1 0 0,-1 1-1 0 0,-16-32 0 0 0,18 43-210 0 0,-1-1 1 0 0,-1 1-1 0 0,0 1 0 0 0,0-1 0 0 0,-1 2 1 0 0,-1-1-1 0 0,0 1 0 0 0,0 1 0 0 0,-1 0 1 0 0,-1 1-1 0 0,-25-15 0 0 0,11 12-821 0 0,-33-11 0 0 0,60 23 979 0 0,-47-17-1370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6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29 6447 0 0,'-6'-8'11124'0'0,"4"12"-11055"0"0,-1 0 0 0 0,1 0 0 0 0,-1 1-1 0 0,1-1 1 0 0,0 0 0 0 0,1 1 0 0 0,-1-1 0 0 0,0 6-1 0 0,-7 43 5 0 0,6-32-49 0 0,-30 337-24 0 0,33-348-13 0 0,0-8-62 0 0,0-4-603 0 0,1 0 619 0 0,-1 0 0 0 0,0 0 0 0 0,1 0-1 0 0,-1 0 1 0 0,1 0 0 0 0,0 0 0 0 0,1-1 0 0 0,1-7-56 0 0,17-108-136 0 0,-8 37 160 0 0,0-23 455 0 0,-9 72-76 0 0,0 0 1 0 0,16-61 0 0 0,-11 75 1195 0 0,-7 16-1086 0 0,0 3 2 0 0,2 2-320 0 0,0 0 0 0 0,-1 0 0 0 0,1 1 0 0 0,-1-1 0 0 0,0 0 0 0 0,0 1 0 0 0,0-1 0 0 0,0 1 0 0 0,1 5 0 0 0,11 39-39 0 0,-11-35-7 0 0,12 53-167 0 0,10 31 5 0 0,-24-92 121 0 0,30 77-71 0 0,-27-73 75 0 0,1 0 0 0 0,0-1 1 0 0,0 1-1 0 0,1-1 0 0 0,0 0 0 0 0,13 12 1 0 0,-8-11-41 0 0,4-5 32 0 0,-13-4 15 0 0,0 0 0 0 0,-1 0 0 0 0,1 0 0 0 0,0 0-1 0 0,0-1 1 0 0,0 1 0 0 0,0-1 0 0 0,0 1 0 0 0,0-1 0 0 0,0 0-1 0 0,0 0 1 0 0,-1 0 0 0 0,1 0 0 0 0,0 0 0 0 0,1-2 0 0 0,0 1 13 0 0,0-1 1 0 0,0 0 0 0 0,0 0-1 0 0,-1-1 1 0 0,0 1 0 0 0,1 0-1 0 0,1-5 1 0 0,2-5 47 0 0,-1-1 0 0 0,0 1 1 0 0,3-18-1 0 0,-7 26-57 0 0,41-236 1148 0 0,-42 239 15 0 0,2 3-1161 0 0,0-1 1 0 0,0 1 0 0 0,0-1-1 0 0,0 1 1 0 0,-1 0 0 0 0,1 0-1 0 0,0 0 1 0 0,-1 0 0 0 0,1 0-1 0 0,-1 0 1 0 0,1 1-1 0 0,-1-1 1 0 0,1 0 0 0 0,-1 1-1 0 0,0-1 1 0 0,0 1 0 0 0,0-1-1 0 0,2 4 1 0 0,2 3 41 0 0,-1 1 0 0 0,4 14 0 0 0,-4-14-41 0 0,18 59-78 0 0,15 75 0 0 0,3 7-88 0 0,-34-128-150 0 0,-4-12-832 0 0,1 0 0 0 0,7 16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9215 0 0,'0'0'707'0'0,"2"-1"-464"0"0,8-6 81 0 0,-8 5 114 0 0,1 1-1 0 0,-1-1 1 0 0,0 1 0 0 0,1 0 0 0 0,-1-1 0 0 0,1 1-1 0 0,-1 0 1 0 0,1 0 0 0 0,0 1 0 0 0,3-2 0 0 0,-5 2-378 0 0,1 0 1 0 0,-1 0-1 0 0,0 0 1 0 0,1 0-1 0 0,-1 0 1 0 0,0 0-1 0 0,1 0 1 0 0,-1 0-1 0 0,0 0 1 0 0,1 1-1 0 0,-1-1 1 0 0,0 1-1 0 0,0-1 1 0 0,1 1-1 0 0,-1-1 1 0 0,0 1-1 0 0,0 0 1 0 0,0-1 0 0 0,0 1-1 0 0,0 0 1 0 0,0 0-1 0 0,2 2 1 0 0,-2-1-68 0 0,1 0 1 0 0,-1 0-1 0 0,0 1 0 0 0,0-1 1 0 0,0 0-1 0 0,0 1 1 0 0,0-1-1 0 0,-1 1 1 0 0,1 0-1 0 0,-1-1 1 0 0,0 3-1 0 0,1 7-326 0 0,-1 0-1 0 0,-1 0 1 0 0,0 0 0 0 0,-4 13-1 0 0,-24 91-1615 0 0,28-114 2067 0 0,1-1 0 0 0,-1 1 0 0 0,1-1 0 0 0,0 1 0 0 0,0-1 0 0 0,0 1 0 0 0,0-1 1 0 0,0 1-1 0 0,0-1 0 0 0,0 1 0 0 0,1 0 0 0 0,-1-1 0 0 0,0 1 0 0 0,1-1 0 0 0,-1 1 0 0 0,1-1 0 0 0,0 0 0 0 0,-1 1 0 0 0,1-1 0 0 0,2 3 1 0 0,-1-3-3 0 0,-1 1 1 0 0,1 0 0 0 0,0-1-1 0 0,1 1 1 0 0,-1-1 0 0 0,0 1-1 0 0,0-1 1 0 0,1 0 0 0 0,-1 0-1 0 0,0 0 1 0 0,5 1 0 0 0,1-1 53 0 0,-1 1 0 0 0,1-1-1 0 0,0-1 1 0 0,0 1 0 0 0,1-1 0 0 0,14-2 0 0 0,3-4-349 0 0,-1-2-1 0 0,0 0 1 0 0,0-2-1 0 0,42-23 1 0 0,-55 27-456 0 0,-10 5-241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04:1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1839 0 0,'-1'2'134'0'0,"-2"29"3355"0"0,-6 70 5507 0 0,2 2-3554 0 0,7 0-3804 0 0,11-1-4059 0 0,-8-85-4513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0T07:28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86 7831 0 0,'-32'6'3613'0'0,"19"-3"542"0"0,13-3-4112 0 0,0 0-1 0 0,0 0 0 0 0,0 0 1 0 0,0 0-1 0 0,0 0 0 0 0,0 0 1 0 0,0 0-1 0 0,0 0 1 0 0,0 0-1 0 0,1 0 0 0 0,-1 0 1 0 0,0 0-1 0 0,0 0 0 0 0,0 0 1 0 0,0 0-1 0 0,0 0 0 0 0,0 0 1 0 0,0 1-1 0 0,0-1 1 0 0,0 0-1 0 0,0 0 0 0 0,0 0 1 0 0,0 0-1 0 0,0 0 0 0 0,0 0 1 0 0,0 0-1 0 0,0 0 1 0 0,0 0-1 0 0,0 0 0 0 0,0 0 1 0 0,0 0-1 0 0,0 1 0 0 0,0-1 1 0 0,0 0-1 0 0,0 0 0 0 0,0 0 1 0 0,0 0-1 0 0,0 0 1 0 0,0 0-1 0 0,0 0 0 0 0,0 0 1 0 0,0 0-1 0 0,0 0 0 0 0,0 0 1 0 0,-1 0-1 0 0,1 0 0 0 0,0 0 1 0 0,0 1-1 0 0,0-1 1 0 0,0 0-1 0 0,0 0 0 0 0,0 0 1 0 0,0 0-1 0 0,0 0 0 0 0,0 0 1 0 0,13 4 1844 0 0,26 2-1462 0 0,0-1 0 0 0,0-2-1 0 0,48-2 1 0 0,-60-3-193 0 0,-1 0 0 0 0,1-2 1 0 0,-1-1-1 0 0,0-1 0 0 0,46-17 0 0 0,66-39-299 0 0,-112 53-1249 0 0,-18 6-3773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0T07:28:1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13015 0 0,'-1'2'81'0'0,"0"-1"-1"0"0,0 0 0 0 0,0 0 0 0 0,0 1 1 0 0,0-1-1 0 0,0 1 0 0 0,1-1 0 0 0,-1 1 1 0 0,0-1-1 0 0,1 1 0 0 0,-1-1 0 0 0,1 1 1 0 0,0-1-1 0 0,0 1 0 0 0,-1 0 1 0 0,1-1-1 0 0,0 3 0 0 0,-2 8-101 0 0,-33 117 3981 0 0,-10 37-1413 0 0,37-128-2511 0 0,1 1 0 0 0,-2 54 0 0 0,11-45-467 0 0,1-25 207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0T07:28:1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13359 0 0,'-5'1'592'0'0,"4"-1"264"0"0,2 0-856 0 0,1 0 0 0 0,1 0 0 0 0,1 0 584 0 0,4 0 88 0 0,7 0 24 0 0,5 2 0 0 0,9-1 136 0 0,1-1 24 0 0,2-1 8 0 0,0-2 0 0 0,1 0-600 0 0,1-3-112 0 0,1 0-24 0 0,-1-2-8688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0T07:28:1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5527 0 0,'7'-6'1723'0'0,"-1"1"0"0"0,1-1-1 0 0,13-6 1 0 0,51-23 1122 0 0,-31 17-2065 0 0,94-56-2509 0 0,-117 64-3434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0T07:28:1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11975 0 0,'-11'5'1022'0'0,"10"-5"-791"0"0,-1 1-1 0 0,0-1 1 0 0,0 1-1 0 0,1 0 1 0 0,-1 0 0 0 0,1 0-1 0 0,-1 0 1 0 0,1 0-1 0 0,-1 0 1 0 0,1 0-1 0 0,0 0 1 0 0,-1 1 0 0 0,1-1-1 0 0,0 0 1 0 0,0 1-1 0 0,0-1 1 0 0,0 1 0 0 0,0-1-1 0 0,0 1 1 0 0,0 2-1 0 0,-2 3-121 0 0,1 1-1 0 0,0 0 1 0 0,1-1-1 0 0,0 1 1 0 0,0 0-1 0 0,0 12 1 0 0,6 51 622 0 0,-2-42-630 0 0,11 130-5567 0 0,-11-137-540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0T07:28:1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13359 0 0,'2'-3'311'0'0,"-1"-1"0"0"0,1 1 1 0 0,0 0-1 0 0,0-1 0 0 0,1 1 0 0 0,-1 0 0 0 0,1 0 0 0 0,0 1 0 0 0,-1-1 0 0 0,1 1 0 0 0,1-1 0 0 0,5-3 0 0 0,2 0 432 0 0,0 0 1 0 0,19-8-1 0 0,-17 10-485 0 0,-1 0 0 0 0,1 1 0 0 0,1 0-1 0 0,-1 1 1 0 0,16-1 0 0 0,69 4 14 0 0,3 0-461 0 0,-67-4-1291 0 0,0-1-5600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10335 0 0,'0'0'6320'0'0,"1"2"-6032"0"0,0 4-194 0 0,0-1 0 0 0,0 0-1 0 0,-1 0 1 0 0,0 1 0 0 0,0-1 0 0 0,0 0-1 0 0,-2 9 1 0 0,0 14 59 0 0,18 262 156 0 0,0-45-329 0 0,-11-119 30 0 0,0-29 138 0 0,-9 112 1 0 0,2-188 84 0 0,-1 0 1 0 0,-5 20-1 0 0,8-41-221 0 0,0 1 0 0 0,-1 0 0 0 0,1-1 0 0 0,0 1-1 0 0,0-1 1 0 0,0 1 0 0 0,-1-1 0 0 0,1 1 0 0 0,0 0 0 0 0,-1-1 0 0 0,1 1 0 0 0,0-1 0 0 0,-1 0 0 0 0,1 1 0 0 0,-1-1-1 0 0,1 1 1 0 0,-1-1 0 0 0,1 1 0 0 0,-1-1 0 0 0,1 0 0 0 0,-1 1 0 0 0,1-1 0 0 0,-1 0 0 0 0,0 0 0 0 0,1 0 0 0 0,-1 1-1 0 0,0-1 1 0 0,0 0 0 0 0,-1 0 1 0 0,1 0-1 0 0,0 0 0 0 0,-1-1 0 0 0,1 1 0 0 0,0 0 0 0 0,0-1 1 0 0,-1 1-1 0 0,1-1 0 0 0,0 1 0 0 0,0-1 0 0 0,-2 0 0 0 0,-1-2 19 0 0,0 0 1 0 0,0-1-1 0 0,0 1 0 0 0,0 0 0 0 0,-4-7 1 0 0,5 6-11 0 0,0 0 0 0 0,0-1 0 0 0,0 0 0 0 0,1 1 1 0 0,0-1-1 0 0,0 0 0 0 0,1 0 0 0 0,-1 0 0 0 0,1 0 0 0 0,0-1 1 0 0,0 1-1 0 0,1 0 0 0 0,0 0 0 0 0,0-1 0 0 0,0 1 1 0 0,0 0-1 0 0,1 0 0 0 0,0-1 0 0 0,0 1 0 0 0,0 0 1 0 0,1 0-1 0 0,3-7 0 0 0,4-9 25 0 0,1 2 0 0 0,1-1 0 0 0,26-34 0 0 0,-34 49-19 0 0,4-4 42 0 0,0 0-1 0 0,0 0 0 0 0,0 1 1 0 0,13-11-1 0 0,-17 16-48 0 0,0 1 0 0 0,0 0 0 0 0,0 0 0 0 0,0 1-1 0 0,1-1 1 0 0,-1 1 0 0 0,0-1 0 0 0,1 1 0 0 0,-1 0-1 0 0,1 0 1 0 0,-1 1 0 0 0,1-1 0 0 0,-1 1 0 0 0,1 0 0 0 0,0-1-1 0 0,-1 2 1 0 0,1-1 0 0 0,3 1 0 0 0,1 1-2 0 0,0 0 1 0 0,-1 0-1 0 0,0 1 0 0 0,1 0 1 0 0,-1 0-1 0 0,0 1 0 0 0,-1 0 1 0 0,1 0-1 0 0,-1 1 1 0 0,0-1-1 0 0,0 2 0 0 0,10 9 1 0 0,-5-2-8 0 0,0 0 0 0 0,-1 1 0 0 0,-1 1 0 0 0,14 27 1 0 0,-18-32 14 0 0,-1 0 0 0 0,0 0 1 0 0,-1 0-1 0 0,0 0 0 0 0,0 0 1 0 0,-1 1-1 0 0,-1-1 0 0 0,1 1 1 0 0,-2-1-1 0 0,0 1 0 0 0,0 0 1 0 0,-1-1-1 0 0,0 1 0 0 0,0-1 1 0 0,-1 1-1 0 0,-1-1 0 0 0,0 0 1 0 0,0 1-1 0 0,-1-2 0 0 0,-8 15 1 0 0,3-8 92 0 0,-2 1 0 0 0,0-1 0 0 0,-1-1 0 0 0,-1 0 0 0 0,0-1 0 0 0,-1 0 0 0 0,-24 18 0 0 0,35-30-96 0 0,0 1 0 0 0,-1-1 0 0 0,1 0 0 0 0,-1 0 1 0 0,0-1-1 0 0,0 1 0 0 0,0-1 0 0 0,0 0 0 0 0,0 0 0 0 0,0 0 1 0 0,0 0-1 0 0,0-1 0 0 0,0 1 0 0 0,0-1 0 0 0,0 0 0 0 0,-7-2 0 0 0,7 2-6 0 0,1-1-1 0 0,-1 0 1 0 0,1-1-1 0 0,0 1 0 0 0,0 0 1 0 0,0-1-1 0 0,0 0 0 0 0,0 0 1 0 0,0 0-1 0 0,0 0 0 0 0,0 0 1 0 0,1-1-1 0 0,-1 1 1 0 0,1-1-1 0 0,0 1 0 0 0,0-1 1 0 0,0 0-1 0 0,0 0 0 0 0,0 0 1 0 0,-1-4-1 0 0,-11-27-1909 0 0,12 28 839 0 0,0 0 0 0 0,1-1 0 0 0,0 1 0 0 0,0-6 1 0 0,0-5-6089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184 131 1375 0 0,'0'0'4267'0'0,"4"-11"1046"0"0,-3 6-5070 0 0,0 0 0 0 0,0 0 0 0 0,0 0-1 0 0,-1-1 1 0 0,1 1 0 0 0,-1 0-1 0 0,0 0 1 0 0,-1 0 0 0 0,1 0 0 0 0,-1 0-1 0 0,0 0 1 0 0,0 0 0 0 0,-1 0 0 0 0,1 0-1 0 0,-1 0 1 0 0,0 0 0 0 0,-1 1 0 0 0,-3-6-1 0 0,6 8-191 0 0,-1 1-1 0 0,0 0 0 0 0,0-1 1 0 0,0 1-1 0 0,-1 0 0 0 0,1 0 1 0 0,0 0-1 0 0,0-1 0 0 0,-1 1 1 0 0,1 1-1 0 0,0-1 0 0 0,-1 0 0 0 0,1 0 1 0 0,-1 0-1 0 0,1 1 0 0 0,-1-1 1 0 0,0 1-1 0 0,1-1 0 0 0,-1 1 1 0 0,0 0-1 0 0,-2-1 0 0 0,1 2-25 0 0,0-1-1 0 0,0 0 0 0 0,1 1 0 0 0,-1 0 0 0 0,0 0 1 0 0,0 0-1 0 0,1 0 0 0 0,-1 0 0 0 0,0 0 1 0 0,1 1-1 0 0,-5 2 0 0 0,0 2-27 0 0,0-1 0 0 0,1 1 1 0 0,-1 1-1 0 0,1 0 0 0 0,0 0 1 0 0,1 0-1 0 0,-6 9 0 0 0,2 2-13 0 0,2 0 0 0 0,0 1 0 0 0,1 0 0 0 0,0 0 0 0 0,2 0 0 0 0,0 1 0 0 0,-1 30 0 0 0,4-39 28 0 0,1 0 0 0 0,1 0 0 0 0,-1 0 1 0 0,5 18-1 0 0,-4-24-2 0 0,0 1 0 0 0,1-1 0 0 0,0 0 0 0 0,0 0 1 0 0,0 0-1 0 0,0 0 0 0 0,1 0 0 0 0,0 0 0 0 0,0-1 1 0 0,0 1-1 0 0,6 5 0 0 0,-7-9 31 0 0,0 1-1 0 0,0-1 1 0 0,0 0 0 0 0,0 0 0 0 0,0 0 0 0 0,1 0-1 0 0,-1 0 1 0 0,0 0 0 0 0,1 0 0 0 0,-1-1-1 0 0,0 1 1 0 0,1-1 0 0 0,-1 0 0 0 0,1 1 0 0 0,-1-1-1 0 0,1-1 1 0 0,-1 1 0 0 0,1 0 0 0 0,-1 0-1 0 0,1-1 1 0 0,-1 1 0 0 0,1-1 0 0 0,-1 0 0 0 0,0 0-1 0 0,0 0 1 0 0,1 0 0 0 0,1-2 0 0 0,6-2 54 0 0,0-1 0 0 0,-1-1 1 0 0,0 1-1 0 0,13-14 1 0 0,-11 7-140 0 0,0 0 0 0 0,0-1-1 0 0,-1 0 1 0 0,-1-1 0 0 0,10-21 0 0 0,-2 5-149 0 0,-16 29 97 0 0,1 4-105 0 0,3 8 115 0 0,1 0 0 0 0,-2 1 0 0 0,1-1 0 0 0,-2 1 0 0 0,1 0 0 0 0,3 22 1 0 0,6 21 301 0 0,-9-43-8 0 0,1 0 0 0 0,0 0 1 0 0,0-1-1 0 0,1 1 0 0 0,14 17 1 0 0,-16-22-92 0 0,1-1 0 0 0,0 0 0 0 0,0 0 0 0 0,0 0 0 0 0,0-1 1 0 0,1 0-1 0 0,0 0 0 0 0,-1 0 0 0 0,2-1 0 0 0,11 6 0 0 0,-16-9-110 0 0,0 1 0 0 0,-1-1 0 0 0,1 0 0 0 0,-1 0 0 0 0,1 0 0 0 0,-1 0 0 0 0,1 0 0 0 0,0 0 0 0 0,-1 0 0 0 0,1-1 0 0 0,-1 1 0 0 0,1-1 0 0 0,-1 1 0 0 0,1-1 0 0 0,1 0 0 0 0,19-12-271 0 0,7-15-5376 0 0,-15 12-480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3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6911 0 0,'0'0'528'0'0,"-1"2"-341"0"0,-1 5 1021 0 0,0 0-1 0 0,0 0 1 0 0,1 0 0 0 0,0 0-1 0 0,0 13 1 0 0,4 41 2932 0 0,0-14-4197 0 0,18 399 53 0 0,-8-305-49 0 0,37 159 1 0 0,-41-265-729 0 0,1 0-1 0 0,15 37 1 0 0,-16-50-5202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1839 0 0,'0'0'11111'0'0,"-2"0"-10931"0"0,-122 1 3949 0 0,118 0-4122 0 0,0 0 0 0 0,0-1 0 0 0,0 2 0 0 0,0-1 0 0 0,0 1 0 0 0,0 0 0 0 0,1 0 0 0 0,-1 1 0 0 0,1-1 0 0 0,0 1 0 0 0,-10 7 0 0 0,8-4 0 0 0,0 0 1 0 0,1 1 0 0 0,0 0-1 0 0,0 0 1 0 0,0 0 0 0 0,1 0 0 0 0,-5 11-1 0 0,0 1 2 0 0,2 0-1 0 0,0 1 1 0 0,1 0-1 0 0,1 1 1 0 0,-6 41-1 0 0,9-43 119 0 0,1 1 0 0 0,1 27 0 0 0,1-40-77 0 0,1 0-1 0 0,0 0 0 0 0,0-1 1 0 0,0 1-1 0 0,1 0 0 0 0,0-1 1 0 0,0 1-1 0 0,0-1 1 0 0,1 0-1 0 0,5 8 0 0 0,-7-13 3 0 0,-1 0 0 0 0,1 0 0 0 0,0 0 0 0 0,1 0-1 0 0,-1-1 1 0 0,0 1 0 0 0,0 0 0 0 0,0-1 0 0 0,0 1 0 0 0,1 0-1 0 0,-1-1 1 0 0,0 0 0 0 0,1 1 0 0 0,-1-1 0 0 0,0 0 0 0 0,0 1 0 0 0,1-1-1 0 0,1 0 1 0 0,22-2 262 0 0,-19 0-290 0 0,-1 0 0 0 0,1-1 1 0 0,-1 1-1 0 0,0-1 0 0 0,0 0 0 0 0,0 0 0 0 0,-1-1 1 0 0,1 0-1 0 0,6-6 0 0 0,2-3-32 0 0,19-26-1 0 0,-24 25 1 0 0,1 0 0 0 0,-2 0-1 0 0,10-24 1 0 0,-11 22-32 0 0,1 1-1 0 0,16-27 1 0 0,-17 35-14 0 0,-5 6-23 0 0,1 3-56 0 0,6 11 62 0 0,-1 0 1 0 0,0 1 0 0 0,0 0-1 0 0,-1 0 1 0 0,-1 0-1 0 0,4 20 1 0 0,17 41 165 0 0,-25-75-91 0 0,36 76 356 0 0,-31-66-308 0 0,0 1-1 0 0,1-1 1 0 0,0-1-1 0 0,16 17 1 0 0,-15-19-57 0 0,1 0 1 0 0,12 8-1 0 0,-20-14-501 0 0,10-6-2032 0 0,-3-1-3562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9215 0 0,'1'27'581'0'0,"-4"53"0"0"0,-1 1 2409 0 0,-5 105 133 0 0,6-141-2902 0 0,0 14 1739 0 0,12-70-1789 0 0,-3 0-163 0 0,1-1 0 0 0,-2 0 1 0 0,1 0-1 0 0,-2-1 0 0 0,6-23 1 0 0,-1 6-6 0 0,-1 2 53 0 0,-1 6 31 0 0,13-34-1 0 0,-17 50-11 0 0,-1 1 1 0 0,1-1-1 0 0,1 1 0 0 0,-1 0 0 0 0,1 0 0 0 0,0 0 0 0 0,0 0 1 0 0,0 0-1 0 0,1 1 0 0 0,8-6 0 0 0,-12 9-36 0 0,1 1-1 0 0,-1 0 1 0 0,1-1-1 0 0,0 1 1 0 0,-1 0 0 0 0,1 0-1 0 0,0 0 1 0 0,-1 0-1 0 0,1 0 1 0 0,0 1-1 0 0,-1-1 1 0 0,1 0-1 0 0,-1 1 1 0 0,1-1 0 0 0,2 2-1 0 0,-3-1 33 0 0,0-1-46 0 0,0 0 0 0 0,0 1 0 0 0,0-1 0 0 0,0 1 0 0 0,0-1 0 0 0,-1 1 0 0 0,1-1 0 0 0,0 1 1 0 0,0-1-1 0 0,-1 1 0 0 0,1 0 0 0 0,0 0 0 0 0,-1-1 0 0 0,1 1 0 0 0,0 1 0 0 0,2 2 52 0 0,120 128 1450 0 0,-107-116-1676 0 0,0-1 0 0 0,25 18 0 0 0,-31-26-805 0 0,1 0 0 0 0,-1-1 1 0 0,15 6-1 0 0,-14-9-693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4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0 455 0 0,'-25'13'3228'0'0,"-9"6"4527"0"0,12-2-5762 0 0,10-3-1816 0 0,-1 1 0 0 0,2 0 0 0 0,0 0 1 0 0,1 1-1 0 0,0 0 0 0 0,1 1 0 0 0,1 0 0 0 0,-9 28 0 0 0,9-17 454 0 0,0 1 1 0 0,2 0-1 0 0,2 0 0 0 0,-3 53 1 0 0,7-73-444 0 0,0 0 0 0 0,0 0 0 0 0,1 0 0 0 0,0 0 1 0 0,1 0-1 0 0,0 0 0 0 0,6 16 0 0 0,-6-22-183 0 0,-1 0-1 0 0,1 1 1 0 0,0-1 0 0 0,0 0-1 0 0,0 0 1 0 0,0 0 0 0 0,1 0-1 0 0,-1-1 1 0 0,1 1 0 0 0,0-1-1 0 0,0 1 1 0 0,0-1 0 0 0,0 0-1 0 0,0 0 1 0 0,0 0 0 0 0,0-1-1 0 0,1 1 1 0 0,-1-1 0 0 0,1 1-1 0 0,-1-1 1 0 0,7 1 0 0 0,6 0-803 0 0,27-1 0 0 0,-22-1-645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33 863 10135 0 0,'0'0'778'0'0,"2"-2"-506"0"0,9-5 389 0 0,0-1 1 0 0,-1-1 0 0 0,0 0 0 0 0,12-13-1 0 0,33-46 1661 0 0,-4 4-2716 0 0,-46 59 436 0 0,0-1 0 0 0,-1 1 0 0 0,0-1 0 0 0,0 0 0 0 0,0 0 0 0 0,-1-1 1 0 0,1 1-1 0 0,-2-1 0 0 0,5-12 0 0 0,-8 10 1 0 0,1 8-46 0 0,-1 0-1 0 0,1 0 1 0 0,-1 0 0 0 0,0 0 0 0 0,1 0 0 0 0,-1 0 0 0 0,0 0 0 0 0,0 0 0 0 0,1 0 0 0 0,-1 0 0 0 0,0 0 0 0 0,0 1 0 0 0,0-1 0 0 0,0 0 0 0 0,0 1 0 0 0,0-1-1 0 0,-1 1 1 0 0,1-1 0 0 0,0 1 0 0 0,0-1 0 0 0,-2 1 0 0 0,1-1-15 0 0,0 1 0 0 0,-1 0 1 0 0,1 0-1 0 0,0 0 0 0 0,-1 1 0 0 0,1-1 0 0 0,0 1 0 0 0,0-1 0 0 0,-1 1 1 0 0,-2 1-1 0 0,-4 2-106 0 0,0 1 1 0 0,0 0 0 0 0,-15 13-1 0 0,11-7-14 0 0,0 0-1 0 0,1 1 0 0 0,1 0 0 0 0,0 1 1 0 0,0 0-1 0 0,2 1 0 0 0,-15 26 0 0 0,17-27 26 0 0,1 1 0 0 0,0 0 0 0 0,1 0 0 0 0,0 0 0 0 0,2 1 0 0 0,-1 0 0 0 0,2 0-1 0 0,-2 28 1 0 0,4-38 122 0 0,0 0-1 0 0,1 0 1 0 0,-1 0 0 0 0,1 0-1 0 0,0-1 1 0 0,1 1-1 0 0,-1 0 1 0 0,1-1-1 0 0,-1 1 1 0 0,2-1 0 0 0,-1 1-1 0 0,0-1 1 0 0,5 6-1 0 0,-4-7-2 0 0,-1 0 0 0 0,1-1 0 0 0,-1 1 0 0 0,1-1 0 0 0,0 0 0 0 0,0 0 0 0 0,0 0 0 0 0,0 0 0 0 0,0 0 0 0 0,1-1 0 0 0,-1 0 0 0 0,0 1 0 0 0,1-1 0 0 0,-1 0 0 0 0,1-1 0 0 0,-1 1 0 0 0,1-1 0 0 0,0 1 0 0 0,3-1 0 0 0,22-2-6 0 0,0-1 0 0 0,31-7 0 0 0,-26 4 0 0 0,-14 2-32 0 0,-1-1 0 0 0,0 0 0 0 0,-1-2 0 0 0,0 0 0 0 0,28-15 0 0 0,-22 8 16 0 0,-1-1 0 0 0,0-1 0 0 0,27-24 0 0 0,-41 32 229 0 0,-1 1 0 0 0,0-1 0 0 0,-1-1 0 0 0,0 1 0 0 0,0-1-1 0 0,0-1 1 0 0,-1 1 0 0 0,-1-1 0 0 0,0 0 0 0 0,5-14 0 0 0,-9 22-75 0 0,-2 0 4 0 0,1 1-125 0 0,0 1 0 0 0,0-1 0 0 0,-1 1 0 0 0,1-1 0 0 0,0 1 0 0 0,0-1 0 0 0,-1 0 0 0 0,1 1 1 0 0,0-1-1 0 0,-1 1 0 0 0,1-1 0 0 0,0 1 0 0 0,-1 0 0 0 0,1-1 0 0 0,-1 1 0 0 0,1-1 0 0 0,-1 1 1 0 0,1 0-1 0 0,-1-1 0 0 0,1 1 0 0 0,-1 0 0 0 0,1 0 0 0 0,-1-1 0 0 0,0 1 0 0 0,1 0 0 0 0,-1 0 1 0 0,1 0-1 0 0,-1 0 0 0 0,0 0 0 0 0,0 0 0 0 0,0 0-3 0 0,0 1 1 0 0,0-1-1 0 0,-1 1 1 0 0,1-1-1 0 0,0 1 1 0 0,0-1-1 0 0,0 1 0 0 0,0 0 1 0 0,0 0-1 0 0,0 0 1 0 0,0 0-1 0 0,0 0 1 0 0,-1 1-1 0 0,-3 4 5 0 0,0 1 0 0 0,1 0 0 0 0,-6 12 0 0 0,2-2-24 0 0,1 1 0 0 0,0 0 0 0 0,-7 36 0 0 0,13-46 35 0 0,-1 0 1 0 0,2 0-1 0 0,-1 1 1 0 0,1-1-1 0 0,0 0 0 0 0,1 0 1 0 0,0 0-1 0 0,0 1 1 0 0,1-1-1 0 0,0 0 0 0 0,5 13 1 0 0,-6-20 15 0 0,0 1 1 0 0,0 0-1 0 0,-1-1 0 0 0,1 1 1 0 0,0-1-1 0 0,1 1 0 0 0,-1-1 1 0 0,0 0-1 0 0,0 1 0 0 0,1-1 1 0 0,-1 0-1 0 0,0 0 0 0 0,1 0 1 0 0,-1 0-1 0 0,1 0 1 0 0,0 0-1 0 0,-1 0 0 0 0,4 1 1 0 0,-2-2 23 0 0,-1 1 1 0 0,1-1 0 0 0,0 0 0 0 0,-1 0 0 0 0,1 0 0 0 0,0 0 0 0 0,-1 0 0 0 0,1-1 0 0 0,0 1 0 0 0,-1-1 0 0 0,5-1 0 0 0,-2 0 2 0 0,1 0 0 0 0,-1 0 0 0 0,-1-1 0 0 0,1 0 0 0 0,0 0 0 0 0,-1 0 0 0 0,1-1 0 0 0,-1 1 0 0 0,0-1 0 0 0,0 0 0 0 0,6-9 0 0 0,-1-4-10 0 0,-1 0 0 0 0,-1 0 0 0 0,-1-1 0 0 0,0 0 0 0 0,5-29 0 0 0,-4 15-8 0 0,8-31 2 0 0,8-77 0 0 0,-20 99 53 0 0,-1 0 1 0 0,-2 0 0 0 0,-5-44-1 0 0,-7-14 869 0 0,-34-130-1 0 0,45 222-928 0 0,-1 1 0 0 0,-1-1 0 0 0,1 1 0 0 0,-1-1 0 0 0,0 1 0 0 0,-4-6 0 0 0,6 12-43 0 0,1 0 1 0 0,-1 1-1 0 0,0-1 1 0 0,1 0-1 0 0,-1 0 1 0 0,1 1-1 0 0,-1-1 1 0 0,0 0-1 0 0,1 1 1 0 0,-1-1-1 0 0,1 1 1 0 0,-1-1-1 0 0,1 1 1 0 0,0-1-1 0 0,-1 1 1 0 0,1-1-1 0 0,-1 1 1 0 0,1 0-1 0 0,-3 4-1 0 0,0 0-1 0 0,1 0 0 0 0,0 0 0 0 0,0 0 0 0 0,0 0 0 0 0,1 1 0 0 0,-2 10 0 0 0,-2 41 28 0 0,5-46-32 0 0,-2 83 51 0 0,15 132 0 0 0,31 90 5 0 0,-28-222-148 0 0,36 119 0 0 0,-11-86-751 0 0,-21-67-23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6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26 9215 0 0,'0'0'707'0'0,"-2"0"-464"0"0,-6-2-18 0 0,6 1 803 0 0,2 1-874 0 0,-1 0 0 0 0,1 0 0 0 0,0 0 0 0 0,0 0-1 0 0,-1 0 1 0 0,1 0 0 0 0,0 0 0 0 0,0 0 0 0 0,-1 0 0 0 0,1 0 0 0 0,0-1 0 0 0,0 1 0 0 0,0 0 0 0 0,-1 0-1 0 0,1 0 1 0 0,0 0 0 0 0,0-1 0 0 0,0 1 0 0 0,-1 0 0 0 0,1 0 0 0 0,0 0 0 0 0,0-1 0 0 0,0 1 0 0 0,0 0-1 0 0,0 0 1 0 0,0-1 0 0 0,-1 1 0 0 0,1 0 0 0 0,0 0 0 0 0,0-1 0 0 0,0 1 0 0 0,0-1 0 0 0,5-1-63 0 0,0-1 1 0 0,0 1 0 0 0,-1 0-1 0 0,2 0 1 0 0,-1 1 0 0 0,0-1 0 0 0,0 1-1 0 0,0 0 1 0 0,1 1 0 0 0,5-1-1 0 0,61 2 543 0 0,-58 0-423 0 0,-7-1-115 0 0,68 4 1049 0 0,91-6-1 0 0,-154 0-1149 0 0,-7 1-8 0 0,1 1-1 0 0,-1 0 1 0 0,0 0 0 0 0,0 0-1 0 0,0 0 1 0 0,7 2 0 0 0,-10-1-499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8751 0 0,'0'0'674'0'0,"2"2"-192"0"0,3 1 46 0 0,-1 0 0 0 0,2 0-1 0 0,-1-1 1 0 0,0 1 0 0 0,0-1 0 0 0,1 0-1 0 0,-1-1 1 0 0,1 1 0 0 0,0-1-1 0 0,-1 0 1 0 0,1 0 0 0 0,10-1-1 0 0,10 0-517 0 0,37-4-1 0 0,-56 3 60 0 0,324-12 2258 0 0,-200 14-2571 0 0,-130-1-508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7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9671 0 0,'1'2'440'0'0,"19"23"1094"0"0,1 0 1 0 0,0-1-1 0 0,36 28 0 0 0,82 57 1888 0 0,-112-89-3629 0 0,-12-8 317 0 0,1 1 0 0 0,-2 0 0 0 0,0 1 0 0 0,0 1 0 0 0,-2 0-1 0 0,1 1 1 0 0,-2 0 0 0 0,0 1 0 0 0,11 24 0 0 0,-20-35-109 0 0,0 1 0 0 0,0-1 1 0 0,-1 1-1 0 0,0-1 0 0 0,0 1 1 0 0,-1-1-1 0 0,0 1 0 0 0,0 0 0 0 0,0-1 1 0 0,-1 1-1 0 0,0 0 0 0 0,0-1 0 0 0,-1 1 1 0 0,0-1-1 0 0,0 0 0 0 0,0 0 1 0 0,-7 11-1 0 0,-1 3-41 0 0,-2-1 0 0 0,0-1 0 0 0,-2 0 1 0 0,-15 17-1 0 0,8-13-1098 0 0,-1 0 0 0 0,-31 23 1 0 0,19-19-5101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31 133 10591 0 0,'0'0'488'0'0,"-1"-2"-12"0"0,-2 0-377 0 0,1-1 0 0 0,-1 1-1 0 0,1-1 1 0 0,-1 0 0 0 0,1 0-1 0 0,0 0 1 0 0,0-1 0 0 0,1 1 0 0 0,-4-6-1 0 0,1 0 6861 0 0,41 100-6434 0 0,46 173 0 0 0,-73-225-542 0 0,26 104-148 0 0,-25-89 121 0 0,2-2 1 0 0,25 64 0 0 0,-34-106 43 0 0,-3-6-8 0 0,1 0-1 0 0,0 1 0 0 0,0-1 0 0 0,0 0 0 0 0,1 0 0 0 0,-1-1 0 0 0,1 1 0 0 0,4 4 0 0 0,1 0 9 0 0,2-3 0 0 0,-8-4 12 0 0,0-1 0 0 0,0 0 0 0 0,0 0-1 0 0,-1 0 1 0 0,1-1 0 0 0,0 1 0 0 0,0 0 0 0 0,0-1-1 0 0,0 1 1 0 0,0-1 0 0 0,-1 0 0 0 0,1 1-1 0 0,0-1 1 0 0,0 0 0 0 0,-1 0 0 0 0,1 0 0 0 0,-1 0-1 0 0,1-1 1 0 0,-1 1 0 0 0,1 0 0 0 0,-1 0 0 0 0,2-4-1 0 0,4-2 125 0 0,-2-1 0 0 0,1-1 0 0 0,4-9 0 0 0,-6 12-21 0 0,54-121 1736 0 0,-29 56-1016 0 0,-12 32-535 0 0,-1-1-1 0 0,-2-1 1 0 0,-2 0 0 0 0,-2-1-1 0 0,-2 0 1 0 0,-1 0 0 0 0,-3-1-1 0 0,-1 1 1 0 0,-2-1-1 0 0,-9-82 1 0 0,5 109-322 0 0,-1 1 0 0 0,0 0 0 0 0,-11-22 0 0 0,11 27 6 0 0,4 9-123 0 0,-17-9-3049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1:5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5063 0 0,'0'0'232'0'0,"-1"1"-13"0"0,-1 4-92 0 0,0 0-1 0 0,0 0 1 0 0,0 1-1 0 0,1-1 1 0 0,-1 0-1 0 0,1 1 1 0 0,1-1-1 0 0,-1 1 1 0 0,1 5-1 0 0,4 56 3298 0 0,-1-21-2966 0 0,-3-28-663 0 0,1 43-59 0 0,3-1 1 0 0,12 72-1 0 0,-12-119 507 0 0,1 5 1498 0 0,5-24-1095 0 0,-8 4-530 0 0,0-1 0 0 0,0 1 0 0 0,0-1-1 0 0,0 1 1 0 0,-1-1 0 0 0,1 1 0 0 0,-1-1-1 0 0,0 0 1 0 0,0 1 0 0 0,0-1 0 0 0,0 0-1 0 0,1-6 1 0 0,3-40 873 0 0,-4 33-667 0 0,5-62 801 0 0,4-45 358 0 0,-6 96-851 0 0,0 1 1 0 0,14-40-1 0 0,-18 63-415 0 0,1 1-4 0 0,-1 1-1 0 0,1-1 1 0 0,0 0 0 0 0,-1 0 0 0 0,1 0 0 0 0,0 0-1 0 0,0 0 1 0 0,2-2 0 0 0,-1 6 6 0 0,-1-2-202 0 0,1 1 0 0 0,-1 0-1 0 0,1 1 1 0 0,-1-1 0 0 0,1 0 0 0 0,-1 0-1 0 0,0 1 1 0 0,1-1 0 0 0,-1 0 0 0 0,0 1-1 0 0,0-1 1 0 0,0 1 0 0 0,0 0-1 0 0,0-1 1 0 0,-1 1 0 0 0,1 0 0 0 0,0 2-1 0 0,2 3 1 0 0,8 21 87 0 0,0 1-1 0 0,-2 0 1 0 0,-1 0 0 0 0,-1 1-1 0 0,-2 0 1 0 0,-1 1-1 0 0,-1-1 1 0 0,-2 1 0 0 0,-3 37-1 0 0,-5 29-1753 0 0,7-95 492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5295 0 0,'0'0'8128'0'0,"-1"2"-7629"0"0,-19 42 1385 0 0,18-37-1786 0 0,0 1-1 0 0,1 0 1 0 0,-1 0 0 0 0,2 0-1 0 0,-1 0 1 0 0,1 0 0 0 0,0-1-1 0 0,3 15 1 0 0,-2-2-44 0 0,0-6-20 0 0,1 0 0 0 0,0 0-1 0 0,7 20 1 0 0,-9-32-3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1 455 0 0,'3'7'11385'0'0,"-1"6"-5000"0"0,3 22-3202 0 0,-1 22-5822 0 0,-3-37 4289 0 0,1 92-1226 0 0,-14 114-1 0 0,12-220-410 0 0,0-4-9 0 0,0 0 0 0 0,0 0-1 0 0,0 0 1 0 0,0 0-1 0 0,0 0 1 0 0,-1 0 0 0 0,1 0-1 0 0,-1 0 1 0 0,1 0 0 0 0,-2 3-1 0 0,-1 3-104 0 0,2-7-427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13559 0 0,'0'0'1231'0'0,"0"1"-1014"0"0,-1 2-142 0 0,0 0-1 0 0,1-1 1 0 0,-1 1-1 0 0,1-1 1 0 0,0 1-1 0 0,0 0 1 0 0,0-1-1 0 0,0 1 1 0 0,0 0-1 0 0,0-1 1 0 0,1 1-1 0 0,-1 0 0 0 0,1-1 1 0 0,0 1-1 0 0,0-1 1 0 0,0 1-1 0 0,0-1 1 0 0,2 3-1 0 0,3 9 314 0 0,8 22 37 0 0,1 1-1 0 0,2-2 1 0 0,2 0 0 0 0,34 48 0 0 0,-37-60-93 0 0,35 38 1 0 0,-45-55-269 0 0,-1 0 0 0 0,1-1 0 0 0,0 0 0 0 0,1 0 0 0 0,-1 0-1 0 0,1-1 1 0 0,0 0 0 0 0,0-1 0 0 0,0 1 0 0 0,0-1 0 0 0,10 2 0 0 0,-15-4 7 0 0,0-1 0 0 0,0 0 0 0 0,0 0 0 0 0,1 0 1 0 0,-1-1-1 0 0,0 1 0 0 0,0 0 0 0 0,0-1 0 0 0,0 0 0 0 0,0 1 1 0 0,0-1-1 0 0,0 0 0 0 0,0 0 0 0 0,0 0 0 0 0,0 0 0 0 0,0 0 1 0 0,-1 0-1 0 0,1-1 0 0 0,0 1 0 0 0,-1-1 0 0 0,1 1 0 0 0,-1-1 0 0 0,1 0 1 0 0,1-2-1 0 0,0-1 174 0 0,1-1 1 0 0,-1 1-1 0 0,0-1 1 0 0,-1 1-1 0 0,1-1 1 0 0,2-11-1 0 0,7-37 578 0 0,-3 0-1 0 0,-3-1 0 0 0,-1 0 1 0 0,-5-80-1 0 0,0 125-774 0 0,0 6-47 0 0,0 1 0 0 0,0 0-1 0 0,0 0 1 0 0,0-1 0 0 0,-1 1 0 0 0,0 0 0 0 0,1 0 0 0 0,-1-1-1 0 0,0 1 1 0 0,-1 0 0 0 0,1 0 0 0 0,-3-5 0 0 0,3 7-112 0 0,-8-5-1196 0 0,7 6 504 0 0,-8 1 780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2 455 0 0,'0'0'11351'0'0,"-2"-1"-11134"0"0,2 1-142 0 0,0 0 0 0 0,0 0-1 0 0,-1 0 1 0 0,1 0 0 0 0,0 0-1 0 0,0 0 1 0 0,0 0 0 0 0,0-1 0 0 0,-1 1-1 0 0,1 0 1 0 0,0 0 0 0 0,0 0-1 0 0,0 0 1 0 0,0 0 0 0 0,-1 0-1 0 0,1 0 1 0 0,0 0 0 0 0,0 0-1 0 0,0 0 1 0 0,-1 0 0 0 0,1 0 0 0 0,0 0-1 0 0,0 0 1 0 0,0 0 0 0 0,0 1-1 0 0,-1-1 1 0 0,1 0 0 0 0,0 0-1 0 0,0 0 1 0 0,0 0 0 0 0,0 0-1 0 0,0 0 1 0 0,-1 0 0 0 0,1 0 0 0 0,0 1-1 0 0,0-1 1 0 0,0 0 0 0 0,0 0-1 0 0,0 0 1 0 0,0 0 0 0 0,-1 0-1 0 0,1 1 1 0 0,0-1 0 0 0,0 0 0 0 0,0 0-1 0 0,0 0 1 0 0,0 0 0 0 0,0 1-1 0 0,0-1 1 0 0,0 0 0 0 0,0 0-1 0 0,0 1 1 0 0,-1 18 798 0 0,7 26-1488 0 0,-5-42 878 0 0,6 47-421 0 0,-1-1 0 0 0,-3 0 0 0 0,-3 55 0 0 0,-2-93 158 0 0,0-2 11 0 0,2-7 305 0 0,-5-15-43 0 0,4 6-157 0 0,-1 0-1 0 0,1 0 1 0 0,1-1 0 0 0,-1 1-1 0 0,1 0 1 0 0,1-9-1 0 0,7-46 799 0 0,-2 30-622 0 0,-4 13 49 0 0,-1 1 1 0 0,0-1-1 0 0,-1 0 1 0 0,-1 0-1 0 0,0 0 1 0 0,-7-25 0 0 0,8 43-328 0 0,0 0 1 0 0,0 1 0 0 0,-1-1 0 0 0,1 0-1 0 0,0 0 1 0 0,-1 0 0 0 0,1 0 0 0 0,0 1-1 0 0,-1-1 1 0 0,1 0 0 0 0,-1 1 0 0 0,1-1-1 0 0,-2-1 1 0 0,2 2-4 0 0,0 0 0 0 0,-1 0 0 0 0,1 0-1 0 0,0 0 1 0 0,0-1 0 0 0,-1 1 0 0 0,1 0 0 0 0,0 0-1 0 0,0 0 1 0 0,-1 0 0 0 0,1 0 0 0 0,0 0 0 0 0,0 0 0 0 0,-1 0-1 0 0,1 0 1 0 0,0 0 0 0 0,0 0 0 0 0,-1 0 0 0 0,1 1-1 0 0,0-1 1 0 0,0 0 0 0 0,-1 0 0 0 0,1 0 0 0 0,0 0-1 0 0,0 0 1 0 0,-1 0 0 0 0,1 1 0 0 0,0-1 0 0 0,0 0 0 0 0,-2 2-1 0 0,1-1 0 0 0,0 1 1 0 0,0-1-1 0 0,0 1 1 0 0,0 0-1 0 0,0 0 1 0 0,0-1-1 0 0,0 1 0 0 0,1 0 1 0 0,-1 0-1 0 0,1 0 1 0 0,-1 2-1 0 0,-1 12-48 0 0,1 0-1 0 0,0 1 1 0 0,1-1-1 0 0,4 31 1 0 0,19 63-70 0 0,-14-71 68 0 0,-4-18 34 0 0,0-1 0 0 0,2 0 0 0 0,15 35 0 0 0,-18-47-58 0 0,-3-7-41 0 0,-2-12-1650 0 0,-1-2 499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1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9215 0 0,'0'2'5550'0'0,"2"0"-5125"0"0,-1 1 0 0 0,0-1 1 0 0,1 1-1 0 0,0-1 1 0 0,-1 0-1 0 0,1 0 0 0 0,0 0 1 0 0,0 0-1 0 0,0 0 1 0 0,0 0-1 0 0,0-1 0 0 0,1 1 1 0 0,-1-1-1 0 0,5 3 1 0 0,6 2-149 0 0,24 7 1 0 0,-5-2 629 0 0,-17-5-688 0 0,0-1-1 0 0,0 0 1 0 0,0-1-1 0 0,0-1 0 0 0,1 0 1 0 0,-1-1-1 0 0,1-1 1 0 0,0 0-1 0 0,22-3 0 0 0,63-9-182 0 0,-89 9-587 0 0,0-1 1 0 0,0 0 0 0 0,0-1-1 0 0,0 0 1 0 0,21-12 0 0 0,-23 9-1129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14279 0 0,'0'0'1528'0'0,"14"5"-1528"0"0,3-2 0 0 0,0-1 896 0 0,2-4 136 0 0,3-1 24 0 0,0-2 8 0 0,0-1-1064 0 0,1 0-128 0 0,-5-1-72 0 0,-2 1-16 0 0,-2 0-1144 0 0,-2 1-232 0 0,-3-1-40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3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10679 0 0,'0'0'11064'0'0,"2"0"-10817"0"0,94 16 2183 0 0,119 27-811 0 0,-207-42-1565 0 0,40 6 399 0 0,-46-7-355 0 0,1 0-15 0 0,6 0-3 0 0,-7 0 132 0 0,0-1-268 0 0,-1 0-56 0 0,0 0-1 0 0,0 0 1 0 0,0 1-1 0 0,-1-1 1 0 0,1 0 0 0 0,0 0-1 0 0,0 0 1 0 0,0 0-1 0 0,-1 0 1 0 0,2-1-1 0 0,-1 0-666 0 0,-1 1 0 0 0,1-1 0 0 0,-1 1-1 0 0,1-1 1 0 0,-1 1 0 0 0,0-1 0 0 0,1 1-1 0 0,-1-1 1 0 0,0-1 0 0 0,-1-10-6948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2:0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46 13359 0 0,'0'0'1027'0'0,"-2"-1"-408"0"0,-1 0 2 0 0,1-1-1 0 0,-1 1 1 0 0,0 0 0 0 0,0 0 0 0 0,0 0 0 0 0,0 0 0 0 0,0 0 0 0 0,0 1 0 0 0,0-1 0 0 0,-4 1 0 0 0,5 0-556 0 0,-1 0 1 0 0,0 1-1 0 0,1-1 0 0 0,-1 1 1 0 0,0 0-1 0 0,1 0 0 0 0,-1 0 1 0 0,1 0-1 0 0,-1 1 0 0 0,1-1 1 0 0,0 0-1 0 0,-1 1 0 0 0,1 0 1 0 0,0-1-1 0 0,0 1 0 0 0,0 0 1 0 0,1 0-1 0 0,-4 5 0 0 0,-5 7-49 0 0,2 0-1 0 0,-1 0 1 0 0,2 1-1 0 0,0 1 1 0 0,1-1-1 0 0,1 1 1 0 0,0 0-1 0 0,1 0 1 0 0,-3 23-1 0 0,3-11-26 0 0,1 0 0 0 0,2 42 0 0 0,1-59 6 0 0,1-1 0 0 0,0 1 0 0 0,1 0 0 0 0,0-1 0 0 0,1 1 0 0 0,0-1 0 0 0,0 0 0 0 0,2 0 0 0 0,7 15 0 0 0,-9-20 2 0 0,-1-1 0 0 0,1 0 0 0 0,1-1-1 0 0,-1 1 1 0 0,0-1 0 0 0,1 1-1 0 0,0-1 1 0 0,0 0 0 0 0,0 0-1 0 0,0-1 1 0 0,0 1 0 0 0,10 3-1 0 0,-8-4 26 0 0,1 0 0 0 0,-1 0 0 0 0,1-1-1 0 0,0 0 1 0 0,-1 0 0 0 0,1-1-1 0 0,0 0 1 0 0,11-1 0 0 0,-4-1 77 0 0,0 0 0 0 0,0-2 0 0 0,0 0 0 0 0,-1 0 0 0 0,1-1 0 0 0,-1-1 0 0 0,0 0 0 0 0,16-11 0 0 0,-17 9 42 0 0,-1-1 1 0 0,0 0-1 0 0,0 0 0 0 0,-1-1 0 0 0,-1 0 0 0 0,1-1 0 0 0,-2 0 0 0 0,1-1 0 0 0,9-18 0 0 0,-12 18-11 0 0,-1 1 0 0 0,0-1 1 0 0,0 0-1 0 0,-1-1 0 0 0,-1 1 1 0 0,0-1-1 0 0,0 1 0 0 0,-2-1 1 0 0,1 0-1 0 0,-2-21 0 0 0,-1 26-68 0 0,0 1-1 0 0,0-1 0 0 0,-1 1 0 0 0,0-1 0 0 0,0 1 0 0 0,-1 0 0 0 0,0 0 0 0 0,0 0 0 0 0,0 0 1 0 0,-8-10-1 0 0,4 8 3 0 0,0 1 0 0 0,0-1 0 0 0,-1 1 0 0 0,0 1-1 0 0,0 0 1 0 0,-18-12 0 0 0,13 11-97 0 0,0 1-1 0 0,0 0 0 0 0,-1 1 0 0 0,0 0 1 0 0,0 2-1 0 0,0-1 0 0 0,-1 2 0 0 0,1 0 0 0 0,-1 0 1 0 0,0 2-1 0 0,-17-1 0 0 0,19 3-295 0 0,1 0-1 0 0,0 1 1 0 0,0 1 0 0 0,1 0-1 0 0,-15 5 1 0 0,-3 4-1343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34 1375 0 0,'0'0'2994'0'0,"2"-5"80"0"0,7-24 5346 0 0,-10 32-8036 0 0,-13 51 196 0 0,1 1 0 0 0,4 0 0 0 0,-6 108 0 0 0,6-21-378 0 0,4-99-173 0 0,3-1 1 0 0,1 0 0 0 0,4 46-1 0 0,3-34-13 0 0,-6-53-8 0 0,0-1-1 0 0,0 1 1 0 0,1-1-1 0 0,-1 1 1 0 0,0-1-1 0 0,0 1 0 0 0,0 0 1 0 0,1-1-1 0 0,-1 1 1 0 0,0-1-1 0 0,0 1 1 0 0,1-1-1 0 0,-1 0 1 0 0,1 1-1 0 0,-1-1 1 0 0,0 1-1 0 0,1-1 1 0 0,-1 1-1 0 0,1-1 1 0 0,-1 0-1 0 0,1 1 1 0 0,0-1 26 0 0,0 1-16 0 0,-1-1 0 0 0,1 0 0 0 0,-1 1 0 0 0,1-1 1 0 0,0 0-1 0 0,-1 1 0 0 0,1-1 0 0 0,0 0 0 0 0,-1 0 0 0 0,1 0 0 0 0,0 0 0 0 0,-1 0 1 0 0,1 0-1 0 0,0 0 0 0 0,-1 0 0 0 0,1 0 0 0 0,0 0 0 0 0,-1 0 0 0 0,1 0 0 0 0,-1-1 1 0 0,1 1-1 0 0,0 0 0 0 0,1-1 40 0 0,2 0 15 0 0,-1 0 0 0 0,1-1 1 0 0,-1 1-1 0 0,1-1 1 0 0,-1 0-1 0 0,0 0 1 0 0,1 0-1 0 0,-1 0 1 0 0,0-1-1 0 0,0 1 1 0 0,3-5-1 0 0,5-6 379 0 0,13-17 0 0 0,-18 22-285 0 0,125-160 1714 0 0,-110 141-1803 0 0,-1 0 0 0 0,-1-2 0 0 0,-2 0 0 0 0,0-1-1 0 0,-3-1 1 0 0,0 0 0 0 0,-2-1 0 0 0,14-57 0 0 0,-24 82-79 0 0,-1 2 0 0 0,0-1-1 0 0,-1 1 0 0 0,1-1 1 0 0,-1 1-1 0 0,0-7 0 0 0,0 10-162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77 455 0 0,'0'0'15096'0'0,"0"2"-14960"0"0,-14 37 112 0 0,-14 74 0 0 0,27-106-237 0 0,-1 5 15 0 0,-1 0 1 0 0,0 1 0 0 0,-6 11 0 0 0,6-17-6 0 0,3-5 110 0 0,0-12-56 0 0,1 1 0 0 0,0 0 1 0 0,1 0-1 0 0,0 0 1 0 0,6-14-1 0 0,20-44 259 0 0,-23 57-264 0 0,3-6 48 0 0,1 0 1 0 0,0 1 0 0 0,1 0-1 0 0,1 1 1 0 0,0 0 0 0 0,1 1-1 0 0,0 0 1 0 0,1 1 0 0 0,29-20-1 0 0,-41 31 285 0 0,0 1-374 0 0,-1 0 1 0 0,1 0-1 0 0,-1 0 1 0 0,1 0-1 0 0,-1 0 1 0 0,1 0-1 0 0,-1 0 1 0 0,1 1-1 0 0,-1-1 1 0 0,1 0-1 0 0,-1 0 1 0 0,1 1-1 0 0,-1-1 1 0 0,0 0-1 0 0,1 0 1 0 0,-1 1-1 0 0,1-1 1 0 0,-1 1-1 0 0,0-1 0 0 0,1 0 1 0 0,-1 1-1 0 0,0-1 1 0 0,1 1-1 0 0,-1-1 1 0 0,0 1-1 0 0,0-1 1 0 0,1 2-1 0 0,0 0 4 0 0,-1 0 0 0 0,1 1-1 0 0,-1-1 1 0 0,0 0 0 0 0,0 1-1 0 0,0 4 1 0 0,-6 37-22 0 0,6-42 17 0 0,-30 111 165 0 0,17-66-234 0 0,-11 67 0 0 0,24-112-78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4143 0 0,'0'0'10096'0'0,"0"3"-9337"0"0,-25 75 943 0 0,12-41-1563 0 0,-24 94-159 0 0,36-124-234 0 0,0-1-1 0 0,1 1 1 0 0,0 9-1 0 0,0-11-93 0 0,0-3-122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5983 0 0,'2'2'5227'0'0,"1"1"-4858"0"0,0 1 0 0 0,0 0 0 0 0,-1 0 0 0 0,1 0 0 0 0,-1 0 0 0 0,0 0 1 0 0,0 1-1 0 0,2 7 0 0 0,9 43 276 0 0,-6-22-439 0 0,-7-32-200 0 0,7 25 22 0 0,0 0-1 0 0,17 37 1 0 0,-22-57-11 0 0,1-1 0 0 0,0 1 0 0 0,0 0 0 0 0,0-1-1 0 0,1 0 1 0 0,0 0 0 0 0,0 0 0 0 0,0 0 0 0 0,1 0-1 0 0,0-1 1 0 0,-1 0 0 0 0,2 0 0 0 0,-1 0 0 0 0,0-1-1 0 0,1 0 1 0 0,8 4 0 0 0,-12-6 17 0 0,-1-1 0 0 0,0 0-1 0 0,0 0 1 0 0,1 1 0 0 0,-1-1 0 0 0,0 0 0 0 0,0 0-1 0 0,1 0 1 0 0,-1 0 0 0 0,0-1 0 0 0,0 1 0 0 0,1 0 0 0 0,-1 0-1 0 0,0-1 1 0 0,0 1 0 0 0,0-1 0 0 0,0 1 0 0 0,2-1-1 0 0,-1-1 79 0 0,0 0 0 0 0,1 1-1 0 0,-1-1 1 0 0,0 0-1 0 0,0 0 1 0 0,-1 0-1 0 0,1 0 1 0 0,1-3 0 0 0,3-4 354 0 0,-1-1 0 0 0,0 0 1 0 0,4-13-1 0 0,-7 20-377 0 0,17-55 1383 0 0,15-72 0 0 0,-31 112-1364 0 0,-1 0-1 0 0,0-32 1 0 0,-4 36-419 0 0,1 12 91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8287 0 0,'0'0'1154'0'0,"2"1"378"0"0,6 2-2 0 0,1 0 1 0 0,-1-1 0 0 0,14 3 0 0 0,56 3-112 0 0,-53-6-1281 0 0,4 0-154 0 0,-1 2 0 0 0,31 8 0 0 0,-57-12-84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2303 0 0,'2'-1'102'0'0,"75"-7"1688"0"0,-51 6 5269 0 0,48 4 0 0 0,-65-1-7065 0 0,0 1 1 0 0,1 0 0 0 0,-2 1 0 0 0,1-1 0 0 0,0 2 0 0 0,11 5 0 0 0,-18-8-1175 0 0,10 5-8598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7367 0 0,'0'0'568'0'0,"0"2"-238"0"0,2 31 674 0 0,-1-31-1972 0 0,1-1-824 0 0,-2-1 1762 0 0,0 0 0 0 0,0 0 0 0 0,0 0 0 0 0,0 0 0 0 0,0 1 1 0 0,1-1-1 0 0,-1 0 0 0 0,0 0 0 0 0,0 0 0 0 0,0 0 0 0 0,0 1 0 0 0,0-1 1 0 0,0 0-1 0 0,0 0 0 0 0,0 0 0 0 0,0 0 0 0 0,0 1 0 0 0,0-1 1 0 0,0 0 12 0 0,0 1 0 0 0,0-1 1 0 0,0 0-1 0 0,0 0 0 0 0,0 1 1 0 0,0-1-1 0 0,0 0 0 0 0,1 0 1 0 0,-1 1-1 0 0,0-1 0 0 0,0 0 1 0 0,0 0-1 0 0,0 1 0 0 0,0-1 0 0 0,0 0 1 0 0,1 0-1 0 0,-1 0 0 0 0,0 1 1 0 0,0-1-1 0 0,0 0 0 0 0,1 0 1 0 0,-1 0-1 0 0,0 0 0 0 0,0 1 1 0 0,1-1-1 0 0,-1 0 0 0 0,0 0 1 0 0,0 0-1 0 0,1 0 0 0 0,-1 0 1 0 0,0 0-1 0 0,0 0 0 0 0,1 0 1 0 0,-1 0-1 0 0,4 0 442 0 0,-1 0 1 0 0,1-1-1 0 0,-1 0 1 0 0,1 1-1 0 0,-1-1 0 0 0,0-1 1 0 0,1 1-1 0 0,-1 0 1 0 0,0-1-1 0 0,5-2 0 0 0,-1-1 444 0 0,0-1-1 0 0,0 1 1 0 0,8-9-1 0 0,-14 13 194 0 0,-1 1-1006 0 0,1 0 1 0 0,-1 0-1 0 0,0-1 0 0 0,1 1 1 0 0,-1 0-1 0 0,0 0 1 0 0,1-1-1 0 0,-1 1 1 0 0,0 0-1 0 0,1-1 1 0 0,-1 1-1 0 0,0 0 0 0 0,0-1 1 0 0,1 1-1 0 0,-1-1 1 0 0,0 1-1 0 0,0 0 1 0 0,0-1-1 0 0,0 1 1 0 0,1-1-1 0 0,-1 1 0 0 0,0 0 1 0 0,0-1-1 0 0,0 0 1 0 0,1-9 1406 0 0,-1 8-1399 0 0,0-10 1132 0 0,-1 3 830 0 0,-1 10-2019 0 0,1-1 0 0 0,-1 1 0 0 0,1 0 0 0 0,0-1 0 0 0,-1 1 0 0 0,1 0 0 0 0,0 0 0 0 0,0-1 0 0 0,0 1 1 0 0,0 0-1 0 0,0 0 0 0 0,0 1 0 0 0,0-1 0 0 0,0 0 0 0 0,0 0 0 0 0,0 0 0 0 0,0 1 0 0 0,1-1 1 0 0,-1 0-1 0 0,0 1 0 0 0,0 1 0 0 0,-1 2-1 0 0,-2 4-6 0 0,0 1 0 0 0,1-1 0 0 0,0 1 0 0 0,1 0 0 0 0,0 0 0 0 0,0 0 0 0 0,1 0 0 0 0,0 0 0 0 0,1 1 0 0 0,0-1 0 0 0,1 0 0 0 0,0 0 0 0 0,0 0 0 0 0,1 0 0 0 0,1 0 0 0 0,0 0 0 0 0,0 0 0 0 0,0-1 0 0 0,1 0 0 0 0,1 1 0 0 0,0-1 0 0 0,0-1 0 0 0,1 1 0 0 0,0-1 0 0 0,0 0 0 0 0,1 0 0 0 0,0-1 0 0 0,0 0 0 0 0,1 0 0 0 0,15 10 0 0 0,-15-13 43 0 0,-1 0 0 0 0,1 0 0 0 0,0-1 0 0 0,0-1 1 0 0,0 1-1 0 0,1-2 0 0 0,-1 1 0 0 0,0-1 0 0 0,1 0 0 0 0,-1 0 0 0 0,1-1 0 0 0,-1 0 0 0 0,1-1 0 0 0,-1 0 0 0 0,1 0 0 0 0,-1-1 0 0 0,0 0 0 0 0,0-1 1 0 0,0 1-1 0 0,15-9 0 0 0,-14 7 115 0 0,-1 0 0 0 0,-1-1 1 0 0,1 1-1 0 0,-1-2 1 0 0,0 1-1 0 0,0-1 0 0 0,0 0 1 0 0,-1-1-1 0 0,0 1 0 0 0,0-1 1 0 0,-1-1-1 0 0,0 1 1 0 0,0-1-1 0 0,0 0 0 0 0,-1 0 1 0 0,-1 0-1 0 0,1 0 0 0 0,-1-1 1 0 0,3-13-1 0 0,-5 17-93 0 0,-1 1 0 0 0,0 0 0 0 0,0 0-1 0 0,0 0 1 0 0,0 0 0 0 0,-1-1 0 0 0,1 1 0 0 0,-1 0-1 0 0,0 0 1 0 0,0 0 0 0 0,-1 0 0 0 0,-2-5 0 0 0,1 3-21 0 0,0 0-1 0 0,-1 0 1 0 0,0 1 0 0 0,0 0 0 0 0,-1-1 0 0 0,0 1 0 0 0,-5-4 0 0 0,-2-1-62 0 0,-1 1 0 0 0,-1 0 0 0 0,1 0 0 0 0,-1 2 0 0 0,-27-11-1 0 0,5 3-204 0 0,12 5-348 0 0,0 1 0 0 0,0 0 0 0 0,-36-6-1 0 0,37 14-2979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6T07:43:1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43 6559 0 0,'0'0'7751'0'0,"-1"1"-7414"0"0,-4 3-43 0 0,1-1 0 0 0,-1 0 0 0 0,0 0 0 0 0,0-1 0 0 0,0 0-1 0 0,0 1 1 0 0,-1-2 0 0 0,1 1 0 0 0,-1-1 0 0 0,1 1 0 0 0,-1-1 0 0 0,1-1-1 0 0,-1 1 1 0 0,-7-1 0 0 0,12 0-72 0 0,-11 0 180 0 0,-3-3-34 0 0,-23-7 84 0 0,29 8-382 0 0,5 1-12 0 0,-3-1-34 0 0,-3-3 70 0 0,9 4-85 0 0,-1 0-1 0 0,1 0 1 0 0,-1 1 0 0 0,1-1-1 0 0,-1 0 1 0 0,1 1-1 0 0,-1-1 1 0 0,0 1-1 0 0,1-1 1 0 0,-3 1-1 0 0,-7-2-8 0 0,2 3 11 0 0,8-1 42 0 0,-1 0 1 0 0,-7-1-33 0 0,-2 1 22 0 0,1-1-33 0 0,1 0 1 0 0,5 2 32 0 0,-4 0-22 0 0,4-1 22 0 0,-3 0-22 0 0,5 0 514 0 0,4-3-469 0 0,0-1 1 0 0,0 1 0 0 0,0 0 0 0 0,0 0 0 0 0,1 0-1 0 0,-1 0 1 0 0,4-2 0 0 0,-5 4-51 0 0,2 0 24 0 0,0-1-1 0 0,0 1 0 0 0,0-1 1 0 0,0 1-1 0 0,0 0 0 0 0,0 0 1 0 0,1 0-1 0 0,-1 1 1 0 0,0-1-1 0 0,1 1 0 0 0,-1 0 1 0 0,6 0-1 0 0,-8 0-34 0 0,1-1 1 0 0,-1 1-1 0 0,0 0 0 0 0,1 0 1 0 0,-1 0-1 0 0,1 0 0 0 0,-1 0 1 0 0,0 0-1 0 0,1 1 0 0 0,-1-1 0 0 0,1 0 1 0 0,-1 1-1 0 0,0-1 0 0 0,3 2 1 0 0,0 0 2 0 0,79 27 32 0 0,-25-7-16 0 0,-2-3 29 0 0,-48-16-30 0 0,-6-3 37 0 0,-13 4-3821 0 0,-1-3-3318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7T06:51:5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36 10911 0 0,'0'0'832'0'0,"0"-4"-568"0"0,-4-11-73 0 0,-5 6-512 0 0,-9 2 5016 0 0,10 7-254 0 0,20 3-3608 0 0,34 2 22 0 0,83 1 1 0 0,-87-5-678 0 0,45 4 74 0 0,-53-2-318 0 0,-1-1 0 0 0,68-5-1 0 0,-99 2-179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7T06:51:5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8751 0 0,'0'0'399'0'0,"0"3"-4"0"0,0-1-374 0 0,0 0 0 0 0,0 0 1 0 0,-1 1-1 0 0,2-1 0 0 0,-1 0 0 0 0,0 0 1 0 0,0 1-1 0 0,1-1 0 0 0,-1 0 0 0 0,1 0 1 0 0,0 0-1 0 0,0 0 0 0 0,-1 0 1 0 0,1 0-1 0 0,1 0 0 0 0,0 3 0 0 0,1-3 317 0 0,-1 0-1 0 0,0 0 1 0 0,1 1-1 0 0,-1-2 1 0 0,1 1-1 0 0,-1 0 1 0 0,1 0 0 0 0,0-1-1 0 0,0 0 1 0 0,0 0-1 0 0,6 2 1 0 0,5 1 1106 0 0,1 0 0 0 0,0-2 0 0 0,30 2 1 0 0,47-5-978 0 0,-41-1 182 0 0,48-2 217 0 0,63 0-183 0 0,-145 4-991 0 0,1 0 0 0 0,19-4 0 0 0,-9-2-6646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7T06:51:5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53 7367 0 0,'-14'0'334'0'0,"11"0"-1"0"0,2 0-213 0 0,-8 2 6743 0 0,12-2-6358 0 0,0 0 1 0 0,-1 1 0 0 0,1 0 0 0 0,0-1-1 0 0,0 1 1 0 0,3 2 0 0 0,8 1-300 0 0,36 5 543 0 0,1-3 0 0 0,88-1 0 0 0,-81-4-112 0 0,-10 0-410 0 0,1-2 0 0 0,82-14 0 0 0,-124 14-449 0 0,-1-1-1 0 0,1 0 0 0 0,-1 0 0 0 0,1-1 0 0 0,9-5 0 0 0,-14 7-779 0 0,-2 1 908 0 0,0 0 0 0 0,1 0 0 0 0,-1-1 0 0 0,0 1 0 0 0,1 0 1 0 0,-1 0-1 0 0,0 0 0 0 0,0 0 0 0 0,1 0 0 0 0,-1 0 1 0 0,0-1-1 0 0,1 1 0 0 0,-1 0 0 0 0,0 0 0 0 0,0 0 1 0 0,0-1-1 0 0,1 1 0 0 0,-1 0 0 0 0,0 0 0 0 0,0-1 1 0 0,0 1-1 0 0,0 0 0 0 0,1 0 0 0 0,-1-1 0 0 0,0 1 1 0 0,0 0-1 0 0,0-1 0 0 0,0 1 0 0 0,0 0 0 0 0,0 0 0 0 0,0-1 1 0 0,0 1-1 0 0,0 0 0 0 0,0-1 0 0 0,0 1 0 0 0,0 0 1 0 0,0-1-1 0 0,0 1 0 0 0,0 0 0 0 0,0 0 0 0 0,0-1 1 0 0,0 1-1 0 0,0 0 0 0 0,-1-1 0 0 0,1 1 0 0 0,0 0 1 0 0,0 0-1 0 0,-1-1 0 0 0,-7-13-2651 0 0,0 10 2505 0 0,0 0 1 0 0,0 0-1 0 0,-1 1 0 0 0,0 0 0 0 0,1 1 0 0 0,-1 0 0 0 0,-11-2 1 0 0,18 5 317 0 0,1-1-1 0 0,-1 0 1 0 0,1 1 0 0 0,0-1 0 0 0,0 1 0 0 0,-1-1 0 0 0,1 1-1 0 0,0 0 1 0 0,0-1 0 0 0,0 1 0 0 0,-1 0 0 0 0,1 0 0 0 0,0 0 0 0 0,0 0-1 0 0,0 0 1 0 0,1 0 0 0 0,-1 0 0 0 0,-1 2 0 0 0,0 0 100 0 0,-9 11 507 0 0,0 2 0 0 0,1 0-1 0 0,1 0 1 0 0,1 0 0 0 0,-11 28 0 0 0,-22 93 1682 0 0,20-58-1268 0 0,-10 27 1 0 0,-22 133 1 0 0,40-98-1982 0 0,11-81-5186 0 0,2-55 5204 0 0,-1 14-5329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7T06:51:56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15463 0 0,'0'0'706'0'0,"-1"1"-12"0"0,-6 3-303 0 0,17 0 1382 0 0,14-3-941 0 0,1-1 0 0 0,-1-1-1 0 0,31-5 1 0 0,-24 3-415 0 0,311-14 754 0 0,-222 23-6179 0 0,-101-6 3345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7T06:51:5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12895 0 0,'0'2'998'0'0,"3"16"-75"0"0,-1-1 1 0 0,0 1-1 0 0,-2-1 1 0 0,0 1-1 0 0,-3 19 1 0 0,-1-7 238 0 0,-2 0 1 0 0,-11 35 0 0 0,13-53-1020 0 0,0 0 33 0 0,1 0-1 0 0,0 0 1 0 0,0 0 0 0 0,-1 25-1 0 0,16-43 61 0 0,-8 2-157 0 0,1 0-1 0 0,-1 0 1 0 0,0 0-1 0 0,0 0 1 0 0,0-1-1 0 0,4-7 1 0 0,18-33 342 0 0,-15 25-244 0 0,60-113 612 0 0,-70 132-770 0 0,0-1 0 0 0,0 0 0 0 0,0 0 0 0 0,0 1 0 0 0,1-1 0 0 0,-1 1 0 0 0,0-1 0 0 0,1 1 0 0 0,-1-1 0 0 0,1 1 0 0 0,0 0-1 0 0,3-2 1 0 0,-5 2-3 0 0,1 1-1 0 0,0 0 0 0 0,0 0 1 0 0,0 0-1 0 0,0 0 0 0 0,0 0 0 0 0,0 0 1 0 0,0 0-1 0 0,0 0 0 0 0,0 0 1 0 0,0 0-1 0 0,0 1 0 0 0,0-1 0 0 0,-1 0 1 0 0,1 1-1 0 0,0-1 0 0 0,0 0 1 0 0,0 1-1 0 0,0-1 0 0 0,-1 1 0 0 0,1 0 1 0 0,0-1-1 0 0,0 1 0 0 0,-1-1 1 0 0,1 1-1 0 0,0 1 0 0 0,4 3 22 0 0,0 1 0 0 0,-1 0 0 0 0,0 0 0 0 0,0 1-1 0 0,0-1 1 0 0,5 14 0 0 0,13 45 171 0 0,-17-46-10 0 0,0-2-269 0 0,-1-1 0 0 0,-1 2 0 0 0,-1-1 0 0 0,0 0 0 0 0,-1 0 0 0 0,-1 1 0 0 0,0-1 0 0 0,-2 0 0 0 0,0 1 0 0 0,-5 20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07T06:52:0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26 4143 0 0,'0'0'319'0'0,"-4"0"-55"0"0,-1 0 247 0 0,-4-1-310 0 0,-2 4 8192 0 0,-11 5-5882 0 0,19-6-2314 0 0,1-1-1 0 0,-1 1 1 0 0,0 0 0 0 0,1 0 0 0 0,-1 0-1 0 0,1 0 1 0 0,-1 0 0 0 0,1 0-1 0 0,0 1 1 0 0,-4 5 3125 0 0,12-9-3220 0 0,1 0-1 0 0,0 0 1 0 0,-1-1-1 0 0,0 0 1 0 0,1 0-1 0 0,5-3 1 0 0,12-4 102 0 0,21-1 95 0 0,68-8 1 0 0,-72 13-227 0 0,30-3 183 0 0,-65 8-203 0 0,-5 0 251 0 0,-8 4-164 0 0,-18 8-71 0 0,0-2 1 0 0,-1-1-1 0 0,-39 8 0 0 0,52-16-131 0 0,9-1 84 0 0,3 0-8 0 0,-17 8 3 0 0,12-5-33 0 0,4-2-48 0 0,-6 2-5 0 0,7-2 160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F8F5-CBA8-4926-844A-B4EC1895904A}" type="datetimeFigureOut">
              <a:rPr lang="zh-CN" altLang="en-US" smtClean="0"/>
              <a:pPr/>
              <a:t>2024/11/17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546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6922AA-5CDA-459C-B415-49D901FD9F50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748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C53E83-967D-4DF0-A05D-01B45ACFCECB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92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polarities are to ensure that the “consumed” power at the primary coil is exactly the “consumed” power at the load.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458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915A85-DDDC-4067-B1DC-75954A7BAAF9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50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0" i="0" u="none" strike="noStrike" dirty="0">
                <a:solidFill>
                  <a:srgbClr val="282829"/>
                </a:solidFill>
                <a:effectLst/>
                <a:latin typeface="-apple-system"/>
              </a:rPr>
              <a:t>3 phase gives very good all-round compromise between power transmission (adding 50% extra wiring gives 200% extra power) and complexity. Another phase adds little benefit; it's still not as smooth as DC, and not much extra power.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5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0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5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944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7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46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41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9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742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3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449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76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10/11/2016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957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5.xml"/><Relationship Id="rId26" Type="http://schemas.openxmlformats.org/officeDocument/2006/relationships/customXml" Target="../ink/ink9.xml"/><Relationship Id="rId39" Type="http://schemas.openxmlformats.org/officeDocument/2006/relationships/image" Target="../media/image30.png"/><Relationship Id="rId21" Type="http://schemas.openxmlformats.org/officeDocument/2006/relationships/image" Target="../media/image21.png"/><Relationship Id="rId34" Type="http://schemas.openxmlformats.org/officeDocument/2006/relationships/customXml" Target="../ink/ink13.xml"/><Relationship Id="rId42" Type="http://schemas.openxmlformats.org/officeDocument/2006/relationships/customXml" Target="../ink/ink17.xml"/><Relationship Id="rId47" Type="http://schemas.openxmlformats.org/officeDocument/2006/relationships/image" Target="../media/image34.png"/><Relationship Id="rId50" Type="http://schemas.openxmlformats.org/officeDocument/2006/relationships/customXml" Target="../ink/ink21.xml"/><Relationship Id="rId7" Type="http://schemas.openxmlformats.org/officeDocument/2006/relationships/image" Target="../media/image13.emf"/><Relationship Id="rId2" Type="http://schemas.openxmlformats.org/officeDocument/2006/relationships/image" Target="../media/image8.png"/><Relationship Id="rId16" Type="http://schemas.openxmlformats.org/officeDocument/2006/relationships/customXml" Target="../ink/ink4.xml"/><Relationship Id="rId29" Type="http://schemas.openxmlformats.org/officeDocument/2006/relationships/image" Target="../media/image25.png"/><Relationship Id="rId11" Type="http://schemas.openxmlformats.org/officeDocument/2006/relationships/image" Target="../media/image16.png"/><Relationship Id="rId24" Type="http://schemas.openxmlformats.org/officeDocument/2006/relationships/customXml" Target="../ink/ink8.xml"/><Relationship Id="rId32" Type="http://schemas.openxmlformats.org/officeDocument/2006/relationships/customXml" Target="../ink/ink12.xml"/><Relationship Id="rId37" Type="http://schemas.openxmlformats.org/officeDocument/2006/relationships/image" Target="../media/image29.png"/><Relationship Id="rId40" Type="http://schemas.openxmlformats.org/officeDocument/2006/relationships/customXml" Target="../ink/ink16.xml"/><Relationship Id="rId45" Type="http://schemas.openxmlformats.org/officeDocument/2006/relationships/image" Target="../media/image33.png"/><Relationship Id="rId53" Type="http://schemas.openxmlformats.org/officeDocument/2006/relationships/image" Target="../media/image37.png"/><Relationship Id="rId5" Type="http://schemas.openxmlformats.org/officeDocument/2006/relationships/image" Target="../media/image11.emf"/><Relationship Id="rId10" Type="http://schemas.openxmlformats.org/officeDocument/2006/relationships/customXml" Target="../ink/ink1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4" Type="http://schemas.openxmlformats.org/officeDocument/2006/relationships/customXml" Target="../ink/ink18.xml"/><Relationship Id="rId52" Type="http://schemas.openxmlformats.org/officeDocument/2006/relationships/customXml" Target="../ink/ink22.xml"/><Relationship Id="rId4" Type="http://schemas.openxmlformats.org/officeDocument/2006/relationships/image" Target="../media/image10.emf"/><Relationship Id="rId9" Type="http://schemas.openxmlformats.org/officeDocument/2006/relationships/image" Target="../media/image15.emf"/><Relationship Id="rId14" Type="http://schemas.openxmlformats.org/officeDocument/2006/relationships/customXml" Target="../ink/ink3.xml"/><Relationship Id="rId22" Type="http://schemas.openxmlformats.org/officeDocument/2006/relationships/customXml" Target="../ink/ink7.xml"/><Relationship Id="rId27" Type="http://schemas.openxmlformats.org/officeDocument/2006/relationships/image" Target="../media/image24.png"/><Relationship Id="rId30" Type="http://schemas.openxmlformats.org/officeDocument/2006/relationships/customXml" Target="../ink/ink11.xml"/><Relationship Id="rId35" Type="http://schemas.openxmlformats.org/officeDocument/2006/relationships/image" Target="../media/image28.png"/><Relationship Id="rId43" Type="http://schemas.openxmlformats.org/officeDocument/2006/relationships/image" Target="../media/image32.png"/><Relationship Id="rId48" Type="http://schemas.openxmlformats.org/officeDocument/2006/relationships/customXml" Target="../ink/ink20.xml"/><Relationship Id="rId8" Type="http://schemas.openxmlformats.org/officeDocument/2006/relationships/image" Target="../media/image14.emf"/><Relationship Id="rId51" Type="http://schemas.openxmlformats.org/officeDocument/2006/relationships/image" Target="../media/image36.png"/><Relationship Id="rId3" Type="http://schemas.openxmlformats.org/officeDocument/2006/relationships/image" Target="../media/image9.emf"/><Relationship Id="rId12" Type="http://schemas.openxmlformats.org/officeDocument/2006/relationships/customXml" Target="../ink/ink2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38" Type="http://schemas.openxmlformats.org/officeDocument/2006/relationships/customXml" Target="../ink/ink15.xml"/><Relationship Id="rId46" Type="http://schemas.openxmlformats.org/officeDocument/2006/relationships/customXml" Target="../ink/ink19.xml"/><Relationship Id="rId20" Type="http://schemas.openxmlformats.org/officeDocument/2006/relationships/customXml" Target="../ink/ink6.xml"/><Relationship Id="rId41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10.xml"/><Relationship Id="rId36" Type="http://schemas.openxmlformats.org/officeDocument/2006/relationships/customXml" Target="../ink/ink14.xml"/><Relationship Id="rId4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3.png"/><Relationship Id="rId7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emf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7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6.png"/><Relationship Id="rId4" Type="http://schemas.openxmlformats.org/officeDocument/2006/relationships/image" Target="../media/image7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5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customXml" Target="../ink/ink30.xml"/><Relationship Id="rId26" Type="http://schemas.openxmlformats.org/officeDocument/2006/relationships/customXml" Target="../ink/ink34.xml"/><Relationship Id="rId39" Type="http://schemas.openxmlformats.org/officeDocument/2006/relationships/image" Target="../media/image125.png"/><Relationship Id="rId21" Type="http://schemas.openxmlformats.org/officeDocument/2006/relationships/image" Target="../media/image116.png"/><Relationship Id="rId34" Type="http://schemas.openxmlformats.org/officeDocument/2006/relationships/customXml" Target="../ink/ink38.xml"/><Relationship Id="rId42" Type="http://schemas.openxmlformats.org/officeDocument/2006/relationships/customXml" Target="../ink/ink42.xml"/><Relationship Id="rId7" Type="http://schemas.openxmlformats.org/officeDocument/2006/relationships/image" Target="../media/image109.png"/><Relationship Id="rId2" Type="http://schemas.openxmlformats.org/officeDocument/2006/relationships/image" Target="../media/image101.png"/><Relationship Id="rId16" Type="http://schemas.openxmlformats.org/officeDocument/2006/relationships/customXml" Target="../ink/ink29.xml"/><Relationship Id="rId20" Type="http://schemas.openxmlformats.org/officeDocument/2006/relationships/customXml" Target="../ink/ink31.xml"/><Relationship Id="rId29" Type="http://schemas.openxmlformats.org/officeDocument/2006/relationships/image" Target="../media/image120.png"/><Relationship Id="rId41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111.png"/><Relationship Id="rId24" Type="http://schemas.openxmlformats.org/officeDocument/2006/relationships/customXml" Target="../ink/ink33.xml"/><Relationship Id="rId32" Type="http://schemas.openxmlformats.org/officeDocument/2006/relationships/customXml" Target="../ink/ink37.xml"/><Relationship Id="rId37" Type="http://schemas.openxmlformats.org/officeDocument/2006/relationships/image" Target="../media/image124.png"/><Relationship Id="rId40" Type="http://schemas.openxmlformats.org/officeDocument/2006/relationships/customXml" Target="../ink/ink41.xml"/><Relationship Id="rId5" Type="http://schemas.openxmlformats.org/officeDocument/2006/relationships/image" Target="../media/image108.png"/><Relationship Id="rId15" Type="http://schemas.openxmlformats.org/officeDocument/2006/relationships/image" Target="../media/image113.png"/><Relationship Id="rId23" Type="http://schemas.openxmlformats.org/officeDocument/2006/relationships/image" Target="../media/image117.png"/><Relationship Id="rId28" Type="http://schemas.openxmlformats.org/officeDocument/2006/relationships/customXml" Target="../ink/ink35.xml"/><Relationship Id="rId36" Type="http://schemas.openxmlformats.org/officeDocument/2006/relationships/customXml" Target="../ink/ink39.xml"/><Relationship Id="rId10" Type="http://schemas.openxmlformats.org/officeDocument/2006/relationships/customXml" Target="../ink/ink26.xml"/><Relationship Id="rId19" Type="http://schemas.openxmlformats.org/officeDocument/2006/relationships/image" Target="../media/image115.png"/><Relationship Id="rId31" Type="http://schemas.openxmlformats.org/officeDocument/2006/relationships/image" Target="../media/image121.png"/><Relationship Id="rId4" Type="http://schemas.openxmlformats.org/officeDocument/2006/relationships/customXml" Target="../ink/ink23.xml"/><Relationship Id="rId9" Type="http://schemas.openxmlformats.org/officeDocument/2006/relationships/image" Target="../media/image110.png"/><Relationship Id="rId14" Type="http://schemas.openxmlformats.org/officeDocument/2006/relationships/customXml" Target="../ink/ink28.xml"/><Relationship Id="rId22" Type="http://schemas.openxmlformats.org/officeDocument/2006/relationships/customXml" Target="../ink/ink32.xml"/><Relationship Id="rId27" Type="http://schemas.openxmlformats.org/officeDocument/2006/relationships/image" Target="../media/image119.png"/><Relationship Id="rId30" Type="http://schemas.openxmlformats.org/officeDocument/2006/relationships/customXml" Target="../ink/ink36.xml"/><Relationship Id="rId35" Type="http://schemas.openxmlformats.org/officeDocument/2006/relationships/image" Target="../media/image123.png"/><Relationship Id="rId43" Type="http://schemas.openxmlformats.org/officeDocument/2006/relationships/image" Target="../media/image127.png"/><Relationship Id="rId8" Type="http://schemas.openxmlformats.org/officeDocument/2006/relationships/customXml" Target="../ink/ink25.xml"/><Relationship Id="rId3" Type="http://schemas.openxmlformats.org/officeDocument/2006/relationships/image" Target="../media/image102.png"/><Relationship Id="rId12" Type="http://schemas.openxmlformats.org/officeDocument/2006/relationships/customXml" Target="../ink/ink27.xml"/><Relationship Id="rId17" Type="http://schemas.openxmlformats.org/officeDocument/2006/relationships/image" Target="../media/image114.png"/><Relationship Id="rId25" Type="http://schemas.openxmlformats.org/officeDocument/2006/relationships/image" Target="../media/image118.png"/><Relationship Id="rId33" Type="http://schemas.openxmlformats.org/officeDocument/2006/relationships/image" Target="../media/image122.png"/><Relationship Id="rId38" Type="http://schemas.openxmlformats.org/officeDocument/2006/relationships/customXml" Target="../ink/ink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customXml" Target="../ink/ink49.xml"/><Relationship Id="rId26" Type="http://schemas.openxmlformats.org/officeDocument/2006/relationships/customXml" Target="../ink/ink53.xml"/><Relationship Id="rId3" Type="http://schemas.openxmlformats.org/officeDocument/2006/relationships/image" Target="../media/image129.png"/><Relationship Id="rId21" Type="http://schemas.openxmlformats.org/officeDocument/2006/relationships/image" Target="../media/image143.png"/><Relationship Id="rId7" Type="http://schemas.openxmlformats.org/officeDocument/2006/relationships/image" Target="../media/image136.png"/><Relationship Id="rId12" Type="http://schemas.openxmlformats.org/officeDocument/2006/relationships/customXml" Target="../ink/ink46.xml"/><Relationship Id="rId17" Type="http://schemas.openxmlformats.org/officeDocument/2006/relationships/image" Target="../media/image141.png"/><Relationship Id="rId25" Type="http://schemas.openxmlformats.org/officeDocument/2006/relationships/image" Target="../media/image145.png"/><Relationship Id="rId33" Type="http://schemas.openxmlformats.org/officeDocument/2006/relationships/image" Target="../media/image149.png"/><Relationship Id="rId2" Type="http://schemas.openxmlformats.org/officeDocument/2006/relationships/image" Target="../media/image104.png"/><Relationship Id="rId16" Type="http://schemas.openxmlformats.org/officeDocument/2006/relationships/customXml" Target="../ink/ink48.xml"/><Relationship Id="rId20" Type="http://schemas.openxmlformats.org/officeDocument/2006/relationships/customXml" Target="../ink/ink50.xml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138.png"/><Relationship Id="rId24" Type="http://schemas.openxmlformats.org/officeDocument/2006/relationships/customXml" Target="../ink/ink52.xml"/><Relationship Id="rId32" Type="http://schemas.openxmlformats.org/officeDocument/2006/relationships/customXml" Target="../ink/ink56.xml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4.png"/><Relationship Id="rId28" Type="http://schemas.openxmlformats.org/officeDocument/2006/relationships/customXml" Target="../ink/ink54.xml"/><Relationship Id="rId10" Type="http://schemas.openxmlformats.org/officeDocument/2006/relationships/customXml" Target="../ink/ink45.xml"/><Relationship Id="rId19" Type="http://schemas.openxmlformats.org/officeDocument/2006/relationships/image" Target="../media/image142.png"/><Relationship Id="rId31" Type="http://schemas.openxmlformats.org/officeDocument/2006/relationships/image" Target="../media/image148.png"/><Relationship Id="rId4" Type="http://schemas.openxmlformats.org/officeDocument/2006/relationships/image" Target="../media/image134.png"/><Relationship Id="rId9" Type="http://schemas.openxmlformats.org/officeDocument/2006/relationships/image" Target="../media/image137.png"/><Relationship Id="rId14" Type="http://schemas.openxmlformats.org/officeDocument/2006/relationships/customXml" Target="../ink/ink47.xml"/><Relationship Id="rId22" Type="http://schemas.openxmlformats.org/officeDocument/2006/relationships/customXml" Target="../ink/ink51.xml"/><Relationship Id="rId27" Type="http://schemas.openxmlformats.org/officeDocument/2006/relationships/image" Target="../media/image146.png"/><Relationship Id="rId30" Type="http://schemas.openxmlformats.org/officeDocument/2006/relationships/customXml" Target="../ink/ink55.xml"/><Relationship Id="rId8" Type="http://schemas.openxmlformats.org/officeDocument/2006/relationships/customXml" Target="../ink/ink4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EIE 2001 Basic Circuit Theory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8</a:t>
            </a:r>
          </a:p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II. Mutual Inductance</a:t>
            </a:r>
            <a:endParaRPr lang="zh-CN" altLang="en-US" sz="4800">
              <a:solidFill>
                <a:srgbClr val="7030A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242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E0DF-D5C6-0448-8C7C-ED1C3E5E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" y="189865"/>
            <a:ext cx="10515600" cy="1014095"/>
          </a:xfrm>
        </p:spPr>
        <p:txBody>
          <a:bodyPr>
            <a:normAutofit fontScale="90000"/>
          </a:bodyPr>
          <a:lstStyle/>
          <a:p>
            <a:r>
              <a:rPr lang="en-US"/>
              <a:t>This lecture discusses mutual inductance circuits and their applications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58ED85-56DE-8B40-BC6E-0EFDD649E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81" y="1291898"/>
            <a:ext cx="10986278" cy="4320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1E46E-6A71-3840-AE5C-7757DC7D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0975D-8325-B942-8BB8-D5AF4D5219EB}"/>
              </a:ext>
            </a:extLst>
          </p:cNvPr>
          <p:cNvSpPr txBox="1"/>
          <p:nvPr/>
        </p:nvSpPr>
        <p:spPr>
          <a:xfrm>
            <a:off x="2407920" y="5905500"/>
            <a:ext cx="819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Primary circuit and secondary circuit</a:t>
            </a:r>
          </a:p>
        </p:txBody>
      </p:sp>
    </p:spTree>
    <p:extLst>
      <p:ext uri="{BB962C8B-B14F-4D97-AF65-F5344CB8AC3E}">
        <p14:creationId xmlns:p14="http://schemas.microsoft.com/office/powerpoint/2010/main" val="127886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9133-5D84-364E-A951-F168A6B0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08114-9A7D-3F4E-85EA-E432A5E5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087799-9D8D-DC41-927C-044FE87FB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38800" cy="4902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DA09DD-ADC2-A04A-AB0E-911160845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328" y="3935663"/>
            <a:ext cx="3150936" cy="31509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0E0FEA-6690-8E4C-875F-8AED7B1AA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262" y="2731169"/>
            <a:ext cx="4251159" cy="4251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153F44-F491-624C-BEE0-C203E259C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190" y="0"/>
            <a:ext cx="3522509" cy="35854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400CBEE-9E13-4244-900E-C78F7D99D83F}"/>
              </a:ext>
            </a:extLst>
          </p:cNvPr>
          <p:cNvSpPr txBox="1"/>
          <p:nvPr/>
        </p:nvSpPr>
        <p:spPr>
          <a:xfrm>
            <a:off x="685801" y="5498431"/>
            <a:ext cx="2656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299435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C1F2-BC31-F04D-B362-D2B72C63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340" y="266272"/>
            <a:ext cx="11028648" cy="796410"/>
          </a:xfrm>
        </p:spPr>
        <p:txBody>
          <a:bodyPr>
            <a:normAutofit/>
          </a:bodyPr>
          <a:lstStyle/>
          <a:p>
            <a:r>
              <a:rPr lang="en-US"/>
              <a:t>The magnetic coupling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4FEB7-8348-8E41-857D-5B44C047A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995" y="1040970"/>
            <a:ext cx="6850758" cy="31573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FE1A4-581F-F641-BC82-B492F389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45CB7-F7AD-D64C-B1EE-9600BBD6EC3A}"/>
              </a:ext>
            </a:extLst>
          </p:cNvPr>
          <p:cNvSpPr txBox="1"/>
          <p:nvPr/>
        </p:nvSpPr>
        <p:spPr>
          <a:xfrm>
            <a:off x="878784" y="4905631"/>
            <a:ext cx="3948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For coil 1:</a:t>
            </a:r>
            <a:r>
              <a:rPr lang="zh-CN" altLang="en-US" sz="2400"/>
              <a:t>                             ，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3165B-9F37-6240-831E-15C4C03B1616}"/>
              </a:ext>
            </a:extLst>
          </p:cNvPr>
          <p:cNvSpPr txBox="1"/>
          <p:nvPr/>
        </p:nvSpPr>
        <p:spPr>
          <a:xfrm>
            <a:off x="869454" y="5698766"/>
            <a:ext cx="3810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For coil 2:</a:t>
            </a:r>
            <a:r>
              <a:rPr lang="zh-CN" altLang="en-US" sz="2400"/>
              <a:t>                             ，</a:t>
            </a: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4B277-0B43-8E46-9324-99AB664B3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047" y="5797550"/>
            <a:ext cx="1930400" cy="29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49F224-4694-714C-A287-8FC23E49D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592" y="5004174"/>
            <a:ext cx="1943100" cy="29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253273-E554-8742-9B9B-CE57BCBB6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311" y="4793878"/>
            <a:ext cx="5410200" cy="685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2AE48A-7AC8-8E49-BDFC-19CDC7047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312" y="5654489"/>
            <a:ext cx="5410200" cy="685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44FCD2-5B45-934A-88B7-72DD2DD13FB6}"/>
              </a:ext>
            </a:extLst>
          </p:cNvPr>
          <p:cNvSpPr txBox="1"/>
          <p:nvPr/>
        </p:nvSpPr>
        <p:spPr>
          <a:xfrm>
            <a:off x="1667436" y="4222376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/>
              <a:t>N</a:t>
            </a:r>
            <a:r>
              <a:rPr lang="en-US" sz="2000" baseline="-25000"/>
              <a:t>1</a:t>
            </a:r>
            <a:r>
              <a:rPr lang="en-US" sz="2000"/>
              <a:t> turns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95636-F524-5A40-A7B5-4C2DBD1CB774}"/>
              </a:ext>
            </a:extLst>
          </p:cNvPr>
          <p:cNvSpPr txBox="1"/>
          <p:nvPr/>
        </p:nvSpPr>
        <p:spPr>
          <a:xfrm>
            <a:off x="5168154" y="4226859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/>
              <a:t>N</a:t>
            </a:r>
            <a:r>
              <a:rPr lang="en-US" sz="2000" baseline="-25000"/>
              <a:t>2</a:t>
            </a:r>
            <a:r>
              <a:rPr lang="en-US" sz="2000"/>
              <a:t> turns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19E62E-70BF-E14C-850E-96E4EBF7319D}"/>
              </a:ext>
            </a:extLst>
          </p:cNvPr>
          <p:cNvGrpSpPr/>
          <p:nvPr/>
        </p:nvGrpSpPr>
        <p:grpSpPr>
          <a:xfrm>
            <a:off x="7866530" y="1371600"/>
            <a:ext cx="3684494" cy="2677656"/>
            <a:chOff x="7866530" y="1290918"/>
            <a:chExt cx="3684494" cy="26776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CE76B8-0FD5-8B4A-96D5-8D983B0F08F1}"/>
                </a:ext>
              </a:extLst>
            </p:cNvPr>
            <p:cNvSpPr txBox="1"/>
            <p:nvPr/>
          </p:nvSpPr>
          <p:spPr>
            <a:xfrm>
              <a:off x="7866530" y="1290918"/>
              <a:ext cx="3684494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The magnetic flux      at coil 1 equals to the magnetic flux        created by its own current </a:t>
              </a:r>
              <a:r>
                <a:rPr lang="en-US" sz="2400" i="1"/>
                <a:t>i</a:t>
              </a:r>
              <a:r>
                <a:rPr lang="en-US" sz="2400" baseline="-25000"/>
                <a:t>1</a:t>
              </a:r>
              <a:r>
                <a:rPr lang="en-US" sz="2400"/>
                <a:t> plus the magnetic flux        emanating from coil 2 in proximity from current </a:t>
              </a:r>
              <a:r>
                <a:rPr lang="en-US" sz="2400" i="1"/>
                <a:t>i</a:t>
              </a:r>
              <a:r>
                <a:rPr lang="en-US" sz="2400" baseline="-25000"/>
                <a:t>2</a:t>
              </a:r>
              <a:r>
                <a:rPr lang="en-US" sz="2400"/>
                <a:t>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0B172CD-ECDD-CF46-8D7A-78E8B3B89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99700" y="1400362"/>
              <a:ext cx="279400" cy="2921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834CE04-4E9E-6147-83BF-FEFFD8EA9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48220" y="2113056"/>
              <a:ext cx="393700" cy="2921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44375C8-C2B7-DD49-94AB-CF669B2A9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28424" y="2852644"/>
              <a:ext cx="406400" cy="2921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BAA890-B1F5-EE62-AC81-5A7302A040A1}"/>
                  </a:ext>
                </a:extLst>
              </p14:cNvPr>
              <p14:cNvContentPartPr/>
              <p14:nvPr/>
            </p14:nvContentPartPr>
            <p14:xfrm>
              <a:off x="6926776" y="4579642"/>
              <a:ext cx="1116000" cy="966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BAA890-B1F5-EE62-AC81-5A7302A040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17776" y="4570642"/>
                <a:ext cx="1133640" cy="9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4DCFE40-AA4A-1B7E-25AD-CC01841FFFF7}"/>
              </a:ext>
            </a:extLst>
          </p:cNvPr>
          <p:cNvGrpSpPr/>
          <p:nvPr/>
        </p:nvGrpSpPr>
        <p:grpSpPr>
          <a:xfrm>
            <a:off x="7375336" y="4159522"/>
            <a:ext cx="386640" cy="350640"/>
            <a:chOff x="7375336" y="4159522"/>
            <a:chExt cx="38664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5F0F64-04EF-3FD0-CB2F-249D65ED2B1B}"/>
                    </a:ext>
                  </a:extLst>
                </p14:cNvPr>
                <p14:cNvContentPartPr/>
                <p14:nvPr/>
              </p14:nvContentPartPr>
              <p14:xfrm>
                <a:off x="7375336" y="4159522"/>
                <a:ext cx="236880" cy="32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5F0F64-04EF-3FD0-CB2F-249D65ED2B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66322" y="4150522"/>
                  <a:ext cx="254547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D931B4-12DC-DBC4-72DD-6D9A6D069A6B}"/>
                    </a:ext>
                  </a:extLst>
                </p14:cNvPr>
                <p14:cNvContentPartPr/>
                <p14:nvPr/>
              </p14:nvContentPartPr>
              <p14:xfrm>
                <a:off x="7708696" y="4370482"/>
                <a:ext cx="53280" cy="139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D931B4-12DC-DBC4-72DD-6D9A6D069A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99696" y="4361482"/>
                  <a:ext cx="7092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95DBA1-6BE6-DF2F-3A39-DA30940017FC}"/>
              </a:ext>
            </a:extLst>
          </p:cNvPr>
          <p:cNvGrpSpPr/>
          <p:nvPr/>
        </p:nvGrpSpPr>
        <p:grpSpPr>
          <a:xfrm>
            <a:off x="8799136" y="4136842"/>
            <a:ext cx="1084320" cy="1537200"/>
            <a:chOff x="8799136" y="4136842"/>
            <a:chExt cx="1084320" cy="153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33E672-B0D4-1CFA-830F-B24F5BDD754F}"/>
                    </a:ext>
                  </a:extLst>
                </p14:cNvPr>
                <p14:cNvContentPartPr/>
                <p14:nvPr/>
              </p14:nvContentPartPr>
              <p14:xfrm>
                <a:off x="8799136" y="4571002"/>
                <a:ext cx="1084320" cy="1103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33E672-B0D4-1CFA-830F-B24F5BDD75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90136" y="4561999"/>
                  <a:ext cx="1101960" cy="11206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793B3D-6675-979E-318B-C921DC99B680}"/>
                    </a:ext>
                  </a:extLst>
                </p14:cNvPr>
                <p14:cNvContentPartPr/>
                <p14:nvPr/>
              </p14:nvContentPartPr>
              <p14:xfrm>
                <a:off x="9243016" y="4137562"/>
                <a:ext cx="91800" cy="345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4793B3D-6675-979E-318B-C921DC99B68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34016" y="4128562"/>
                  <a:ext cx="1094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877269-8321-B200-066F-A1CB0047D7F2}"/>
                    </a:ext>
                  </a:extLst>
                </p14:cNvPr>
                <p14:cNvContentPartPr/>
                <p14:nvPr/>
              </p14:nvContentPartPr>
              <p14:xfrm>
                <a:off x="9300976" y="4136842"/>
                <a:ext cx="182160" cy="29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877269-8321-B200-066F-A1CB0047D7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91976" y="4127831"/>
                  <a:ext cx="199800" cy="313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CD8008-2081-5FF0-8803-198AAD26833F}"/>
                    </a:ext>
                  </a:extLst>
                </p14:cNvPr>
                <p14:cNvContentPartPr/>
                <p14:nvPr/>
              </p14:nvContentPartPr>
              <p14:xfrm>
                <a:off x="9462616" y="4224322"/>
                <a:ext cx="66240" cy="246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CD8008-2081-5FF0-8803-198AAD2683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53616" y="4215322"/>
                  <a:ext cx="83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7CC832-DD3A-9EE1-525D-CB9385A9CD77}"/>
                    </a:ext>
                  </a:extLst>
                </p14:cNvPr>
                <p14:cNvContentPartPr/>
                <p14:nvPr/>
              </p14:nvContentPartPr>
              <p14:xfrm>
                <a:off x="9589696" y="4302802"/>
                <a:ext cx="11520" cy="146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7CC832-DD3A-9EE1-525D-CB9385A9CD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80696" y="4293780"/>
                  <a:ext cx="29160" cy="1645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F2D65D-7B7A-5A24-CEED-A3CE02C5DBC3}"/>
                    </a:ext>
                  </a:extLst>
                </p14:cNvPr>
                <p14:cNvContentPartPr/>
                <p14:nvPr/>
              </p14:nvContentPartPr>
              <p14:xfrm>
                <a:off x="9675376" y="4300282"/>
                <a:ext cx="150840" cy="115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EF2D65D-7B7A-5A24-CEED-A3CE02C5DB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66376" y="4291282"/>
                  <a:ext cx="1684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D31C519-6DDB-5533-F781-230C1871F891}"/>
              </a:ext>
            </a:extLst>
          </p:cNvPr>
          <p:cNvGrpSpPr/>
          <p:nvPr/>
        </p:nvGrpSpPr>
        <p:grpSpPr>
          <a:xfrm>
            <a:off x="6947296" y="5603482"/>
            <a:ext cx="1168200" cy="1117080"/>
            <a:chOff x="6947296" y="5603482"/>
            <a:chExt cx="1168200" cy="11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161C5B-0F89-AC8D-CF1E-E4A223CFC721}"/>
                    </a:ext>
                  </a:extLst>
                </p14:cNvPr>
                <p14:cNvContentPartPr/>
                <p14:nvPr/>
              </p14:nvContentPartPr>
              <p14:xfrm>
                <a:off x="6947296" y="5603482"/>
                <a:ext cx="973440" cy="885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161C5B-0F89-AC8D-CF1E-E4A223CFC72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38293" y="5594482"/>
                  <a:ext cx="991087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C70472-1437-B862-B3F7-385B1DA2E21E}"/>
                    </a:ext>
                  </a:extLst>
                </p14:cNvPr>
                <p14:cNvContentPartPr/>
                <p14:nvPr/>
              </p14:nvContentPartPr>
              <p14:xfrm>
                <a:off x="7788616" y="6446602"/>
                <a:ext cx="235080" cy="22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C70472-1437-B862-B3F7-385B1DA2E21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79602" y="6437617"/>
                  <a:ext cx="252747" cy="239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0850960-256F-30FB-B369-D1A23989E2C9}"/>
                    </a:ext>
                  </a:extLst>
                </p14:cNvPr>
                <p14:cNvContentPartPr/>
                <p14:nvPr/>
              </p14:nvContentPartPr>
              <p14:xfrm>
                <a:off x="8035216" y="6566482"/>
                <a:ext cx="80280" cy="15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0850960-256F-30FB-B369-D1A23989E2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26216" y="6557482"/>
                  <a:ext cx="979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E2A896-5A66-9155-961E-0A1D24DE684F}"/>
              </a:ext>
            </a:extLst>
          </p:cNvPr>
          <p:cNvGrpSpPr/>
          <p:nvPr/>
        </p:nvGrpSpPr>
        <p:grpSpPr>
          <a:xfrm>
            <a:off x="8753776" y="5584762"/>
            <a:ext cx="1553760" cy="1141560"/>
            <a:chOff x="8753776" y="5584762"/>
            <a:chExt cx="1553760" cy="11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AFEE3F-317F-EB62-4ED8-30079031C0A9}"/>
                    </a:ext>
                  </a:extLst>
                </p14:cNvPr>
                <p14:cNvContentPartPr/>
                <p14:nvPr/>
              </p14:nvContentPartPr>
              <p14:xfrm>
                <a:off x="8753776" y="5584762"/>
                <a:ext cx="1113480" cy="954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AFEE3F-317F-EB62-4ED8-30079031C0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44776" y="5575762"/>
                  <a:ext cx="113112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B68269-FDA6-3E43-C102-D8FDB6B4467E}"/>
                    </a:ext>
                  </a:extLst>
                </p14:cNvPr>
                <p14:cNvContentPartPr/>
                <p14:nvPr/>
              </p14:nvContentPartPr>
              <p14:xfrm>
                <a:off x="9814336" y="6486562"/>
                <a:ext cx="205560" cy="20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B68269-FDA6-3E43-C102-D8FDB6B4467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05336" y="6477562"/>
                  <a:ext cx="223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D69A60-820A-06B2-C251-3864BA514729}"/>
                    </a:ext>
                  </a:extLst>
                </p14:cNvPr>
                <p14:cNvContentPartPr/>
                <p14:nvPr/>
              </p14:nvContentPartPr>
              <p14:xfrm>
                <a:off x="10068496" y="6594922"/>
                <a:ext cx="121680" cy="10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D69A60-820A-06B2-C251-3864BA51472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59496" y="6585922"/>
                  <a:ext cx="139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69A22A-EDCA-0B70-38C3-E9D6D47539C0}"/>
                    </a:ext>
                  </a:extLst>
                </p14:cNvPr>
                <p14:cNvContentPartPr/>
                <p14:nvPr/>
              </p14:nvContentPartPr>
              <p14:xfrm>
                <a:off x="10299976" y="6560722"/>
                <a:ext cx="7560" cy="165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69A22A-EDCA-0B70-38C3-E9D6D47539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0976" y="6551722"/>
                  <a:ext cx="252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160F0E5-0FE4-A552-072C-DA5DBAF02048}"/>
              </a:ext>
            </a:extLst>
          </p:cNvPr>
          <p:cNvGrpSpPr/>
          <p:nvPr/>
        </p:nvGrpSpPr>
        <p:grpSpPr>
          <a:xfrm>
            <a:off x="8916333" y="4160242"/>
            <a:ext cx="213840" cy="208080"/>
            <a:chOff x="8916333" y="4160242"/>
            <a:chExt cx="21384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340ED97E-93B6-E398-AF71-D55CC4347F5A}"/>
                    </a:ext>
                  </a:extLst>
                </p14:cNvPr>
                <p14:cNvContentPartPr/>
                <p14:nvPr/>
              </p14:nvContentPartPr>
              <p14:xfrm>
                <a:off x="8916333" y="4231162"/>
                <a:ext cx="213840" cy="4212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340ED97E-93B6-E398-AF71-D55CC4347F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07333" y="4222162"/>
                  <a:ext cx="23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9735310C-9843-3AF9-86CF-A50FB4F9DDB8}"/>
                    </a:ext>
                  </a:extLst>
                </p14:cNvPr>
                <p14:cNvContentPartPr/>
                <p14:nvPr/>
              </p14:nvContentPartPr>
              <p14:xfrm>
                <a:off x="9029013" y="4160242"/>
                <a:ext cx="42480" cy="20808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9735310C-9843-3AF9-86CF-A50FB4F9DD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20013" y="4151242"/>
                  <a:ext cx="6012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5C1D491D-B14B-E528-00C2-21356FBB08BB}"/>
                  </a:ext>
                </a:extLst>
              </p14:cNvPr>
              <p14:cNvContentPartPr/>
              <p14:nvPr/>
            </p14:nvContentPartPr>
            <p14:xfrm>
              <a:off x="8938653" y="4463002"/>
              <a:ext cx="113040" cy="1008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5C1D491D-B14B-E528-00C2-21356FBB08B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29624" y="4454002"/>
                <a:ext cx="130736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2FF3B9F5-1537-4F40-0D9D-515B69584450}"/>
              </a:ext>
            </a:extLst>
          </p:cNvPr>
          <p:cNvGrpSpPr/>
          <p:nvPr/>
        </p:nvGrpSpPr>
        <p:grpSpPr>
          <a:xfrm>
            <a:off x="9551733" y="6545962"/>
            <a:ext cx="109080" cy="136440"/>
            <a:chOff x="9551733" y="6545962"/>
            <a:chExt cx="10908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10F074EB-D083-3299-E324-FEE357286389}"/>
                    </a:ext>
                  </a:extLst>
                </p14:cNvPr>
                <p14:cNvContentPartPr/>
                <p14:nvPr/>
              </p14:nvContentPartPr>
              <p14:xfrm>
                <a:off x="9551733" y="6557482"/>
                <a:ext cx="109080" cy="597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10F074EB-D083-3299-E324-FEE3572863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42733" y="6548536"/>
                  <a:ext cx="126720" cy="77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2F61F5AC-538D-761A-CE30-EC6AD73DAC08}"/>
                    </a:ext>
                  </a:extLst>
                </p14:cNvPr>
                <p14:cNvContentPartPr/>
                <p14:nvPr/>
              </p14:nvContentPartPr>
              <p14:xfrm>
                <a:off x="9624453" y="6545962"/>
                <a:ext cx="18360" cy="13644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2F61F5AC-538D-761A-CE30-EC6AD73DAC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15453" y="6536962"/>
                  <a:ext cx="3600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B287DC61-9352-5077-A0B6-AFCBBC9E9D22}"/>
                  </a:ext>
                </a:extLst>
              </p14:cNvPr>
              <p14:cNvContentPartPr/>
              <p14:nvPr/>
            </p14:nvContentPartPr>
            <p14:xfrm>
              <a:off x="9564693" y="6745402"/>
              <a:ext cx="162720" cy="3384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B287DC61-9352-5077-A0B6-AFCBBC9E9D2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55693" y="6736305"/>
                <a:ext cx="180360" cy="516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947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C1F2-BC31-F04D-B362-D2B72C63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340" y="266272"/>
            <a:ext cx="11028648" cy="796410"/>
          </a:xfrm>
        </p:spPr>
        <p:txBody>
          <a:bodyPr>
            <a:normAutofit/>
          </a:bodyPr>
          <a:lstStyle/>
          <a:p>
            <a:r>
              <a:rPr lang="en-US"/>
              <a:t>The magnetic coupling: Mutual inductance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4FEB7-8348-8E41-857D-5B44C047A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442" y="1081313"/>
            <a:ext cx="6850758" cy="31573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FE1A4-581F-F641-BC82-B492F389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45CB7-F7AD-D64C-B1EE-9600BBD6EC3A}"/>
              </a:ext>
            </a:extLst>
          </p:cNvPr>
          <p:cNvSpPr txBox="1"/>
          <p:nvPr/>
        </p:nvSpPr>
        <p:spPr>
          <a:xfrm>
            <a:off x="663630" y="4515668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For coil 1: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3165B-9F37-6240-831E-15C4C03B1616}"/>
              </a:ext>
            </a:extLst>
          </p:cNvPr>
          <p:cNvSpPr txBox="1"/>
          <p:nvPr/>
        </p:nvSpPr>
        <p:spPr>
          <a:xfrm>
            <a:off x="654301" y="5376037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For coil 2: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7DE4A-9EC8-A849-A543-78CA235AA392}"/>
              </a:ext>
            </a:extLst>
          </p:cNvPr>
          <p:cNvSpPr txBox="1"/>
          <p:nvPr/>
        </p:nvSpPr>
        <p:spPr>
          <a:xfrm>
            <a:off x="5364650" y="4500040"/>
            <a:ext cx="3991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(positive if </a:t>
            </a:r>
            <a:r>
              <a:rPr lang="en-US" sz="2400" i="1"/>
              <a:t>i</a:t>
            </a:r>
            <a:r>
              <a:rPr lang="en-US" sz="2400" baseline="-25000"/>
              <a:t>2</a:t>
            </a:r>
            <a:r>
              <a:rPr lang="en-US" sz="2400"/>
              <a:t> enters to the </a:t>
            </a:r>
            <a:r>
              <a:rPr lang="en-US" sz="2400">
                <a:solidFill>
                  <a:srgbClr val="C00000"/>
                </a:solidFill>
              </a:rPr>
              <a:t>dot</a:t>
            </a:r>
            <a:r>
              <a:rPr lang="en-US" sz="240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E65C5-1069-514D-91C0-683854E9CB08}"/>
              </a:ext>
            </a:extLst>
          </p:cNvPr>
          <p:cNvSpPr txBox="1"/>
          <p:nvPr/>
        </p:nvSpPr>
        <p:spPr>
          <a:xfrm>
            <a:off x="5396026" y="5324793"/>
            <a:ext cx="3991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(positive if </a:t>
            </a:r>
            <a:r>
              <a:rPr lang="en-US" sz="2400" i="1"/>
              <a:t>i</a:t>
            </a:r>
            <a:r>
              <a:rPr lang="en-US" sz="2400" baseline="-25000"/>
              <a:t>1</a:t>
            </a:r>
            <a:r>
              <a:rPr lang="en-US" sz="2400"/>
              <a:t> enters to the </a:t>
            </a:r>
            <a:r>
              <a:rPr lang="en-US" sz="2400">
                <a:solidFill>
                  <a:srgbClr val="C00000"/>
                </a:solidFill>
              </a:rPr>
              <a:t>dot</a:t>
            </a:r>
            <a:r>
              <a:rPr lang="en-US" sz="240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D3310-4EDF-8442-A628-D7F6E44EF32F}"/>
              </a:ext>
            </a:extLst>
          </p:cNvPr>
          <p:cNvSpPr txBox="1"/>
          <p:nvPr/>
        </p:nvSpPr>
        <p:spPr>
          <a:xfrm>
            <a:off x="7557246" y="1220144"/>
            <a:ext cx="42761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Caution</a:t>
            </a:r>
            <a:r>
              <a:rPr lang="en-US" sz="2400"/>
              <a:t>: The </a:t>
            </a:r>
            <a:r>
              <a:rPr lang="en-US" sz="2400" b="1"/>
              <a:t>polarity</a:t>
            </a:r>
            <a:r>
              <a:rPr lang="en-US" sz="2400"/>
              <a:t> is determined by the orientation or the particular way in which both coils are physically wound. </a:t>
            </a:r>
          </a:p>
          <a:p>
            <a:endParaRPr lang="en-US" sz="2400"/>
          </a:p>
          <a:p>
            <a:r>
              <a:rPr lang="en-US" sz="2400"/>
              <a:t>The </a:t>
            </a:r>
            <a:r>
              <a:rPr lang="en-US" sz="2400" i="1"/>
              <a:t>dot convention </a:t>
            </a:r>
            <a:r>
              <a:rPr lang="en-US" sz="2400"/>
              <a:t>in circuit analysis is a convenience notation to identify the polarity.</a:t>
            </a:r>
          </a:p>
          <a:p>
            <a:endParaRPr lang="en-US" sz="24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4C8D8A-1E2E-9747-BBB4-69FC95D11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535" y="4422962"/>
            <a:ext cx="2870200" cy="647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18D4E8-42FC-8641-9612-EFBB3D697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088" y="5283574"/>
            <a:ext cx="2870200" cy="6477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422646A-FD0B-1D4E-8453-5A56B23EE635}"/>
              </a:ext>
            </a:extLst>
          </p:cNvPr>
          <p:cNvSpPr txBox="1"/>
          <p:nvPr/>
        </p:nvSpPr>
        <p:spPr>
          <a:xfrm>
            <a:off x="4679576" y="6051177"/>
            <a:ext cx="3522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/>
              <a:t>M</a:t>
            </a:r>
            <a:r>
              <a:rPr lang="en-US" sz="2400" baseline="-25000"/>
              <a:t>12</a:t>
            </a:r>
            <a:r>
              <a:rPr lang="en-US" sz="2400"/>
              <a:t>  = </a:t>
            </a:r>
            <a:r>
              <a:rPr lang="en-US" sz="2400" i="1"/>
              <a:t>M</a:t>
            </a:r>
            <a:r>
              <a:rPr lang="en-US" sz="2400" baseline="-25000"/>
              <a:t>21</a:t>
            </a:r>
            <a:r>
              <a:rPr lang="en-US" sz="2400"/>
              <a:t> = </a:t>
            </a:r>
            <a:r>
              <a:rPr lang="en-US" sz="2400" i="1"/>
              <a:t>M</a:t>
            </a:r>
            <a:r>
              <a:rPr lang="en-US" sz="2400"/>
              <a:t> in our case</a:t>
            </a:r>
          </a:p>
        </p:txBody>
      </p:sp>
    </p:spTree>
    <p:extLst>
      <p:ext uri="{BB962C8B-B14F-4D97-AF65-F5344CB8AC3E}">
        <p14:creationId xmlns:p14="http://schemas.microsoft.com/office/powerpoint/2010/main" val="194267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C:\Users\Joel\Documents\Teaching\McGraw Hill\Fundamentals of Electric Circuits 5e\figures\CH13\Color Labeled\ale80571_13_005.jpg"/>
          <p:cNvPicPr>
            <a:picLocks noChangeAspect="1" noChangeArrowheads="1"/>
          </p:cNvPicPr>
          <p:nvPr/>
        </p:nvPicPr>
        <p:blipFill rotWithShape="1">
          <a:blip r:embed="rId2" cstate="print"/>
          <a:srcRect t="1292" b="50562"/>
          <a:stretch/>
        </p:blipFill>
        <p:spPr bwMode="auto">
          <a:xfrm>
            <a:off x="3021652" y="1625851"/>
            <a:ext cx="4917316" cy="501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Users\Joel\Documents\Teaching\McGraw Hill\Fundamentals of Electric Circuits 5e\figures\CH13\Color Labeled\ale80571_13_005.jpg"/>
          <p:cNvPicPr>
            <a:picLocks noChangeAspect="1" noChangeArrowheads="1"/>
          </p:cNvPicPr>
          <p:nvPr/>
        </p:nvPicPr>
        <p:blipFill rotWithShape="1">
          <a:blip r:embed="rId2" cstate="print"/>
          <a:srcRect l="19308" t="50562" r="15220"/>
          <a:stretch/>
        </p:blipFill>
        <p:spPr bwMode="auto">
          <a:xfrm>
            <a:off x="7418841" y="1481406"/>
            <a:ext cx="3213847" cy="5199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1BD3F-4C46-4447-895B-3B34BE55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288" y="349997"/>
            <a:ext cx="8204200" cy="1155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46C2EC-32BE-DD4D-B046-F6FF6EC4E090}"/>
              </a:ext>
            </a:extLst>
          </p:cNvPr>
          <p:cNvSpPr txBox="1"/>
          <p:nvPr/>
        </p:nvSpPr>
        <p:spPr>
          <a:xfrm>
            <a:off x="345687" y="5798635"/>
            <a:ext cx="3376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The dot convention</a:t>
            </a:r>
          </a:p>
        </p:txBody>
      </p:sp>
    </p:spTree>
    <p:extLst>
      <p:ext uri="{BB962C8B-B14F-4D97-AF65-F5344CB8AC3E}">
        <p14:creationId xmlns:p14="http://schemas.microsoft.com/office/powerpoint/2010/main" val="391872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With Mutual Inductance</a:t>
            </a:r>
            <a:endParaRPr lang="zh-CN" altLang="en-US"/>
          </a:p>
        </p:txBody>
      </p:sp>
      <p:pic>
        <p:nvPicPr>
          <p:cNvPr id="5" name="Picture 2" descr="AAAZHZM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90688"/>
            <a:ext cx="8229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5" y="4695854"/>
            <a:ext cx="4591050" cy="1800225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14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Coupling Coefficient 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altLang="zh-CN"/>
                  <a:t>The mutual inductance can be related to self-inductances by using coupling coefficient </a:t>
                </a:r>
                <a:r>
                  <a:rPr lang="en-US" altLang="zh-CN" i="1"/>
                  <a:t>k</a:t>
                </a:r>
                <a:r>
                  <a:rPr lang="en-US" altLang="zh-CN"/>
                  <a:t>.</a:t>
                </a:r>
              </a:p>
              <a:p>
                <a:pPr algn="just"/>
                <a:endParaRPr lang="en-US" altLang="zh-CN"/>
              </a:p>
              <a:p>
                <a:pPr algn="just"/>
                <a:endParaRPr lang="en-US" altLang="zh-CN"/>
              </a:p>
              <a:p>
                <a:pPr algn="just"/>
                <a:endParaRPr lang="en-US" altLang="zh-CN"/>
              </a:p>
              <a:p>
                <a:pPr algn="just"/>
                <a:endParaRPr lang="en-US" altLang="zh-CN"/>
              </a:p>
              <a:p>
                <a:pPr algn="just"/>
                <a:r>
                  <a:rPr lang="en-US" altLang="zh-CN"/>
                  <a:t>The coupling coefficient has a range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zh-CN" altLang="en-US"/>
              </a:p>
              <a:p>
                <a:pPr algn="just"/>
                <a:r>
                  <a:rPr lang="en-US" altLang="zh-CN"/>
                  <a:t>It is determined by the physical configuration of the coils.</a:t>
                </a:r>
              </a:p>
              <a:p>
                <a:pPr algn="just"/>
                <a:endParaRPr lang="zh-CN" alt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81211" y="2948290"/>
                <a:ext cx="24295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211" y="2948290"/>
                <a:ext cx="242957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23018" y="3758708"/>
                <a:ext cx="2345963" cy="596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ad>
                        <m:radPr>
                          <m:deg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018" y="3758708"/>
                <a:ext cx="2345963" cy="596382"/>
              </a:xfrm>
              <a:prstGeom prst="rect">
                <a:avLst/>
              </a:prstGeom>
              <a:blipFill>
                <a:blip r:embed="rId4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180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Energy Calculations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429596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altLang="zh-CN"/>
                  <a:t>The energy stores in an inductor is: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/>
              </a:p>
              <a:p>
                <a:pPr algn="just"/>
                <a:r>
                  <a:rPr lang="en-US" altLang="zh-CN"/>
                  <a:t>For coupled inductors, the total energy stored depends on the individual inductance and on the mutual inductance as well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altLang="zh-CN">
                    <a:solidFill>
                      <a:srgbClr val="C00000"/>
                    </a:solidFill>
                  </a:rPr>
                  <a:t>The positive sign is selected when the currents both enter or leave the dotted terminals.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429596" cy="4351338"/>
              </a:xfrm>
              <a:blipFill>
                <a:blip r:embed="rId2"/>
                <a:stretch>
                  <a:fillRect l="-2022" t="-2381" r="-2360" b="-15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AAAZHZU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927" y="2628157"/>
            <a:ext cx="5045825" cy="2373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763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1" y="1025551"/>
            <a:ext cx="6408801" cy="57121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259" y="0"/>
            <a:ext cx="10515600" cy="1325563"/>
          </a:xfrm>
        </p:spPr>
        <p:txBody>
          <a:bodyPr/>
          <a:lstStyle/>
          <a:p>
            <a:r>
              <a:rPr lang="en-US" altLang="zh-CN"/>
              <a:t>Equivalent circuits using phasors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3259730" y="3472998"/>
            <a:ext cx="325868" cy="574895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2375210" y="4348975"/>
            <a:ext cx="2063785" cy="1940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137" y="3879602"/>
            <a:ext cx="3503118" cy="26438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763" y="2101582"/>
            <a:ext cx="762135" cy="109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832" y="2063568"/>
            <a:ext cx="699402" cy="11727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CAA0D4-AB6A-F344-9E09-182B0711E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301" y="1410164"/>
            <a:ext cx="4254500" cy="647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16FDBD-5A8B-EC49-8DD0-2EE190A7E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169" y="2281973"/>
            <a:ext cx="697284" cy="6507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84858F-F66C-0A4E-A4A3-2276F8C1B4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7916" y="2308923"/>
            <a:ext cx="700842" cy="6796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C19C33-6C4A-794F-9402-161EE0DEE3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5440" y="2402623"/>
            <a:ext cx="45212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4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Example: </a:t>
            </a:r>
            <a:r>
              <a:rPr lang="en-US" altLang="zh-CN" sz="2400"/>
              <a:t>Calculate the phasor currents I1 and I2 in the circuit</a:t>
            </a:r>
            <a:endParaRPr lang="zh-CN" altLang="en-US" sz="240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3961" y="1370208"/>
            <a:ext cx="5939536" cy="2317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8907" y="4248615"/>
            <a:ext cx="5723861" cy="206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126CC-F1CE-3E40-93A0-F21E83560ED9}"/>
              </a:ext>
            </a:extLst>
          </p:cNvPr>
          <p:cNvGrpSpPr/>
          <p:nvPr/>
        </p:nvGrpSpPr>
        <p:grpSpPr>
          <a:xfrm>
            <a:off x="269487" y="1692083"/>
            <a:ext cx="5479220" cy="4272612"/>
            <a:chOff x="369848" y="2383459"/>
            <a:chExt cx="5479220" cy="427261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383459"/>
              <a:ext cx="4052062" cy="958258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0863" y="3457187"/>
              <a:ext cx="3238655" cy="93500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305" y="4704493"/>
              <a:ext cx="3395818" cy="73491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9848" y="5762577"/>
              <a:ext cx="5479220" cy="8934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09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654" y="-136680"/>
            <a:ext cx="10515600" cy="1325563"/>
          </a:xfrm>
        </p:spPr>
        <p:txBody>
          <a:bodyPr/>
          <a:lstStyle/>
          <a:p>
            <a:r>
              <a:rPr lang="en-US" altLang="zh-CN"/>
              <a:t>Example</a:t>
            </a:r>
            <a:endParaRPr lang="zh-CN" altLang="en-US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516142"/>
              </p:ext>
            </p:extLst>
          </p:nvPr>
        </p:nvGraphicFramePr>
        <p:xfrm>
          <a:off x="1420294" y="1890101"/>
          <a:ext cx="306947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228600" progId="Equation.DSMT4">
                  <p:embed/>
                </p:oleObj>
              </mc:Choice>
              <mc:Fallback>
                <p:oleObj name="Equation" r:id="rId2" imgW="1218960" imgH="22860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294" y="1890101"/>
                        <a:ext cx="3069478" cy="43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1880784"/>
            <a:ext cx="4728504" cy="2267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71654" y="935994"/>
            <a:ext cx="9382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(a) Determine the coupling coefficient </a:t>
            </a:r>
          </a:p>
          <a:p>
            <a:r>
              <a:rPr lang="en-US" altLang="zh-CN" sz="2800"/>
              <a:t>(b) Calculate the energy stored in the coupled inductors at </a:t>
            </a:r>
            <a:r>
              <a:rPr lang="en-US" altLang="zh-CN" sz="2800" i="1"/>
              <a:t>t </a:t>
            </a:r>
            <a:r>
              <a:rPr lang="en-US" altLang="zh-CN" sz="2800"/>
              <a:t>= 1 s</a:t>
            </a:r>
            <a:endParaRPr lang="zh-CN" altLang="en-US" sz="280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03415" y="4293220"/>
            <a:ext cx="6374619" cy="1929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54" y="2589682"/>
            <a:ext cx="4993271" cy="10922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4701" y="4168620"/>
            <a:ext cx="40671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5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7218" y="245328"/>
            <a:ext cx="6081841" cy="1840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71" y="1162827"/>
            <a:ext cx="3975649" cy="18238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83" y="3164102"/>
            <a:ext cx="2410222" cy="5081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242" y="3849666"/>
            <a:ext cx="3626514" cy="4632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519" y="2298951"/>
            <a:ext cx="6720035" cy="21060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006" y="4629267"/>
            <a:ext cx="8061030" cy="206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333" y="9419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b="1"/>
              <a:t>Linear Transformers</a:t>
            </a:r>
            <a:r>
              <a:rPr lang="en-US" altLang="zh-CN"/>
              <a:t> as an application of mutual inductance to deliver power to a secondary circuit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486959"/>
            <a:ext cx="10515600" cy="4351338"/>
          </a:xfrm>
        </p:spPr>
        <p:txBody>
          <a:bodyPr/>
          <a:lstStyle/>
          <a:p>
            <a:pPr algn="just"/>
            <a:r>
              <a:rPr lang="en-US" altLang="zh-CN"/>
              <a:t>A transformer is a magnetic device that takes advantage of mutual inductance</a:t>
            </a:r>
          </a:p>
          <a:p>
            <a:pPr lvl="1" algn="just"/>
            <a:r>
              <a:rPr lang="en-US" altLang="zh-CN"/>
              <a:t>Generally a four terminal device comprised of two or more magnetically coupled coils. </a:t>
            </a:r>
          </a:p>
          <a:p>
            <a:pPr lvl="1" algn="just"/>
            <a:r>
              <a:rPr lang="en-US" altLang="zh-CN"/>
              <a:t>They are called linear if the coils are wound on a magnetically linear material.</a:t>
            </a:r>
            <a:endParaRPr lang="zh-CN" altLang="en-US"/>
          </a:p>
        </p:txBody>
      </p:sp>
      <p:pic>
        <p:nvPicPr>
          <p:cNvPr id="5" name="Picture 2" descr="AAAZJBB0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124" y="3594894"/>
            <a:ext cx="6568318" cy="287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36537" y="5223152"/>
            <a:ext cx="189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Primary Winding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6720" y="5223152"/>
            <a:ext cx="213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Secondary Winding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5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Transformer Analysis</a:t>
            </a:r>
            <a:endParaRPr lang="zh-CN" altLang="en-US"/>
          </a:p>
        </p:txBody>
      </p:sp>
      <p:pic>
        <p:nvPicPr>
          <p:cNvPr id="5" name="Picture 2" descr="AAAZJBB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5302"/>
            <a:ext cx="5508934" cy="240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05535" y="3192521"/>
            <a:ext cx="4055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/>
              <a:t>Using these two equations, we can solve </a:t>
            </a:r>
            <a:r>
              <a:rPr lang="en-US" altLang="zh-CN" sz="2400" b="1"/>
              <a:t>I</a:t>
            </a:r>
            <a:r>
              <a:rPr lang="en-US" altLang="zh-CN" sz="2400" baseline="-25000"/>
              <a:t>1</a:t>
            </a:r>
            <a:r>
              <a:rPr lang="en-US" altLang="zh-CN" sz="2400"/>
              <a:t> and </a:t>
            </a:r>
            <a:r>
              <a:rPr lang="en-US" altLang="zh-CN" sz="2400" b="1"/>
              <a:t>I</a:t>
            </a:r>
            <a:r>
              <a:rPr lang="en-US" altLang="zh-CN" sz="2400" baseline="-25000"/>
              <a:t>2</a:t>
            </a:r>
            <a:r>
              <a:rPr lang="en-US" altLang="zh-CN" sz="2400"/>
              <a:t>.</a:t>
            </a:r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45606" y="4245071"/>
                <a:ext cx="6059929" cy="740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/>
                  <a:t>The input impedance is calculated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2400" b="1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2400" b="1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06" y="4245071"/>
                <a:ext cx="6059929" cy="740011"/>
              </a:xfrm>
              <a:prstGeom prst="rect">
                <a:avLst/>
              </a:prstGeom>
              <a:blipFill>
                <a:blip r:embed="rId3"/>
                <a:stretch>
                  <a:fillRect l="-1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634105"/>
              </p:ext>
            </p:extLst>
          </p:nvPr>
        </p:nvGraphicFramePr>
        <p:xfrm>
          <a:off x="7344070" y="5017426"/>
          <a:ext cx="3198284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8100" imgH="457200" progId="Equation.DSMT4">
                  <p:embed/>
                </p:oleObj>
              </mc:Choice>
              <mc:Fallback>
                <p:oleObj name="Equation" r:id="rId4" imgW="1308100" imgH="45720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070" y="5017426"/>
                        <a:ext cx="3198284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3434" y="5158362"/>
            <a:ext cx="101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where </a:t>
            </a:r>
            <a:endParaRPr lang="zh-CN" altLang="en-US" sz="2400"/>
          </a:p>
        </p:txBody>
      </p:sp>
      <p:sp>
        <p:nvSpPr>
          <p:cNvPr id="14" name="Rectangle 13"/>
          <p:cNvSpPr/>
          <p:nvPr/>
        </p:nvSpPr>
        <p:spPr>
          <a:xfrm>
            <a:off x="7344070" y="4848305"/>
            <a:ext cx="3198284" cy="10756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39369" y="5996562"/>
            <a:ext cx="10355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i="1">
                <a:solidFill>
                  <a:srgbClr val="FF0000"/>
                </a:solidFill>
              </a:rPr>
              <a:t>This is known as the reflected impedance, showing how the secondary winding impacts the input impedance of the circuit of primary winding </a:t>
            </a:r>
            <a:endParaRPr lang="zh-CN" altLang="en-US" sz="2000" i="1">
              <a:solidFill>
                <a:srgbClr val="FF0000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7054864" y="1875167"/>
            <a:ext cx="4105896" cy="1114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2658" y="5013258"/>
                <a:ext cx="5060018" cy="751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8" y="5013258"/>
                <a:ext cx="5060018" cy="7518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16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Ideal Transformers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An ideal transformer is one with perfect coupling (</a:t>
            </a:r>
            <a:r>
              <a:rPr lang="en-US" altLang="en-US" i="1"/>
              <a:t>k=</a:t>
            </a:r>
            <a:r>
              <a:rPr lang="en-US" altLang="en-US"/>
              <a:t>1).</a:t>
            </a:r>
          </a:p>
          <a:p>
            <a:r>
              <a:rPr lang="en-US" altLang="en-US"/>
              <a:t>It has two or more windings with a large number of turns on a core of high permeability.</a:t>
            </a:r>
          </a:p>
          <a:p>
            <a:r>
              <a:rPr lang="en-US" altLang="en-US"/>
              <a:t>The ideal transformer has:</a:t>
            </a:r>
          </a:p>
          <a:p>
            <a:pPr marL="449263">
              <a:buFontTx/>
              <a:buAutoNum type="arabicPeriod"/>
            </a:pPr>
            <a:r>
              <a:rPr lang="en-US" altLang="en-US" i="1"/>
              <a:t>Coils with very large reactance (L</a:t>
            </a:r>
            <a:r>
              <a:rPr lang="en-US" altLang="en-US" i="1" baseline="-25000"/>
              <a:t>1</a:t>
            </a:r>
            <a:r>
              <a:rPr lang="en-US" altLang="en-US" i="1"/>
              <a:t>, L</a:t>
            </a:r>
            <a:r>
              <a:rPr lang="en-US" altLang="en-US" i="1" baseline="-25000"/>
              <a:t>2</a:t>
            </a:r>
            <a:r>
              <a:rPr lang="en-US" altLang="en-US" i="1"/>
              <a:t>, M →</a:t>
            </a:r>
            <a:r>
              <a:rPr lang="en-US" altLang="en-US" i="1">
                <a:sym typeface="Symbol" pitchFamily="18" charset="2"/>
              </a:rPr>
              <a:t>)</a:t>
            </a:r>
          </a:p>
          <a:p>
            <a:pPr marL="449263">
              <a:buFontTx/>
              <a:buAutoNum type="arabicPeriod"/>
            </a:pPr>
            <a:r>
              <a:rPr lang="en-US" altLang="en-US" i="1">
                <a:sym typeface="Symbol" pitchFamily="18" charset="2"/>
              </a:rPr>
              <a:t>Coupling coefficient is equal to unity.</a:t>
            </a:r>
          </a:p>
          <a:p>
            <a:pPr marL="449263">
              <a:buFontTx/>
              <a:buAutoNum type="arabicPeriod"/>
            </a:pPr>
            <a:r>
              <a:rPr lang="en-US" altLang="en-US" i="1">
                <a:sym typeface="Symbol" pitchFamily="18" charset="2"/>
              </a:rPr>
              <a:t>Primary and secondary coils are lossless</a:t>
            </a:r>
            <a:r>
              <a:rPr lang="en-US" altLang="en-US" i="1"/>
              <a:t> (R</a:t>
            </a:r>
            <a:r>
              <a:rPr lang="en-US" altLang="en-US" i="1" baseline="-25000"/>
              <a:t>1</a:t>
            </a:r>
            <a:r>
              <a:rPr lang="en-US" altLang="en-US" i="1"/>
              <a:t>=R</a:t>
            </a:r>
            <a:r>
              <a:rPr lang="en-US" altLang="en-US" i="1" baseline="-25000"/>
              <a:t>2</a:t>
            </a:r>
            <a:r>
              <a:rPr lang="en-US" altLang="en-US" i="1"/>
              <a:t>→</a:t>
            </a:r>
            <a:r>
              <a:rPr lang="en-US" altLang="en-US" i="1">
                <a:sym typeface="Symbol" pitchFamily="18" charset="2"/>
              </a:rPr>
              <a:t>0)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02921" y="4090746"/>
                <a:ext cx="1758558" cy="44723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921" y="4090746"/>
                <a:ext cx="1758558" cy="4472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382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Ideal Transformers</a:t>
            </a:r>
          </a:p>
        </p:txBody>
      </p:sp>
      <p:sp>
        <p:nvSpPr>
          <p:cNvPr id="13317" name="Content Placeholder 2"/>
          <p:cNvSpPr>
            <a:spLocks noGrp="1"/>
          </p:cNvSpPr>
          <p:nvPr>
            <p:ph idx="1"/>
          </p:nvPr>
        </p:nvSpPr>
        <p:spPr>
          <a:xfrm>
            <a:off x="609600" y="1447801"/>
            <a:ext cx="8227282" cy="5252257"/>
          </a:xfrm>
        </p:spPr>
        <p:txBody>
          <a:bodyPr>
            <a:noAutofit/>
          </a:bodyPr>
          <a:lstStyle/>
          <a:p>
            <a:r>
              <a:rPr lang="en-US" altLang="en-US" sz="2400"/>
              <a:t>Iron core transformers are close to ideal.</a:t>
            </a:r>
          </a:p>
          <a:p>
            <a:r>
              <a:rPr lang="en-US" altLang="en-US" sz="2400"/>
              <a:t>The same flux goes through both windings</a:t>
            </a:r>
          </a:p>
          <a:p>
            <a:endParaRPr lang="en-US" altLang="en-US" sz="2400"/>
          </a:p>
          <a:p>
            <a:r>
              <a:rPr lang="en-US" altLang="en-US" sz="2400"/>
              <a:t>The voltages are related to each other by the turns ration </a:t>
            </a:r>
            <a:r>
              <a:rPr lang="en-US" altLang="en-US" sz="2400" i="1"/>
              <a:t>n</a:t>
            </a:r>
            <a:r>
              <a:rPr lang="en-US" altLang="en-US" sz="2400"/>
              <a:t>:</a:t>
            </a:r>
          </a:p>
          <a:p>
            <a:endParaRPr lang="en-US" altLang="en-US" sz="2400"/>
          </a:p>
          <a:p>
            <a:endParaRPr lang="en-US" altLang="en-US" sz="3600"/>
          </a:p>
          <a:p>
            <a:pPr marL="182563" indent="0">
              <a:buNone/>
            </a:pPr>
            <a:r>
              <a:rPr lang="en-US" altLang="en-US" sz="2400"/>
              <a:t>where 1, 2 refers to the primary, secondary coil.</a:t>
            </a:r>
          </a:p>
          <a:p>
            <a:r>
              <a:rPr lang="en-US" altLang="en-US" sz="2400"/>
              <a:t>A </a:t>
            </a:r>
            <a:r>
              <a:rPr lang="en-US" altLang="en-US" sz="2400" b="1" i="1" u="sng"/>
              <a:t>step down </a:t>
            </a:r>
            <a:r>
              <a:rPr lang="en-US" altLang="en-US" sz="2400"/>
              <a:t>transformer (</a:t>
            </a:r>
            <a:r>
              <a:rPr lang="en-US" altLang="en-US" sz="2400" i="1"/>
              <a:t>n&lt;1</a:t>
            </a:r>
            <a:r>
              <a:rPr lang="en-US" altLang="en-US" sz="2400"/>
              <a:t>) is one whose secondary voltage is less than its primary voltage</a:t>
            </a:r>
          </a:p>
          <a:p>
            <a:r>
              <a:rPr lang="en-US" altLang="en-US" sz="2400"/>
              <a:t>A </a:t>
            </a:r>
            <a:r>
              <a:rPr lang="en-US" altLang="en-US" sz="2400" b="1" i="1" u="sng"/>
              <a:t>step up </a:t>
            </a:r>
            <a:r>
              <a:rPr lang="en-US" altLang="en-US" sz="2400"/>
              <a:t>(</a:t>
            </a:r>
            <a:r>
              <a:rPr lang="en-US" altLang="en-US" sz="2400" i="1"/>
              <a:t>n&gt;1</a:t>
            </a:r>
            <a:r>
              <a:rPr lang="en-US" altLang="en-US" sz="2400"/>
              <a:t>) is the opposite</a:t>
            </a:r>
          </a:p>
          <a:p>
            <a:r>
              <a:rPr lang="en-US" altLang="en-US" sz="2400"/>
              <a:t>From power conservation, </a:t>
            </a:r>
          </a:p>
          <a:p>
            <a:pPr>
              <a:buNone/>
            </a:pPr>
            <a:endParaRPr lang="en-US" altLang="en-US" sz="2400"/>
          </a:p>
        </p:txBody>
      </p:sp>
      <p:graphicFrame>
        <p:nvGraphicFramePr>
          <p:cNvPr id="133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016082"/>
              </p:ext>
            </p:extLst>
          </p:nvPr>
        </p:nvGraphicFramePr>
        <p:xfrm>
          <a:off x="3306404" y="3223525"/>
          <a:ext cx="2833675" cy="119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640" imgH="761760" progId="Equation.DSMT4">
                  <p:embed/>
                </p:oleObj>
              </mc:Choice>
              <mc:Fallback>
                <p:oleObj name="Equation" r:id="rId3" imgW="1358640" imgH="761760" progId="Equation.DSMT4">
                  <p:embed/>
                  <p:pic>
                    <p:nvPicPr>
                      <p:cNvPr id="133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404" y="3223525"/>
                        <a:ext cx="2833675" cy="1192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36882" y="1496198"/>
            <a:ext cx="314325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664703"/>
              </p:ext>
            </p:extLst>
          </p:nvPr>
        </p:nvGraphicFramePr>
        <p:xfrm>
          <a:off x="4393035" y="5923790"/>
          <a:ext cx="34940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431640" progId="Equation.DSMT4">
                  <p:embed/>
                </p:oleObj>
              </mc:Choice>
              <mc:Fallback>
                <p:oleObj name="Equation" r:id="rId6" imgW="1485720" imgH="431640" progId="Equation.DSMT4">
                  <p:embed/>
                  <p:pic>
                    <p:nvPicPr>
                      <p:cNvPr id="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3035" y="5923790"/>
                        <a:ext cx="3494088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36882" y="5658459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4"/>
                </a:solidFill>
              </a:rPr>
              <a:t>Circuit symbol of an iron core </a:t>
            </a:r>
            <a:br>
              <a:rPr lang="en-US">
                <a:solidFill>
                  <a:schemeClr val="accent4"/>
                </a:solidFill>
              </a:rPr>
            </a:br>
            <a:r>
              <a:rPr lang="en-US">
                <a:solidFill>
                  <a:schemeClr val="accent4"/>
                </a:solidFill>
              </a:rPr>
              <a:t>transformer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773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Ideal Transformers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175669"/>
          </a:xfrm>
        </p:spPr>
        <p:txBody>
          <a:bodyPr>
            <a:normAutofit/>
          </a:bodyPr>
          <a:lstStyle/>
          <a:p>
            <a:r>
              <a:rPr lang="en-US" sz="2400"/>
              <a:t>In </a:t>
            </a:r>
            <a:r>
              <a:rPr lang="en-US" sz="2400" err="1"/>
              <a:t>phasor</a:t>
            </a:r>
            <a:r>
              <a:rPr lang="en-US" sz="2400"/>
              <a:t> form,</a:t>
            </a:r>
          </a:p>
          <a:p>
            <a:endParaRPr lang="en-US" sz="2400"/>
          </a:p>
          <a:p>
            <a:r>
              <a:rPr lang="en-US" sz="2400"/>
              <a:t>Note the </a:t>
            </a:r>
            <a:r>
              <a:rPr lang="en-US" sz="2400" b="1" u="sng"/>
              <a:t>direction of currents relative to the dots</a:t>
            </a:r>
            <a:r>
              <a:rPr lang="en-US" sz="2400"/>
              <a:t>.</a:t>
            </a:r>
          </a:p>
          <a:p>
            <a:r>
              <a:rPr lang="en-US" sz="2400"/>
              <a:t>It is important to get the proper polarity of the voltages and direction of currents in different configurations.</a:t>
            </a:r>
          </a:p>
          <a:p>
            <a:pPr>
              <a:buNone/>
            </a:pPr>
            <a:endParaRPr lang="en-US"/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0759" y="1538171"/>
            <a:ext cx="35147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46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647902"/>
              </p:ext>
            </p:extLst>
          </p:nvPr>
        </p:nvGraphicFramePr>
        <p:xfrm>
          <a:off x="3233841" y="1690688"/>
          <a:ext cx="26876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457200" progId="Equation.DSMT4">
                  <p:embed/>
                </p:oleObj>
              </mc:Choice>
              <mc:Fallback>
                <p:oleObj name="Equation" r:id="rId4" imgW="1143000" imgH="457200" progId="Equation.DSMT4">
                  <p:embed/>
                  <p:pic>
                    <p:nvPicPr>
                      <p:cNvPr id="11469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841" y="1690688"/>
                        <a:ext cx="2687637" cy="806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4833718" y="3969115"/>
            <a:ext cx="6726579" cy="1977337"/>
            <a:chOff x="2743697" y="4744138"/>
            <a:chExt cx="6726579" cy="1977337"/>
          </a:xfrm>
        </p:grpSpPr>
        <p:pic>
          <p:nvPicPr>
            <p:cNvPr id="114692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308101" y="4768850"/>
              <a:ext cx="2162175" cy="1952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4693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044887" y="4744138"/>
              <a:ext cx="2190750" cy="1952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4694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743697" y="4757136"/>
              <a:ext cx="2214187" cy="1951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3909" y="4018874"/>
            <a:ext cx="45773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buFont typeface="+mj-lt"/>
              <a:buAutoNum type="arabicPeriod"/>
            </a:pPr>
            <a:r>
              <a:rPr lang="en-US" altLang="zh-CN" sz="2000"/>
              <a:t> If V</a:t>
            </a:r>
            <a:r>
              <a:rPr lang="en-US" altLang="zh-CN" sz="2000" baseline="-25000"/>
              <a:t>1</a:t>
            </a:r>
            <a:r>
              <a:rPr lang="en-US" altLang="zh-CN" sz="2000"/>
              <a:t> and V</a:t>
            </a:r>
            <a:r>
              <a:rPr lang="en-US" altLang="zh-CN" sz="2000" baseline="-25000"/>
              <a:t>2</a:t>
            </a:r>
            <a:r>
              <a:rPr lang="en-US" altLang="zh-CN" sz="2000"/>
              <a:t> are </a:t>
            </a:r>
            <a:r>
              <a:rPr lang="en-US" altLang="zh-CN" sz="2000" b="1" i="1" u="sng">
                <a:solidFill>
                  <a:schemeClr val="accent4"/>
                </a:solidFill>
              </a:rPr>
              <a:t>both positive or both negative</a:t>
            </a:r>
            <a:r>
              <a:rPr lang="en-US" altLang="zh-CN" sz="2000" i="1"/>
              <a:t> at </a:t>
            </a:r>
            <a:r>
              <a:rPr lang="en-US" altLang="zh-CN" sz="2000" b="1" i="1" u="sng">
                <a:solidFill>
                  <a:schemeClr val="accent4"/>
                </a:solidFill>
              </a:rPr>
              <a:t>the dotted terminals</a:t>
            </a:r>
            <a:r>
              <a:rPr lang="en-US" altLang="zh-CN" sz="2000" i="1"/>
              <a:t>, the V</a:t>
            </a:r>
            <a:r>
              <a:rPr lang="en-US" altLang="zh-CN" sz="2000" i="1" baseline="-25000"/>
              <a:t>2</a:t>
            </a:r>
            <a:r>
              <a:rPr lang="en-US" altLang="zh-CN" sz="2000" i="1"/>
              <a:t> to V</a:t>
            </a:r>
            <a:r>
              <a:rPr lang="en-US" altLang="zh-CN" sz="2000" i="1" baseline="-25000"/>
              <a:t>1</a:t>
            </a:r>
            <a:r>
              <a:rPr lang="en-US" altLang="zh-CN" sz="2000" i="1"/>
              <a:t> ratio is </a:t>
            </a:r>
            <a:r>
              <a:rPr lang="en-US" altLang="zh-CN" sz="2000" b="1" i="1">
                <a:solidFill>
                  <a:srgbClr val="FF0000"/>
                </a:solidFill>
              </a:rPr>
              <a:t>+n</a:t>
            </a:r>
            <a:r>
              <a:rPr lang="en-US" altLang="zh-CN" sz="2000"/>
              <a:t>. Otherwise, it is </a:t>
            </a:r>
            <a:r>
              <a:rPr lang="en-US" altLang="zh-CN" sz="2000" b="1" i="1"/>
              <a:t>–n</a:t>
            </a:r>
            <a:r>
              <a:rPr lang="en-US" altLang="zh-CN" sz="2000"/>
              <a:t>.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altLang="zh-CN" sz="2000"/>
              <a:t>If I</a:t>
            </a:r>
            <a:r>
              <a:rPr lang="en-US" altLang="zh-CN" sz="2000" baseline="-25000"/>
              <a:t>1</a:t>
            </a:r>
            <a:r>
              <a:rPr lang="en-US" altLang="zh-CN" sz="2000"/>
              <a:t>and I</a:t>
            </a:r>
            <a:r>
              <a:rPr lang="en-US" altLang="zh-CN" sz="2000" baseline="-25000"/>
              <a:t>2</a:t>
            </a:r>
            <a:r>
              <a:rPr lang="en-US" altLang="zh-CN" sz="2000"/>
              <a:t> </a:t>
            </a:r>
            <a:r>
              <a:rPr lang="en-US" altLang="zh-CN" sz="2000" b="1" i="1" u="sng">
                <a:solidFill>
                  <a:schemeClr val="accent4"/>
                </a:solidFill>
              </a:rPr>
              <a:t>both enter into or both leave the dotted terminals</a:t>
            </a:r>
            <a:r>
              <a:rPr lang="en-US" altLang="zh-CN" sz="2000" i="1"/>
              <a:t>, the I</a:t>
            </a:r>
            <a:r>
              <a:rPr lang="en-US" altLang="zh-CN" sz="2000" i="1" baseline="-25000"/>
              <a:t>2</a:t>
            </a:r>
            <a:r>
              <a:rPr lang="en-US" altLang="zh-CN" sz="2000" i="1"/>
              <a:t> to I</a:t>
            </a:r>
            <a:r>
              <a:rPr lang="en-US" altLang="zh-CN" sz="2000" i="1" baseline="-25000"/>
              <a:t>1</a:t>
            </a:r>
            <a:r>
              <a:rPr lang="en-US" altLang="zh-CN" sz="2000" i="1"/>
              <a:t> ratio is </a:t>
            </a:r>
            <a:r>
              <a:rPr lang="en-US" altLang="zh-CN" sz="2000" b="1" i="1">
                <a:solidFill>
                  <a:srgbClr val="FF0000"/>
                </a:solidFill>
              </a:rPr>
              <a:t>–1/n</a:t>
            </a:r>
            <a:r>
              <a:rPr lang="en-US" altLang="zh-CN" sz="2000" i="1"/>
              <a:t>.</a:t>
            </a:r>
            <a:r>
              <a:rPr lang="en-US" altLang="zh-CN" sz="2000"/>
              <a:t> Otherwise, it is </a:t>
            </a:r>
            <a:r>
              <a:rPr lang="en-US" altLang="zh-CN" sz="2000" b="1" i="1"/>
              <a:t>+1/n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118283" y="3674225"/>
            <a:ext cx="0" cy="2682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398122" y="3674225"/>
            <a:ext cx="0" cy="2682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763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846667" y="0"/>
            <a:ext cx="10515600" cy="1325563"/>
          </a:xfrm>
        </p:spPr>
        <p:txBody>
          <a:bodyPr/>
          <a:lstStyle/>
          <a:p>
            <a:r>
              <a:rPr lang="en-US" altLang="en-US"/>
              <a:t>Ideal Transformers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>
          <a:xfrm>
            <a:off x="821267" y="1335088"/>
            <a:ext cx="10744200" cy="5105399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The complex power in the primary winding is:</a:t>
            </a:r>
          </a:p>
          <a:p>
            <a:pPr algn="just"/>
            <a:endParaRPr lang="en-US" altLang="en-US" sz="3200"/>
          </a:p>
          <a:p>
            <a:pPr algn="just"/>
            <a:r>
              <a:rPr lang="en-US" altLang="en-US"/>
              <a:t>There is no loss for the ideal transformer.</a:t>
            </a:r>
          </a:p>
          <a:p>
            <a:pPr algn="just"/>
            <a:r>
              <a:rPr lang="en-US" altLang="en-US"/>
              <a:t>The input impedance that appears at the source is:</a:t>
            </a:r>
          </a:p>
          <a:p>
            <a:pPr algn="just"/>
            <a:endParaRPr lang="en-US" altLang="en-US" sz="5400"/>
          </a:p>
          <a:p>
            <a:pPr algn="just"/>
            <a:r>
              <a:rPr lang="en-US" altLang="en-US"/>
              <a:t>This is also called the reflected impedance since it appears as if the load impedance is reflected to the primary side.</a:t>
            </a:r>
          </a:p>
          <a:p>
            <a:pPr algn="just"/>
            <a:r>
              <a:rPr lang="en-US"/>
              <a:t>This ability of the transformer to transform a given impedance into another impedance provides us a means of </a:t>
            </a:r>
            <a:r>
              <a:rPr lang="en-US" i="1">
                <a:solidFill>
                  <a:schemeClr val="accent4"/>
                </a:solidFill>
              </a:rPr>
              <a:t>impedance matching</a:t>
            </a:r>
            <a:r>
              <a:rPr lang="en-US" i="1"/>
              <a:t> to </a:t>
            </a:r>
            <a:r>
              <a:rPr lang="en-US"/>
              <a:t>ensure</a:t>
            </a:r>
            <a:r>
              <a:rPr lang="en-US" i="1"/>
              <a:t> </a:t>
            </a:r>
            <a:r>
              <a:rPr lang="en-US" i="1">
                <a:solidFill>
                  <a:srgbClr val="FF0000"/>
                </a:solidFill>
              </a:rPr>
              <a:t>maximum power transfer</a:t>
            </a:r>
            <a:r>
              <a:rPr lang="en-US"/>
              <a:t>.</a:t>
            </a:r>
            <a:endParaRPr lang="en-US" altLang="en-US"/>
          </a:p>
          <a:p>
            <a:pPr algn="just"/>
            <a:endParaRPr lang="en-US" altLang="en-US"/>
          </a:p>
        </p:txBody>
      </p:sp>
      <p:sp>
        <p:nvSpPr>
          <p:cNvPr id="14341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074400" y="6553200"/>
            <a:ext cx="1016000" cy="304800"/>
          </a:xfrm>
          <a:prstGeom prst="rect">
            <a:avLst/>
          </a:prstGeom>
          <a:noFill/>
        </p:spPr>
        <p:txBody>
          <a:bodyPr/>
          <a:lstStyle/>
          <a:p>
            <a:fld id="{24C702A5-047D-46BE-B162-E2663B675AEB}" type="slidenum">
              <a:rPr lang="en-US" altLang="en-US"/>
              <a:pPr/>
              <a:t>18</a:t>
            </a:fld>
            <a:endParaRPr lang="en-US" altLang="en-US"/>
          </a:p>
        </p:txBody>
      </p:sp>
      <p:graphicFrame>
        <p:nvGraphicFramePr>
          <p:cNvPr id="143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627128"/>
              </p:ext>
            </p:extLst>
          </p:nvPr>
        </p:nvGraphicFramePr>
        <p:xfrm>
          <a:off x="1719763" y="1711556"/>
          <a:ext cx="49545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360" imgH="419040" progId="Equation.DSMT4">
                  <p:embed/>
                </p:oleObj>
              </mc:Choice>
              <mc:Fallback>
                <p:oleObj name="Equation" r:id="rId3" imgW="2133360" imgH="419040" progId="Equation.DSMT4">
                  <p:embed/>
                  <p:pic>
                    <p:nvPicPr>
                      <p:cNvPr id="143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763" y="1711556"/>
                        <a:ext cx="4954588" cy="730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480162"/>
              </p:ext>
            </p:extLst>
          </p:nvPr>
        </p:nvGraphicFramePr>
        <p:xfrm>
          <a:off x="1719763" y="3305969"/>
          <a:ext cx="40703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431640" progId="Equation.DSMT4">
                  <p:embed/>
                </p:oleObj>
              </mc:Choice>
              <mc:Fallback>
                <p:oleObj name="Equation" r:id="rId5" imgW="1434960" imgH="431640" progId="Equation.DSMT4">
                  <p:embed/>
                  <p:pic>
                    <p:nvPicPr>
                      <p:cNvPr id="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763" y="3305969"/>
                        <a:ext cx="4070350" cy="920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0915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FCD066-33B8-654B-ACD5-B66795DD1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8" y="1006049"/>
            <a:ext cx="10225476" cy="53683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173B9-ADD5-0F49-99C8-33204528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DED463-6F25-054F-90B3-9519DE70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746" y="1"/>
            <a:ext cx="8912469" cy="967154"/>
          </a:xfrm>
        </p:spPr>
        <p:txBody>
          <a:bodyPr>
            <a:normAutofit/>
          </a:bodyPr>
          <a:lstStyle/>
          <a:p>
            <a:r>
              <a:rPr lang="en-US" altLang="zh-CN" b="1"/>
              <a:t>Application:</a:t>
            </a:r>
            <a:r>
              <a:rPr lang="en-US" altLang="zh-CN" sz="3600"/>
              <a:t> power line systems</a:t>
            </a:r>
            <a:endParaRPr lang="zh-CN" altLang="en-US" sz="36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4941A2-6623-064D-ABB9-066983E3A26D}"/>
              </a:ext>
            </a:extLst>
          </p:cNvPr>
          <p:cNvGrpSpPr/>
          <p:nvPr/>
        </p:nvGrpSpPr>
        <p:grpSpPr>
          <a:xfrm>
            <a:off x="4545622" y="3516924"/>
            <a:ext cx="2387257" cy="2048607"/>
            <a:chOff x="4545622" y="3516924"/>
            <a:chExt cx="2387257" cy="20486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84FB3D-4828-F042-9A2D-1D22610F3929}"/>
                </a:ext>
              </a:extLst>
            </p:cNvPr>
            <p:cNvSpPr txBox="1"/>
            <p:nvPr/>
          </p:nvSpPr>
          <p:spPr>
            <a:xfrm>
              <a:off x="4545622" y="3516924"/>
              <a:ext cx="23872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C00000"/>
                  </a:solidFill>
                </a:rPr>
                <a:t>Q: Why 3 wires?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CD6E31B-A425-D643-BA2E-A94E0F51E995}"/>
                </a:ext>
              </a:extLst>
            </p:cNvPr>
            <p:cNvSpPr/>
            <p:nvPr/>
          </p:nvSpPr>
          <p:spPr>
            <a:xfrm>
              <a:off x="5749549" y="4931648"/>
              <a:ext cx="264389" cy="633883"/>
            </a:xfrm>
            <a:custGeom>
              <a:avLst/>
              <a:gdLst>
                <a:gd name="connsiteX0" fmla="*/ 114920 w 264389"/>
                <a:gd name="connsiteY0" fmla="*/ 837 h 633883"/>
                <a:gd name="connsiteX1" fmla="*/ 176466 w 264389"/>
                <a:gd name="connsiteY1" fmla="*/ 71175 h 633883"/>
                <a:gd name="connsiteX2" fmla="*/ 185259 w 264389"/>
                <a:gd name="connsiteY2" fmla="*/ 97552 h 633883"/>
                <a:gd name="connsiteX3" fmla="*/ 211636 w 264389"/>
                <a:gd name="connsiteY3" fmla="*/ 132721 h 633883"/>
                <a:gd name="connsiteX4" fmla="*/ 246805 w 264389"/>
                <a:gd name="connsiteY4" fmla="*/ 220644 h 633883"/>
                <a:gd name="connsiteX5" fmla="*/ 255597 w 264389"/>
                <a:gd name="connsiteY5" fmla="*/ 255814 h 633883"/>
                <a:gd name="connsiteX6" fmla="*/ 264389 w 264389"/>
                <a:gd name="connsiteY6" fmla="*/ 282190 h 633883"/>
                <a:gd name="connsiteX7" fmla="*/ 255597 w 264389"/>
                <a:gd name="connsiteY7" fmla="*/ 422867 h 633883"/>
                <a:gd name="connsiteX8" fmla="*/ 238013 w 264389"/>
                <a:gd name="connsiteY8" fmla="*/ 537167 h 633883"/>
                <a:gd name="connsiteX9" fmla="*/ 211636 w 264389"/>
                <a:gd name="connsiteY9" fmla="*/ 572337 h 633883"/>
                <a:gd name="connsiteX10" fmla="*/ 194051 w 264389"/>
                <a:gd name="connsiteY10" fmla="*/ 607506 h 633883"/>
                <a:gd name="connsiteX11" fmla="*/ 141297 w 264389"/>
                <a:gd name="connsiteY11" fmla="*/ 633883 h 633883"/>
                <a:gd name="connsiteX12" fmla="*/ 79751 w 264389"/>
                <a:gd name="connsiteY12" fmla="*/ 607506 h 633883"/>
                <a:gd name="connsiteX13" fmla="*/ 18205 w 264389"/>
                <a:gd name="connsiteY13" fmla="*/ 572337 h 633883"/>
                <a:gd name="connsiteX14" fmla="*/ 620 w 264389"/>
                <a:gd name="connsiteY14" fmla="*/ 537167 h 633883"/>
                <a:gd name="connsiteX15" fmla="*/ 9413 w 264389"/>
                <a:gd name="connsiteY15" fmla="*/ 185475 h 633883"/>
                <a:gd name="connsiteX16" fmla="*/ 35789 w 264389"/>
                <a:gd name="connsiteY16" fmla="*/ 71175 h 633883"/>
                <a:gd name="connsiteX17" fmla="*/ 44582 w 264389"/>
                <a:gd name="connsiteY17" fmla="*/ 44798 h 633883"/>
                <a:gd name="connsiteX18" fmla="*/ 70959 w 264389"/>
                <a:gd name="connsiteY18" fmla="*/ 27214 h 633883"/>
                <a:gd name="connsiteX19" fmla="*/ 114920 w 264389"/>
                <a:gd name="connsiteY19" fmla="*/ 837 h 633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4389" h="633883">
                  <a:moveTo>
                    <a:pt x="114920" y="837"/>
                  </a:moveTo>
                  <a:cubicBezTo>
                    <a:pt x="132504" y="8164"/>
                    <a:pt x="158142" y="45979"/>
                    <a:pt x="176466" y="71175"/>
                  </a:cubicBezTo>
                  <a:cubicBezTo>
                    <a:pt x="181917" y="78670"/>
                    <a:pt x="180661" y="89505"/>
                    <a:pt x="185259" y="97552"/>
                  </a:cubicBezTo>
                  <a:cubicBezTo>
                    <a:pt x="192529" y="110275"/>
                    <a:pt x="202844" y="120998"/>
                    <a:pt x="211636" y="132721"/>
                  </a:cubicBezTo>
                  <a:cubicBezTo>
                    <a:pt x="233365" y="197909"/>
                    <a:pt x="220930" y="168896"/>
                    <a:pt x="246805" y="220644"/>
                  </a:cubicBezTo>
                  <a:cubicBezTo>
                    <a:pt x="249736" y="232367"/>
                    <a:pt x="252277" y="244195"/>
                    <a:pt x="255597" y="255814"/>
                  </a:cubicBezTo>
                  <a:cubicBezTo>
                    <a:pt x="258143" y="264725"/>
                    <a:pt x="264389" y="272922"/>
                    <a:pt x="264389" y="282190"/>
                  </a:cubicBezTo>
                  <a:cubicBezTo>
                    <a:pt x="264389" y="329174"/>
                    <a:pt x="259344" y="376033"/>
                    <a:pt x="255597" y="422867"/>
                  </a:cubicBezTo>
                  <a:cubicBezTo>
                    <a:pt x="255217" y="427620"/>
                    <a:pt x="248804" y="515585"/>
                    <a:pt x="238013" y="537167"/>
                  </a:cubicBezTo>
                  <a:cubicBezTo>
                    <a:pt x="231460" y="550274"/>
                    <a:pt x="219403" y="559910"/>
                    <a:pt x="211636" y="572337"/>
                  </a:cubicBezTo>
                  <a:cubicBezTo>
                    <a:pt x="204689" y="583452"/>
                    <a:pt x="202442" y="597437"/>
                    <a:pt x="194051" y="607506"/>
                  </a:cubicBezTo>
                  <a:cubicBezTo>
                    <a:pt x="180941" y="623237"/>
                    <a:pt x="159299" y="627882"/>
                    <a:pt x="141297" y="633883"/>
                  </a:cubicBezTo>
                  <a:cubicBezTo>
                    <a:pt x="24656" y="575561"/>
                    <a:pt x="170310" y="646317"/>
                    <a:pt x="79751" y="607506"/>
                  </a:cubicBezTo>
                  <a:cubicBezTo>
                    <a:pt x="48521" y="594121"/>
                    <a:pt x="44692" y="589995"/>
                    <a:pt x="18205" y="572337"/>
                  </a:cubicBezTo>
                  <a:cubicBezTo>
                    <a:pt x="12343" y="560614"/>
                    <a:pt x="918" y="550271"/>
                    <a:pt x="620" y="537167"/>
                  </a:cubicBezTo>
                  <a:cubicBezTo>
                    <a:pt x="-2044" y="419930"/>
                    <a:pt x="4427" y="302636"/>
                    <a:pt x="9413" y="185475"/>
                  </a:cubicBezTo>
                  <a:cubicBezTo>
                    <a:pt x="11640" y="133141"/>
                    <a:pt x="19868" y="118937"/>
                    <a:pt x="35789" y="71175"/>
                  </a:cubicBezTo>
                  <a:cubicBezTo>
                    <a:pt x="38720" y="62383"/>
                    <a:pt x="36870" y="49939"/>
                    <a:pt x="44582" y="44798"/>
                  </a:cubicBezTo>
                  <a:lnTo>
                    <a:pt x="70959" y="27214"/>
                  </a:lnTo>
                  <a:cubicBezTo>
                    <a:pt x="100116" y="36933"/>
                    <a:pt x="97336" y="-6490"/>
                    <a:pt x="114920" y="837"/>
                  </a:cubicBezTo>
                  <a:close/>
                </a:path>
              </a:pathLst>
            </a:cu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B570AD6-D23E-A145-BDA1-A7C4E8A4181D}"/>
                </a:ext>
              </a:extLst>
            </p:cNvPr>
            <p:cNvCxnSpPr/>
            <p:nvPr/>
          </p:nvCxnSpPr>
          <p:spPr>
            <a:xfrm>
              <a:off x="5697415" y="4044462"/>
              <a:ext cx="105508" cy="80889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207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Three-Phase System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n-US" altLang="zh-CN"/>
              <a:t>Nearly all electric power is generated and distributed in three-phase, at the operating frequency of 60 Hz in the United States or 50 Hz in some other parts of the world.</a:t>
            </a:r>
          </a:p>
          <a:p>
            <a:pPr algn="just"/>
            <a:endParaRPr lang="en-US" altLang="zh-CN"/>
          </a:p>
          <a:p>
            <a:pPr algn="just"/>
            <a:r>
              <a:rPr lang="en-US" altLang="zh-CN"/>
              <a:t>It is important in power system specialization but impossible to cover in one or two lecture sessions.</a:t>
            </a:r>
          </a:p>
          <a:p>
            <a:pPr algn="just"/>
            <a:endParaRPr lang="en-US" altLang="zh-CN"/>
          </a:p>
          <a:p>
            <a:pPr algn="just"/>
            <a:r>
              <a:rPr lang="en-US" altLang="zh-CN"/>
              <a:t>Here, we will only give an understanding of the steady-state sinusoidal behavior of balanced three-phase circuits.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8790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Three-Phase AC Generator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2128"/>
          <a:stretch/>
        </p:blipFill>
        <p:spPr>
          <a:xfrm>
            <a:off x="498206" y="1832910"/>
            <a:ext cx="5758432" cy="37564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38" y="1832910"/>
            <a:ext cx="5464393" cy="318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14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14981" y="3531807"/>
            <a:ext cx="6673301" cy="30071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Balanced Source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116541"/>
          </a:xfrm>
        </p:spPr>
        <p:txBody>
          <a:bodyPr>
            <a:noAutofit/>
          </a:bodyPr>
          <a:lstStyle/>
          <a:p>
            <a:pPr algn="just"/>
            <a:r>
              <a:rPr lang="en-US" altLang="zh-CN" sz="2400"/>
              <a:t>A set of balanced three-phase voltages consists of three sinusoidal voltages that have identical amplitudes and frequencies but are out of phase with each other; by exactly Standard practice we refer to the three phases as a, b, and c, and use the a-phase as the reference phase. The three voltages are referred to as the </a:t>
            </a:r>
            <a:r>
              <a:rPr lang="en-US" altLang="zh-CN" sz="2400" b="1"/>
              <a:t>a-phase voltage</a:t>
            </a:r>
            <a:r>
              <a:rPr lang="en-US" altLang="zh-CN" sz="2400"/>
              <a:t>, the </a:t>
            </a:r>
            <a:r>
              <a:rPr lang="en-US" altLang="zh-CN" sz="2400" b="1"/>
              <a:t>b-phase voltage</a:t>
            </a:r>
            <a:r>
              <a:rPr lang="en-US" altLang="zh-CN" sz="2400"/>
              <a:t>, and the </a:t>
            </a:r>
            <a:r>
              <a:rPr lang="en-US" altLang="zh-CN" sz="2400" b="1"/>
              <a:t>c-phase voltage</a:t>
            </a:r>
            <a:r>
              <a:rPr lang="en-US" altLang="zh-CN" sz="2400"/>
              <a:t>.</a:t>
            </a:r>
            <a:endParaRPr lang="zh-CN" altLang="en-US" sz="2400"/>
          </a:p>
          <a:p>
            <a:pPr algn="just"/>
            <a:endParaRPr lang="en-US" altLang="zh-CN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55326"/>
            <a:ext cx="2273097" cy="14867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282" y="4293168"/>
            <a:ext cx="2070303" cy="1411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471046" y="750907"/>
                <a:ext cx="3511154" cy="55399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36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36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046" y="750907"/>
                <a:ext cx="351115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378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35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/>
              <a:t>Two Basic Connections of Ideal Three-Phase Source: </a:t>
            </a:r>
            <a:br>
              <a:rPr lang="en-US" altLang="zh-CN" sz="3600"/>
            </a:br>
            <a:r>
              <a:rPr lang="en-US" altLang="zh-CN" sz="3600"/>
              <a:t>Y-connection and </a:t>
            </a:r>
            <a:r>
              <a:rPr lang="el-GR" altLang="zh-CN" sz="3600"/>
              <a:t>Δ</a:t>
            </a:r>
            <a:r>
              <a:rPr lang="en-US" altLang="zh-CN" sz="3600"/>
              <a:t>-connection</a:t>
            </a:r>
            <a:endParaRPr lang="zh-CN" altLang="en-US" sz="360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001" r="55181" b="7018"/>
          <a:stretch/>
        </p:blipFill>
        <p:spPr>
          <a:xfrm>
            <a:off x="648333" y="1579118"/>
            <a:ext cx="3156398" cy="29941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5646" y="4692857"/>
            <a:ext cx="2721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Y-Connected Source</a:t>
            </a:r>
            <a:endParaRPr lang="zh-CN" altLang="en-US" sz="2400"/>
          </a:p>
        </p:txBody>
      </p:sp>
      <p:sp>
        <p:nvSpPr>
          <p:cNvPr id="7" name="TextBox 6"/>
          <p:cNvSpPr txBox="1"/>
          <p:nvPr/>
        </p:nvSpPr>
        <p:spPr>
          <a:xfrm>
            <a:off x="7542061" y="4692857"/>
            <a:ext cx="2730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/>
              <a:t>Δ</a:t>
            </a:r>
            <a:r>
              <a:rPr lang="en-US" altLang="zh-CN" sz="2400"/>
              <a:t>-Connected Source</a:t>
            </a:r>
            <a:endParaRPr lang="zh-CN" altLang="en-US" sz="2400"/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53F776F9-95C6-A64D-8CC3-D54844A7FC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06" r="9842" b="7018"/>
          <a:stretch/>
        </p:blipFill>
        <p:spPr>
          <a:xfrm>
            <a:off x="7123044" y="1550546"/>
            <a:ext cx="3385752" cy="3142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8681A-CB89-834F-9F07-1D7FF03D1428}"/>
              </a:ext>
            </a:extLst>
          </p:cNvPr>
          <p:cNvSpPr txBox="1"/>
          <p:nvPr/>
        </p:nvSpPr>
        <p:spPr>
          <a:xfrm>
            <a:off x="3666112" y="189347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D58663-8AD2-9E4B-8B7A-19DD2D742C41}"/>
              </a:ext>
            </a:extLst>
          </p:cNvPr>
          <p:cNvSpPr txBox="1"/>
          <p:nvPr/>
        </p:nvSpPr>
        <p:spPr>
          <a:xfrm>
            <a:off x="3693858" y="30761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18C6FE-12F4-0742-A13A-EA6DEBBDC2EE}"/>
                  </a:ext>
                </a:extLst>
              </p:cNvPr>
              <p:cNvSpPr txBox="1"/>
              <p:nvPr/>
            </p:nvSpPr>
            <p:spPr>
              <a:xfrm>
                <a:off x="3573959" y="2458657"/>
                <a:ext cx="2180853" cy="4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CN" sz="20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18C6FE-12F4-0742-A13A-EA6DEBBDC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959" y="2458657"/>
                <a:ext cx="2180853" cy="481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417A58B-BFF2-CE42-8240-832374F2A931}"/>
              </a:ext>
            </a:extLst>
          </p:cNvPr>
          <p:cNvSpPr txBox="1"/>
          <p:nvPr/>
        </p:nvSpPr>
        <p:spPr>
          <a:xfrm>
            <a:off x="10364449" y="187697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733EA-521C-CA45-92DD-554BA4562F12}"/>
              </a:ext>
            </a:extLst>
          </p:cNvPr>
          <p:cNvSpPr txBox="1"/>
          <p:nvPr/>
        </p:nvSpPr>
        <p:spPr>
          <a:xfrm>
            <a:off x="10392195" y="30596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65C724-2B2D-CF4F-B8DB-F72E927DEB44}"/>
                  </a:ext>
                </a:extLst>
              </p:cNvPr>
              <p:cNvSpPr txBox="1"/>
              <p:nvPr/>
            </p:nvSpPr>
            <p:spPr>
              <a:xfrm>
                <a:off x="10272296" y="2442157"/>
                <a:ext cx="1338828" cy="4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N" sz="200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65C724-2B2D-CF4F-B8DB-F72E927DE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296" y="2442157"/>
                <a:ext cx="1338828" cy="481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984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437"/>
            <a:ext cx="10515600" cy="1325563"/>
          </a:xfrm>
        </p:spPr>
        <p:txBody>
          <a:bodyPr/>
          <a:lstStyle/>
          <a:p>
            <a:r>
              <a:rPr lang="en-US" altLang="zh-CN"/>
              <a:t>Balanced Loads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9752"/>
            <a:ext cx="10515600" cy="5306036"/>
          </a:xfrm>
        </p:spPr>
        <p:txBody>
          <a:bodyPr>
            <a:normAutofit/>
          </a:bodyPr>
          <a:lstStyle/>
          <a:p>
            <a:pPr algn="just"/>
            <a:r>
              <a:rPr lang="en-US" altLang="zh-CN"/>
              <a:t>Similar to the source, a balanced load is one that has the same impedance presented to all three voltage sources.</a:t>
            </a:r>
            <a:r>
              <a:rPr lang="zh-CN" altLang="en-US"/>
              <a:t> </a:t>
            </a:r>
            <a:r>
              <a:rPr lang="en-US" altLang="zh-CN"/>
              <a:t>They may also be connected in either Delta or wye </a:t>
            </a:r>
          </a:p>
          <a:p>
            <a:pPr algn="just"/>
            <a:endParaRPr lang="en-US" altLang="zh-CN"/>
          </a:p>
          <a:p>
            <a:pPr algn="just"/>
            <a:endParaRPr lang="en-US" altLang="zh-CN"/>
          </a:p>
          <a:p>
            <a:pPr algn="just"/>
            <a:endParaRPr lang="en-US" altLang="zh-CN"/>
          </a:p>
          <a:p>
            <a:pPr algn="just"/>
            <a:endParaRPr lang="en-US" altLang="zh-CN"/>
          </a:p>
          <a:p>
            <a:pPr algn="just"/>
            <a:endParaRPr lang="en-US" altLang="zh-CN"/>
          </a:p>
          <a:p>
            <a:pPr algn="just"/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99714" y="6280147"/>
            <a:ext cx="2743200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7191" y="2360873"/>
            <a:ext cx="7751651" cy="27191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350" y="5074574"/>
            <a:ext cx="2266950" cy="485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325" y="5131724"/>
            <a:ext cx="2457450" cy="428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58007" y="5711418"/>
                <a:ext cx="10190018" cy="615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/>
                  <a:t>The wye delta loads can be interchanged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zh-CN" altLang="en-US" sz="240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sub>
                    </m:sSub>
                  </m:oMath>
                </a14:m>
                <a:endParaRPr lang="zh-CN" altLang="en-US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07" y="5711418"/>
                <a:ext cx="10190018" cy="615746"/>
              </a:xfrm>
              <a:prstGeom prst="rect">
                <a:avLst/>
              </a:prstGeom>
              <a:blipFill>
                <a:blip r:embed="rId5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177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Balanced Three-Phase Voltages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JIC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1" y="2167538"/>
            <a:ext cx="6831873" cy="303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093" y="2111829"/>
            <a:ext cx="4068192" cy="327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61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Balanced Y-Y Connection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4657" y="1466397"/>
            <a:ext cx="4831080" cy="4351338"/>
          </a:xfrm>
        </p:spPr>
        <p:txBody>
          <a:bodyPr/>
          <a:lstStyle/>
          <a:p>
            <a:pPr algn="just"/>
            <a:r>
              <a:rPr lang="en-US" altLang="zh-CN"/>
              <a:t>Any three-phase system can be reduced to an equivalent Y-Y system. </a:t>
            </a:r>
          </a:p>
          <a:p>
            <a:pPr algn="just"/>
            <a:r>
              <a:rPr lang="en-US" altLang="zh-CN"/>
              <a:t>We will consider an example of a balanced four wire Y-Y system shown here. </a:t>
            </a:r>
          </a:p>
          <a:p>
            <a:pPr algn="just"/>
            <a:r>
              <a:rPr lang="en-US" altLang="zh-CN"/>
              <a:t>The load impedances </a:t>
            </a:r>
            <a:r>
              <a:rPr lang="en-US" altLang="zh-CN" err="1"/>
              <a:t>Z</a:t>
            </a:r>
            <a:r>
              <a:rPr lang="en-US" altLang="zh-CN" baseline="-25000" err="1"/>
              <a:t>y</a:t>
            </a:r>
            <a:r>
              <a:rPr lang="en-US" altLang="zh-CN"/>
              <a:t> will be assumed to be balanced. </a:t>
            </a:r>
          </a:p>
          <a:p>
            <a:pPr lvl="1" algn="just"/>
            <a:r>
              <a:rPr lang="en-US" altLang="zh-CN"/>
              <a:t>This can be the source </a:t>
            </a:r>
            <a:r>
              <a:rPr lang="zh-CN" altLang="en-US"/>
              <a:t>𝑍</a:t>
            </a:r>
            <a:r>
              <a:rPr lang="zh-CN" altLang="en-US" baseline="-25000"/>
              <a:t>𝑠</a:t>
            </a:r>
            <a:r>
              <a:rPr lang="zh-CN" altLang="en-US"/>
              <a:t> </a:t>
            </a:r>
            <a:r>
              <a:rPr lang="en-US" altLang="zh-CN"/>
              <a:t>, line </a:t>
            </a:r>
            <a:r>
              <a:rPr lang="zh-CN" altLang="en-US"/>
              <a:t>𝑍</a:t>
            </a:r>
            <a:r>
              <a:rPr lang="zh-CN" altLang="en-US" baseline="-25000"/>
              <a:t>𝑙</a:t>
            </a:r>
            <a:r>
              <a:rPr lang="zh-CN" altLang="en-US"/>
              <a:t> </a:t>
            </a:r>
            <a:r>
              <a:rPr lang="en-US" altLang="zh-CN"/>
              <a:t>and load </a:t>
            </a:r>
            <a:r>
              <a:rPr lang="zh-CN" altLang="en-US"/>
              <a:t>𝑍</a:t>
            </a:r>
            <a:r>
              <a:rPr lang="zh-CN" altLang="en-US" baseline="-25000"/>
              <a:t>𝐿</a:t>
            </a:r>
            <a:r>
              <a:rPr lang="zh-CN" altLang="en-US"/>
              <a:t> </a:t>
            </a:r>
            <a:r>
              <a:rPr lang="en-US" altLang="zh-CN"/>
              <a:t>together.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30" y="1258819"/>
            <a:ext cx="5790408" cy="52447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509" y="5667023"/>
            <a:ext cx="2669939" cy="57129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509767A-D255-ED07-D35C-3C8ACCE82414}"/>
              </a:ext>
            </a:extLst>
          </p:cNvPr>
          <p:cNvGrpSpPr/>
          <p:nvPr/>
        </p:nvGrpSpPr>
        <p:grpSpPr>
          <a:xfrm>
            <a:off x="7966456" y="6109282"/>
            <a:ext cx="1447560" cy="491040"/>
            <a:chOff x="7966456" y="6109282"/>
            <a:chExt cx="144756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CDCC9F-7CF5-D653-C92E-6FDB221C8A04}"/>
                    </a:ext>
                  </a:extLst>
                </p14:cNvPr>
                <p14:cNvContentPartPr/>
                <p14:nvPr/>
              </p14:nvContentPartPr>
              <p14:xfrm>
                <a:off x="7966456" y="6116122"/>
                <a:ext cx="140040" cy="483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CDCC9F-7CF5-D653-C92E-6FDB221C8A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57433" y="6107122"/>
                  <a:ext cx="157725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C247BE-4BC1-256A-FA8E-647C9B4966A4}"/>
                    </a:ext>
                  </a:extLst>
                </p14:cNvPr>
                <p14:cNvContentPartPr/>
                <p14:nvPr/>
              </p14:nvContentPartPr>
              <p14:xfrm>
                <a:off x="8168416" y="6390802"/>
                <a:ext cx="184680" cy="18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C247BE-4BC1-256A-FA8E-647C9B4966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59416" y="6381802"/>
                  <a:ext cx="202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6640E3-EC1F-46DA-F1EA-7B8D2708410A}"/>
                    </a:ext>
                  </a:extLst>
                </p14:cNvPr>
                <p14:cNvContentPartPr/>
                <p14:nvPr/>
              </p14:nvContentPartPr>
              <p14:xfrm>
                <a:off x="8400256" y="6109282"/>
                <a:ext cx="51840" cy="438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6640E3-EC1F-46DA-F1EA-7B8D270841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1256" y="6100282"/>
                  <a:ext cx="694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7CFC7F-972D-FD53-B3CB-C6A759284DA0}"/>
                    </a:ext>
                  </a:extLst>
                </p14:cNvPr>
                <p14:cNvContentPartPr/>
                <p14:nvPr/>
              </p14:nvContentPartPr>
              <p14:xfrm>
                <a:off x="8488816" y="6361642"/>
                <a:ext cx="173160" cy="197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7CFC7F-972D-FD53-B3CB-C6A759284D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79816" y="6352642"/>
                  <a:ext cx="190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0B53F9-7EF9-1D96-0666-11F5C84ADB52}"/>
                    </a:ext>
                  </a:extLst>
                </p14:cNvPr>
                <p14:cNvContentPartPr/>
                <p14:nvPr/>
              </p14:nvContentPartPr>
              <p14:xfrm>
                <a:off x="8720296" y="6360562"/>
                <a:ext cx="161640" cy="172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0B53F9-7EF9-1D96-0666-11F5C84ADB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11296" y="6351543"/>
                  <a:ext cx="179280" cy="190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31704E0-3C6E-0FA7-5F7E-65D6F8E4784E}"/>
                    </a:ext>
                  </a:extLst>
                </p14:cNvPr>
                <p14:cNvContentPartPr/>
                <p14:nvPr/>
              </p14:nvContentPartPr>
              <p14:xfrm>
                <a:off x="8965096" y="6308722"/>
                <a:ext cx="77760" cy="201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31704E0-3C6E-0FA7-5F7E-65D6F8E478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56096" y="6299722"/>
                  <a:ext cx="954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D40034-925E-E032-E5D1-4694411A3E62}"/>
                    </a:ext>
                  </a:extLst>
                </p14:cNvPr>
                <p14:cNvContentPartPr/>
                <p14:nvPr/>
              </p14:nvContentPartPr>
              <p14:xfrm>
                <a:off x="9129976" y="6147082"/>
                <a:ext cx="284040" cy="45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D40034-925E-E032-E5D1-4694411A3E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20987" y="6138082"/>
                  <a:ext cx="301658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80FE17-1897-519A-9E30-BFA827E65A46}"/>
              </a:ext>
            </a:extLst>
          </p:cNvPr>
          <p:cNvGrpSpPr/>
          <p:nvPr/>
        </p:nvGrpSpPr>
        <p:grpSpPr>
          <a:xfrm>
            <a:off x="9674296" y="6198202"/>
            <a:ext cx="277200" cy="281520"/>
            <a:chOff x="9674296" y="6198202"/>
            <a:chExt cx="2772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7F7D1DE-1284-8861-11E8-52905DE0C296}"/>
                    </a:ext>
                  </a:extLst>
                </p14:cNvPr>
                <p14:cNvContentPartPr/>
                <p14:nvPr/>
              </p14:nvContentPartPr>
              <p14:xfrm>
                <a:off x="9698416" y="6305842"/>
                <a:ext cx="163440" cy="9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7F7D1DE-1284-8861-11E8-52905DE0C2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89416" y="6296842"/>
                  <a:ext cx="181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C91DA9-ED2A-EE91-2778-90540A08CB45}"/>
                    </a:ext>
                  </a:extLst>
                </p14:cNvPr>
                <p14:cNvContentPartPr/>
                <p14:nvPr/>
              </p14:nvContentPartPr>
              <p14:xfrm>
                <a:off x="9674296" y="6402322"/>
                <a:ext cx="231120" cy="9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C91DA9-ED2A-EE91-2778-90540A08CB4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65296" y="6393322"/>
                  <a:ext cx="248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F066BA-10D9-C4E2-A264-298A3960AFB2}"/>
                    </a:ext>
                  </a:extLst>
                </p14:cNvPr>
                <p14:cNvContentPartPr/>
                <p14:nvPr/>
              </p14:nvContentPartPr>
              <p14:xfrm>
                <a:off x="9793816" y="6198202"/>
                <a:ext cx="157680" cy="28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F066BA-10D9-C4E2-A264-298A3960AF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84816" y="6189202"/>
                  <a:ext cx="1753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92511F-1FDC-9F1F-A189-790CFB1E8067}"/>
              </a:ext>
            </a:extLst>
          </p:cNvPr>
          <p:cNvGrpSpPr/>
          <p:nvPr/>
        </p:nvGrpSpPr>
        <p:grpSpPr>
          <a:xfrm>
            <a:off x="10200976" y="6106762"/>
            <a:ext cx="534600" cy="388800"/>
            <a:chOff x="10200976" y="6106762"/>
            <a:chExt cx="53460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E25201-BF00-897B-BB13-088FEAE661C2}"/>
                    </a:ext>
                  </a:extLst>
                </p14:cNvPr>
                <p14:cNvContentPartPr/>
                <p14:nvPr/>
              </p14:nvContentPartPr>
              <p14:xfrm>
                <a:off x="10200976" y="6106762"/>
                <a:ext cx="189720" cy="327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E25201-BF00-897B-BB13-088FEAE661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91976" y="6097762"/>
                  <a:ext cx="207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E9460B6-A2DF-7CDB-7E71-BF549D944472}"/>
                    </a:ext>
                  </a:extLst>
                </p14:cNvPr>
                <p14:cNvContentPartPr/>
                <p14:nvPr/>
              </p14:nvContentPartPr>
              <p14:xfrm>
                <a:off x="10444696" y="6292162"/>
                <a:ext cx="75600" cy="177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E9460B6-A2DF-7CDB-7E71-BF549D9444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35696" y="6283162"/>
                  <a:ext cx="93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37A57FB-87B3-A49D-619B-11A5E87F6D4D}"/>
                    </a:ext>
                  </a:extLst>
                </p14:cNvPr>
                <p14:cNvContentPartPr/>
                <p14:nvPr/>
              </p14:nvContentPartPr>
              <p14:xfrm>
                <a:off x="10448656" y="6311962"/>
                <a:ext cx="10800" cy="82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7A57FB-87B3-A49D-619B-11A5E87F6D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9656" y="6302962"/>
                  <a:ext cx="28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3D852A-22A3-A324-A07F-C2B3FC6BAB50}"/>
                    </a:ext>
                  </a:extLst>
                </p14:cNvPr>
                <p14:cNvContentPartPr/>
                <p14:nvPr/>
              </p14:nvContentPartPr>
              <p14:xfrm>
                <a:off x="10589416" y="6311242"/>
                <a:ext cx="7560" cy="184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3D852A-22A3-A324-A07F-C2B3FC6BAB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80416" y="6302224"/>
                  <a:ext cx="25200" cy="201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3F0BD6-3994-A807-24AE-0F6D8F2C7CD1}"/>
                    </a:ext>
                  </a:extLst>
                </p14:cNvPr>
                <p14:cNvContentPartPr/>
                <p14:nvPr/>
              </p14:nvContentPartPr>
              <p14:xfrm>
                <a:off x="10593736" y="6288202"/>
                <a:ext cx="14184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3F0BD6-3994-A807-24AE-0F6D8F2C7C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84713" y="6279202"/>
                  <a:ext cx="159525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9C5821-F38D-D9B0-C879-38C423E5636A}"/>
                    </a:ext>
                  </a:extLst>
                </p14:cNvPr>
                <p14:cNvContentPartPr/>
                <p14:nvPr/>
              </p14:nvContentPartPr>
              <p14:xfrm>
                <a:off x="10449376" y="6313402"/>
                <a:ext cx="29160" cy="152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9C5821-F38D-D9B0-C879-38C423E5636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40376" y="6304402"/>
                  <a:ext cx="468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DAD2AB-BD7F-BF80-8784-BA70E541C694}"/>
              </a:ext>
            </a:extLst>
          </p:cNvPr>
          <p:cNvGrpSpPr/>
          <p:nvPr/>
        </p:nvGrpSpPr>
        <p:grpSpPr>
          <a:xfrm>
            <a:off x="10911256" y="6095602"/>
            <a:ext cx="477720" cy="199080"/>
            <a:chOff x="10911256" y="6095602"/>
            <a:chExt cx="47772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1FB98F-6422-25D0-DD83-03EEA7B41A54}"/>
                    </a:ext>
                  </a:extLst>
                </p14:cNvPr>
                <p14:cNvContentPartPr/>
                <p14:nvPr/>
              </p14:nvContentPartPr>
              <p14:xfrm>
                <a:off x="10911256" y="6137722"/>
                <a:ext cx="178920" cy="34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1FB98F-6422-25D0-DD83-03EEA7B41A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02238" y="6128722"/>
                  <a:ext cx="196596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783CC5-7D89-4B63-E088-EC6441E10C83}"/>
                    </a:ext>
                  </a:extLst>
                </p14:cNvPr>
                <p14:cNvContentPartPr/>
                <p14:nvPr/>
              </p14:nvContentPartPr>
              <p14:xfrm>
                <a:off x="10933216" y="6275602"/>
                <a:ext cx="81360" cy="19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783CC5-7D89-4B63-E088-EC6441E10C8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24216" y="6266602"/>
                  <a:ext cx="99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6FAFB8-74B0-9DE3-5051-C4553CBE0B64}"/>
                    </a:ext>
                  </a:extLst>
                </p14:cNvPr>
                <p14:cNvContentPartPr/>
                <p14:nvPr/>
              </p14:nvContentPartPr>
              <p14:xfrm>
                <a:off x="10929976" y="6268042"/>
                <a:ext cx="144720" cy="24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6FAFB8-74B0-9DE3-5051-C4553CBE0B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20976" y="6259042"/>
                  <a:ext cx="162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D391D6-19E8-6667-6B8D-82EFEDB51E59}"/>
                    </a:ext>
                  </a:extLst>
                </p14:cNvPr>
                <p14:cNvContentPartPr/>
                <p14:nvPr/>
              </p14:nvContentPartPr>
              <p14:xfrm>
                <a:off x="11229136" y="6095602"/>
                <a:ext cx="159840" cy="194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D391D6-19E8-6667-6B8D-82EFEDB51E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20136" y="6086602"/>
                  <a:ext cx="177480" cy="21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4684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9" y="0"/>
            <a:ext cx="10515600" cy="1325563"/>
          </a:xfrm>
        </p:spPr>
        <p:txBody>
          <a:bodyPr/>
          <a:lstStyle/>
          <a:p>
            <a:r>
              <a:rPr lang="en-US" altLang="zh-CN"/>
              <a:t>Line-to-Line Voltage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5" y="1335767"/>
            <a:ext cx="6495504" cy="4351338"/>
          </a:xfrm>
        </p:spPr>
        <p:txBody>
          <a:bodyPr/>
          <a:lstStyle/>
          <a:p>
            <a:r>
              <a:rPr lang="en-US" altLang="zh-CN"/>
              <a:t>Using the positive sequence for example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The line-to-line voltage (or line voltage for short):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1859" y="6203949"/>
            <a:ext cx="2743200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704" y="190904"/>
            <a:ext cx="4592982" cy="3832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04" y="1870957"/>
            <a:ext cx="4147440" cy="9980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clrChange>
              <a:clrFrom>
                <a:srgbClr val="F5C201"/>
              </a:clrFrom>
              <a:clrTo>
                <a:srgbClr val="F5C201">
                  <a:alpha val="0"/>
                </a:srgbClr>
              </a:clrTo>
            </a:clrChange>
            <a:biLevel thresh="50000"/>
          </a:blip>
          <a:stretch>
            <a:fillRect/>
          </a:stretch>
        </p:blipFill>
        <p:spPr>
          <a:xfrm>
            <a:off x="3878929" y="4577071"/>
            <a:ext cx="2419191" cy="15717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7066" y="3829730"/>
            <a:ext cx="4061459" cy="25384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68329" y="4631901"/>
            <a:ext cx="5191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/>
              <a:t>Thus the magnitude of the line voltages V</a:t>
            </a:r>
            <a:r>
              <a:rPr lang="en-US" altLang="zh-CN" sz="2400" baseline="-25000"/>
              <a:t>L</a:t>
            </a:r>
            <a:r>
              <a:rPr lang="en-US" altLang="zh-CN" sz="2400"/>
              <a:t> is</a:t>
            </a:r>
            <a:endParaRPr lang="zh-CN" altLang="en-US" sz="24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8646730" y="5437428"/>
            <a:ext cx="1248385" cy="49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21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51114" y="1211717"/>
            <a:ext cx="6495504" cy="4486275"/>
          </a:xfrm>
        </p:spPr>
        <p:txBody>
          <a:bodyPr/>
          <a:lstStyle/>
          <a:p>
            <a:pPr algn="just"/>
            <a:r>
              <a:rPr lang="en-US" altLang="zh-CN"/>
              <a:t>If we apply KVL to each phase, the line currents can be obtained: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972" y="0"/>
            <a:ext cx="10515600" cy="1325563"/>
          </a:xfrm>
        </p:spPr>
        <p:txBody>
          <a:bodyPr/>
          <a:lstStyle/>
          <a:p>
            <a:r>
              <a:rPr lang="en-US" altLang="zh-CN"/>
              <a:t>Line Currents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73886" y="6160408"/>
            <a:ext cx="2743200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704" y="190904"/>
            <a:ext cx="4592982" cy="38324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2469510" y="2305273"/>
            <a:ext cx="2996638" cy="12391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51114" y="3756617"/>
                <a:ext cx="10515600" cy="9909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sz="2800"/>
                  <a:t>Since they share the same magnitude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altLang="zh-CN" sz="2800"/>
                  <a:t> phase differences between each other, the line currents add up to zero.</a:t>
                </a:r>
                <a:endParaRPr lang="zh-CN" altLang="en-US" sz="280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4" y="3756617"/>
                <a:ext cx="10515600" cy="990977"/>
              </a:xfrm>
              <a:prstGeom prst="rect">
                <a:avLst/>
              </a:prstGeom>
              <a:blipFill>
                <a:blip r:embed="rId4"/>
                <a:stretch>
                  <a:fillRect l="-1043" t="-4908" r="-1217" b="-13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2876487" y="4789459"/>
            <a:ext cx="1891391" cy="45885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1114" y="5327053"/>
            <a:ext cx="1051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/>
              <a:t>Thus, the neutral wire has </a:t>
            </a:r>
            <a:r>
              <a:rPr lang="en-US" altLang="zh-CN" sz="2800" b="1" u="sng"/>
              <a:t>zero voltage</a:t>
            </a:r>
            <a:r>
              <a:rPr lang="en-US" altLang="zh-CN" sz="2800"/>
              <a:t> and </a:t>
            </a:r>
            <a:r>
              <a:rPr lang="en-US" altLang="zh-CN" sz="2800" b="1" u="sng"/>
              <a:t>no current</a:t>
            </a:r>
            <a:r>
              <a:rPr lang="en-US" altLang="zh-CN" sz="2800"/>
              <a:t>.</a:t>
            </a:r>
            <a:endParaRPr lang="zh-CN" altLang="en-US" sz="2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C77CBB9-E19D-3117-F1B6-DC0EEFE7E03A}"/>
              </a:ext>
            </a:extLst>
          </p:cNvPr>
          <p:cNvGrpSpPr/>
          <p:nvPr/>
        </p:nvGrpSpPr>
        <p:grpSpPr>
          <a:xfrm>
            <a:off x="11272696" y="1702522"/>
            <a:ext cx="791280" cy="290880"/>
            <a:chOff x="11272696" y="1702522"/>
            <a:chExt cx="79128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8C7B4BE-08A1-CAB8-A6F2-246F71E713EC}"/>
                    </a:ext>
                  </a:extLst>
                </p14:cNvPr>
                <p14:cNvContentPartPr/>
                <p14:nvPr/>
              </p14:nvContentPartPr>
              <p14:xfrm>
                <a:off x="11272696" y="1702522"/>
                <a:ext cx="149760" cy="27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8C7B4BE-08A1-CAB8-A6F2-246F71E713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63674" y="1693522"/>
                  <a:ext cx="167443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69224D-B767-861B-B703-4BCED43723E5}"/>
                    </a:ext>
                  </a:extLst>
                </p14:cNvPr>
                <p14:cNvContentPartPr/>
                <p14:nvPr/>
              </p14:nvContentPartPr>
              <p14:xfrm>
                <a:off x="11390056" y="1860562"/>
                <a:ext cx="72360" cy="127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69224D-B767-861B-B703-4BCED43723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81011" y="1851537"/>
                  <a:ext cx="90088" cy="145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E5C466-A4C3-C855-25C9-E455916A5C48}"/>
                    </a:ext>
                  </a:extLst>
                </p14:cNvPr>
                <p14:cNvContentPartPr/>
                <p14:nvPr/>
              </p14:nvContentPartPr>
              <p14:xfrm>
                <a:off x="11493376" y="1866682"/>
                <a:ext cx="28440" cy="10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E5C466-A4C3-C855-25C9-E455916A5C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84261" y="1857682"/>
                  <a:ext cx="46306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81BFFB-38AC-155B-7196-B5E21B96F45D}"/>
                    </a:ext>
                  </a:extLst>
                </p14:cNvPr>
                <p14:cNvContentPartPr/>
                <p14:nvPr/>
              </p14:nvContentPartPr>
              <p14:xfrm>
                <a:off x="11536216" y="1860202"/>
                <a:ext cx="106560" cy="133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81BFFB-38AC-155B-7196-B5E21B96F4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27216" y="1851202"/>
                  <a:ext cx="124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00DBCE-164B-80EC-5629-393AB438F25A}"/>
                    </a:ext>
                  </a:extLst>
                </p14:cNvPr>
                <p14:cNvContentPartPr/>
                <p14:nvPr/>
              </p14:nvContentPartPr>
              <p14:xfrm>
                <a:off x="11681656" y="1846882"/>
                <a:ext cx="97920" cy="1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00DBCE-164B-80EC-5629-393AB438F2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672623" y="1837673"/>
                  <a:ext cx="115625" cy="33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28B481-206C-41D6-226A-4136F903700D}"/>
                    </a:ext>
                  </a:extLst>
                </p14:cNvPr>
                <p14:cNvContentPartPr/>
                <p14:nvPr/>
              </p14:nvContentPartPr>
              <p14:xfrm>
                <a:off x="11722696" y="1900162"/>
                <a:ext cx="96840" cy="1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28B481-206C-41D6-226A-4136F90370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713662" y="1891162"/>
                  <a:ext cx="114546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4FD5454-4441-B24E-F8A5-49541D48A2A0}"/>
                    </a:ext>
                  </a:extLst>
                </p14:cNvPr>
                <p14:cNvContentPartPr/>
                <p14:nvPr/>
              </p14:nvContentPartPr>
              <p14:xfrm>
                <a:off x="11897296" y="1831042"/>
                <a:ext cx="166680" cy="1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4FD5454-4441-B24E-F8A5-49541D48A2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88277" y="1822042"/>
                  <a:ext cx="184358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A295DD-AD70-D59A-7033-0D4E58F5BF2B}"/>
                    </a:ext>
                  </a:extLst>
                </p14:cNvPr>
                <p14:cNvContentPartPr/>
                <p14:nvPr/>
              </p14:nvContentPartPr>
              <p14:xfrm>
                <a:off x="11694976" y="1881442"/>
                <a:ext cx="10908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A295DD-AD70-D59A-7033-0D4E58F5BF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86006" y="1872442"/>
                  <a:ext cx="126662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801A151-8433-5542-27AC-7313D162004E}"/>
              </a:ext>
            </a:extLst>
          </p:cNvPr>
          <p:cNvGrpSpPr/>
          <p:nvPr/>
        </p:nvGrpSpPr>
        <p:grpSpPr>
          <a:xfrm>
            <a:off x="4845976" y="4810042"/>
            <a:ext cx="710640" cy="441000"/>
            <a:chOff x="4845976" y="4810042"/>
            <a:chExt cx="71064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7B2E05B-0113-B28E-7EAD-813FF90364F0}"/>
                    </a:ext>
                  </a:extLst>
                </p14:cNvPr>
                <p14:cNvContentPartPr/>
                <p14:nvPr/>
              </p14:nvContentPartPr>
              <p14:xfrm>
                <a:off x="4881616" y="4959082"/>
                <a:ext cx="175320" cy="1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7B2E05B-0113-B28E-7EAD-813FF90364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72616" y="4950082"/>
                  <a:ext cx="192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A600B29-1F1E-ECB5-2DA5-A38EF73E5627}"/>
                    </a:ext>
                  </a:extLst>
                </p14:cNvPr>
                <p14:cNvContentPartPr/>
                <p14:nvPr/>
              </p14:nvContentPartPr>
              <p14:xfrm>
                <a:off x="4845976" y="5041882"/>
                <a:ext cx="231120" cy="28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A600B29-1F1E-ECB5-2DA5-A38EF73E562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36976" y="5032882"/>
                  <a:ext cx="248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54409F-B022-24B9-F1BF-69512976720D}"/>
                    </a:ext>
                  </a:extLst>
                </p14:cNvPr>
                <p14:cNvContentPartPr/>
                <p14:nvPr/>
              </p14:nvContentPartPr>
              <p14:xfrm>
                <a:off x="5170696" y="4810042"/>
                <a:ext cx="223560" cy="33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54409F-B022-24B9-F1BF-69512976720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61696" y="4801042"/>
                  <a:ext cx="2412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14374E-8A2F-1498-387D-311AF0D1AE5D}"/>
                    </a:ext>
                  </a:extLst>
                </p14:cNvPr>
                <p14:cNvContentPartPr/>
                <p14:nvPr/>
              </p14:nvContentPartPr>
              <p14:xfrm>
                <a:off x="5156656" y="5160682"/>
                <a:ext cx="234360" cy="1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14374E-8A2F-1498-387D-311AF0D1AE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656" y="5151682"/>
                  <a:ext cx="252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4BDCC8-A591-F26E-73C8-AAE6A14659AA}"/>
                    </a:ext>
                  </a:extLst>
                </p14:cNvPr>
                <p14:cNvContentPartPr/>
                <p14:nvPr/>
              </p14:nvContentPartPr>
              <p14:xfrm>
                <a:off x="5456896" y="5090482"/>
                <a:ext cx="99720" cy="160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4BDCC8-A591-F26E-73C8-AAE6A14659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47896" y="5081482"/>
                  <a:ext cx="117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76DB5CE-B473-6417-DB1C-AFAB8B17FB3D}"/>
                    </a:ext>
                  </a:extLst>
                </p14:cNvPr>
                <p14:cNvContentPartPr/>
                <p14:nvPr/>
              </p14:nvContentPartPr>
              <p14:xfrm>
                <a:off x="5113816" y="4964842"/>
                <a:ext cx="127440" cy="25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76DB5CE-B473-6417-DB1C-AFAB8B17FB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04791" y="4955842"/>
                  <a:ext cx="145130" cy="4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9065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9" y="0"/>
            <a:ext cx="10515600" cy="1325563"/>
          </a:xfrm>
        </p:spPr>
        <p:txBody>
          <a:bodyPr/>
          <a:lstStyle/>
          <a:p>
            <a:r>
              <a:rPr lang="en-US" altLang="zh-CN"/>
              <a:t>Y-Y Circuit Per Phase Analysis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428" y="1460500"/>
            <a:ext cx="6194367" cy="4351338"/>
          </a:xfrm>
        </p:spPr>
        <p:txBody>
          <a:bodyPr>
            <a:noAutofit/>
          </a:bodyPr>
          <a:lstStyle/>
          <a:p>
            <a:pPr algn="just"/>
            <a:r>
              <a:rPr lang="en-US" altLang="zh-CN"/>
              <a:t>An alternative way to analyze the Y-Y circuit is to look at each phase individually. Taking Phase a for example, the equivalent circuit for that phase is shown here.</a:t>
            </a:r>
          </a:p>
          <a:p>
            <a:pPr algn="just"/>
            <a:r>
              <a:rPr lang="en-US" altLang="zh-CN"/>
              <a:t>The current for this phase is:</a:t>
            </a:r>
          </a:p>
          <a:p>
            <a:pPr algn="just"/>
            <a:endParaRPr lang="en-US" altLang="zh-CN"/>
          </a:p>
          <a:p>
            <a:pPr algn="just"/>
            <a:endParaRPr lang="en-US" altLang="zh-CN"/>
          </a:p>
          <a:p>
            <a:pPr algn="just"/>
            <a:r>
              <a:rPr lang="en-US" altLang="zh-CN"/>
              <a:t>Since the circuit is balanced, only one phase need to be analyzed.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795" y="940607"/>
            <a:ext cx="4006736" cy="5391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200" y="3979573"/>
            <a:ext cx="1483650" cy="10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58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2138"/>
            <a:ext cx="10515600" cy="1117487"/>
          </a:xfrm>
        </p:spPr>
        <p:txBody>
          <a:bodyPr/>
          <a:lstStyle/>
          <a:p>
            <a:pPr algn="just"/>
            <a:r>
              <a:rPr lang="en-US" altLang="zh-CN"/>
              <a:t>For the other configurations, we can always convert the source and load back to a Y-Y system.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4172"/>
          <a:stretch/>
        </p:blipFill>
        <p:spPr>
          <a:xfrm>
            <a:off x="0" y="2294313"/>
            <a:ext cx="6096000" cy="34172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2672425"/>
            <a:ext cx="6115050" cy="3733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57540" y="2344188"/>
            <a:ext cx="6029325" cy="3714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7189" y="1646873"/>
            <a:ext cx="1097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4"/>
                </a:solidFill>
              </a:rPr>
              <a:t>Summary of Phase and Line Voltages/Currents for Balanced Three-Phase Systems</a:t>
            </a:r>
            <a:endParaRPr lang="zh-CN" altLang="en-US" sz="24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9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A21E-51DD-6342-B960-B9F29873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FC7023-D70C-5B4E-AF8C-7FAF14F74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588" y="17798"/>
            <a:ext cx="6008566" cy="684020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48FED-40FC-1746-A4F1-C2811B4BF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3426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09FF-6856-4B4B-95AF-CE3AD6DB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EE508-A1E3-2343-9FDA-375034551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0435"/>
          </a:xfrm>
        </p:spPr>
        <p:txBody>
          <a:bodyPr/>
          <a:lstStyle/>
          <a:p>
            <a:r>
              <a:rPr lang="en-US"/>
              <a:t>Be able to analyze simple two part circuits coupled by mutual inductance</a:t>
            </a:r>
          </a:p>
          <a:p>
            <a:pPr lvl="1"/>
            <a:r>
              <a:rPr lang="en-US"/>
              <a:t>Be able to formulate KVL equations for loops involving mutual inductance</a:t>
            </a:r>
          </a:p>
          <a:p>
            <a:pPr lvl="1"/>
            <a:r>
              <a:rPr lang="en-US"/>
              <a:t>Be able to construct equivalent circuits (inductor + dependent source) to capture the effect of mutual inductance (using both time domain representation and phasor representation</a:t>
            </a:r>
          </a:p>
          <a:p>
            <a:r>
              <a:rPr lang="en-US"/>
              <a:t>Be able to calculate voltage and current conversions for ideal transformer</a:t>
            </a:r>
          </a:p>
          <a:p>
            <a:r>
              <a:rPr lang="en-US"/>
              <a:t>Understand the basic concepts of three-phase circuits</a:t>
            </a:r>
          </a:p>
          <a:p>
            <a:pPr lvl="1"/>
            <a:r>
              <a:rPr lang="en-US"/>
              <a:t>Be able to use the balanced load and balance source concept to analyze the voltage and current in different phases.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49A6A-FCA6-C14C-9ED5-3E77787A6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130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1095</TotalTime>
  <Words>1445</Words>
  <Application>Microsoft Macintosh PowerPoint</Application>
  <PresentationFormat>宽屏</PresentationFormat>
  <Paragraphs>191</Paragraphs>
  <Slides>33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-apple-system</vt:lpstr>
      <vt:lpstr>DengXian</vt:lpstr>
      <vt:lpstr>黑体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EIE 2001 Basic Circuit Theory</vt:lpstr>
      <vt:lpstr>This lecture discusses mutual inductance circuits and their applications </vt:lpstr>
      <vt:lpstr>PowerPoint 演示文稿</vt:lpstr>
      <vt:lpstr>The magnetic coupling</vt:lpstr>
      <vt:lpstr>The magnetic coupling: Mutual inductance</vt:lpstr>
      <vt:lpstr>PowerPoint 演示文稿</vt:lpstr>
      <vt:lpstr>With Mutual Inductance</vt:lpstr>
      <vt:lpstr>Coupling Coefficient </vt:lpstr>
      <vt:lpstr>Energy Calculations</vt:lpstr>
      <vt:lpstr>Equivalent circuits using phasors</vt:lpstr>
      <vt:lpstr>Example: Calculate the phasor currents I1 and I2 in the circuit</vt:lpstr>
      <vt:lpstr>Example</vt:lpstr>
      <vt:lpstr>PowerPoint 演示文稿</vt:lpstr>
      <vt:lpstr>Linear Transformers as an application of mutual inductance to deliver power to a secondary circuit</vt:lpstr>
      <vt:lpstr>Transformer Analysis</vt:lpstr>
      <vt:lpstr>Ideal Transformers</vt:lpstr>
      <vt:lpstr>Ideal Transformers</vt:lpstr>
      <vt:lpstr>Ideal Transformers</vt:lpstr>
      <vt:lpstr>Ideal Transformers</vt:lpstr>
      <vt:lpstr>Application: power line systems</vt:lpstr>
      <vt:lpstr>Three-Phase System</vt:lpstr>
      <vt:lpstr>Three-Phase AC Generator</vt:lpstr>
      <vt:lpstr>Balanced Source</vt:lpstr>
      <vt:lpstr>Two Basic Connections of Ideal Three-Phase Source:  Y-connection and Δ-connection</vt:lpstr>
      <vt:lpstr>Balanced Loads</vt:lpstr>
      <vt:lpstr>Balanced Three-Phase Voltages</vt:lpstr>
      <vt:lpstr>Balanced Y-Y Connection</vt:lpstr>
      <vt:lpstr>Line-to-Line Voltage</vt:lpstr>
      <vt:lpstr>Line Currents</vt:lpstr>
      <vt:lpstr>Y-Y Circuit Per Phase Analysis</vt:lpstr>
      <vt:lpstr>PowerPoint 演示文稿</vt:lpstr>
      <vt:lpstr>PowerPoint 演示文稿</vt:lpstr>
      <vt:lpstr>Expected learning outcome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2</cp:revision>
  <dcterms:created xsi:type="dcterms:W3CDTF">2015-01-13T03:48:29Z</dcterms:created>
  <dcterms:modified xsi:type="dcterms:W3CDTF">2024-11-18T01:41:32Z</dcterms:modified>
</cp:coreProperties>
</file>