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notesSlides/notesSlide13.xml" ContentType="application/vnd.openxmlformats-officedocument.presentationml.notesSlide+xml"/>
  <Override PartName="/ppt/ink/ink58.xml" ContentType="application/inkml+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ink/ink73.xml" ContentType="application/inkml+xml"/>
  <Override PartName="/ppt/ink/ink74.xml" ContentType="application/inkml+xml"/>
  <Override PartName="/ppt/ink/ink75.xml" ContentType="application/inkml+xml"/>
  <Override PartName="/ppt/ink/ink76.xml" ContentType="application/inkml+xml"/>
  <Override PartName="/ppt/notesSlides/notesSlide20.xml" ContentType="application/vnd.openxmlformats-officedocument.presentationml.notesSlide+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notesSlides/notesSlide21.xml" ContentType="application/vnd.openxmlformats-officedocument.presentationml.notesSlide+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97" r:id="rId1"/>
  </p:sldMasterIdLst>
  <p:notesMasterIdLst>
    <p:notesMasterId r:id="rId56"/>
  </p:notesMasterIdLst>
  <p:sldIdLst>
    <p:sldId id="707" r:id="rId2"/>
    <p:sldId id="661" r:id="rId3"/>
    <p:sldId id="625" r:id="rId4"/>
    <p:sldId id="626" r:id="rId5"/>
    <p:sldId id="695" r:id="rId6"/>
    <p:sldId id="696" r:id="rId7"/>
    <p:sldId id="710" r:id="rId8"/>
    <p:sldId id="706" r:id="rId9"/>
    <p:sldId id="627" r:id="rId10"/>
    <p:sldId id="693" r:id="rId11"/>
    <p:sldId id="658" r:id="rId12"/>
    <p:sldId id="697" r:id="rId13"/>
    <p:sldId id="668" r:id="rId14"/>
    <p:sldId id="667" r:id="rId15"/>
    <p:sldId id="662" r:id="rId16"/>
    <p:sldId id="708" r:id="rId17"/>
    <p:sldId id="631" r:id="rId18"/>
    <p:sldId id="632" r:id="rId19"/>
    <p:sldId id="698" r:id="rId20"/>
    <p:sldId id="670" r:id="rId21"/>
    <p:sldId id="699" r:id="rId22"/>
    <p:sldId id="700" r:id="rId23"/>
    <p:sldId id="701" r:id="rId24"/>
    <p:sldId id="634" r:id="rId25"/>
    <p:sldId id="671" r:id="rId26"/>
    <p:sldId id="672" r:id="rId27"/>
    <p:sldId id="673" r:id="rId28"/>
    <p:sldId id="703" r:id="rId29"/>
    <p:sldId id="704" r:id="rId30"/>
    <p:sldId id="705" r:id="rId31"/>
    <p:sldId id="635" r:id="rId32"/>
    <p:sldId id="636" r:id="rId33"/>
    <p:sldId id="637" r:id="rId34"/>
    <p:sldId id="638" r:id="rId35"/>
    <p:sldId id="674" r:id="rId36"/>
    <p:sldId id="675" r:id="rId37"/>
    <p:sldId id="645" r:id="rId38"/>
    <p:sldId id="679" r:id="rId39"/>
    <p:sldId id="681" r:id="rId40"/>
    <p:sldId id="683" r:id="rId41"/>
    <p:sldId id="682" r:id="rId42"/>
    <p:sldId id="680" r:id="rId43"/>
    <p:sldId id="676" r:id="rId44"/>
    <p:sldId id="677" r:id="rId45"/>
    <p:sldId id="678" r:id="rId46"/>
    <p:sldId id="646" r:id="rId47"/>
    <p:sldId id="684" r:id="rId48"/>
    <p:sldId id="685" r:id="rId49"/>
    <p:sldId id="686" r:id="rId50"/>
    <p:sldId id="687" r:id="rId51"/>
    <p:sldId id="688" r:id="rId52"/>
    <p:sldId id="689" r:id="rId53"/>
    <p:sldId id="709" r:id="rId54"/>
    <p:sldId id="711" r:id="rId55"/>
  </p:sldIdLst>
  <p:sldSz cx="12192000" cy="6858000"/>
  <p:notesSz cx="9144000" cy="6858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439" autoAdjust="0"/>
    <p:restoredTop sz="91905" autoAdjust="0"/>
  </p:normalViewPr>
  <p:slideViewPr>
    <p:cSldViewPr snapToGrid="0">
      <p:cViewPr varScale="1">
        <p:scale>
          <a:sx n="117" d="100"/>
          <a:sy n="117" d="100"/>
        </p:scale>
        <p:origin x="1232" y="176"/>
      </p:cViewPr>
      <p:guideLst>
        <p:guide orient="horz" pos="2160"/>
        <p:guide pos="3840"/>
      </p:guideLst>
    </p:cSldViewPr>
  </p:slideViewPr>
  <p:outlineViewPr>
    <p:cViewPr>
      <p:scale>
        <a:sx n="33" d="100"/>
        <a:sy n="33" d="100"/>
      </p:scale>
      <p:origin x="0" y="-44784"/>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of. Shuguang Cui (SSE)" userId="85de1bb4-a53e-4ccf-9dc2-65b85f685fb4" providerId="ADAL" clId="{F846FE7E-AB42-074C-AA5E-50B67F0B62D4}"/>
    <pc:docChg chg="custSel modSld">
      <pc:chgData name="Prof. Shuguang Cui (SSE)" userId="85de1bb4-a53e-4ccf-9dc2-65b85f685fb4" providerId="ADAL" clId="{F846FE7E-AB42-074C-AA5E-50B67F0B62D4}" dt="2023-10-30T07:16:08.102" v="15" actId="1076"/>
      <pc:docMkLst>
        <pc:docMk/>
      </pc:docMkLst>
      <pc:sldChg chg="addSp modSp mod">
        <pc:chgData name="Prof. Shuguang Cui (SSE)" userId="85de1bb4-a53e-4ccf-9dc2-65b85f685fb4" providerId="ADAL" clId="{F846FE7E-AB42-074C-AA5E-50B67F0B62D4}" dt="2023-10-30T06:49:14.031" v="9" actId="14100"/>
        <pc:sldMkLst>
          <pc:docMk/>
          <pc:sldMk cId="4257425106" sldId="705"/>
        </pc:sldMkLst>
        <pc:graphicFrameChg chg="mod">
          <ac:chgData name="Prof. Shuguang Cui (SSE)" userId="85de1bb4-a53e-4ccf-9dc2-65b85f685fb4" providerId="ADAL" clId="{F846FE7E-AB42-074C-AA5E-50B67F0B62D4}" dt="2023-10-30T06:49:05.001" v="6" actId="1076"/>
          <ac:graphicFrameMkLst>
            <pc:docMk/>
            <pc:sldMk cId="4257425106" sldId="705"/>
            <ac:graphicFrameMk id="14398" creationId="{00000000-0000-0000-0000-000000000000}"/>
          </ac:graphicFrameMkLst>
        </pc:graphicFrameChg>
        <pc:picChg chg="add mod">
          <ac:chgData name="Prof. Shuguang Cui (SSE)" userId="85de1bb4-a53e-4ccf-9dc2-65b85f685fb4" providerId="ADAL" clId="{F846FE7E-AB42-074C-AA5E-50B67F0B62D4}" dt="2023-10-30T06:49:14.031" v="9" actId="14100"/>
          <ac:picMkLst>
            <pc:docMk/>
            <pc:sldMk cId="4257425106" sldId="705"/>
            <ac:picMk id="4" creationId="{4D7760D8-6301-0134-EA94-59F32730F650}"/>
          </ac:picMkLst>
        </pc:picChg>
      </pc:sldChg>
      <pc:sldChg chg="addSp delSp modSp mod">
        <pc:chgData name="Prof. Shuguang Cui (SSE)" userId="85de1bb4-a53e-4ccf-9dc2-65b85f685fb4" providerId="ADAL" clId="{F846FE7E-AB42-074C-AA5E-50B67F0B62D4}" dt="2023-10-30T07:16:08.102" v="15" actId="1076"/>
        <pc:sldMkLst>
          <pc:docMk/>
          <pc:sldMk cId="1353402572" sldId="711"/>
        </pc:sldMkLst>
        <pc:picChg chg="add mod">
          <ac:chgData name="Prof. Shuguang Cui (SSE)" userId="85de1bb4-a53e-4ccf-9dc2-65b85f685fb4" providerId="ADAL" clId="{F846FE7E-AB42-074C-AA5E-50B67F0B62D4}" dt="2023-10-30T07:16:08.102" v="15" actId="1076"/>
          <ac:picMkLst>
            <pc:docMk/>
            <pc:sldMk cId="1353402572" sldId="711"/>
            <ac:picMk id="7" creationId="{74C95BAA-CB78-C363-9828-1A1054CA2E71}"/>
          </ac:picMkLst>
        </pc:picChg>
        <pc:picChg chg="del mod">
          <ac:chgData name="Prof. Shuguang Cui (SSE)" userId="85de1bb4-a53e-4ccf-9dc2-65b85f685fb4" providerId="ADAL" clId="{F846FE7E-AB42-074C-AA5E-50B67F0B62D4}" dt="2023-10-30T07:15:51.452" v="11" actId="478"/>
          <ac:picMkLst>
            <pc:docMk/>
            <pc:sldMk cId="1353402572" sldId="711"/>
            <ac:picMk id="8" creationId="{CB3DA33C-A5DA-B840-A88F-85DB48D96814}"/>
          </ac:picMkLst>
        </pc:picChg>
      </pc:sldChg>
    </pc:docChg>
  </pc:docChgLst>
  <pc:docChgLst>
    <pc:chgData name="Prof. Shuguang Cui (SSE)" userId="85de1bb4-a53e-4ccf-9dc2-65b85f685fb4" providerId="ADAL" clId="{C421184D-45FE-6D4A-8217-31C1FA73AB90}"/>
    <pc:docChg chg="custSel modSld">
      <pc:chgData name="Prof. Shuguang Cui (SSE)" userId="85de1bb4-a53e-4ccf-9dc2-65b85f685fb4" providerId="ADAL" clId="{C421184D-45FE-6D4A-8217-31C1FA73AB90}" dt="2023-10-24T23:04:48.776" v="40" actId="1035"/>
      <pc:docMkLst>
        <pc:docMk/>
      </pc:docMkLst>
      <pc:sldChg chg="delSp mod delAnim">
        <pc:chgData name="Prof. Shuguang Cui (SSE)" userId="85de1bb4-a53e-4ccf-9dc2-65b85f685fb4" providerId="ADAL" clId="{C421184D-45FE-6D4A-8217-31C1FA73AB90}" dt="2023-10-24T04:22:28.359" v="0" actId="478"/>
        <pc:sldMkLst>
          <pc:docMk/>
          <pc:sldMk cId="3449863814" sldId="697"/>
        </pc:sldMkLst>
        <pc:spChg chg="del">
          <ac:chgData name="Prof. Shuguang Cui (SSE)" userId="85de1bb4-a53e-4ccf-9dc2-65b85f685fb4" providerId="ADAL" clId="{C421184D-45FE-6D4A-8217-31C1FA73AB90}" dt="2023-10-24T04:22:28.359" v="0" actId="478"/>
          <ac:spMkLst>
            <pc:docMk/>
            <pc:sldMk cId="3449863814" sldId="697"/>
            <ac:spMk id="3" creationId="{00000000-0000-0000-0000-000000000000}"/>
          </ac:spMkLst>
        </pc:spChg>
      </pc:sldChg>
      <pc:sldChg chg="modSp mod">
        <pc:chgData name="Prof. Shuguang Cui (SSE)" userId="85de1bb4-a53e-4ccf-9dc2-65b85f685fb4" providerId="ADAL" clId="{C421184D-45FE-6D4A-8217-31C1FA73AB90}" dt="2023-10-24T23:04:48.776" v="40" actId="1035"/>
        <pc:sldMkLst>
          <pc:docMk/>
          <pc:sldMk cId="1935391400" sldId="706"/>
        </pc:sldMkLst>
        <pc:spChg chg="mod">
          <ac:chgData name="Prof. Shuguang Cui (SSE)" userId="85de1bb4-a53e-4ccf-9dc2-65b85f685fb4" providerId="ADAL" clId="{C421184D-45FE-6D4A-8217-31C1FA73AB90}" dt="2023-10-24T23:04:48.776" v="40" actId="1035"/>
          <ac:spMkLst>
            <pc:docMk/>
            <pc:sldMk cId="1935391400" sldId="706"/>
            <ac:spMk id="18" creationId="{00000000-0000-0000-0000-000000000000}"/>
          </ac:spMkLst>
        </pc:spChg>
      </pc:sldChg>
    </pc:docChg>
  </pc:docChgLst>
</pc:chgInfo>
</file>

<file path=ppt/ink/ink1.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2-10-16T02:04:15.597"/>
    </inkml:context>
    <inkml:brush xml:id="br0">
      <inkml:brushProperty name="width" value="0.05292" units="cm"/>
      <inkml:brushProperty name="height" value="0.05292" units="cm"/>
      <inkml:brushProperty name="color" value="#FF0000"/>
    </inkml:brush>
  </inkml:definitions>
  <inkml:trace contextRef="#ctx0" brushRef="#br0">10647 2332 5519 0,'0'0'496'0,"-1"-7"-496"0,1 1 0 0,18-5 0 0,-18 2 2304 0,-1 0 384 0,-2 0 64 0,3 2 0 16,0-2-1024-16,0 0-192 16,0-1-64-16,0-5 0 0,2-2-64 0,0 2-32 15,2-2 0-15,-1 0 0 0,-2-1-224 0,2 6-64 0,-1 0 0 0,2-6 0 16,-1 2-320-16,0 7-64 0,-2 2 0 0,1 0-16 16,-2 7-288-16,0 0-48 0,0 0-16 0,0 0 0 15,0 0-160-15,0 0-48 0,3 15 0 0,-2 1 0 16,-1 4-128-16,0 3 128 0,-1 2-128 0,0 5 128 15,-1 0-128-15,0 1 0 0,-1 4 0 0,-2 16 128 0,0-5-128 16,0-6 0-16,-1-2 0 0,0-3 0 0,1 0 128 0,-1-3-128 16,1-1 0-16,0-1 128 0,0-3-128 0,1-2 0 15,0-4 0-15,1-3 0 0,1 0 128 0,0-8-128 16,1 0 0-16,1-1 128 0,0-1-128 0,0-2 128 16,0-6-128-16,0 0 128 0,0 0-128 0,0 0 0 15,0 0 0-15,7-3 128 0,-1-5-128 0,2-5 0 16,-1 1 0-16,-2 0 0 0,1-1 0 0,2-3-144 15,0 0 144-15,1-3 0 0,1 2-128 0,9-6 128 16,-1 1 0-16,0 7 0 0,-1 2 0 0,-5 8 0 16,0 3 0-16,5 2 0 0,-3 2 0 0,0 7 128 15,-2 4-128-15,-4-2 192 0,-2 2-192 0,3 10 144 16,-3 2-144-16,-6-7 128 0,-3 2-128 0,-2 12 160 16,0-2-160-16,1-9 160 0,-3 1-160 0,-1-2 128 15,1 0-128-15,-5 8 128 0,1-2-128 0,0-4 128 0,-1-2-128 0,3-4 128 16,-2-2-128-16,4-6 0 0,-3-2 0 0,1-2 0 15,0-1-176-15,-5-2-64 0,0-3-16 0,3-2 0 32,11 4-256-32,-10-10-48 0,-2-3-16 0,1-1 0 15,2-2-1280-15,2-3-272 0,-1-1-48 0</inkml:trace>
  <inkml:trace contextRef="#ctx0" brushRef="#br0" timeOffset="266.95">11091 2119 19695 0,'23'-8'864'0,"-5"6"192"0,3 2-848 0,-4 0-208 16,-1 2 0-16,1 5 0 0,0 3 1248 0,1 3 208 16,-2 2 32-16,3 12 16 0,-4 3-528 0,-8-5-96 15,1 2-32-15,-1 19 0 0,-6-7-272 0,-4 4-64 16,-2 3-16-16,-1-3 0 0,-6-2 16 0,0 2 0 15,-1 0 0-15,3-14 0 0,-2 0-32 0,-5 14 0 16,0-4 0-16,-2 0 0 0,-4-9-240 0,9-11-48 16,-2 2-16-16,-8 9 0 15,2-4-1648-15,2-3-336 0,2-4-64 0,5-8-11424 0</inkml:trace>
  <inkml:trace contextRef="#ctx0" brushRef="#br0" timeOffset="1362.16">10520 2070 16927 0,'-15'-4'752'0,"8"1"144"0,-3 2-704 0,4 5-192 16,-1-2 0-16,0 6 0 0,-1 4 1216 0,0 3 192 15,1 5 64-15,1 6 0 0,1 5-304 0,1 6-48 16,0 3-16-16,1 3 0 0,2 4-336 0,1 3-80 15,3 2-16-15,3 1 0 0,3 1-464 0,8 19-80 16,0-12-128-16,1-6 176 16,3-11-2320-16,-4-15-464 0</inkml:trace>
  <inkml:trace contextRef="#ctx0" brushRef="#br0" timeOffset="2748.41">11999 1935 13823 0,'0'0'1216'0,"0"0"-960"15,2-8-256-15,-2 1 0 0,0 0 1904 0,-2 1 336 16,1-1 64-16,1 7 0 0,0 0-128 0,0 0-48 16,0 0 0-16,0 0 0 0,0 0-1120 0,-1 11-240 15,1 4-32-15,0 0-16 0,0 3-336 0,0 5-64 16,1 7 0-16,0 4-16 0,-1 1 96 0,-1 3 32 15,0 1 0-15,-2 16 0 0,2-7-48 0,0-20-16 16,-1 0 0-16,2 2 0 0,2 0-112 0,-1 0-32 16,-2-4 0-16,1 11 0 0,0-11 96 0,0-9 0 15,0 0 16-15,1-2 0 0,0-2 80 0,1-1 16 16,-1-1 0-16,0-4 0 0,-1-7-48 0,4 8-16 0,-4-8 0 16,8 6 0-16,2-4-128 0,1-1-32 15,2-1 0-15,1-1 0 0,0 0 0 0,2-2 0 0,0 1 0 0,-1-1 0 16,1 0-208-16,0-1 144 0,-2 2-144 0,0-1 128 15,1 2-128-15,-1 0 0 0,0-1 0 0,2 2 0 16,-3 0 0-16,-6 0 0 0,-1 0 0 0,-6 0 0 31,7 0-1920-31,-7 0-304 0,0 0-64 0,5 7-14480 0</inkml:trace>
  <inkml:trace contextRef="#ctx0" brushRef="#br0" timeOffset="8458.58">12456 2253 1839 0,'0'0'160'0,"0"0"-160"0,0 0 0 0,-7 0 0 15,1 2 3280-15,6-2 624 0,-7 0 128 0,7 0 32 16,-8-2-1952-16,8 2-384 0,0 0-64 0,0 0-32 15,0 0-336-15,0 0-64 0,0 0-16 0,0 0 0 16,0 0-464-16,6-6-112 0,0 1 0 0,7-2-16 16,3 3-224-16,6-2-32 0,4 1-16 0,7 1 0 0,3 1-64 0,6 2-16 15,2 1 0-15,23 0 0 16,-7-2-16-16,-23 1 0 0,0 0 0 0,18-1 0 0,-3 0-80 0,-5-1-32 16,-4 1 0-16,-3-2 0 0,-2 1-144 0,-13 1 0 15,0 0 0-15,-1 0 128 0,-2 0-336 0,7 1-80 16,-4 1-16-16,-12 0 0 15,-3 0-1696-15,2 0-352 0,-12 0-64 0</inkml:trace>
  <inkml:trace contextRef="#ctx0" brushRef="#br0" timeOffset="9039.65">12679 1714 1839 0,'0'0'160'0,"0"0"-160"0,-6-6 0 0,1 3 0 0,5 3 4096 0,-6-2 768 16,-2 0 176-16,0 2 16 0,0 2-3088 0,-1 5-624 15,0 3-128-15,0 5-32 0,0 4-608 0,0 2-112 16,1 1-16-16,3 3-16 0,-2 1-208 0,3-1-32 16,2-3-16-16,3-1 0 0,1-3 272 0,4-2 64 15,1-7 16-15,4-3 0 0,2-3 48 0,3-4 0 16,2-3 0-16,0-5 0 0,2-4 80 0,-1-4 32 15,1-2 0-15,-2-3 0 0,2-3-144 0,-5 1-32 16,-2-6 0-16,6-11 0 0,-5 5-176 0,-6 11-32 16,-1-2-16-16,4-16 0 0,-1 1-128 0,-3 4-32 15,-3 2 0-15,-2-1 0 0,0 0-128 0,-4-2 192 16,0 0-192-16,-2 1 192 0,-4-2-192 0,0 4 0 16,0 0 0-16,2 9 128 0,1 7-128 0,-1 3 0 0,3 6-192 0,3 11 192 15,0 0-128-15,0 0 128 0,-7 8 0 0,2 9 0 16,1 7 0-16,3 6-176 0,1 5 176 0,0 3-128 15,1 7 128-15,2 2 0 0,2-1 0 16,1 0 0-16,2-3 0 0,-1-14 0 0,0 2 128 0,6 12-128 16,0-8 0-16,-3-14 144 0,-3 0-144 0,1-1 0 15,1-2 160-15,-1 0-160 0,0 0 128 0,-1 1-128 16,-2-9 0-16,0 0 0 0,0-2 0 0,-1 1 0 31,0-1-2096-31,-4-8-400 0,5 8-64 0</inkml:trace>
  <inkml:trace contextRef="#ctx0" brushRef="#br0" timeOffset="9227.23">13140 1659 23087 0,'0'17'1024'0,"0"-5"208"0,-1 2-976 16,-2 11-256-16,-1-3 0 0,2-4 0 0,-1-1 1088 0,-1 9 192 15,0-2 16-15,3-10 16 0,1 0-864 0,1 7-192 16,3-3-16-16,-1-6-16 16,1-5-1600-16,0 2-320 0,-4-9-64 0</inkml:trace>
  <inkml:trace contextRef="#ctx0" brushRef="#br0" timeOffset="9384.84">13181 1265 27295 0,'0'0'1216'0,"-2"-9"240"0,2 9-1168 0,0 0-288 16,0 0 0-16,0 0 0 0,0 0 1360 0,0 0 224 16,0 0 32-16,-2 13 16 0,-1 1-1440 0,3 1-192 0,1 4-256 0,1 4-14336 15</inkml:trace>
  <inkml:trace contextRef="#ctx0" brushRef="#br0" timeOffset="10403.44">12864 2720 7359 0,'0'0'656'0,"0"0"-528"15,2-6-128-15,0-4 0 0,-1 1 2752 0,-1 0 512 16,-3-1 96-16,1 1 32 0,-2 1-1440 0,0-1-288 15,-1 2-48-15,-6 1-16 0,1 2-704 0,-2 2-128 16,0 5-48-16,3 1 0 0,-2 4-352 0,-2 2-80 16,-1 3-16-16,3 3 0 0,-1 2-128 0,0 3-16 15,2 1-128-15,1 2 192 0,1 0 128 0,1 0 32 16,5-6 0-16,0 0 0 0,1-5 112 0,4 6 32 16,2-6 0-16,2-7 0 0,2-2-48 0,5-1-16 15,0-6 0-15,-2-1 0 0,2-1-64 0,2-4-16 0,-2-4 0 16,2-1 0-16,0-5-128 0,-1 0-32 0,0-3 0 15,-1-1 0-15,-1 0-192 0,-1-1 144 0,-1-2-144 0,0 0 128 16,-2 0-128-16,0 0 0 0,0 0 0 0,-2 1 0 16,-1-3 0-16,0 0 0 0,-4 0 0 0,-1 0 0 15,1 3 0-15,-2 3 0 0,0 4 0 0,-2 2 128 0,1 5-128 16,0 4 0-16,1 7 144 0,0 0-144 0,-4 5 256 0,-3 12-32 16,-2 8 0-16,4-4 0 0,-1 6-224 0,-1 6 144 15,1 5-144-15,0 2 128 0,4 3 48 0,2-1 0 16,1-2 0-16,4-5 0 0,2-5-176 0,4 8 192 15,1-9-192-15,-1-16 192 0,-1-3-16 0,8 1 0 16,1-6 0-16,-6-5 0 0,1-1-32 0,2-4 0 16,-2-3 0-16,3-4 0 0,0-4-144 0,1-5 0 15,0-1 0-15,1-2 0 0,-2-5-224 0,-2-1-80 16,1 0-16-16,-2-4 0 0,-1 3 128 0,4-12 32 16,-4 6 0-16,-2 10 0 0,-4 5 160 0,-3 11 128 15,-1 3-128-15,-3 8 176 0,0 0 240 0,0 0 48 16,0 0 16-16,-3 11 0 0,-1 4-128 0,-1 14-32 15,0 1 0-15,2-8 0 0,1 4-192 0,1-1-128 16,-1 3 128-16,2 11-128 0,2-5 0 0,-1-12 0 16,1 0 0-16,2 8 128 0,2-4-128 0,-1-13 0 15,0 1 0-15,1-1 0 16,1 0-1024-16,3 4-240 0,1-5-32 0,-5-5-16 16,0-4-1312-16,-1 1-256 0,-5-4-48 0</inkml:trace>
  <inkml:trace contextRef="#ctx0" brushRef="#br0" timeOffset="10544.07">13170 2646 28095 0,'0'0'1248'0,"0"0"256"0,3-5-1200 0,-3 5-304 0,4-6 0 0,1 1 0 0,1 0 1680 0,5-3 288 15,-1 2 48-15,2 2 16 0,1 0-1136 0,-3 3-240 16,4-1-32-16,0 1-16 0,1 2-608 0,9-1 0 16,-3 2 0-16,1-2-16704 15</inkml:trace>
  <inkml:trace contextRef="#ctx0" brushRef="#br0" timeOffset="11108.12">13696 1281 4607 0,'-2'-20'192'0,"2"12"64"0,-1-2-256 0,1 0 0 15,0-2 0-15,-1-1 0 0,1 2 4544 0,0 1 880 16,-2 0 160-16,0 0 48 0,0 3-2848 0,2 1-560 15,0 6-112-15,0 0-32 0,0 0-800 0,0 0-176 0,0 0-16 0,4 13-16 0,0 3-528 0,-1 8-96 16,-1 3-32-16,2 7 0 0,0 6-32 0,0 8-16 16,0 10 0-16,0-11 0 0,1 10-208 0,0 8-32 15,2 6-128-15,-1 6 192 0,1 3-192 0,0 6 128 16,-2 4-128-16,1 2 0 0,-1-5 128 0,2 40-128 16,-6-19 0-16,-1-12 0 0,2-7 128 0,-4-10-128 15,-2-8 0-15,0-7 144 0,-2-8-144 0,2-20 0 16,-1 2 0-16,1 2 0 0,-1-6 0 0,2-1 0 15,-2-3 128-15,1-3-128 0,0-5 0 0,0-5 0 0,2-5 0 0,-1-4 0 32,3-8-2320-32,0 0-400 0</inkml:trace>
  <inkml:trace contextRef="#ctx0" brushRef="#br0" timeOffset="12896.07">14027 2648 911 0,'0'0'0'0,"0"0"0"0,2-5 0 0,1-3 0 0,0 2 3360 0,-1-7 592 15,-1 1 112-15,2 4 32 0,0-1-1408 0,-1 1-256 16,0 1-64-16,0 0-16 0,-2 7-624 0,3-7-112 16,-2 1-16-16,-1 6-16 0,0 0-544 0,0 0-96 15,0 0-32-15,0 0 0 0,0 0-112 0,1 10-32 16,-1 7 0-16,-1 3 0 0,-3 3-288 0,-1 11-64 16,0 1-16-16,1-8 0 0,0 3 16 0,0 1 0 15,-1 3 0-15,0 0 0 0,-1-1 16 0,1 0 0 16,0 1 0-16,1-4 0 0,1 0-176 0,1-4-48 15,0 0 0-15,2-1 0 0,3-4-208 0,1-3 128 16,0-1-128-16,0-3 0 0,0-1 0 0,1-1 0 16,0-5-176-16,-5-7 176 15,7 3-1472-15,1-1-192 0,-1-5-16 0,1-2-9424 32,0-3-1888-32</inkml:trace>
  <inkml:trace contextRef="#ctx0" brushRef="#br0" timeOffset="13085.06">13887 2836 27119 0,'0'0'1200'0,"0"0"256"0,0 0-1168 0,0 0-288 0,0 0 0 0,0 0 0 0,0 0 1280 0,0 0 192 16,0 0 32-16,8 1 16 0,0-1-688 0,6-1-128 15,1-1-16-15,-4-1-16 0,2 0-448 0,0 1-96 16,2 0 0-16,0-1-128 15,2 0-752-15,-1 3-256 0,1-3-48 0,1 1-13616 0</inkml:trace>
  <inkml:trace contextRef="#ctx0" brushRef="#br0" timeOffset="13305.31">14306 2814 24127 0,'0'0'1072'0,"0"0"208"0,0 0-1024 0,0 0-256 0,0 0 0 0,0 0 0 0,0 0 960 0,13 5 128 16,-3-2 16-16,-3-1 16 0,0 1-832 0,1 1-160 16,-1 1-128-16,-1 0-8320 15,1 1-1760-15</inkml:trace>
  <inkml:trace contextRef="#ctx0" brushRef="#br0" timeOffset="13461.54">14242 3008 15663 0,'0'0'1392'0,"0"0"-1120"16,0 0-272-16,0 0 0 0,6-4 1088 0,2 2 144 15,1-1 48-15,2 1 0 0,0-2-384 0,2 1-64 16,-1 0 0-16,1 1-16 0,2 0-816 0,0 0 0 15,3 4-144-15,-1-2-10048 0</inkml:trace>
  <inkml:trace contextRef="#ctx0" brushRef="#br0" timeOffset="13775.52">14604 2874 21183 0,'-1'8'1888'0,"-2"1"-1504"0,1 0-384 0,-1 1 0 0,1 2 1760 0,2 0 288 16,1 1 48-16,1-3 16 0,0 1-784 0,2-2-160 15,1-3-16-15,0 0-16 0,2-2-544 0,0-2-96 16,1 0-32-16,3-2 0 0,0-3 48 0,1-1 16 16,-1-3 0-16,4-3 0 0,0-2-96 0,-6 5-32 15,0-3 0-15,-1 1 0 0,-1 1-144 0,0-2-16 16,-3 1-16-16,0 0 0 0,-3 1-16 0,-1-3 0 15,-1 2 0-15,-2 2 0 0,-2-1-16 0,-2 0-16 16,-2 1 0-16,0 2 0 0,0 0-176 0,-4 0 0 16,0 1 0-16,5 4 0 15,-2 0-608-15,-1 2 0 0,2 0 0 0,-1 3 0 16,1-2-2640-16,1 0-528 0</inkml:trace>
  <inkml:trace contextRef="#ctx0" brushRef="#br0" timeOffset="14183.13">14728 2587 13823 0,'0'0'1216'16,"0"0"-960"-16,0 0-256 0,0 0 0 0,0 0 3264 0,0 0 592 15,0 0 128-15,0 0 32 0,8-1-2000 0,0-2-400 16,1 1-80-16,1 0 0 0,1-2-512 0,4 1-80 15,1-1-32-15,-6 1 0 0,2 2-160 0,6-1-48 16,-2 1 0-16,-5 0 0 0,-2-1-256 0,5 1-64 16,-2 0-16-16,-3 1 0 0,0 0-208 0,3-3-32 15,-3 2-128-15,-9 1 192 0,0 0-192 0,8-1 128 16,-8 1-128-16,5 0 0 0,-5 0 0 0,0 0-208 16,0 0 16-16,0 0 0 15,0 0-1728-15,0 0-320 0,0 0-80 0,0 0-8368 16,0 0-1664-16</inkml:trace>
  <inkml:trace contextRef="#ctx0" brushRef="#br0" timeOffset="14892.65">14908 2394 21359 0,'0'0'944'0,"0"0"208"16,0 0-928-16,0 0-224 0,0 0 0 0,0 0 0 0,0 0 1952 0,3 8 352 15,-1 1 64-15,0 2 0 0,-2 0-1008 0,0 2-208 16,-2 2-32-16,0 2-16 0,-1 2-576 0,0 3-112 16,-1 2-32-16,1 2 0 15,-1 1-1504-15,-4 14-304 0,-4 8-64 0,13-3-16 0</inkml:trace>
  <inkml:trace contextRef="#ctx0" brushRef="#br0" timeOffset="16818.7">15218 1913 15135 0,'0'0'672'0,"0"0"144"0,0 0-656 0,0 0-160 0,0 0 0 0,0 0 0 15,0 0 1568-15,0 0 288 0,0 0 48 0,0 0 16 16,0 0-64-16,7-4-16 16,2 2 0-16,10-4 0 0,1 1-448 0,-6 1-96 0,3 2-16 0,11-4 0 15,-2 5-224-15,-8 1-48 0,2 0-16 0,0-2 0 16,3 2-480-16,0 0-112 0,-1-2-16 0,0 1 0 0,-1 1-240 0,9-1-144 16,-6-2 160-16,-11 2-160 15,-2 1 0-15,0 1-320 0,-3 2 64 0,-3 1-11008 16,-5-4-2208-16</inkml:trace>
  <inkml:trace contextRef="#ctx0" brushRef="#br0" timeOffset="16990.53">15230 2178 23039 0,'0'0'2048'0,"7"-2"-1648"15,2 0-400-15,2-2 0 0,5 0 2128 0,1-2 352 16,3-1 64-16,0 1 16 0,3-2-448 0,0 0-96 15,2 0-16-15,-2 3 0 0,1 0-960 0,-1 1-192 16,-2 1-32-16,0 2-16 0,-2 1-672 0,2 4-128 16,-2-4 0-16,-1 2 0 15,-3 2-2256-15,6 3-368 0,-5-3-64 0</inkml:trace>
  <inkml:trace contextRef="#ctx0" brushRef="#br0" timeOffset="19486.36">15986 1656 3679 0,'0'0'320'0,"0"0"-320"0,3-5 0 0,-2-1 0 16,0-1 2864-16,2-2 496 0,0 0 96 0,-1 0 32 15,0 0-1312-15,-1-1-256 16,0 3-48-16,2-1-16 0,-2 0-448 0,0 1-112 0,-1 7-16 0,0 0 0 15,0 0-192-15,0 0-32 0,0 0-16 0,0 0 0 16,0 0-320-16,0 0-64 0,4 10-16 0,3 1 0 16,-3 8-176-16,1 4-32 0,0 4-16 0,2 6 0 15,-1 1 32-15,1 2 0 0,-1 2 0 0,1 3 0 16,-1-2-176-16,1 1-16 0,-2-1-16 0,1 2 0 16,2-5-240-16,1 14 128 0,-1-10-128 0,-3-16 0 15,2-2 144-15,2 5-144 0,-1-5 128 0,-3-9-128 0,-1-1 208 0,3 0-32 16,-2-2-16-16,-1-3 0 0,-4-7 256 0,0 0 48 15,0 0 16-15,8-5 0 0,-2-3 240 0,3-9 48 16,0-3 16-16,-2 3 0 0,1-4-224 0,-1-3-48 16,1-5-16-16,0-2 0 0,3-3-288 0,3-18-48 15,-4 1-16-15,-1 18 0 0,3-2-144 0,-3-3 128 16,-2-2-128-16,1-2 128 0,-2 2-128 0,2-2 0 0,-2 1 0 0,1 4 0 16,-2 0 0-16,0-8 0 15,-1 9 128-15,-2 18-128 0,-2 2 0 0,0-1 0 16,-2 6 0-16,2 11 0 0,-1-7-384 0,0 2 64 0,1 5 0 0,0 0 0 31,0 0-400-31,0 0-80 0,0 0-16 0,0 0 0 16,0 0-1520-16,0 0-304 0,0 0-64 0</inkml:trace>
  <inkml:trace contextRef="#ctx0" brushRef="#br0" timeOffset="24892.66">16440 2097 8223 0,'0'0'368'0,"0"0"80"0,0 0-448 0,0 0 0 15,0 0 0-15,0 0 0 0,0 0 688 0,0 0 48 16,0 0 16-16,0 0 0 0,0 0 160 0,0 0 48 15,0 0 0-15,0 0 0 0,0 0 112 0,0 0 16 16,0 0 16-16,0 0 0 0,0 0-32 0,0 0-16 16,0 0 0-16,0 0 0 0,0 0 32 0,0 0 0 15,0 0 0-15,0 0 0 0,0 0-256 0,0 0-64 16,0 0 0-16,0 0 0 0,1 8-224 0,2 4-48 16,-3-1-16-16,0-2 0 0,0 2-144 0,0-1-16 15,0 1-16-15,0-1 0 0,0 1-176 0,0 4-128 16,-2-2 192-16,2-5-192 0,0 0 192 0,0 0-192 15,0-1 192-15,0-7-192 0,0 8 256 0,0-8-64 16,0 0-16-16,0 0 0 0,0 7 64 0,0-7 16 0,0 0 0 0,0 0 0 16,0 0 64-16,0 0 32 0,0 0 0 0,0 0 0 15,0 0-96-15,0 0-32 0,0 0 0 0,0 0 0 16,0 0-48-16,0 0-16 0,0 0 0 0,6 5 0 16,-1 0-160-16,3-1 0 0,-8-4 0 0,6 3 0 0,-6-3 128 0,9 5-128 15,1-1 0-15,3 0 128 0,-4-4-128 0,-9 0 0 16,7 1 0-16,1 2 128 0,0-2-128 0,-1 0 0 0,-7-1 144 0,6 2-144 15,1 2 128-15,-7-4-128 0,0 0 128 0,0 0-128 16,8 1 0-16,-8-1 0 16,0 0 0-16,0 0 128 15,9 4-1248-15,-9-4-240 0,0 0-48 0,9-4-8816 0,-9 4-1744 0</inkml:trace>
  <inkml:trace contextRef="#ctx0" brushRef="#br0" timeOffset="26192.67">16783 1235 4607 0,'0'0'400'0,"0"0"-400"16,0 0 0-16,0 0 0 0,0 0 1488 0,0 0 224 15,0 0 32-15,0 0 16 0,0 0-1280 0,0 0-256 16,0 0-48-16,0 0-16 0,0 0 16 0,0 0 0 16,0 0 0-16,0 0 0 0,0 0 16 0,0 0 16 0,4-4 0 0,-4 4 0 15,0 0 320-15,0 0 64 16,0 0 16-16,0 0 0 0,2-8-80 0,-2 8-16 16,0 0 0-16,0 0 0 0,2-6-112 0,-2 6-16 15,1-5-16-15,-1 5 0 0,0 0-96 0,1-7-16 0,0-1 0 0,-1 8 0 16,0 0 128-16,0 0 32 31,0 0 0-31,0 0 0 0,0 0 208 0,0 0 32 0,2-6 16 0,-2 6 0 16,0 0 160-16,0 0 48 0,0 0 0 0,0 0 0 15,0 0 128-15,0 0 16 0,4 6 16 0,0 2 0 16,0 1-272-16,-1 3-48 0,1 4-16 0,0 3 0 16,0 3-48-16,1 5-16 0,1 3 0 0,-1 3 0 15,-5 4 0-15,2 3-16 0,1 5 0 0,-2 3 0 16,-2 4-304-16,0 1-64 0,1 1-16 0,0 24 0 0,1-7-240 0,-2-26 176 15,-3 2-176-15,1 24 160 0,3-10-160 0,-1-5 0 16,-3-5 144-16,3-6-144 0,1-4 144 0,1-3-144 16,-1-6 192-16,0-10-192 0,0 2 176 0,0-1-176 15,-1 1 160-15,1-1-160 0,-2-1 144 0,1-3-144 16,0-1 128-16,-1-1-128 0,0-4 0 0,1 0 128 16,1-3-128-16,-2 1 0 0,0-2-240 0,2-9-128 15,0 0-16-15,0 0-16 16,0 0-1632-16,0 0-320 0,0 0-64 0,0 0-7376 15,0 0-1472-15</inkml:trace>
  <inkml:trace contextRef="#ctx0" brushRef="#br0" timeOffset="27060.88">17071 2270 24415 0,'0'0'1088'0,"0"0"208"0,0 0-1040 0,0 0-256 0,0 0 0 0,0 0 0 0,-3 11 1296 0,2-2 208 16,-2 3 32-16,1 3 16 0,-1 0-624 0,1 3-128 16,-2 3-32-16,1 2 0 0,0 3-336 0,1 2-80 15,-2 0-16-15,1 2 0 0,2-2-112 0,1 0-32 16,0 0 0-16,3-2 0 0,0-1-192 0,3-3 128 16,-1-4-128-16,1-2 0 15,2-3-448-15,1-3-176 0,2-2-32 0,1 0-16 16,-3-4-1680-16,0-3-336 0,0-2-64 0</inkml:trace>
  <inkml:trace contextRef="#ctx0" brushRef="#br0" timeOffset="27248.36">16907 2488 11055 0,'0'0'976'0,"0"0"-784"16,0 0-192-16,0 0 0 0,0 0 3952 0,0 0 736 15,9-4 160-15,1 2 16 0,1-1-3008 0,-1 0-624 16,3 1-112-16,8-2-32 0,-2 1-768 0,-4 2-176 16,-1 0-16-16,3-1-128 15,1 2-1472-15,10-2-416 0,-3-1-80 0,-10 2-10688 0</inkml:trace>
  <inkml:trace contextRef="#ctx0" brushRef="#br0" timeOffset="27467.09">17303 2463 23951 0,'0'0'2128'0,"0"0"-1696"0,0 0-432 0,6-4 0 0,1 2 2128 0,3-6 352 16,-2 3 64-16,-1 1 16 0,2 1-1248 0,0 1-240 15,0 0-48-15,4 0-16 0,-1 0-848 0,-6 2-160 16,2 0 0-16,4 4 0 15,-12-4-2288-15,10 7-368 0,-10-7-80 0</inkml:trace>
  <inkml:trace contextRef="#ctx0" brushRef="#br0" timeOffset="27638.97">17287 2637 10127 0,'0'0'896'0,"0"0"-704"16,0 0-192-16,0 0 0 0,0 0 2832 0,0 0 544 0,0 0 96 0,11 2 32 15,-1 0-2288-15,1-1-448 16,-1-1-80-16,3 0-32 0,1 0-656 0,-1-1-176 0,-2-1-16 0,-2 0-10768 16</inkml:trace>
  <inkml:trace contextRef="#ctx0" brushRef="#br0" timeOffset="27857.67">17532 2560 12895 0,'0'0'576'0,"0"10"112"0,-2 3-560 0,0 2-128 0,0-1 0 0,1 3 0 16,1-3 3888-16,2 2 736 0,1-3 160 0,2 0 16 16,0-3-3088-16,3-2-624 0,1-1-128 0,2-3-32 15,-2-2-80-15,2-2-16 0,1-1 0 0,0-4 0 16,0-3-304-16,-1-4-64 0,2-1-16 0,-2 1 0 0,-2-1-176 0,-1-1-32 16,0 0-16-16,-2 1 0 0,-3 0-64 0,-2 1-16 15,-1-4 0-15,-1 3 0 0,-3 0-144 0,-3 1 160 16,-1 1-160-16,1 0 160 0,-4 1-352 0,-6-3-80 15,3 2-16-15,4 7 0 16,-2 3-352-16,3 1-80 0,0 3-16 0,-4 1 0 16,1-2-1776-16,5 1-368 0,1 1-64 0</inkml:trace>
  <inkml:trace contextRef="#ctx0" brushRef="#br0" timeOffset="28015.87">17729 2369 12895 0,'0'0'1152'0,"0"0"-928"15,8 0-224-15,0 0 0 0,0 2 4032 0,3 0 768 16,0 0 160-16,-3-2 32 0,1 0-2768 0,4-2-560 16,-3 1-96-16,1-2-32 0,0 3-944 0,-3 2-192 15,1-2-32-15,4 0-16 16,-13 0-1232-16,15-3-240 0,-3 1-48 0,-12 2-9280 0,0 0-1856 0</inkml:trace>
  <inkml:trace contextRef="#ctx0" brushRef="#br0" timeOffset="28188.96">17847 2204 8287 0,'0'0'736'0,"0"0"-592"16,-2 8-144-16,2-8 0 0,-1 8 4944 0,0-1 960 15,-2 4 192-15,0 3 48 0,2 2-3584 0,1-1-720 16,0 4-144-16,1-4-32 0,-1 0-960 0,0 2-192 16,2 1-32-16,0 5-11552 15,0 1-2304-15</inkml:trace>
  <inkml:trace contextRef="#ctx0" brushRef="#br0" timeOffset="32464.54">18399 2697 5519 0,'0'0'496'0,"0"0"-496"0,0 0 0 0,0 0 0 16,0 0 4096-16,0 0 704 0,0 0 160 0,0 0 32 16,0 0-1952-16,2 9-384 0,-2 0-80 0,0 1-16 15,0 3-688-15,-2 2-144 0,0 0-16 0,-2 5-16 16,0-2-1056-16,-1 4-224 0,0 2-32 0,-5 2-16 15,0 3-2112-15,-2 2-432 16</inkml:trace>
  <inkml:trace contextRef="#ctx0" brushRef="#br0" timeOffset="40296.21">19309 1830 10127 0,'0'0'896'0,"0"0"-704"16,0 0-192-16,12-4 0 0,-12-5 2656 0,0-3 496 15,-1 2 112-15,1 2 0 0,0 0-1184 0,0-4-240 16,-2 2-48-16,1 3-16 0,0-1-688 0,-2-3-128 16,-1-1-16-16,2 5-16 0,-2 1-32 0,-1 1-16 15,-3-2 0-15,0 2 0 0,-1 0-144 0,-3 2-32 16,-2-1 0-16,1 3 0 0,-2 1-208 0,-5 5-48 16,-4-4-16-16,8 6 0 0,-2 5-240 0,-8 8-32 15,0 4-16-15,8-4 0 0,2 2-144 0,-2 8 0 16,-2 5 144-16,3 3-144 0,3 1 0 0,1 4 0 15,3 2 0-15,0 4 0 0,4-4 0 0,1 2 0 16,3-4 0-16,2-4-128 0,3-2 128 0,2-3 0 0,2-3 0 16,3-4 0-16,2-4 128 0,2-4 16 0,1-2 0 15,2-3 0-15,2-3-144 0,1-3 0 0,-2-2 0 0,1-1 0 16,1-1-224-16,0-4-128 0,-1-2-32 16,-1-2 0-1,1-1-2128-15,-2-3-432 0</inkml:trace>
  <inkml:trace contextRef="#ctx0" brushRef="#br0" timeOffset="42048.38">19736 1710 2751 0,'0'0'256'0,"4"-11"-256"16,-1 1 0-16,0-2 0 0,-2 0 3776 0,-1 1 720 15,0-2 144-15,0 4 32 0,-2-2-2256 0,-1 1-448 16,1 1-96-16,-2-1-16 0,-2 1-528 0,-3-2-112 0,-1-1-32 0,2 8 0 15,-1 4-416-15,-4 3-64 16,0 3-32-16,0 2 0 0,-3 5-208 0,7 0-32 0,-1 5-16 0,-6 16 0 16,2 0-160-16,6-9-48 15,1 1 0-15,-1 1 0 0,3 1 64 0,3-2 16 0,-1-3 0 16,3-2 0-16,1-1 240 0,3-4 48 0,0 0 16 0,1-3 0 16,3-5-304-16,1-1-64 0,0-2-16 0,2-1 0 15,-1-4-208-15,7-3 128 0,-1-2-128 0,-7 0 0 16,0-2 128-16,0-2-128 0,0-3 0 0,4-7 0 0,-1 0 128 15,0 0-128-15,-2-2 0 0,-1-2 144 0,-1-4-144 0,-2 9 0 16,-1-4 144-16,0-1-144 0,0-7 128 0,0-3-128 16,1-2 128-16,0-19-128 0,1 4 160 0,-2 0-32 15,-1 0-128-15,-2 18 192 0,1-2-192 0,0 1 128 16,-2 3-128-16,0 4 0 0,1 3 0 0,-1-3 0 16,-1 9 0-16,0 10 0 0,0 7 304 0,0 0 64 15,0 0 16-15,-3 13 0 0,-1 7-128 0,-1 15 0 16,-1 5-16-16,0-10 0 0,1 8-32 0,0 7 0 15,0 3 0-15,1 5 0 0,0 3-208 0,1 0 176 16,2-2-176-16,2-5 160 0,2-6-160 0,2-1 0 16,0-9 0-16,3-2 0 0,0-5 0 0,0-4 0 15,0-3-192-15,1-4 192 16,-3-3-624-16,2-4 0 0,0-2 0 0,0-4 0 16,2-5-1696-16,4-5-352 0,0-5-64 0</inkml:trace>
  <inkml:trace contextRef="#ctx0" brushRef="#br0" timeOffset="42291.92">20015 1532 19343 0,'-2'13'1728'0,"1"7"-1392"0,1 2-336 0,0 6 0 0,0 2 2256 0,0 0 384 16,0-2 80-16,1 13 16 0,2-9-640 0,0-13-128 0,0-3-32 0,5 7 0 16,0-10-160-16,0-7-48 0,2-1 0 0,2-2 0 15,0-2-672-15,1-2-144 16,1-4-16-16,2-3-16 0,0-2-240 0,-1-4-32 15,1-2-16-15,-1-5 0 0,0-4-208 0,-1-1-64 0,-1 0 0 0,3-16 0 16,-4 3-144-16,-6 12-48 16,-1-3 0-16,-1 0 0 0,-2 1-128 0,-1 2 128 15,-1-3-128-15,-1 3 128 0,-2 7-128 0,-1 4-272 0,0 3 64 16,-1 4 16 0,0 2-800-16,-2 6-160 0,-1 4-16 0,-1 4-16 15,0 5-1952-15,-3 10-384 0,1 2-64 0</inkml:trace>
  <inkml:trace contextRef="#ctx0" brushRef="#br0" timeOffset="43500.87">19440 2256 3679 0,'0'0'320'0,"0"0"-320"15,0 0 0-15,0 0 0 0,0 0 2288 0,0 0 384 0,0 0 80 0,0 0 0 16,0 0-848-16,0 0-176 0,0 0-48 0,0 0 0 15,0 0-208-15,0 0-32 0,0 0-16 0,0 0 0 16,0 0 0-16,0 0 0 0,0-5 0 0,2 0 0 16,2-2-144-16,1 2-48 0,3 2 0 0,3 1 0 15,3 2-96-15,3 2-32 0,3 0 0 0,2 3 0 0,4-3-288 0,4 4-64 16,4 1-16-16,2 1 0 0,5-4-48 16,0 0-16-16,2-1 0 0,2 1 0 0,-1-6-528 0,-2 0-144 15,-1-2 0-15,0 0 0 0,-1 1 128 0,-3 1-128 16,-3-1 160-16,-3 0-160 0,0 1 0 0,-5 2-320 15,-4-2 64-15,-5 2 0 16,-2 0-1200-16,-3-1-224 0,-5 0-48 0,-7 1-16 16,0 0-1776-16,0 0-336 0</inkml:trace>
  <inkml:trace contextRef="#ctx0" brushRef="#br0" timeOffset="44206.73">19728 2745 11967 0,'0'0'528'0,"0"0"112"16,0 0-512-16,-1-7-128 0,-1 1 0 0,1 1 0 0,-2-1 3760 0,3 6 720 16,0 0 128-16,-5-2 48 0,-1 1-3392 0,-1 2-688 15,1 3-128-15,-2 5-16 0,-1 4-432 0,-3 4 128 16,1 4-128-16,1 2 0 0,1 2 0 0,0 0 0 15,0-1 128-15,2 1-128 0,2-1 416 0,1-3 48 16,1-3 16-16,2-3 0 0,2-1 16 0,2-4 0 16,1-4 0-16,1-3 0 0,6-2-304 0,-1-3-48 15,2-3-16-15,1-5 0 0,1-4-128 0,0-2 128 16,1 0-128-16,-1-4 128 0,2-6-128 0,-1-3 0 16,1-1-160-16,0 0 160 0,-3-1-160 0,-2-2 160 0,1-1-160 0,-1 2 160 15,-1-5 0-15,-3 1 320 16,-2-3-64-16,-3 2 0 0,0 1 0 0,-2 2 0 15,-2 3 0-15,1 4 0 0,-2 8-256 0,1 6 0 0,-1 5 128 0,3 8-128 16,-6 1 352-16,-1 6 16 16,-1 6 0-16,1 8 0 0,-1 6-112 0,0 4-32 0,0 5 0 0,3 0 0 15,2 2 32-15,3 0 16 0,2-2 0 0,3-1 0 16,3-2-48-16,2-4-16 0,3-6 0 0,3-5 0 16,1-1-80-16,1-7 0 0,3-4-128 0,0-2 192 15,-2-4-192-15,-1-7 0 0,-1-2 128 0,2-2-128 16,-1-5 0-16,0-2 0 0,-1-4-192 0,1-2 192 0,-1-1-192 15,-1 2 64-15,0-1 128 0,-1 1-208 0,0 1 208 0,-4 2 0 16,-2 3 0-16,-1 5 0 0,-2 5 224 0,-6 7 32 16,0 0 16-16,0 0 0 0,1 9 224 0,-1 5 32 15,-3 6 16-15,-1 4 0 0,0 5-336 0,2 4-64 16,0 2-16-16,1 1 0 0,2 2-128 0,3-1 0 16,2-2 0-16,-1-5 0 0,1 0 0 0,2-3-176 15,0-2 176-15,1-3-192 16,-2-2-432-16,-1-2-80 0,1-6-32 0,-1-3 0 15,-1 0-2080-15,1-5-432 0,-6-4-80 0</inkml:trace>
  <inkml:trace contextRef="#ctx0" brushRef="#br0" timeOffset="44378.58">20007 2695 23951 0,'0'0'2128'0,"0"0"-1696"15,0 0-432-15,0 0 0 0,0 0 3072 0,5 7 544 16,0-1 96-16,6-2 32 0,3-1-1904 0,2 0-384 15,-1-2-80-15,5 0-16 0,2-1-528 0,2 0-96 16,-1 0-32-16,2-1 0 0,0 0-560 0,-1-2-144 16,4-1 0-16,-4 1-13264 15,1-2-2688-15</inkml:trace>
  <inkml:trace contextRef="#ctx0" brushRef="#br0" timeOffset="50877.02">20729 1127 15263 0,'0'0'672'0,"0"0"144"0,3-5-656 15,-3 5-160-15,2-7 0 0,-2 7 0 0,0 0 1408 0,0 0 256 16,0 0 64-16,0 0 0 0,0 0-544 0,0 0-96 15,4 9-32-15,0 8 0 0,0 7-48 0,-3 8-16 16,-1 9 0-16,0 8 0 0,-4 5-384 16,-2 11-80-16,-1 4-16 0,1 8 0 0,-2 6-288 0,-1 45-64 15,-1-10-16-15,4-42 0 0,1 9 144 0,0 6 32 16,1 5 0-16,0-1 0 0,-1 1 384 0,1-3 64 16,0-1 32-16,1-2 0 0,2-6-240 0,0-9-48 15,2-2-16-15,-1-6 0 0,1-3-320 0,2 1-176 16,0-5 192-16,-1-7-192 0,1-6 128 0,-1-5-128 15,1-3 0-15,1-2 0 0,0-5 0 0,-2-4 128 16,0-4-128-16,-1-1 0 0,-1-4 0 0,0-3 0 16,-1-4 0-16,-1-3-144 15,0-3-1712-15,2-6-320 0,0 0-80 0</inkml:trace>
  <inkml:trace contextRef="#ctx0" brushRef="#br0" timeOffset="51437.54">20977 2638 25279 0,'0'0'1120'0,"0"0"224"0,0 0-1072 0,0 0-272 15,0 0 0-15,0 0 0 0,0 0 2000 0,0 0 352 16,0 0 64-16,-5 12 16 0,1 6-1088 0,-2 4-192 0,0 4-64 0,1 6 0 16,0 1-576-16,1 1-112 0,-2 0-16 0,4 1-16 15,-1 2-192-15,3-2-48 0,0-1 0 0,1-3 0 16,3-2-128-16,3-6 0 0,1-2 0 0,1-2 0 31,-1-2-1632-31,0-4-256 0,-1-4-48 0,0-2-8624 0,1-3-1728 16</inkml:trace>
  <inkml:trace contextRef="#ctx0" brushRef="#br0" timeOffset="51593.78">20725 2874 911 0,'0'0'0'0,"0"0"0"16,0 0 0-16,0 0 0 0,0 0 6944 0,0 0 1312 16,8 0 256-16,2-1 48 0,2-1-5664 0,1 2-1120 15,3 0-240-15,2-1-32 0,3-2-928 0,2 0-192 16,5 0-48-16,-1-2 0 15,2 3-1488-15,-2-1-320 0,1 0-48 0,-2 0-13984 16</inkml:trace>
  <inkml:trace contextRef="#ctx0" brushRef="#br0" timeOffset="51781.3">21208 2867 20271 0,'0'0'896'0,"0"0"192"0,0 0-880 0,0 0-208 16,0 0 0-16,0 0 0 0,0 0 3840 0,0 0 736 16,6 6 144-16,1-2 16 0,2-1-3216 0,0-1-656 0,1-2-128 15,1 0-32-15,0 2-704 0,0 1-128 0,-2 1-48 0,0-3 0 32,-1 2-2688-32,0 1-528 0,-8-4-128 0</inkml:trace>
  <inkml:trace contextRef="#ctx0" brushRef="#br0" timeOffset="51921.87">21183 3063 8287 0,'0'0'736'16,"0"0"-592"-16,-2 9-144 0,1-1 0 0,1 0 3904 0,0-8 768 15,4 6 128-15,3 0 48 0,-1-3-3360 0,3 1-656 16,-1-1-144-16,4-3-32 16,2-1-1936-16,1-2-384 0,-2-1-64 0</inkml:trace>
  <inkml:trace contextRef="#ctx0" brushRef="#br0" timeOffset="52171.84">21522 2950 17503 0,'0'0'1552'0,"-3"10"-1232"15,-1 0-320-15,0 3 0 0,0-1 3248 0,1 1 592 16,-1 2 112-16,1-1 16 0,2 0-1664 0,2-1-320 16,2 0-80-16,1-1-16 0,1-1-896 0,3-4-176 15,1 0-48-15,1-3 0 0,2-3-256 0,0-2-64 16,-1-4-16-16,1-1 0 0,0-1-96 0,1-3-16 15,-1-1 0-15,-1-2 0 0,0 0-128 0,-3 0-16 16,-2 0-16-16,-1-1 0 0,-1-1-160 0,-3 0 192 16,-3 0-192-16,-1 2 192 0,-1 1-192 0,-1 0 0 0,-3 2 0 0,-2-1 0 31,-1 1-384-31,1 2-64 0,0 0-16 0,-2 3 0 16,-2 3-1120-16,-1 2-208 0,2 0-64 0,1 2 0 15,-1 3-1088-15,2 2-240 0,2-4-32 0</inkml:trace>
  <inkml:trace contextRef="#ctx0" brushRef="#br0" timeOffset="52359.38">21691 2711 13823 0,'0'0'1216'0,"0"0"-960"0,0 0-256 0,0 0 0 0,0 0 4112 0,8 7 784 16,-3-1 160-16,2-1 16 0,-1 0-2352 0,2 1-480 15,0-1-80-15,1 1-32 0,0-4-1488 0,2 0-320 16,-1 0-48-16,2-2-16 0,0 1-256 0,-1 0 0 15,-2-1-176-15,1 0 176 16,-1 0-2688-16,-2 0-416 0,-7 0-96 0</inkml:trace>
  <inkml:trace contextRef="#ctx0" brushRef="#br0" timeOffset="52499.97">21798 2629 19343 0,'0'0'848'0,"0"0"192"0,0 0-832 0,-2 10-208 15,0 1 0-15,1 0 0 0,0 1 4608 0,-2 0 864 16,2 2 176-16,-1 2 48 0,1 1-3808 0,0-1-752 16,0 2-160-16,-1 1-16 15,0 2-2496-15,0 4-480 0</inkml:trace>
  <inkml:trace contextRef="#ctx0" brushRef="#br0" timeOffset="53287.45">21975 1892 13823 0,'0'0'1216'0,"0"0"-960"0,-6-6-256 0,2 3 0 16,-1-1 2912-16,5 4 544 0,-5-6 96 0,5 6 32 15,0 0-1072-15,0 0-208 0,0 0-32 0,11-5-16 16,1 2-1040-16,-2 2-224 0,5-1-32 0,3 2-16 16,2-1-368-16,1 1-80 0,-1 0-16 0,1 0 0 15,1 1-288-15,2 1-64 0,-1-1-128 0,11 2 192 0,-6-1-384 0,-13-1-96 16,2 2-16-16,-1 1 0 16,-2 1-3264-16,-3 2-656 0</inkml:trace>
  <inkml:trace contextRef="#ctx0" brushRef="#br0" timeOffset="53459.45">21987 2126 29599 0,'0'0'1312'0,"0"0"272"0,11 2-1264 0,0 0-320 16,2-2 0-16,8 0 0 0,0 0 1584 0,-1 0 256 15,-1 0 48-15,1 1 16 0,-1-1-1040 0,0 2-208 16,0 0-32-16,2 0-16 0,0 1-752 0,-5 0-160 15,0-1-16-15,1 2-10944 16,2 0-2176-16</inkml:trace>
  <inkml:trace contextRef="#ctx0" brushRef="#br0" timeOffset="55749.73">22693 1913 5519 0,'0'0'496'0,"0"0"-496"16,0 0 0-16,0 0 0 0,0 0 4256 0,-6 4 752 16,0-1 160-16,6-3 16 0,0 0-2128 0,0 0-432 15,-7 0-96-15,7 0-16 0,0 0-784 0,0 0-144 16,0 0-48-16,0 0 0 0,0 0-448 0,0 0-80 16,0 0-32-16,0 0 0 0,0 0-528 0,9-3-96 15,3-1-32-15,8-5 0 0,1 0-48 0,-2 0-16 16,1 0 0-16,-6 3 0 0,2 1-64 0,-1 1 0 15,1-1-16-15,0 1 0 0,-2 0-176 0,-1 2 128 16,-3-2-128-16,3 1 128 0,-2 1-128 0,-11 2 0 16,0 0 0-16,0 0 128 0,0 0-128 0,5 5 0 15,-5-5 144-15,3 10-144 0,-3 2 128 0,-3 2-128 0,-2 3 160 0,0 3-160 16,-2-1 0-16,1 3 0 0,-2 2 0 0,0 1 0 16,-1-2 0-16,2 2 0 0,1 0 0 0,1-2 0 15,1-1 0-15,2-1 0 0,2-3 0 0,0-1 0 16,2-2 0-16,-1-2 0 0,3-1 0 0,1-3 0 15,0 0-224-15,2-5-96 0,-1 0 0 0,2-2-16 16,0 1-1712 0,1-3-320-16,0-2-80 0,2-1-9280 0,-1-3-1856 0</inkml:trace>
  <inkml:trace contextRef="#ctx0" brushRef="#br0" timeOffset="55906.08">22991 1536 31439 0,'-6'-14'1392'0,"6"14"288"0,-6-6-1344 0,6 6-336 16,0 0 0-16,-2-7 0 0,2 7 2176 0,0 0 352 16,0 0 80-16,0 0 16 0,0 0-1408 0,0 0-288 15,0 0-48-15,0 0-16 0,11 13-864 0,1 0-256 16,-1 0-16-16,0 4 0 16,1 0-2400-16,0 3-464 0,0-1-112 0</inkml:trace>
  <inkml:trace contextRef="#ctx0" brushRef="#br0" timeOffset="56251.01">23421 2156 5519 0,'0'0'496'0,"4"-8"-496"16,0-1 0-16,-1 3 0 0,-2 1 4912 0,0-1 880 16,-1-3 176-16,0 9 48 0,-2-8-2624 0,2 8-528 15,-7-5-112-15,1 1 0 0,-5 2-1232 0,3 4-240 16,-1 0-64-16,-5 5 0 0,1 3-624 0,4-2-128 16,-4 4-16-16,-4 6-16 0,1 2-208 0,4-1-32 15,3-1-16-15,5-3 0 0,2-2-176 0,-1 5 192 16,2-2-192-16,2-7 192 0,2 0-192 0,2-1 0 15,0 0 0-15,3-2 0 0,2-1 128 0,0 1-128 16,-1-3 128-16,0 0-128 0,1-2 0 0,6 1 128 16,-3-2-128-16,-5 0 0 15,0 0-1904-15,-1-2-464 0,-7 2-80 0</inkml:trace>
  <inkml:trace contextRef="#ctx0" brushRef="#br0" timeOffset="57143.02">23724 1097 13823 0,'0'0'1216'0,"0"0"-960"15,0-9-256-15,0 9 0 0,-2-9 2336 0,2 9 416 16,-3-9 96-16,3 9 16 0,0 0-384 0,0 0-80 15,0 0-16-15,0 0 0 0,0 0-1072 0,-3 11-224 16,2 6-32-16,1 9-16 0,1 3-208 0,0 10-64 16,1 7 0-16,-2 6 0 0,0 1-32 0,-2 11-16 15,1 8 0-15,0 8 0 0,-1 3-288 0,2-19-64 16,-1 8-16-16,0 4 0 0,-2 5-80 0,2 4-16 16,-1 0 0-16,2-2 0 0,-1-3-32 0,0-7-16 15,-2-5 0-15,2-6 0 0,1-1-208 0,0-5 144 16,0-3-144-16,0-6 128 0,0-7-128 0,1-4 192 0,-1-6-192 15,0-2 192-15,0-5-192 0,0-1 192 16,0-5-192-16,0-4 192 0,3-6-192 0,-3-7 0 0,0 0 0 0,0 0 0 16,0 0-1632-16,4-9-352 0,0-3-80 15,1-4-16160-15</inkml:trace>
  <inkml:trace contextRef="#ctx0" brushRef="#br0" timeOffset="57894.32">24050 2283 19343 0,'0'0'1728'0,"0"0"-1392"16,0 0-336-16,0 0 0 0,-3 11 3280 0,0 1 592 0,2 1 112 0,-1 2 32 16,-2 2-1680-16,0 1-336 0,0 3-64 15,1 0-16-15,1 4-864 0,-1 0-176 0,0 1-48 0,2 0 0 16,1 0-448-16,3-1-80 0,-1-2-32 0,5 1 0 15,-1-4-272-15,1 1 128 0,-1-5-128 0,2-2 0 16,0-1 0-16,1-4-176 0,-1-1 0 0,0-1 0 16,0-5-1664-16,-1 0-336 0,0-2-64 0,-7 0-9504 15,8-5-1904-15</inkml:trace>
  <inkml:trace contextRef="#ctx0" brushRef="#br0" timeOffset="58035.01">23875 2519 10127 0,'0'0'448'0,"0"0"96"0,0 0-544 0,0 0 0 16,0 0 0-16,4-5 0 0,1 0 5728 0,3 2 1040 16,2-2 208-16,10 0 32 0,1 1-4800 0,1 0-960 15,1 0-192-15,3 2-32 0,1-1-896 0,1 3-128 16,4-1 0-16,-9-1-11600 16,2 0-2224-16</inkml:trace>
  <inkml:trace contextRef="#ctx0" brushRef="#br0" timeOffset="58238.03">24389 2427 24879 0,'0'0'2208'0,"0"0"-1760"0,-4 9-448 0,4-9 0 16,0 0 3360-16,0 0 592 15,0 0 112-15,0 0 32 0,0 0-2288 0,11 6-448 0,1-2-80 0,1-1-32 16,2-3-992-16,-1-1-256 0,0-1 0 15,1 2 0 1,-1 3-1648-16,-1 1-416 0,-1 0-96 0,-6 0-9616 0,-6-4-1936 0</inkml:trace>
  <inkml:trace contextRef="#ctx0" brushRef="#br0" timeOffset="58770.78">24357 2635 29423 0,'0'0'1296'0,"0"0"288"0,0 0-1264 0,0 0-320 16,0 0 0-16,0 0 0 0,-1 7 2144 0,0 1 368 31,2 1 80-31,2-3 16 0,1 4-1712 0,2-1-320 16,3 2-80-16,0-2-16 0,0-1-336 0,2-1-144 15,1-1 128-15,2 1-128 16,0-5-1344-16,2 0-336 0,0 0-80 0,-1-2-9248 16,0-2-1856-16</inkml:trace>
  <inkml:trace contextRef="#ctx0" brushRef="#br0" timeOffset="59060.68">24716 2604 23951 0,'-11'8'1056'0,"6"-3"224"0,-1 3-1024 0,-2 2-256 0,0 3 0 0,0 4 0 16,0-1 3648-16,2 2 656 0,1 1 144 0,1 1 32 15,2-1-2832-15,4 0-560 0,3-2-128 0,4-1 0 16,2-1-640-16,2-3-112 0,1 0-16 0,4-4-16 15,0-3-176-15,1-5 128 0,-1 0-128 0,-1-4 128 0,0-1-128 0,-2-2 0 16,0-2 144-16,-3-1-144 0,-1-2 144 0,0 0-144 16,-2-1 192-16,-3 0-192 0,1 0 192 0,-3-1-192 15,-2-2 192-15,0 1-192 0,-2-1 192 0,-3 2-192 16,-2-1 192-16,0 1-192 0,-2-2 160 0,-2 3-160 0,-1 5 128 0,-2-1-128 16,0 3 0-16,0 1-320 0,-2 2 48 15,0 3 16 1,-1 3-1008-16,2 0-192 0,0 3-32 0,3-1-10912 0,2 1-2176 0</inkml:trace>
  <inkml:trace contextRef="#ctx0" brushRef="#br0" timeOffset="59248.21">25037 2341 33807 0,'0'0'1488'0,"0"0"320"0,3 6-1440 0,1 1-368 0,2-1 0 0,1 1 0 0,1-1 1328 0,1 1 192 15,2-2 32-15,1 0 16 0,1-3-1040 0,2-1-208 16,0-1-32-16,0 0-16 16,2 1-1104-16,1 2-240 0,-2-3-32 0,-2 1-16 15,-1-2-2640-15,0 2-528 0</inkml:trace>
  <inkml:trace contextRef="#ctx0" brushRef="#br0" timeOffset="60498.14">25124 2276 2751 0,'0'0'128'0,"0"0"16"0,0 0-144 0,0 0 0 16,0 0 0-16,0 0 0 0,4-6 3728 0,-3 0 720 16,-1-2 144-16,0 1 16 0,0 7-2240 0,0 0-448 15,1-6-80-15,-1 6-32 0,0 0-288 0,0 0-64 16,0 0-16-16,0 0 0 0,0 0-160 0,0 0-48 15,3 9 0-15,-2 4 0 0,-1 4-208 0,-1 5-64 16,1-1 0-16,-1 4 0 0,-2 1-528 0,2 1-112 16,0 1-32-16,1 0-12016 15,0 4-2416-15</inkml:trace>
</inkml:ink>
</file>

<file path=ppt/ink/ink2.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2-10-16T02:52:03.690"/>
    </inkml:context>
    <inkml:brush xml:id="br0">
      <inkml:brushProperty name="width" value="0.05292" units="cm"/>
      <inkml:brushProperty name="height" value="0.05292" units="cm"/>
      <inkml:brushProperty name="color" value="#FF0000"/>
    </inkml:brush>
    <inkml:context xml:id="ctx1">
      <inkml:inkSource xml:id="inkSrc392">
        <inkml:traceFormat>
          <inkml:channel name="X" type="integer" max="25977" units="cm"/>
          <inkml:channel name="Y" type="integer" max="17318" units="cm"/>
          <inkml:channel name="T" type="integer" max="2.14748E9" units="dev"/>
        </inkml:traceFormat>
        <inkml:channelProperties>
          <inkml:channelProperty channel="X" name="resolution" value="1000.26953" units="1/cm"/>
          <inkml:channelProperty channel="Y" name="resolution" value="1000.46216" units="1/cm"/>
          <inkml:channelProperty channel="T" name="resolution" value="1" units="1/dev"/>
        </inkml:channelProperties>
      </inkml:inkSource>
      <inkml:timestamp xml:id="ts1" timeString="2022-10-16T03:06:31.563"/>
    </inkml:context>
  </inkml:definitions>
  <inkml:trace contextRef="#ctx0" brushRef="#br0">7069 4150 21183 0,'0'0'944'0,"0"0"192"0,0 0-912 0,0 0-224 16,0 0 0-16,0 0 0 0,0 0 896 0,0 0 128 15,0 0 16-15,0 0 16 0,4-6-176 0,2-1-48 0,3-1 0 0,0 1 0 16,2-1 144-16,1-3 32 16,2 2 0-16,4 1 0 0,2 2-240 0,2 3-64 0,1-1 0 0,2 3 0 15,4 1-304-15,1 3-64 0,1 1-16 0,4 2 0 16,-1 2 0-16,1 4-16 15,-1 1 0-15,2 2 0 0,-5 4-160 0,0 1-16 16,2 5-128-16,-1 1 192 0,1 2-64 0,-1 0-128 16,0 2 176-16,-2 2-176 0,0 0 176 0,-2 2-176 0,2 1 160 0,-4 2-160 15,-1-1 144-15,-3 3-144 0,-2 3 128 16,-1 3-128-16,-3 1 128 0,0 4-128 0,-4 1 128 16,-2 1-128-16,-1 1 0 0,-1 2 0 0,-4 3 128 0,-4-2-128 15,-1 4 0-15,-3-3 128 0,-2 0-128 0,-3 2 128 16,-2 1-128-16,-3-1 192 0,-1-3-192 0,-3 0 192 15,-2-2-64-15,-3-1-128 0,-2-1 192 0,-1-3-64 16,0 1 160-16,0-3 32 0,-3 0 0 0,-1-4 0 0,-1-4-32 0,1-3 0 16,1-6 0-16,0-2 0 0,1-5-48 0,-2-3-16 15,-2-2 0-15,0-4 0 0,-2-3 0 0,1-2 0 16,1-3 0-16,2-2 0 0,2 2-96 0,2-3-128 16,5 1 176-16,4-1-176 0,3 0 0 0,4-2 0 15,0 2 0-15,3 0 0 0,1-1 0 0,6-2 0 16,0 0 0-16,0 0 0 15,0 0-592-15,0 0-32 0,0 0 0 0,0 0 0 16,0 0-2544-16,0 0-512 0,0 0-96 0</inkml:trace>
  <inkml:trace contextRef="#ctx0" brushRef="#br0" timeOffset="390.57">7320 5883 14735 0,'-4'8'1312'0,"-1"2"-1056"0,-1 2-256 0,-2 4 0 15,-1 2 2240-15,-2 1 384 0,1 1 64 0,-2 2 32 16,0 3-2016-16,-2-2-384 0,1 1-96 0,-1 2-16 15,-1-4 112-15,2 0 32 0,2-1 0 0,-1 0 0 16,-1-5 576-16,2-1 112 0,1 0 32 0,2-5 0 16,0-2 80-16,2-3 32 0,6-5 0 0,0 0 0 0,0 0-160 0,0 0-16 15,0 0-16-15,0 0 0 16,0 0-448-16,12 4-96 0,2-1 0 0,3 0-16 0,2 4-176 0,4-2-48 16,1 2 0-16,4 1 0 15,2 2 64-15,0 0 16 0,0 0 0 0,1 0 0 0,-2 0 160 0,-2 2 48 16,2-1 0-16,-3-1 0 0,-3-2-624 0,-1 0-128 15,-1-3-32-15,-1-1 0 16,-3-3-2512-16,-2-1-496 0</inkml:trace>
  <inkml:trace contextRef="#ctx0" brushRef="#br0" timeOffset="75186.98">1691 8702 16575 0,'0'0'1472'0,"0"0"-1168"15,0 0-304-15,0 0 0 0,0 0 1488 0,0 0 240 16,0 0 64-16,0 0 0 0,0 0-528 0,0 0-112 0,8 14 0 0,-4-1-16 16,-2 5-320-16,1 0-64 0,-2 6-16 0,-1 1 0 0,-2 1-208 0,0 2-32 15,1 5-16-15,-2 0 0 16,1-3-112-16,-1 0-32 0,-1 0 0 0,3-2 0 15,0-4-192-15,-1-1-144 0,1-3 192 0,0-1-192 0,1-4 304 0,0-2-48 16,-2-2-16-16,1-1 0 0,0-3-48 0,1-7-16 16,0 0 0-16,0 0 0 0,0 0-176 0,0 0 0 15,0 0 0-15,0 0 0 16,0 0-2304-16,0 0-400 0,4-7-80 16</inkml:trace>
  <inkml:trace contextRef="#ctx0" brushRef="#br0" timeOffset="75485.32">1953 8400 32415 0,'0'0'1440'0,"0"0"288"0,16 6-1376 0,-1 1-352 16,1 4 0-16,0 2 0 0,0 4 256 0,0 1 0 0,-2 2-16 0,0 1 0 15,-3-1 192-15,0 5 32 0,-3 1 16 0,-2 2 0 16,-2-2-224-16,-1 1-64 0,-2 3 0 0,-2 1 0 16,-1 3 48-16,-3 0 0 0,-3 0 0 0,-1 1 0 15,1-2-64-15,-1 1-16 0,0 0 0 0,2-11 0 16,0-1 32-16,-2 0 0 0,-1-1 0 0,0 0 0 0,-2 1-48 0,1-2 0 16,-3-1 0-16,0 0 0 0,-2-4-384 0,0 1-80 15,-5-2 0-15,-8 6-16 16,3-7-2048-16,1 0-416 0,3 0-80 0</inkml:trace>
  <inkml:trace contextRef="#ctx0" brushRef="#br0" timeOffset="78084.64">2687 8742 1839 0,'0'0'0'0,"0"0"160"0,-4 8-160 0,-5-6 0 0,9-2 0 0,0 0 0 16,0 0 4352-16,-8 6 832 0,8-6 160 0,0 0 32 16,0 0-2768-16,-10 0-560 15,-1 0-128-15,11 0 0 0,0 0-512 0,0 0-112 0,0 0-16 0,0 0 0 16,0 0-512-16,0 0-128 0,0 0 0 0,0 0-16 16,7-6-368-16,2 1-80 0,1-5-16 0,1 2 0 15,-1-1-160-15,1 1 0 0,-1 2 144 0,0-1-144 16,-2 0 0-16,-8 7 0 0,0 0 0 0,0 0 128 15,0 0-128-15,9 12 0 0,-5-1 0 0,-2 9 0 0,-2 7 0 0,-3 4 0 16,-3 0 0-16,0 4 0 0,1 2 0 16,1 3 0-16,0-1 0 0,0 2 128 0,0-5-128 0,3-3 0 15,1-3 0-15,1-4 0 0,-1-4 0 0,2-1 0 16,2-3 0-16,0-2 0 0,-2-7-128 0,-2-9-112 16,5 9-16-16,-5-9 0 15,0 0-2352-15,11 0-464 0,-1-4-112 0</inkml:trace>
  <inkml:trace contextRef="#ctx0" brushRef="#br0" timeOffset="78225.25">2735 8427 12895 0,'0'0'1152'0,"-1"-10"-928"16,1 10-224-16,0 0 0 0,0 0 4416 0,0 0 848 16,0 0 176-16,0 0 16 0,6 12-3712 0,-2 4-736 15,-2 5-160-15,2-2-16 16,2 2-1424-16,-1 1-288 0,-2 2-48 0,1-1-13920 0</inkml:trace>
  <inkml:trace contextRef="#ctx0" brushRef="#br0" timeOffset="90692.01">2919 9121 6447 0,'0'0'272'0,"0"0"80"0,0 0-352 0,0 0 0 16,0 0 0-16,0 0 0 0,0 0 2336 0,0 0 400 16,0 0 80-16,-10-10 0 0,10 10-1280 0,0 0-272 0,0 0-48 0,0 0-16 15,0 0 0-15,0 0 0 0,0 0 0 0,0 0 0 16,0 0-208-16,0 0-32 16,0 0-16-16,0 0 0 0,0 0-112 0,0 0-32 15,0 0 0-15,0 0 0 0,-4 10-224 0,0 1-64 16,1 2 0-16,3 0 0 0,1 1-176 0,1 2-32 15,-1 1-16-15,-1 2 0 0,0 2-112 0,0 4-32 16,0 0 0-16,0 1 0 0,0-5-144 0,0 1 0 16,0 0 0-16,1-1 0 0,-1-8 0 0,0 1 0 15,2 2 128-15,-1-7-128 0,-1-9 0 0,0 0 0 16,0 0 144-16,0 0-144 0,0 0 224 0,0 0-32 0,0 0 0 0,0 0 0 16,0 0 224-16,0 0 32 15,0 0 16-15,0 0 0 0,0 0-128 0,0 0-16 16,0 0-16-16,12-1 0 0,-3 1-128 0,1 1-32 15,-1 0 0-15,2 2 0 0,1 0-144 0,-1 0 0 0,1 1 0 0,-2 0 0 16,0 0 0-16,-10-4 0 0,10 3 0 0,-1-1 0 16,-9-2 128-16,9 3-128 15,-9-3 0-15,0 0 128 0,8 4-128 0,-8-4 0 0,0 0 144 0,0 0-144 16,0 0 0-16,0 0-288 0,0 0 48 0,0 0 16 31,0 0-2368-31,0 0-480 0,0 0-80 0</inkml:trace>
  <inkml:trace contextRef="#ctx0" brushRef="#br0" timeOffset="93721.1">3328 8647 7359 0,'0'0'320'0,"0"0"80"16,0 0-400-16,0 0 0 0,0 0 0 0,0 0 0 0,-5-7 3376 0,5 7 592 15,0 0 112-15,0 0 16 0,-9 3-2192 0,0 1-448 16,1 4-96-16,2 2-16 0,2 4-672 0,0 5-144 16,-1 3-16-16,3 5-16 0,1 1-16 0,0 4 0 15,-1 1 0-15,4 5 0 0,0 2-64 0,2 0-16 16,0 0 0-16,3-1 0 0,-1-2-224 0,3-5-48 16,0-6-128-16,0-4 192 0,-1-1-400 0,3-3-96 15,0-4-16-15,0-2 0 16,-3-4-1712-16,-8-8-336 0,9 8-80 0,-9-8-8960 0</inkml:trace>
  <inkml:trace contextRef="#ctx0" brushRef="#br0" timeOffset="94316.27">3579 8747 18367 0,'0'0'816'0,"0"0"160"0,0 0-784 0,0 0-192 16,-4-10 0-16,4 10 0 0,0 0 1344 0,0 0 240 15,0 0 32-15,0 0 16 0,-9-3-320 0,9 3-64 16,-11 1-16-16,5 9 0 0,1 5-672 0,-1 6-144 15,1 5-32-15,1 2 0 0,2 3-256 0,0 4-128 16,2 4 0-16,4 0 128 0,1-5-128 0,3-1 0 0,1-3 0 0,3-4 128 16,1-5-128-16,1-4 0 0,-1-3 144 0,3-2-144 15,2-3 144-15,-1-4-144 0,-2-2 192 0,0-5-192 16,1-3 384-16,-2-5-16 0,-2-3-16 0,1-4 0 16,0-3 64-16,-1 1 16 0,-4-6 0 0,-1-1 0 15,0-3-112-15,0 3 0 0,-2-3-16 0,-1 3 0 0,-4 0-160 0,0 3-16 16,-2-3-128-16,0 2 192 0,-6 1-48 0,-3-3-16 15,0 1 0-15,-5 4 0 0,-2 3-128 0,1 5 0 16,1 0 0-16,2 4 0 0,0 5 0 0,-2 4 0 16,-2 4-192-16,2 5 192 0,3 4-224 0,0 4 80 15,1 5 16-15,2 3 0 16,1 2-1600-16,3-1-320 0,4-1-64 0</inkml:trace>
  <inkml:trace contextRef="#ctx0" brushRef="#br0" timeOffset="94583.32">3830 8655 23039 0,'0'0'2048'0,"0"0"-1648"0,3-11-400 0,-3 11 0 0,0 0 1008 16,0 0 112-16,10-4 32 0,2 3 0 0,-12 1-496 0,13 0-80 16,3 3-32-16,-2 1 0 0,-1-1-400 0,0 3-144 15,2-2 0-15,0-2 144 16,1 1-144-16,-2-2 0 0,1 2-160 0,-1-3 160 16,-1-3-432-16,1 0 16 0,-1 2 0 0,-1-1 0 15,-12 2-1568-15,10-3-304 0,-10 3-64 0,0 0-7504 16</inkml:trace>
  <inkml:trace contextRef="#ctx0" brushRef="#br0" timeOffset="94708.4">3945 8589 3679 0,'0'0'160'0,"0"0"32"0,-6-1-192 0,6 1 0 16,0 0 0-16,0 0 0 0,0 0 4480 0,-7 7 864 16,3 2 160-16,1 3 48 0,2 3-3904 0,0 0-784 0,0 3-160 0,1 1-16 31,-2 2-1504-31,1 3-288 0,0 3-64 0</inkml:trace>
  <inkml:trace contextRef="#ctx0" brushRef="#br0" timeOffset="95311.11">4331 8473 8287 0,'0'0'368'0,"0"0"80"0,0 0-448 0,8 11 0 16,0-2 0-16,-2 1 0 0,1 0 3232 0,-1 3 560 15,2 2 112-15,0 3 32 0,0-1-1744 0,-2 3-336 16,-2 2-80-16,1 2-16 0,2 2-608 0,-3 0-128 0,-4 2-32 0,0 1 0 15,0 4-528-15,-3-3-96 16,-3-3-32-16,-2 3 0 0,0 1-80 0,-1 1-32 0,0 0 0 0,-2-3 0 16,-2 0-224-16,1-3 144 15,2-2-144-15,-3 0 128 16,-3-1-464-16,3-3-112 0,3-2 0 0,-2-2-16 16,-3-2-2720-16,0-1-528 0</inkml:trace>
  <inkml:trace contextRef="#ctx0" brushRef="#br0" timeOffset="95779.81">4691 8831 24879 0,'0'0'2208'0,"0"0"-1760"16,0 0-448-16,0 0 0 0,0 0 1696 0,10-4 256 15,1 1 48-15,0 1 16 0,2-2-880 0,3 1-176 16,4 2-48-16,-2 1 0 0,0 1-448 0,-1 2-80 15,1-1-32-15,-1 2 0 0,0 1-352 0,-1-1 128 0,-1 0-128 0,1 1 0 16,-2 1 0-16,0-1-288 0,-14-5 48 0,14 8 16 31,0 1-2832-31,-14-9-560 0,0 0-112 0</inkml:trace>
  <inkml:trace contextRef="#ctx0" brushRef="#br0" timeOffset="95936.04">4697 9082 31215 0,'13'7'1376'0,"-2"-3"288"0,2 0-1328 0,2 1-336 16,4-1 0-16,0 0 0 0,2 0 512 0,1-1 16 15,-2 0 16-15,-2 0 0 0,0-1-128 0,1 0-32 16,-1 0 0-16,0 2 0 16,-1 1-2624-16,-1-3-512 0</inkml:trace>
  <inkml:trace contextRef="#ctx0" brushRef="#br0" timeOffset="96610.37">5251 8837 15663 0,'0'0'1392'0,"0"0"-1120"15,0 0-272-15,0 0 0 0,0 0 2656 0,0 0 480 16,0 0 80-16,0 0 32 0,0 0-1280 0,0 0-256 15,16 1-48-15,0 1-16 0,-2-2-784 0,3 1-160 16,1 0-16-16,0-1-16 0,2-1-96 0,-2 0 0 16,-1-1-16-16,0 1 0 0,-1-1 144 0,-2 0 16 15,-2 0 16-15,0 0 0 0,-1 2-176 0,-11 0-48 16,0 0 0-16,0 0 0 0,0 0-96 0,0 0-32 16,0 0 0-16,0 0 0 0,12 2-80 0,-12-2-32 15,0 0 0-15,0 0 0 0,0 0-32 0,0 0-16 16,0 0 0-16,0 0 0 0,0 0 0 0,0 0 0 15,0 0 0-15,0 0 0 0,0 0-48 0,-1 14-16 0,-2-1 0 0,2 0 0 16,-2 3-160-16,1 1 192 0,-1 2-192 0,-1 1 192 0,0-1-192 16,0 4 160-16,-1 1-160 0,1 0 160 0,0 2-160 0,-1 1 0 15,-1 1 0-15,2-2 0 0,2-2 0 0,1-1 0 16,-2-5 0-16,3-1 0 0,3-2 0 0,-2-4 0 16,-1-11 0-16,3 6 0 0,-3-6-208 0,5 7-80 15,-5-7-16-15,11 5 0 16,-11-5-2000-16,13 0-384 0,0-5-96 0,-2-2-15008 15</inkml:trace>
  <inkml:trace contextRef="#ctx0" brushRef="#br0" timeOffset="96782.22">5491 8481 33519 0,'0'0'1472'0,"0"0"320"0,0 0-1424 0,0 0-368 16,7 9 0-16,-1 3 0 0,0-1 384 0,1 2 16 0,2 1 0 0,-1 4 0 15,-3 2-48-15,2-1-16 0,0 2 0 0,-1-3 0 16,2 3-576-16,1 0-112 16,-1-1-32-16,2 1 0 15,1 1-2368-15,0 1-464 0</inkml:trace>
  <inkml:trace contextRef="#ctx0" brushRef="#br0" timeOffset="97115">5886 9141 23951 0,'0'0'2128'0,"-1"10"-1696"15,0 2-432-15,1 0 0 0,1 0 2032 0,-1 2 320 16,0 0 64-16,-1 5 16 0,-2-1-1136 0,0-5-208 16,1 1-64-16,-2 2 0 0,0-1-656 0,0 2-144 15,0-1-32-15,2-2 0 0,-1-1 112 0,3-1 16 16,0-1 0-16,1-2 0 0,1-1 224 0,0-1 48 15,2 0 16-15,-4-7 0 0,7 4-144 0,0 0-16 16,4 1-16-16,-1-4 0 0,2 2-48 0,0-1-16 16,1 0 0-16,-1-1 0 0,-1-1-208 0,1 0-32 15,1 0-128-15,-1 0 192 0,-2 0-192 0,-1 0 144 16,2 0-144-16,-2 0 128 0,-9 0-128 0,9 1 0 16,-9-1 0-16,8 3 128 0,-8-3-256 0,0 0-64 15,0 0-16 1,0 0 0-1,2 8-2224-15,-2 0-432 0,-2-1-80 0,-3 1-13328 0</inkml:trace>
  <inkml:trace contextRef="#ctx0" brushRef="#br0" timeOffset="98382.87">6434 8565 9215 0,'0'0'816'0,"0"0"-656"0,-8-7-160 0,2 3 0 16,6 4 3712-16,-10-2 704 0,1 2 128 0,0 0 48 15,0 4-2128-15,0 2-416 0,-2 2-96 0,0 5-16 16,-1 4-720-16,0 5-160 0,1 3-32 0,0 6 0 16,1 6-384-16,1 6-64 0,-1 4-32 0,3 5 0 15,0 0-96-15,3 5 0 0,2 2-16 0,3-2 0 0,1-1-240 0,2-19-32 16,2 2-16-16,4 14 0 15,2-10-1472 1,3-9-288-16,4-8-64 0,0-6-16 0,2-3-1248 0,1-7-240 0</inkml:trace>
  <inkml:trace contextRef="#ctx0" brushRef="#br0" timeOffset="98633.85">6529 8987 30687 0,'-5'16'1360'0,"2"-6"288"0,1 5-1328 0,0 3-320 15,2 3 0-15,3 1 0 0,-1 1 576 0,2-1 64 16,0-2 0-16,3-4 0 0,1-3 176 0,2-3 32 16,3-3 16-16,0-2 0 0,2-4-256 0,0-2-48 15,3-6-16-15,3-1 0 0,0-2-160 0,0-2-48 16,-1-6 0-16,-4 0 0 0,-1-2-64 0,-3 3-16 0,-3-1 0 0,-3 1 0 16,-2 0 128-16,-5 0 32 15,-3 0 0-15,-3 0 0 0,-3 2-48 0,-3-1-16 0,-5 0 0 0,-2 3 0 16,1 2-544-16,-2 3-96 0,4 3-32 0,-2 1 0 31,0 0-640-31,1 4-144 0,3 0-32 0,2 6 0 0,3 2-2624 0,-1 0-528 16</inkml:trace>
  <inkml:trace contextRef="#ctx0" brushRef="#br0" timeOffset="98807.37">6728 8801 8287 0,'0'0'368'0,"0"0"80"0,0 0-448 0,14 2 0 16,-4 2 0-16,0 0 0 0,2-1 4816 0,0-1 880 15,1 2 192-15,0 3 16 0,-3-1-3536 0,2 2-704 16,1 1-128-16,-1-2-48 0,0-3-768 0,1 1-144 16,-3 0-48-16,2 2 0 0,0-3-368 0,1 1-160 15,0-5 128-15,0 1-128 16,-3-1-1040-16,0 0-304 16,1-1-48-16,-1 1-8752 0,-10 0-1760 0</inkml:trace>
  <inkml:trace contextRef="#ctx0" brushRef="#br0" timeOffset="99155.15">7117 8582 27295 0,'0'0'1216'0,"0"0"240"0,8 6-1168 0,0 3-288 15,-1 2 0-15,1 0 0 0,1 1 1824 0,2 3 304 16,-1 0 64-16,1 5 16 0,-2 3-576 0,0 2-112 16,0 4-32-16,0 2 0 0,-2 3-784 0,-2 1-144 15,-2 3-48-15,-2 2 0 0,-1-3-304 0,-3 1-64 16,-2-2-16-16,-1-1 0 0,-4-1 16 0,0-3 0 15,-2-2 0-15,0 0 0 0,2-6-144 0,-3-1 160 16,-3 1-160-16,2-5 160 16,-2-4-1600-16,3-2-320 0,0-2-64 0,0-3-15776 0</inkml:trace>
  <inkml:trace contextRef="#ctx0" brushRef="#br0" timeOffset="99389.5">7451 8867 17503 0,'0'0'1552'0,"0"0"-1232"0,0 0-320 0,0 0 0 0,0 0 4432 0,0 0 832 16,0 0 176-16,13 3 16 0,0-1-2848 0,1 1-576 16,1 1-112-16,0-1-32 0,3-2-1008 0,-1 3-208 15,-1-3-32-15,2-1-16 0,0-1-448 0,2 1-176 16,-2-3 128-16,2 3-128 0,-2-1 0 0,-1 1-320 15,-1 1 48-15,-2-1 16 16,-14 0-1840-16,12 0-352 0,-12 0-80 0,0 0-9440 16,0 0-1904-16</inkml:trace>
  <inkml:trace contextRef="#ctx0" brushRef="#br0" timeOffset="99561.36">7373 9069 32543 0,'0'0'1440'0,"0"0"288"0,0 0-1376 0,5 13-352 15,3-4 0-15,3-1 0 0,2-3 768 0,3 1 64 0,5-1 32 0,0-1 0 16,0-2-16-16,1 2 0 0,0-1 0 0,1-2 0 16,1-2-656-16,1 0-192 15,1 1 0-15,-2 0 0 16,-1-2-624-16,-1 2-192 0,0-2-32 0,-1-1-10112 0,-2-1-2032 16</inkml:trace>
  <inkml:trace contextRef="#ctx0" brushRef="#br0" timeOffset="99826.96">7959 8947 23951 0,'0'0'1056'0,"4"17"224"0,-1 2-1024 0,-1 1-256 0,5-1 0 0,-2 1 0 0,-1-1 2944 16,1 2 512-16,0-5 128 0,3-2 0 0,4-1-1616 0,1-5-336 16,0-1-64-16,3-3-16 0,-1-1-800 0,1-3-176 15,-3-3-16-15,0-3-16 0,0-5-128 0,0-1-32 16,-1-1 0-16,-2-4 0 0,-1 0 48 0,-2-1 0 15,-2-2 0-15,-1 1 0 0,-3-1-144 0,-2 2-32 16,-3 0 0-16,-4-1 0 0,-2 0-64 0,-2 2 0 16,0 4-16-16,2 4 0 0,-3 3-176 0,0 4 0 15,-3 4 0-15,-1 2 0 0,0 2 0 0,0 3-192 16,-2 2 32-16,1 4 16 16,-1 2-2352-16,1 0-448 0</inkml:trace>
  <inkml:trace contextRef="#ctx0" brushRef="#br0" timeOffset="101616.81">8778 9146 27295 0,'0'0'1216'0,"0"0"240"0,0 0-1168 0,0 0-288 16,0 0 0-16,0 0 0 0,0 0 688 0,0 0 80 16,0 0 0-16,0 0 16 0,1 5-144 0,-6 10-48 15,0-1 0-15,-4 0 0 0,-3 1-400 0,-1 2-192 16,0 2 160-16,-1 1-160 0,-2-1-192 0,2-2-128 15,-1 4-16-15,2-3-16 16,1-1-1888-16,3-4-368 0</inkml:trace>
  <inkml:trace contextRef="#ctx0" brushRef="#br0" timeOffset="102044.33">9430 8734 26543 0,'0'0'1168'0,"0"0"256"0,0 0-1136 0,0 0-288 0,0 0 0 0,8 7 0 0,1 3 1088 0,-1 6 176 15,-2 5 16-15,1 2 16 0,-2 3-320 0,0 7-64 16,2 3-16-16,-2 3 0 0,-3 3-432 0,2-3-80 16,1-2-32-16,2-5 0 0,2-6-224 0,2-1-128 15,0-3 160-15,2-6-160 0,0-2 512 0,0-7 0 16,-1-1 0-16,1-6 0 0,-1-5 384 0,1-3 64 0,1-5 32 0,5-4 0 16,0-7-48-16,-2-4-16 15,-1-3 0-15,-2-2 0 0,-1-6-512 0,1 0-96 0,1-1-32 0,-4 1 0 16,1 1-160-16,-3 1-128 0,0-2 144 0,-3 0-144 15,-2 4 0-15,0 2 0 0,-2 2 0 0,1 6 0 16,-1 6-576 0,1 4-16-16,0 4 0 0,-3 11 0 0,0 0-1568 0,0 0-304 0,0 0-64 0,-2 13-14368 15</inkml:trace>
  <inkml:trace contextRef="#ctx0" brushRef="#br0" timeOffset="102327.15">10070 9037 21183 0,'0'0'1888'0,"-4"-7"-1504"15,-3 1-384-15,0 2 0 0,-2 2 2224 0,-3 2 368 0,-1 2 80 0,-3 3 16 16,-2 4-896-16,-2 3-160 15,-2-2-32-15,1 5-16 0,2 4-576 0,0 1-112 16,4-1-32-16,2 3 0 0,1 2-16 0,4-1 0 16,6-1 0-16,2-6 0 0,1 0-320 0,4-1-64 0,3 0-16 0,1-2 0 15,2-3-320-15,2 1-128 16,2-2 0-16,3-3 144 16,3-2-912-16,1-1-176 0,1-1-32 0,-1 0-16 0,-1-4-2192 15,-3 1-432-15</inkml:trace>
  <inkml:trace contextRef="#ctx0" brushRef="#br0" timeOffset="104595.19">10320 8516 7359 0,'0'0'320'0,"0"0"80"16,0 0-400-16,0 0 0 0,0 0 0 0,0 0 0 0,7-7 2432 0,-7 7 416 15,0 0 80-15,0 0 16 0,0 0-1520 0,0 0-288 16,0 0-64-16,0 0-16 0,0 0-224 0,0 0-64 15,0 0 0-15,-5 7 0 0,-1 7 240 0,1 1 32 16,0 2 16-16,0 5 0 0,1 3 224 0,1 4 64 16,1 3 0-16,-1-7 0 0,2 4-272 0,-2 2-48 0,2 2-16 0,-2 1 0 15,1 1-176-15,0 1-16 16,2-2-16-16,0 0 0 0,0-3-416 0,2-1-64 0,0 0-32 0,2-5 0 16,0 0-1120-16,1-4-240 0,0-2-32 0,2 1-16 15,-1-5-1280-15,1-3-256 0,-1-3-48 0,2-2-6528 16,0-1-1312-16</inkml:trace>
  <inkml:trace contextRef="#ctx0" brushRef="#br0" timeOffset="104892.04">10436 8896 19343 0,'0'19'848'0,"0"-8"192"0,0 3-832 0,2 2-208 15,0 2 0-15,1-1 0 0,1 3 1680 0,0-2 304 16,0 0 48-16,1 0 16 0,3-1-416 0,1-2-80 15,0-4-16-15,3 0 0 0,1-2-208 0,1-5-48 16,3-4-16-16,1-4 0 0,2-3-560 0,1-3-128 16,-1-4 0-16,3-3-16 0,-3-2-208 0,3 1-32 15,-1-3-16-15,-4 2 0 0,-4-3 16 0,-1 1 0 16,-2 1 0-16,-3 1 0 0,-2 0 176 0,-5 4 32 16,-2-1 16-16,-5-5 0 0,-4 3-160 0,-4 1-16 0,-4 3-16 15,0 2 0-15,-2 3-352 0,1 2 144 0,-2 2-144 0,8 4 0 16,-6-1 0-16,-5 1-256 15,1 4 32-15,5 1 0 16,3 2-432-16,2 1-96 0,-1-2-16 0,7 0 0 16,7-5-2288-16,0 0-464 0,0 0-80 0</inkml:trace>
  <inkml:trace contextRef="#ctx0" brushRef="#br0" timeOffset="105095.19">10722 8569 22111 0,'0'0'1968'0,"0"0"-1584"0,0 0-384 0,12 1 0 0,-1-1 1920 0,2-1 320 15,0-1 48-15,2 0 16 0,-1-2-928 0,3-1-176 16,2 1-48-16,1-3 0 0,0 1-704 0,0 0-128 16,1 0-48-16,-1-1 0 0,1 0-432 0,0 0-96 15,-2 1 0-15,-1 2-16 16,-2-2-2336-16,-3 1-464 0,-2 3-80 0</inkml:trace>
  <inkml:trace contextRef="#ctx0" brushRef="#br0" timeOffset="105268.66">10836 8347 23039 0,'0'0'1024'0,"0"0"192"0,0 0-960 0,0 14-256 0,0 1 0 0,0 2 0 16,0 2 1904-16,0 5 336 0,0-1 64 0,2 2 0 15,-1 0-1264-15,-1 1-256 0,0 1-48 0,3 3-16 32,-3 0-1504-32,0-1-304 0,0-2-64 0</inkml:trace>
  <inkml:trace contextRef="#ctx0" brushRef="#br0" timeOffset="105613.6">11329 8361 16575 0,'0'0'1472'0,"0"0"-1168"16,8 9-304-16,0 7 0 0,-2 0 2256 0,1 5 400 16,-2 3 80-16,0 2 16 0,1 3-560 0,0 1-96 15,-1 3-32-15,1 3 0 0,-1 2-560 0,-3-9-112 16,1 3-32-16,0 3 0 0,-2 2-448 0,-2 1-80 0,-2 2-32 0,-2 1 0 16,-2-1-368-16,-1-2-80 0,1-2-16 0,-6-2 0 15,-3-1-336-15,-2 1 0 0,-2 1 0 0,-3-5 0 31,-5-3-2208-31,1-6-416 0,-2-1-64 0</inkml:trace>
  <inkml:trace contextRef="#ctx0" brushRef="#br0" timeOffset="106269.78">11644 8797 24879 0,'0'0'2208'0,"0"0"-1760"16,0 0-448-16,0 0 0 0,11-2 1744 0,2 0 272 15,3-2 48-15,2 0 16 0,3 0-912 0,0 2-176 16,1 0-32-16,0 0-16 0,2-2-496 0,-2 1-112 15,-3 0-16-15,1 1 0 16,0 1-768-16,-2 2-144 0,-3 1-48 0,0 4 0 16,-4-4-2448-16,-1 2-496 0,-4 3-112 0</inkml:trace>
  <inkml:trace contextRef="#ctx0" brushRef="#br0" timeOffset="106441.64">11628 9005 30063 0,'0'0'1328'0,"0"0"272"0,0 0-1280 0,12 4-320 0,3-2 0 0,1 0 0 16,2 1 256-16,0-3-32 16,1 2 0-16,1-2 0 0,3 0 0 0,-1-1 0 0,3 0 0 0,-3-2 0 31,0-1-1744-31,-1-2-336 0,0-3-80 0,9-4-10192 0</inkml:trace>
  <inkml:trace contextRef="#ctx0" brushRef="#br0" timeOffset="106742.2">12049 8523 31263 0,'0'0'1392'0,"3"13"272"0,-1 3-1328 0,1 2-336 0,1 5 0 0,0 2 0 16,0 1 416-16,-1 4 16 0,1 3 0 0,3 3 0 15,-2 1 0-15,2-1 0 0,0 0 0 0,4-4 0 16,-2-2-240-16,3-4-64 15,1-2 0-15,2-5 0 0,1-2 304 0,0-4 48 16,-1-2 16-16,2-2 0 0,-4-5 208 0,2-3 64 16,-4-2 0-16,0-2 0 0,-1-6 160 0,2 0 32 15,-3-4 16-15,0-4 0 0,2-5-448 0,-2-2-80 16,-1 1-32-16,2-5 0 0,-2-2-192 0,0-1-32 16,-2-2-16-16,1 1 0 0,-1-2-176 0,-1 3 0 0,1 1 144 15,-2 4-144-15,-1 2 0 0,1 6-288 0,-1 2 48 0,0 7 16 31,-1 0-1664-31,-2 9-336 0,0 0-64 0,0 0-15136 0</inkml:trace>
  <inkml:trace contextRef="#ctx0" brushRef="#br0" timeOffset="107124.83">12754 8882 28559 0,'0'0'624'0,"0"0"128"0,0 0 16 0,0 0 64 0,0 0-672 0,-4-2-160 0,-1-3 0 0,-3 1 0 0,-1 1 1328 0,-3 3 224 16,-1 2 48-16,-2 3 16 0,-3 3-704 0,-2 2-144 16,-1 5-16-16,0 2-16 0,0 1-192 0,2 1-32 15,2 1-16-15,1 1 0 0,2 0 208 0,2 1 64 16,3-3 0-16,3 1 0 0,0-1-480 0,4 0-96 16,2-2 0-16,4-2-16 0,1-2-176 0,1-1 0 15,2-3-192-15,1 0 192 16,2 0-624-16,-1-1 0 0,3-3 0 0,2-1 0 15,-1 0-3184-15,0-2-640 0,10-6-128 0,-1-2-32 0</inkml:trace>
  <inkml:trace contextRef="#ctx0" brushRef="#br0" timeOffset="107423.13">13104 8466 3679 0,'0'0'160'0,"4"-7"32"0,-2 2-192 0,-1 0 0 0,1-2 0 0,-2 7 0 16,0 0 5856-16,0 0 1120 0,0 0 240 0,0 0 32 16,0 0-4352-16,-8 1-864 0,-1 3-176 0,0 4-48 0,-2 4-848 0,1 4-160 15,-1 3-32-15,2 3-16 16,0 6-64-16,1 2-16 0,1 1 0 0,0 5 0 0,3 6 48 0,0 2 16 15,0 5 0-15,4-2 0 0,0 1-288 0,2 0-64 16,1-2-16-16,3-3 0 16,0-3-1456-16,3-3-304 0,4-7-48 0,0-4-16 15,2-5-2272-15,2-6-464 0,1-2-96 0</inkml:trace>
  <inkml:trace contextRef="#ctx0" brushRef="#br0" timeOffset="107673.1">13351 8969 25567 0,'-5'29'1136'0,"5"-14"224"0,1 5-1088 0,2 1-272 16,0 2 0-16,2 2 0 0,1-2 1088 0,4-6 176 15,-3-1 16-15,4-3 16 0,1-3 112 0,1-2 32 16,1-5 0-16,0-5 0 0,2-3-288 0,-2-3-48 0,1-1-16 0,-2-6 0 16,-2-2-336-16,0-2-80 15,-1 1-16-15,-2-1 0 0,-1-2 160 0,-4-3 16 16,1 1 16-16,-4-2 0 0,-2-1-272 0,-3 1-64 0,-2-2-16 0,-1 5 0 15,-1 0-496-15,0 5 0 16,-3 1 0-16,0 4 0 16,1 3-528-16,-1 5-48 0,-1 2-16 0,1 4 0 0,1 5-2144 0,0-1-416 0,3 1-96 0,2-2-13136 15</inkml:trace>
  <inkml:trace contextRef="#ctx0" brushRef="#br0" timeOffset="107860.58">13607 8695 33167 0,'0'0'1472'0,"0"0"304"0,0 0-1424 0,0 0-352 15,9-1 0-15,-1 2 0 0,-8-1 1536 0,10 4 224 16,2-1 48-16,1-1 16 0,1 1-688 0,2-2-144 16,1 2-32-16,0-3 0 0,1 1-576 0,-1 0-112 15,0-1-16-15,0 0-16 0,0-1-240 0,-1 0 0 16,-2 1-144-16,-1 0 144 15,-3-4-2048-15,0 1-304 0,-4-1-64 0,-1 2-14608 0</inkml:trace>
  <inkml:trace contextRef="#ctx0" brushRef="#br0" timeOffset="108145.04">14035 8389 14735 0,'0'0'640'0,"0"0"160"0,0 0-640 0,0 0-160 15,0 0 0-15,9 5 0 0,-2 3 4896 0,1 2 944 16,-1 1 192-16,1 3 48 0,-2 3-3232 0,2 2-640 16,0 4-128-16,0 1-32 0,-1 4-864 0,1-1-176 15,1 2-48-15,-1 1 0 0,0 1-576 0,0 2-128 16,0 3-32-16,-2 1 0 0,-1-1-224 0,-1 1 0 31,-4 1 0-31,-1-1 0 16,-3 1-592-16,-1-3-112 0,-3-1-32 0,-2-1 0 15,-3-3-2112-15,-3-5-416 0</inkml:trace>
  <inkml:trace contextRef="#ctx0" brushRef="#br0" timeOffset="109507.22">14483 8618 31839 0,'0'0'704'0,"0"0"128"0,0 0 48 0,0 0 16 0,-7-18-704 0,7 18-192 0,0 0 0 0,0 0 0 16,8-1 1200-16,1-1 208 0,2 0 32 0,2-1 16 15,0 0-880-15,0 0-192 0,1-1-16 0,-1 1-16 16,0 0-224-16,0 2-128 0,0-1 160 0,0-1-160 15,-1 0 0-15,0 1 0 0,-2-1 0 0,0 2 0 16,-3-1-1856-16,-7 2-304 0,0 0-64 0,0 0-12624 16</inkml:trace>
  <inkml:trace contextRef="#ctx0" brushRef="#br0" timeOffset="109694.68">14480 8749 12895 0,'0'0'1152'0,"0"0"-928"15,0 0-224-15,10 1 0 0,0 1 4080 0,2 1 768 16,2-3 144-16,0 0 48 0,1 0-3136 0,0 0-624 16,0-1-128-16,-1 1-32 0,0 0-448 0,1 0-96 15,-2 0 0-15,-2 0-16 0,1 0-720 0,0-2-144 16,-2 4-16-16,-10-2-16 16,10 2-3056-16,-10-2-592 0,0 0-128 0,0 0-32 0</inkml:trace>
  <inkml:trace contextRef="#ctx0" brushRef="#br0" timeOffset="119028.89">15034 8716 19807 0,'0'0'880'0,"0"0"176"0,0 0-848 0,0 0-208 16,0 0 0-16,0 0 0 0,0 0 1440 0,0 0 240 16,0 0 48-16,0 0 16 0,0 0 48 0,0 0 0 15,0 0 0-15,0 0 0 0,8-3-576 16,0 1-96-16,1-3-32 0,2 1 0 0,-1 0-160 0,2 1-32 16,1 2-16-16,0 1 0 0,0 0-320 0,1 1-64 15,1 2-16-15,-1-1 0 0,0 0-240 0,1 0-48 16,-2 0-16-16,0 0 0 0,-2-2-176 0,0 3 160 15,-2-2-160-15,0 0 160 0,-9-1 96 0,9 2 32 16,-9-2 0-16,0 0 0 16,0 0-800-16,0 0-176 0,0 0-16 0,0 0-16 15,0 0-2128-15,0 0-416 0,0 0-96 0</inkml:trace>
  <inkml:trace contextRef="#ctx0" brushRef="#br0" timeOffset="119358.24">15294 8476 20271 0,'0'0'1792'0,"0"0"-1424"15,8-3-368-15,1 2 0 0,0-1 1728 0,1 0 256 0,2 1 64 16,1 1 16-16,2 3-80 0,-1 2 0 0,0-1-16 0,-1 2 0 16,0 2-1056-16,0 1-208 0,0-2-32 0,-2 3-16 15,-3 3-400-15,-2-2-64 0,-3 0-32 0,-3 5 0 16,-4 2-160-16,-1-1 0 0,-3 3 0 0,-1-1 128 15,0 1-128-15,-2-2 0 0,-1 0-160 0,1 1 160 16,-2-1-128-16,1-1 128 0,0 0 0 0,3-4-144 0,1 0 144 0,2-2 0 16,0 1 0-16,3-4 0 0,1-1 0 15,2-7-128-15,0 0 128 0,0 0 0 0,5 6 0 0,3-1 0 16,1-1 0-16,2-1 0 0,2-2 0 0,1 2 0 16,2-3 0-16,1-3 0 0,1 2-176 0,3-2 176 15,0 3-208-15,0-4 80 16,-2-1-2160-16,2 0-416 0,-1 0-96 0</inkml:trace>
  <inkml:trace contextRef="#ctx0" brushRef="#br0" timeOffset="119629.89">15754 8656 23039 0,'0'14'1024'0,"0"-6"192"0,0 3-960 0,0 2-256 16,0 1 0-16,0 0 0 0,0 1 2640 0,1 0 496 15,1 2 80-15,0-4 32 0,2-2-1328 0,1-2-272 0,3-1-48 0,0-3-16 16,1-1-704-16,2-4-144 16,2-3-32-16,1-1 0 0,2-5-208 0,-1 0-48 15,1-3-16-15,1-1 0 0,-1-2-192 0,-2 0-48 16,-1-3 0-16,-1 1 0 0,-3 0-64 0,-4 0 0 16,-1 0-128-16,-3-1 192 0,-2 0-64 0,-3-1 0 15,-4 1-128-15,-2-1 192 0,-3 2-192 0,-3 1 0 16,2 4 0-16,-2 4 0 0,0 3-176 0,2 4-128 15,0 4-16-15,-1 2-16 16,1 3-240-16,1 2-64 0,1 2 0 0,2 2 0 16,2 0-2144-16,2 1-432 0,2-2-96 0</inkml:trace>
  <inkml:trace contextRef="#ctx0" brushRef="#br0" timeOffset="119974.9">16332 8468 32991 0,'2'16'1472'0,"1"-7"288"0,-1 4-1408 0,1 3-352 0,-2 2 0 0,-1 1 0 16,0 4 1648-16,0-4 256 0,0 1 48 0,2-1 16 16,-1 2-752-16,2-4-160 0,-1 0-32 0,1 0 0 15,-1 0-656-15,2-1-144 0,3-2-32 0,-1-1 0 16,1-1 176-16,1-6 16 0,0 1 16 0,1-2 0 15,0 0 80-15,0-4 16 0,0-1 0 0,0-3 0 0,0-4-64 0,2-2-16 16,-1-1 0-16,1-2 0 0,-1-3-112 0,0-3-32 16,1-3 0-16,1-1 0 0,-1-5-144 0,1-1-128 15,-1 1 192-15,2 0-192 0,-2-3 192 0,0 1-192 16,-2 4 192-16,0 2-192 0,0 1 0 0,0 2 0 16,-4 3 0-16,1 4-144 0,-1 3-64 0,-1-1-16 15,-3 3 0-15,-1 8 0 16,3-9-992-16,-3 9-192 0,0 0-32 0,0 0-16 15,0 0-976-15,0 0-208 0,0 0-48 0</inkml:trace>
  <inkml:trace contextRef="#ctx0" brushRef="#br0" timeOffset="177392.34">2412 10502 11967 0,'0'0'1072'0,"2"-10"-864"15,-2 10-208-15,3-11 0 0,-3 11 2496 0,0-8 464 16,0 8 96-16,0 0 16 0,-6-9-1536 0,-1 4-320 16,-2 1-48-16,-2 1-16 0,0 2-560 0,-2 2-112 15,0-1-32-15,0 6 0 0,0 0-128 0,1 1-16 16,-1 1-16-16,2 2 0 0,1 2 176 0,1 2 48 15,1 3 0-15,3 4 0 0,2 6 192 0,2 1 64 0,0 4 0 0,2 5 0 16,0 2-272-16,1 1-48 0,-2 1-16 0,0-11 0 16,1 2-192-16,-1 3-48 0,-1 1 0 0,-1-1 0 15,1 1-192-15,-2-4 128 16,1 0-128-16,-1-3 0 0,-1-3 144 0,0-1-144 0,2-3 128 0,-4 7-128 16,-1-6 160-16,3-10-160 0,0-2 192 15,0 2-192-15,-1-4 192 0,5-9-64 0,0 0 0 0,0 0-128 16,0 0 288-16,0 0-48 0,0 0-16 0,0 0 0 15,-8-9-80-15,3-1-16 0,-1 0 0 16,4 0 0-16,-1-2 0 0,2 3 0 0,1 9 0 0,0 0 0 16,0 0-128-16,0 0 0 0,12-2 144 0,-1 9-144 15,2 2 144-15,-1 7-144 0,-1 2 192 0,0 5-192 0,2 4 192 16,-1 4-192-16,-1 5 192 0,-4-7-192 16,1 4-256-1,1 0-144-15,-1 3-48 0,3 0 0 0,-5 2-112 0,2 0-16 0,0 0-16 0,-3 1 0 0,0-1 416 0,-1 1 176 16,-3-2-128-16,1 3 128 0,-1 0 0 0,-1 3 0 15,-1 1 0-15,-2 1 0 0,0-1 0 0,2 0 0 16,-1-1 0-16,-1 0 0 0,0-1 0 0,1-3 0 16,-1-2 0-16,0-2 0 0,1 0 0 0,-1 0 0 15,1-5-128-15,-1 3 128 0,0-2-128 0,1-1 128 16,-1 0-128-16,1-1 128 0,0-3 0 0,1 1-128 16,0-2 128-16,-1-2 0 0,1-3 0 0,1-2 0 15,-1-2 0-15,1-3 0 0,0 0 0 0,-2-4 0 16,1-2 0-16,1-7 128 0,0 0-128 0,0 0 0 0,0 0 0 0,0 0 128 15,0 0-128-15,0 0 0 0,0 0 0 0,0 0-128 16,-4-8-208-16,0-1-48 16,2-2 0-16</inkml:trace>
  <inkml:trace contextRef="#ctx0" brushRef="#br0" timeOffset="178112.34">2740 10378 7359 0,'0'0'320'0,"-2"-9"80"0,2 9-400 0,-4-8 0 15,0 2 0-15,4 6 0 0,0 0 5632 0,0 0 1056 16,0 0 208-16,0 0 32 0,0 0-4304 0,0 0-880 15,1 11-160-15,-1 8-48 0,0-1-832 0,3 8-160 16,1 5-32-16,-2 5-16 0,-2 1-240 0,3 4-64 0,0 2 0 0,1 0 0 16,-2 0-32-16,2-7-16 0,0-3 0 0,1-3 0 15,-1-3-144-15,0-1 0 16,-1-2 0-16,-1-9 0 0,1 0 0 0,-2-1 128 16,-1-1-128-16,1 0 0 0,2 0 0 0,-2-2-144 0,-1-2 0 0,2 3 0 31,2-3-1696-31,-4-9-336 0,0 0-64 0,0 0-13520 0</inkml:trace>
  <inkml:trace contextRef="#ctx0" brushRef="#br0" timeOffset="178393.57">2961 10446 13823 0,'0'0'608'0,"0"0"128"0,0 0-592 0,0 0-144 16,0 0 0-16,0 0 0 0,-9-3 3824 0,-2 5 720 15,-1 2 160-15,-2 5 32 0,-2 0-3552 0,5 0-704 16,-2 3-144-16,-7 7-16 0,-1-3-320 0,3 1 0 16,2 0 0-16,3 0 0 0,0-4 144 0,4 0-16 15,3-3-128-15,2-2 192 0,4-8 496 0,0 0 80 16,0 12 32-16,0-12 0 0,0 0-96 0,11 9 0 16,3-1-16-16,0 0 0 0,3-2-224 0,0-1-32 15,-2 1-16-15,1-1 0 0,1 0-224 0,1 3-32 16,1-2-16-16,-3 1 0 0,-1-3-144 0,-1 1 0 15,0-1 144-15,0 1-144 0,-4 0 0 0,-1 2-208 16,-9-7 16-16,0 0 16 16,8 9-2320-16,-4 1-480 0,-3 1-96 0</inkml:trace>
  <inkml:trace contextRef="#ctx0" brushRef="#br0" timeOffset="178706.04">3255 10472 15663 0,'0'0'1392'0,"3"-10"-1120"0,1 0-272 0,-4 10 0 16,3-10 3376-16,-1 0 608 0,-2 10 128 0,0 0 32 0,0 0-1888 16,0 0-368-16,0 0-80 0,-9 0-16 0,-1 2-864 0,0 3-176 15,-3 3-48-15,-5 9 0 0,3 1-528 0,0 3-176 16,2 1 0-16,3 3 0 0,2 0 272 0,3 1-48 15,1-1-16-15,4 0 0 0,2-1 0 0,4-1 0 16,-1-4 0-16,1-1 0 0,1-1-208 0,1 0 128 16,1-4-128-16,1-1 0 0,2-3 0 0,0 0 128 15,1-2-128-15,-2-3 0 0,-11-4 0 0,15 4-256 16,-2 0 48-16,-1-2 16 16,-12-2-416-16,13 0-80 0,-2-1-16 0,-11 1 0 15,12-4-2128-15,-12 4-432 0,10-5-96 0</inkml:trace>
  <inkml:trace contextRef="#ctx0" brushRef="#br0" timeOffset="179060.95">3455 10320 27647 0,'0'0'1216'0,"0"0"256"0,0 0-1168 0,0 0-304 0,0 0 0 0,12 5 0 15,-3 1 1456-15,-3 1 224 0,1 3 48 0,-1 5 16 0,-2 3-624 0,0 3-128 16,0 2-32-16,0 3 0 0,-3 3-640 0,-1 2-128 0,0 2-16 0,0 1-16 16,-1 0-160-16,-2 1 0 15,1 0 144-15,-1 0-144 0,0-2 0 0,1-3 0 0,-2-4 0 0,1-9-128 16,2 1 128-16,0-1 0 16,-1-3-144-16,2 1 144 0,0-4 0 0,3 0 208 0,0-3-16 0,1 1-16 15,2 0 320-15,2-3 64 0,2-2 16 16,3 0 0-16,2 0 64 0,0-1 0 0,2-1 16 0,3 1 0 15,-1-3-400-15,2-1-64 0,3-1-32 0,-2 1 0 16,0-2 32-16,0 0 0 0,-4-3 0 0,1 2 0 16,-1 0-192-16,5-1 0 0,-6-1 0 0,-4 2 0 15,-2 1-288-15,-11 3-32 0,0 0-16 0,0 0 0 16,0 0-3168 0,0 0-624-16</inkml:trace>
  <inkml:trace contextRef="#ctx0" brushRef="#br0" timeOffset="180188.12">4324 10550 1839 0,'0'0'160'0,"0"0"-160"0,0 0 0 0,0 0 0 0,0 0 2624 0,0 0 480 0,0 0 96 0,0 0 32 15,0 0-1440-15,0 0-304 0,0 0-48 0,0 0-16 16,0 0-80-16,0 0-32 0,0 0 0 0,0 0 0 15,0 0-112-15,-3-5-32 0,3 5 0 0,-6-4 0 16,2 0-112-16,4 4-32 0,-5-8 0 0,0 3 0 16,-2 0-304-16,2 0-64 0,0 1-16 0,-2 1 0 0,0 3-176 0,0 0-32 15,1 2-16-15,-2 4 0 0,-1 2-240 0,0 4-48 16,-1 1-128-16,0 4 192 0,2 5-192 0,2 1 0 16,2 2 0-16,1 1 0 0,2-2 0 0,1 0 128 15,2-3 0-15,2-1 16 0,0-5 64 0,3-2 16 16,1-3 0-16,1-4 0 0,1-3 96 0,2-5 32 15,1-2 0-15,-1-3 0 0,-1-4 64 0,1-2 16 16,0-1 0-16,-2-3 0 0,-1 0-208 0,-1 1-32 16,0-2-16-16,-1 1 0 0,-5 1-176 0,2 2 160 15,-1 1-160-15,-2 3 160 0,-2 1-32 0,-1 2 0 16,2 7 0-16,0 0 0 0,0 0 64 0,0 0 0 0,-3 10 0 0,0 5 0 16,0-2-192-16,1 4 0 15,-1 2 0-15,3 0 0 0,3-1 0 0,-1-3 0 0,1 0 0 0,3-1 0 16,5-3-144-16,-1-5 144 15,-10-6 0-15,16-1 0 0,0-4-304 0,1-6 48 0,1-6 16 0,-4 3 0 16,2-4-48-16,2-3-16 16,-1-5 0-16,1-2 0 0,0 0-16 0,-1-1 0 0,-1 0 0 0,-2 2 0 15,-1 1 320-15,6-9 0 0,-8 7 0 0,-1 3 0 16,-5 7 432-16,-1 5 80 0,-2 3 32 0,-2 10 0 16,0 0 336-16,0 0 64 0,0 0 16 0,-5 9 0 15,0 5-336-15,0 2-64 0,-1 5-16 0,3 3 0 16,-1 5-320-16,1 4-64 0,3-2-16 0,0 15 0 15,1-5-144-15,3-3 0 0,3-5 0 0,2-3 0 16,1-4 0-16,1-3 0 0,0-7-144 0,1 0 144 16,-1-3-576-1,0-2-48-15,-2-5-16 0,-1-3 0 0,-8-3-1856 0,0 0-368 0,0 0-80 0,0 0-8160 16,3-9-1632-16</inkml:trace>
  <inkml:trace contextRef="#ctx0" brushRef="#br0" timeOffset="180313.22">4401 10561 33343 0,'0'0'1472'0,"0"0"320"0,0 0-1440 0,0 0-352 16,0 0 0-16,15-2 0 0,0 1 1472 0,5 0 240 16,3-2 32-16,3 2 16 0,2-2-736 0,0 3-128 15,1 2-48-15,1-4 0 0,-1 0-432 0,-2 0-96 16,1 2 0-16,-2-1-16 16,-2 0-1504-16,1 2-288 0,0 2-64 0</inkml:trace>
  <inkml:trace contextRef="#ctx0" brushRef="#br0" timeOffset="181391.12">5473 10394 1839 0,'0'0'160'0,"0"0"-160"16,0 0 0-16,10-1 0 0,-10 1 1952 0,10-4 352 15,-10 4 80-15,0 0 16 0,6-7-368 0,-6 7-80 16,0 0-16-16,5-8 0 0,-5 8 64 0,0 0 16 16,0 0 0-16,4-8 0 0,-4 8-400 0,0 0-80 15,0 0 0-15,0 0-16 0,-4-7-416 0,4 7-80 16,-5-4 0-16,5 4-16 0,-9-3-176 0,9 3-48 15,-10 3 0-15,3 1 0 0,-1 2-304 0,0 3-64 16,2 2-16-16,-2 2 0 0,0 4-240 0,0 2-160 0,2 5 192 0,-1 0-192 16,3 3 288-16,1 1-48 15,-1 0-16-15,4-2 0 0,0-3 64 0,2-2 16 0,1-3 0 0,2-2 0 16,2-4-112-16,0-3-32 16,1-3 0-16,1-6 0 0,0 0-160 0,2-6 0 0,2-2 0 0,0-2 0 15,-3-2 128-15,2-4-128 0,-3-1 192 0,2 0-64 16,-1-5 0-16,-1 3-128 0,-1-2 192 0,-1 1-64 15,-2 1-128-15,-1-1 0 0,-2 2 144 0,-2 1-144 16,0 2 128-16,-2-3-128 0,-2 4 160 0,1 3-160 16,-1 6 320-16,4 5-16 0,0 0-16 0,0 0 0 15,0 0 288-15,0 0 48 0,-4 9 16 0,2 12 0 16,2 0-384-16,4 5-64 0,1 0 0 0,1 3-16 0,1 0-176 0,2-1 160 16,0 2-160-16,0-4 160 0,2-1-160 0,0-3 0 15,2-1 0-15,1-4 0 0,-1-4 0 0,0-1-176 16,-2-6 16-16,0 0 0 15,-3-3-320-15,-8-3-64 0,0 0-16 0,0 0 0 16,0 0-1488-16,0 0-288 0,0 0-64 0</inkml:trace>
  <inkml:trace contextRef="#ctx0" brushRef="#br0" timeOffset="181984.83">6092 10550 28671 0,'0'0'1280'0,"0"0"256"0,0 0-1232 0,5 9-304 16,-1 1 0-16,-4-10 0 0,6 11 1136 0,-1 0 160 16,-5-11 48-16,4 11 0 0,1-1-576 0,-5-10-128 15,6 7 0-15,-6-7-16 16,7 8-1776-16,-7-8-336 0,0 0-80 0,0 0-12752 0</inkml:trace>
  <inkml:trace contextRef="#ctx0" brushRef="#br0" timeOffset="182109.79">6090 10752 19343 0,'0'0'1728'0,"0"0"-1392"0,-3 11-336 0,3-11 0 16,3 13 2880-16,-1-4 496 0,-2-9 96 0,4 9 32 0,-4-9-2128 0,5 8-416 15,-5-8-96-15,0 0-16 16,7 10-1632-16,-7-10-336 0,0 0-64 0</inkml:trace>
  <inkml:trace contextRef="#ctx0" brushRef="#br0" timeOffset="183981.62">7114 10370 28095 0,'0'0'1248'0,"0"0"256"0,0 0-1200 0,0 0-304 16,11-7 0-16,-1 0 0 0,1 0 1120 0,-1 2 160 15,2 0 48-15,2 1 0 0,2 2-320 0,-1-1-64 16,0 2-16-16,-1 1 0 0,-2 1-608 0,-2 4-128 16,-10-5-32-16,9 7 0 0,-2 0-160 0,-4 0 0 15,-2 1 0-15,-1 6 0 0,-4 1 0 0,0 1 0 16,-2 3 0-16,-1 0 0 0,0 2 0 0,2 0 0 16,0 0 0-16,2 0 0 0,2-2 0 0,2-4 0 15,2 0 0-15,1 1 0 0,2-2 0 0,6 6 0 16,1-3 160-16,0-2-160 0,0 1 176 0,2-3-176 15,-1-1 160-15,2-2-160 0,-3-2 224 0,-4-3-48 16,0 2-16-16,4-1 0 0,0 3 112 0,-4-1 32 16,-4 0 0-16,-2 1 0 0,-3 3 32 0,-3 0 16 15,-1-1 0-15,-5 2 0 0,-4 2-96 0,-1 0-32 16,-2 1 0-16,5-4 0 0,-4 1-224 0,1-3 0 16,-2 2 0-16,1-2 0 0,-1 1-320 0,3-3 64 15,1 0 0-15,-2-1 0 16,3 0-480-16,11-7-96 0,0 0 0 0,0 0-10496 0,0 0-2112 15</inkml:trace>
  <inkml:trace contextRef="#ctx0" brushRef="#br0" timeOffset="184169.1">7717 10574 3679 0,'0'0'160'0,"8"9"32"0,1 1-192 0,1-1 0 0,2-1 0 0,1 0 0 0,0-1 7472 0,-1-2 1440 15,-2-1 304-15,0 0 48 0,2 0-6976 0,0-1-1392 16,0 0-288-16,-1-2-48 16,1 1-1104-16,-3 0-224 0,-9-2-32 15,9 2-16-15,-9-2-208 0,10 5-64 0,-10-5 0 0,6 6 0 16,-6-6-512-16,0 11-128 0,-3-1 0 0</inkml:trace>
  <inkml:trace contextRef="#ctx0" brushRef="#br0" timeOffset="184309.73">7688 10808 20271 0,'0'0'1792'0,"0"0"-1424"16,0 0-368-16,12 4 0 0,1 3 2960 0,1-6 528 16,2 0 96-16,2-1 32 0,2 0-2000 0,2 2-400 15,1-2-64-15,2 2-32 0,0-2-352 0,0 0-80 16,-2 0-16-16,-1 3 0 16,0 0-1888-16,-2-1-368 0,-2-1-80 0</inkml:trace>
  <inkml:trace contextRef="#ctx0" brushRef="#br0" timeOffset="186099.42">8534 10692 17503 0,'0'0'1552'0,"0"0"-1232"15,0 0-320-15,0 0 0 0,0 0 2448 0,0 0 432 16,0 0 96-16,0 0 16 0,0 0-1088 0,0 0-224 16,0 0-32-16,12-2-16 0,0-5-272 0,2 5-48 15,5-1-16-15,2 2 0 0,-1-1-336 0,-2 1-80 16,6-1-16-16,16 0 0 0,3 1-32 0,4 0-16 15,3-1 0-15,3 0 0 0,3 0-192 0,-2 1-48 16,-1 0 0-16,-3-2 0 0,-6 2-192 0,-1 0-64 16,-3 1 0-16,-1 1 0 0,-2-2-32 0,-3 2-16 15,-4 3 0-15,-4-3 0 0,-5 4-48 0,-3-1-16 0,-5 0 0 0,-3 0 0 16,-10-4-32-16,0 0-16 0,7 12 0 0,-7-12 0 16,-1 13-160-16,-3-4-192 0,-3-3 32 0,-1 0 16 31,-1-2-1264-31,-2 1-240 0,-4-4-48 0,0 0-16 15,-4-2-1152-15,1 0-224 0,-2-2-48 0</inkml:trace>
  <inkml:trace contextRef="#ctx0" brushRef="#br0" timeOffset="186474.37">8563 9898 17503 0,'-4'-14'768'0,"3"8"176"0,-1-4-752 0,0-5-192 0,0 3 0 0,4 0 0 0,-2 12 4016 0,5-8 768 16,0 1 144-16,-5 7 48 0,0 0-2912 0,13 4-576 16,0 2-112-16,0 7-32 0,0 7-768 0,-1 3-176 15,-2 2-16-15,1 4-16 0,-2 2-192 0,0 1-48 16,-1 1 0-16,1-2 0 0,-1-3-128 0,2-1 0 15,2-1 144-15,0-4-144 0,0-2 176 0,-2-6-48 16,2-2 0-16,-1-2 0 0,1-3 512 0,-12-7 112 16,11 3 16-16,2-3 0 0,0-3 0 0,0-5 0 15,-2-2 0-15,1-3 0 0,0-4-336 0,0-2-64 16,-2-1-16-16,2-4 0 0,0-3-192 0,-1-1-32 0,1 1-128 16,1 1 192-16,1 1-192 0,1 3-240 15,0 2 48-15,-2 5 16 16,-1 0-1360-16,-1 2-256 0,-2 3-64 0,-2 3-16 15,3 4-1728-15,-10 3-352 0</inkml:trace>
  <inkml:trace contextRef="#ctx0" brushRef="#br0" timeOffset="186724.34">9082 10132 4607 0,'0'0'192'0,"0"0"64"0,0 0-256 0,0-8 0 0,0 8 0 0,0 0 0 16,2-8 5696-16,-2 8 1088 0,0 0 208 0,0 0 48 0,0 0-4304 0,9 8-880 15,1 2-160-15,-4 3-32 0,-2 3-608 0,-1 1-112 16,-2 1-32-16,0 3 0 0,1-1-512 0,-1 3-96 16,0-5-32-16,0 2 0 0,1 0-528 0,-4-7-128 15,1 0 0-15,0 5-16 16,1-3-752-16,0-3-128 0,0-12-48 0,-3 9 0 15,3-9-1424-15,0 0-272 0,0 0-64 0</inkml:trace>
  <inkml:trace contextRef="#ctx0" brushRef="#br0" timeOffset="187077.96">9174 10054 20271 0,'0'0'1792'0,"11"-3"-1424"15,-11 3-368-15,14 0 0 0,0 3 2832 0,1 0 496 0,-1 3 112 0,-1 0 16 0,-2 2-1792 0,-2 1-368 16,-3 2-64-16,-6-11-16 0,5 13-640 0,-2 0-144 16,-4 0-32-16,-3 1 0 0,-3 2-224 0,2-6-48 15,-3 3-128-15,-5 3 192 0,-1-1-32 0,1-2-16 16,0-1 0-16,0 0 0 0,-4-4 96 0,0-2 16 16,1-2 0-16,2-1 0 0,2-2-80 0,2-1-16 15,-1-3 0-15,11 3 0 0,0 0-16 0,0 0 0 16,-6-5 0-16,6 5 0 0,0 0 0 0,0 0 0 15,0 0 0-15,13-1 0 0,1 4-144 0,0 0 0 0,2 3 0 0,1 0 0 16,-3 1 192-16,1 1 0 16,-1 1 0-16,0-1 0 0,-1-1-64 0,2 1-128 15,-2 1 192-15,0-1-64 0,-3 0-128 0,1 0 0 0,-11-8 144 0,9 10-144 32,-9-10-336-32,6 8-144 0,-6-8-32 0,0 0 0 15,0 0-1584-15,0 0-320 0,0 0-64 0</inkml:trace>
  <inkml:trace contextRef="#ctx0" brushRef="#br0" timeOffset="187644.65">9667 9900 22751 0,'0'0'1008'0,"-6"-4"208"0,-2 4-976 16,0 0-240-16,-1 0 0 0,1 2 0 0,0 4 2192 0,0 1 400 15,-1 4 80-15,0 3 16 0,0 4-736 0,4 6-144 16,-1 3-16-16,3 5-16 0,-3-1-528 0,5 1-96 16,1 4-32-16,3-2 0 0,2-3-352 0,0-10-80 15,0 1-16-15,7 9 0 16,0-7-880-16,1-5-176 0,0-2-48 0,3-4 0 15,3-6-512-15,1-3-96 0,-3-4-32 0,-2-4 0 16,1-3-368-16,-2-5-80 0,1-1-16 0,-1-2 0 16,-1-2-1920-16,-5 4-384 0,0-3-64 0</inkml:trace>
  <inkml:trace contextRef="#ctx0" brushRef="#br0" timeOffset="187879">9821 10080 10127 0,'0'0'448'0,"-4"9"96"15,0 5-544-15,0 2 0 0,2 5 0 0,-1-1 0 0,2 3 4736 0,2-1 832 0,3 0 160 0,-2-8 32 16,2 1-3600-16,6 5-736 15,0-5-144-15,0-3-16 0,1-3 256 0,1-3 48 0,2-3 16 0,2-2 0 16,-1-3-432-16,2-2-96 0,0-3-16 0,-1-2 0 16,-2 0-544-16,-1-3-112 0,-1-1-32 0,-3 0 0 15,-1-1-32-15,-4 1-16 0,-3-3 0 0,-4 2 0 16,-3-6 16-16,-5 3 0 0,-2-1 0 0,-4 0 0 16,-3-1-320-16,0 2 0 0,-1 3-208 0,2 1 80 15,-1 4-720 1,3 4-144-16,3 2-32 0,2 3 0 0,0 4-1200 0,3 1-240 0,3 2-48 0,6-7-9088 15,-6 10-1824-15</inkml:trace>
  <inkml:trace contextRef="#ctx0" brushRef="#br0" timeOffset="188113.36">9977 9952 31839 0,'0'0'1408'0,"0"0"304"0,11-5-1376 0,-1-1-336 0,2 1 0 0,1 3 0 15,-1-1 1552-15,2 2 240 16,3-2 64-16,3 2 0 0,-1-1-672 0,1 2-128 0,-3 4-32 0,2-2 0 16,-2-2-640-16,1-2-128 0,1 1-16 0,-2 0-16 15,-3-2-224-15,-2 2 0 0,-1 0 0 0,-1 1 0 31,-10 0-1712-31,9-4-224 0,-9 4-48 0,0 0-9520 0,0 0-1888 0</inkml:trace>
  <inkml:trace contextRef="#ctx0" brushRef="#br0" timeOffset="188300.84">10182 9745 9215 0,'0'0'816'0,"0"0"-656"0,0 0-160 0,0 0 0 0,1 10 5344 0,-1 3 1040 16,2-3 208-16,-2 4 32 0,-2-1-3520 0,1 2-704 15,-2 1-144-15,2 1-16 0,1 1-848 0,-1-1-176 16,-2 3-16-16,1-1-16 0,0 1-960 0,0-1-224 16,-1-1 0-16,2 3 0 15,1 1-2224-15,0 2-448 0,1 1-80 0</inkml:trace>
  <inkml:trace contextRef="#ctx0" brushRef="#br0" timeOffset="188709.89">10470 9848 19343 0,'0'0'848'0,"0"0"192"0,12 1-832 0,0 4-208 16,-2 3 0-16,0 2 0 0,0 2 3648 0,-3 0 672 16,0 3 144-16,-1 5 16 0,0 0-2192 0,-1 2-448 15,-2 2-96-15,-1 4-16 0,-2 1-672 0,-2-1-144 16,-2 2-16-16,-4 4-16 0,0-3-400 0,-2 2-80 16,-2 0-16-16,-4-1 0 0,-1-1-384 0,3-7 0 15,-3 1 0-15,-3 2 0 16,-1 0-1984-16,-1 2-416 0,0 0-96 0</inkml:trace>
  <inkml:trace contextRef="#ctx0" brushRef="#br0" timeOffset="189287.79">9320 10685 3679 0,'0'0'160'0,"0"0"32"0,0 0-192 0,0 0 0 16,0 0 0-16,0 0 0 0,-8 2 5200 0,8-2 1008 16,-6 0 192-16,6 0 32 0,0 0-3712 0,0 0-736 0,-8 3-160 0,8-3-32 15,0 0-496-15,0 0-96 0,0 0-32 0,0 0 0 16,-4 6-320-16,4-6-64 0,2 7-16 0,3-1 0 15,0 1-176-15,3-1-32 0,2 1-16 0,3-2 0 16,4 0 32-16,4 2 16 16,2-3 0-16,7 0 0 0,4 0-16 0,4-2-16 15,5 1 0-15,2-1 0 0,3-2-128 0,4 0-32 0,4-1 0 0,4 0 0 16,5-3-112-16,2 0-32 0,2 1 0 16,-4-1 0-16,-4 2-64 0,-1-5 0 0,-5 3-16 0,-2-1 0 15,-4 0-32-15,-6 1 0 0,-4 1 0 0,-1 2 0 16,-5 0 48-16,-4 0 16 0,-5 1 0 0,2 0 0 15,-8 0-64-15,-4 0-16 0,-5 2 0 0,-9-2 0 16,0 0-128-16,0 0 0 0,0 0 144 0,0 0-144 16,-10 1-1024-1,-2-1-256-15,-1-1-64 0,3-1-16 0,-3 0-2480 0,-3 1-512 0</inkml:trace>
  <inkml:trace contextRef="#ctx0" brushRef="#br0" timeOffset="190071.76">9208 11147 22511 0,'0'0'992'0,"0"0"224"0,0 0-976 0,0 0-240 16,0 0 0-16,0 0 0 0,0 0 1072 0,0 0 160 15,0 0 48-15,0 0 0 0,0 0 80 0,0 0 32 16,0 0 0-16,0 0 0 0,0 0-560 0,0 0-96 16,0 0-32-16,0 0 0 0,0 0 128 0,0 0 0 15,0 0 16-15,0 0 0 0,0 0-32 0,0 0-16 16,8-2 0-16,-8 2 0 0,0 0-192 0,8-3-32 16,-2 2-16-16,-6 1 0 0,0 0-208 0,0 0-32 15,8-1-16-15,0 1 0 0,-8 0-176 0,9 1-128 0,0 1 192 0,2 2-192 16,-2 0 176-16,1 0-176 0,-1 1 160 0,2-2-160 15,0 2 240-15,3 2-48 16,0-1-16-16,0 1 0 0,-1-1-176 0,2 1 0 16,-2 2 0-16,1-1 128 0,-5 2 16 0,0 2 0 0,-1-3 0 0,0 3 0 15,-6 1 96-15,-2 2 16 0,-1-1 0 0,-3 0 0 16,-2 1-128-16,-3 1 0 0,-2 0-128 0,-2-1 192 16,-1 2-192-16,-2-1-128 0,-1-3 128 0,2-1-208 15,-1 0 208-15,2-3 0 0,-1-3 144 0,4 2-144 16,-1-5 128-16,3 1-128 0,1-2 0 0,8-2 0 15,0 0 272-15,0 0-32 0,0 0-16 0,0 0 0 0,4 8-64 16,2 0-16-16,5 1 0 0,2 0 0 0,1-2-144 0,4 0 192 16,3 0-192-16,4-2 192 0,1-1-192 0,4-1 160 15,-1 1-160-15,1-4 160 0,1 0-160 0,0 0 0 16,-2-3 0-16,-4 2 0 16,-3-1-1920-16,-5 2-320 0,-2 0-64 0,1-1-17072 15</inkml:trace>
  <inkml:trace contextRef="#ctx0" brushRef="#br0" timeOffset="190919.26">11122 10696 1839 0,'0'0'160'0,"0"0"-160"15,3-9 0-15,1 1 0 0,1-1 6304 0,3 1 1232 16,3 3 240-16,2 1 48 16,3-1-4832-16,4 2-976 0,2 2-192 0,5 1-32 15,0 1-576-15,2 2-96 0,-1 2-32 0,0-1 0 16,3 1-320-16,3 1-80 0,0-2-16 0,4-1 0 0,1 0-432 0,-1-2-96 15,1-2-16-15,-2 1 0 0,-2-1 0 0,-5-1 0 0,-4 1 0 0,-4 0 0 16,-2 0-272-16,-3-1-64 0,-4 0-16 0,-4 0 0 31,-9 2-880-31,0 0-176 0,0 0-48 0,0 0 0 16,0 0-2448-16,-7-6-480 0</inkml:trace>
  <inkml:trace contextRef="#ctx0" brushRef="#br0" timeOffset="191106.74">11445 10361 21183 0,'0'0'944'0,"0"0"192"0,0 0-912 0,9 11-224 0,-1 2 0 0,0 1 0 0,0 6 3808 0,-2 3 720 16,0 6 144-16,-4 2 16 0,0 6-3168 0,-2 4-640 16,-2 2-128-16,1 0-32 0,-2 3-432 0,1 0-96 15,0-3 0-15,1-2-16 16,0 0-1008-16,2 0-208 0,2 1-48 0,-1-13-16192 15</inkml:trace>
  <inkml:trace contextRef="#ctx0" brushRef="#br0" timeOffset="191575.45">12552 10742 23951 0,'-15'4'2128'0,"9"-4"-1696"0,0 0-432 0,6 0 0 0,0 0 1504 0,0 0 224 16,0 0 32-16,0 0 16 0,9 0-1008 0,5-4-208 16,5 1-48-16,5-1 0 0,8 2 912 0,5-3 176 15,8-1 48-15,4 2 0 0,5 2 80 0,0 2 0 16,3 1 16-16,25 3 0 0,-4 1-672 0,-1 2-144 15,0-3-32-15,-3 2 0 0,-5 1-512 0,-5-1-96 16,-5-2-32-16,-3 0 0 0,-5-1-256 0,-19-1 0 16,-1 0 128-16,11 0-128 0,-9 1 0 0,-8-2 0 15,-6-1 128-15,-6 1-128 0,-13-1 0 0,0 0 0 16,0 0 0-16,0 0-144 16,-2-7-1552-16,-5-1-304 0,-2-3-64 0,-4 0-11072 15,-3-5-2224-15</inkml:trace>
  <inkml:trace contextRef="#ctx0" brushRef="#br0" timeOffset="192030.37">12517 9672 24879 0,'0'0'2208'0,"1"-10"-1760"15,-1 10-448-15,0 0 0 0,6-7 1984 0,-6 7 304 16,0 0 64-16,0 0 16 0,13 11-1056 0,-3 5-208 15,-4 4-32-15,2 7-16 0,0 6-480 0,-3-9-112 16,-1 4-16-16,3 17 0 0,-2 4-320 0,0-5-128 16,2-1 0-16,-1-4 0 0,2-4 0 0,0-4 0 15,1-3 0-15,0-3 0 0,2-7 0 0,-2-4 128 0,0-3-128 0,0-4 0 16,1-1 576-16,-10-6 64 16,12-3 0-16,0-3 16 0,1-5 272 0,1-7 48 0,1-3 16 0,0-4 0 15,1-5-496-15,0-2-112 16,0-5 0-16,3 1-16 0,-4-1-368 0,0 1 128 15,-2-6-128-15,0 4 0 0,1 6 0 0,-1 0-256 16,-1 0 32-16,-2 6 16 16,-1 9-1472-16,-1 4-304 0,-1 3-48 0,-7 10-16192 0</inkml:trace>
  <inkml:trace contextRef="#ctx0" brushRef="#br0" timeOffset="192344.18">12938 10278 28671 0,'0'0'1280'0,"5"12"256"0,1-2-1232 0,-1 2-304 15,0-4 0-15,1-1 0 0,2-1 1520 0,1-1 240 16,2 0 48-16,-1-4 16 0,3-2-736 0,0 0-128 15,-1-6-48-15,1 2 0 0,0-3-272 0,-1 0-64 16,-3-1-16-16,-2 0 0 0,-4-1 80 0,0 0 32 16,-2 3 0-16,-1-2 0 0,0 9-48 0,-4-11-16 0,-5 2 0 0,-2 1 0 15,-1-2-352-15,3 5-80 16,-3-2-16-16,-8-1 0 16,2 3-512-16,1 1-96 0,3 1-32 0,-2 3 0 15,-1 0-976-15,3 3-192 0,2 0-32 0,3 1-16 16,1-1-768-16,8-3-160 0,-6 7-16 0</inkml:trace>
  <inkml:trace contextRef="#ctx0" brushRef="#br0" timeOffset="192737.74">13448 9699 13823 0,'0'0'1216'0,"0"0"-960"16,0 0-256-16,0 0 0 0,-5-8 3680 0,5 8 688 16,-9-5 144-16,1 5 32 0,-1 8-2224 0,-1 2-432 15,0 2-96-15,-2 5 0 0,1 5-880 0,-4 1-160 16,0 4-48-16,0 3 0 0,3 2-160 0,2 5-32 16,1 3-16-16,4-1 0 0,1 2 128 0,1-5 16 0,2-1 16 0,3-1 0 31,5-1-1232-31,3-5-256 0,2-1-64 0,4-5 0 15,2-8-2752-15,2-5-576 0,2-5-96 0,0-5-32 0</inkml:trace>
  <inkml:trace contextRef="#ctx0" brushRef="#br0" timeOffset="192972.1">13544 10038 5519 0,'-4'16'496'0,"2"-1"-496"15,2 1 0-15,1-1 0 0,2 1 6144 0,1-3 1120 16,1 0 224-16,0-2 64 0,-5-11-4768 0,8 7-944 15,1-1-192-15,1-6-48 0,1-3-688 0,1-1-144 16,1-5-16-16,-3 0-16 0,0-2-432 0,0-2-96 16,-3-1-16-16,1 1 0 0,-3-1 64 0,-1-1 16 15,-2 1 0-15,-5 0 0 0,-1-3-16 0,-1 1 0 16,-2-3 0-16,-3 2 0 0,-2 0-496 0,1 4-96 16,-1 1-32-16,1 4 0 15,2 3-1136-15,9 5-224 0,0 0-64 0,-9 1 0 16,9-1-1456-16,0 0-288 0</inkml:trace>
  <inkml:trace contextRef="#ctx0" brushRef="#br0" timeOffset="193237.69">13753 9752 33279 0,'0'0'1472'0,"0"0"320"0,0 0-1440 0,0 0-352 0,0 0 0 0,0 0 0 16,0 0 1488-16,0 0 240 0,14 7 32 0,1-2 16 0,0-1-912 0,3-1-176 15,2 1-48-15,1-2 0 0,1 1-384 0,-1-1-96 16,0 1-16-16,1-2 0 0,0-1-144 0,-1-1 0 16,-1 1 0-16,-1-1 0 15,-5-1-1632-15,-1 0-208 0,-2-2-32 0,-3 1-16 16,-8 3-1360-16,0 0-272 0,0 0-48 0</inkml:trace>
  <inkml:trace contextRef="#ctx0" brushRef="#br0" timeOffset="193378.31">13925 9602 13823 0,'0'0'608'0,"0"0"128"0,0 0-592 0,0 0-144 16,0 0 0-16,0 0 0 0,-8 12 5056 0,4-1 960 16,3 3 208-16,-2 7 48 0,2 5-4240 0,1 0-848 15,1 1-160-15,2 2-48 0,1-3-768 0,2 3-208 0,-2-2 0 0,2 1 0 31,-1-6-2320-31,3 2-560 0,2 3-96 0,-3-8-32 0</inkml:trace>
  <inkml:trace contextRef="#ctx0" brushRef="#br0" timeOffset="193544.25">14214 9651 11967 0,'8'9'1072'0,"1"1"-864"0,2 3-208 0,-1 4 0 16,2 4 6144-16,-3 4 1200 0,-2 2 224 0,-2 2 48 15,-1 1-4944-15,-3 3-1008 0,-2 2-192 0,-3 3-32 16,-3 1-672-16,-2 2-128 0,-3 2-16 0,-2 2-16 16,-2 2-384-16,0-4-80 0,-4 1-16 0,4-11 0 31,-1 6-1856-31,-5 0-368 0,-3 1-80 0</inkml:trace>
  <inkml:trace contextRef="#ctx0" brushRef="#br0" timeOffset="194231.72">13053 11103 14735 0,'0'0'1312'0,"0"0"-1056"0,0 0-256 0,0 0 0 16,0 0 3648-16,0 0 656 0,0 0 144 0,0 0 32 16,0 0-2896-16,0 0-576 0,0 0-112 0,-7 5-32 15,-2 2-352-15,0 2-80 0,-1 4-16 0,-1-1 0 0,1 2-144 0,1 0-16 16,0 2-16-16,2 1 0 0,0-4 224 0,4 4 48 15,1-3 16-15,5 2 0 0,3 0 64 0,4-1 16 16,3 0 0-16,2-2 0 0,3-2-192 0,6 0-32 16,1 0-16-16,5-3 0 15,4 1-144-15,1-1-32 0,3-1 0 0,-1-2 0 0,4-2-192 0,-2-2 176 16,-3-1-176-16,-2 0 160 0,-2-3-160 0,-5-2-176 16,-4-1 48-16,-2-2 0 15,-2 0-1248-15,-4-3-240 0,0-2-48 0,-5-1-9856 16,-2-2-1984-16</inkml:trace>
  <inkml:trace contextRef="#ctx0" brushRef="#br0" timeOffset="194372.34">13286 11044 24879 0,'-4'10'2208'0,"-1"4"-1760"16,0 5-448-16,-2 2 0 0,1 8 3152 0,-1 1 560 16,1 6 96-16,-1 1 32 0,1 2-2256 0,1 1-448 15,1 3-96-15,0 1-16 0,0 1-512 0,2 2-128 16,0 0 0-16,1-1-16 0,1 1-368 0,1-4 0 15,1-3 0-15,2-1-12912 16,0-2-2608-16</inkml:trace>
  <inkml:trace contextRef="#ctx0" brushRef="#br0" timeOffset="196404.62">2876 12211 14111 0,'0'0'624'0,"0"-9"128"0,0-1-608 0,0 1-144 0,0-2 0 0,0 2 0 16,-1 0 1920-16,1 9 368 0,-2-9 64 16,2 9 16-16,0 0-416 0,0 0-80 0,0 0-16 0,0 0 0 15,0 0-448-15,0 0-80 0,0 0-32 0,-4 13 0 16,1 5-704-16,1 7-144 0,1 2-16 0,1 7-16 16,0 5-112-16,0 4-32 0,0 3 0 0,0 1 0 0,1 4-80 0,2-1-32 15,-2 3 0-15,2-6 0 0,-1-6-160 0,2-4 0 16,0-6 0-16,0-4 0 0,0-2 0 0,0-4-256 15,2-7 48-15,0-3 0 16,-6-11-1584-16,6 6-320 0,-6-6-64 0,12-1-11792 16</inkml:trace>
  <inkml:trace contextRef="#ctx0" brushRef="#br0" timeOffset="196618.34">3255 12366 14735 0,'0'0'1312'0,"0"0"-1056"16,0 0-256-16,0 0 0 0,-7-2 2368 0,-4 2 400 15,-2 4 96-15,-1 2 16 0,-4 3-2032 0,-1 0-400 16,1 3-64-16,-2 0-32 0,-4 1-352 0,2 1 144 16,1 1-144-16,4-1 0 0,2-1 448 0,5 1 0 15,2-1-16-15,3-1 0 0,4 0 480 0,3 1 112 16,2 0 0-16,3 0 16 0,3-1-320 0,4 1-64 16,3 0-16-16,2-2 0 0,-4-1-176 0,3-1-32 15,2 0-16-15,0 1 0 0,-3 1-208 0,0-1-32 16,-2-1-16-16,-1 2 0 0,-2-1-336 0,-1 1-64 15,-4-1-16-15,1 0 0 16,1-3-2752-16,-9-7-576 0</inkml:trace>
  <inkml:trace contextRef="#ctx0" brushRef="#br0" timeOffset="196883.94">3317 12471 3679 0,'2'10'320'0,"1"4"-320"0,-1 3 0 0,4 4 0 16,7 3 5184-16,-4 2 976 0,-5-3 192 0,1-1 48 16,0-1-4992-16,0-1-1008 0,-1-3-192 0,3-2-32 15,1-5 160-15,1-3 48 0,-9-7 0 0,13 4 0 16,-1-4 560-16,-2-2 112 0,-1-5 32 0,2-2 0 16,0-4 496-16,0-3 96 0,-3-1 32 0,1-3 0 15,1-1-896-15,1 0-176 0,-5-1-48 0,3 1 0 0,0 0-400 0,0 1-192 16,-3-2 160-16,-1 1-160 0,1 2 0 15,-2 2-192-15,0 0 16 0,-1 3 0 16,-1-1-1680-16,0 2-320 16,-2 3-80-16,-2-1-13488 0</inkml:trace>
  <inkml:trace contextRef="#ctx0" brushRef="#br0" timeOffset="197180.79">3637 12300 14735 0,'0'0'1312'0,"6"10"-1056"0,-1 1-256 0,3 4 0 16,-2 6 3072-16,2 1 544 16,0 3 112-16,-2 4 32 0,1-2-2096 0,-2 6-432 0,0-3-80 0,-2 2 0 15,-2 2-640-15,-1 3-112 0,0 2-16 0,0-3-16 16,1-4-368-16,-1-4 128 0,0-3-128 0,0-5 0 16,3-6 288-16,-2-2-16 15,-1-12 0-15,0 0 0 0,0 0 736 0,6 8 144 0,-6-8 16 0,0 0 16 16,11 0-208-16,0-3-32 15,0-1-16-15,1-1 0 0,-1-3-416 0,0 2-64 0,2-1-32 0,-1 2 0 16,0-2-272-16,2 3-144 0,2 2 160 0,2 0-160 16,0 2 0-16,-1 0 0 0,-1 2 0 0,1 2 0 31,-1 0-896-31,-1 1-256 0,0 0-64 0,-1 2-16 0,-1-1-1776 16,-1-1-336-16,-3 0-80 0</inkml:trace>
  <inkml:trace contextRef="#ctx0" brushRef="#br0" timeOffset="197498.08">4221 12450 32255 0,'13'-3'1424'0,"-13"3"304"0,11-2-1392 15,2-1-336-15,3-1 0 0,-1 1 0 0,1 1 1424 0,0-1 224 0,-1 1 32 0,1 0 16 16,1 0-784-16,-2 0-144 16,2 2-48-16,0 0 0 0,2-1-480 0,-3 1-112 15,-1-1 0-15,-1 1-128 0,1 0 0 0,-2 1 0 16,-13-1 0-16,11 3 0 15,-11-3-288-15,0 0-160 0,0 0-48 0,0 0 0 0,0 0-2672 0,0 0-544 16,0 0-96-16</inkml:trace>
  <inkml:trace contextRef="#ctx0" brushRef="#br0" timeOffset="198514.96">4431 12413 5519 0,'0'0'496'0,"0"0"-496"16,0 0 0-16,0 0 0 0,0 0 3808 0,0 0 672 16,0 0 128-16,0 0 16 0,0 0-2160 0,-6-5-432 15,6 5-96-15,-11-4-16 0,1 2-736 0,0-1-160 16,-1 2-16-16,1 1-16 0,-3 1-240 0,0 2-48 16,0 2-16-16,-2 1 0 0,-2 3-288 0,7-1-48 15,-1 1-16-15,0 3 0 0,-2 2-208 0,0 2-128 16,2 2 128-16,2 3-128 0,3 1 0 0,0 1 0 15,2 0 0-15,4-1 0 0,3-2 128 0,2-2-128 16,4-1 160-16,2-5-160 0,3-3 384 0,2-3-32 0,1-3 0 0,0-3 0 16,1-7 96-16,0-2 0 15,-1-4 16-15,3-1 0 0,1-6-144 0,-3 1-16 0,0-3-16 0,-1-1 0 16,-1 1-128-16,2-8-32 0,-4 3 0 0,-3 5 0 16,-5 3 112-16,-2 5 16 0,-4 2 0 0,0 3 0 15,-1 1 208-15,1 8 48 0,0 0 16 0,0 0 0 16,-9 2-160-16,0 4-48 0,1 3 0 0,2 3 0 15,1 4-320-15,0 3 0 16,1 0 0-16,2 1 0 0,2 4 0 0,1-2 0 0,1-2 0 0,4-2 0 16,0 0 0-16,3-4 0 0,3-3 0 0,1-3-128 15,1-4 128-15,2-4-160 0,1-6 160 0,0-1-160 16,0-5 160-16,1-4-192 0,2-1 192 0,-3 0-192 16,-3-4 192-16,4-9 0 0,-1 2 0 0,-4 0 0 0,-2 1 128 15,-1 2-128-15,-1-2 128 0,-1 1-128 0,-4 0 144 0,0 2-144 16,-2 2 192-16,0 4-192 0,-2 4 304 0,0 3-48 15,0 11-16-15,0 0 0 0,0 0 96 0,0 0 32 16,0 0 0-16,-4 16 0 0,1 3-240 0,2 5-128 16,-2 2 160-16,2 3-160 0,2-2 0 0,2-6 0 15,0 2 0-15,0 3 0 0,4-1 0 0,0 1 0 16,-1-1 0-16,1 0 0 16,-1-2-496-16,2-2 16 0,1-4 0 0,0-1 0 15,-1-2-480-15,1-2-112 0,-4-3-16 0,-1-3 0 16,-4-6-1536-16,0 0-304 0,0 0-64 0,0 0-16 15,0 0 1280-15,-12-4 240 0,2-2 48 0,-2-1 16 16,-1 1 176-16,-2-6 32 0,-2 0 16 0,2 3 0 0,-4-1 1200 0,-2-5 224 0,-1 0 48 16,0-1 16-16,2-2 1056 0,3 4 192 0,4 1 64 0,3 1 0 15,3 0 752-15,2 3 144 16,2 1 48-16,5 2 0 0,3-1-688 0,3 6-144 0,3-2-32 0,5 3 0 16,2 0-800-16,4 3-176 15,2-2-16-15,2 4-16 0,-3-5-352 0,2 2-64 0,1-1 0 0,-1 0-16 16,0-1-240-16,0 0 0 15,-1-1 0-15,9 1 0 16,-6 0-2512-16,-6 0-496 0,-1 1-112 0</inkml:trace>
  <inkml:trace contextRef="#ctx0" brushRef="#br0" timeOffset="208652.81">7163 6501 1839 0,'0'0'160'0,"0"0"-160"16,0 0 0-16,13-9 0 0,-13 9 3712 0,0 0 704 15,0 0 128-15,0 0 48 0,2-8-2224 0,-2 8-448 16,0 0-96-16,0 0-16 0,0 0-272 0,0 0-48 0,0 0-16 0,-4 13 0 16,2 0-864-16,-1 3-176 0,-1 2-48 0,2 3 0 15,-1 1-112-15,0 1-16 0,-1 4-16 0,1-1 0 16,0-2-64-16,-1 2-16 0,1-2 0 0,2-3 0 15,1-4-160-15,0 0 160 16,-1-3-160-16,1-2 160 0,1-2-160 0,-1-10-176 0,0 0 48 0,0 0 0 31,0 0-3136-31,0 0-640 0</inkml:trace>
  <inkml:trace contextRef="#ctx0" brushRef="#br0" timeOffset="209098.8">7146 6420 18431 0,'0'0'816'0,"0"0"160"0,0 0-784 0,0 0-192 16,0 0 0-16,5 11 0 0,0-2 2896 0,0 6 544 16,1 5 96-16,-3 3 32 0,1 5-2496 0,2-1-496 0,-3 3-112 15,1-4-16-15,0 3-448 0,0-2 128 0,1 1-128 0,1-4 0 16,0-1 0-16,1-7 0 0,1 0 0 0,-1-5 0 16,1-4 128-16,0 1-128 0,-8-8 0 0,9 5 0 15,-9-5 336-15,11-2-16 0,-2-2-16 0,-2-1 0 16,1-6 240-16,0 2 48 0,0-5 16 0,-2-1 0 0,1-2-256 0,1 1-48 15,-2-1-16-15,2-4 0 0,0-1-144 0,-2 1-16 16,1 1-128-16,0 1 192 0,-1-4-192 0,1 4 144 16,-2 2-144-16,1 3 128 0,0 2 240 0,-1 5 32 15,-5 7 16-15,0 0 0 0,0 0-112 0,0 0-32 16,0 0 0-16,6 13 0 0,-1 4-272 0,1 3 128 16,-2-1-128-16,-1-3 0 0,0 1 0 0,2 10 0 15,1-2 0-15,0-1 0 0,2-6 0 0,2-1 0 16,-1-3 0-16,1-1 0 0,-3-1 0 0,1-2 0 15,1-2 0-15,0-1 0 0,-9-7 160 0,11 5-160 16,-2 0 128-16,-9-5-128 0,0 0 160 0,0 0-160 16,0 0 192-16,0 0-192 0,9-2 208 0,-9 2-64 15,0 0-16-15,8-4 0 0,-8 4-128 0,5-7 0 16,-5 7 0-16,0 0 0 0,0 0 0 0,0 0-224 16,0-13 32-16,0 13 0 15,0 0-400-15,0 0-80 0,0 0-16 0,0 0 0 31,-2-9-2672-31,2 9-544 0</inkml:trace>
  <inkml:trace contextRef="#ctx0" brushRef="#br0" timeOffset="209333.17">7718 6627 15663 0,'0'0'1392'0,"0"0"-1120"0,0 0-272 0,5 13 0 0,-1-1 2992 0,0 1 528 0,0 0 128 0,0 2 0 0,1-5-1024 0,-1 3-224 16,-1 0-32-16,1-2-16 0,-2 0-1024 0,2 1-208 15,-1 1-32-15,-1-1-16 0,-2-12-640 0,3 11-128 16,-2 1-32-16,-1-12 0 0,3 12-80 0,-3-12 0 16,1 10-16-16,-1-10 0 0,0 0-384 0,0 0-80 15,0 0-16-15,0 0-12192 16,0 0-2448-16</inkml:trace>
  <inkml:trace contextRef="#ctx0" brushRef="#br0" timeOffset="210998.11">5314 12177 11967 0,'0'0'1072'0,"3"-5"-864"0,-2-1-208 0,-1 6 0 0,13-13 2416 16,-13 13 432-16,0 0 96 0,0 0 0 0,0 0-784 0,0 0-176 16,0 0-16-16,0 0-16 0,0 0-608 0,3 16-128 15,-2 5-32-15,0 7 0 0,0 4-592 0,-1 4-112 16,0 1-32-16,0-5 0 0,0 0-96 0,-1 3-32 16,-1 1 0-16,-1 1 0 0,2 1-80 0,-2-1-32 15,2-2 0-15,-2-1 0 0,0-3-208 0,1-2 144 0,-1-2-144 0,2-3 128 31,1-5-480-31,0-2-96 0,0-4-32 0,0-1 0 16,0-6-1280-16,0-6-256 0,0 0-48 0,0 0-16 16,4-6-368-16,0-7-80 0,0-4-16 0,1-10 0 15,0-3 1008-15,2-2 192 0,-1 1 32 0,1-2 16 16,-2-1 208-16,-1-1 64 0,-2-1 0 0,-2-2 0 0,-2-1 1024 0,-1-2 272 0,1 1 32 0,-2 0 0 16,-2 2 1744-16,4 5 336 0,1 6 80 0,2 5 16 15,1 5 144-15,0 5 48 0,-1 3 0 0,-1 9 0 16,0 0-624-16,0 0-128 0,13 14-32 0,-1 7 0 15,0 5-960-15,-5 7-192 0,1 1-32 0,-1 5-16 16,-1 4-448-16,-2-15-96 0,-1 4-16 0,1 2 0 16,1-2-128-16,0 2 0 0,-1-4 0 0,1-3 128 0,2-3 0 0,-1-4 0 15,-1-4 0-15,1-2 0 0,-2-4 112 0,-4-10 16 16,0 0 0-16,0 0 0 0,6-3 304 0,3-4 64 16,2-7 16-16,-2-2 0 0,0-5-320 0,0-4-64 15,0-2-16-15,3-14 0 0,-2 2-240 0,1 1 0 16,-5-1 0-16,2 0 0 0,-1-3 0 0,-1 4-128 15,-1 1 128-15,2 3 0 0,1 4-160 0,1 6 160 0,-1 6-128 0,-2 6 128 16,-6 12 0-16,0 0 0 0,0 0 0 0,15 13 0 16,-2 8 0-16,-2 7 0 0,-2 3 160 0,-1 5-160 15,0 5 128-15,-3-10-128 0,2 6 0 0,1 0 0 0,-1 2 128 16,1 1-128-16,1-1 0 0,1 1 144 0,0-3-144 0,-1-3 0 16,0-3 144-16,0-4-144 0,-1-3 0 0,1-5 128 15,-1-1-128-15,-1-5 0 0,-2-2 0 0,1-3 0 16,-6-8 0-16,0 0 0 15,7 2-1328-15,-7-2-224 0,0 0-48 0,6-7-10848 16,1-3-2160-16</inkml:trace>
  <inkml:trace contextRef="#ctx0" brushRef="#br0" timeOffset="211203.75">6011 12551 19343 0,'0'0'848'0,"2"11"192"0,-4 2-832 0,2 1-208 0,0 6 0 16,0-1 0-16,0 5 4608 0,0-2 896 0,0 1 160 0,0 2 32 16,0 0-3744-16,0-2-752 0,0 0-160 0,2 5-16 15,-1-4-896-15,2-5-128 0,-2-3-128 0,3-3 128 32,-4-13-960-32,4 10-96 0,-4-10-16 0,0 0 0 15,8 3-2640-15,1-4-512 0,9-11-128 0,-1-4 0 0</inkml:trace>
  <inkml:trace contextRef="#ctx0" brushRef="#br0" timeOffset="211375.61">6489 12506 22111 0,'0'0'1968'0,"0"0"-1584"16,2 8-384-16,1-1 0 0,-1 0 3888 0,2 1 688 15,-4-8 144-15,4 13 16 0,-4-13-2960 0,4 8-608 16,-4-8-112-16,0 0-32 15,5 9-1168-15,-5-9-240 0,0 0-64 0,0 0 0 16,0 0-2784-16,0 0-560 0</inkml:trace>
  <inkml:trace contextRef="#ctx0" brushRef="#br0" timeOffset="211531.84">6486 12832 10127 0,'0'0'896'0,"0"0"-704"16,7 10-192-16,0-1 0 0,1 2 6720 0,0-3 1328 15,0-2 256-15,-8-6 48 0,0 0-5360 0,10 8-1072 16,-10-8-224-16,8 4-32 0,-8-4-1184 0,0 0-224 16,0 0-64-16,0 0 0 15,0 0-2960-15,0 0-608 0</inkml:trace>
  <inkml:trace contextRef="#ctx0" brushRef="#br0" timeOffset="-210193.07">7522 12555 16927 0,'0'0'752'0,"0"0"144"0,0 0-704 0,0 0-192 15,0 0 0-15,0 0 0 0,0 0 1456 0,0 0 256 16,0 0 48-16,0 0 16 0,0 0-160 0,0 0-16 15,0 10-16-15,-10-9 0 0,10-1-80 0,0 0-16 16,0 0 0-16,0 0 0 0,0 0-208 0,0 0-64 16,0 0 0-16,0 0 0 0,0 0-304 0,18 4-64 15,2 1-16-15,1 1 0 0,1 2-144 0,4 0-48 16,1 1 0-16,2 0 0 0,-3 0-192 0,0 1-64 0,0-3 0 0,0 0 0 16,2-2-176-16,-2 0-32 15,-3 2-16-15,-1-3 0 0,-1-2 0 0,-1 1 0 16,-2-2 0-16,-1-1 0 0,-5-1 112 0,-12 1 32 15,10-1 0-15,-10 1 0 0,11-3-96 0,-11 3-16 16,0 0 0-16,0 0 0 0,0 0-192 0,0 0 0 16,0 0 0-16,0 0 0 15,0 0-1280-15,0 0-128 0,0 0-48 0,0 0 0 16,0 0-1664-16,-3-9-336 0,3 9-64 0</inkml:trace>
  <inkml:trace contextRef="#ctx0" brushRef="#br0" timeOffset="-209822.17">8127 12411 23951 0,'0'0'1056'0,"0"0"224"0,-4-6-1024 0,4 6-256 0,0 0 0 0,0 0 0 15,0 0 2624-15,0 0 448 0,0 0 112 0,0 0 16 16,0 0-1920-16,6 15-384 0,-1 0-80 0,0 4-16 0,0 2-352 0,1 3-64 15,-3 0 0-15,3 2-16 16,-1-1 32-16,1 3 16 0,0 2 0 0,0 0 0 0,3-2-96 0,2-4-32 16,-2-4 0-16,0-3 0 0,-1 0 96 0,1-4 32 15,1-1 0-15,1-3 0 0,-11-9 80 0,11 5 16 16,1-1 0-16,-12-4 0 0,12-4 0 0,-2-3 16 16,1 0 0-16,-1-4 0 0,1-2-112 0,-1-4-32 15,1-4 0-15,0-6 0 0,1-3-192 0,1-1-64 16,0-2 0-16,0 2 0 0,-1-3-128 0,0 1 0 15,-1 1 0-15,1 0 0 0,0 1 0 0,-3 4-192 16,-1 1 32-16,-2 2 16 16,-1 6-448-16,-1 2-96 0,-1 3-16 0,0 4 0 15,-3 9-1888-15,0 0-384 0,0 0-80 0,0 0-16 16,0 0-1216-16,0 0-240 0</inkml:trace>
  <inkml:trace contextRef="#ctx0" brushRef="#br0" timeOffset="-209508.38">8555 12626 4607 0,'0'0'400'0,"0"0"-400"0,0 0 0 16,0 0 0-16,0 0 5888 0,0 0 1088 0,5 12 208 0,0 2 48 16,1 2-4784-16,-2 2-960 0,-2 0-192 0,1 2-32 15,-3 0-304-15,0 0-48 0,0 1-16 0,0 1 0 16,-2-1-448-16,2 0-80 0,0-2-32 0,0 0 0 16,0-3-336-16,3-2 0 0,0-3 0 0,-2-2 0 15,-1-9-560 1,0 0-16-16,0 0-16 0,0 0 0 0,0 0-2400 0,0 0-464 0,0 0-112 0</inkml:trace>
  <inkml:trace contextRef="#ctx0" brushRef="#br0" timeOffset="-209149.04">8571 12643 15663 0,'0'0'1392'0,"11"-2"-1120"16,4 1-272-16,-1 1 0 0,2 0 3248 0,-2 3 592 15,2 1 112-15,-1 1 16 0,1-3-1936 0,-2 4-400 16,-1 2-80-16,0 1-16 0,0 2-496 0,-2 0-96 15,-6 1-32-15,0 1 0 0,-1-2-464 0,-3 2-112 16,-2-1-16-16,-3 2 0 0,-2 1-32 0,-2 2-16 16,-1-3 0-16,-2 0 0 0,-2-1-128 0,0-2-16 15,-1 1-128-15,0-3 192 0,-1-3-192 0,-2 1-240 16,0-2 48-16,0-5 16 0,-1 0 32 0,3-4 0 16,2 1 0-16,2-2 0 0,2 1 144 0,9 4 0 15,0 0 0-15,0 0 0 0,0 0 128 0,0 0 48 16,0 0 16-16,0 0 0 0,0 0-64 0,12 4-128 15,2 3 192-15,0-1-64 0,1 1 16 0,-1 1 0 0,0-2 0 0,1 2 0 16,-1-2 128-16,0 2 32 16,1-1 0-16,-1-1 0 0,-1 1-96 0,0-1-16 15,-2 1 0-15,-1 2 0 0,-1-4-192 0,-1 2 144 0,-8-7-144 0,9 8 128 16,-9-8-256-16,0 0-64 0,0 0-16 0,0 0 0 31,7 10-1200-31,-7-10-256 0,0 0-32 0,0 0-16 0,0 0-1808 0,0 0-352 0</inkml:trace>
  <inkml:trace contextRef="#ctx0" brushRef="#br0" timeOffset="-208742.84">8535 12662 23663 0,'0'0'1040'0,"0"0"240"0,0 0-1024 0,0 0-256 16,0 0 0-16,0 0 0 0,2 13 1504 0,-4 0 256 0,0-2 48 16,2 3 16-16,1 4-400 0,0 1-80 0,-1 1 0 0,0 7-16 15,-1 1-288-15,1 2-48 16,1-1-16-16,1 1 0 0,0-1-160 0,2-1-48 16,1 0 0-16,1-2 0 0,0-4-384 0,1-1-96 0,-1-3-16 0,2-4 0 15,-1-3-272-15,0-2 0 0,0 0 128 0,-7-9-128 16,0 0 0-16,0 0 0 0,0 0 0 0,0 0-144 31,0 0-1664-31,0 0-336 0,0 0-64 0,0 0-14304 0</inkml:trace>
  <inkml:trace contextRef="#ctx0" brushRef="#br0" timeOffset="-207992.88">9183 12289 19583 0,'0'0'864'0,"0"0"176"0,0 0-832 0,0 0-208 16,0 0 0-16,0 0 0 0,0 0 784 0,-7-3 112 15,7 3 32-15,-8-3 0 0,8 3-96 0,0 0-32 16,-9 3 0-16,9-3 0 0,-6 9 80 0,2 2 16 16,1 1 0-16,0 5 0 0,0 4 336 0,2 1 80 15,0 3 16-15,1 1 0 0,0 1-224 0,0 2-32 0,-2 1-16 0,1 1 0 16,0 2-240-16,2-3-48 16,2 0-16-16,-1 0 0 0,1-4-240 0,1-3-64 0,1-2 0 15,2-3 0-15,0-1-288 0,1-4-160 0,0-1 160 0,0-4-160 31,-8-8-928-31,12 5-288 0,-1-5-48 0,1-5-16 16,-1-7-2208-16,0-1-448 0</inkml:trace>
  <inkml:trace contextRef="#ctx0" brushRef="#br0" timeOffset="-207758.55">9379 12456 15663 0,'-3'19'688'0,"1"-6"144"0,-2 1-656 0,1 4-176 15,2 4 0-15,2-3 0 0,2 0 4240 0,1 1 816 16,1-2 176-16,1-2 16 0,1-5-3088 0,1 0-624 15,1-2-128-15,1-5-32 0,2-3-416 0,1-2-64 16,0-3-32-16,0-3 0 0,0-2-464 0,0-1-80 16,2-3-32-16,-5 0 0 0,-1-2-64 0,-2 2-16 15,-5 0 0-15,2 0 0 0,-4 3-32 0,-2-3-16 16,-5 0 0-16,-3 0 0 0,-3 0-160 0,-4 0 0 16,-3-2 0-16,1 2 0 15,-2-1-1408-15,0 5-144 0,1 0-48 0,3 2 0 16,2 3-928-16,2-1-192 0,1 1-32 0,0 0-16 0</inkml:trace>
  <inkml:trace contextRef="#ctx0" brushRef="#br0" timeOffset="-207568.75">9559 12209 27519 0,'0'0'1216'0,"10"6"256"0,2-1-1168 0,2 2-304 0,2-1 0 0,2 1 0 15,1-2 1360-15,0-1 224 0,3-1 32 0,-1-2 16 16,-1 0-256-16,1-1-48 0,-2-1-16 0,2 0 0 15,0-1-736-15,-2 1-128 0,-2 0-48 0,0-1 0 16,-1 1-400-16,-2 1 128 0,-1-1-128 0,-1 1 0 31,-12 0-704-31,13 0-240 16,-13 0-32-16,0 0-16 0,0 0-2592 0,0 0-512 0,8-9-96 0,-8 9-32 0</inkml:trace>
  <inkml:trace contextRef="#ctx0" brushRef="#br0" timeOffset="-207428.14">9748 12043 11055 0,'0'0'976'0,"0"0"-784"16,0 0-192-16,0 0 0 0,1 12 4576 0,2-2 864 15,-1 3 192-15,1-2 16 0,0 2-3760 0,1 0-752 16,-1-3-160-16,1 3-16 0,0 0-544 0,1-1-96 16,1 0-32-16,-1 1 0 15,0-3-3104-15,0 1-640 0</inkml:trace>
  <inkml:trace contextRef="#ctx0" brushRef="#br0" timeOffset="-206870.63">9739 12095 19871 0,'0'0'880'0,"1"-9"176"0,-1-1-848 0,0 0-208 16,0 10 0-16,1-11 0 0,1 2 1712 0,-2 9 288 15,0 0 64-15,0 0 16 0,0 0-192 0,0 0-32 16,0 0-16-16,0 0 0 0,0 0-672 0,8 14-128 16,-1 4-16-16,-1 2-16 0,-3 2-144 0,1 3-32 0,0 1 0 0,-1 0 0 15,-2-1-32-15,2 1-16 16,-1 0 0-16,0 0 0 0,-2-3-176 0,2-2-32 16,2-1-16-16,-1-5 0 0,-2-2-304 0,2-2-48 15,-3-11-16-15,2 8 0 0,-2-8-192 0,0 0 144 16,0 0-144-16,0 0 128 15,0 0-832-15,0 0-192 0,0 0-16 0,3-9-16 16,0-3-2032-16,0-5-416 0,1-1-80 0</inkml:trace>
  <inkml:trace contextRef="#ctx0" brushRef="#br0" timeOffset="-206467.17">10139 12151 12895 0,'0'0'576'0,"0"0"112"0,9 12-560 0,0 1-128 15,2 1 0-15,-1 2 0 0,2 0 4208 0,1 2 800 16,0 3 176-16,-1-2 16 0,-3 5-2736 0,1 1-544 16,-1-1-128-16,-1 1 0 0,-1 0-576 0,-2 1-96 15,0 3-32-15,-2-2 0 0,-3 0-368 0,-2 3-80 16,1-2 0-16,-3 3-16 0,-1 3-288 0,-3-3-48 15,-1 0-16-15,-1 1 0 0,-3-1-272 0,-2 0 160 16,-2-2-160-16,0-2 128 16,0-3-880-16,0-3-176 0,2-4-32 0,-1-4-11920 15,2-4-2384-15</inkml:trace>
  <inkml:trace contextRef="#ctx0" brushRef="#br0" timeOffset="-203524.47">10558 12622 18431 0,'0'0'1632'0,"0"0"-1312"15,0 0-320-15,0 0 0 0,0 0 2368 0,0 0 416 16,5-7 80-16,4 3 16 0,3 2-1264 0,2 2-240 15,4-4-48-15,3 3-16 0,0-1-160 0,1 1-16 16,2 0-16-16,0 1 0 0,2 0-432 0,-2 0-96 16,-2-2-16-16,-1 2 0 0,0 0-320 0,0 0-80 15,-1-1-16-15,-1 0 0 0,-4-2-160 0,1 3 0 16,-3 0 144-16,-1 0-144 0,-12 0 0 0,11-1 0 16,-11 1 0-16,0 0 0 15,0 0-1520-15,0 0-272 0,0 0-48 0,0 0-16 16,0 0-1280-16,0 0-256 0,0 0-48 0</inkml:trace>
  <inkml:trace contextRef="#ctx0" brushRef="#br0" timeOffset="-203274.5">10842 12267 21183 0,'0'0'944'0,"0"0"192"0,0 0-912 0,0 0-224 0,0 0 0 0,0 0 0 15,5 12 2288-15,-1 2 400 0,0 3 96 0,-2 3 16 0,0 5-1152 0,-1-2-240 16,0 1-32-16,-1 2-16 16,-1 2-96-16,-2 2-32 0,-1 0 0 0,1 3 0 0,-3 1-400 0,2 0-96 15,-1-2-16-15,0 1 0 0,1-2-464 0,0 0-112 16,0-3-16-16,2-2 0 16,-2-3-512-16,1-2-128 0,3-3 0 0,-1-2-16 15,1-2-2000-15,0-14-400 0,0 0-80 0,5 7-7552 16,-5-7-1504-16</inkml:trace>
  <inkml:trace contextRef="#ctx0" brushRef="#br0" timeOffset="-169902.41">13437 12588 911 0,'0'0'0'0,"0"0"0"15,0 0 0-15,0 0 0 0,0 0 3264 0,0 0 576 16,0 0 128-16,0 0 0 0,0 0-2368 0,0 0-464 15,0 0-112-15,0 0 0 0,0 0-256 0,0 0-32 16,0 0-16-16,0 0 0 0,0 0-272 0,0 0-64 16,0 0-16-16,0 0 0 0,0 0-16 0,0 0 0 15,0 0 0-15,0 0 0 0,0 0-48 0,0 0-16 16,0 0 0-16,0 0 0 0,0 0-128 0,0 0-32 16,-6 1 0-16,6-1 0 0,0 0-128 0,0 0 0 15,0 0 0-15,0 0 0 0,-5 2 0 0,5-2 0 16,0 0 0-16,0 0 0 0,0 0 0 0,0 0 0 15,0 0 0-15,0 0 0 0,0 0 0 0,0 0 0 16,0 0 0-16,0 0 0 0,0 0 0 0,0 0 0 16,0 0 0-16,0 0 0 0,0 0 0 0,0 0 0 15,-6 1 0-15,6-1 0 0,0 0 144 0,0 0-144 16,0 0 160-16,0 0-160 0,0 0 128 0,0 0-128 0,0 0 0 16,0 0 144-16,0 0-144 0,0 0 0 0,0 0 0 0,0 0 128 15,0 0-128-15,0 0 0 0,0 0 0 16,0 0 0-16,0 0 192 0,0 0-64 0,0 0 0 0,0 0 0 15,0 0 32-15,0 0 0 0,0 0 0 0,0 0 0 0,0 0-160 0,0 0 192 16,0 0-192-16,0 0 192 0,0 0-192 0,0 0 160 16,0 0-160-16,0 0 160 0,0 0-32 0,0 0-128 15,0 0 192-15,0 0-64 0,-5 1 96 0,5-1 16 16,0 0 0-16,0 0 0 0,-5 0-16 0,5 0 0 16,0 0 0-16,0 0 0 0,0 0-16 0,0 0 0 15,0 0 0-15,0 0 0 0,0 0-16 0,0 0 0 16,0 0 0-16,0 0 0 0,0 0-16 0,0 0-16 15,0 0 0-15,0 0 0 0,0 0 32 0,0 0 0 16,0 0 0-16,0 0 0 0,0 0 64 0,0 0 0 16,0 0 16-16,0 0 0 0,7-2 48 0,-1-1 0 15,2 0 0-15,1 3 0 0,1 0-16 0,2-2 0 16,0 2 0-16,0 0 0 0,1 0-80 0,0 0-16 16,1 0 0-16,2 0 0 0,-1-2-16 0,1 0 0 0,1 2 0 15,0-3 0-15,0 1-64 0,0 0-128 0,-2-2 176 0,1 3-176 16,0 0 192-16,-2 0-192 0,-1-1 192 0,-1 0-192 15,-3 0 176-15,0 2-176 0,0-1 160 0,-1 1-160 16,-8 0 176-16,0 0-176 0,0 0 192 0,0 0-192 16,0 0 176-16,0 0-176 0,0 0 160 0,0 0-160 15,0 0 160-15,0 0-160 0,7 4 160 0,-7-4-160 16,0 0 176-16,0 0-176 0,0 0 192 0,0 0-192 0,0 0 0 16,0 0 0-16,0 0 0 0,0 0-192 15,-6 4-992 1,6-4-192-16,-6 2-32 0,1 0-9376 0,-3-2-1872 0</inkml:trace>
  <inkml:trace contextRef="#ctx0" brushRef="#br0" timeOffset="-168730.66">13598 12163 2751 0,'0'0'256'0,"0"0"-256"15,0 0 0-15,0 0 0 0,0 0 1312 0,0 0 224 16,0 0 32-16,0 0 16 0,0 0-912 0,0 0-176 15,0 0-48-15,0 0 0 0,0 0 272 0,0 0 48 16,0 0 16-16,0 0 0 0,0 0-208 0,0 0-64 16,0 0 0-16,0 0 0 0,0 0-96 0,0 0-32 15,0 0 0-15,0 0 0 0,0 0-144 0,0 0-48 16,0 0 0-16,0 0 0 0,0 0-64 0,0 0-128 16,0 0 176-16,0 0-176 0,0 0 128 0,0 0-128 15,0 0 0-15,0 0 0 0,0 0 144 0,0 0-144 16,0 0 0-16,0 0 144 0,0 0-144 0,0 0 160 15,0 0-160-15,0 0 160 0,0 0 80 0,0 0 16 0,0 0 0 0,0 0 0 16,0 0 16-16,0 0 16 0,0 0 0 0,0 0 0 16,0 0-48-16,0 0-16 0,0 0 0 0,0 0 0 15,0 0-80-15,0 0-16 0,0 0 0 16,0 0 0-16,0 0-128 0,0 0 160 0,0 0-160 0,0 0 160 16,0 0-160-16,0 0 0 0,0 0 0 0,0 0 128 15,0 0-128-15,0 0 0 0,0 0 0 0,0 0 128 16,0 0-128-16,0 0 0 0,0 0 0 0,0 0 0 15,0 0 0-15,0 0 128 0,0 0-128 0,0 0 0 16,0 0 176-16,0 0-48 0,0 0-128 0,0 0 192 0,0 0-48 0,0 0-16 16,0 0 0-16,0 0 0 0,0 0 96 0,0 0 16 15,0 0 0-15,0 0 0 0,0 0-64 0,0 0-16 16,0 0 0-16,0 0 0 0,0 0-160 0,0 0 160 16,0 0-160-16,0 0 160 0,0 0-160 0,0 0 0 15,0 0 144-15,0 0-144 0,0 0 160 0,0 0-32 16,0 0-128-16,0 0 192 0,0 0 64 0,0 0 0 15,0 0 0-15,0 0 0 0,0 0 0 0,-3 6 16 16,3-6 0-16,0 0 0 0,0 0-80 0,-2 8-32 16,2-8 0-16,0 0 0 0,0 0-160 0,0 0 0 15,0 0 144-15,-3 8-144 0,3-8 0 0,0 0 0 16,0 0 0-16,0 9 0 0,0-9 128 0,0 0-128 16,0 0 128-16,-1 7-128 0,1-7 256 0,-3 8-32 15,3-8 0-15,0 0 0 0,-3 9 64 0,1-3 16 16,1 2 0-16,-1 0 0 0,0 0-48 0,0 0 0 15,1 1 0-15,0 1 0 0,-1 1-80 0,2 2-32 0,-1 0 0 0,0 2 0 16,-2 5-144-16,2 2 0 0,-2 0 144 0,1 4-144 16,-1 3 0-16,2 3 144 0,-3 2-144 0,0 3 0 15,1-1 128-15,-1-2-128 0,-1 0 0 0,1-1 0 16,2-2 0-16,-1-2 0 0,0-3 128 0,2-1-128 16,-1-5 0-16,0-1 160 0,1-1-160 0,0-4 128 15,1 2-128-15,0-3 0 0,0-4 0 0,0-1 0 16,0-8 0-16,0 0 0 0,0 0 0 0,0 0 0 15,0 0 0-15,0 0-176 0,0 0 16 0,0 0 0 16,0 0-544-16,0 0-96 16,0 0-32-16,0 0-12224 0</inkml:trace>
  <inkml:trace contextRef="#ctx0" brushRef="#br0" timeOffset="-167275.22">14216 12322 19919 0,'0'0'880'0,"0"0"192"0,-3-4-864 0,3 4-208 16,0 0 0-16,0 0 0 0,0 0 976 0,0 0 160 16,0 0 16-16,0 0 16 0,4 13-496 0,1 3-96 15,0 5-32-15,2 2 0 0,-2 6-112 0,2-2-32 16,-2 2 0-16,0 1 0 0,0 0 160 0,1 0 16 16,0-3 16-16,-1-2 0 0,-1-3 80 0,1-2 16 15,1-2 0-15,0-1 0 0,-1-4-96 0,1-4-16 16,-1 0 0-16,0-2 0 0,2-2-160 0,-7-5-32 0,5 3-16 0,-5-3 0 15,0 0 144-15,8-2 48 16,-2 1 0-16,2-6 0 0,-3 2 16 0,2-4 0 16,0-3 0-16,1-1 0 0,3-2-304 0,-2-2-48 0,-1-2-16 0,1 0 0 15,-1-5-208-15,-1 2 144 0,0-1-144 0,1 1 128 16,-2-1-256-16,3 3-64 0,-2-1-16 0,-1 2 0 16,1 4-672-1,0-2-128-15,-2 3-16 0,0 3-16 0,-1 3-2416 0,0 2-496 0</inkml:trace>
  <inkml:trace contextRef="#ctx0" brushRef="#br0" timeOffset="-166853.37">14671 12654 16639 0,'0'0'736'0,"0"0"160"0,0 0-720 0,0 0-176 0,0 0 0 0,0 0 0 15,-7 2 1408-15,-1 0 240 0,1 0 48 16,-3 3 16-16,1-1-416 0,0 1-80 0,0 3 0 0,0 5-16 16,0-3-288-16,0 3-48 0,1 0-16 0,0 3 0 15,2 0 176-15,0 2 16 0,1-1 16 0,2 0 0 16,5 0-240-16,-1-2-48 0,2 0-16 0,1-2 0 16,0-1-368-16,1-2-80 0,3-2-16 0,-1-2 0 15,3 0-160-15,-1-3-128 0,1 0 192 0,0-3-192 16,2-1 0-16,1-2-192 0,0-2 0 0,0 0 0 15,-2-1-1568 1,2-3-304-16,0-1-64 0,2-7-12336 0</inkml:trace>
  <inkml:trace contextRef="#ctx0" brushRef="#br0" timeOffset="-166607.84">15058 12356 15663 0,'-12'31'1392'0,"7"-15"-1120"0,-2 3-272 0,0 4 0 15,-1 1 2240-15,1 2 384 0,-1 0 64 0,2 2 32 0,-2-5-1344 0,3 2-272 16,2-5-48-16,3-2-16 16,-1-1-2096-16,2-4-416 0,3-4-96 0</inkml:trace>
  <inkml:trace contextRef="#ctx0" brushRef="#br0" timeOffset="-166340.99">15187 12576 13823 0,'-3'29'1216'0,"2"-15"-960"0,1 2-256 0,0 2 0 16,1 0 2560-16,2-1 448 0,1-1 112 0,0-2 16 16,-2-1-560-16,4-5-96 0,0-1-32 0,2-3 0 15,0-3-544-15,1-4-112 0,1-1-32 0,2-5 0 16,0 0-736-16,0-1-128 0,-2-2-48 0,0-2 0 0,0-2-368 0,-3 0-80 16,0 1-16-16,-4 0 0 0,-2 0 0 0,-1-1 0 15,-3 0 0-15,-2 1 0 0,-2 0-160 0,0 1-32 16,-4 1-16-16,-1-1 0 15,1 3-176-15,-4 0 0 0,2 1 0 0,0 3-176 16,0 1-288-16,2 4-64 0,-1-2-16 0,3 5 0 16,0 2-1408-16,1-2-288 0,1 2-48 0,7-3-9520 15,0 0-1904-15</inkml:trace>
  <inkml:trace contextRef="#ctx0" brushRef="#br0" timeOffset="-166028.53">15376 12237 20271 0,'0'0'1792'0,"0"0"-1424"0,0 0-368 0,0 0 0 16,0 0 2672-16,9 5 464 0,0 1 80 0,2-1 32 15,0 3-1776-15,4-4-336 16,0 1-80-16,2 0-16 0,0 0-336 0,3-1-80 0,-2-1-16 0,0-1 0 16,-1 0-32-16,2-2-16 0,0 0 0 0,-3 0 0 15,-3-2-304-15,-1 1-64 0,-3 0-16 0,-1 0 0 16,-8 1-176-16,0 0 192 0,0 0-192 0,0 0 192 16,0 0-416-16,0 0-80 0,0 0-16 0,0 0 0 15,0 0-2496-15,0 0-496 16,-4-7-96-16</inkml:trace>
  <inkml:trace contextRef="#ctx0" brushRef="#br0" timeOffset="-165387.97">15555 12089 15663 0,'0'0'1392'0,"0"0"-1120"0,0 0-272 0,0 0 0 0,0 0 2784 0,0 0 496 15,0 0 112-15,-2 7 0 0,1 5-1520 0,0 0-304 16,-1 4-64-16,2 2-16 0,-1 1-608 0,0 2-128 16,-2 0-32-16,2 1 0 0,-2 2-336 0,2-3-80 15,0 1-16-15,1-1 0 16,-2 1-1888-16,1-3-368 0,0 0-80 0,-1 4-12288 0</inkml:trace>
  <inkml:trace contextRef="#ctx0" brushRef="#br0" timeOffset="-165153.62">15922 12102 15663 0,'15'15'688'0,"-8"-6"144"0,1 3-656 0,1 1-176 15,2 2 0-15,-2 2 0 0,0 1 4208 0,-1 1 800 16,1 3 176-16,-2 1 16 0,-2 0-2592 0,-1 2-528 16,-3 2-96-16,0 3-32 0,-2-1-944 0,-2 2-192 15,-2 2-48-15,-1-3 0 0,-1 1-464 0,-2 0-112 16,-1-1 0-16,-2 0-16 0,-1-1-176 0,-3-2-224 16,-1-2 48-16,-2 0 16 15,-2-2-3168-15,-3 1-624 0</inkml:trace>
  <inkml:trace contextRef="#ctx0" brushRef="#br0" timeOffset="-164008.78">16294 12485 30351 0,'0'0'1344'0,"0"0"272"0,0 0-1296 0,0 0-320 0,0 0 0 0,0 0 0 16,-3-4 1472-16,3 4 208 0,-2-5 48 0,2 5 16 16,0 0-592-16,0 0-128 0,0 0-32 0,5-5 0 0,1 1-512 0,2 1-96 15,1 2-32-15,2-2 0 0,0 3 96 0,3 0 0 16,0-1 16-16,0 1 0 0,2 0-256 0,-1 0-48 16,1 0-16-16,0-1 0 0,-2-1 16 0,0 2 0 15,3-2 0-15,-2 0 0 0,-1 1 32 0,0 1 0 16,1 0 0-16,-2 1 0 0,-3-1-64 0,2 0 0 15,-2 0 0-15,0 0 0 0,-1 0-128 0,-2 0 128 16,0 0-128-16,-2 0 128 0,-5 0-128 0,7 0 0 16,-7 0 144-16,0 0-144 0,0 0 0 0,0 0 144 15,0 0-144-15,0 0 0 0,0 0 160 0,0 0-160 16,0 0 128-16,0 0-128 0,0 0 128 0,0 0-128 16,0 0 128-16,0 0-128 0,0 0-192 0,0 0-112 15,0 0-16-15,0 0-16 16,0 0-2000-16,0 0-400 0,-7-5-80 0,2 0-8880 15,0 1-1776-15</inkml:trace>
  <inkml:trace contextRef="#ctx0" brushRef="#br0" timeOffset="-157682.93">16427 12154 17279 0,'0'0'768'0,"0"0"144"0,0 0-720 0,0 0-192 16,2-9 0-16,1 0 0 0,-2-1 1584 0,1 3 272 15,-2-1 64-15,1 0 16 0,2 0-176 0,-1 2-32 16,-2 6-16-16,0 0 0 0,0 0-400 0,0 0-80 16,0 0-16-16,0 0 0 0,0 0 64 0,5 9 0 15,-1 3 0-15,0 4 0 0,-2 3-240 0,-2 3-32 16,0 5-16-16,-2 1 0 0,1 4-528 0,-2 2-96 15,1 0-32-15,-1 1 0 0,-1-1-208 0,0 1-128 0,0 2 160 0,0-3-160 16,2 1 0-16,1 0 0 0,-3-1 0 0,1-3 0 31,2-3-1136-31,-1-2-208 0,0-3-64 0,-1-1 0 0,2-6-768 16,0-2-176-16,-1-3-16 0,1-2-7840 0,1-9-1568 0</inkml:trace>
  <inkml:trace contextRef="#ctx0" brushRef="#br0" timeOffset="-157307.99">16724 12284 15663 0,'0'0'1392'0,"0"0"-1120"15,8-4-272-15,2 0 0 0,1-1 1856 0,1 1 320 16,1 0 64-16,1 2 16 0,-1-1-928 0,3 2-192 16,-1 1-48-16,0 1 0 0,-1 2-160 0,-1 1-32 15,-1-2-16-15,-3 5 0 0,-1 1-368 0,-2 1-64 16,-2 4 0-16,-3 0-16 0,-3-1 0 0,-2 2 0 16,-3 4 0-16,-1-1 0 0,1 0-240 0,-4 1-64 0,-1 2 0 0,1-2 0 15,-2 2 304-15,1-1 48 16,0 1 16-16,2-2 0 0,1-1 208 0,1 1 32 15,1-2 16-15,2-2 0 0,3-2-176 0,0 0-16 16,2-1-16-16,3-3 0 0,1 1-240 0,2-1-48 0,2-3-16 0,3-1 0 16,0-1-240-16,4-3-160 0,-1 0 32 0,2-5 0 31,1-1-1248-31,1-1-240 0,0-4-48 0,2-1-16 0,-1-1-1248 16,1 0-240-16,-1-2-48 0</inkml:trace>
  <inkml:trace contextRef="#ctx0" brushRef="#br0" timeOffset="-157073.65">17154 12512 2751 0,'0'7'256'0,"0"3"-256"0,-1 3 0 0,1-2 0 16,1 1 5712-16,2-1 1104 0,1 0 224 0,1-2 32 15,2-1-4208-15,-1-3-848 0,2-1-160 0,2-2-48 0,1-2-272 0,1-4-48 16,-2-1-16-16,0 0 0 0,1-3-304 0,-1 0-64 16,-1-3-16-16,0-1 0 0,-2 0-448 0,0 0-80 15,-2 1-32-15,-1-1 0 0,-3 0-192 0,-1 2-32 16,-1-1-16-16,-2 1 0 0,-2 1-80 0,-2 0-16 15,-1 1 0-15,-2 0 0 0,-2 3-192 0,-1-2 0 16,0 2 0-16,0 4 0 16,1-2-416-16,1 3-32 0,0 0 0 0,1 3 0 15,2-3-1808-15,2 2-368 0,0 2-80 0,6-4-14976 0</inkml:trace>
  <inkml:trace contextRef="#ctx0" brushRef="#br0" timeOffset="-156870.53">17401 12409 9215 0,'0'0'816'0,"0"0"-656"15,0 0-160-15,0 0 0 0,0 0 6464 0,8 4 1280 0,1 0 240 0,-2-1 48 16,3-2-5088-16,0-1-1024 0,2 0-208 0,0 0-48 16,1-1-896-16,1-2-176 15,2-1-32-15,-1 0-16 0,1 2-416 0,1-2-128 0,0 0 0 16,-2-1 0-16,0 1-832 0,0-3-288 0,0 2-48 0,-2 0-16 15,0 0-2480-15,-4-1-496 0</inkml:trace>
  <inkml:trace contextRef="#ctx0" brushRef="#br0" timeOffset="-156665.52">17463 12574 23951 0,'0'0'1056'0,"0"0"224"0,0 0-1024 0,0 0-256 15,0 0 0-15,8 5 0 0,0-1 3760 0,1 0 688 16,1 0 144-16,2-1 16 0,1 0-3056 0,2 0-608 16,0-1-128-16,2 1-32 0,1-2-576 0,1 2-208 15,-1-6 144-15,3 2-144 16,-3-2-960-16,0 1-256 0,2-2-64 0,-2 0-16 16,-1-1-1408-16,0-1-288 0,-4 1-48 0,-1 1-16 0</inkml:trace>
  <inkml:trace contextRef="#ctx0" brushRef="#br0" timeOffset="-156336.1">17999 12472 23951 0,'-1'10'2128'0,"-2"1"-1696"16,1 2-432-16,0 1 0 0,1 2 2880 0,0-3 512 15,2 1 80-15,2-1 32 0,1-1-1536 0,1-2-304 16,1-2-64-16,2-3-16 15,2-1-736-15,1-4-144 0,2-4-16 0,0 2-16 0,0-6-112 0,1-1-32 16,1-2 0-16,0 0 0 0,0 0-96 0,-1-2-32 16,2-1 0-16,-3-2 0 0,-2 1-144 0,0-1-16 15,-2 0-16-15,-4 1 0 0,-1-2-32 0,-1 1 0 16,-3 0 0-16,-2 2 0 0,-3 0-32 0,-1-1-16 31,-3 0 0-31,-2 2 0 0,-2 1-16 0,1 2-128 16,1 2 192-16,-2 1-64 0,-3 2-128 0,3 2 0 15,0 2 0-15,0 2 128 0,-1 3-128 0,-1 2 0 16,2-1 0-16,0 1-176 0,-3 2-32 0,3 1-16 16,2 0 0-16,0 2 0 15,1-2-1312-15,1 0-256 0,1-1-48 0,-1 2-16 16,0-2-2192-16,0 1-448 0</inkml:trace>
  <inkml:trace contextRef="#ctx0" brushRef="#br0" timeOffset="-127073.55">11344 12297 11055 0,'0'0'480'0,"-4"-14"112"0,14 17-464 0,-14-15-128 0,0-1 0 0,2 2 0 0,0 2 3568 0,2 9 688 16,-3-8 144-16,3 8 16 0,0 0-2320 0,0 0-480 15,0 0-80-15,0 0-32 0,0 0-752 0,2 12-160 16,2 4-16-16,0 5-16 0,1 7-288 0,0-7-48 15,1 5-16-15,0 3 0 0,1 5-64 0,-1-2-16 16,2 4 0-16,0-1 0 0,0 0-128 0,-1-4 128 16,3 2-128-16,-1-7 128 0,1-1 32 0,1-3 0 15,-2-6 0-15,0-3 0 0,-1-3 384 0,-1-2 80 16,1-4 16-16,0-2 0 0,0-3 176 0,1-2 32 16,0-6 16-16,0-2 0 0,0-5-112 0,1-4-32 0,0-3 0 0,0-3 0 15,1-2-400-15,-1 2-96 16,1-5-16-16,-1 0 0 0,-1 1-208 0,3-16 128 15,-3 6-128-15,-1 3 0 0,-2 5 0 0,1 4 128 16,-2 5-128-16,0 3 0 0,-1 3 0 0,-1 6-192 16,0 3 48-16,-3 8 0 15,0 0-1408-15,0 0-288 0,0 0-48 0,0 0-16 16,0 0-2128-16,0 0-416 0</inkml:trace>
  <inkml:trace contextRef="#ctx0" brushRef="#br0" timeOffset="-126687.75">11902 12648 18431 0,'0'0'1632'0,"-3"8"-1312"15,2 2-320-15,-1 2 0 0,1 1 2528 0,0 1 432 16,2-1 96-16,-1 0 16 0,0 0-1808 0,1-1-368 16,2 0-64-16,0-2 0 0,-1-1-464 0,-2-9-96 15,5 7-16-15,-5-7 0 0,8 1 160 0,-8-1 32 16,8-1 0-16,1-3 0 0,-1-2 96 0,0-1 32 16,-2-2 0-16,2-2 0 0,0 0-240 0,0-1-32 15,-3-1-16-15,-1 0 0 0,-3-3-128 0,1 2-32 16,-4 1 0-16,0 0 0 0,-2-1 0 0,0 0 0 15,-1 3 0-15,-1-1 0 0,0 0-128 0,1 2 128 16,-1 1-128-16,1 2 128 0,0 3-128 0,0 0 0 16,5 4 0-16,0 0-176 15,-11-1-928-15,11 1-192 0,0 0-48 0,0 0 0 16,-6 4-2288 0,6-4-464-16</inkml:trace>
  <inkml:trace contextRef="#ctx0" brushRef="#br0" timeOffset="-125823.45">12285 12037 22463 0,'0'0'992'0,"0"0"208"0,0 0-960 0,0 0-240 0,0 0 0 0,0 0 0 16,-7 9 1504-16,1 6 256 0,-2 9 48 0,-1 6 16 15,0 6-800-15,-2 7-144 0,1 4-48 0,1 3 0 16,0-1-224-16,2 2-48 15,-1-1-16-15,3-2 0 0,1-1-112 0,3-4-32 0,0 0 0 0,3-5 0 16,2-6-272-16,1-4-128 0,2-4 128 0,2-7-128 16,3-2-512-1,1-6-176-15,1-4-32 0,2-6-9392 0,-1-6-1888 0</inkml:trace>
  <inkml:trace contextRef="#ctx0" brushRef="#br0" timeOffset="-125573.46">12458 12426 14735 0,'-1'19'1312'0,"-2"1"-1056"16,1 5-256-16,-1 1 0 0,1 0 2464 0,0 0 432 16,1-1 96-16,0-1 16 0,1-3-736 0,1-1-144 15,2-4-16-15,1-2-16 0,-1-3-224 0,4-2-32 16,1-5-16-16,-8-4 0 0,9-1-1104 0,3-2-208 16,2-6-64-16,-1-2 0 0,-3-4-128 0,-2 0-16 15,0-4-16-15,0-1 0 0,0-1 16 0,-2 2 0 16,-1-5 0-16,-2 5 0 0,-2-3-144 0,-2 1-32 15,-4 0 0-15,0 0 0 0,-2 3-128 0,-2-2 192 16,-1 3-192-16,-2 2 192 0,0 0-464 0,0 4-96 16,2 0-16-16,-1 3 0 15,2 3-1568-15,2 3-320 0,7 2-64 0,-7 3-8944 16,2 3-1792-16</inkml:trace>
  <inkml:trace contextRef="#ctx0" brushRef="#br0" timeOffset="-125385.99">12611 12293 12895 0,'0'0'1152'0,"9"2"-928"0,0 0-224 0,0-2 0 16,3 0 2912-16,-2 2 544 0,1-1 96 0,1 3 32 0,-1-3-1472 0,1 2-272 15,-2-1-64-15,1 1-16 0,1 1-992 0,-2-2-208 16,0 1-48-16,1 0 0 0,1-2-512 0,-3 0 0 16,0-1 0-16,0 0 0 15,-1 0-656 1,0 2-240-16,-8-2-64 0,6-2 0 0,-6 2-2704 0,0 0-560 0</inkml:trace>
  <inkml:trace contextRef="#ctx0" brushRef="#br0" timeOffset="-125212.58">12737 12076 16575 0,'0'0'1472'0,"0"0"-1168"0,0 0-304 0,0 0 0 0,3 9 2592 0,1 1 464 15,0 3 80-15,-2 3 32 0,1 5-1648 0,-2-2-336 16,-1 5-64-16,0-1-16 0,0 3-528 0,2 0-96 15,-4 2-32-15,1-1 0 0,1 2-448 0,1-2 0 16,2-3 0-16,-1-2 0 16,2-4-2992-16,0-2-480 0</inkml:trace>
  <inkml:trace contextRef="#ctx0" brushRef="#br0" timeOffset="-125008.18">13014 12111 19343 0,'2'9'1728'0,"1"4"-1392"0,1 3-336 0,0 2 0 0,0 3 3168 0,-2 2 560 16,1 5 112-16,1 0 32 0,-2 2-1584 0,0 0-320 15,-1 3-64-15,0 1-16 0,-1-2-736 0,0 2-128 16,0 0-48-16,-1 3 0 0,0 0-560 0,-2 1-112 16,-1 1-32-16,-1-2 0 0,-2-3-272 0,1-2 0 15,-1-2-208-15,-2 0 80 16,-1-2-1360-16,-2-4-272 0,-2 1-48 0,-11 3-16000 0</inkml:trace>
  <inkml:trace contextRef="#ctx0" brushRef="#br0" timeOffset="-108448.99">3571 13961 17279 0,'0'-5'768'0,"19"-29"144"0,-19 34-720 0,0 0-192 0,0 0 0 0,0 0 0 15,3-7 1392-15,0-1 240 0,1 1 48 0,1-1 16 16,3 1-176-16,1-1-48 0,1 1 0 0,4-1 0 16,1 1-352-16,0 2-80 0,1 0-16 0,1 2 0 0,1 2-416 0,2 0-96 15,-2 1 0-15,0 0-16 0,2 1-160 0,1 3-16 16,1-3-16-16,0 2 0 0,-2-2-160 0,1 2-16 15,-2-1-128-15,2 1 192 0,0-1-192 0,-3 1 0 16,-2-3 0-16,5 1 0 0,-6 3 0 0,-3-2-288 16,-12-2 32-16,0 0 16 15,0 0-1504-15,5 11-304 0,-5-11-64 0,-2 11-11264 0</inkml:trace>
  <inkml:trace contextRef="#ctx0" brushRef="#br0" timeOffset="-108230.36">3656 14121 19343 0,'0'0'848'0,"0"0"192"0,0 0-832 0,0 0-208 0,0 0 0 0,0 0 0 0,10 8 1920 0,4-2 352 0,5-2 64 0,0 0 16 16,2-1-1456-16,-1-3-272 0,-2-1-64 0,1 1-16 16,2 1-80-16,0-1-16 15,-1-1 0-15,-1 1 0 0,3-2-288 0,1 0-160 0,-1 0 160 0,1 1-160 16,-2-2 0-16,1 1 0 0,-2-1 0 0,-1-1 0 31,0 0-544-31,-1 2 0 0,-3-5 0 0,-1 2-8448 0,-3-1-1696 0</inkml:trace>
  <inkml:trace contextRef="#ctx0" brushRef="#br0" timeOffset="-108011.64">4028 13691 8287 0,'0'0'736'0,"0"0"-592"15,0 0-144-15,12 5 0 0,1 2 4448 0,2 2 864 16,0 3 160-16,3 3 32 0,2 0-3616 0,-2 1-736 16,-1 0-128-16,0 4-48 0,-2 1-160 0,0-1-48 15,-2 1 0-15,-2 0 0 0,-2 3-336 0,-4-2-80 16,-1 0-16-16,0-1 0 0,-4 0-80 0,-1 1-32 16,-2 1 0-16,-4-2 0 0,-2-1-80 0,-2-1-16 15,-5 1 0-15,-1-1 0 0,-1 1-304 0,-1-1-64 16,0 0-16-16,1-6 0 15,1-4-2368-15,0-3-496 0</inkml:trace>
  <inkml:trace contextRef="#ctx0" brushRef="#br0" timeOffset="-107074.23">4598 13789 21071 0,'0'0'928'0,"0"0"208"0,0 0-912 0,0 0-224 16,0 0 0-16,0 0 0 0,0 0 1504 0,0 0 256 15,0 0 48-15,0 0 16 0,0 0-976 0,13 13-192 16,-2-2-32-16,0 9-16 0,1 2-368 0,1 7-80 15,0 5-16-15,2-3 0 0,-4 0 48 0,1 2 16 16,-2 0 0-16,2-2 0 0,-3-5-16 0,0 1 0 16,1-3 0-16,-3-2 0 0,1-1 208 0,1-4 48 0,2-2 0 0,-3-4 0 15,-3-1 144-15,1-1 48 16,2-5 0-16,-8-4 0 0,9 3 0 0,0-6 16 0,1-1 0 0,-3-2 0 16,-1-3 112-16,1-6 32 15,3-6 0-15,1-1 0 0,0-5-256 0,0-3-48 16,1-3-16-16,-1-2 0 0,0-3-288 0,1 1-64 0,0-1-128 0,-2-1 192 15,-1 0-192-15,-2 2 0 0,1 3 0 0,-1 5-160 32,0 5-1248-32,0 3-256 0,-2 1-64 0,1 5 0 0,-1 4-1328 15,1 5-272-15</inkml:trace>
  <inkml:trace contextRef="#ctx0" brushRef="#br0" timeOffset="-106839.89">5219 14038 31391 0,'0'0'1392'0,"0"0"272"0,0 0-1328 0,0 0-336 16,0 0 0-16,0 0 0 0,0 0 720 0,1 14 80 15,2-1 16-15,-3 1 0 0,-2 2-384 0,0 2-80 16,-2-1-16-16,1 3 0 0,1-3-160 0,-1 0-48 15,0 2 0-15,0 1 0 0,0-7-128 0,2 1 0 16,1-2 0-16,0-12 0 16,0 10-448-16,0-10-80 0,0 0-16 0,0 0 0 15,0 0-2240-15,0 0-448 0</inkml:trace>
  <inkml:trace contextRef="#ctx0" brushRef="#br0" timeOffset="-106545.42">5250 13901 8287 0,'0'0'736'0,"16"-1"-592"0,2 1-144 0,-1 1 0 15,-1 0 4544-15,-1 2 896 0,1 1 160 0,-2 1 32 16,-1 0-3392-16,-2 3-704 0,-4 2-128 0,1 1-16 16,-2-1-496-16,-4 2-112 0,-3 2-16 0,1-1 0 15,-1-1-128-15,-2 1-48 0,-2 0 0 0,-2 0 0 16,-1 0-336-16,-1-2-64 16,-1-5 0-16,-2 1-16 0,-2 0-176 0,-1-3 0 15,1 0 0-15,0-4 0 0,-1 0 0 0,5-2 0 16,10 2 0-16,-9-3 0 0,0 0 0 0,9 3 0 15,0 0 0-15,0 0 0 0,0 0 0 0,0 0 0 0,0 0 0 0,7 11 0 16,0 1 0-16,2-1-144 0,-1 0 144 0,2 2-160 16,3-3 160-16,0 1 0 0,-1-1 0 0,1-1 0 0,3 0 0 0,-2-1 0 15,-1-1 0-15,0-2 0 0,2-1 0 0,-2 0 0 16,-13-4 160-16,13 2-160 0,-2 1 0 0,-11-3-208 16,0 0 16-16,0 0 0 15,0 0-1856-15,0 0-384 0,12 4-64 0</inkml:trace>
  <inkml:trace contextRef="#ctx0" brushRef="#br0" timeOffset="-106210.93">5822 13770 29487 0,'0'0'1296'0,"0"0"288"0,0 0-1264 0,-9-3-320 0,-1 3 0 0,-2 5 0 0,-1 3 1232 0,0 5 192 16,0 4 48-16,0 5 0 0,0 5-480 0,-1 4-96 16,-1 3 0-16,2 3-16 0,1-1-32 0,3-2 0 15,3 1 0-15,2-1 0 0,1-2-208 0,5-2-64 31,3-3 0-31,1-4 0 16,6-4-1120-16,2-5-224 0,5-4-64 0,2-4 0 16,1-6-1408-16,4-6-304 0,2-3-48 0,2-5-16 15,3-6-1488-15,-6 1-320 0,7-16-48 0,-9 6-16 0</inkml:trace>
  <inkml:trace contextRef="#ctx0" brushRef="#br0" timeOffset="-106023.45">6032 13979 911 0,'0'0'0'0,"0"0"0"15,-2 9 0-15,-1 4 0 0,-1 4 4352 0,0-1 800 0,-1-1 160 0,0 2 16 16,0 0-2064-16,-1 0-432 15,2 0-80-15,1 0 0 0,0-4-752 0,2-1-144 0,2-3-16 0,0-1-16 16,-1-8-320-16,0 0-64 0,8 4-16 0,0-4 0 16,0-5-736-16,1-1-160 0,1-1-16 0,1-3-16 15,-2-1-240-15,0-1-64 16,-4 3 0-16,0-3 0 0,-2 2-192 0,0-5 128 0,-3 2-128 0,-3 2 0 16,-3-1 128-16,-4 0-128 0,0 2 0 0,0 2 0 31,-2 1-368-31,1 3-160 0,1 2-48 0,1 2 0 15,0 0-1632-15,9 0-336 0,-9 6-64 0,1 1-13600 0</inkml:trace>
  <inkml:trace contextRef="#ctx0" brushRef="#br0" timeOffset="-105820.35">6195 13846 24415 0,'0'0'1088'0,"0"0"208"0,12 7-1040 0,0-2-256 0,1 0 0 0,2 0 0 0,1-2 1472 0,2 1 224 15,2-4 48-15,-2 0 16 0,0 1-368 0,1 0-80 16,-1 1-16-16,0-2 0 0,0 0-800 0,2 0-176 16,-2 0-16-16,-2 2-16 0,-3 2-288 0,1-1 0 15,-2-1 0-15,-2 2-144 16,1 0-608-16,-2-1-112 0,-9-3-32 0,0 0 0 16,0 0-2752-16,0 0-576 0</inkml:trace>
  <inkml:trace contextRef="#ctx0" brushRef="#br0" timeOffset="-105648.49">6396 13691 29951 0,'0'0'1328'0,"0"0"272"0,0 0-1280 0,0 0-320 15,-5 9 0-15,1 4 0 0,0 3 1536 0,1 2 240 0,2 3 48 0,0 2 16 16,-2 2-784-16,1 1-160 16,-1 2-16-16,0 0-16 0,2 2-336 0,0 0-64 0,-2-1-16 0,3 0 0 31,-2-3-1216-31,0-2-240 0,1 0-48 0,1-7-10528 0,3-4-2112 0</inkml:trace>
  <inkml:trace contextRef="#ctx0" brushRef="#br0" timeOffset="-105429.77">6807 13665 24879 0,'8'12'2208'0,"-1"1"-1760"0,2 4-448 0,1 3 0 0,-1 5 3360 0,-1-1 592 16,-3 2 112-16,0 1 32 0,-5 4-2208 0,-1 3-432 16,-3 0-96-16,0-8-16 0,-3 2-512 0,0 2-128 15,-4 0 0-15,1 1-16 0,-1-1-432 0,-1 0-96 16,-1 0-16-16,-1 0 0 16,0-4-1152-16,-3 0-224 0,-3-3-48 0,-8 5-18528 0</inkml:trace>
  <inkml:trace contextRef="#ctx0" brushRef="#br0" timeOffset="-105039.18">7074 14004 28559 0,'0'0'2544'0,"0"0"-2032"15,0 0-512-15,0 0 0 0,0 0 2240 0,0 0 336 16,0 0 80-16,12-5 16 0,-1 3-1584 0,2 0-304 16,1 0-64-16,0 4-16 0,0 0 80 0,1 1 16 15,0 0 0-15,3 0 0 0,1 3-464 0,-1-1-80 16,0-1-32-16,0 2 0 0,1-3-224 0,-1 2 0 16,1 0 0-16,0-1-160 15,-4 1-1440-15,0 1-272 0,-2-2-64 0,-4 1-9984 16,-1-1-2000-16</inkml:trace>
  <inkml:trace contextRef="#ctx0" brushRef="#br0" timeOffset="-104880.25">7146 14224 30399 0,'0'0'2704'0,"0"0"-2160"0,0 0-544 0,10 1 0 16,1-2 3200-16,3 0 512 0,2 1 128 0,2-3 0 15,1 3-2192-15,5 0-448 0,-1 3-96 0,2-3-16 16,2 0-368-16,1 0-80 0,-1 0 0 0,8 0-16 15,-2 0-832 1,0-3-176-16,-6-1-16 0,-9 2-14304 0,-1-1-2848 0</inkml:trace>
  <inkml:trace contextRef="#ctx0" brushRef="#br0" timeOffset="-97306.64">8164 13875 20095 0,'0'0'896'0,"0"0"176"0,0 0-864 0,0 0-208 0,-7-3 0 0,7 3 0 16,-5-6 1584-16,5 6 272 0,0 0 48 0,0 0 16 16,-9-2-208-16,9 2-48 0,0 0 0 0,-4 11 0 0,-1-1-480 15,2 5-96-15,3 3-32 0,0 1 0 0,2 5-480 0,0 6-112 16,1 2-16-16,-1-4 0 0,1 3-128 0,1 4-48 15,-3 4 0-15,2 4 0 0,-1 3-272 0,1 2 160 16,-2 0-160-16,1-1 128 0,-1-4-128 0,0-2 0 16,-1-2 0-16,0-3 0 0,0-4 0 0,2-4 0 15,-2-1 0-15,0-1 0 16,0-6-1984-16,0 0-288 0,0-6-48 0,0 2-12880 0</inkml:trace>
  <inkml:trace contextRef="#ctx0" brushRef="#br0" timeOffset="-96242.49">8142 13948 16575 0,'2'-9'736'0,"1"0"160"0,9-25-720 0,-12 24-176 0,0 0 0 0,1 0 0 16,-1 0 2064-16,0 10 384 0,0-7 80 16,0 7 16-16,-3-8-1040 0,3 8-208 0,0 0-32 0,-10-3-16 15,-1 3-560-15,-2 4-112 0,0 3-32 0,-2 4 0 16,-5 4-400-16,-1 2-144 0,-1 2 0 0,-3 5 144 15,-1 3-144-15,2-1 192 0,-1-2-192 0,10-7 192 16,4 2 256-16,2 1 48 0,2-2 16 0,6-1 0 0,1 0 32 0,5 1 16 16,4-2 0-16,5-1 0 0,5 2-272 0,4-4-48 15,3-1-16-15,2 0 0 0,-1-6-64 0,0 2-16 16,2-1 0-16,2-3 0 0,3-3-144 0,3-1 192 16,-1-1-192-16,2-2 192 0,-1-1-192 0,-2-1 0 15,0-2 0-15,11 1 0 16,-9-3-1408-16,-4 1-304 0,-6 0-64 0,-4 3-13424 0</inkml:trace>
  <inkml:trace contextRef="#ctx0" brushRef="#br0" timeOffset="-95035.33">9120 13901 25215 0,'0'0'1120'0,"0"0"224"0,0 0-1072 0,7 10-272 15,2 3 0-15,1 4 0 0,0 4 592 0,0 4 64 16,1 2 16-16,-5-7 0 0,1 1-128 0,1 1-32 15,0 1 0-15,-1-1 0 0,1 3 208 0,0-3 48 16,0-1 0-16,1-1 0 0,0-3 256 0,-1-3 48 0,1-1 16 0,0-1 0 16,0-3 128-16,-1-1 48 15,-8-8 0-15,0 0 0 0,9 2-176 0,0-2-16 0,-1-2-16 0,1-3 0 16,0-3-432-16,1-5-96 16,1-7-16-16,9-12 0 0,-1-5-512 0,4-3 0 0,0-5-192 0,4-4 48 31,5-5-2416-31,0-2-464 0,2-2-112 0,3 0-14112 0</inkml:trace>
  <inkml:trace contextRef="#ctx0" brushRef="#br0" timeOffset="-23411">1583 15448 1839 0,'0'0'0'0,"0"0"160"0,1 11-160 0,-13-11 0 16,1 0 0-16,-1 0 0 0,0 0 3648 0,0 0 688 15,1-2 144-15,-2 1 16 0,-3 0-2608 0,2 1-528 16,-1-1-96-16,4 1-32 0,0-2-192 0,-1 0-32 16,2-1-16-16,2 2 0 0,8 1 80 0,-6-3 16 15,-1 1 0-15,7 2 0 0,0 0-80 0,0 0-16 16,0 0 0-16,0 0 0 0,0 0-352 0,0 0-80 0,16 5-16 0,3-3 0 15,3 2-352-15,1 1-192 0,-3 2 192 0,5-1-192 16,3 0 176-16,-4 0-176 0,-1-2 160 16,-5 3-160-16,-3 0 128 0,-2 1-128 0,-2 3 0 0,-3-3 144 15,-2 2-144-15,-2 2 0 0,-1 1 0 0,-3-3 0 16,-4 3 0-16,0 3-144 0,-1 2 144 0,-2 0-208 16,-2-1 16-16,-3 0 16 0,-1 0 0 0,-1-2 0 15,-2-2 176-15,2-2-128 0,0-3 128 0,1-1-128 16,1-2 128-16,0-1 0 0,2-2 128 0,2 2-128 15,8-4 176-15,0 0-48 0,0 0 0 0,0 0 0 0,0 0-128 0,9 4 128 16,1 1-128-16,3 1 128 0,3 0-128 16,1 1 0-16,1-2 0 0,1 0 0 0,-1 0 0 0,3-2 0 15,0-2 0-15,1-1 0 0,0-1 0 0,0-2 0 16,1 1 128-16,1-2-128 0,-2-1 128 0,-2 1-128 16,-2 1 128-16,5-1-128 15,-4 0-1376-15,-6 3-352 0,-13 1-80 0,0 0-12544 16</inkml:trace>
  <inkml:trace contextRef="#ctx0" brushRef="#br0" timeOffset="-22685.85">2248 15378 19343 0,'0'0'1728'0,"0"0"-1392"16,0 0-336-16,7 14 0 0,4 5 2912 0,1 3 512 15,1 2 96-15,0 4 32 0,1-1-2400 0,-5-7-464 16,0 3-112-16,-1 3 0 0,0 2-80 0,-3 4-16 15,-1 0 0-15,-1 0 0 0,-3 1-208 0,-2-1-32 16,-2 1-16-16,-1 1 0 0,-3-3-64 0,-1 2-16 16,-2 1 0-16,-1-3 0 0,-4 0-144 0,-2-1 0 15,-2 1-192-15,1-1 192 16,-2 0-2496-16,-3 0-368 0,-6-2-80 0</inkml:trace>
  <inkml:trace contextRef="#ctx0" brushRef="#br0" timeOffset="-20209.04">18375 84 22223 0,'0'0'976'0,"0"0"224"0,0 0-960 0,6-1-240 15,-6-8 0-15,0 9 0 0,1-10 496 0,-1 10 48 16,0 0 16-16,0 0 0 0,0 0-112 0,0 0 0 16,0 0-16-16,0 0 0 0,0 0-304 0,4 16-128 0,0 4 128 0,-1 4-128 15,-1 5 128-15,0 2-128 0,-1 3 128 0,0 2-128 16,-1 1 288-16,0 4-32 0,-1 2 0 0,0 4 0 15,-1 2 320-15,0 1 48 0,-1-3 16 16,1 2 0-16,0-3-64 0,0 1 0 0,-1-3 0 0,1 3 0 16,-1 1-176-16,0 3-32 0,-1 1-16 0,2 2 0 15,-1-1-112-15,2 2-32 0,1 0 0 0,0-1 0 16,0-1-64-16,0 1-16 0,0-4 0 0,2 3 0 16,1 1 32-16,1-1 0 0,1 2 0 0,0-3 0 15,1 0-160-15,-1-1 128 0,0 0-128 0,2 1 128 0,-1-2-128 0,1 3 0 16,0-2 0-16,1 1 0 0,-1-1 0 0,-1-1 0 15,1-1 0-15,1 1 128 0,-1-3-128 0,0 1 0 16,-2 0 0-16,0 2 0 0,1 2 0 0,-1 1 0 16,0 1 0-16,-2 0 128 0,-3-1 112 0,0-1 16 15,1 0 0-15,2 1 0 0,-1 1-64 0,1 2-16 16,-1 2 0-16,1 0 0 0,-2-2-176 0,3 0 0 16,0-1 144-16,1-1-144 0,1 0 0 0,0 2 0 15,-1 3 0-15,1 1 128 0,-3 0-128 0,1 0 0 0,0 0 0 16,0-2 0-16,-1-2 0 0,-2 2 0 0,-1-2 0 0,0 4 0 15,-1-2 0-15,-1 1 128 0,0 2-128 0,-1 2 0 16,-1-5 0-16,0 6 0 0,-1-4 0 0,0 3 0 16,0-2 0-16,1 4 0 0,-1 4 0 0,-1-6 0 15,3 1 128-15,-1-1-128 0,0-2 160 0,1 0-160 16,0 0 256-16,2 1-32 0,0 2-16 0,1-2 0 16,0 1-208-16,0-3 176 0,0 0-176 0,0 0 160 15,0 0-160-15,0 0 0 0,0 1 0 0,0 0 0 16,0 0 0-16,0 2 0 0,-1-1 128 0,-1 0-128 15,1-4 0-15,0 4 0 0,1-1 0 0,-2 4 0 16,0 0 0-16,-1 3 0 0,1 0 0 0,-1-3 0 16,-1-4 0-16,0 2 0 0,-2 1 0 0,0 4 0 15,2-1 0-15,1 1 0 0,-3-1 0 0,2 1 0 16,1-2 0-16,-1-1 0 0,0-4 0 0,1 3 0 0,0 3 0 0,2-2 0 16,0 0 0-16,1-2 0 0,1-3 0 0,0-2 0 15,2 2 0-15,0-2 0 0,-2 2 0 0,2 2 0 16,1-2 0-16,-1 0 0 0,0-1 0 0,0-2 0 15,-2-1 0-15,0 4 0 0,-1 2 0 0,0-1 0 16,-1-1 0-16,0 1 0 0,-2 2 0 0,0-2 0 16,1 0 0-16,-1-1 0 0,1 0 0 0,-1 0 128 15,0 4-128-15,2-1 0 0,0-2 0 0,1-4 0 16,0-5 0-16,0 2 0 0,0-3 0 0,1 1 0 16,-1-3 0-16,0 2 0 0,0 3 160 0,0 0-160 0,-1-3 192 15,-1 3-192-15,0 1 208 0,-1-5-64 0,1 3-16 0,-2-4 0 16,-1 2-128-16,1 2 0 0,0 2 144 0,1-1-144 15,0 2 0-15,2-6 0 0,0 0 0 0,0 0 128 32,1-2-128-32,1-1 0 0,0-2 0 0,2 0 0 15,-2-4 0-15,2 2 0 0,-1 2 0 0,1-2 0 16,-2 0 0-16,2-3 0 0,-2 1 0 0,0 0 0 16,1-3 0-16,-2 1 0 0,-2 0 0 0,2 0 0 15,-1 2 0-15,1-2 0 0,-1 3 0 0,1-1 0 16,0 1 0-16,1-1 128 0,0-1-128 0,1 0 0 15,0 0 144-15,1-1-144 0,0-2 192 0,-1 1-192 16,1 0 192-16,-1 0-192 0,2 0 192 0,0 2-192 16,-1-2 128-16,1 1-128 0,0 0 0 0,-2-1 0 0,1 1 0 0,-2 0 0 15,0-1 0-15,1 0 0 0,-1-2 0 0,0 2 0 16,-2 2 0-16,1 0 0 0,0 0 0 0,-1 2 0 16,-2 2 0-16,2 0 0 0,0 6 128 0,-1-4-128 15,0-2 0-15,0 3 0 0,0-4 144 0,-1-1-16 16,2 2-128-16,0 2 192 0,1-2 64 0,0 1 0 15,1 2 0-15,1-2 0 0,1 2-64 0,1 0 0 16,0-2 0-16,1 3 0 0,0 2-192 0,2-2 176 16,1 3-176-16,-3 0 160 0,-4-2-160 0,2 1 0 15,-2 1 0-15,0-2 0 0,-1 1 0 0,0-1 0 16,-1 4 0-16,0-4 0 0,-1 5 0 0,0 2 128 0,-3-2-128 16,-2 4 0-16,2 0 0 0,0 1 0 0,-2-1 0 0,3-1 0 15,0 0 0-15,0-1 0 0,-1 0 0 0,1 2 0 16,2 0 128-16,-1 1-128 0,0 0 0 0,1 1 128 15,1-3 80-15,-1-1 16 0,1 1 0 0,1 0 0 16,-1 3-224-16,1-2 128 0,1 1-128 0,-1 0 0 16,0-2 0-16,0-1 128 0,0-1-128 0,0 1 0 15,-1 1 0-15,-1 0 0 0,2 3 0 0,-1 2 0 16,0-2 0-16,-1 0 0 0,0 2 0 0,-1 0 0 16,-1 0 0-16,0 3 0 0,-1-1 0 0,0 1 0 15,-2 2 0-15,0-2 0 0,-1-1 0 0,-4 0 0 16,-2-3 0-16,-1 3 128 0,0-1-128 0,-1 3 0 15,2 1 0-15,-1-4 0 0,0-3 0 0,-1 0 0 16,-1-4 128-16,0-1-128 0,-1 0 0 0,2 1 0 16,2 0 0-16,1-1 128 0,-1 0-128 0,2-5 0 0,1-3 0 0,1 0 144 15,0-4-144-15,2 2 128 0,0-2 48 0,1 1 0 16,-2 0 0-16,1 2 0 0,2 1-176 0,-2-4 160 16,0 0-160-16,0 1 160 0,1-5-160 0,-1 0 0 15,0 1 0-15,-1-1 128 0,1 1-128 0,0-2 0 16,-1-4 0-16,1 2 0 0,3 3 0 0,-1 6 0 15,-1-4-192-15,1 1 192 0,0-1-176 0,1-6 176 16,-1-7-128-16,0 1 128 0,1 0 0 0,1-2 0 16,0-2 0-16,-1 1-128 0,0 0 128 0,1 0 0 15,0-1 0-15,0 0 0 0,0-3 0 0,0 3 0 16,-1-1 0-16,1 1 0 0,2 0 0 0,-1 0 0 16,0 1 0-16,1-4 0 0,-1-1 0 0,1 0 0 15,0-3 0-15,1 0 128 0,0 2-128 0,-1-3 0 0,2 0 0 16,0 0 0-16,-1-2 0 0,1 3 0 0,0 2 0 0,0 0-128 15,1-1 0-15,1 2 0 0,-2 1 0 0,1 0 0 16,0 2-96-16,1 1-16 0,-1 1 0 0,1 1 0 31,0 0-336-31,0-2-64 0,2-1 0 0,0-6-12032 0,0-5-2384 0</inkml:trace>
  <inkml:trace contextRef="#ctx0" brushRef="#br0" timeOffset="-1024.07">3373 15712 8287 0,'0'0'736'0,"0"0"-592"15,0 0-144-15,0 0 0 0,0 0 2784 0,0 0 528 0,0 0 96 0,0 0 32 0,-3-7-1248 0,3 7-240 16,-1-6-48-16,0-1-16 15,1 7-416-15,0-6-64 0,-3-1-32 0,2 2 0 0,1 5-320 0,-3-7-64 32,-4 1-16-32,2 1 0 0,5 5-400 0,-6-3-96 0,-3 2-16 0,-2 3 0 0,-1 4-464 0,1 3 128 31,0 2-128-31,0 4 0 0,-2 2 0 0,1 4-160 0,1 3 32 0,2 2 0 0,0 2 128 0,3-2-192 16,4-3 192-16,2-1-192 15,2-1 192-15,0-4-128 0,2-1 128 0,3-3-128 0,0-3 128 0,1-4 0 16,1-4 0-16,2-3 0 0,-1-3 0 0,3-4 0 15,2-2 0-15,0-5 0 16,2-2-432-16,-1-2 0 0,0-5 0 0,-2-2 0 0,0-2 768 0,1-2 160 0,-1-2 16 0,0 0 16 16,-1-5-352-16,-1 2-176 15,-3 0 160-15,-1-3-160 0,-3-1 352 0,0-1-32 16,-1-1 0-16,0-1 0 0,-1 1 128 0,-2-2 0 16,0 0 16-16,-1 0 0 0,-2 4 112 0,0 2 0 0,1 6 16 15,0 9 0-15,0 5-224 0,-1 5-48 16,0 4-16-16,2 8 0 0,0 0-160 0,-4 16-16 15,0 7-128-15,-1 8 192 0,-1 11-192 0,1 6 0 16,-1 7 0-16,0 0 0 0,1 6 0 0,1 2 0 16,2 3 0-16,0-4 0 0,2-2 0 0,3-4-208 0,2-6 16 0,0-3 0 15,3-8 192-15,-1-3 0 0,1-6 144 0,-1-7-144 16,3-3-192-16,-1-5-128 0,-1-2-16 0,-1-5-16 31,1 1-320-31,0-5-64 0,-8-4-16 0,7-4 0 16,-1-2-2752-16,-1-3-544 0</inkml:trace>
  <inkml:trace contextRef="#ctx0" brushRef="#br0" timeOffset="-804.3">3781 15687 13823 0,'0'0'608'0,"0"0"128"0,0 0-592 0,0 0-144 15,0 0 0-15,0 0 0 0,0 0 4336 0,2 10 832 0,0 1 160 0,-1-2 48 16,-1 3-4160-16,0 1-832 16,-1 2-176-16,-1 1-16 0,1 1-192 0,0 1 0 15,-2-1 0-15,2 1 128 0,1-2-272 0,0 0-64 16,0-3-16-16,0-3 0 16,1-2-1216-1,2-2-240-15,-3-6-48 0,0 0-7040 0,0 0-1408 0</inkml:trace>
  <inkml:trace contextRef="#ctx0" brushRef="#br0" timeOffset="-634.21">3811 15409 25791 0,'-7'-18'1152'0,"6"11"224"0,1 1-1104 0,-1 1-272 16,1 5 0-16,0 0 0 0,0 0 2848 0,0 0 512 16,0 0 96-16,0 0 32 0,0 0-2464 0,1 6-480 0,0 3-96 0,1 3-32 15,-1 1-416-15,1 1 0 16,1 1 0-16,-2-1 0 15,1 2-2432-15,0-2-576 0,1-1-128 0,2 0 0 0</inkml:trace>
  <inkml:trace contextRef="#ctx0" brushRef="#br0" timeOffset="-114.3">4055 15730 28447 0,'0'0'1264'0,"0"0"256"0,0 0-1216 0,0 0-304 15,0 0 0-15,0 0 0 0,0 0 1504 0,0 0 240 0,0 0 48 0,0 0 16 16,7 5-912-16,-3 2-176 0,-2 2-32 0,-2 4-16 15,0-1-384-15,-2 2-80 0,-2 2-16 0,0 2 0 16,-2 1-192-16,1 0 128 0,0-1-128 0,-1-1 0 0,1-2 128 0,1 1-128 16,0-2 0-16,3-2 0 15,-2-1 384-15,3-2 0 0,2 0-16 0,-2-9 0 16,0 0 64-16,6 6 16 0,2 1 0 0,1-3 0 16,-1-2-128-16,1 1 0 0,0 0-16 0,2-1 0 0,-1-2-48 0,0 0 0 31,1 0 0-31,1-1 0 0,-2 0-128 0,2 1-128 0,-2-2 192 0,2 0-192 0,-3-1 0 0,0-1 0 15,0 0 0-15,-1 0 0 16,-3 0-1840 0,-5 4-416-16,0 0-96 0</inkml:trace>
  <inkml:trace contextRef="#ctx0" brushRef="#br0" timeOffset="255.82">3057 16182 23951 0,'-5'3'2128'16,"-2"-3"-1696"-16,7 0-432 0,0 0 0 0,0 0 1696 0,0 0 256 15,0 0 48-15,0 0 16 0,0 0-1072 0,7 4-224 0,5 0-32 0,3 0-16 16,4-2 64-16,5 2 16 16,5 1 0-16,5-1 0 0,-1 2 176 0,3-3 32 0,6 1 16 0,7 0 0 15,6 1-160-15,4-3-48 16,2 0 0-16,0 0 0 0,-2-4-464 0,1 1-112 0,-3-2 0 0,-1 1-16 16,3 2-176-16,4 2 160 15,-3-2-160-15,-6 3 160 0,-3 1-160 0,-1 1 0 0,-7-2-160 0,-7 1 160 16,-6 2-496-16,-4 1 0 0,-6-1 0 0,-4 1 0 15,-6 1-832-15,-4 2-160 16,-2 0-48-16,-5 0-9824 0,-4 1-1968 0</inkml:trace>
  <inkml:trace contextRef="#ctx0" brushRef="#br0" timeOffset="879.12">3551 16709 16575 0,'0'0'1472'0,"0"0"-1168"0,-1-6-304 0,0 2 0 16,1 4 2768-16,-3-7 496 0,-1-2 112 0,-1 2 16 15,-2 5-2624-15,1-1-528 0,-1-2-112 0,-2 2 0 16,1 5 16-16,1 2 16 0,0 3 0 0,2 4 0 16,1 2-160-16,0 3-224 0,1 0 48 0,3 3 16 15,2-1 160-15,0-1-128 0,1 0 128 0,2-3-128 0,3-3 128 0,1-4 0 16,0-3 0-16,2-4 0 0,0-4 0 0,3-3 176 16,-1-5-48-16,2-2 0 0,2-3-128 0,0-3 128 0,-3-3-128 15,-1 2 128-15,0 1-128 0,-1-3 0 16,-4-6 0-16,-1 3 128 0,-4 3 240 0,0-1 32 15,-3-5 16-15,-3 5 0 0,0 4 464 0,-3-5 80 16,0 1 32-16,-3 3 0 0,-3 2-160 0,2 5-16 0,0 2-16 0,3 4 0 16,-1 6-272-16,1 4-48 15,1 5-16-15,1 5 0 0,-1 2-288 0,2 6-176 0,2 4 192 0,2 2-192 16,1 1 0-16,2 0 0 0,1 3 0 0,2-1 0 16,5-2 0-16,2-1-144 0,-2-5 144 0,2 1-192 15,2-8 192-15,2-2-160 0,0-1 160 0,3-5-160 16,1-3-96-16,0-5-32 0,-3-4 0 0,1-2 0 15,0-1 0-15,-2-4 0 0,-4-7 0 0,2 2 0 16,-2 1 288-16,0-1 0 0,-3-2-128 0,-2 2 128 16,0 0 384-16,-3 5 144 0,-2 4 32 0,-1 1 0 15,-1 1 32-15,-1 7 16 0,0 0 0 0,2 8 0 16,-4 1-288-16,1 6-64 0,-1 5-16 0,-1 3 0 0,0-4-240 0,2 2 0 16,1-3 0-16,3 2 0 0,1-1 0 0,1 4 0 15,0-4 0-15,0 1 0 0,2-1 0 0,1-2-160 16,-1-2 0-16,1-4 0 15,-1-2-1280-15,-1-2-256 0,-6-7-48 0,8 0-9456 16,-1-1-1872-16</inkml:trace>
  <inkml:trace contextRef="#ctx0" brushRef="#br0" timeOffset="1035.33">3794 16630 12895 0,'0'0'576'0,"0"0"112"0,-8 1-560 0,1 0-128 15,2 2 0-15,1 2 0 0,0 0 5584 0,4-5 1088 16,0 0 224-16,0 0 32 0,4 7-4928 0,3-3-976 15,-1-7-208-15,6 2-48 0,2 2-368 0,3-2-80 0,2-6 0 0,0 1-16 16,1 3-304-16,3-2 0 16,3-4 0-16,0 1-12288 0,0 1-2560 0</inkml:trace>
  <inkml:trace contextRef="#ctx0" brushRef="#br0" timeOffset="1563.24">4746 15370 12895 0,'-2'-9'1152'0,"1"-1"-928"16,-3-1-224-16,3 3 0 0,-1 2 3584 0,2-1 656 16,0 7 144-16,0 0 32 0,0 0-2384 0,-2 11-480 15,-1 0-80-15,2 9-32 0,-2 3-608 0,1 9-112 0,2 4-16 0,-2 6-16 16,0 4-192-16,2 6-48 0,-3 4 0 0,3 5 0 15,0 4-128-15,0 4-48 0,1 0 0 0,2-2 0 16,-2-1 48-16,-1 4 16 0,2-4 0 0,-1-5 0 16,2 1-176-16,-2-15-32 0,1-3-128 0,0 1 192 31,0 0-1536-31,1-3-320 0,-2-5-64 0,3-1-14608 0</inkml:trace>
  <inkml:trace contextRef="#ctx0" brushRef="#br0" timeOffset="2741.02">4730 16319 12255 0,'0'0'544'0,"0"0"112"0,0 0-528 0,0 0-128 0,0 0 0 0,0 0 0 15,0 0 1440-15,0 0 256 0,0 0 48 0,0 0 16 16,0 0-288-16,0 0-48 0,8 7-16 0,-2 1 0 16,1 2-192-16,-2 0-64 0,0 5 0 0,0 3 0 15,1-1-544-15,0 3-112 0,-1 0-32 0,1 4 0 16,-1 2-208-16,0 8-64 0,-2-3 0 0,2-1 0 16,-3-10-64-16,0 1 0 0,-2-1-128 0,0 1 192 0,1 0-64 0,0-5-128 15,-1-2 176-15,0-1-176 0,2 4 144 0,-1-4-144 16,0-5 0-16,-1-8 144 15,3 6-1776-15,-3-6-352 0,0 0-80 0</inkml:trace>
  <inkml:trace contextRef="#ctx0" brushRef="#br0" timeOffset="4231.04">5091 16281 15663 0,'0'0'1392'0,"0"0"-1120"0,0 0-272 0,0 0 0 15,0 0 2656-15,0 0 480 0,0 0 80 0,0 0 32 0,0 0-1360 0,0 0-272 16,0 0-48-16,0 0-16 0,0 0-688 0,0 8-144 15,-1 4-16-15,-1 1-16 0,1 4-224 0,0 0-32 16,-1 4-16-16,0 2 0 0,1 2-160 0,-1 2-48 16,1 1 0-16,1 0 0 0,-3 2-208 0,3 7 144 15,0-4-144-15,0-2 128 0,0-3-128 0,2-1 160 16,-1-3-160-16,2-3 160 0,0-1-160 0,1-2 0 16,0-2 144-16,0-3-144 0,1-3-192 0,1-2-96 15,-1-2-32-15,-5-6 0 16,0 0-1344-16,8 0-288 0,0-5-48 0,-2-3-7808 15,1-1-1568-15</inkml:trace>
  <inkml:trace contextRef="#ctx0" brushRef="#br0" timeOffset="4418.52">4993 16447 2751 0,'0'0'128'0,"0"0"16"0,-9 3-144 0,1 1 0 0,8-4 0 0,0 0 0 16,-6 3 6976-16,6-3 1376 0,0 0 272 0,0 0 48 15,0 0-6368-15,0 0-1280 0,0 0-256 0,4 6-64 16,1-1-320-16,5-1-80 0,1-3-16 0,2 2 0 16,2-3-288-16,5 0 160 0,0-2-160 0,0-2 128 31,3-2-1360-31,0 2-288 0,2-5-48 0,0 1-8688 0,1-1-1744 0</inkml:trace>
  <inkml:trace contextRef="#ctx0" brushRef="#br0" timeOffset="4605.99">5345 16444 16575 0,'0'0'736'0,"0"0"160"0,0 0-720 0,0 0-176 16,5 10 0-16,1-4 0 0,-6-6 3056 0,6 4 576 16,3 2 112-16,-1 0 32 0,-1-2-2704 0,-1-2-544 15,2-1-96-15,0 3-32 16,0-1-768-16,1 0-144 0,-1-3-48 0,-1 1-8464 15,0 2-1712-15</inkml:trace>
  <inkml:trace contextRef="#ctx0" brushRef="#br0" timeOffset="4793.46">5348 16630 21183 0,'0'0'944'0,"0"0"192"0,0 0-912 0,1 7-224 16,-1-7 0-16,0 0 0 0,4 7 2080 0,0-2 368 0,-4-5 80 0,8 4 16 15,1 0-1968-15,3-3-384 0,-2-2-64 0,1 1-128 16,-1 5 0-16,2-5 0 0,-1-4 0 0,1 3 0 31,1 1-2672-31,0 0-464 0,11-1-112 0,-6-6-16 0</inkml:trace>
  <inkml:trace contextRef="#ctx0" brushRef="#br0" timeOffset="5043.46">5586 16576 9215 0,'0'10'816'0,"-1"1"-656"0,-1-1-160 0,0 3 0 0,1 2 4320 0,0-1 832 16,2-1 160-16,-1-1 48 0,1 1-3760 0,2-1-736 15,1-3-160-15,1-1-16 0,1-2 144 0,2 1 16 16,1-6 16-16,2-1 0 0,-1-1-16 0,1-6 0 16,-1 1 0-16,2-4 0 0,1-3-368 0,-3 0-80 15,-1 4-16-15,-1-4 0 0,0-2 0 0,-3 0 0 16,-1 1 0-16,-2-2 0 0,-4 1 128 0,0-1 32 15,-5 4 0-15,-1 3 0 0,-1-3-256 0,0 5-48 16,-1 0-16-16,-1 3 0 16,-1 1-560-16,1 3-112 0,-2 3-32 0,1 2 0 15,0 1-1792-15,2 1-352 0,1 1-80 0,1-1-12752 0</inkml:trace>
  <inkml:trace contextRef="#ctx0" brushRef="#br0" timeOffset="5199.71">5721 16431 26543 0,'0'0'576'0,"8"-1"128"0,2 1 32 0,0 1 16 0,2-1-608 0,1 0-144 0,0 2 0 0,3-2 0 16,-2 0 816-16,1 1 128 0,0 2 16 0,1-1 16 15,-1 1-560-15,1-1-112 0,1-2-32 16,-3-1 0-16,-1 0-272 0,-1 1 0 0,-1-2 0 0,0 2 0 31,-3-1-1728-31,-1 0-384 0,-1 1-96 0</inkml:trace>
  <inkml:trace contextRef="#ctx0" brushRef="#br0" timeOffset="5360.82">5878 16294 8287 0,'0'0'368'0,"0"0"80"0,-3-2-448 0,3 2 0 0,0 0 0 0,-6 4 0 0,1 2 5936 0,0 3 1104 16,2 3 208-16,1 2 48 16,-2 2-4912-16,1-2-976 0,2 3-208 0,0 2-48 15,-2 3-512-15,2 1-128 0,-1 1 0 0,2 1-16 0,0-3-352 0,0 9-144 16,2-1 128-16,0-4-128 15,3-2-1904-15,1-5-464 0</inkml:trace>
  <inkml:trace contextRef="#ctx0" brushRef="#br0" timeOffset="6063.88">6277 15830 911 0,'0'0'0'0,"0"0"0"16,0 0 0-16,0 0 0 0,0 0 5904 0,-6 4 1104 16,6-4 224-16,0 0 32 0,0 0-4384 0,0 0-864 15,0 0-176-15,8 4-48 0,0 1-480 0,3-2-96 16,5 1-32-16,2 0 0 0,3-2-176 0,2 1-48 15,2-2 0-15,1 1 0 0,-1-2-288 0,0 0-64 16,1 0-16-16,0-2 0 0,-1 1-368 0,1-2-80 16,0 1-16-16,-1-1 0 0,-1-1-128 0,0 2 0 15,-3 0 0-15,-3 0 0 16,-2 0-1408-16,-3 2-304 0,-4 2-64 0,-9-2-10144 16,0 0-2032-16</inkml:trace>
  <inkml:trace contextRef="#ctx0" brushRef="#br0" timeOffset="6253.72">6422 16070 28559 0,'0'0'2544'0,"0"0"-2032"0,0 0-512 0,7 8 0 15,0-1 2000-15,4 0 304 0,-1 1 64 0,3 0 16 16,0-1-1136-16,3-2-224 0,1 0-64 0,1 0 0 16,2-2 0-16,1 1-16 0,0-2 0 0,1 1 0 15,1-2-496-15,2-1-112 0,-3 0-16 0,3-1 0 16,-2 2-592-16,2 1-128 15,-1-2-32-15,-4 3 0 0,1-3-2384 0,-4 2-496 0,-4 0-80 0</inkml:trace>
  <inkml:trace contextRef="#ctx0" brushRef="#br0" timeOffset="7300.49">7537 15997 3679 0,'0'0'320'15,"0"0"-320"-15,0 0 0 0,0 0 0 0,0 0 4224 0,0 0 768 16,5-4 144-16,0 0 48 0,-5 4-3152 0,8-4-624 0,1-1-128 0,2 1-32 16,0 0 192-16,5 3 32 0,2 1 16 0,3 1 0 15,4 2-464-15,4 1-112 16,4 0-16-16,7 2 0 0,3-2-80 0,5 2-32 0,4-3 0 0,4 0 0 16,-1-2-64-16,0 1-16 15,2-6 0-15,2 0 0 0,1 0-192 0,1-3-64 0,-1 2 0 0,-2-1 0 16,0-1-256-16,-5 1-48 0,-2 0-16 0,-3 1 0 15,-2 1-128-15,-3 0 0 0,-1 2 144 16,-4 0-144-16,-6 1 0 0,-3 1 0 0,-4 0 0 16,-5 0 0-16,-4-1 0 0,-3 1-208 0,-4 0 16 0,-9 0 16 31,0 0-1488-31,0 0-320 0,0 0-48 0</inkml:trace>
  <inkml:trace contextRef="#ctx0" brushRef="#br0" timeOffset="9244.12">7680 15137 11055 0,'0'0'976'0,"0"0"-784"0,0 0-192 0,-5-5 0 0,1 1 2208 0,0-2 400 15,4 6 80-15,0 0 0 0,-4-5-464 0,4 5-112 16,-4-4 0-16,4 4-16 0,0 0-432 0,0 0-96 0,0 0-16 0,0 0 0 16,0 11-784-16,0 3-144 15,0 6-48-15,2 2 0 0,2 5-320 0,-1 3-64 0,1 3 0 0,0 2-16 16,-1 1-32-16,1 2 0 0,0 1 0 0,0-2 0 16,0-3-16-16,-2-4-128 0,2 0 192 0,0-4-64 15,1-3 160-15,0-3 32 0,1-3 0 0,-1-4 0 16,0-3 48-16,0-1 16 0,0-2 0 0,-5-7 0 15,0 0 80-15,8 1 32 0,0-2 0 0,0-2 0 0,1-6 240 0,0-3 48 16,-1-3 16-16,1-5 0 0,0-2-240 0,2-3-48 16,2-2-16-16,-2-2 0 0,3-5-240 0,-1-1-32 15,0 1-16-15,0-2 0 0,0-2 32 0,1 3 0 16,-2 2 0-16,-3 3 0 0,-1 3-64 0,-3 3-16 16,0 2 0-16,-2 3 0 0,-2 3-160 0,-1 3 0 15,-1 1-160-15,-1 3 160 16,1 3-624-16,1 6-16 0,0 0-16 0,0 0 0 15,0 0-2032-15,0 0-416 0,0 0-80 0,-3 10-8544 16,2 3-1712-16</inkml:trace>
  <inkml:trace contextRef="#ctx0" brushRef="#br0" timeOffset="11281.37">8133 15427 3679 0,'0'0'320'0,"0"0"-320"16,0 0 0-16,0 0 0 0,0 0 2240 0,0 0 384 16,0 0 80-16,0 0 16 0,0 0-1632 0,0 0-336 15,0 0-64-15,0 0-16 0,0 0 64 0,0 0 16 0,0 0 0 0,0 0 0 16,0 0 16-16,0 0 0 16,0 0 0-16,0 0 0 0,0 0-48 0,0 0 0 0,0 0 0 0,0 0 0 15,0 0-208-15,0 0-32 0,0 0-16 0,0 0 0 16,0 0-176-16,0 0-32 15,0 0-16-15,0 0 0 0,0 0-16 0,0 0 0 16,0 0 0-16,0 0 0 0,0 0 32 0,0 0 16 16,0 0 0-16,0 0 0 0,0 0 80 0,0 0 16 0,0 0 0 0,0 0 0 15,0 0-48-15,0 0-16 0,0 0 0 0,0 0 0 16,0 0-48-16,0 0 0 0,0 0 0 0,0 0 0 16,0 0-16-16,0 0-16 0,0 0 0 0,0 0 0 15,0 0-48-15,0 0-16 0,0 0 0 0,0 0 0 16,0 0 32-16,0 0 0 0,0 0 0 0,0 0 0 15,0 0 0-15,0 0 16 0,0 0 0 0,0 0 0 16,0 0-208-16,0 0 128 0,0 0-128 0,0 0 0 16,0 0 144-16,0 0-144 0,0 0 128 0,0 0-128 15,0 0 128-15,0 0-128 0,0 0 0 0,0 0 128 0,0 0-128 0,0 0 0 16,0 0 0-16,0 0 0 0,0 0 0 0,0 0 0 16,0 0 0-16,0 0 0 0,0 0 0 0,0 0 128 15,0 0-128-15,0 0 128 0,-4-5 0 0,4 5 0 16,0 0 0-16,0 0 0 0,-3-5 16 0,3 5 0 15,0 0 0-15,0 0 0 0,0 0-16 0,0 0 0 16,0 0 0-16,0 0 0 0,0 0 16 0,0 0 0 16,0 0 0-16,0 0 0 0,0 0-16 0,0 0 0 15,0 0 0-15,0 0 0 0,0 0 16 0,0 0 0 16,0 0 0-16,0 0 0 0,-3 8 16 0,1 1 0 16,-1 0 0-16,1 3 0 0,0 2 64 0,1-1 16 15,0 2 0-15,1 0 0 0,-3 0-96 0,1-1-16 16,-1 0 0-16,2-1 0 0,-1 2-128 0,0 0 160 0,-1-4-160 0,0-1 160 15,3-1-160-15,-1 0 192 0,-1-1-192 0,-1 0 192 16,3-8-192-16,0 0 160 16,-4 5-160-16,4-5 160 0,0 0-16 0,0 0 0 15,0 0 0-15,0 0 0 0,0 0 32 0,0 0 0 0,0 0 0 0,0 0 0 16,0 0-176-16,0 0 128 0,7 4-128 0,-1-1 128 16,-6-3-128-16,9 2 0 0,-1 0 0 0,0 0 0 15,1-2 0-15,-1 0 0 0,1 0 0 0,1 0 0 16,2 2 0-16,0-2 128 0,0 1-128 0,-2-1 128 15,0 0-128-15,0 1 0 0,-1 2 144 0,-2-3-144 16,-7 0 128-16,0 0-128 0,0 0 128 0,0 0-128 16,0 0-256-16,0 0-128 15,0 0-32-15,0 0 0 0,0 0-2448 0,0 0-480 0,0 0-112 0</inkml:trace>
  <inkml:trace contextRef="#ctx0" brushRef="#br0" timeOffset="12580">8491 15087 9215 0,'0'0'816'0,"0"0"-656"0,0 0-160 0,0 0 0 16,0 0 1600-16,0 0 304 15,0 0 48-15,0 0 16 0,0 0-1472 0,0 0-304 16,0 0-48-16,0 0-16 0,0 0 160 0,0 0 32 0,0 0 0 0,0 0 0 16,0 0 176-16,0 0 32 0,0 0 16 0,0 0 0 15,0 0-48-15,0 0-16 0,0 0 0 0,0 0 0 16,0 0-304-16,0 0-176 0,0 0 192 0,0 0-192 15,0 0 288-15,5-5-48 0,-5 5-16 0,0 0 0 16,6-4-224-16,-1-1 128 0,1 2-128 0,-6 3 0 16,0 0 128-16,0 0-128 0,0 0 0 0,5-2 0 15,-5 2 176-15,7-3-176 0,-7 3 192 0,0 0-192 0,0 0 576 0,0 0 0 16,0 0 0-16,0 0 0 0,0 0 320 0,0 0 64 16,0 0 0-16,0 0 16 0,0 0-336 0,0 0-80 15,0 0-16-15,0 0 0 0,0 0-208 0,0 0-32 16,0 0-16-16,0 0 0 0,0 0-96 0,0 0 0 15,0 0-16-15,0 0 0 0,0 0-176 0,0 0 128 16,0 0-128-16,0 0 128 0,0 0-128 0,0 0 0 16,0 0 0-16,0 0 0 0,0 0 0 0,0 0 0 15,0 0 0-15,0 0 0 0,0 0 0 0,0 0 0 16,0 0 0-16,0 0 0 0,0 0 0 0,0 0 0 16,0 0 0-16,0 0 0 0,0 0 0 0,0 0 0 0,0 0 0 15,0 0 0-15,0 0 0 0,0 0 0 0,0 0 0 16,0 0 0-16,0 0 0 0,0 0 0 15,0 0 0-15,0 0 0 0,0 0 0 0,0 0 0 0,0 0 0 0,0 0 0 16,0 0 0-16,0 0 0 0,0 0 0 0,0 0 0 16,0 0 0-16,0 0 0 0,0 7 0 0,0-7 128 15,0 0-128-15,0 0 0 0,0 0 0 0,0 0 0 16,0 0 0-16,0 0 0 0,0 0 0 0,0 0 0 16,0 0 0-16,0 0 0 0,0 0 0 0,0 0 0 15,0 0 0-15,0 0 0 0,0 0 0 0,0 0 0 16,0 0 0-16,0 0 0 0,0 0 0 0,0 0 0 15,0 0 0-15,0 0 0 0,0 0 0 16,0 0 0-16,0 0 0 0,0 0 0 0,0 0 0 0,0 0 0 16,0 0 0-16,0 0 0 0,0 0 0 0,0 0 0 15,0 0 0-15,0 0 0 0,0 0 0 0,0 0 0 0,0 0 0 0,0 0 0 16,0 0 0-16,0 0 0 0,0 0 208 0,0 0-32 16,0 0-16-16,0 0 0 15,-5 6 144-15,5-6 16 0,-7 4 16 0,2 1 0 0,-1-1-16 0,0 3 0 16,1 0 0-16,0 3 0 0,-2-1 0 0,2 1 0 15,1 4 0-15,0 3 0 0,2 4-80 0,-1 1-32 16,1 3 0-16,-1 3 0 0,0 2-80 0,1 2-128 16,-1-1 176-16,2 2-176 0,1 0 208 0,0-1-64 15,1 0-16-15,0-2 0 0,2-2-128 0,1-2 0 16,1-1 144-16,2-3-144 16,2-2-368-16,1-3-144 0,-1-2-16 0,2-3-16 15,0-3-2128-15,3-2-416 0,0-5-96 0</inkml:trace>
  <inkml:trace contextRef="#ctx0" brushRef="#br0" timeOffset="12892.48">8731 15291 12895 0,'0'9'1152'0,"-3"2"-928"0,1 5-224 0,-1 1 0 16,1 3 3008-16,0 0 544 0,2 3 112 0,-1-1 32 15,0 1-2336-15,1-2-464 0,1-3-80 0,0-2-32 16,1-3 96-16,1-3 16 0,3-3 0 0,2-2 0 0,-2-2-160 0,2-3-32 16,0-5 0-16,1-3 0 0,3-4-192 0,-1-1-64 15,1-3 0-15,0 1 0 0,-1-5-128 0,0 1-48 16,-2-1 0-16,0 0 0 0,-2 1-80 0,-2 1-32 16,-1-3 0-16,-3 3 0 0,-2 1 64 0,-2 0 16 15,-2 1 0-15,-3 2 0 0,-1 1-80 0,-1 0-16 16,-2 1 0-16,0 4 0 0,-1 4-144 0,0-1 0 15,0 4-160-15,0 2 160 16,0 0-432-16,1 3 16 0,2 3 0 0,1-2 0 16,1 1-2192-16,3 1-432 0,-1-1-96 0</inkml:trace>
  <inkml:trace contextRef="#ctx0" brushRef="#br0" timeOffset="13145.55">8951 15154 21183 0,'0'0'1888'0,"0"0"-1504"0,0 0-384 0,0 0 0 16,9 4 2336-16,2-3 400 0,1 0 80 0,-2 1 0 15,4 0-1856-15,1-2-384 0,0-2-80 0,1 0-16 0,1 1-112 0,0 0-32 16,-1-2 0-16,1-1 0 0,-2 0-208 0,-1 0-128 15,0-1 128-15,-3 1-128 16,-2 0-1088-16,-1 2-304 0,-1 2-48 0,-7 0-7920 16,5-7-1584-16</inkml:trace>
  <inkml:trace contextRef="#ctx0" brushRef="#br0" timeOffset="13352.65">9075 14982 16575 0,'0'0'736'0,"0"0"160"0,0 0-720 0,0 0-176 16,0 0 0-16,1 6 0 0,1 3 3488 0,-1 2 672 16,-1 0 128-16,0 4 16 0,0 0-2480 0,-1 4-496 0,-1 0-112 0,1 3 0 15,-1 1-384-15,0 0-80 0,0 2-16 0,0-2 0 32,1 1-416-32,0 0-64 0,-1 1-32 0,1-3 0 31,1-1-1184-31,0-2-224 0,1-4-48 0,2-4-16 0,-2-1-1440 0,-1-10-304 0,0 0-48 0</inkml:trace>
  <inkml:trace contextRef="#ctx0" brushRef="#br0" timeOffset="13638.81">9346 14926 17503 0,'0'0'1552'0,"0"0"-1232"16,4 7-320-16,-1 1 0 0,1 1 3520 0,1 3 656 15,0 1 128-15,0-1 32 0,1 2-2240 0,0 3-448 0,-1-1-96 0,1 5-16 16,-3-3-576-16,0 4-112 0,0 1-16 0,-3 2-16 16,-3 3-304-16,-2 3-48 0,-2 0-16 0,-2 2 0 15,-1 1-448-15,-2-2 0 0,0 4 0 16,-1-1 0-16,-2-4-304 0,-1 2-48 0,0-3-16 0,-1 0 0 15,2-2-1616-15,-2-3-336 16,0-3-64-16,-3-2-13776 0</inkml:trace>
  <inkml:trace contextRef="#ctx0" brushRef="#br0" timeOffset="14688.64">8250 16258 3679 0,'0'0'320'0,"0"0"-320"16,0 0 0-16,0 0 0 0,0 0 4256 0,0 0 784 15,0 0 144-15,0 0 48 0,0 0-2864 0,0 0-560 16,0 0-112-16,0 0-32 0,0 0-448 0,0 0-112 16,0 0-16-16,6 3 0 0,0 0-80 0,-1 5-32 15,-1 1 0-15,-2 4 0 0,2 0-208 0,-2 3-32 16,-1 0-16-16,-2-1 0 0,1 5-288 0,-2 1-64 15,0 2-16-15,-1 2 0 0,0 0-176 0,0 0-48 16,-1-2 0-16,-2 7 0 0,1-6-128 0,3-8 0 0,-1-1 144 0,0-2-144 16,1 0 144-16,0-3-144 15,1-2 192-15,1-1-192 0,0-1 432 0,0-6-32 0,0 0 0 0,0 0 0 16,0 0-64-16,0 0-16 16,0 0 0-16,0 0 0 0,0 0-128 0,4 5-16 0,-4-5-16 0,9 3 0 15,3-3-16-15,1 0 0 0,1 1 0 0,3-1 0 16,2 0 48-16,0-1 0 0,2-2 0 15,1 2 0-15,2 1 128 0,-2 0 16 0,0 0 16 0,0-3 0 16,-1 1-144-16,0 1-16 0,-2 1-16 0,-2 0 0 16,0-3-176-16,-4 3 0 0,-2 0 0 0,-2 0 0 15,0 0-192-15,-9 0-128 0,6 0-32 0,0 0 0 16,-6 0-2448 0,0 0-480-16,0 0-112 0</inkml:trace>
  <inkml:trace contextRef="#ctx0" brushRef="#br0" timeOffset="39588.43">9779 15770 27695 0,'0'0'1216'0,"0"0"272"0,0 0-1184 0,0 0-304 15,0 0 0-15,0 0 0 0,0 0 1152 0,1 6 160 16,11-6 32-16,1 0 16 0,0 0-448 0,4 0-80 16,0 0-32-16,3 0 0 0,2 0-368 0,0 1-80 15,2 1-16-15,0 1 0 0,1-2-336 0,0 3 144 16,0-2-144-16,-2 3 0 0,-1-3 0 0,-3 5-304 16,-4-1 48-16,-1 1 0 15,-3 1-1472-15,-3-2-272 0,-2 1-64 0,-1 1-7344 16,-5-1-1456-16</inkml:trace>
  <inkml:trace contextRef="#ctx0" brushRef="#br0" timeOffset="39760.25">9774 15989 16575 0,'0'0'1472'0,"0"0"-1168"16,0 0-304-16,0 0 0 0,0 0 3648 0,0 0 656 0,0 0 144 0,0 0 32 16,0 0-2928-16,6 8-576 15,4-1-112-15,3-1-32 0,2-1-240 0,5-1-48 16,2-1-16-16,3 1 0 0,1-4 160 0,4 2 16 0,1 2 16 0,2-2 0 15,-1 0-400-15,2 1-96 0,-1-3-16 0,-2 0 0 32,-2 3-784-32,-8-1-144 0,-2 2-48 0,-1 1-10896 0,-1 2-2192 0</inkml:trace>
  <inkml:trace contextRef="#ctx0" brushRef="#br0" timeOffset="40572.67">10883 15856 15663 0,'0'0'1392'0,"-6"3"-1120"16,-3 0-272-16,0-2 0 0,0 0 2000 0,9-1 352 15,-8 3 64-15,0 3 16 0,1-4-704 0,7-2-144 0,0 0-32 0,0 0 0 16,0 0-224-16,0 0-48 16,0 0-16-16,0 0 0 0,0 0-448 0,11 7-96 0,4 0-16 0,5 0 0 15,5-2 112-15,6-1 16 16,4-2 0-16,8 1 0 0,7-3 48 0,5 0 16 0,3 0 0 0,4 0 0 16,-1 0-320-16,-8 1-64 15,6 0-16-15,3 1 0 0,8 0-352 0,-3 0-144 0,1 0 128 0,-1 1-128 16,-1 1 0-16,19 2 128 0,-7 0-128 0,-2-1 0 15,-3 0 128-15,-4 0-128 0,-5 2 0 0,-2-1 128 16,-4-1-128-16,-5 1 0 0,-2-1 0 0,-5-1 128 16,-2 5-128-16,-1-1 160 0,-4-2-160 0,0 1 160 15,-4-3-368-15,-6 1-80 0,-3 1-16 0,-5-3 0 16,-5-3-80-16,-2 1 0 0,-5 3-16 0,-2-4 0 16,-7 0-1712-16,0-5-352 15,-6-3-64-15</inkml:trace>
  <inkml:trace contextRef="#ctx0" brushRef="#br0" timeOffset="41216.65">10732 14982 19871 0,'-12'-10'880'0,"9"7"176"0,-3-3-848 0,1 1-208 15,1-3 0-15,0 3 0 0,4 5 1872 0,0 0 336 16,-2-4 64-16,2 4 16 0,0 0-832 0,0 0-176 16,10 9-16-16,1 7-16 0,0 6-816 0,1 4-176 15,1 4-16-15,0 4-16 0,-1-1-224 0,0 1 128 16,1 6-128-16,-2-1 0 0,1-2 128 0,-2-5-128 16,2-2 0-16,-1 0 0 0,-1-5 160 0,1 0-160 0,-1-7 160 0,0 0-160 15,0-5 384-15,-1-4-32 16,0-1 0-16,-1-4 0 0,-1-1 304 0,1-7 64 0,0-3 16 0,1-4 0 15,0-6-48-15,-1-2-16 0,1-3 0 0,2-1 0 16,-1-6-288-16,2 2-48 0,0-6-16 0,1 0 0 16,0 1-96-16,-2-1-32 15,0-2 0-15,-1 2 0 0,-1 2-32 0,0 3-16 0,-2 1 0 0,0 7 0 16,-2 0-144-16,-1 6-176 0,0 2 48 0,-2 4 0 31,-2 8-1392-31,0 0-272 0,0 0-48 0,0 0-16 0,-1 11-1408 16,-2-2-272-16</inkml:trace>
  <inkml:trace contextRef="#ctx0" brushRef="#br0" timeOffset="42037.09">11389 15304 7359 0,'0'0'320'0,"0"0"80"0,0-6-400 0,0 2 0 16,0 4 0-16,0 0 0 0,0 0 3696 0,0 0 656 16,-5-5 128-16,-3 3 16 0,-1 2-2560 0,1 0-512 15,-2 2-96-15,-3 3-32 0,0 3-272 0,-2 3-64 16,0 0-16-16,0 4 0 0,0 0-192 0,0 4-48 16,2-4 0-16,3 4 0 0,1 3 16 0,1 1 0 15,3-2 0-15,2 0 0 0,3-3-320 0,2-1-64 16,0-1-16-16,5-2 0 0,-1-2-192 0,2-2-128 15,0-2 128-15,1-1-128 0,3-2 0 0,1 0 0 16,0-2-160-16,0-1 160 16,0 1-896-16,0-2-64 0,0-1 0 0,-1 0-16 15,-1 0-2544-15,0-1-496 0</inkml:trace>
  <inkml:trace contextRef="#ctx0" brushRef="#br0" timeOffset="42413.47">11733 14932 24991 0,'0'0'1104'0,"-5"4"240"0,1 1-1088 0,0 3-256 15,-1 1 0-15,-1 3 0 0,-1 2 832 0,1 4 96 16,-1 3 32-16,1 4 0 0,-1 0-304 0,2 1-48 15,0 3-16-15,1-2 0 0,0 3 112 0,0 0 0 16,0-1 16-16,3-2 0 0,2-1-352 0,2-2-80 0,1-5-16 0,2-3 0 31,2-4-2384-31,2-6-464 0,5-5-112 0</inkml:trace>
  <inkml:trace contextRef="#ctx0" brushRef="#br0" timeOffset="42647.75">11902 15340 20671 0,'-2'26'912'0,"2"-13"192"0,0 2-880 0,2 0-224 0,0 1 0 0,2-2 0 16,0-1 1536-16,1-2 256 0,0-5 48 0,-5-6 16 15,11 3 128-15,-1-6 16 0,2-3 16 0,0-5 0 16,2-2-720-16,-1-2-144 0,-1-2-16 0,-2-3-16 16,1 1-624-16,-1-2-128 0,-1 1-32 0,-1 1 0 0,-1-1-160 0,-5 0-48 15,1 2 0-15,-3-1 0 0,-3 2 32 0,-2-2 0 16,-1 2 0-16,-2 3 0 0,0 0-160 0,-1 3 0 15,-2 2-160-15,1 3 160 16,2 0-1344-16,-1 4-192 0,0 1-16 0,1-1-14928 16</inkml:trace>
  <inkml:trace contextRef="#ctx0" brushRef="#br0" timeOffset="42819.6">12058 15027 17503 0,'0'0'768'0,"7"5"176"0,-2-1-752 0,1 2-192 15,2-4 0-15,1 2 0 0,0 0 2112 0,2 0 400 16,-1-1 80-16,5-2 16 0,-2-1-1072 0,0 0-224 16,4 0-32-16,0-1-16 0,1-2-496 0,0 2-112 15,-1-3-16-15,0 2 0 16,-3 1-896-16,1-3-176 0,-2 2-32 0,-2 2-9248 0,-1-3-1840 0</inkml:trace>
  <inkml:trace contextRef="#ctx0" brushRef="#br0" timeOffset="42975.9">12173 14828 20271 0,'0'0'1792'0,"0"0"-1424"16,-4 6-368-16,1 6 0 0,2 1 2384 0,0 3 416 15,-1 2 80-15,1 3 0 0,0 4-1744 0,-2-2-368 16,1 2-64-16,-2 2 0 0,0 3-320 0,0 0-48 16,0 1-16-16,1 2 0 0,2 0-320 0,0-3 0 15,-1-3 0-15,2-2-15248 16</inkml:trace>
  <inkml:trace contextRef="#ctx0" brushRef="#br0" timeOffset="43319.57">12456 14825 15663 0,'0'0'1392'0,"0"0"-1120"0,8 0-272 0,-1 1 0 16,2 2 3648-16,-1 2 688 0,1 2 128 0,1 2 16 15,-1 4-2432-15,-3 3-480 0,3 2-96 0,-1 4-32 16,-1 3-480-16,-2 2-112 0,-1 2-16 0,-3 3 0 15,-2 1-336-15,-2 1-80 0,-1 1-16 0,-2 4 0 0,-2 2-160 0,-1-2-48 16,-2 1 0-16,1 1 0 0,-2 0-416 0,0-2-96 16,1-1 0-16,0-1-16 15,-2-6-592-15,2-2-112 16,-1-5-32-16,-3 1 0 0,1-6-2160 0,0-4-432 0</inkml:trace>
  <inkml:trace contextRef="#ctx0" brushRef="#br0" timeOffset="44149.24">12685 15278 23039 0,'0'0'2048'0,"0"0"-1648"15,0 0-400-15,0 0 0 0,0 0 2656 0,0 0 448 16,0 0 96-16,0 0 0 0,0 0-1904 0,0 0-384 16,9 2-80-16,3-2 0 0,4 1-320 0,5 2-64 15,1 0-16-15,2-3 0 0,5 1-48 0,0-1-16 16,0 1 0-16,-1 3 0 0,-2-4-240 0,2 1-128 15,0 1 160-15,-3-1-160 0,-1 0 0 0,-2-1-128 16,-1 0-16-16,-3 2 0 16,-1-1-1056-16,-3 0-208 0,-3 2-32 0,-11-3-9600 15,7 0-1920-15</inkml:trace>
  <inkml:trace contextRef="#ctx0" brushRef="#br0" timeOffset="44431.81">13053 14855 11967 0,'0'0'528'0,"0"0"112"0,0 0-512 0,0 0-128 0,0 0 0 0,0 0 0 15,0 0 5408-15,0 0 1056 0,0 0 192 0,0 12 64 0,0 4-4544 0,-1 3-912 16,-1 5-176-16,0 0-48 15,-2 5-208-15,0 4-64 0,-1-1 0 0,-2 6 0 0,-1 1-320 0,2 0-64 16,-1 4 0-16,1 2-16 0,-1-2-240 0,2 0-128 16,2-2 160-16,1 0-160 15,-1-1-928-15,4-5-288 0,-1-6-48 0,2-3-16 16,2-8-2176-16,0-3-432 0,-1-5-80 0</inkml:trace>
  <inkml:trace contextRef="#ctx0" brushRef="#br0" timeOffset="44697.41">13346 15035 24879 0,'14'1'1088'0,"-7"2"256"0,1 1-1088 0,1 2-256 16,3 4 0-16,-2-1 0 0,1 1 2320 0,-4-1 416 0,-1 4 80 0,-2 2 0 16,-1 0-1664-16,-3 1-320 15,-2 2-80-15,-2 2-16 0,-3-1-416 0,0 2-64 0,-3-1-32 0,0 1 0 16,-2 1-224-16,1-3 128 15,-1 1-128-15,1-2 0 0,1-1 0 0,1-1 0 0,1-1 0 0,1 0 0 16,4-2 0-16,1 0 128 0,4 0-128 0,0-5 0 16,2 2 128-16,3-1-128 0,0 0 176 0,3-2-176 15,0-3 0-15,3 0 0 0,3-3 0 0,1-1 0 32,0-3-848-32,2 1-288 0,-1-5-48 0,2-2-16 0,-1-4-2416 0,1-4-480 0,19-21-112 15,-8 4-16-15</inkml:trace>
  <inkml:trace contextRef="#ctx0" brushRef="#br0" timeOffset="44916.15">13737 15211 23951 0,'0'17'512'0,"-1"-8"128"0,-2 4 0 0,1 3 64 0,-2 2-576 0,0 4-128 16,0 2 0-16,1-1 0 0,1-2 1856 0,2 1 352 15,1-1 64-15,4-1 16 0,1-5-496 0,0-2-112 16,2-2-16-16,2-3 0 0,2-6 16 0,4-3 0 16,-2-2 0-16,3-3 0 0,4-7-832 0,0-2-160 15,0-3-48-15,-3-1 0 0,-1-1-144 0,0 2-48 16,-4-2 0-16,0-1 0 0,-4 6-256 0,-3-5-64 15,-4 3-128-15,-4 0 192 0,-1 2-192 0,-4 0 144 16,-2 1-144-16,-3 2 128 16,-1-2-432-16,0 3-80 0,-1 2-32 0,-1 4 0 15,1 1-1248-15,0 0-240 0,-2 4-48 0,2 2-17104 0</inkml:trace>
  <inkml:trace contextRef="#ctx0" brushRef="#br0" timeOffset="45517.47">12649 15996 11055 0,'0'0'976'0,"0"0"-784"15,0 0-192-15,-7 3 0 0,1-2 2400 0,0 0 432 0,6-1 96 0,0 0 16 16,-5 0-1376-16,5 0-272 0,0 0-48 0,0 0-16 0,0 0 304 0,0 0 48 15,0 0 16-15,0 0 0 0,0 0-224 0,0 0-32 16,12 3-16-16,2-1 0 0,2 2-192 0,3 1-48 16,2-3 0-16,4 0 0 0,2 1-48 0,5 1-16 15,0-3 0-15,4 4 0 0,-1-5-336 0,5 0-80 16,2 0-16-16,2 2 0 0,4-2-224 0,5 0-48 16,-1-2-16-16,4-3 0 0,0 1-16 0,-3 0 0 15,1 2 0-15,-7 2 0 0,-4-3-288 0,-5 3 0 16,-6 0 128-16,-4 3-128 0,-4-1 0 0,-4-2 128 15,-5 2-128-15,0-1 0 0,-5-1-192 0,-10 0-128 16,0 0-48-16,0 0 0 16,0 0-2112-16,0 0-416 0,0 0-96 0</inkml:trace>
  <inkml:trace contextRef="#ctx0" brushRef="#br0" timeOffset="45986.28">12634 16314 19343 0,'0'0'1728'0,"0"0"-1392"15,0 0-336-15,0 0 0 0,0 0 3616 0,0 10 656 16,0 3 128-16,-1 4 16 0,1 6-3232 0,-3-3-656 16,-2 7-128-16,0-1-16 0,0 0-224 0,-2 2-32 15,1 4-128-15,-1-2 192 0,-1-4-64 0,-1 5-128 16,1 2 176-16,3-7-176 0,1-3 288 0,2-2-48 15,-1-1-16-15,0-4 0 0,2 0 176 0,0-5 48 0,0-2 0 0,1-9 0 16,0 0 16-16,0 0 16 16,0 0 0-16,10 2 0 0,2-2-32 0,1-1-16 0,1-3 0 0,2 3 0 15,3-1-192-15,2 2-48 0,3-3 0 0,2 0 0 16,1 2 0-16,3-5 0 0,-3 3 0 0,3-1 0 16,-1-2 48-16,-1 2 0 0,-4 2 0 0,-3 1 0 15,-3-2-240-15,-2 2 0 0,-2-1 128 0,-2 2-128 31,-1 3-656-31,-4 1-176 0,1 1-48 0,0-2-12048 0,-3 1-2432 0</inkml:trace>
  <inkml:trace contextRef="#ctx0" brushRef="#br0" timeOffset="46472.99">14453 15783 2751 0,'0'0'256'0,"0"0"-256"0,0 0 0 0,0 0 0 0,0 0 7328 0,0 0 1424 16,0 0 272-16,9 4 64 16,2-1-6256-16,2 1-1248 0,2-4-256 0,5 2-48 0,-1 2-304 0,2-2-48 15,-1 0-16-15,1 1 0 0,1-1-528 0,1 2-128 16,-2 0 0-16,3-2-16 0,-1-1-240 0,-1 0 144 16,-1 2-144-16,-3-1 128 15,1 0-432-15,-4 0-80 0,-3 1-32 0,-2 1 0 16,-2-4-2016-16,-8 0-416 0,0 0-80 0</inkml:trace>
  <inkml:trace contextRef="#ctx0" brushRef="#br0" timeOffset="46660.52">14398 16077 25791 0,'0'0'1152'0,"0"0"224"0,3 10-1104 0,-1-5-272 15,-2-5 0-15,8 7 0 0,3-1 2528 0,3 1 448 0,3-3 96 0,1 0 0 16,3-3-1664-16,7-1-352 15,-2 1-64-15,1-1-16 0,2-2-208 0,-9 3-64 16,3-1 0-16,0-1 0 0,1-4-704 0,-2 2 0 16,3 3 0-16,-3 1-160 15,-1 4-3312-15,3-1-672 0</inkml:trace>
  <inkml:trace contextRef="#ctx0" brushRef="#br0" timeOffset="47519.75">15690 15752 31551 0,'0'0'1408'0,"0"0"272"0,0 0-1344 0,0 0-336 16,-6 5 0-16,-2 2 0 0,1-2 1088 0,0 5 128 15,-3 5 48-15,4 3 0 0,-1 2-688 0,3 4-144 16,1 4-32-16,1-2 0 0,2 5 112 0,3 3 0 15,1 1 16-15,4-2 0 0,-1-4 192 0,4-2 48 16,2-6 0-16,3-3 0 0,2-5-160 0,3-5-32 0,3-7 0 0,2-3 0 16,3-5 16-16,9-7 0 15,-2-5 0-15,0-5 0 0,-4-4-144 0,-2-2-16 16,-2-1-16-16,-4-2 0 0,-4-2-160 0,-3 1-48 16,-4 4 0-16,-4 0 0 0,-4 2-80 0,-5 2 0 0,-5 1-128 0,-5 3 192 15,-7 1-64-15,-4 0-128 0,-4 1 176 0,-1 5-176 16,-4 2-160-16,1 5-144 0,-1 5-16 0,-1 7-16 31,1 7-1248-31,1 4-240 0,1 5-48 0,-1 3-17664 0</inkml:trace>
  <inkml:trace contextRef="#ctx0" brushRef="#br0" timeOffset="96743.89">19695 733 9215 0,'0'0'400'0,"0"0"96"0,0 0-496 0,-1-11 0 15,4 4 0-15,-2 2 0 0,0-2 2736 0,-1 7 448 16,0 0 80-16,1-11 32 0,-1-1-1216 0,-1 5-240 0,-1 1-48 16,-2 1-16-16,-2 1-688 0,-4 0-144 0,-2 1-32 0,2 6 0 15,-2-1-496-15,-1 5-96 0,0 3-32 0,-1 6 0 16,-2 5-288-16,0 2 160 15,2 7-160-15,1 2 128 0,0 0 48 0,3-1 0 0,2-1 0 0,4-1 0 16,3-3-176-16,2-4 0 0,4-2 0 0,4-7 0 16,4-3 192-16,3-7 48 0,3-6 16 0,2-3 0 15,3-7 0-15,1-2 0 0,-1-1 0 0,2-3 0 16,0-2-128-16,2-2-128 0,-3-3 176 0,-2-2-176 16,-1 0 192-16,0-2-192 0,-2-3 192 0,-3 3-192 0,-3 2 192 15,-2-2-192-15,-4-2 192 0,1-15-192 0,-4 8 352 16,-4-1-32-16,-2 2-16 0,-3 4 0 0,-1 2-112 0,-2 3 0 15,0 3-16-15,-1 6 0 0,-1 7 0 0,2 3 0 16,7 10 0-16,0 0 0 0,-10 4 160 0,1 9 48 16,-1 8 0-16,3 7 0 0,-2 6-384 0,3-5 144 15,0 9-144-15,1 3 0 0,-1 4 192 0,1 4-192 16,1 5 192-16,2-1-192 0,2-3 128 0,2-5-128 16,2-4 0-16,3-3 0 0,1-3 0 0,-1-4 0 15,2-4 0-15,1-3 0 0,0-3-128 0,0-3-48 0,1-1 0 0,-2-4 0 16,-1-3-128-16,0-2-16 0,-3-1-16 0,-5-7 0 31,6 5-1472-31,-6-5-304 0,0 0-48 0</inkml:trace>
  <inkml:trace contextRef="#ctx0" brushRef="#br0" timeOffset="97134.49">20088 707 13823 0,'0'0'608'0,"0"0"128"0,0 0-592 0,0 0-144 0,0 0 0 0,0 0 0 0,0 0 3664 0,6 5 704 16,1 2 144-16,-2 2 32 0,-1 3-2832 0,0 2-560 15,-2 2-128-15,0 3 0 0,-2 5-704 0,0-2-128 16,0 3-16-16,0 7-16 0,2-7-160 0,1-11 128 16,-1 1-128-16,2-2 128 0,2-3-128 0,1 2 192 15,-7-12-192-15,8 4 192 0,3-7 592 0,0-1 128 16,2-2 32-16,2-6 0 0,0 0 0 0,2-6 0 16,-1 0 0-16,0-2 0 0,-1-1-400 0,1-1-80 15,0-1-16-15,-1-2 0 0,0 0-192 0,-2-1-64 16,-2-1 0-16,0 1 0 0,-2 2-192 0,-1 0 128 15,0 1-128-15,-2 4 0 16,-1 3-784-16,-1 6-256 0,-2 2-48 0,-2 8-16 16,0 0-2080-16,-6 8-400 0</inkml:trace>
  <inkml:trace contextRef="#ctx0" brushRef="#br0" timeOffset="97517.36">20587 869 5519 0,'0'0'496'0,"3"-11"-496"0,-1 2 0 0,1 1 0 0,-1 2 4752 0,1-3 864 16,-3 9 160-16,3-7 48 0,-3 1-2992 0,0 6-592 0,-3-7-112 0,3 7-16 16,-5-5-1008-16,-2 4-192 15,-2 3-32-15,-4 4-16 0,0 0-480 0,4 2-80 16,-1 4-32-16,-1 3 0 0,2 0-16 0,0 2-16 16,0 1 0-16,1 1 0 0,1 1 16 0,3 0 16 0,2-2 0 0,1 7 0 15,3-5-128-15,2-9-16 0,1-1-128 0,4-1 192 16,1-2-64-16,0-1-128 0,2-3 176 0,1-3-176 15,0-1-128-15,5-4-144 0,-2-1-32 0,-7 2 0 32,0-1-2528-32,0 0-512 0,-9 5-112 0</inkml:trace>
  <inkml:trace contextRef="#ctx0" brushRef="#br0" timeOffset="97845.45">19407 1308 26719 0,'-26'7'1184'0,"16"-2"240"0,-1-2-1136 0,1 2-288 16,1 0 0-16,2 2 0 0,7-7 1472 0,0 0 256 15,4 7 32-15,4 2 16 0,6 1-736 0,4-3-144 16,5-1-16-16,5-2-16 0,6-3-160 0,7-1-16 0,4-4-16 0,9 1 0 15,6 2-32-15,4-6 0 0,2-2 0 0,3-1 0 16,0 0-272-16,2-4-64 16,0 3-16-16,0 0 0 0,-2 3-160 0,-5-2-128 15,-6 1 144-15,-4 2-144 0,-9 5 0 0,-5 0 128 0,-8 4-128 0,-4-1 0 16,-6 0-176-16,-4 2-80 0,-4 0 0 0,-5-1-16 31,-2 3-592-31,-7-5-112 0,0 0-32 0,-3 7 0 16,-2-1-2864-16,-3 0-576 0</inkml:trace>
  <inkml:trace contextRef="#ctx0" brushRef="#br0" timeOffset="99256.36">20172 1436 11967 0,'0'0'1072'0,"0"0"-864"16,0 0-208-16,0 0 0 0,0-7 2240 0,-1 0 384 15,-1-2 96-15,-1-1 16 0,-1 4-528 0,-1 1-96 16,-2-1-32-16,-1 4 0 0,-1-1-608 0,0 5-128 15,0-1-32-15,-5 3 0 0,-2 2-624 0,6 2-128 0,-1 3-32 0,1 3 0 16,1 4-256-16,-2 4-48 16,1 3-16-16,-2 12 0 0,4-7-80 0,6-11 0 15,0-1-128-15,2 1 192 0,3-6-16 0,2-2-16 16,4-3 0-16,7 0 0 0,0-5 128 0,-2-6 32 16,3-4 0-16,1-3 0 0,2-6-128 0,11-10 0 0,-2-1-16 0,-11 9 0 15,0-2-176-15,-1-1 160 0,0 0-160 0,0 1 160 16,-1-3-160-16,1 3 128 0,-4 0-128 0,5-9 128 15,-4 5-128-15,-3-1 0 0,-6-1 0 0,-4 10 128 16,-1 0-128-16,-1-1 128 0,-3 1-128 0,0 0 128 16,0 3-128-16,-1 2 0 0,0 2 0 0,-1 5 0 15,1 3 0-15,-1 5 0 0,-1 4-176 0,1 7 176 16,-1 2 0-16,-1 16-128 0,3 1 128 0,3-8 0 16,-1 4 0-16,2 1 0 0,1 1 0 0,4 11 0 0,2-4 0 15,2-16 128-15,4-1-128 0,3-3 0 0,4-5 0 0,10 0-160 16,3-6 16-16,-1-7 0 0,-1-6-144 0,-9-1-32 15,-2-5 0-15,1-2 0 0,0-4 16 0,-1 2 0 16,-1-4 0-16,1 1 0 0,-5 0 304 0,-1 0 0 16,-3 1 0-16,-2 2 0 0,-3 4 0 0,-1 1 320 15,-2 3-32-15,-2 7-16 0,0 0 192 0,0 0 48 16,0 0 0-16,-7 7 0 16,-1 6-224-16,1 3-32 0,-1 1-16 0,1 1 0 0,2 2-240 0,1 2 144 15,0 0-144-15,2 2 128 0,0-1-128 0,2 8 0 0,0-6 0 0,0-11 0 31,2 1-1344-31,0-2-320 0,-1-1-48 0,1-2-14912 0</inkml:trace>
  <inkml:trace contextRef="#ctx0" brushRef="#br0" timeOffset="99398.48">20459 1508 29999 0,'0'0'1328'0,"0"0"272"0,0 0-1280 0,7-6-320 0,-1 3 0 0,2 0 0 0,0 0 1344 0,2 2 192 16,2 1 32-16,2-3 16 0,1 3-736 0,2 3-144 15,1-3-16-15,0 1-16 16,-1-1-544-16,1-1-128 0,2 1 0 0,-2-3 0 31,0 2-3200-31,6-1-640 0</inkml:trace>
  <inkml:trace contextRef="#ctx0" brushRef="#br0" timeOffset="99695.33">21142 338 21183 0,'0'0'944'0,"-1"-9"192"15,1 9-912-15,0 0-224 0,0 0 0 0,0 0 0 0,0 0 4080 0,0 0 768 0,-8 11 144 16,0 4 48-16,-1 6-3056 0,0 10-624 0,0 10-112 0,3-7-32 16,-1 7-608-16,-1 10-128 0,0 7-32 0,-1 8 0 15,-1 7-176-15,-1 7-32 0,1 7-16 0,0 4 0 16,0 2-224-16,0-2 0 0,0 0 128 0,-1-1-128 16,1-1-1248-1,-5 36-288-15,1-22-64 0,1-14-11136 0,1-12-2240 0</inkml:trace>
  <inkml:trace contextRef="#ctx0" brushRef="#br0" timeOffset="100698.08">21305 1340 15663 0,'0'0'1392'0,"3"-7"-1120"15,1 0-272-15,-2 1 0 0,0-2 2944 0,-1-1 544 16,-1 9 96-16,0 0 32 0,0 0-1088 0,0 0-224 15,0 0-32-15,-8 7-16 0,-1 3-1248 0,-5 12-256 16,-1 8-48-16,4-6-16 0,0 2-320 0,2 4-64 16,0 4-16-16,1-2 0 0,2 2-16 0,-1 10 0 15,5-8 0-15,3-17 0 0,1-1-144 0,4 1-128 0,0-6 144 0,2-2-144 16,1 1 128-16,2-3-128 0,0-2 0 0,1-2 0 31,-2-2-1184-31,6-3-336 0,-3-4-64 0,-2-3-9808 0,-4-2-1952 0</inkml:trace>
  <inkml:trace contextRef="#ctx0" brushRef="#br0" timeOffset="100841.01">21088 1502 28447 0,'0'0'1264'0,"0"0"256"0,0 0-1216 0,6-3-304 16,2 0 0-16,1-1 0 0,4 0 1136 0,1 2 160 16,3-4 48-16,9-2 0 0,2 1-544 0,-1 0-96 0,1 5-32 0,-9 2 0 31,2-4-1376-31,12 2-256 0,-2 2-64 0,0-1-13824 0</inkml:trace>
  <inkml:trace contextRef="#ctx0" brushRef="#br0" timeOffset="101014.12">21599 1465 16575 0,'0'0'1472'0,"0"0"-1168"0,0 0-304 0,0 0 0 15,0 0 3248-15,0 0 592 16,0 0 112-16,9 4 16 0,-3-4-1664 0,3 1-320 0,2-1-80 0,-1 0-16 15,1 0-1152-15,-1 1-224 0,-1 0-64 0,-1 1 0 16,-8-2-1728-16,11 5-368 16,-11-5-64-16,0 0-14032 0</inkml:trace>
  <inkml:trace contextRef="#ctx0" brushRef="#br0" timeOffset="101140.67">21569 1621 5519 0,'0'0'496'0,"0"0"-496"16,0 0 0-16,8 3 0 0,1-3 4544 0,1 0 832 15,1-2 144-15,0 1 48 0,2 0-3920 0,6-2-784 16,-3 1-160-16,-4-2-8672 16,1 1-1744-16</inkml:trace>
  <inkml:trace contextRef="#ctx0" brushRef="#br0" timeOffset="101407.31">21841 1543 5519 0,'-5'13'240'0,"4"-4"64"0,-1-1-304 0,2 8 0 0,-1 0 0 0,2-5 0 16,2-2 5776-16,1 0 1104 0,1-2 224 16,3-1 32-16,1-2-4112 0,3-1-816 0,1-2-160 0,0-2-48 15,0-2-848-15,3-3-160 16,0-5-32-16,1 1-16 0,-2-2-496 0,-1 2-112 16,0-2-16-16,-3 0 0 0,-3 0-128 0,0-3-16 15,-2 2-16-15,-5 4 0 0,-2-1 0 0,-3 1 0 0,-1 1 0 0,-3-1 0 16,-2 2-160-16,-2-3 0 15,-1 3 144-15,0 0-144 0,0 1-512 0,-4-1-160 0,1 3-32 0,7 3-16 16,1 1-1456-16,-1 2-304 0,9-2-48 0,-5 4-8320 16,0 2-1664-16</inkml:trace>
  <inkml:trace contextRef="#ctx0" brushRef="#br0" timeOffset="101581.04">22128 1389 22111 0,'0'0'1968'0,"0"0"-1584"16,0 0-384-16,0 0 0 0,0 0 2672 0,9 1 448 16,-1 1 80-16,1-1 32 0,-1-1-1136 0,2 0-240 0,1-1-32 0,-1 1-16 15,2 1-1248-15,0 0-256 16,-1-1-48-16,5-1-16 0,-3 0-448 0,-5 1-96 16,-8 0-16-16,8 0 0 15,-8 0-2816-15,0 0-576 0,0 0-128 0</inkml:trace>
  <inkml:trace contextRef="#ctx0" brushRef="#br0" timeOffset="101722.93">22204 1242 27935 0,'0'0'1232'0,"0"0"256"0,0 0-1184 0,0 0-304 15,-2 11 0-15,1 2 0 0,0 4 1952 0,-1-7 336 16,0 3 64-16,-1 1 16 0,-1 2-832 0,0 2-144 16,0 0-48-16,-1 11 0 0,1-4-960 0,0-6-192 15,2 3-32-15,-2 3-12480 16,0 1-2496-16</inkml:trace>
  <inkml:trace contextRef="#ctx0" brushRef="#br0" timeOffset="102574.05">22403 1051 24879 0,'0'0'2208'0,"0"0"-1760"0,0 0-448 0,0 0 0 15,0 0 2336-15,0 0 384 16,9-4 80-16,4 1 16 0,4-1-656 0,4 1-128 0,1 0-32 0,3 3 0 16,2-1-1088-16,-1 1-208 0,3 0-64 0,-3 1 0 15,0 2-432-15,0 0-80 0,-1 1-128 16,-1-1 176 0,0 1-1280-16,1 3-256 0,-3-1-48 0,-1 0-16 15,-4 0-2304-15,0 6-464 0</inkml:trace>
  <inkml:trace contextRef="#ctx0" brushRef="#br0" timeOffset="102747.33">22489 1312 15663 0,'0'0'688'0,"0"0"144"0,8 0-656 0,2 1-176 16,3 6 0-16,0-4 0 0,3 0 4416 0,1 0 864 16,1 1 160-16,2-3 48 0,-1 2-3056 0,5 0-624 15,-2-2-112-15,2 0-32 0,0 2-1152 0,1-1-224 16,0 2-48-16,0 1-16 15,-1 2-1056-15,1-1-224 0,0-2-32 0,-3 3-10752 16,-1 1-2160-16</inkml:trace>
  <inkml:trace contextRef="#ctx0" brushRef="#br0" timeOffset="104984.37">23376 1171 5519 0,'0'0'240'0,"0"0"64"0,0 0-304 0,0 0 0 0,0 0 0 0,0 0 0 15,-7-4 4304-15,7 4 816 0,-6-6 144 0,6 6 48 16,0 0-2624-16,0 0-528 0,0 0-112 0,0 0 0 0,0 0-816 0,5-5-144 16,3 1-48-16,5 1 0 0,6 1-288 0,15-1-64 15,4 3-16-15,-8 1 0 0,6 1-112 0,5 0-32 16,2-1 0-16,22 2 0 0,-2 0 0 0,-2-1 0 15,1 0 0-15,-16-1 0 0,8 2-240 0,3 0-48 16,3-1-16-16,2-1 0 0,-2 0-224 0,25 2 144 16,-10-3-144-16,-10 1 128 0,-7 4-128 0,-7-1 128 15,-6 0-128-15,-19-2 128 0,-2-1-128 0,6 0 128 16,-6 0-128-16,-7 2 128 0,-5 0 16 0,-3-1 0 16,-9-2 0-16,0 0 0 0,0 0-144 0,0 0 0 15,0 0 0-15,0 0 128 16,-7-4-1120-16,-2 0-224 0,-1-1-64 0,-3 1-11008 15,-4 0-2192-15</inkml:trace>
  <inkml:trace contextRef="#ctx0" brushRef="#br0" timeOffset="106597.03">23600 526 11055 0,'-12'-3'976'0,"12"3"-784"15,0 0-192-15,-9-1 0 0,9 1 3168 0,0 0 592 16,0 0 112-16,-6-4 32 0,6 4-1376 0,0 0-272 16,-4-4-48-16,4 4-16 0,0 0-960 0,0 0-192 15,7-10-32-15,5 3-16 0,2 1-496 0,3-1-112 16,3 1 0-16,2 1-16 0,0-1-112 0,2 4 0 16,-1-5-16-16,-1 2 0 0,-1 1-48 0,-2 0-16 15,-4 2 0-15,-2 0 0 0,-2 1-48 0,-11 1 0 16,0 0 0-16,10 3 0 0,-10-3 0 0,0 0-128 15,5 9 192-15,-2 4-64 0,-6 2 128 0,-1 6 32 0,-3-1 0 0,-3 3 0 16,0 2-112-16,0 1-32 16,-1 3 0-16,2-2 0 0,-1-1-144 0,2 0 0 15,1 0 0-15,2-2 128 0,1-7-128 0,4 0 0 0,0-6 0 16,3 1 0-16,-1-1 0 0,2-2 0 0,1-1 0 16,1-1 0-1,-6-7-448-15,10 4-64 0,1-2 0 0,-1-2-16 16,0-2-2128-16,1 2-416 0,-11 0-96 0</inkml:trace>
  <inkml:trace contextRef="#ctx0" brushRef="#br0" timeOffset="106784.5">23893 140 19343 0,'4'-21'1728'0,"1"9"-1392"0,1 2-336 0,-1 0 0 0,0 1 2560 0,-5 9 448 16,7-7 96-16,-7 7 16 0,0 0-1520 0,0 0-320 15,0 0-48-15,7 12-16 0,-1 1-1216 0,-3 2-160 16,-1 4-80-16,-1 2-16 16,0 3-1968-16,-1 1-400 0,0-3-64 0,-1-1-9728 0</inkml:trace>
  <inkml:trace contextRef="#ctx0" brushRef="#br0" timeOffset="107237.67">24176 680 12895 0,'0'0'1152'0,"0"0"-928"15,0 0-224-15,-5-7 0 0,-2 1 2400 0,0 1 432 16,-4 3 96-16,-1 2 16 0,-1 2-1040 0,0 3-208 16,-2 1-32-16,-1 2-16 0,-1 3-752 0,3 2-128 15,-2 1-48-15,3 2 0 0,1-1-224 0,3 1-48 16,3-2-16-16,2 2 0 0,1 1-176 0,6-4-16 16,2-1-16-16,3-1 0 0,1-3 16 0,3 0 0 15,-1-2 0-15,4 1 0 0,0-2-240 0,2 0 0 16,0 1 0-16,2-4 0 15,0-2-1856-15,-2 0-480 0,-3-1-96 0</inkml:trace>
  <inkml:trace contextRef="#ctx0" brushRef="#br0" timeOffset="107557.84">24502 371 18431 0,'0'0'1632'0,"0"0"-1312"15,0 0-320-15,0 0 0 0,-9 9 2464 0,0 3 416 16,0-2 96-16,-2 7 16 0,1 3-800 0,-2 6-144 15,0-2-48-15,-1 5 0 0,0 1-736 0,3-2-160 32,2-2-16-32,2 0-16 0,0-3-624 0,5 3-128 15,5-2-32-15,1-3 0 16,3-3-1376-16,2-5-256 0,3-1-64 0,4-6-16 16,3-5-1408-16,2-2-288 0</inkml:trace>
  <inkml:trace contextRef="#ctx0" brushRef="#br0" timeOffset="107762.32">24655 671 22223 0,'0'0'976'0,"-7"10"224"0,2 2-960 0,2 0-240 0,3-12 0 0,0 11 0 0,0-11 1536 0,8 11 272 15,3-3 48-15,2-3 16 0,2-5-48 0,2 0-16 16,1-4 0-16,1-1 0 0,-2-4-784 0,0-1-144 16,-3 1-48-16,0-2 0 0,-1 3-512 0,-2-3-128 15,-3 1 0-15,-3 1-16 0,-1-2-176 0,-4 11 160 16,0-11-160-16,-2 3 160 0,-2 1-160 0,-1-1 0 15,-1 2 0-15,-2-2 0 16,-1 0-1184-16,-3 2-320 0,-1-3-64 0,1 2-9168 16,-1 2-1824-16</inkml:trace>
  <inkml:trace contextRef="#ctx0" brushRef="#br0" timeOffset="107917.83">24827 407 7359 0,'0'0'320'0,"11"2"80"0,1-1-400 0,0 2 0 16,0-1 0-16,1 2 0 0,1 1 4304 0,0 1 784 15,1-1 160-15,-4-1 16 0,2-2-3120 0,3 2-624 16,0-3-128-16,-1 2-32 0,1 0-720 0,0-1-128 16,-3 2-48-16,1-4 0 15,-1 1-1504-15,-1 1-304 0,-3-4-64 0,3 2-11824 0</inkml:trace>
  <inkml:trace contextRef="#ctx0" brushRef="#br0" timeOffset="108058.43">25063 276 13823 0,'0'0'608'0,"0"0"128"0,-3 10-592 0,0 1-144 0,0 2 0 0,-3 2 0 0,1 2 3504 0,-1 3 656 16,-1 1 144-16,-2 11 32 0,0 2-2784 0,1 0-544 15,0-1-112-15,2-2-32 0,-2-2-736 0,3-2-128 16,2-2 0-16,2-3-9648 16,2-4-1872-16</inkml:trace>
  <inkml:trace contextRef="#ctx0" brushRef="#br0" timeOffset="108231.86">25338 340 28559 0,'0'0'2544'0,"2"9"-2032"0,1 1-512 0,0 3 0 16,-2 3 336-16,-1 2-16 0,-1 4-16 0,-2-1 0 16,-1 4 1232-16,-1 2 256 15,-3 2 64-15,-1 2 0 0,0 2-1200 0,-4 3-224 16,-3 1-48-16,-3 1-16 15,-4 3-2736-15,-1-2-528 0</inkml:trace>
  <inkml:trace contextRef="#ctx0" brushRef="#br0" timeOffset="109471.38">23932 1496 16575 0,'0'0'736'0,"0"0"160"0,0 0-720 0,0-4-176 0,-1-2 0 0,1 6 0 15,0 0 2112-15,0 0 384 0,4-11 64 0,-4 11 32 16,0 0-832-16,6-1-160 0,-6 1-48 0,8 2 0 0,0 4-592 0,-1 4-112 15,-2 4-16-15,-1 6-16 0,-2 2 64 0,0 3 16 16,-2 1 0-16,0 3 0 0,-2 1-208 0,1 1-48 16,0 1 0-16,1 10 0 0,0-7-320 0,4-14-80 15,0 1-16-15,1-2 0 0,1-3-224 0,1-1 144 16,-1-2-144-16,2 0 128 0,-1-2 16 0,-1-2 0 16,1 0 0-16,-2-4 0 0,-5-6 48 0,4 5 16 15,-4-5 0-15,0 0 0 0,0 0-80 0,0 0 0 16,0 0-128-16,0 0 192 0,0 0-192 0,0 0 0 0,0 0 128 0,0 0-128 15,0 0 0-15,0 0 0 16,0 0 128-16,0 0-128 0,0 0 0 0,0 0 0 16,0 0 0-16,0 0 0 0,0 0 0 0,0 0 0 15,0 0 0-15,0 0 0 0,0 0 0 0,0 0 0 0,0 0 0 0,0 0 0 16,0 0 0-16,0 0 0 16,0 0 0-16,0 0 0 0,0 0 0 0,0 0 0 15,0 0 0-15,0 0 0 0,0 0 0 0,0 0 0 16,0 0 0-16,0 0 0 0,0 0 0 0,0 0 0 15,0 0 0-15,0 0 0 0,0 0 0 0,0 0 0 0,0 0 0 0,0 0 0 16,0 0 0-16,0 0 0 0,0 0 0 0,0 0 0 16,0 0 0-16,0 0 0 0,0 0 0 0,0 0 0 0,0 0 0 0,0 0 0 15,0 0 0-15,0 0 0 0,0 0 0 0,0 0 0 16,0 0 0-16,0 0 0 0,0 0 0 0,0 0-128 16,0 0 128-16,0 0 0 15,-5 2-1920-15,5-2-288 0,-6 0-48 0,3-3-14416 16</inkml:trace>
  <inkml:trace contextRef="#ctx0" brushRef="#br0" timeOffset="110027.37">24352 1462 9215 0,'0'0'816'0,"0"0"-656"0,0 0-160 0,0 0 0 16,0 0 3392-16,0 0 656 15,0 0 128-15,0 0 32 0,0 0-1840 0,0 0-384 16,0 0-64-16,0 0 0 0,0 0-704 0,0 0-128 0,0 0-16 0,0 0-16 16,0 0-320-16,0 0-64 0,-2-5-16 0,2 5 0 15,-6-4-160-15,1 0-48 0,-1 1 0 0,-2 2 0 16,-1 0-112-16,0 2-16 0,-3-1-16 0,0 0 0 15,-1 1-48-15,-1 2-16 0,-1-3 0 0,1 3 0 0,0 1-32 0,-1-3 0 16,-2 3 0-16,0 0 0 16,2 0-64-16,-1 1-16 0,2 0 0 0,-1 2 0 0,1-1-128 0,0 2 0 15,1 2 144-15,0 2-144 0,0-3 0 0,1 2 0 16,0 2 0-16,2 0 0 0,-1 1 0 0,2 0 0 16,0 1 0-16,1 0 0 0,2 1 0 0,1 0 144 15,-2 1-144-15,3-2 0 16,1 1 224-16,3 9-64 0,0-6-16 0,2-4 0 15,2 0 96-15,1 0 16 0,0 0 0 16,3 1 0-16,1-1-64 0,3 1-16 0,1 0 0 0,0-2 0 16,1 0 48-16,8 5 16 0,1-5 0 0,-8-5 0 0,2 0 64 0,1-2 16 15,1-1 0-15,0 0 0 0,1-3-16 0,-1 3 0 16,0-4 0-16,-1 2 0 0,-1-4-96 0,-2 3-16 16,0-2 0-16,-2 2 0 0,0-3-192 0,0 0 176 15,0-3-176-15,-1 2 160 0,-2-2-160 0,0 1 0 16,1-2 0-16,-1 0 128 0,-1 1-128 0,5-2 0 15,-4 0 0-15,-4 2 0 0,-6 3-192 0,7-4-128 16,-1-2-32-16,1 0 0 16,0 0-2144-16,-2-1-448 0,0 2-64 0</inkml:trace>
  <inkml:trace contextRef="#ctx0" brushRef="#br0" timeOffset="111936.42">25572 1160 17503 0,'0'0'1552'0,"0"0"-1232"16,0 0-320-16,0 0 0 0,0 0 2304 0,0 0 416 15,0 0 80-15,0 0 16 0,0 0-672 0,10 0-128 16,0 0-32-16,8-2 0 0,0 1-832 0,-3 1-160 15,0 0-32-15,6 3-16 0,1-2-304 0,1 0-64 16,-1-1-16-16,0 2 0 0,-1-1-272 0,-2 1-48 16,0 1-16-16,5 1 0 0,-3-3-224 0,-9 1 0 15,0-2 128-15,1 3-128 0,-3 0-144 0,-10-3-80 16,8 4-16-16,-8-4 0 16,0 0-3264-16,0 0-656 0</inkml:trace>
  <inkml:trace contextRef="#ctx0" brushRef="#br0" timeOffset="112125.23">25515 1369 18431 0,'0'0'816'0,"0"0"160"0,10 0-784 0,4 2-192 0,0-1 0 0,4-1 0 16,3 0 3056-16,1 0 560 0,3 0 112 0,4 1 32 16,4 2-1616-16,-8-3-320 0,1 0-64 0,2 0-16 15,-1 0-1040-15,8 3-192 0,-6 1-64 0,-6-1 0 16,-4 1-448-16,-8-1 0 0,0 0 0 0,2 2 0 15,-13-5-1424-15,8 9-384 0,-8-9-80 0,0 0-13920 16</inkml:trace>
  <inkml:trace contextRef="#ctx0" brushRef="#br0" timeOffset="187202.18">26408 1334 2751 0,'-8'25'256'0,"8"-25"-256"15,0 0 0-15,0 0 0 0,-5-1 4400 0,5 1 832 16,-5-2 160-16,5 2 48 0,-7-1-2624 0,7 1-512 16,0 0-96-16,0 0-32 0,0 0-720 0,0 0-160 0,0 0-16 0,0 0-16 15,11-1-480-15,0-2-80 16,3-3-32-16,0 2 0 0,2 3 0 0,2-5 0 0,1 1 0 0,3 0 0 15,2 1-224-15,7 1-64 0,4 2 0 0,5 0 0 16,3 1-64-16,2 0-32 0,3 1 0 0,3 0 0 16,1 2 16-16,-1-3 0 0,0 0 0 0,5 0 0 15,8 1-16-15,4 2 0 0,4 1 0 0,-2 1 0 16,-4-1-48-16,-2 2-16 0,-2-3 0 0,1 0 0 16,3-1-224-16,3 2 144 0,4 1-144 0,0 2 128 15,1-2-128-15,-1-1 0 0,0-4 0 0,5 3 128 16,7-1 0-16,2 2-128 0,-2-1 192 0,-7-2-64 15,-5-2 208-15,0-2 48 0,-1 1 0 0,1 2 0 16,1 1-16-16,-4 0 0 0,-5-1 0 0,-3 0 0 0,-7 0-112 0,-1 1 0 16,-1 2-16-16,3 0 0 0,0 1-48 0,1 1-16 15,0 1 0-15,-3 2 0 0,0-1-48 0,-5-1-128 16,-3 2 192-16,-2-2-64 0,-1 1-128 0,3 0 0 16,-2-1 144-16,1 2-144 0,-1 1 128 0,0 0-128 15,2-2 128-15,-2 0-128 0,-2 3 128 0,1-3-128 16,-3 0 160-16,1 2-160 0,-2-1 208 0,3 0-48 15,1 0-16-15,5-5 0 0,0 1-16 0,2-1-128 16,0 0 192-16,0-1-64 0,-2-1-128 0,-1 1 0 16,-4-1 144-16,-2 0-144 0,-4 1 0 0,2-1 128 15,1 0-128-15,1 2 0 0,0-2 0 0,-1 2 0 0,1 2 0 0,-1-2 128 16,0 1-128-16,0-2 0 0,-1-1 0 16,-2 2 0-16,0-3 0 0,1 0 128 0,-2 0-128 0,5-3 0 15,0 2 0-15,2-1 128 0,2-2-128 0,-1 1 0 16,-1 0 144-16,0 1-144 0,-4-1 192 0,-1 1-192 15,-4-1 0-15,-3 2 0 0,-1-1 0 0,-2 1 0 16,-4 0 0-16,0-1 0 0,-1 1 0 0,-2 0 0 16,-1 0 128-16,-3 1-128 0,-4 0 0 0,0-4 0 15,-5 1 0-15,-8 3-192 0,0 0 16 0,6-5 16 32,-6 5-928-32,3-8-192 0,-3-1-48 0,-4 1-20624 0</inkml:trace>
  <inkml:trace contextRef="#ctx0" brushRef="#br0" timeOffset="192385.93">26658 533 4607 0,'0'0'400'0,"0"0"-400"16,0 0 0-16,-3-4 0 0,-1 0 1984 0,0 0 304 15,4 4 64-15,-4-5 16 0,0-1-496 0,1 1-80 16,1 1-32-16,-1-4 0 0,2 2-176 0,-2-1-48 16,2 1 0-16,1-1 0 0,0-1-288 0,0 2-64 15,1-1-16-15,2 1 0 0,-1-2-48 0,2 0-16 16,1 0 0-16,2 2 0 0,2-3-96 0,2 0-32 15,0 0 0-15,4-1 0 0,-2 3-208 0,2 0-64 16,2 3 0-16,0-1 0 0,-1 4-384 0,1-2-64 16,1 3-32-16,-1 3 0 0,-3 3-224 0,-1-3 0 0,-2 2 0 0,-1 2 0 15,-3 0 0-15,-2 2-128 0,-2 5 128 0,-5 0-160 16,-2 3-64-16,-2 2-16 0,-3 2 0 0,-3 1 0 16,-2 1-64-16,-2-1-16 15,-1-1 0-15,0-2 0 0,1-2 128 0,1-3 0 0,-1 1 16 0,3-2 0 16,4-1 176-16,1-1 0 15,3-3 0-15,2 1-128 0,3-9 0 0,4 11 0 0,3-1 0 0,2 2 0 16,3-3-16-16,2 1 0 0,2 1 0 0,1 2 0 16,2 0 144-16,-2 4 0 0,-1-5 0 15,-1 1 0-15,-2 0 0 0,-1-2 0 0,0 0 0 0,-3 2 0 16,-4-3 0-16,-2 3 0 0,-2 0 0 0,-3-2 0 16,-4 3 160-16,-3 2 64 0,-4 1 16 0,-3 1 0 15,0 0-64-15,-4 0-16 0,-2 1 0 0,-2-1 0 16,2-1-160-16,0 0 0 0,-1-3 0 0,0-2 0 15,5-4 0-15,4 0-256 0,1-3 48 0,0-5 0 16,4-5-1520 0,7-6-288-16,5-5-64 0</inkml:trace>
  <inkml:trace contextRef="#ctx0" brushRef="#br0" timeOffset="192620.31">27026 819 19343 0,'0'0'1728'0,"0"0"-1392"15,0 0-336-15,0 0 0 0,0 0 2208 0,0 0 368 16,0 0 80-16,0 0 16 0,0 0-688 0,0 0-144 16,12-9-32-16,2 3 0 0,2 2-672 0,1 0-144 0,0 0-32 0,1 1 0 15,1 3-528-15,2 0-112 0,-2 2-32 0,0-1 0 16,1 2-288-16,-3-1 0 15,-3 2 0-15,-1 0 0 16,0 1-896-16,-1 2-304 0,-2 2-48 0,-2-1-15280 0</inkml:trace>
  <inkml:trace contextRef="#ctx0" brushRef="#br0" timeOffset="193704.57">27737 724 10127 0,'0'0'896'0,"0"0"-704"15,-8-4-192-15,8 4 0 0,-9 0 2096 0,9 0 384 16,-8-4 80-16,8 4 0 0,0 0-560 0,0 0-112 16,0 0-32-16,0 0 0 0,-5-4-480 0,5 4-96 15,0 0-32-15,0 0 0 0,0 0-400 0,11-2-80 16,4-2 0-16,3 3-16 0,3 1-208 0,5 2-32 0,4 3-16 0,5 2 0 16,2-3 112-16,2 0 32 15,1 2 0-15,2 1 0 0,0-5 48 0,4 4 16 0,4 0 0 0,3 2 0 16,4 0-160-16,1 0-32 0,1 1 0 0,-3-1 0 15,-3-1-64-15,-3-1 0 0,-7-4-16 0,-3 1 0 16,-1 1-224-16,-5 0-32 0,-6-2-16 0,-4 1 0 16,-1-3-160-16,-2 1 160 0,-5 0-160 0,-1 1 160 15,-5-2-160-15,-10 0 0 0,0 0-192 0,0 0 192 32,0 0-2048-32,0 0-272 0,-9 2-64 0,-4-3-14704 0</inkml:trace>
  <inkml:trace contextRef="#ctx0" brushRef="#br0" timeOffset="194204.52">27853 218 5519 0,'4'-13'240'0,"-4"13"64"0,5-9-304 0,-1 3 0 0,0-4 0 0,-4 10 0 15,5-9 4656-15,-1 2 864 0,-4 7 176 0,0 0 48 16,0 0-3152-16,0 0-624 0,0 0-128 0,0 0-32 16,8 10-1056-16,-5 6-224 15,0 2-32-15,-2 4-16 0,-1 2-336 0,0 2-144 0,0 2 128 0,0 1-128 16,2-2 0-16,0 1 128 0,2-4-128 0,0 1 0 16,0-1 0-16,1-3 0 0,2-3 128 0,-1-1-128 15,1-3 128-15,1-2 0 0,-1-2 0 0,4-6 0 16,-1 0 464-16,2-3 96 0,-2-3 16 0,2-2 0 15,1-3-32-15,-1-2 0 0,-2-2 0 0,1-3 0 16,-2-1-304-16,0-2-64 0,0-1-16 0,0-1 0 0,-1 4-144 16,-1-5-16-16,-2 1-128 0,0-2 192 0,-1 1-192 0,0-2 0 15,-2 1-192-15,1 2 192 16,1 2-1600-16,-1-2-224 0,-2 5-32 16,0 1-9280-16,1 3-1840 0</inkml:trace>
  <inkml:trace contextRef="#ctx0" brushRef="#br0" timeOffset="194485.74">28237 379 11055 0,'0'0'976'0,"0"0"-784"0,0 0-192 0,0 0 0 16,0 0 2032-16,0 0 352 0,0 0 80 0,0 0 16 16,-4 13-1008-16,-1 1-192 0,-3 2-32 0,2-1-16 15,-1 6-832-15,1-1-160 16,-1-5-48-16,1 2 0 15,-2 0-672-15,1 0-144 0,1-4-16 0,2-1-9872 0</inkml:trace>
  <inkml:trace contextRef="#ctx0" brushRef="#br0" timeOffset="194829.45">28224 319 13823 0,'0'0'1216'0,"0"0"-960"16,15-3-256-16,-1 3 0 0,2 0 2224 0,-1 4 400 15,-1 1 64-15,1 4 32 0,-2 3-944 0,0 1-192 16,-1 1-48-16,-2-1 0 0,-1 1-768 0,-2-1-144 16,-2 0-48-16,-2 1 0 0,-3 0-192 0,-2 1-32 15,-2-1-16-15,0-1 0 0,-1 0-48 0,-3-1-16 16,-2-2 0-16,0-1 0 0,-2 2-128 0,0-5-16 16,2 1-128-16,-1-3 192 0,1-2-192 0,1-2-192 0,0-1 48 0,9 1 0 31,-8-7-240-31,2 0-64 0,4-2 0 0,2 1 0 15,2-3-96-15,4 2-32 0,-1-1 0 0,3 3 0 0,1 3 288 0,-9 4 48 16,13 2 16-16,0 2 0 0,0 2 224 0,0 3 0 0,-1 3-160 0,-1 2 160 16,1-1 0-16,0 2 240 15,-2-2-48-15,1 0 0 0,1-2-192 0,-1 0 176 0,0-1-176 0,0-1 160 16,0-1-160-16,-1 0 0 16,-2-3 0-16,1-1 0 15,2-1-928-15,-1-3-272 0,1-3-48 0</inkml:trace>
  <inkml:trace contextRef="#ctx0" brushRef="#br0" timeOffset="195103.77">28674 235 13823 0,'0'0'1216'0,"0"0"-960"16,0 0-256-16,-3 11 0 0,-2-1 2192 0,0 3 400 16,0-2 80-16,-2 4 16 0,-2 3-464 0,1 2-96 15,0 2-16-15,1-1 0 0,-1 1-800 0,1-2-160 16,1 2-48-16,2 3 0 0,0-4-688 0,4 1-144 16,3-1-16-16,0-3-16 15,3-4-544-15,0-2-96 0,2-3-32 0,2-2 0 31,1-2-1872-31,2-3-368 0,0-4-80 0</inkml:trace>
  <inkml:trace contextRef="#ctx0" brushRef="#br0" timeOffset="195304.87">28799 422 21471 0,'-13'15'960'0,"7"0"192"0,-4 4-928 0,3-2-224 16,0 3 0-16,3-3 0 0,0-3 1600 0,3-2 256 15,1-2 64-15,0-10 16 0,5 9-336 0,-5-9-64 16,11 7 0-16,0-3-16 0,1-3-464 0,1-2-96 15,1-3 0-15,-1-1-16 0,1-3-496 0,-3 1-80 16,0-2-32-16,-2-1 0 0,-1-2-176 0,-2 0-32 16,-2 1-128-16,0-1 192 0,-1-1-192 0,-2 0 0 15,-4 0 0-15,1-2-160 16,-2 0-368-16,-3-1-80 0,-2 3-16 0,-1 0 0 16,-2-1-2480-16,0 3-496 0,0 1-112 0</inkml:trace>
  <inkml:trace contextRef="#ctx0" brushRef="#br0" timeOffset="195556.31">29082 306 13823 0,'0'0'1216'0,"7"-7"-960"0,-7 7-256 0,9-5 0 0,-9 5 2368 0,11-4 416 16,-11 4 96-16,12-1 0 0,-12 1-1568 0,12 0-320 16,-12 0-64-16,12 4-16 0,-12-4-720 0,11 6-192 15,0 1 0-15,-11-7 0 16,10 4-560-16,-10-4-144 0,13 3-16 0,-13-3-10784 16</inkml:trace>
  <inkml:trace contextRef="#ctx0" brushRef="#br0" timeOffset="195743.78">29176 143 17503 0,'0'0'1552'0,"0"0"-1232"16,0 0-320-16,0 13 0 0,-3-3 1600 0,1 2 256 0,-2 1 48 0,-1 4 16 15,-2 2-320-15,-1 5-48 16,-1 2-16-16,-3 3 0 0,-1-5-1136 0,0 5-224 0,-2 4-48 0,-1 3-128 31,0 1-2752-31,2-1-672 0</inkml:trace>
  <inkml:trace contextRef="#ctx0" brushRef="#br0" timeOffset="196228.09">29464 192 6447 0,'0'0'576'0,"0"0"-576"16,0 0 0-16,13 5 0 0,-3 1 3584 0,1-2 592 0,-2 2 128 0,-1 5 32 16,0 0-1920-16,0 4-384 15,-1 0-80-15,0 3-16 0,-2 2-656 0,0 0-144 0,-1-1-32 0,-3 3 0 16,-1 0-656-16,-3 2-128 0,-5-2-16 0,-3 2-16 16,-2-2-160-16,-2 1-128 0,-5-2 192 0,1 1-192 15,-1-4 0-15,-1 1-352 0,-2-5 48 0,-1-2 16 16,-1 0-2528-1,2-1-496-15</inkml:trace>
  <inkml:trace contextRef="#ctx0" brushRef="#br0" timeOffset="196667.42">29017 394 5519 0,'0'0'240'0,"0"0"64"0,0 0-304 0,-3-9 0 0,3 0 0 0,0 9 0 0,0 0 2816 0,0 0 512 15,0 0 112-15,2-8 16 0,-2 8-1984 0,0 0-384 16,0-9-64-16,0 9-32 15,0 0-160-15,0 0-48 0,0 0 0 0,0 0 0 0,7-6-144 0,-7 6-16 16,0 0-16-16,13-2 0 0,-13 2-320 0,12 4-64 16,-1-2-16-16,0 1 0 0,1 3-208 0,1 0 0 15,0 1 0-15,0-1-8096 16,0 1-1584-16</inkml:trace>
  <inkml:trace contextRef="#ctx0" brushRef="#br0" timeOffset="197802.33">29035 325 1839 0,'0'0'0'0,"0"0"160"0,0 0-160 0,0 0 0 0,0 0 0 0,-9-4 0 16,2 2 3648-16,7 2 688 15,0 0 144-15,0 0 16 0,0 0-2496 0,0 0-496 0,0 0-96 0,0 0-32 16,0 0-560-16,0 0-112 0,12 4-32 0,1 1 0 15,0 0-112-15,3 0-32 0,0-1 0 0,-1 0 0 16,1 0 224-16,-1 1 32 0,0-2 16 0,-1-1 0 16,-1 0 96-16,0-1 0 0,-1-1 16 0,0 3 0 15,-12-3-352-15,11 4-80 0,-11-4-16 0,0 0 0 16,0 0-144-16,0 0-16 0,0 0-16 0,0 0 0 16,0 0 32-16,0 0 16 0,0 0 0 0,0 0 0 0,0 0 0 0,-6 6 0 15,-6-1 0-15,2-1 0 0,-1 0-336 0,2-1 0 16,-1-3 0-16,-1 0 0 0,0 0 0 0,0-3 0 15,1 0-192-15,-1 2 64 0,-2-4 128 0,2 0 0 16,0 0-144-16,2-1 144 0,1 2 0 0,0 1 0 16,1-1-144-16,7 4 144 0,0 0 0 0,0 0 0 15,-7-4 0-15,7 4 0 0,0 0 0 0,0 0 0 16,0 0 0-16,0 0 0 0,0 0 0 0,13 4 144 16,0 0-16-16,3-2 0 0,-1 1 80 0,1-1 16 0,0 0 0 0,-2-1 0 15,-1-1 16-15,0 0 0 16,0 0 0-16,0 0 0 0,-1 0-48 0,-2 0-16 0,-10 0 0 0,11-1 0 15,-11 1-176-15,0 0 192 16,11-3-192-16,-11 3 192 0,0 0-192 0,11-4 192 0,-11 4-192 0,0 0 192 16,0 0-192-16,0 0 0 15,0 0 0-15,0 0 128 16,0 0-1568-16,0 0-320 0,0 0-64 0</inkml:trace>
  <inkml:trace contextRef="#ctx0" brushRef="#br0" timeOffset="198648.86">28667 831 1839 0,'0'0'160'15,"0"0"-160"-15,0 0 0 0,0 0 0 0,0 0 2656 0,0 0 496 0,0 0 112 0,0 0 0 16,0 0-1328-16,0 0-272 16,0 0-48-16,0 0-16 0,0 0-256 0,0 0-64 0,0 0-16 0,0 0 0 15,0 0-112-15,0 0-32 16,0 0 0-16,0 0 0 0,0 0-96 0,3-8 0 0,-3 8-16 0,0 0 0 16,0 0-224-16,0 0-32 15,0 0-16-15,9-4 0 0,-9 4-304 0,12-2-64 0,1 0-16 0,1 4 0 16,2 0 0-16,3 1 0 15,4 1 0-15,3-3 0 0,2 3 64 0,4 1 16 0,4 0 0 0,2 1 0 16,1-2-48-16,2 1-16 0,0-5 0 16,-2 0 0-16,-1-3-112 0,0 2 0 0,1-2-16 0,-1 1 0 15,0-2-48-15,0 0-16 0,-1 0 0 0,1 1 0 16,0 1 48-16,-2 0 16 0,-4 0 0 0,-4 2 0 16,-3-5-48-16,-4 3 0 0,-4-2 0 0,-3 2 0 0,-3-1 48 0,-1 2 0 15,-10 1 0-15,0 0 0 0,0 0-32 0,0 0 0 16,0 0 0-16,0 0 0 0,0 0-80 0,0 0 0 15,0 0-128-15,0 0 192 0,0 0-400 0,0 0-96 16,-6 10-16-16,-3-3 0 16,-2-1-2368-16,-1 3-464 0,-1-1-112 0</inkml:trace>
  <inkml:trace contextRef="#ctx0" brushRef="#br0" timeOffset="199933.9">28474 1040 10127 0,'0'0'896'0,"0"0"-704"0,0 0-192 0,3-9 0 0,-3 9 2128 0,4-8 400 16,-4 8 80-16,3-8 16 15,-3 8-800-15,0 0-160 0,2-11-16 0,-2 11-16 0,0 0-352 0,9-6-64 16,-9 6 0-16,13-3-16 0,0 5-384 0,0 2-80 16,2 1-16-16,-1 1 0 0,0 3-112 0,1-1-32 15,-2 3 0-15,0 0 0 0,-1-1-224 0,-3 1-48 16,-3 0-16-16,1-2 0 0,-7-9-160 0,6 12-128 15,-6-12 144-15,3 11-144 0,-3-11 304 0,-3 12-48 16,-1-4 0-16,-2 1 0 0,-2 1 16 0,-1 3 0 16,-1-3 0-16,-2 1 0 0,0-3-272 0,-1 0 160 15,0-2-160-15,0 1 128 0,-1-6-128 0,1 2 0 16,2-1 144-16,2-2-144 0,9 0 0 0,-9 0 144 0,9 0-144 0,0 0 0 16,0 0 416-16,0 0-32 15,0 0 0-15,0 0 0 0,0 0-80 0,0 0-32 0,0 0 0 0,13 3 0 16,1-2-112-16,2 2-32 0,2 0 0 0,0 1 0 15,-1 2 96-15,2-1 16 0,-1 0 0 0,1-1 0 16,2 2-112-16,-1-3-128 16,-2 1 176-16,0 0-176 0,-1-1 0 0,-1 1 0 0,-2 0 0 0,-1 1 0 31,-1-5-1520-31,-2 1-208 0,-10-1-32 0,12 0-15152 0</inkml:trace>
  <inkml:trace contextRef="#ctx0" brushRef="#br0" timeOffset="202861.37">30232 832 11967 0,'0'0'1072'0,"0"0"-864"0,0 0-208 0,17-13 0 0,-17 13 2384 0,0 0 432 0,0 0 96 0,0 0 16 15,12-2-624-15,-1-1-128 0,0 2-32 0,3 1 0 16,2 6-496-16,-1 1-112 0,1-2 0 0,2 3-16 16,1 0-432-16,0 2-64 0,2 2-32 0,0-2 0 15,0-1-304-15,0-1-64 0,-1 1-16 0,1-3 0 16,-1-1-224-16,-2-1-32 0,-2 0-16 0,-3-2 0 16,-3-2-144-16,-1 3-48 0,-9-3 0 0,0 0 0 15,0 0-144-15,0 0 0 0,0 0 0 0,0 0 0 31,0 0-1792-31,0 0-384 0,7-5-64 0,-7 5-14688 0</inkml:trace>
  <inkml:trace contextRef="#ctx0" brushRef="#br0" timeOffset="203285.55">30899 706 28847 0,'0'0'1280'0,"0"0"256"0,0 0-1216 0,0 0-320 0,0 0 0 0,0 0 0 15,0 0 1344-15,13 9 192 0,-1-2 64 0,3-2 0 16,1-1-640-16,3-2-112 0,0 0-16 0,2 0-16 15,0 1-176-15,1-2-48 0,-1-1 0 0,0 1 0 16,-3 1-272-16,-2-2-48 0,-2-3-16 0,-2 3 0 16,-3 5-80-16,-1-1-32 0,-8-4 0 0,0 0 0 15,0 0 32-15,0 0 0 0,2 11 0 0,-2-2 0 16,-2 0 48-16,-3 3 16 0,-5 2 0 0,1 2 0 16,2 1-96-16,-5 3-16 0,-3 1 0 0,4 1 0 15,0-1-128-15,2 1 0 0,-1 3 0 0,3-1 128 16,2-2-128-16,1-4 0 0,1-2 0 0,2 1 0 0,2-4 0 15,2-2-144-15,-3-11 144 0,4 12-208 16,-4-12-368 0,6 9-64-16,-6-9 0 0,0 0-16 0,0 0-2176 0,12 7-432 0,-1-5-96 0</inkml:trace>
  <inkml:trace contextRef="#ctx0" brushRef="#br0" timeOffset="203457.4">31314 371 33231 0,'0'0'1472'0,"0"0"304"0,0 0-1424 0,0 0-352 15,0 0 0-15,0 0 0 0,-1 14 720 0,1 3 80 16,0 3 16-16,0-2 0 0,1 3-816 0,0 0 0 0,2 0-256 16,1-1-10368-1,0 1-2080-15</inkml:trace>
  <inkml:trace contextRef="#ctx0" brushRef="#br0" timeOffset="203816.74">31403 995 4607 0,'0'0'400'0,"0"0"-400"0,0 0 0 0,1 15 0 0,-1-1 5616 0,-1 0 1040 15,-3 2 192-15,0 2 64 0,-1 0-4528 0,-2 1-896 16,1-2-176-16,-2 1-32 0,0 0-912 16,1 0-176-16,0-3-48 0,1 0 0 0,2-2-144 0,2 1 0 15,-1-3 0-15,2-3 128 0,1-8-128 0,0 0 192 16,0 0-192-16,0 0 192 0,6 5 160 0,2-3 32 15,1-5 16-15,2 0 0 0,2 1 112 0,0-2 32 16,1 0 0-16,-1 0 0 0,-1 0-160 0,0 2-48 16,-2-1 0-16,2 0 0 0,-2 1-208 0,1 0-128 15,-11 2 160-15,12-1-160 0,-12 1 0 0,10 0-288 16,-10 0 32-16,0 0 16 16,0 0-2800-16,0 0-560 0</inkml:trace>
  <inkml:trace contextRef="#ctx0" brushRef="#br0" timeOffset="204082.34">31862 707 25455 0,'0'0'1120'0,"0"0"240"0,0 0-1088 0,-3 9-272 0,-1 2 0 0,-1 2 0 16,-4 0 1888-16,0 1 320 0,-1 4 64 0,0 2 16 16,-3 1-880-16,1 0-192 0,2 1-16 0,-1 1-16 15,1-1-592-15,2 1-112 0,2 0-32 0,0 2 0 0,2-2-288 0,2 0-160 16,1-1 160-16,1 0-160 16,-2-3-1056-16,5-6-304 0,1-2-64 0,0-1-16 15,-4-10-1424-15,8 9-272 0,-8-9-64 0</inkml:trace>
  <inkml:trace contextRef="#ctx0" brushRef="#br0" timeOffset="204332.31">31968 909 24063 0,'-11'22'1072'0,"3"-3"208"0,-1 3-1024 0,0 4-256 0,-2 1 0 0,3 1 0 16,1 0 2064-16,1-3 368 0,1-4 64 0,3-1 0 15,2-5-816-15,1-2-160 0,-1-13-48 0,5 12 0 16,2-3-400-16,0-1-96 0,-7-8-16 0,13 0 0 15,0-4-384-15,1-1-64 0,-3-3-32 0,1-1 0 16,0-2-192-16,-1 0-32 0,0-1-16 0,-1-4 0 16,-2-2-48-16,-1 0-16 0,-2 0 0 0,-1-7 0 15,-2-5-400-15,0 0-80 0,-2 1-16 0,-2 0 0 32,0-1-2128-32,-2 3-432 0,0 0-96 0,-1 2-13568 0</inkml:trace>
  <inkml:trace contextRef="#ctx0" brushRef="#br0" timeOffset="204519.79">32202 735 12895 0,'0'0'1152'0,"15"0"-928"16,2 0-224-16,0 2 0 0,0 3 4208 0,0-1 784 15,0-1 176-15,-1-2 16 0,-1-2-2544 0,0 0-512 16,-1-1-96-16,-1 2-32 0,-1 4-1344 0,-3 0-272 15,-9-4-48-15,11 0-16 16,-11 0-1232-16,0 0-256 0,0 0-48 0,0 0-9888 16,0 0-1968-16</inkml:trace>
  <inkml:trace contextRef="#ctx0" brushRef="#br0" timeOffset="205392.55">32410 525 12895 0,'0'0'1152'0,"0"0"-928"0,0 0-224 0,0 0 0 15,0 0 2960-15,-3 13 560 0,-1 0 96 0,0 2 32 16,-2 1-1344-16,1 2-256 0,0 1-48 0,-3 3-16 16,0 1-688-16,2 2-144 0,1 1-16 0,-1-4-16 15,1-2-560-15,1-1-112 0,2 0-32 0,-1-1 0 16,0 0-416-16,2 0 128 0,-1-7-128 0,-1 0 0 0,0 1-128 0,1-1-128 15,2-11 0-15,0 0-16 16,0 0-2192-16,0 0-432 0,0 0-96 0,0 0-16 0</inkml:trace>
  <inkml:trace contextRef="#ctx0" brushRef="#br0" timeOffset="205642.53">32718 581 29023 0,'12'13'1280'0,"-4"-5"272"0,-1 3-1232 0,1 4-320 0,0 0 0 0,-3 2 0 16,-2-1 2224-16,-2 2 384 0,-1 4 80 0,0-1 0 15,-2 0-1104-15,-4 1-240 0,-1 0-32 0,-4 2-16 16,-1-1-704-16,-2-2-144 0,-3 1-16 0,0-2-16 15,-1-2-288-15,-2 0-128 0,-2 1 128 0,-1-1-128 16,-3-1-1488-16,0-2-384 0,0 0-80 0,-2-3-16160 16</inkml:trace>
  <inkml:trace contextRef="#ctx0" brushRef="#br0" timeOffset="208054.79">29731 2012 11967 0,'0'0'1072'0,"4"-6"-864"15,0-3-208-15,-4 9 0 0,4-11 3136 0,-1-1 592 16,-2 2 112-16,-1 10 32 0,-3-13-1696 0,-1 4-320 16,4 9-80-16,-9-11-16 0,-1 1-752 0,-3 2-160 15,-2-2-16-15,-1 6-16 0,-3 2-240 0,-3 2-32 16,-3 3-16-16,-1 1 0 0,-2 1-96 0,0 3-32 16,-2 2 0-16,2 6 0 0,-1 4 16 0,1 3 0 15,4 3 0-15,2 7 0 0,3 3 96 0,5 1 0 0,5-3 16 16,5 0 0-16,7 0 0 0,4-2 0 0,5-2 0 0,6-1 0 15,6-7-192-15,2-1-32 0,4-3-16 0,2 0 0 16,2-3-112-16,2-2-32 16,-3-4 0-16,0-3 0 0,-3-2-144 0,0 0 0 0,-4-3 0 0,-2-2 0 31,-4-3-1088-31,1 0-240 0,0-2-48 0,-3-1-11232 0,-5 1-2256 0</inkml:trace>
  <inkml:trace contextRef="#ctx0" brushRef="#br0" timeOffset="210921.11">32357 1549 21823 0,'0'0'960'0,"0"0"208"0,0 0-928 0,0 0-240 16,0 0 0-16,0 0 0 0,0 0 1712 0,0 0 288 15,0 0 64-15,0 0 16 0,0 0-848 0,0 0-160 16,6 10-48-16,1-1 0 0,1-2-64 0,1 1 0 16,1-1-16-16,2-1 0 0,1 0 32 0,1 0 16 15,1-3 0-15,0 1 0 0,4-2-160 0,-4 1-16 16,0-2-16-16,-2 0 0 0,1 1-64 0,0-2-16 0,1-2 0 0,-2 1 0 15,-1 0-272-15,-1-1-48 0,-11 2-16 0,12-2 0 16,-12 2-384-16,10-4 0 0,-10 4 128 0,0 0-128 31,8-7-880-31,-8 7-208 0,0 0-32 0,-2-9-16 16,2 9-2304-16,-8-6-464 0</inkml:trace>
  <inkml:trace contextRef="#ctx0" brushRef="#br0" timeOffset="211125.7">32302 1878 10127 0,'0'0'448'0,"0"0"96"0,15 5-544 0,-1 2 0 0,2-5 0 0,-2 2 0 0,0-1 6144 0,1-1 1136 15,-2 0 208-15,1-1 64 16,2 0-4624-16,1 2-928 0,1-2-176 0,-1 1-32 0,-3-4-832 0,2 1-176 16,-1 0-16-16,0-1-16 0,-2 1-432 0,0 1-96 15,-3-1-16-15,-10 1 0 0,12-4-208 0,-12 4 0 16,0 0-144-16,0 0 144 15,0 0-2048-15,0 0-320 0,0 0-64 0</inkml:trace>
  <inkml:trace contextRef="#ctx0" brushRef="#br0" timeOffset="-208527.08">33061 1823 11055 0,'0'0'976'15,"0"0"-784"-15,0 0-192 0,-9 0 0 0,9 0 2880 0,0 0 544 16,-9-2 96-16,9 2 32 0,0 0-1504 0,0 0-320 16,0 0-48-16,0 0-16 0,0 0-496 0,0 0-96 0,0 0-32 0,8-6 0 15,2 2-32-15,3 3-16 0,1-1 0 0,-3 2 0 16,2 0 64-16,4 2 16 0,2-1 0 0,2 2 0 15,1-2-224-15,2 2-32 0,-1 2-16 0,19 6 0 16,-8-5-240-16,-4 1-48 0,-3-1-16 0,-3 1 0 16,-5-1-208-16,0-1-32 0,-5 1-16 0,0-2 0 15,1-1-112-15,-2 3 0 0,-2-5-128 0,0 2 192 16,-1-2-192-16,-10-1 128 16,12 2-128-16,-12-2 0 0,0 0 0 0,10-2 0 0,-10 2-128 0,8-5 128 31,-8 5-1952-31,0 0-288 0,3-12-48 0</inkml:trace>
  <inkml:trace contextRef="#ctx0" brushRef="#br0" timeOffset="-208192.29">33496 1233 1839 0,'0'0'160'0,"3"14"-160"0,0 3 0 0,-2 4 0 0,-2 2 5696 0,1 5 1120 16,-2 0 224-16,0 0 32 0,-2-5-3632 0,0 1-736 0,1-1-144 0,-1 2-16 15,0 1-1024-15,1 0-208 16,-1 0-32-16,0 0-16 0,0 0-816 0,0 2-144 0,-1-5-48 0,1-1 0 16,1 0-256-16,-1-2 0 15,-2-3 0-15,1-1 0 16,-1-3-2848-16,0-3-624 0</inkml:trace>
  <inkml:trace contextRef="#ctx0" brushRef="#br0" timeOffset="-207570.48">33449 2243 23375 0,'0'0'1024'0,"0"0"240"0,0 0-1008 0,0 0-256 0,-3-9 0 0,3 9 0 0,-6-9 2240 0,1 1 416 16,0 0 80-16,-2 0 16 0,0-1-1216 0,-3 0-256 15,0 0-32-15,-2 1-16 0,1 2-704 0,-2-1-144 16,-2 2-16-16,0 2-16 0,-4-2-176 0,1 4-48 16,0 1 0-16,1 2 0 0,0 4-128 0,0 1 0 15,1 5 0-15,1 5 0 0,0 3-144 0,4 2 144 16,-1 2-192-16,4 1 192 0,3 0-144 0,2-3 144 16,3 0 0-16,5-1-144 0,2 0 144 0,3-1 144 15,2-3-16-15,2-2-128 0,3-2 448 0,2 0 0 16,-1-4-16-16,0 1 0 0,2-3 144 0,-1 0 16 15,-1-1 16-15,1 0 0 0,-2-1-240 0,0-1-48 16,-2-2-16-16,0 0 0 0,-4-4-160 0,1 1-16 16,-1 0-128-16,-1-2 192 0,-10 3-432 0,9-4-80 15,-9 4-32-15,9-4 0 16,-2-2-1952-16,-7 6-400 0,0 0-80 0</inkml:trace>
  <inkml:trace contextRef="#ctx0" brushRef="#br0" timeOffset="-189720.53">19350 2479 22623 0,'0'0'1008'0,"0"0"208"0,-8 3-976 0,-5-5-240 15,0 1 0-15,1 0 0 0,2-1 2032 0,10 2 352 16,0 0 80-16,0 0 16 0,0 0-624 0,0 0-112 16,0 0-16-16,0 0-16 0,15 0-800 0,-4 0-144 15,3-2-48-15,6-1 0 0,2-1-224 0,3-2-48 16,2-3-16-16,3 1 0 0,1 0-224 0,28-4-32 15,-11 3-16-15,-6 4 0 0,-7 2-160 0,-6 3-144 16,-4 3 144-16,-6-1-208 16,-3 1-1904-16,-5 4-384 0,-4 4-80 0,-4-2-13520 0</inkml:trace>
  <inkml:trace contextRef="#ctx0" brushRef="#br0" timeOffset="-189548.67">19463 2476 2751 0,'0'0'256'0,"-2"12"-256"0,-2 2 0 0,1 6 0 16,0 5 6704-16,1 3 1296 0,-1 5 256 16,1 4 48-16,-1 0-5296 0,0 4-1072 0,0 0-208 0,0 4-32 15,-2 0-848-15,-1 2-160 0,-1-1-48 0,1-3 0 16,1-4-400-16,4-2-96 0,-2-3-16 0,6-3 0 31,2-4-1376-31,0-3-288 0,1-3-48 0,-1-7-9744 0,-1-1-1968 0</inkml:trace>
  <inkml:trace contextRef="#ctx0" brushRef="#br0" timeOffset="-189408.06">19316 2956 18431 0,'0'0'1632'0,"2"-9"-1312"15,5 0-320-15,1 5 0 0,2-1 2608 0,5 3 448 16,0-1 80-16,2 0 32 0,1 0-1936 0,2 2-384 16,0-2-80-16,2 2 0 0,1 0-640 0,2-2-128 15,2-2 0-15,1-2-9648 16,3 4-1888-16</inkml:trace>
  <inkml:trace contextRef="#ctx0" brushRef="#br0" timeOffset="-189033.09">19758 2917 21183 0,'-5'10'1888'0,"-1"1"-1504"16,2 1-384-16,4-12 0 0,-1 10 2512 0,1-10 432 16,3 10 96-16,-3-10 16 0,0 0-1312 0,0 0-256 15,12 7-48-15,1-6-16 0,1-2-624 0,-1-3-128 16,-1-2-32-16,-2-1 0 0,-2 1-336 0,-2-1-80 15,-6 7-16-15,7-9 0 0,-7 9-208 0,3-9 176 16,-3 9-176-16,-3-9 160 0,-2 2-160 0,-2 1-176 16,1-4 48-16,-1 5 0 15,-1 4-336-15,8 1-64 0,-6-7-16 0,6 7 0 16,-5-6-240-16,5 6-48 0,5-8-16 0,-5 8 0 16,13-3 256-16,0 3 48 0,0 3 16 0,1 2 0 0,3 0 352 0,0 6 176 0,0 2-160 0,0 3 160 15,0 2 272-15,0 3 160 0,-3 3 16 0,-1 0 16 16,-1-1 48-16,-1 1 16 0,-5-1 0 0,-1 1 0 0,-1-1 192 0,-1-1 48 15,-3-2 0-15,1-4 0 0,-1-3 304 0,1-3 64 16,-1-10 16-16,0 0 0 0,0 0-304 0,0 0-48 16,11-2-16-16,-1-9 0 0,2-2-272 0,1-9-48 15,1-3-16-15,2-4 0 0,1-2-256 0,1-1-48 16,0-1-16-16,2 3 0 0,-2 4-128 0,1 2-224 16,-3 4 48-16,0 4 16 15,-3 2-2528-15,-2 4-496 0,-11 10-96 0</inkml:trace>
  <inkml:trace contextRef="#ctx0" brushRef="#br0" timeOffset="-187979.37">20837 3109 8287 0,'0'0'736'0,"0"0"-592"15,0 0-144-15,0 0 0 0,-10 0 2848 0,10 0 544 16,0 0 96-16,0 0 32 0,0 0-1296 0,0 0-256 15,0 0-48-15,0 0-16 0,0-9-592 0,0 9-112 0,0 0-32 0,8-11 0 0,1 2-176 0,3 2-32 16,1 2-16-16,4 0 0 0,3 1-64 0,8 1-16 16,2 3 0-16,4 0 0 0,1 0-208 0,5 0-32 15,6 0-16-15,6 2 0 0,5-1-16 0,5 3 0 16,3-3 0-16,0 2 0 0,0 0-240 0,-3-1-48 16,-4 1-16-16,-3-1 0 0,-5 1-160 0,-5 0-128 15,-3-2 144-15,-7 1-144 0,-6 2 160 0,-6 2-160 16,-3-1 160-16,-5 0-160 0,-3 0 128 0,-3 0-128 15,-9-5 0-15,5 7 0 16,-5-7-624-16,0 0-208 0,0 0-64 0,0 0-11776 16,-10 7-2352-16</inkml:trace>
  <inkml:trace contextRef="#ctx0" brushRef="#br0" timeOffset="-183442.15">21128 2444 11967 0,'0'0'1072'0,"0"0"-864"15,0 0-208-15,-9 4 0 0,1-2 2576 0,-1 2 480 0,0 1 80 0,-3 1 32 16,2-1-1152-16,-2 3-224 0,-1 2-64 0,-3 4 0 15,-1 3-592-15,0 4-128 16,0 3-32-16,2 2 0 0,-1 2-272 0,4 2-48 0,2-1-16 0,2-3 0 16,3-4-80-16,2-2-32 15,2-4 0-15,4-2 0 0,2-4-80 0,3-2-32 16,-8-8 0-16,14 3 0 0,0-2-144 0,2-2-16 0,0-4-16 0,-1-5 0 16,2-1 16-16,-2-1 16 0,-2-4 0 0,-2-1 0 15,0-2-48-15,-2-2-16 0,3-4 0 0,-1-1 0 0,0-1-80 0,-1-1 0 16,-1 1-128-16,0-3 192 0,1-1-192 0,-3-2 144 15,-1-1-144-15,-1 0 128 0,-3-2-128 0,0-1 0 16,-2 1 144-16,0 2-144 0,-3 4 0 0,2 4-160 16,0 2 16-16,1 9 0 0,-2 4 144 0,2 11-128 15,0 0 128-15,0 0-128 0,0 17 128 0,0 5 0 16,2 7 0-16,-2 9 0 0,-2 5 0 0,1 8 192 16,0 2-64-16,-2 7 0 0,-3 4 48 0,2-3 16 15,1-5 0-15,3-5 0 0,3-5-192 0,1-7 0 16,1-5 144-16,1-7-144 0,1-3 128 0,-1-5-128 15,1-3 128-15,1-3-128 0,-1-7 0 0,-7-6 144 16,15 2-144-16,-3-4 0 16,-1-1-1296-16,4-5-368 0,-1-5-80 0,2-6-10000 31,-2-5-2000-31</inkml:trace>
  <inkml:trace contextRef="#ctx0" brushRef="#br0" timeOffset="-183192.14">21459 2312 22111 0,'-4'18'1968'0,"3"-1"-1584"0,1 2-384 0,1 5 0 16,1 1 1280-16,-2 4 192 0,-2 3 16 0,0 0 16 16,-1 3 272-16,0 1 48 0,2-2 16 0,1-1 0 15,0-6-944-15,3-2-176 0,2-3-32 0,0-4-16 16,0-3 0-16,1-5 0 0,0-2 0 0,-6-8 0 0,0 0-80 0,14 4-16 16,0-7 0-16,-3-2 0 0,1-4 32 0,1-3 0 15,-1-2 0-15,1-7 0 0,-1-2-192 0,-1-4-32 16,2-3-16-16,-1 1 0 0,0-1-208 0,-1-2-32 15,3 0-128-15,-4 0 192 0,-1 0-192 0,0 3 0 16,-1 4 128-16,-1-1-128 0,-4 3 0 0,1 1-288 16,-2 5 64-16,-1 5 16 15,-1 3-1280-15,0 9-256 0,0 0-48 0,0 0-10272 16,-7 8-2048-16</inkml:trace>
  <inkml:trace contextRef="#ctx0" brushRef="#br0" timeOffset="-182973.44">21719 2547 20271 0,'0'0'1792'0,"0"0"-1424"16,0 0-368-16,0 0 0 0,0 0 2640 0,1 13 464 0,2 2 96 0,-3 4 0 15,-3-1-1040-15,0 4-224 0,3 3-32 0,-2 1-16 16,-2 0-880-16,1 1-176 0,1-1-48 15,-1-1 0-15,2-1-464 0,1-3-112 0,1-4-16 16,-1-1 0 0,0-5-480-16,0-1-96 0,0-10-32 0,1 9 0 15,-1-9-2544-15,0 0-512 0,0 0-112 0</inkml:trace>
  <inkml:trace contextRef="#ctx0" brushRef="#br0" timeOffset="-182723.47">21814 2557 6447 0,'18'-14'272'0,"-6"3"80"0,-2 2-352 0,1 4 0 0,0 1 0 0,1 3 0 0,-1-2 6640 0,-2 3 1248 15,-9 0 256-15,10 5 48 0,-2 2-5488 0,-8-7-1104 16,5 10-208-16,-2 2-48 0,-5 1-768 0,-3 3-128 16,-4 1-48-16,-1 1 0 0,-3 0-400 0,0 1 0 15,-2-3 0-15,0 1 0 16,-1-2-384-16,0-4-96 0,1 0-32 0,0-3 0 16,2-2 80-16,3 1 16 0,1-2 0 0,9-5 0 0,0 0 208 0,0 0 32 15,0 0 16-15,0 0 0 0,0 0 160 0,6 10 0 16,3-4 0-16,2 1 0 0,1 4 208 0,2-5 80 15,-1 4 16-15,1-4 0 0,1 1-128 0,-1 0-32 16,0 0 0-16,-1-1 0 0,0 1-144 0,-2-2-192 16,-3 3 32-16,-2 2-11568 15,-6-10-2320-15</inkml:trace>
  <inkml:trace contextRef="#ctx0" brushRef="#br0" timeOffset="-182145.4">21431 3435 21183 0,'0'0'1888'0,"0"0"-1504"0,0 0-384 0,0 0 0 0,-10-3 1984 0,3 0 336 32,-1-1 64-32,0 3 16 15,-1 1-1104-15,0 3-208 0,-2-2-64 0,-1 3 0 0,2 1-384 0,0 6-96 0,-1-1-16 0,1 6 0 31,-1 2-64-31,1 4-16 0,-2 3 0 0,3 1 0 0,0 0 160 0,4 0 32 16,1 0 0-16,3-5 0 0,3-1 80 0,3-5 32 16,2-2 0-16,2-2 0 0,3-5-352 0,1-3-64 0,1-4-16 0,-2-1 0 0,1-4-176 0,1-1-144 15,3-5 192-15,1-2-192 0,-1-3 192 0,2-2-64 16,-2-2 0-16,-1-1-128 0,0-2 0 0,1 1-144 16,-1-2-16-16,3-10 0 0,-4 1 160 0,-4 1-192 15,-3 1 192-15,-3-5-192 0,-2 1 192 0,-3 0 0 16,-3 1 0-16,1 3 0 0,-2 0 0 0,1 8 0 15,2 3 0-15,0 9 0 0,1 12 0 0,0 0 128 16,0 0-128-16,-9 16 176 0,-1 8-48 0,5-1 0 16,-1 1 0-16,-2 21 0 0,3 2 48 0,1-3 0 15,0-1 0-15,3 0 0 0,-1 0-48 0,6-4 0 16,1-6 0-16,3-3 0 0,4-4 0 0,2-3-128 16,2-7 192-16,1-2-64 0,0-7-128 0,1-1 0 0,-1-6 0 15,1-2 0-15,-1-8-272 0,1-1-96 16,1-5-16-16,-1-3 0 15,-4-5-400-15,1 1-96 0,-1-1-16 0,-1-2 0 16,-1 0 256-16,-2 5 64 0,-3 2 0 0,-2 4 0 0,-1 3 576 0,-3 5 0 0,-1 7 192 0,0 0-64 16,0 0 256-16,-5 10 64 0,-2 3 0 0,1 3 0 15,-2 5-128-15,3-1-32 0,0 0 0 0,2 2 0 16,0 0-288-16,3 1 160 0,2-1-160 0,0-1 128 0,1-2-128 0,1 1 0 16,0-6-160-16,0 0 160 15,-2 1-2464 1,0-7-400-16,-2-8-80 0</inkml:trace>
  <inkml:trace contextRef="#ctx0" brushRef="#br0" timeOffset="-182004.79">21648 3506 27119 0,'0'0'1200'0,"0"0"256"0,0 0-1168 16,0 0-288-16,0 0 0 0,12-4 0 0,-3-1 1536 0,4 5 240 16,1 3 48-16,2 1 16 0,1 0-1024 0,3-2-208 15,2 1-32-15,4-2-16 31,1-1-1168-31,2-1-224 0,1-1-64 0,2-1-9152 0,1-5-1856 0</inkml:trace>
  <inkml:trace contextRef="#ctx0" brushRef="#br0" timeOffset="-181770.43">22380 2598 12895 0,'0'0'1152'0,"0"0"-928"0,0 11-224 0,-2 4 0 16,0 3 5152-16,-1 5 992 0,-2 2 192 16,0 5 32-16,-1 3-3632 0,3 6-736 0,-5 1-144 0,0 6-16 15,-1 3-912-15,0 4-176 0,0 5-48 0,1 4 0 16,0-3-448-16,1 0-112 0,5-3-16 0,0-2 0 16,1-3-848-1,2-3-176-15,2-5-48 0,2-4 0 0,3-7-1072 0,1-2-224 0,0-6-32 0,0-5-8800 16,1-4-1776-16</inkml:trace>
  <inkml:trace contextRef="#ctx0" brushRef="#br0" timeOffset="-181536.05">22772 3003 3679 0,'0'0'320'0,"0"0"-320"16,-3 10 0-16,0 4 0 0,-1-3 7808 0,-2 7 1504 15,1 3 288-15,-1 5 64 0,-2 3-6144 0,1 2-1248 16,2 2-240-16,1 0-48 0,2-2-1184 0,0 1-224 31,2 1-64-31,3-2 0 0,2 1-384 0,-1-2-128 0,1-3 0 0,2-1 0 32,1-6-368-32,-1-5-128 0,4 0-16 0,-3-5-16 0,-1-2-1744 0,0-2-352 0,-7-6-64 0,0 0-9200 15,0 0-1840-15</inkml:trace>
  <inkml:trace contextRef="#ctx0" brushRef="#br0" timeOffset="-181376.4">22605 3217 23039 0,'0'0'2048'0,"0"0"-1648"0,0 0-400 0,0 0 0 32,0 0 2944-32,13 2 512 0,0 1 112 0,2-2 16 0,0-1-1664 0,3 0-320 15,1 2-64-15,2-1 0 0,-1-1-912 0,1 0-176 16,3 0-48-16,1 3 0 15,1-1-976-15,0 1-192 0,0-2-32 0,-1 2-16 16,-3-1-2592-16,-1 1-528 0</inkml:trace>
  <inkml:trace contextRef="#ctx0" brushRef="#br0" timeOffset="-181204.55">23064 3238 4607 0,'0'0'192'0,"0"0"64"0,0 0-256 0,0 0 0 15,10 5 0-15,1-1 0 0,-1 1 7264 0,2-5 1408 16,1 1 288-16,1-1 48 0,1-1-5920 0,0 1-1168 16,2-3-256-16,-2 2-32 0,-1 1-1072 0,-1 0-224 15,-1 1-32-15,-2 2-16 16,-10-3-2592-16,11 3-528 0,-11-3-112 0</inkml:trace>
  <inkml:trace contextRef="#ctx0" brushRef="#br0" timeOffset="-181043.29">23090 3441 15663 0,'0'0'1392'0,"0"0"-1120"16,0 0-272-16,0 0 0 0,0 0 3088 0,13 7 560 16,0-3 128-16,0-2 0 0,2 1-2128 0,0-2-432 15,2-1-96-15,0-3-16 0,-1-2-1104 0,-1 0 0 16,2-2-272-16,-1 0 48 16,0-2-3104-16,-1 1-640 0</inkml:trace>
  <inkml:trace contextRef="#ctx0" brushRef="#br0" timeOffset="-180838.72">23410 3282 25743 0,'0'0'1136'0,"0"0"240"0,0 0-1104 0,0 0-272 16,0 0 0-16,0 14 0 0,0 3 2576 0,1 2 464 16,0-1 96-16,3 0 0 0,0-1-1312 0,2-3-272 15,2-2-48-15,3 0-16 0,2-2-480 0,1-1-112 0,2-1 0 0,1-3-16 16,1-3-320-16,2-4-64 0,-2-1-16 0,0-1 0 16,-2 0-240-16,-1-3-48 0,-2-1-16 0,-1-1 0 15,-3-2-48-15,-2 0 0 0,-3-3 0 0,-2 1 0 16,-2 0-128-16,-1-2 192 0,-2-2-192 0,-1-1 192 0,-2-1-384 15,-2-1-80-15,-2 0-16 0,-1 2 0 16,-1 0-1312 0,1 2-272-16,-2 2-48 0,1 4-16 0,0 3-1120 0,-1 0-208 0,3 2-64 0</inkml:trace>
  <inkml:trace contextRef="#ctx0" brushRef="#br0" timeOffset="-180698.12">23597 3089 14735 0,'12'0'1312'0,"1"0"-1056"15,0 0-256-15,3 0 0 0,-1 0 3904 0,2 1 704 16,2 2 160-16,-1 0 32 0,-1 1-2208 0,0-3-432 15,0 1-96-15,1 1-16 0,0 0-960 0,-2-1-192 16,-2 1-32-16,2-1-16 0,-2 1-848 0,-2-2 0 16,-3-1-176-16,-9 0 32 15,0 0-2368-15,10-2-480 0,-10 2-80 0,7-7-32 0</inkml:trace>
  <inkml:trace contextRef="#ctx0" brushRef="#br0" timeOffset="-180557.41">23853 2904 12895 0,'0'0'576'0,"0"0"112"0,0 0-560 0,0 12-128 16,1 1 0-16,-1 2 0 0,0 4 6208 0,1 4 1200 0,-1 2 240 0,-1 2 48 16,-1 2-4560-16,-2 4-928 0,1 6-176 0,-1 1-48 15,0-2-1200-15,2 0-240 16,-2 2-48-16,2-1-16 16,0-1-3600-16,-1 1-720 0</inkml:trace>
  <inkml:trace contextRef="#ctx0" brushRef="#br0" timeOffset="-177917.73">19553 4557 11055 0,'1'-6'976'0,"3"-4"-784"0,0-1-192 0,-9-4 0 0,9 5 2656 0,0-1 480 15,-2-2 112-15,1 0 16 0,-3 0-1104 0,-1-1-224 0,-2 1-32 0,-1 1-16 16,-1 1-848-16,-1-1-160 0,-4 1-48 0,1 2 0 16,-2 3-304-16,4 2-64 0,-2 0-16 0,-2 1 0 15,1 2-176-15,-2 1-32 0,1 1-16 0,-2 3 0 16,0 0 16-16,-12 7 0 0,4 3 0 0,3 0 0 16,1 4-240-16,5 5 144 0,4 1-144 0,3 6 128 15,0 3-128-15,2 2 128 0,3 0-128 0,0 3 128 16,1 3-128-16,1 0 160 0,-1 0-160 0,0-3 160 0,-1-3 0 15,-1-3 0-15,-2 0 0 0,1-4 0 0,-2-2 208 16,0-2 32-16,1-3 16 0,-1-3 0 0,-1-4 16 0,0 1 0 16,0-2 0-16,0-4 0 0,5-9-144 0,0 0-32 15,-11 5 0-15,11-5 0 0,0 0 0 0,-10 0-16 16,-1-3 0-16,5 0 0 0,6 3 0 0,-7-4 0 16,1-3 0-16,1-2 0 0,-1 0-64 0,2 0-16 15,2 0 0-15,2 9 0 0,-4-11-16 0,4 11 0 16,0-9 0-16,0 9 0 0,0 0-144 0,0 0 160 0,0 0-160 0,0 0 160 15,0 0-160-15,0 0 0 16,0 0 0-16,0 0 0 0,8-5 0 0,-8 5 0 16,0 0 0-16,10-1 0 0,-1-3 0 0,-9 4 0 15,0 0 0-15,12 0 0 0,-12 0 0 0,10 1 0 16,-10-1 0-16,0 0 0 0,11 4 0 0,-11-4 0 16,0 0 0-16,0 0 0 0,9 4 0 0,-9-4 0 15,0 0 0-15,0 0 0 0,9 8 0 0,-9-8 0 16,0 0 0-16,4 9 0 0,-4-9 0 0,0 0 0 0,0 0 0 0,0 0 128 15,0 0-128-15,0 0 0 0,1 10 0 0,-1-10 128 16,0 0 0-16,0 0-128 16,0 0 192-16,0 0-64 0,2 11-128 0,-2-11 160 0,0 13-160 0,0-13 160 15,0 0-160-15,0 9 0 0,0-9 0 0,0 0 128 16,0 0-128-16,0 0 0 0,-2 11 0 0,2-11 128 16,-1 12-128-16,1-1 0 0,0-11 0 0,0 13 0 15,1-3 0-15,1 3 0 0,-1-2 0 0,0 3 0 0,-1 2 0 0,3 3 0 16,-1 3 0-16,1 3 0 0,0 2 0 0,1 5 0 15,1-1 0-15,1 4 0 0,1 4 0 0,1 4 0 16,-2 4 0-16,1-13 0 0,-3 7 0 0,3 24 0 16,0 0 0-16,-2-18 0 0,0 6 0 0,2 6 0 15,-2 5 128-15,-1-4-128 0,0 5 0 0,-3 8 0 16,-2 0 0-16,1-5 0 0,0-2 0 0,0 2 0 16,-1-3 128-16,1-3-128 0,-2-2 0 0,1-4 0 15,0-3 144-15,1 1-144 0,0-5 0 0,4-2 0 16,-2-3 0-16,2-1 128 0,0-2-128 0,0-1 0 15,1-1 128-15,-1-4-128 0,0-2 0 0,1-3 128 16,-1-1-128-16,0-3 0 0,-1-3 0 0,-1-2 0 16,1-3 0-16,-2-1 128 0,0-2-128 0,1-4 0 15,-2 0 0-15,0-3 128 0,0-8-128 0,0 0 0 16,0 6 0-16,0-6 0 16,0 0-1216-16,0 0-176 0,0 0-16 0,0 0-17728 0</inkml:trace>
  <inkml:trace contextRef="#ctx0" brushRef="#br0" timeOffset="-177230.29">19876 4384 2751 0,'0'-9'256'0,"2"-1"-256"15,-1 1 0-15,0 3 0 0,-1 6 5504 0,0 0 1072 16,0 0 208-16,0 0 32 0,0 0-3936 0,8 10-800 16,-3 5-160-16,-1 5-16 0,2 6-1088 0,-4 4-224 15,-1 4-32-15,1 2-16 0,-2 1-112 0,-2 4-32 16,-1 2 0-16,-1 2 0 0,1 1-208 0,0 1-32 16,2-4-16-16,0-6 0 0,1-4-144 0,1 0 0 15,-2-6 0-15,1-1 128 0,0-3-128 0,1-2 0 16,-1-2 0-16,0-3 0 15,0-5-416-15,0-11-64 0,0 0-16 0,0 0 0 16,0 0-2320-16,0 0-480 0,0 0-96 0</inkml:trace>
  <inkml:trace contextRef="#ctx0" brushRef="#br0" timeOffset="-176964.69">20110 4535 12895 0,'0'0'1152'0,"-8"-7"-928"15,-1 3-224-15,-2 2 0 0,0 2 2368 0,-1 1 448 16,0 2 64-16,-1-1 32 0,-2 2-1840 0,0 3-368 0,1 2-80 0,-2-1-16 16,-1 2-480-16,2 2-128 0,-2 1 0 0,2-1 0 15,2 1 160-15,3 1-32 0,1 0-128 0,1 3 192 16,4 2 288-16,3 1 48 0,5-3 16 0,1 3 0 16,1-3 240-16,4 0 48 0,0-1 16 0,3-2 0 15,0-4 64-15,1 2 16 0,1-5 0 0,-1 0 0 16,-1 1-352-16,1 0-64 0,1-1 0 0,-1-4-16 15,-1 0-304-15,1 0-48 0,1-2-16 0,-2 0 0 16,-1-1-848-16,-1 2-176 0,0-2-48 16,-1-2-9344-16,-1-2-1872 0</inkml:trace>
  <inkml:trace contextRef="#ctx0" brushRef="#br0" timeOffset="-175916.29">20418 4570 19295 0,'0'0'848'0,"0"0"176"0,0 0-816 0,0 0-208 0,0 0 0 0,0 0 0 15,0 0 1872-15,0 0 336 0,0 0 64 0,0 0 16 16,-3-8-688-16,3 8-128 0,-3-11-16 0,3 11-16 16,0 0-640-16,0 0-128 0,0 0-32 0,0 0 0 15,-4-8-368-15,4 8-80 0,0 0 0 0,0 0-16 16,0 0-32-16,0 0 0 0,0 0 0 0,0 0 0 15,0 0 48-15,0 0 16 0,0 0 0 0,0 0 0 0,0 0 0 0,0 0 0 16,0 0 0-16,0 0 0 0,0 0-16 0,0 0 0 16,3-8 0-16,-3 8 0 0,0 0-192 0,0 0 128 15,0 0-128-15,0 0 0 16,0 0 128-16,0 0-128 0,0 0 0 0,0 0 144 0,4-8-144 0,-4 8 0 16,0 0 0-16,0 0 0 0,0 0 0 0,0 0 0 15,0 0 0-15,0 0 0 0,0 0 192 0,0 0-64 16,0 0 0-16,0 0 0 0,0 0 48 0,5-6 0 15,-5 6 0-15,0 0 0 0,0 0-48 0,0 0 0 16,0 0 0-16,0 0 0 0,0 0-128 0,8-4 0 16,-8 4 0-16,0 0 128 0,0 0-128 0,0 0 0 15,0 0 0-15,0 0 0 0,0 0 0 0,0 0 0 16,9-4 0-16,-9 4 0 0,0 0 0 0,0 0 0 16,0 0 144-16,0 0-144 0,0 0 128 0,0 0-128 15,0 0 160-15,0 0-160 0,0 0 320 0,0 0-16 16,0 0-16-16,0 0 0 0,0 0-48 0,0 0-16 0,0 0 0 0,0 0 0 15,0 0-224-15,0 0 144 0,0 0-144 0,0 0 128 16,0 0-128-16,0 0 0 0,0 0 0 0,0 0 0 16,0 0 0-16,0 0 0 0,0 0 0 0,0 0 0 15,0 0 0-15,0 0 0 0,0 0 0 0,0 0 0 16,0 0 0-16,0 0 0 0,0 0 0 0,0 0 0 16,0 0 0-16,0 0 0 0,0 0 0 0,0 0 0 0,0 0 0 0,0 0 0 15,0 0 0-15,0 0 0 0,0 0 0 0,0 0 0 16,0 0 0-16,0 0 0 0,0 0 0 0,0 0 0 15,0 0 0-15,0 0 0 0,0 0 0 0,0 0 0 16,0 0 0-16,0 0 0 0,0 0 0 0,0 0 0 16,0 0 128-16,0 0-128 0,0 0 0 0,0 0 0 15,0 0 0-15,0 0 0 0,0 0 0 0,0 0 0 32,0 0 0-32,0 0 128 0,0 0-128 0,0 0 128 15,0 0-128-15,0 0 128 0,0 0 0 0,0 0-128 0,0 0 192 0,0 0-64 16,0 0 16-16,0 0 0 0,0 0 0 0,0 0 0 15,0 0 32-15,0 0 0 0,0 0 0 0,0 0 0 0,-10-2 16 0,10 2 0 16,0 0 0-16,0 0 0 0,-11 2-16 0,11-2 0 16,-12-2 0-16,12 2 0 0,-10 0 16 0,1 0 16 15,-2 2 0-15,2-2 0 0,0 1-16 0,-1 0-16 16,-3 1 0-16,0 2 0 0,0 2-176 0,-2 2 128 16,1 2-128-16,-2 2 128 0,3 0-128 0,2 1 0 15,-1-1 0-15,3 1 0 0,1 2 0 0,3 4 0 16,2-1-128-16,0 0 128 0,3 2 0 0,4-1-176 0,2-1 176 15,1 1-128-15,3-1 128 0,0-2 0 0,2-3 0 0,1-2-128 16,0-2 128-16,0 1 0 16,0-4 0-16,1 1-128 0,2-2 128 0,-2 0 0 0,-1-1 0 0,0 0 0 15,0-4 0-15,2-1 0 0,-2 1 0 0,0-3-128 32,-3 0-880-32,1 2-160 0,-1-4-48 0,0 0 0 0,1-1-2032 15,-3 1-400-15,-2-1-96 0</inkml:trace>
  <inkml:trace contextRef="#ctx0" brushRef="#br0" timeOffset="-175603.81">20616 4356 25791 0,'0'0'2304'0,"0"0"-1856"15,10 8-448-15,-3 3 0 0,-1 3 1696 0,-2 0 240 16,-1 4 48-16,-2 5 16 0,0 1-688 0,-1 4-144 15,-1 3-16-15,-2 4-16 0,-1 3-672 0,-1 3-128 16,-1 0-16-16,1 0-16 0,-1-1-304 0,1-2 128 16,0-2-128-16,1-3 0 0,1-3 128 0,2-3-128 15,0-3 0-15,1-5 0 0,-2-3 208 0,4-3-64 16,0-3-16-16,-2-10 0 0,7 12 352 0,-1-3 64 16,2-2 16-16,-8-7 0 0,12 2 64 0,0-2 16 15,1-1 0-15,1 0 0 0,0 0-128 0,1-1 0 16,0 1-16-16,0 0 0 0,-1-2-304 0,0 0-48 0,1 0-16 15,-2 0 0-15,-1 2-128 0,-2 1-144 0,0 0 144 0,-10 0-208 32,11 0-2432-32,-11 0-496 0,0 0-80 0</inkml:trace>
  <inkml:trace contextRef="#ctx0" brushRef="#br0" timeOffset="-173485.48">21184 4638 13823 0,'0'0'1216'0,"0"0"-960"16,0 0-256-16,0-9 0 0,-1-2 2880 0,-1 2 512 15,0 0 128-15,2 9 0 0,-7-9-1200 0,1-1-240 16,-1 0-48-16,1 4-16 0,6 6-944 0,-11-4-192 15,11 4-48-15,-11 4 0 0,-1 0-480 0,0 5-96 0,0 5-32 0,1 6 0 16,0 2-224-16,2 1 0 16,1 5-144-16,1-1 144 0,3-1 0 0,1-4 160 15,3-2 0-15,3-3 0 0,1-4 336 0,2-6 64 0,2-1 16 0,2-5 0 16,5-2-16-16,-1-5 0 0,3-4 0 0,0-1 0 16,1-5-128-16,0-1-32 0,1-2 0 0,-1-4 0 15,-1 2-272-15,-2 2-128 0,0 2 0 0,-3-1 128 16,-5 1-336-16,1 2-80 0,-3 2-16 0,-1 3 0 0,-4 0 304 0,0 10 0 15,0 0-128-15,0 0 128 0,-6-6 0 0,6 6 0 16,-9 4 0-16,0 4 0 0,-1 4 0 0,3 5 0 16,-1 2-128-16,4 3 128 0,1-2 0 0,3 0 0 15,3-3 0-15,3-3 0 0,4-1 0 0,1-3 0 16,4-3 0-16,0-2 0 0,3-4 0 0,2-3 144 16,0-2-144-16,0-4 192 0,3-2-192 0,-1-3 0 15,0-4 0-15,0-2 0 0,0 0-128 0,-1-1-64 16,0 2-16-16,-4-2 0 0,-1 0-48 0,-3-1 0 15,0 0 0-15,-3 1 0 0,-1 2 256 0,-2 0 0 16,-2 2 0-16,-2 4-144 0,-2 3 272 0,-1 9 48 16,0 0 16-16,0 0 0 0,0 0 320 0,0 0 64 15,-5 11 0-15,-2 2 16 0,-1 4-336 0,2 2-64 16,-1 3 0-16,2 3-16 0,0 0-176 0,0 1 0 16,-1 3 0-16,4 1 128 0,-1 1-128 0,3-4 0 0,1-1 0 0,2-3 0 15,1-5 0-15,0-2 0 0,0-2-160 0,0-2 160 31,0-2-1600-31,-4-10-208 0,4 13-48 0,-4-13-16 16,0 0-1232-16,0 0-240 0,0 0-48 0,0 0-5664 0,0 0-1120 0</inkml:trace>
  <inkml:trace contextRef="#ctx0" brushRef="#br0" timeOffset="-173359.18">21454 4741 10127 0,'-7'-18'896'0,"0"-1"-704"0,-1 0-192 0,4 2 0 16,3 1 4032-16,3 3 768 0,2 1 144 0,1 2 48 0,2 1-1984 0,2 2-400 15,1 2-80-15,3 0-16 0,2-2-1088 0,2 2-208 16,4 1-64-16,-2 2 0 0,1 2-720 0,-1 0-160 15,1 2-16-15,-2 1-16 16,0 0-880-16,1 0-192 0,-1 4-16 0,-1-2-11120 16,-3 2-2240-16</inkml:trace>
  <inkml:trace contextRef="#ctx0" brushRef="#br0" timeOffset="-172843.6">22406 4496 26495 0,'0'0'1168'0,"-3"-9"240"0,3 9-1120 0,-5-8-288 0,-3 4 0 0,0 4 0 0,-2 0 2160 0,-10 8 368 16,-1 5 80-16,-1 5 16 0,-1 4-1216 0,1 3-224 15,2 2-48-15,2 2-16 0,1 0-208 0,5-2-32 16,3 0-16-16,4-3 0 0,3-3-96 0,5-3-32 15,2-4 0-15,6-2 0 0,0-1-432 0,0-6-96 16,1-3-16-16,10-2 0 0,1-4-192 0,2-2 0 16,0-4 128-16,0-4-128 0,-2-1-208 0,-2 1-96 15,-3-5-16-15,-1 2 0 16,-1 0-64-16,-3 3-32 0,-4 1 0 0,-1 1 0 0,-2 2 416 0,-6 10 0 16,0 0 0-16,0 0 0 0,0 0 320 0,0 0 128 15,0 0 48-15,0 0 0 0,0 0 16 0,-6 13 16 16,-1 4 0-16,3 1 0 0,0 2-144 0,3 0-48 15,4 0 0-15,1-3 0 0,1 3-176 0,3-6-32 16,1 2-128-16,1-6 192 16,-1 0-1264-16,-1 1-256 0,-1-3-48 0,-7-8-19104 0</inkml:trace>
  <inkml:trace contextRef="#ctx0" brushRef="#br0" timeOffset="-171886.23">22960 4592 22111 0,'0'0'976'0,"0"0"208"0,0 0-944 0,0 0-240 16,0 0 0-16,0 0 0 0,0 0 2832 0,0 0 528 15,0 0 96-15,0 0 32 0,9-1-2208 0,-9 1-432 16,0 0-80-16,0 0-32 15,0 0-1856-15,8 5-368 0,-8-5-80 0</inkml:trace>
  <inkml:trace contextRef="#ctx0" brushRef="#br0" timeOffset="-171745.72">22901 4837 22111 0,'0'0'976'0,"0"0"208"0,13 6-944 0,-1-4-240 16,-2 1 0-16,-10-3 0 0,11 5 1472 0,-1-4 240 15,1 2 48-15,-5 0-13376 0</inkml:trace>
  <inkml:trace contextRef="#ctx0" brushRef="#br0" timeOffset="-169076.78">24244 4269 9215 0,'0'0'816'0,"0"0"-656"16,0 0-160-16,0 0 0 0,0 0 2736 0,0 0 512 15,0 0 96-15,0 0 32 0,-9-1-1248 0,9 1-240 16,0 0-48-16,0 0-16 0,0 0-384 0,0 0-80 16,0 0-16-16,0 0 0 0,0 0-144 0,0 0-48 15,0 0 0-15,0 0 0 0,0 0-192 0,0 0-32 16,0 0-16-16,2-8 0 0,-2 8-288 0,8-9-64 15,3 3-16-15,0 3 0 0,1 0-304 0,2 2-64 16,1-1-16-16,2 2 0 0,1 0-160 0,3 0 0 16,1 0 0-16,-1 3 128 0,-4 0-128 0,1 0 0 0,-1 1 0 0,-3 2 128 15,-3 0-128-15,-11-6 0 0,6 12 0 0,-2-3 128 16,-4 3 32-16,-4 1 0 0,-3 1 0 0,-4 2 0 16,-2 1-160-16,0 1 0 0,0 0 0 0,0 0 0 15,-3-5 0-15,3 1-144 0,0-1 144 0,3-2-160 0,-1 0 160 0,4-2 0 16,1-1 0-16,6-8 0 0,0 0 0 15,0 0 0-15,0 0 0 0,0 11 0 0,4-3-128 0,4 1 128 16,-1 0-128-16,4-1 128 0,2-1 0 0,0 2 0 16,-1-1 0-16,0 2 128 0,1 2-128 0,0-4 0 15,-3 0 0-15,1 1 128 0,-3-1-128 0,-2-1 176 16,-6-7-176-16,3 12 192 0,-3-12-64 0,-3 16-128 16,-2-2 192-16,-4 0-64 0,-3 1 208 0,-2-1 48 15,1-1 0-15,-3 1 0 0,-1 0-208 0,-1 0-48 16,0-1 0-16,1 0 0 0,0-3-128 0,1 1 160 15,2-5-160-15,-1 0 160 0,2-3-160 0,2 0 0 16,0-2 0-16,11-1 0 16,-10-4-560-16,3 1 16 0,2-7 0 0,1 1 0 15,3-1-2016-15,2-2-384 0,2-2-96 0,-1 3-13520 0</inkml:trace>
  <inkml:trace contextRef="#ctx0" brushRef="#br0" timeOffset="-168744.14">24901 4365 23951 0,'0'0'2128'0,"0"0"-1696"15,0 0-432-15,0 0 0 0,0 0 3072 0,5-6 544 16,-5 6 96-16,12-7 32 0,4 1-1472 0,2 2-288 16,1 1-64-16,7-1-16 0,4 2-880 0,3-1-192 15,0 2-16-15,2 0-16 0,3 1-512 0,-3 0-96 0,-1 0-32 0,-3 1 0 16,-2 0-288-16,-5 2-64 0,-4 1-16 0,-6 1 0 31,-3 1-2864-31,-3 2-560 0,-6 3-112 0</inkml:trace>
  <inkml:trace contextRef="#ctx0" brushRef="#br0" timeOffset="-168584.88">24853 4607 23039 0,'0'0'2048'0,"0"0"-1648"0,0 0-400 0,0 0 0 0,0 0 2432 0,15 1 384 16,2-2 96-16,6-1 16 0,3 0-784 0,2-1-160 15,4 0-16-15,1 1-16 0,4-1-864 0,1 2-192 16,2-3-16-16,-1 4-16 16,-3 1-1312-16,-3 2-256 0,0 0-48 0,-6-1-11728 15,-3-1-2368-15</inkml:trace>
  <inkml:trace contextRef="#ctx0" brushRef="#br0" timeOffset="-168119.86">25739 4524 911 0,'-13'0'0'0,"4"0"0"0,-1-1 0 0,10 1 0 0,0 0 7296 0,0 0 1392 15,0 0 272-15,0 0 48 0,0 0-5568 0,0 0-1120 16,0 0-208-16,10 3-64 0,8-3-704 0,5 0-160 15,1 0-32-15,5 0 0 0,2-3-112 0,3 1-16 16,3-1-16-16,0 2 0 0,4-1-224 0,6 2-32 16,5 3-16-16,3 2 0 0,0-1-336 0,1 0-64 15,-4 0-16-15,-4 0 0 0,-5-2-160 0,-4 1-32 32,-2-2-128-32,-4 2 192 0,-1-7-192 0,-2 1 128 15,0 1-128-15,-2-1 0 0,-3 2 144 0,-4-3-144 16,-4 1 128-16,-3-1-128 0,-2 1 0 0,-12 3 0 15,8-6 0-15,-8 6 0 0,0 0-960 0,0 0-192 0,0 0-16 0,-4-9-13840 16,-3 1-2768-16</inkml:trace>
  <inkml:trace contextRef="#ctx0" brushRef="#br0" timeOffset="-167119.96">25840 3920 9215 0,'5'-16'400'0,"-1"7"96"0,1-3-496 0,2 0 0 16,-1-1 0-16,1 0 0 0,-1-2 3712 0,-1 0 640 15,-1 2 128-15,1 0 16 0,-1-1-2064 0,2 2-400 16,-3 2-96-16,1-1-16 0,-4 11-528 0,0 0-112 16,0 0-32-16,0 0 0 0,0 0-608 0,10 17-112 15,-4 1-16-15,1 7-16 0,-2 5-192 0,-1 3-48 16,-2 3 0-16,1 2 0 0,-1 0-16 0,0 0-16 0,-1-3 0 0,2-1 0 15,-1-3 0-15,2-2 0 16,-1-3 0-16,1-3 0 0,0-4 80 0,1-4 16 16,0-3 0-16,-5-12 0 0,0 0 112 0,12 8 16 15,0-6 16-15,-2-4 0 0,-10 2 48 0,12-9 16 16,1-3 0-16,2-4 0 0,2-3-144 0,0-5-16 0,0 1-16 16,0-5 0-16,0 1-208 0,0-2-144 15,0-1 192-15,-1-1-192 0,-2 0 144 0,-1-2-144 16,1-2 0-16,-2-1 144 0,-3 0-144 0,0 4-176 0,-1 2 48 0,-1 1 0 31,-3 6-1216-31,-2 6-224 0,-2 6-48 0,0 11-11392 0,0 0-2288 0</inkml:trace>
  <inkml:trace contextRef="#ctx0" brushRef="#br0" timeOffset="-166854.35">26370 3912 26543 0,'0'0'1168'0,"2"13"256"0,-2 1-1136 0,0 4-288 16,-2 2 0-16,1 1 0 0,-2 1 1360 0,-2 1 224 16,-3 2 32-16,1 1 16 0,-3 2-544 0,1 0-96 15,-1 0-32-15,1-2 0 0,0 0-592 0,1-8-128 16,1 0-32-16,3-3 0 0,-1-4-208 0,1 0 0 15,4-11-144-15,-2 10 144 16,2-10-1504-16,0 0-208 0,0 0-32 0,0 0-16 16,0 0-1120-16,0 0-208 0,2-10-48 0</inkml:trace>
  <inkml:trace contextRef="#ctx0" brushRef="#br0" timeOffset="-166597.3">26362 4088 1839 0,'20'-21'0'0,"-7"8"160"0,0 1-160 0,1 0 0 15,-1 1 0-15,1 0 0 0,-3 2 6560 0,2 3 1280 16,-1 0 256-16,0 2 48 0,-1 2-4912 0,0 1-992 0,-11 1-192 0,0 0-32 15,0 0-1040-15,0 0-208 0,0 0-32 0,0 0-16 16,0 13-288-16,-3 0-64 16,-3-2-16-16,-3 1 0 0,-2 0-224 0,1 0-128 15,-2-1 128-15,-1-3-128 0,0 0-176 0,0-2-96 16,-1 0-32-16,1-2 0 0,0-2-64 0,2 1-16 0,11-3 0 0,0 0 0 16,0 0 256-16,0 0 128 15,0 0-160-15,0 0 160 0,0 0 0 0,11 13 0 0,-1-3 0 0,2 2 0 16,-1 2 320-16,2-3-64 15,-1 3 0-15,1 0 0 0,0-1-128 0,0 1-128 0,0-3 144 0,-1 1-144 16,0 0 0-16,-2-1-160 16,-1 0 0-16,-9-11 0 15,8 9-3440-15,-8-9-688 0</inkml:trace>
  <inkml:trace contextRef="#ctx0" brushRef="#br0" timeOffset="-164962.93">26538 3950 14735 0,'0'0'640'0,"0"0"160"0,0 0-640 0,0 0-160 0,0 0 0 0,0 0 0 31,0 0 1408-31,0 0 240 0,0 0 48 0,0 0 16 16,0 0-496-16,0 0-112 0,0 0-16 0,0 0 0 16,0 0-160-16,0 0-32 0,0 0-16 0,-3-7 0 15,3 7-96-15,0 0-16 0,-8-5 0 0,8 5 0 16,-9-1 48-16,9 1 0 0,-11-4 0 0,11 4 0 0,-10 2-224 0,10-2-32 15,-11 2-16-15,11-2 0 0,-10 2-224 0,10-2-32 0,0 0-16 0,0 0 0 16,0 0-272-16,0 0 128 0,0 0-128 0,0 0 0 31,0 0-1088-31,0 0-320 0,-5-6-64 0,3 0-13392 0</inkml:trace>
  <inkml:trace contextRef="#ctx0" brushRef="#br0" timeOffset="-164446.03">26039 4800 24879 0,'0'0'2208'0,"11"10"-1760"15,-1-2-448-15,2 0 0 0,1-2 2432 0,0 2 384 16,-1 0 96-16,-1 4 16 0,0-2-1392 0,-3 3-288 16,-2 0-48-16,-2 0-16 0,-3 1-800 0,-3 2-144 15,-4-3-48-15,-1 4 0 0,-4-1 32 0,3-2 0 0,-2-1 0 0,-2 1 0 16,0 1-96-16,-1-1 0 16,2-2-128-16,-1-2 192 0,0 1-64 0,3-3-128 15,3-3 176-15,0-1-176 0,6-4 416 0,0 0-32 16,0 0 0-16,0 0 0 0,8-2 176 0,1 1 16 0,3-3 16 0,2 0 0 15,3 2-80-15,3 2-32 0,2 0 0 0,3 0 0 16,1-3-160-16,0 3-16 0,1 3-16 0,2-3 0 16,0 2-288-16,-1 2 0 0,-2-1 128 0,10 1-128 15,-6 0-1248 1,-4-1-304-16,-4 1-64 0,-9-1-18224 0</inkml:trace>
  <inkml:trace contextRef="#ctx0" brushRef="#br0" timeOffset="-164146.05">27124 4450 31327 0,'0'0'2784'0,"0"0"-2224"15,0 0-560-15,0 0 0 0,9 5 2784 0,3-1 448 16,5-1 96-16,2-2 0 0,5-1-1408 0,4-1-304 0,6-2-48 0,4-1-16 16,2-1-912-16,1 0-176 15,-2-2-32-15,0 1-16 0,-4-5-288 0,-2 4-128 16,-2-1 0-16,-1 1 128 16,-1 3-336-16,-2-1-80 0,-2 0-16 0,-4 2 0 15,-3-1-1680-15,-4 3-320 16,-3 0-80-16,-11 1-16 0,0 0-1200 0,0 0-240 0,0 0-64 0</inkml:trace>
  <inkml:trace contextRef="#ctx0" brushRef="#br0" timeOffset="-163838.12">27576 4058 18431 0,'0'0'1632'0,"0"0"-1312"16,0 0-320-16,0 0 0 0,0 0 3072 0,0 0 560 15,2 13 96-15,-1 2 32 0,-1 6-1264 0,0 4-240 16,0 8-48-16,-1 2-16 0,-2 4-752 0,0 1-160 15,1 1-16-15,-1 2-16 0,0 1-592 0,0 2-112 16,-1 1-32-16,0-2 0 0,0 2-512 0,1 2 0 16,1 0 0-16,-1-2 0 15,-1-4-2688-15,3-4-608 0,-2-4-112 0</inkml:trace>
  <inkml:trace contextRef="#ctx0" brushRef="#br0" timeOffset="-163225.96">28010 4408 13823 0,'0'0'1216'0,"0"0"-960"0,0 0-256 0,0 0 0 16,0 0 3760-16,15 2 704 0,-1-5 144 0,4 2 16 16,2 0-1760-16,5-2-368 0,5-1-64 0,7-1 0 15,5-4-768-15,8 1-128 0,4-1-48 0,2 1 0 0,2 1-512 0,-2-3-96 16,-3 1-32-16,-2 1 0 0,-5 0-464 0,-2 2-112 16,-1 0-16-16,-4 1 0 0,-3-1-256 0,-8 1 0 15,-6 1 0-15,-3 0 0 0,-5 0-128 0,-5 0-144 16,-9 4-32-16,0 0 0 15,0 0-2224-15,-5-7-448 0,-7 1-96 0,2-1-14960 16</inkml:trace>
  <inkml:trace contextRef="#ctx0" brushRef="#br0" timeOffset="-162944.75">28215 3591 23951 0,'13'4'2128'0,"1"1"-1696"0,3 2-432 16,3 3 0-16,-1 4 2320 0,1 5 384 0,-2-2 80 0,-2 5 16 16,-2 3-848-16,-2 1-160 15,-3 0-48-15,-4 4 0 0,-5 4-864 0,0-2-176 0,-1 2-48 0,-2-4 0 16,0-1-224-16,0-4-48 0,3-1-16 0,-1-4 0 16,-1-2-48-16,1-2 0 0,1-2 0 0,3-5 0 15,-3-9 128-15,0 0 32 0,0 0 0 0,7 5 0 16,3-5-80-16,0-2-16 15,3-9 0-15,1 2 0 0,3-8-96 0,2-1-32 16,-2-1 0-16,-1-6 0 0,1-4-256 0,0-1 128 0,-1-3-128 0,-2 2 0 31,-1 3-848-31,0 3-288 0,-1-1-48 0,-1 6-16 16,-1-1-2064-16,-2 4-400 0</inkml:trace>
  <inkml:trace contextRef="#ctx0" brushRef="#br0" timeOffset="-162694.76">28733 3946 2751 0,'0'0'256'0,"-3"11"-256"16,-1 1 0-16,0 0 0 0,2 0 6976 0,0-1 1344 15,2-11 256-15,0 0 64 0,6 7-5168 0,-6-7-1040 16,10 5-192-16,4-4-64 0,3-3-1104 0,4-3-240 16,4-3-32-16,0-3-16 0,-2 0-304 0,2-3-64 15,-2 0-16-15,-1 2 0 0,-2-1-240 0,-6 0-160 16,-2 0 192-16,-4 0-192 0,-2-4 192 0,-3 3-192 15,-6 0 192-15,-2 3-192 0,-3 1 0 0,-5 2 0 0,-1 3 0 0,-2 1 0 32,-1 1-368-32,-2 1-80 0,-3 2 0 0,0 4-16 15,-1 1-1584-15,3 3-320 0,0 1-64 0,8-1-15104 0</inkml:trace>
  <inkml:trace contextRef="#ctx0" brushRef="#br0" timeOffset="-161364.31">28744 4544 4607 0,'0'0'400'0,"2"-8"-400"16,-2-1 0-16,-2 0 0 0,0 0 5648 0,-3 2 1056 15,-3 3 208-15,-1 0 32 0,-3 4-3920 0,-2 4-784 16,-2 0-144-16,-1 5-48 0,-1 4-1312 0,-2 4-272 15,-1 0-48-15,3 3-16 0,-2-1-272 0,4 2-128 16,2-1 128-16,5-1-128 0,2 1 224 0,3-2-32 16,4-2-16-16,4-2 0 0,1-1 224 0,5 0 48 15,5-1 16-15,0-2 0 0,3-2 96 0,2 0 16 0,0-3 0 16,2 1 0-16,1-3 32 0,3 0 16 0,2-2 0 0,0-1 0 16,1-1-272-16,0 0-48 0,-1-1-16 0,0 1 0 15,-4 0-160-15,-3 0-128 0,-4-2 144 0,-2 0-144 16,-2-1-304-1,-3 1-144-15,-10 3-48 0,8-6 0 0,-8 6-2080 0,0 0-432 0,4-10-64 0,-4 1-13760 16</inkml:trace>
  <inkml:trace contextRef="#ctx0" brushRef="#br0" timeOffset="-161192.47">28886 4462 25791 0,'-1'13'2304'0,"-1"-1"-1856"0,-2 2-448 0,0 6 0 16,-1 4 3504-16,-2 2 592 15,-1 0 128-15,-1 4 32 0,0 0-1888 0,0 3-384 0,0 1-80 0,0 1-16 16,-1 2-1152-16,3-1-224 16,0 1-64-16,2-2 0 15,0 0-720-15,1-4-160 0,1-1-16 0,3 2-16 16,-1-2-3360-16,1-7-656 0</inkml:trace>
  <inkml:trace contextRef="#ctx0" brushRef="#br0" timeOffset="-86461.16">29275 4312 11055 0,'0'0'976'0,"0"0"-784"16,0 0-192-16,0 0 0 0,0 0 2336 0,0 0 416 16,0 0 96-16,0 0 16 0,0 0-752 0,0 0-160 15,0 0-32-15,0 0 0 0,0 0-496 0,0 0-96 16,0 0-32-16,16-9 0 0,-6 6-464 0,3 1-112 16,3 0-16-16,1 1 0 0,1 0-80 0,-1-1-32 15,-1 1 0-15,0 0 0 0,1 0-288 0,0 1-64 16,0 0-16-16,-1 1 0 0,-2-1-224 0,-1 0 0 15,-2 0 128-15,-2 1-128 0,-9-1 0 0,0 0-128 16,0 0 128-16,8 5-208 16,-8-5-2368-16,0 0-480 0,-5 13-80 0</inkml:trace>
  <inkml:trace contextRef="#ctx0" brushRef="#br0" timeOffset="-86289.3">29268 4429 2751 0,'0'0'256'0,"0"0"-256"0,0 0 0 0,0 0 0 15,0 0 4464-15,13-4 848 0,1 2 160 0,0-2 32 16,2 0-2912-16,2 0-592 0,1 0-112 0,1 0-32 16,-1-1-400-16,0 2-96 0,-2 0-16 0,-2 1 0 15,2 1-880-15,-2 1-176 0,-2 0-32 0,-2 0-16 32,0 0-784-32,-11 0-160 0,0 0-16 0,9 4-16 15,-3 2-1952-15,-6-6-400 0,0 0-80 0,0 0-8032 0</inkml:trace>
  <inkml:trace contextRef="#ctx0" brushRef="#br0" timeOffset="-86086.09">29537 4120 24127 0,'0'0'1072'0,"7"-9"208"0,2 5-1024 0,1-1-256 0,-1 2 0 0,2 2 0 0,-1 1 1760 0,2 3 288 16,0 1 64-16,-1 1 16 0,1 0-672 0,-2 3-144 15,0 2-32-15,-3 5 0 0,-1 0-512 0,-1 4-96 16,-3 0-32-16,0 3 0 0,-2-2-384 0,-2 1-96 15,0 0-16-15,-3 1 0 0,-3 0-144 0,-1 3 0 16,-3 1 0-16,-2 0 0 0,-2 0-240 0,-1-1-128 16,-1-2-16-16,-3 2-16 15,-3-6-1648-15,4 1-336 0,0-4-64 0</inkml:trace>
  <inkml:trace contextRef="#ctx0" brushRef="#br0" timeOffset="-84505.64">29862 4472 11055 0,'0'0'976'0,"0"0"-784"16,0 0-192-16,0 0 0 0,0 0 3712 0,0 0 688 15,0 0 144-15,0 0 16 0,0 0-2336 0,0 0-480 16,0 0-80-16,14 4-32 0,2-5-576 0,4 1-112 16,5-4-32-16,3 3 0 0,0-1-16 0,1 0-16 15,0-1 0-15,-3 2 0 0,-1-2-256 0,-2 2-48 16,-3 0-16-16,-2-1 0 0,-4-2-320 0,-2 3-64 0,0 1-16 0,-5 1 0 16,-7-1-160-16,0 0 192 0,0 0-192 0,0 0 192 15,10 0-320-15,-10 0-64 0,0 0-16 0,0 0 0 31,0 0-1760-31,0 0-336 0,0 0-80 0,0 0-8624 0,0 14-1728 0</inkml:trace>
  <inkml:trace contextRef="#ctx0" brushRef="#br0" timeOffset="-84164.22">29889 4673 21183 0,'0'0'1888'0,"0"0"-1504"0,0 0-384 0,14 3 0 0,2-1 1904 0,-2 0 304 15,-1-1 64-15,2 0 16 16,0 1-240-16,1 0-32 0,0 1-16 0,-3 2 0 0,0-1-944 16,-3 2-192-16,-2 1-32 0,-4 1-16 0,-4 3-560 0,-4 3-96 15,-4 0-32-15,-2 4 0 0,-2 2 32 0,-2 1 0 16,-2-2 0-16,0 1 0 0,2-2-160 0,2-1 0 16,1-3 144-16,1-1-144 0,4-1 144 0,2-3-144 15,4-9 192-15,0 0-192 0,1 10 176 0,-1-10-176 16,0 0 160-16,11 8-160 0,0-2 192 0,1-4-48 15,1-1-16-15,2 2 0 0,-2-3 0 0,0 3-128 16,-2-2 192-16,1-1-64 0,1 0-128 0,-2 0 0 16,-11 0 0-16,11 0 0 0,0 3 0 0,-2-2 0 15,-9-1 0-15,0 0 0 32,0 0-512-32,8 1-176 0,-8-1-32 0,0 0-16 15,0 0-2016-15,0 0-416 0,6-8-80 0,-2-1-11120 0</inkml:trace>
  <inkml:trace contextRef="#ctx0" brushRef="#br0" timeOffset="-83994.35">30188 3912 25791 0,'0'0'2304'0,"0"0"-1856"0,0 0-448 0,6 9 0 16,-3 4 1568-16,-5 8 224 0,-2 2 32 0,-3 6 16 15,-4 5-752-15,0 2-160 0,-5 3-32 0,0 2 0 16,1 2-752-16,-1-5-144 0,0-1 0 0,2 0 0 31,0-1-2336-31,2 2-384 0,0-1-80 0</inkml:trace>
  <inkml:trace contextRef="#ctx0" brushRef="#br0" timeOffset="-82144.64">30433 4543 6447 0,'0'0'576'0,"0"0"-576"0,0 0 0 0,0 0 0 15,0 0 3744-15,0 0 640 0,0 0 128 0,0 0 32 16,13 0-2112-16,1-2-432 0,2 2-80 0,2 0 0 15,2-3-576-15,3 3-96 0,4 1-32 0,1 1 0 16,-2 0-384-16,2-1-64 0,0 0-32 0,-1-1 0 16,-2-2-112-16,0 0-32 0,0-3 0 0,1 0 0 15,1 0-112-15,-1-2-32 0,-4 2 0 0,0 0 0 16,1 1-192-16,-3-3-32 0,0 2-16 0,-4 1 0 16,-2 0-208-16,-2-1 0 0,-4 0 128 0,-8 5-128 31,0 0-1360-31,6-7-320 0,-6 7-64 0,0-9-9440 0,-4-1-1872 0</inkml:trace>
  <inkml:trace contextRef="#ctx0" brushRef="#br0" timeOffset="-81582.19">30654 3993 14735 0,'0'0'1312'0,"0"0"-1056"0,-5-12-256 0,-1 1 0 15,-4 4 2304-15,0 1 384 16,1 4 96-16,-4 2 16 0,-5 0-1248 0,1 2-240 0,0 5-48 0,-2 6-16 15,0 8-720-15,-2 2-144 0,-1 6-16 0,2 2-16 16,3 2-96-16,3-1 0 0,1 1-16 0,5-4 0 16,4-6 304-16,4-2 64 0,2-5 16 0,4-5 0 15,5-3-64-15,2-5-16 0,3-2 0 0,3-3 0 16,0-6-208-16,3-4-32 0,3-1-16 0,0-3 0 16,0-1-288-16,-2-1 0 0,-2-3-128 0,-1 0 128 15,-1 2 0-15,-2-3 0 0,-2 2 0 0,-1-1 0 16,0-2 0-16,-1-1 0 0,-1-2 0 0,-2-1 0 15,-2-3 0-15,-1-3 0 0,-1-3 0 0,-1-1 0 16,1-6 0-16,-1-2-256 0,0-5 64 0,0 1 0 0,1-2-32 16,-1 2 0-16,1 6 0 0,1 8 0 0,-1 9 224 0,1 4 208 15,-1 8-32-15,1 5-16 0,-7 9 160 0,0 0 16 16,0 0 16-16,8 14 0 0,-4 7-32 0,0 6 0 16,-4 6 0-16,-2 4 0 0,-2 7 176 0,-1 1 16 15,-4 5 16-15,0-1 0 0,0-1-192 0,0 2-32 16,-1-2-16-16,3-1 0 0,-1-5-288 0,3-4 128 15,2-6-128-15,0-2 0 0,1-5 0 0,0 0 0 16,2-6 0-16,0 1 0 0,0-4 0 0,0-3-272 16,2-2 16-16,-2-11 16 15,0 0-1520-15,0 0-304 0,0 0-64 0,0 0-13648 0</inkml:trace>
  <inkml:trace contextRef="#ctx0" brushRef="#br0" timeOffset="-81300.98">30944 3888 27183 0,'0'0'1200'0,"2"13"256"0,1 4-1168 0,0-2-288 0,-1 2 0 0,-2 2 0 16,-2 3 1360-16,-1-1 224 0,-1 1 32 0,0 0 16 15,0-1-864-15,2-1-192 0,-1-2-16 0,2-4-16 16,-1-3-320-16,2-11-64 0,3 12-16 0,-3-12 0 15,0 0 304-15,12 5 48 0,-1-5 16 0,3-3 0 16,0-3 304-16,1-5 64 0,2-3 16 0,2-2 0 16,-1-2-256-16,-1 0-64 0,-1-4 0 0,0-2 0 15,3-1-576-15,-4-2 0 0,-3-3 0 0,0-1 0 0,-2-6-256 0,1 3-112 16,-2 3-16-16,-3 4-16 16,1 3-1504-1,-2 7-288-15,-1 6-64 0,-4 11-8576 0,0 0-1712 0</inkml:trace>
  <inkml:trace contextRef="#ctx0" brushRef="#br0" timeOffset="-81048.59">31181 4025 10127 0,'0'0'896'0,"0"16"-704"0,-1-1-192 0,-2 4 0 16,-1 0 3712-16,-2 2 720 0,-3 1 144 0,1 4 32 16,-1-2-2592-16,-2 2-512 0,-1-1-96 0,2-2-32 15,2-3-896-15,0-2-176 0,1-1-48 0,-1-5 0 16,2-1-576 0,6-11-112-16,-5 8-16 0,5-8-16 15,0 0-928-15,0 0-176 0,0 0-32 0,0 0-10544 0</inkml:trace>
  <inkml:trace contextRef="#ctx0" brushRef="#br0" timeOffset="-80782.98">31171 4097 9215 0,'14'-12'816'0,"-5"6"-656"0,0 0-160 0,2 1 0 0,-1 1 4016 0,0 0 768 16,1 4 144-16,-1 4 48 0,2-1-2224 0,-2 1-432 15,0 2-80-15,-10-6-32 0,7 7-880 0,0 1-176 16,-7-8-48-16,4 11 0 0,-3 1-608 0,-2 0-128 16,-3-2-32-16,0 3 0 0,-1-2-144 0,-4 0-48 15,-3 0 0-15,0-1 0 0,0-1-272 0,1-1-64 16,-1-1-16-16,2-1 0 0,-2-4-112 0,3-1 0 15,0-1-16-15,9 0 0 0,-10-3 336 0,10 3-144 16,0 0 144-16,0 0 0 0,0 0 0 0,0 0-128 16,0 0 128-16,0 0 0 0,0 0-176 0,11 3 32 0,-11-3 0 15,12 10 0-15,-1 2 144 0,0 0 0 16,-1 1 0-16,2-1 0 0,0-2 0 0,-1 0 0 0,1 1 0 0,0-5-128 31,-2 1-1536-31,1-1-320 0,-1-2-48 0,-10-4-12784 0</inkml:trace>
  <inkml:trace contextRef="#ctx0" brushRef="#br0" timeOffset="-79932.45">30630 4922 8287 0,'0'0'736'0,"0"0"-592"0,0 0-144 0,0 0 0 16,-7-5 3120-16,7 5 592 0,-8-1 112 0,8 1 16 15,-12-3-2208-15,3 2-448 0,-1-1-96 0,-1 5 0 16,1 1-320-16,0 5-64 0,-2 0-16 0,-1 4 0 16,0 2-352-16,1 0-64 0,0 3-16 0,2 2 0 15,1 1 16-15,2 1 0 0,2-1 0 0,2-3 0 16,3-6 240-16,4 0 32 0,-4-12 16 0,11 6 0 15,1 1-48-15,2-6-16 0,4-2 0 0,-1-6 0 16,0 1-80-16,1-4-16 0,3 0 0 0,-1-4 0 0,-3-3-160 0,0-2-48 16,1-1 0-16,-4 0 0 0,-2-1-192 0,0 0 176 15,-2 0-176-15,-1 1 160 0,0-3-160 0,-2 0 160 16,-2 0-160-16,-1-4 160 0,0 1 160 0,-2 0 16 16,0 0 16-16,-2 1 0 0,-2-2-48 0,1 5-16 15,0 2 0-15,0 6 0 0,-1 4-80 0,2 10-16 16,0 0 0-16,0 0 0 0,-6 9 128 0,-1 9 32 15,2 5 0-15,0 7 0 0,-2 4-352 0,2 2 0 0,1 0 0 0,2 1 0 16,0 0 128-16,4-1-128 0,1-9 160 0,4-2-160 16,2-7 144-16,3-2-144 0,2-5 128 0,-1-4-128 15,0-5 0-15,2-2 0 0,-2-2 0 0,2-5 0 16,0-3 0-16,0-2 0 0,1-1-128 0,1-3 128 16,1-2 0-16,-1-1 0 0,-4-2 0 0,1-1 0 15,1-2 144-15,-3 3-144 0,-5 0 160 0,-1 2-160 0,-1 2 288 0,-1 7-32 16,-2 0-16-16,-2 10 0 0,0 0 80 0,0 0 0 15,0 0 16-15,-6 16 0 0,-2 1 96 0,1 3 16 16,0-1 0-16,3 3 0 0,0 3-448 0,1-3 0 16,2 0 0-16,2-1 0 0,0-3 0 0,3-2-192 15,2-2 0-15,0 0 16 16,1-3-1712-16,-1-2-352 0,-6-9-64 0,11 6-9600 16,-11-6-1936-16</inkml:trace>
  <inkml:trace contextRef="#ctx0" brushRef="#br0" timeOffset="-79791.86">30850 4758 31439 0,'0'0'1392'0,"0"0"288"0,0 0-1344 0,0 0-336 0,12 10 0 0,-2-2 0 15,0 0 1024-15,3-2 144 0,4 1 32 0,4-1 0 16,4 2-496-16,0-2-112 0,0 0-16 0,2-5 0 31,2-1-2496-31,2-1-512 0,-1-2-112 0</inkml:trace>
  <inkml:trace contextRef="#ctx0" brushRef="#br0" timeOffset="-79041.91">31335 4509 12895 0,'0'0'1152'0,"0"0"-928"0,0 0-224 0,0 0 0 16,0 0 2960-16,0 0 560 0,0 0 96 0,0 0 32 16,0 0-1520-16,10 2-288 0,3 1-64 0,3-2-16 15,4 1-224-15,0-2-64 0,4-2 0 0,2 2 0 16,0 0-720-16,0 0-160 0,0 0-16 0,2-1-16 15,0 0-304-15,0-1-48 0,-2-1-16 0,-3 0 0 16,-2 0-32-16,-3 1-16 0,0 0 0 0,-3-2 0 0,-5 3-144 0,-1-3 0 16,-1 0-160-16,-8 4 160 15,5-6-1600-15,-5 6-240 0,4-9-32 0,-4 9-16 16,-1-11-544-16,-2 2-128 0,0 0 0 0,-3 0-16 16,0-3 784-16,-1 0 144 0,1-1 48 0,-1-5 0 15,1-3 384-15,-1-1 64 0,1-3 32 0,0-1 0 0,1-2 1440 0,1-1 272 16,2 3 64-16,-1 2 16 0,2 7 1264 0,1 6 256 15,0 11 48-15,0 0 16 0,0 0 272 0,0 0 48 16,0 0 16-16,0 10 0 0,-2 6-1088 0,0 5-224 16,-1 2-32-16,1 4-16 0,-4 3-336 0,-1 4-80 0,-2 3-16 0,-3 2 0 15,-3 1-384-15,1 1-80 0,0-1-16 0,1 2 0 32,0-4-1280-32,0 1-256 0,1 0-48 0,1-3-10720 0,1-3-2160 0</inkml:trace>
  <inkml:trace contextRef="#ctx0" brushRef="#br0" timeOffset="-78745.08">32288 3853 7359 0,'0'0'656'0,"0"0"-528"16,0 0-128-16,0 0 0 0,0 0 5632 0,1 16 1104 16,-2-2 224-16,-3 6 32 0,0 2-4144 0,-4 1-832 15,-4 3-160-15,-1 0-48 0,-2 2-896 0,-1-2-176 16,-2 0-32-16,2 1-16 15,2 1-1360-15,2-2-272 0,0 0-48 0,2-5-10720 16,1-2-2160-16</inkml:trace>
  <inkml:trace contextRef="#ctx0" brushRef="#br0" timeOffset="-78510.73">31884 4352 3679 0,'0'0'320'0,"13"0"-320"0,-3 0 0 0,5 0 0 15,-1 0 5088-15,2 0 944 0,0 0 192 0,1 0 48 16,-1 0-3776-16,2 0-768 0,1 0-128 0,-3 2-48 16,0-1-1120-16,0 3-240 0,-1-3-32 0,0-1-16 15,-2-1-144-15,0 1-144 0,-1-3 144 0,1 6-208 31,-3-2-1248-31,-10-1-240 0,0 0-48 0,9 4-10704 0</inkml:trace>
  <inkml:trace contextRef="#ctx0" brushRef="#br0" timeOffset="-78193.3">31983 4521 5519 0,'0'0'496'0,"0"0"-496"16,-7 7 0-16,2 3 0 0,2 1 4064 0,-2 1 720 15,-4 0 144-15,-1 1 16 0,-1 0-3248 0,1 2-656 16,-1-2-128-16,2 3-16 0,-2 0-704 0,0-1-192 16,3 1 0-16,2 1 128 0,-1-7 256 0,3 3 48 15,3-5 16-15,1-8 0 0,3 12 512 0,3-3 128 16,-6-9 0-16,11 9 16 0,-1-2-160 0,2-2-48 16,-1-1 0-16,4 0 0 15,0-2-112-15,0 1-16 0,-3 0-16 0,1-2 0 0,0-2-336 0,1 2-64 0,0-1-16 0,-1 1 0 16,-1 1-192-16,0-1-144 0,-2-1 192 0,-10 0-192 15,0 0 0-15,11 0 0 0,-11 0 0 0,0 0 0 16,0 0-1344 0,0 0-320-16,0 0-64 0,0 0 0 0,0 0-848 0,0 0-176 0,0-9-16 0,-2 0-9296 15</inkml:trace>
  <inkml:trace contextRef="#ctx0" brushRef="#br0" timeOffset="-78082.56">32038 4616 27007 0,'0'0'1200'0,"0"0"240"0,0 0-1152 0,0 0-288 16,0 0 0-16,2 11 0 0,-1 0 2160 0,-1 2 368 15,-1 1 80-15,-1 5 16 0,-4 0-928 0,0 5-176 16,-2 2-48-16,-1 2 0 0,0 2-896 0,0 2-192 16,1 1-48-16,-1 3 0 31,-2 0-1712-31,1 1-352 0,1 3-64 0,1-7-15488 0</inkml:trace>
  <inkml:trace contextRef="#ctx0" brushRef="#br0" timeOffset="-76848.16">32379 4501 19343 0,'0'0'848'0,"0"0"192"0,7-7-832 0,0 2-208 15,-7 5 0-15,12-4 0 0,0 2 2064 0,1 0 368 16,-1 1 80-16,3 2 16 0,5 1-1184 0,-1 2-256 16,2-2-32-16,3 3-16 0,-1 1-432 0,2 0-96 15,-2 1 0-15,2 1-16 0,-1-1 80 16,0 1 0-16,0-1 16 0,-1-2 0 0,0-1-16 0,-1-2-16 0,0 1 0 0,-1-2 0 15,-3-1-320-15,-1 0-64 0,-3-1-16 0,-1 0 0 16,-13 1-32-16,12-2-128 0,-12 2 192 0,0 0-64 31,8-11-1104-31,-3 3-240 0,-2-4-32 0</inkml:trace>
  <inkml:trace contextRef="#ctx0" brushRef="#br0" timeOffset="-76043.04">32644 3955 18255 0,'0'0'800'0,"0"0"176"0,0 0-784 16,0 0-192-16,0 0 0 0,0 0 0 0,0 0 1728 0,0 0 288 0,-4-13 64 0,0 2 16 15,4 11-544-15,-5-10-96 0,-3 2-32 0,0 2 0 16,0-1-736-16,-2 3-160 0,-2 0-16 0,0 3-16 16,1 1-304-16,-1 4-64 0,-1 1-128 0,-1 7 192 0,-1 1-192 0,1 6 0 15,0 5 0-15,0 3 0 0,0-1 0 16,2 2-160-16,3 0 160 0,3-2-192 0,1 0 192 16,5-2 0-16,3-2 0 0,4-4 0 0,1-6-192 0,2-3 64 15,5-4 0-15,0-1 0 0,2-4 128 0,1-2-128 16,1-3 128-16,-1-5-128 0,1 0 128 0,1-3 0 15,-2-1 0-15,1-2 128 16,-3-1 0-16,1-1 0 0,-1-1 0 0,0 0 0 0,-2-2 48 0,2 0 16 16,-2-2 0-16,-1-1 0 0,-1-2-64 0,-2-2-128 15,-1-4 192-15,0-3-64 0,-2-3-128 0,0-2 0 16,-4-5 0-16,3 1 0 0,-1-3-384 0,0 4 0 16,0-2 0-16,1 4 0 0,-3 5 384 0,3 4-176 0,0 9 176 0,-1 6-128 15,-1 7 384-15,-4 10 96 0,0 0 16 0,0 0 0 16,7 11 144-16,-3 10 48 0,-3 4 0 0,-1 6 0 15,-3 3 80-15,1 5 32 0,-3 4 0 0,-1 4 0 0,0 3-128 0,-2-1-32 16,0 1 0-16,0-3 0 0,1 0-256 0,0-6-64 16,1-2-16-16,0-3 0 0,1-4-176 0,1-3 0 15,0-4 0-15,2-3 0 16,-1-3-544-16,2-2-32 0,1-4-16 0,0-2 0 16,0-11-2608-16,0 0-512 0</inkml:trace>
  <inkml:trace contextRef="#ctx0" brushRef="#br0" timeOffset="-75729.22">32897 3850 28095 0,'0'0'1248'0,"0"0"256"0,5 11-1200 16,-1 3-304-16,0 2 0 0,-2 5 0 0,-2-2 1056 0,-1 5 160 0,-2 1 16 0,0 1 16 15,-3 0-480-15,1 0-80 0,0 0-32 0,0-1 0 16,1-2-496-16,0-2-160 0,1-3 0 0,2-2 0 16,0-6 0-16,1-10 0 0,1 11 0 0,-1-11 0 15,0 0 304-15,0 0-48 0,0 0-16 0,9-4 0 0,0-5 480 16,2-4 112-16,-1-3 0 0,0 0 16 16,2-5-432-16,0 2-96 0,0-2 0 0,1 0-16 15,-2 0-176-15,1 2-128 0,0-3 144 0,-6 9-144 0,2-3 0 0,0 0 0 16,0 1 0-16,-2 0 0 15,1 2-512-15,-2 3-192 0,-1 2-32 16,0-2-16-16,-4 10-2448 0,0 0-512 0</inkml:trace>
  <inkml:trace contextRef="#ctx0" brushRef="#br0" timeOffset="-75479.25">33052 4170 10127 0,'0'0'448'0,"0"10"96"16,0 1-544-16,0-1 0 0,0 2 0 0,0 0 0 0,0-1 3968 0,0 1 704 0,1 0 128 0,-1-12 16 16,4 9-2992-16,-4-9-608 0,0 0-112 0,9 6-16 15,-9-6-368-15,13 0-64 0,0-2-16 0,0-5 0 16,-1-2 96-16,1-1 16 0,-1-1 0 0,1-2 0 16,0-2-32-16,-3 0 0 0,-1 1 0 0,-1 1 0 15,0 1-272-15,-4 2-64 0,-3 1-16 0,-1 0 0 16,-2-1-112-16,-4 4 0 0,-1-1-16 0,-4 2 0 15,-1 0-240-15,-1 2 0 0,-4 2 0 0,1 2 0 32,-3 2-1888-32,9 1-272 0,-2 1-48 0</inkml:trace>
  <inkml:trace contextRef="#ctx0" brushRef="#br0" timeOffset="-74512.69">32538 4976 13823 0,'0'0'1216'16,"5"-12"-960"-16,1 1-256 0,-2 4 0 0,-4 7 3120 0,1-11 576 0,-2 2 112 0,-3-1 32 16,-3-1-2384-16,1 3-480 0,-2 2-80 0,0 5-32 15,0 1-624-15,-1 3-240 0,-1 8 176 0,-1 3-176 16,-1 4 0-16,2 5-128 0,0 0-16 0,2 3 0 16,0 3 144-16,4-3-160 0,1-4 160 0,2-2-160 15,1-3 352-15,3-3 80 0,2-2 16 0,1-3 0 16,2-1 288-16,1-4 48 0,2-2 16 0,-1-2 0 15,1-5-112-15,-1-2-16 0,0 0 0 0,1-3 0 16,-1-1-64-16,2-2-32 0,1-2 0 0,0-2 0 16,-1-1-176-16,0 0-48 0,-2-2 0 0,0 2 0 15,1-4-192-15,-1-2 176 0,1 0-176 0,-1-2 160 16,-1 0-160-16,-2-4 160 0,-1-3-160 0,1 3 160 0,-2 3-160 16,0 2 0-16,1 5 0 0,-3 7 0 0,0 5 0 0,-3 8 0 15,0 0-192-15,0 0 192 0,-1 13-160 0,-2 4 160 16,-1 4 0-16,0 4-144 0,0 1 144 0,0 4 0 15,-2 1 160-15,1 1-160 0,0-2 192 0,2-3-64 16,0-1-128-16,3-5 192 0,2 1-64 0,2-5-128 16,-1-3 176-16,4-2-176 0,-7-12 192 0,12 7-192 15,-1-5 192-15,2-2-192 0,1-2 240 0,-1-4-64 16,0-1-16-16,0-5 0 0,-2-1 80 0,1 1 16 16,1-4 0-16,-1 1 0 0,-2-3 0 0,-1 1 16 0,-1 0 0 0,-1 1 0 15,-3 0 96-15,0 3 16 0,-2 2 0 0,1 3 0 16,-3 8-240-16,0 0-144 0,0 0 192 0,0 0-192 15,0 0 144-15,-5 18-144 0,-1 3 0 0,1 1 144 16,0 3-144-16,0 0 0 0,-3-1 0 0,1 2-176 16,2 2 176-16,0-2 0 0,1-1-144 0,0-6 144 15,2-3-192-15,0-3 48 0,1-1 0 0,1-12 0 32,0 0-368-32,0 0-64 0,0 0 0 0,0 0-16 15,0 0-1632-15,6 0-320 0,0-3-64 0,-1-1-16 16,-1 0 720-16,-2-1 144 0,0 0 32 0,-1-2 0 15,-1-1 192-15,-3-6 64 0,-1-2 0 0,-1 3 0 0,-4-1 912 0,0-2 192 0,-1-1 48 0,-2-2 0 16,-2-5 160-16,0 2 160 0,3 4-208 0,2 2 80 16,3 5 1552-16,4 2 320 0,2 9 64 0,0 0 16 0,0 0 448 0,0 0 96 15,12-4 0-15,1 4 16 0,2 4-1408 0,1-1-272 16,-2 4-64-16,1-1-16 0,-1 1-368 0,-1 1-64 16,-1-2 0-16,-1 1-16 0,0-2-432 0,-1-4-96 15,2-1-16-15,0 0 0 16,-2 0-1648-16,2-1-336 0,0-2-64 0</inkml:trace>
  <inkml:trace contextRef="#ctx0" brushRef="#br0" timeOffset="-74200.22">33200 4536 19343 0,'0'0'1728'0,"0"0"-1392"0,0 0-336 0,12-4 0 0,0 0 2976 0,-2 2 528 0,-10 2 96 0,11-2 32 16,-1 1-1392-16,1 1-256 0,-11 0-64 0,11 0-16 15,1 1-624-15,-1 1-112 0,-11-2-16 0,11 2-16 16,-11-2-720-16,12 7-144 0,-2-6-16 0,-10-1-16 15,11 5-240-15,-11-5 0 0,0 0 0 0,10 3 0 16,-10-3 0-16,0 0-208 0,11 4 16 0,-11-4 0 16,10 3-1472-1,-10-3-272-15,0 0-64 0,0 0-16 0,0 0-1280 0,0 0-256 0,0 0-48 0</inkml:trace>
  <inkml:trace contextRef="#ctx0" brushRef="#br0" timeOffset="-74028.38">33108 4737 19343 0,'0'0'1728'0,"0"0"-1392"15,10 7-336-15,2-4 0 0,1 0 2960 0,3 0 528 16,2-3 96-16,2-2 32 0,-1 1-1120 0,-1 1-208 16,-1-4-48-16,0 3-16 0,-1 0-1040 0,-2 1-208 15,-3-3-32-15,-1 2-16 0,-10 1-736 0,11-2-192 16,-11 2 0-16,0 0 0 16,0 0-624-16,0 0-144 0,10 2-48 0,-10-2 0 15,0 0-640-15,0 0-128 0,10 0-16 0,-10 0-16 16,10-3-2160-16,-10 3-448 0</inkml:trace>
  <inkml:trace contextRef="#ctx0" brushRef="#br0" timeOffset="-73622.16">33470 4651 11055 0,'0'0'480'0,"0"0"112"0,0 0-464 0,0 0-128 0,0 0 0 0,0 0 0 16,0 0 4544-16,0 0 880 0,0 0 176 0,0 0 32 15,0 0-3440-15,0 0-688 0,0 0-144 0,0 0-16 16,6 13-912-16,-4 1-176 0,-1 3-48 0,1 2 0 15,-2 0-48-15,0 1-16 0,2-2 0 0,1-1 0 16,0-3-144-16,0 1 0 0,3-6 144 0,-6-9-144 16,8 7 0-16,-8-7 0 0,9 6 0 0,-9-6 0 15,11-2 336-15,0-2 0 0,-3-2 0 0,-3 2 0 16,1-2 64-16,1-5 16 0,-1 1 0 0,1-2 0 0,-1-1-144 0,2-3-16 16,-1-1-16-16,6-14 0 0,-1 2-64 0,-2 3-16 15,-1 1 0-15,-1 3 0 0,-2 1-32 0,1 2-128 16,-2-2 192-16,0 3-64 0,-2 1-128 0,0 0 128 15,-1 1-128-15,-2 3 128 0,-1 0-128 0,1 3 0 16,-1 2 0-16,1 8 128 0,0 0 128 0,0 0 32 16,0 0 0-16,0 0 0 0,0 0 320 0,-11 0 64 15,1 3 16-15,1 4 0 0,0 6-400 0,-1 0-80 16,1 0-16-16,1 2 0 0,1-2-192 0,0 0 128 16,1 0-128-16,2-5 0 0,0 0 0 0,0-1 0 0,0 3 0 0,1 0 0 31,1-2-1216-31,0 1-128 0,1 0-16 0,0 5-16 15,1-3-896-15,0-11-176 0,0 0-48 0,15 2 0 0</inkml:trace>
  <inkml:trace contextRef="#ctx0" brushRef="#br0" timeOffset="-72335.22">33594 4466 9215 0,'0'0'400'0,"0"0"96"0,0 0-496 0,0 0 0 15,0 0 0-15,0 0 0 0,0 0 3104 0,0 0 528 16,0 0 96-16,0 0 32 0,0 0-2096 0,0 0-432 0,0 0-80 0,0 0 0 16,0 0-576-16,0 0-96 0,0 0-32 0,0 0 0 15,0 0-96-15,0 0-32 16,0 0 0-16,0 0 0 0,-5 2-128 0,5-2-48 16,-5 2 0-16,0 0 0 0,-1 1 96 0,2-2 16 0,-1 2 0 0,1-1 0 15,-5 4-32-15,3-1 0 0,-2 1 0 0,8-6 0 16,-9 7-64-16,1-1-16 15,0 0 0-15,0 0 0 0,0 1 32 0,2-1 0 0,6-6 0 0,-9 7 0 16,1-1 32-16,8-6 16 0,-9 7 0 0,2-1 0 16,7-6-64-16,-8 6-16 0,8-6 0 0,-9 6 0 15,3 1-144-15,6-7 0 0,0 0 0 0,-7 7 0 0,1 0 0 0,6-7 0 16,0 0 0-16,0 0 0 0,-5 9 0 0,5-9 0 16,0 0 0-16,0 0 0 0,0 0 0 0,0 10 0 15,0-10 0-15,0 0 0 0,0 0 0 0,0 0 0 16,6 8 0-16,-6-8 0 0,0 0 0 0,11 5 0 15,-11-5 192-15,10 3-64 0,-10-3-128 0,0 0 0 16,0 0 0-16,0 0 0 16,0 0-2544-16,0 0-480 0</inkml:trace>
  <inkml:trace contextRef="#ctx0" brushRef="#br0" timeOffset="-69953.75">19830 6360 5519 0,'1'-12'240'0,"0"-1"64"0,6 3-304 0,-6-4 0 15,2-1 0-15,-3 1 0 0,0 1 3680 0,1 2 672 16,1 1 144-16,-2 10 32 0,0 0-1776 0,0 0-336 16,0 0-80-16,0 0-16 0,0 0-1056 0,0 0-224 15,3 8-32-15,0 5-16 0,-1 5-544 0,1 4-128 16,-3 4 0-16,1 3-16 0,1 2 0 0,-1 2 0 15,0 31 0-15,0-9 0 0,2-7-176 0,-3-4-128 16,0-3 144-16,0-1-144 0,0-4 144 0,0-3-144 0,0-6 128 0,1-10-128 31,1 2-272-31,-1-4-144 0,0 1-32 0,1-3 0 16,-1-4-1680-16,1-2-352 0,-2-7-64 0</inkml:trace>
  <inkml:trace contextRef="#ctx0" brushRef="#br0" timeOffset="-69703.78">20098 6344 14735 0,'0'0'1312'0,"0"0"-1056"16,-10-3-256-16,-3 6 0 0,-3 1 1152 0,-1 6 160 15,-3 4 32-15,0 1 16 0,-4 2-1136 0,1 3-224 16,-2 0 0-16,3 0 0 0,0 0 0 0,3 0 0 16,4-2 0-16,3-3 0 0,3-2 256 0,5 0 128 15,1 1 0-15,5-5 16 0,-2-9 432 0,9 9 64 16,1 0 32-16,5-3 0 0,1 0 80 0,1-1 16 15,2 0 0-15,0-4 0 0,1 1-480 0,-1-2-96 16,1 0 0-16,1 1-16 0,0 2-240 0,-1-3-32 16,0 0-16-16,0 0 0 15,-2 0-1072-15,-1 1-224 0,-3 0-32 0,-2 1-10960 0</inkml:trace>
  <inkml:trace contextRef="#ctx0" brushRef="#br0" timeOffset="-69360.06">20149 6354 25279 0,'0'0'1120'0,"6"7"224"0,2 5-1072 0,1 2-272 0,1-2 0 0,-1 3 0 16,0 2 176-16,-1 3-32 0,1 3 0 0,-1 0 0 15,-2-2 160-15,1 1 16 0,-1 0 16 0,2 0 0 16,-2-2-144-16,1-2-48 0,-2-1 0 0,0-3 0 16,1-2 432-16,-1-3 96 0,0 0 16 0,-5-9 0 15,0 0 336-15,0 0 80 0,0 0 16 0,10-1 0 0,0-4 128 0,-3-3 32 16,0-2 0-16,1-2 0 0,1-2-416 0,1-5-80 16,-1 1-16-16,1-1 0 0,-1-5-512 0,0 2-96 15,-1 1-32-15,1-4 0 0,0 2-128 0,1-1-192 16,-2 3 32-16,0 1 16 15,0-1-1936-15,0 3-384 0,-3 1-80 0,0 4-13264 0</inkml:trace>
  <inkml:trace contextRef="#ctx0" brushRef="#br0" timeOffset="-69110.11">20500 6258 19343 0,'0'0'1728'0,"6"13"-1392"15,2-2-336-15,0 5 0 0,-2 0 1600 0,0 3 240 16,-3 2 48-16,0 2 16 0,-4 3-592 0,1 2-112 16,-3 2-32-16,1 1 0 0,-4-1-736 0,2-2-160 15,1 0-16-15,-1-5-16 0,0-2-240 0,2-3 128 0,2-2-128 0,2-3 0 16,-2-13 0-16,0 0 0 0,0 0 0 0,10 5 0 16,-10-5 352-16,13 2 32 0,-1-4 0 0,1 0 0 15,1-1 192-15,1-2 64 0,-1 0 0 0,2 2 0 16,-2-1-368-16,0 2-64 0,2-2-16 0,-2 4 0 15,1 2-192-15,0 2 128 0,0 0-128 0,-1 0 0 16,-1 0-1456 0,-1 1-384-16,-2-1-80 0</inkml:trace>
  <inkml:trace contextRef="#ctx0" brushRef="#br0" timeOffset="-68532.03">21464 6303 7359 0,'0'0'320'0,"0"0"80"0,-10-9-400 0,-2 3 0 15,-2 3 0-15,-2 1 0 0,-1 1 5024 0,-1 4 928 16,-3 3 176-16,-1 6 32 0,0 5-4240 0,0 2-864 16,0 5-160-16,2 3-48 0,0 3-400 0,5 1-64 15,3-1-32-15,3-1 0 0,1-4 128 0,5-3 32 16,7-2 0-16,0-7 0 0,2-3-160 0,3-3-32 0,4-4 0 0,4-4 0 16,2-4-32-16,3-6-16 15,3-2 0-15,1-2 0 0,2-3-272 0,-2-6-176 0,0 1 32 0,-1-2 0 31,-5-1-544-31,-1 2-96 0,-6 2-32 0,-2 6 0 0,-3 1 496 0,-3 6 112 0,-5 9 16 0,0 0 0 16,0 0 368-16,0 0 80 0,-10 14 0 0,0 6 16 16,-2 2-272-16,-1 4 0 0,-2 3-128 0,4-2 128 0,2 0 0 0,3-2 240 15,5-4-32-15,4-3 0 0,-1-5 96 0,5-2 16 16,3-5 0-16,3-2 0 0,2-7 32 0,3-3 16 16,3-7 0-16,1-1 0 0,3-5-176 0,-2-3-16 15,-1-3-16-15,-1-1 0 0,0 2-160 0,0-4 0 16,-2 2 0-16,-2 0 0 0,-5 3 0 0,0 3-176 15,-2-1 176-15,-3 5-128 0,-2 3 128 0,-2 2 0 16,-3 3 128-16,0 8-128 0,0 0 272 0,0 0-16 16,0 0 0-16,-7 10 0 0,3 3-128 0,-2 3-128 15,0 4 144-15,0 2-144 0,-2 2 176 0,4 0-176 16,2 2 192-16,0 1-192 0,0-2 0 0,0 1 0 16,2 0 0-16,0-1 0 15,0-1-1440-15,0-4-400 0,0 3-80 0,0-9-13776 0</inkml:trace>
  <inkml:trace contextRef="#ctx0" brushRef="#br0" timeOffset="-68391.42">21577 6515 28511 0,'0'0'1264'0,"0"0"256"0,6-8-1216 0,-6 8-304 16,12-3 0-16,1-3 0 0,1 5 1184 0,2 1 176 0,1 0 48 0,2 0 0 15,3 0-704-15,3-3-144 0,1-1-32 0,0 3 0 31,-1-1-1280-31,0-1-256 0,-2 0-48 0</inkml:trace>
  <inkml:trace contextRef="#ctx0" brushRef="#br0" timeOffset="-67494.51">22163 6196 8287 0,'0'0'736'0,"0"0"-592"16,0 0-144-16,8 8 0 0,-1 3 3456 0,-4 9 640 16,-3 5 144-16,-1 5 32 0,-3 4-2608 0,-1 3-528 0,-3 3-112 0,0 4 0 15,1 0-224-15,0 1-32 16,1-8-16-16,-1-3 0 0,2-5-320 0,0-3-64 15,1-5-16-15,1-6 0 0,3 0-32 0,0-5 0 16,0-10 0-16,0 0 0 0,0 0 0 0,0 0-16 0,0 0 0 0,0 0 0 16,7-11 144-16,0-6 48 0,3-3 0 0,0-1 0 15,-1-4-496-15,0-1 0 16,-1 2 0-16,0-5 0 0,-2 0 0 0,1-1-192 0,-3-1 192 0,-2 1-208 16,1 0 208-16,1 5 0 0,0 4 0 0,0 7 0 15,0 2 0-15,-4 12 0 0,0 0 160 0,0 0-160 16,7 12 320-16,0 4 0 0,-4 6-16 0,2 4 0 15,-1 3-32-15,0-2 0 0,0 0 0 0,1-1 0 16,0-1-128-16,1-3-16 0,0-1-128 0,2-5 192 0,-1-4 272 0,4-5 48 16,-1-1 16-16,2-4 0 0,1-2 256 0,1-2 48 15,1-5 16-15,-1-3 0 0,0-2-288 0,2-2-64 16,-2-2-16-16,3-2 0 0,0-3-288 0,-2 0-48 16,-2-1-16-16,-2-2 0 0,1 1-128 0,-1-2-192 15,-4-1 32-15,-1-4 16 0,-3 0-48 0,-1 0 0 16,-2 4 0-16,0 0 0 0,1 5-96 0,2 4-32 15,-1 5 0-15,-2 12 0 0,0 0 128 0,0 0 0 16,0 0 16-16,0 0 0 0,0 16 176 0,2 5 0 16,-2 4 0-16,0 2-128 0,0 3 288 0,0 0 64 15,0 1 16-15,1 2 0 0,3-1 0 0,-2 1 0 16,1-2 0-16,1-2 0 0,0-7-112 0,1-2 0 16,-1-3-128-16,2-2 192 0,1 1-64 0,0-3-128 15,0-1 176-15,0-6-176 0,-7-6 0 0,0 0 0 16,0 0 0-16,0 0 0 15,0 0-1536-15,8 3-400 0,-8-3-96 0,9-4-15504 0</inkml:trace>
  <inkml:trace contextRef="#ctx0" brushRef="#br0" timeOffset="-67307.03">22859 6446 33279 0,'0'0'1472'0,"7"15"320"0,-3-5-1440 0,0 2-352 0,-2-1 0 0,1 5 0 16,-3-2 1984-16,-1 3 336 0,-2-1 64 0,0 1 16 16,1-1-1216-16,-1 1-240 0,1-1-48 0,-1 3-16 0,-1-1-736 0,1-2-144 15,1-2 0-15,-1-1 0 16,2 0-1584 0,-2-4-272-16,3-9-48 0</inkml:trace>
  <inkml:trace contextRef="#ctx0" brushRef="#br0" timeOffset="-66572.73">23241 6563 21183 0,'0'0'1888'0,"0"0"-1504"0,0 0-384 0,0 0 0 15,0 0 1984-15,0 0 336 0,11 6 64 0,-11-6 16 16,0 0-1088-16,12 5-224 0,-2-1-32 0,-10-4-16 16,0 0-688-16,12 6-144 0,-12-6-16 0,11 8-10240 15,-11-8-2048-15</inkml:trace>
  <inkml:trace contextRef="#ctx0" brushRef="#br0" timeOffset="-66463.38">23288 6726 28271 0,'0'0'1248'0,"0"0"272"0,0 0-1216 0,0 0-304 16,11 12 0-16,-11-12 0 0,0 0 704 0,6 13 96 16,-6-13 16-16</inkml:trace>
  <inkml:trace contextRef="#ctx0" brushRef="#br0" timeOffset="-63969.11">23987 6474 2751 0,'-12'-7'256'0,"1"1"-256"0,-1-1 0 0,-1 2 0 0,0-2 3968 0,1 2 768 16,0 0 128-16,3 1 48 0,3 0-2416 0,6 4-464 0,-9-4-112 0,9 4 0 16,0 0-352-16,0 0-64 15,0 0-16-15,0 0 0 0,0 0-656 0,0 0-128 16,0 0-16-16,19 5-16 0,3 1-64 0,3 0-16 16,0-3 0-16,1 2 0 0,1 0 48 0,3 2 16 15,3-1 0-15,-4-2 0 0,-3-1-336 0,0-2-80 16,1 2-16-16,-1-3 0 0,-2-4-96 0,-2 1 0 15,-1-3-128-15,0-1 192 0,-2 0-192 0,1 1 0 16,0-2 0-16,-3 0 0 16,-4 0-2080-16,1 2-416 0,-3-1-64 0,-2 1-12944 0</inkml:trace>
  <inkml:trace contextRef="#ctx0" brushRef="#br0" timeOffset="-63547.27">24364 6082 20271 0,'0'0'1792'0,"0"0"-1424"0,0 0-368 0,0 0 0 16,0 0 1120-16,0 0 160 0,12 0 16 0,-2 3 16 15,0 4 112-15,0 4 32 0,-4 5 0 0,1 3 0 0,0 5-528 0,0 3-96 16,-1 9-32-16,-2-10 0 0,0 4-480 0,0 1-112 16,-1 1-16-16,1 1 0 0,0 1-64 0,2 13-128 15,1-12 176-15,1-6-176 0,-1-7 224 0,1-3-64 16,1-3-16-16,-1-5 0 0,-8-11 368 0,11 3 64 16,-1-1 0-16,0-4 16 0,2-1 80 0,1-8 16 15,0-1 0-15,3-6 0 0,1-4-176 0,2-4-48 16,0-1 0-16,-1-6 0 0,-1 0-208 0,0-3-32 15,0-3-16-15,0 0 0 0,0 0-64 0,0 1-16 16,-1 0 0-16,-2 4 0 0,-3 1-128 0,0 5 0 16,-2 2 0-16,-3 5 128 0,0 4-128 0,-4 5 0 0,-2 12 0 0,0 0 0 31,0 0-1312-31,0 0-288 0,0 0-64 0,0 0-16 16,-1 13-2016-16,0 3-400 0,-5 7-64 0,5 3-32 0</inkml:trace>
  <inkml:trace contextRef="#ctx0" brushRef="#br0" timeOffset="-63344.17">24887 6330 10127 0,'0'0'896'0,"0"0"-704"0,0 0-192 0,0 0 0 16,7 9 4032-16,0 3 784 0,-2 2 160 0,-1 2 16 15,0 1-2816-15,-3 2-576 0,-1 5-128 0,-1 3 0 16,-2 5-656-16,1 2-128 0,-1-1-32 0,1 4 0 0,-1-2-528 0,2-2-128 15,1-5 0-15,0-2 0 16,0-3-672 0,0-5-112-16,0 0-32 0,0-2 0 0,0-4-1488 0,0-12-320 0,0 0-48 0,0 0-9200 15</inkml:trace>
  <inkml:trace contextRef="#ctx0" brushRef="#br0" timeOffset="-63042.05">25020 6407 27807 0,'24'-18'1232'0,"-5"6"256"0,0-1-1184 0,2 1-304 15,-1 2 0-15,-2 2 0 0,0 3 1616 0,-4 1 272 16,-2 1 48-16,-12 3 16 0,0 0-992 0,0 0-192 16,4 8-32-16,-4 3-16 0,-4 2-400 0,-4 1-96 15,-3 2-16-15,-2-1 0 0,-2 0-384 0,0 2-80 0,-4-3 0 0,1 2-16 32,1-3-224-32,-1-3-32 0,0 3-16 0,1-4 0 0,2-1 160 0,4-2 16 0,0 0 16 0,11-6 0 15,-6 8 352-15,6-8 0 0,0 0 0 0,4 13 0 16,2-3 512-16,5 2 32 0,2-1 0 0,2 1 0 15,2 1 144-15,3 2 16 0,1-2 16 0,1-2 0 0,0 1-208 16,-1 1-32-16,0-4-16 0,-2 3 0 0,-1-2-208 0,-2 3-64 16,-2-3 0-16,-3-3 0 0,-3 0-192 0,-2-1 0 15,-6-6 0-15,5 10 0 16,-5-10-1552-16,0 0-416 0,0 11-80 0,0-11-8896 16,0 0-1776-16</inkml:trace>
  <inkml:trace contextRef="#ctx0" brushRef="#br0" timeOffset="-62790.9">25472 6397 3679 0,'0'0'160'0,"0"0"32"0,0 0-192 0,4-8 0 0,-4 8 0 0,9-7 0 15,1 1 6592-15,2 1 1264 0,1 1 256 0,4 1 48 16,4 0-5584-16,4 2-1104 0,1 0-240 0,4 0-32 16,1 1-672-16,2-3-128 0,-1 3-16 0,0 0-16 15,-2-1-240-15,-4 1-128 0,-1 0 160 0,-5 1-160 16,-1-1 0-16,-5 3-288 0,-2-1 32 0,-3 1 16 31,-9-3-2768-31,0 0-544 0</inkml:trace>
  <inkml:trace contextRef="#ctx0" brushRef="#br0" timeOffset="-62619.04">25649 6162 21183 0,'0'0'944'0,"0"0"192"0,0 0-912 0,11 9-224 16,-1 3 0-16,-1 1 0 0,0 1 2496 0,-2 6 464 15,-4 3 96-15,-1 5 16 0,-1 0-1600 0,-1 4-304 16,-2 1-64-16,-1 5-16 0,-1 1-752 0,0 2-144 15,2 1-48-15,-2-3 0 16,1 2-2112-16,2 1-416 0,1-5-96 0</inkml:trace>
  <inkml:trace contextRef="#ctx0" brushRef="#br0" timeOffset="-62165.95">26110 6129 10127 0,'3'-20'896'0,"3"8"-704"16,-1 0-192-16,0 6 0 0,-5 6 3968 0,0 0 752 15,0 0 144-15,12 5 48 0,-6 6-2464 0,0 6-480 16,-3 6-112-16,-1 5 0 0,-2 7-608 0,-2 3-112 16,0 5-32-16,1 2 0 0,1-2-464 0,1-3-112 15,1-1-16-15,4-4 0 0,2-2-320 0,1-4-64 16,0-6 0-16,3-3-128 0,1-6 384 0,0-4-16 15,0-3-16-15,-2-2 0 0,0-1 224 0,-11-4 32 16,10 0 16-16,1-4 0 0,-2-4 112 0,0-2 32 16,0-4 0-16,-1-3 0 0,0-3-320 0,1 1-64 15,-1-5-16-15,1-1 0 0,-1 1-240 0,-1-4-128 16,0-3 160-16,2-3-160 0,0-1 0 0,0 1-256 16,0 1 16-16,-1 5 16 15,-1 1-1696-15,-2 5-352 0,0 4-64 0,-1 5-16544 0</inkml:trace>
  <inkml:trace contextRef="#ctx0" brushRef="#br0" timeOffset="-61904.53">26527 6715 23951 0,'0'0'2128'0,"0"0"-1696"0,4 11-432 0,2-1 0 15,-6-10 2208-15,11 6 352 0,0-2 80 0,0-1 16 16,-11-3-384-16,14-3-80 0,0 0-16 0,3-3 0 15,2-5-816-15,-1 0-160 0,0-2-48 0,0 1 0 16,-2-1-560-16,-2 1-112 0,-2 0-32 0,-4 1 0 0,-2-2-224 0,-3 1-48 16,-3 2-16-16,-3 0 0 15,-2 3 16-15,-1 0 0 0,-3 1 0 0,-3-1 0 16,-2 2-176-16,-1 0 0 0,0-1 0 0,0 5 0 31,0-2-496-31,3 6 32 0,3 1 0 0,1 1 0 0,-1 0-2864 16,1 2-576-16</inkml:trace>
  <inkml:trace contextRef="#ctx0" brushRef="#br0" timeOffset="-60902.21">27040 6385 23327 0,'0'0'1024'15,"0"0"224"-15,0 0-992 0,0 0-256 0,0 0 0 0,0 0 0 0,0 0 1872 0,7-8 336 16,-1 2 64-16,6-1 16 0,3 2-752 0,1 1-128 15,1 0-48-15,6 1 0 0,1 1-560 0,4 0-112 16,0 2-32-16,4-2 0 0,0 1-160 0,-8 1-48 16,1 0 0-16,1 0 0 0,-2 0-256 0,1-2-48 0,-1 1-16 0,6 1 0 15,-7 0 0-15,-5 0-128 0,-3 0 192 0,-8 0-64 16,-7 0-128-16,11 0 160 0,-11 0-160 0,0 0 160 31,0 0-512-31,0 0-96 0,0 0-32 0,0 0 0 16,-1 9-2320-16,-2-1-464 0,-1-2-80 0</inkml:trace>
  <inkml:trace contextRef="#ctx0" brushRef="#br0" timeOffset="-60496.04">27421 5970 23039 0,'0'0'2048'0,"0"0"-1648"16,0 0-400-16,0 0 0 0,5 16 1936 0,-2 1 304 16,-3 2 64-16,-1 6 16 0,-3 5-576 0,-2 5-112 15,-1 5-32-15,-2 3 0 0,-2 3-560 0,-1 4-112 16,-2 3-32-16,2 1 0 0,2-1-480 0,3 0-96 16,0-7-32-16,3 1 0 0,0-1-288 0,2-3 128 15,2-4-128-15,2-5 0 0,0-4 0 0,1-4-320 16,0-5 32-16,0-5 16 15,0-3-1248-15,-3-13-240 0,0 0-48 0,0 0-16 16,12-4-1504-16,1-4-320 0</inkml:trace>
  <inkml:trace contextRef="#ctx0" brushRef="#br0" timeOffset="-60181.21">27769 6082 17503 0,'0'0'1552'16,"0"0"-1232"-16,4 12-320 15,0 4 0-15,1 3 3520 0,-2 4 656 0,-3 0 128 0,1 3 32 0,0 1-2160 0,2 3-448 16,-2 0-64-16,2 0-32 0,2 3-848 0,0-13-160 16,2-1-48-16,5 8 0 0,-2-4-240 0,2-5-48 15,1-5-16-15,0-1 0 0,-1-5 224 0,-1 0 32 16,2-6 16-16,-1-1 0 0,-1-1-32 0,-1-4 0 16,-1-2 0-16,0-2 0 0,0 0-128 0,2-5-16 15,-3-2-16-15,1-2 0 0,0-2-208 0,0-1-144 16,-3-2 192-16,1-2-192 0,-2-2 0 0,0 2 0 15,1-2 0-15,-2 1 0 16,-3-3-528-16,-1 3-112 0,1 2-32 0,-1 6 0 16,0 2-544-16,-1 6-96 0,1 10-32 0,0 0 0 15,0 0-1888-15,0 0-384 0,0 0-80 0,-7 14-5952 16,1 5-1184-16</inkml:trace>
  <inkml:trace contextRef="#ctx0" brushRef="#br0" timeOffset="-59675.25">28411 6621 10127 0,'9'-13'896'0,"-4"4"-704"16,-1-3-192-16,0 2 0 0,0 0 2912 0,0 0 544 16,1-3 128-16,-1 3 0 0,-3-4-576 0,-2 4-128 15,-2 4-32-15,-1-1 0 0,4 7-816 0,-8-7-176 16,-3 4-16-16,-2 3-16 16,-2 1-752-16,-2 5-160 0,-2 4-16 0,-1 3-16 0,-2 1-496 0,1 3-80 15,2 1-32-15,2 3 0 0,1 0 16 0,6 4 0 16,3-2 0-16,2 1 0 0,0 2-112 0,3-2-32 15,5-1 0-15,3-4 0 0,4-5-16 0,1-1-128 16,2 1 192-16,3-4-64 0,2-4 64 0,1 0 0 16,-1-2 0-16,0-2 0 0,0-2-16 0,-2-1 0 15,-3 0 0-15,-1-2 0 0,-2-1-176 0,-10 4 128 16,0 0-128-16,0 0 128 16,7-6-1232-16,-7 6-256 0,0 0-48 0,-4-7-11840 0,-1 1-2352 15</inkml:trace>
  <inkml:trace contextRef="#ctx0" brushRef="#br0" timeOffset="-58495.99">28726 6421 24879 0,'0'0'2208'0,"0"0"-1760"0,12-4-448 0,3 2 0 15,5 1 1440-15,1-1 208 0,1 1 32 0,4 2 16 16,2 2-352-16,2 2-80 0,1-1-16 0,0 0 0 16,0-1-688-16,1-1-144 0,0-2-32 0,-2 1 0 15,-4-1-256-15,-2 0-128 0,-3-1 0 0,-3 0 128 16,-2-3-672-16,-3 0-144 15,-3 1-16-15,-10 3-16 0,9-4-2240 0,-9 4-448 0,5-9-96 0</inkml:trace>
  <inkml:trace contextRef="#ctx0" brushRef="#br0" timeOffset="-58308.54">29065 6110 17503 0,'0'0'1552'0,"0"0"-1232"15,0 0-320-15,0 0 0 0,9 10 3104 0,-2 2 560 16,-1 1 112-16,-2 5 32 0,-1 2-1680 0,-2 5-336 15,-1 3-64-15,-1 7 0 0,-2 2-656 0,1 2-128 16,-1 1-32-16,0 0 0 0,1 0-528 0,0 0-128 16,1 1 0-16,0 1-16 15,-2 1-864-15,1-4-160 0,0-5-48 0,1 0 0 16,0-2-1680-16,1-7-352 0,0-4-64 0,0-10-11248 0</inkml:trace>
  <inkml:trace contextRef="#ctx0" brushRef="#br0" timeOffset="-58042.96">29507 6240 29023 0,'25'-1'1280'0,"-7"0"272"0,2 1-1232 0,2 1-320 0,1 1 0 0,-1 2 0 16,-2 2 1664-16,-2 3 256 0,-2 2 64 0,-3 4 16 16,-1-2-816-16,-2 2-160 0,-2 2-48 0,-3 3 0 15,-1 2-592-15,-4 0-128 0,-3 0-32 0,-1 2 0 16,1 2-80-16,-3-5-16 0,1 1 0 0,1-2 0 15,-1 0 0-15,1 0-128 0,0-3 192 0,2-3-64 0,0-2 128 0,2-12 0 16,-1 10 16-16,1 0 0 16,0-10-128-16,4 7-16 0,-4-7-128 0,8 4 192 0,-8-4-192 0,14-2 0 15,2-2 128-15,1-1-128 16,2-2-1600-16,2-3-384 0,4-1-64 0,-7 2-14960 16</inkml:trace>
  <inkml:trace contextRef="#ctx0" brushRef="#br0" timeOffset="-57839.86">30219 6433 23951 0,'0'0'2128'0,"-3"16"-1696"16,1 2-432-16,0-1 0 0,2 3 2272 0,2-4 368 16,0 0 80-16,2-3 16 0,1-1-816 0,2-3-176 15,1-1-16-15,-8-8-16 0,11 2-576 0,2-2-112 16,1-1-32-16,0-1 0 0,-1-5-320 0,1-1-64 0,1-1-16 0,-1-1 0 16,0-2-336-16,-2 0-64 15,-4-1 0-15,-2 0-16 0,1-1-176 0,-3 2 192 0,-2-4-192 0,-2 2 192 16,-2-2-192-16,-1-1 0 0,-1-2 0 0,-4 1 0 31,-2-2-1408-31,-2 6-304 0,-1 1-64 0,0 4-16 16,-1 3-1552-16,0 4-320 0</inkml:trace>
  <inkml:trace contextRef="#ctx0" brushRef="#br0" timeOffset="-57261.77">30763 6329 22111 0,'0'0'1968'0,"0"0"-1584"15,0 0-384-15,10-4 0 0,2 0 2368 0,2 1 384 16,3 1 64-16,3 0 32 0,2 2-944 0,2 0-192 16,3 0-48-16,3 0 0 0,2 2-944 0,1 0-192 15,-5 2-32-15,4 0-16 0,0 0-352 0,-2 1-128 16,-4 1 0-16,-4-1 0 0,-2 0 0 0,-6 2-240 16,-4-4 32-16,-3 4 0 15,-7-7-432-15,0 0-64 0,0 9-32 0,-1-1 0 16,-4 1-1488-16,-6-2-288 0,-3 3-64 0,-6-1-6768 15,-6-1-1360-15</inkml:trace>
  <inkml:trace contextRef="#ctx0" brushRef="#br0" timeOffset="-57136.8">30875 6474 21535 0,'-13'1'960'0,"13"-1"192"0,0 0-928 0,-10 4-224 15,10-4 0-15,0 0 0 0,0 0 2096 0,0 0 368 0,0 10 80 0,4-1 16 16,4-1-1376-16,4 0-272 0,2-2-48 16,5 2-16-16,5-1-400 0,4-1-64 0,3 1-32 0,4-1 0 31,3 1-672-31,2-2-128 0,2-1-16 0,1-4-16 15,0-1-2272-15,-2-1-464 0</inkml:trace>
  <inkml:trace contextRef="#ctx0" brushRef="#br0" timeOffset="-56855.56">31902 6394 25791 0,'0'0'1152'0,"-3"10"224"0,1 6-1104 0,-2 1-272 0,-1 4 0 0,-1 1 0 16,-1 2 2064-16,0-2 368 0,2-1 64 0,1-2 0 15,1-2-992-15,3-4-208 0,3-2-32 0,1-1-16 0,1-1-800 0,-5-9-144 16,10 4-48-16,5-4 0 0,-1-3 256 0,2-3 64 16,2-2 0-16,0-2 0 0,1-1-128 0,-1 2-32 15,0-4 0-15,-1 0 0 0,-1-3-224 0,-3 1-32 16,-3-1-16-16,-2-1 0 0,-3 0 32 0,-5 2 0 16,-2-4 0-16,-4 4 0 0,-3 2-176 0,-3 1 160 15,-1 1-160-15,-2 5 160 0,-2 2-160 0,-1 4-144 16,-2 0 144-16,-1 4-208 15,-1 0-880-15,1 1-160 0,2 2-32 0,-2 0-17376 0</inkml:trace>
  <inkml:trace contextRef="#ctx0" brushRef="#br0" timeOffset="-55682.63">22553 8021 17503 0,'0'0'768'0,"0"0"176"0,0 0-752 0,8-8-192 15,1 2 0-15,4 2 0 0,5 4 2352 0,2-2 432 16,1 2 96-16,1 2 0 0,1-2-1312 0,3 1-272 16,2 0-48-16,2 2-16 0,1 0-688 0,0-1-144 15,5-2-16-15,-3 0-16 0,1 0-368 0,-1 0 0 16,-2 2 0-16,-5 0 0 16,-6 1-1904-16,-6-1-448 0,-3 1-80 0</inkml:trace>
  <inkml:trace contextRef="#ctx0" brushRef="#br0" timeOffset="-55495.14">22623 8277 6447 0,'0'0'272'0,"0"0"80"0,0 0-352 0,0 0 0 0,12 0 0 0,2-3 0 16,3 2 4560-16,3-1 848 0,2 1 160 0,3-2 48 16,4 0-3408-16,2-4-672 0,3 2-144 0,1 1-32 15,1 3-528-15,0-1-128 0,-1 1 0 0,-1 1-16 16,-3 0-688-16,-5 1-272 0,-4 1 16 0,-2 0 0 15,-4 2-2256-15,-5 0-448 0,-11-4-96 0</inkml:trace>
  <inkml:trace contextRef="#ctx0" brushRef="#br0" timeOffset="-55307.68">23090 7947 20271 0,'11'-7'1792'0,"2"1"-1424"16,1-1-368-16,0 3 0 0,2 3 2544 0,0 4 432 15,-2 2 96-15,-1 4 0 0,-1 4-1232 0,-3 3-256 16,-3 2-48-16,0 4-16 0,-3 3-736 0,-1 3-144 16,-4 2-16-16,0 2-16 0,-3-1-224 0,-3 3-64 15,-3-1 0-15,-2-1 0 0,-2 1-320 0,-2-2-208 16,-1 2 16-16,4-14 16 16,0 2-2512-16,0 0-496 0,-2-2-96 0</inkml:trace>
  <inkml:trace contextRef="#ctx0" brushRef="#br0" timeOffset="-53136.01">23827 8076 9215 0,'0'0'816'16,"0"0"-656"-16,0 0-160 0,0 0 0 0,0 0 2304 0,0 0 416 0,0 0 96 0,0 0 0 16,0 0-656-16,0 0-144 0,0 0-32 0,0 0 0 15,0 0-256-15,0 0-48 16,0 0-16-16,0 0 0 0,0 0-304 0,0 0-64 0,0 0-16 0,0 0 0 15,0 0-448-15,0 0-112 0,8 5-16 0,1-2 0 16,1 1-192-16,4-1-64 0,3 1 0 0,4-1 0 16,4 0 144-16,2-2 32 0,3-1 0 0,4-3 0 15,0-1-16-15,-1 0 0 0,-2-1 0 0,12-3 0 16,-6 1-288-16,-17 1-64 0,-1 0-16 0,-2 1 0 16,-3 1-240-16,-1 0 144 0,-1 0-144 0,-2 0 128 0,-1 1-128 15,-1 2 0-15,-1 0 0 0,-7 1 0 16,6-2-1344-16,-6 2-192 0,0 0-32 0,0 0-16 15,0 0-1024-15,7-2-208 0,-7 2-32 0</inkml:trace>
  <inkml:trace contextRef="#ctx0" brushRef="#br0" timeOffset="-52823.54">24880 7968 23951 0,'0'0'2128'0,"0"0"-1696"0,0 0-432 0,0 0 0 15,0 0 1920-15,0 0 320 0,11 6 48 0,-1-2 16 16,4 0-608-16,5 2-112 0,1 1-32 0,8-3 0 16,6 0-336-16,6-2-80 15,6 1-16-15,24-2 0 0,-5-2-416 0,-5-2-64 16,-5-1-32-16,-18 1 0 0,2 0-288 0,1-2-64 0,1 0-16 0,13-2 0 15,-11 2-240-15,-19 2 176 0,-3-1-176 0,-3 0 160 16,-2 0-160-16,-1-2-144 0,-15 6 144 0,0 0-208 31,0-10-2048-31,-5 4-416 0,-5 1-80 0,-11-1-14400 0</inkml:trace>
  <inkml:trace contextRef="#ctx0" brushRef="#br0" timeOffset="-52322.48">24960 7561 911 0,'0'0'0'0,"-3"-13"0"0,-1 0 0 0,-1 2 0 16,-4 1 0-16,1 5 0 0,8 5 6128 0,-10-2 1136 15,-2 2 224-15,1 7 64 0,0 5-5120 0,0 7-1024 16,-1 3-208-16,3 3-48 0,-1 0-496 0,1 1-96 0,2-1-32 0,2-3 0 16,1-3-16-16,3-2 0 0,2-4 0 0,3-1 0 15,1-5 0-15,-5-7 0 0,11 2 0 0,0-3 0 16,2-2-128-16,2-6-16 16,2-2-16-16,0-2 0 0,1-3-32 0,-2-1-16 0,-5 0 0 0,2-1 0 15,0-2-160-15,0-1-16 16,-1-2-128-16,0 1 192 0,-2-2-192 0,1 3 0 0,-2-2 0 0,-1-1 0 15,-2 0 0-15,-1-5-240 0,-1 0 48 0,-2-1 16 16,0-2-80-16,1 0 0 0,0 1-16 0,0 4 0 16,3 1 80-16,0 3 32 0,-1 5 0 0,1 7 0 15,-1 3 160-15,-5 8 256 0,0 0-64 0,0 0-16 16,10 6 160-16,-2 3 48 0,-3 4 0 0,-1 4 0 16,-1 3 32-16,-1 3 16 0,0 3 0 0,-1 3 0 15,-1 1 80-15,-1 1 32 0,1 1 0 0,1-4 0 16,3-4-224-16,0-1-32 0,0-1-16 0,1-2 0 0,1 1-128 0,0-7-16 15,-1-1-128-15,-1 0 192 0,-2 2-192 0,2-2 128 16,-2-2-128-16,-1-1 0 0,-1-10 0 0,0 0 0 16,0 0 0-16,0 0-160 15,0 0-1984-15,0 0-400 0,0 0-80 0,0 0-14832 16</inkml:trace>
  <inkml:trace contextRef="#ctx0" brushRef="#br0" timeOffset="-52026.42">25318 7397 17503 0,'0'0'768'0,"0"11"176"16,1 4-752-16,3 0-192 0,2 1 0 0,-2 2 0 15,-2 0 3440-15,2 2 656 0,0 1 128 0,1-3 16 0,0 2-2320 0,1-2-448 16,-1 1-112-16,1-4-16 0,0-5-640 0,0-1-128 15,-6-9-16-15,8 7-16 0,0-2-64 0,-8-5-16 0,0 0 0 0,11 0 0 16,0-4 160-16,-2-2 16 0,-1-2 16 0,0-3 0 16,-2 0-208-16,2-4-64 0,0-2 0 0,1-1 0 15,-4-1-240-15,3 0-144 0,1-3 160 0,-2 1-160 16,-3-5 0-16,-1 1-320 0,1-1 64 0,2 0 0 16,-1 3-1984-16,0 3-384 0,-1 3-64 15,0 4-14336-15</inkml:trace>
  <inkml:trace contextRef="#ctx0" brushRef="#br0" timeOffset="-51806.26">25576 7511 11967 0,'0'0'1072'0,"0"0"-864"15,0 0-208-15,0 0 0 0,0 0 3568 0,0 0 656 16,8 13 144-16,-5-2 32 0,-3 2-2016 0,-2 4-400 15,0 4-64-15,-3 1-32 0,-2 4-992 0,1-1-208 16,-1 1-48-16,2-2 0 0,0-1-464 0,1-3-176 16,1-1 0-16,1-4 144 15,-1-2-656-15,2-2-144 0,1-11-32 0,0 0 0 16,0 0-2448-16,0 0-480 0,0 0-96 0,0 0-32 0</inkml:trace>
  <inkml:trace contextRef="#ctx0" brushRef="#br0" timeOffset="-51571.9">25682 7463 27519 0,'17'-4'1216'0,"-5"3"256"0,2 1-1168 0,0 1-304 0,-1 2 0 0,-1 1 0 16,-2 2 1632-16,-3 3 272 0,-2-1 48 0,-2 4 16 15,-3 1-864-15,-1-1-160 0,-3-1-48 0,-3 2 0 16,-2 2-512-16,-1-2-128 0,-3 0 0 0,2 0-16 0,-1-5-112 0,2 0-128 16,-2-3 176-16,3 0-176 0,9-5 0 0,0 0 0 15,0 0 0-15,0 0 0 0,0 0 0 0,0 0 0 16,0 0 0-16,0 0-144 0,7 10 144 0,2-3-160 15,1-2 160-15,2 0-160 0,1 1 160 0,1-1 224 16,2 0-48-16,-3 3-16 0,-3-3-160 0,1 0 0 16,-1 0 144-16,-1 2-144 15,-1 1-1200-15,-3 1-304 0,-1-1-64 0</inkml:trace>
  <inkml:trace contextRef="#ctx0" brushRef="#br0" timeOffset="-50562.92">25270 8365 15663 0,'0'-6'1392'0,"-1"-1"-1120"15,-1 1-272-15,0-1 0 0,-2-1 3840 0,-1 3 720 16,-2 1 144-16,-1 2 32 0,-1 2-2624 0,-5 5-528 15,-3 4-112-15,5 1 0 0,-2 2-944 0,-1 8-176 16,1 3-32-16,-5 15-16 0,3-3-176 0,3-4-128 0,5-2 144 16,5-9-144-16,2-3 256 0,2-2-32 15,2 0-16-15,2-2 0 0,3-4 80 0,3-1 16 0,0-5 0 0,4 0 0 16,0-3 32-16,2-4 16 16,0-2 0-16,0-1 0 0,-1 1-32 0,6-9 0 15,-4 0 0-15,-7 4 0 0,-1-1-176 0,4-4-144 0,-3 0 192 0,-5 5-192 16,-1 1 0-16,1-7 0 15,-4 1-192-15,1 2 48 0,-3 1-112 0,-1 3 0 0,-2-2-16 0,-1-4 0 32,-1 2-176-32,1 6-16 0,0 2-16 0,0-2 0 0,0 3 224 0,4 5 32 0,-5-6 16 0,5 6 0 15,0 0 208-15,0 0 0 16,0 0 0-16,0 0-144 0,0 0 144 0,0 0 0 16,0 0 0-16,0 0 0 0,1-5 0 0,1-1-160 0,0-1 160 15,2 1 0-15,0-2 0 0,0 3 0 0,1 1 0 0,2-3 0 16,-1-2 0-16,1 0 0 0,-2 0 0 0,0 0 0 15,0-1 0-15,1 1 128 16,-1-1-128-16,-1-1 0 0,0 1 128 0,-2-2-128 0,1 3 0 0,-1 0 144 16,1 0-144-16,-3 9 0 0,1-7 0 0,1 1 0 15,-2-1 0-15,0 2 0 0,0 5 128 0,0-9-128 16,0 9 0-16,0-5 0 16,0 5 0-16,0-7 0 0,0 1 128 0,0-3-128 0,0 9 128 0,-2-7-128 15,1 1 176-15,0 0-48 0,1 6-128 0,-3-9 192 16,1 1 0-16,2 8 0 0,-3-6 0 0,0-4 0 15,1-4-48-15,0 7-16 0,0 0 0 16,1 1 0-16,-2-1-128 0,-1 2 0 0,1 1 144 0,3 4-144 16,0 0 0-16,0 0 0 0,0 0 0 0,0 0 0 15,0 0 128-15,0 0-128 0,0 0 160 0,0 0-160 0,0 0 144 0,0 0-144 16,0 0 128-16,0 0-128 0,0 0 192 0,0 0-32 16,0 0-16-16,-1 8 0 0,0 2 128 0,-1 3 32 15,1 3 0-15,1 2 0 0,-1 3 48 0,1 0 16 16,0 4 0-16,-1 12 0 0,-1 3-64 0,4-16-16 15,-1 6 0-15,3 16 0 0,0-4-144 0,0-14-16 16,0 4-128-16,3 7 192 0,1-8-192 0,1-5 0 16,0-4 0-16,1-1 0 0,-1-7 0 0,-3-6-240 15,1-1 48-15,3-2 16 16,-10-5-848-16,12 0-160 0,0-1-32 0,-1-6-16 16,2-6-1840-16,-2 0-352 0</inkml:trace>
  <inkml:trace contextRef="#ctx0" brushRef="#br0" timeOffset="-50363.2">25665 8214 32015 0,'0'0'1408'0,"-7"16"320"0,0-1-1392 0,-1 4-336 0,-1 0 0 0,2-2 0 16,1 0 1616-16,-5 13 256 0,3 0 48 0,6-10 16 15,0 0-704-15,2 3-144 0,3-1-16 0,1-1-16 16,1-2-720-16,2 1-144 15,1-2-16-15,1-2-16 0,1-2-160 0,4 4-144 0,-1-5 144 0,-5-6-208 32,0-2-2032-32,3 0-384 0,-11-5-96 0</inkml:trace>
  <inkml:trace contextRef="#ctx0" brushRef="#br0" timeOffset="-50219.94">25548 8364 29951 0,'0'0'1328'0,"0"0"272"0,0 0-1280 0,9 0-320 15,1-1 0-15,-2 1 0 0,2 0 1536 0,7 0 256 16,0 0 64-16,-2 0 0 0,-1 0-768 0,3 2-128 16,1 0-48-16,10 0 0 15,-2-1-1232-15,-4 1-256 0,-1-1-64 0</inkml:trace>
  <inkml:trace contextRef="#ctx0" brushRef="#br0" timeOffset="-49628.26">26156 8013 18431 0,'0'0'1632'0,"0"0"-1312"15,0 0-320-15,14 0 0 0,0-4 3008 0,-2 2 544 16,2-1 96-16,13-2 32 0,3 1-2048 0,-8 0-416 16,2 1-64-16,14-2-32 0,-3-1-464 0,-1 1-80 15,-2-1-32-15,1 2 0 0,1 0-384 0,-1 2-160 0,-2-1 128 0,-1 2-128 31,-2 1-1584-31,-9 0-400 0,-1 3-64 0,4 0-12720 0</inkml:trace>
  <inkml:trace contextRef="#ctx0" brushRef="#br0" timeOffset="-49456.4">26515 7713 32591 0,'0'0'1440'0,"0"0"304"0,5 10-1392 0,-2 0-352 0,-2 2 0 0,-1 1 0 16,1 4 1200-16,-1-3 160 0,-1 4 48 0,0 12 0 16,0 2-624-16,-1-1-112 0,0 1-32 0,0 1 0 15,2-2-1024-15,2 2-192 16,0-1-64-16,2 1-16480 0</inkml:trace>
  <inkml:trace contextRef="#ctx0" brushRef="#br0" timeOffset="-48861.25">27207 8059 12895 0,'-11'-5'1152'0,"4"3"-928"15,-1 0-224-15,2 0 0 0,0-1 2864 0,6 3 528 16,-6-3 96-16,6 3 32 0,0 0-736 0,0 0-144 15,0 0-16-15,0 0-16 0,0 0-1024 0,14 3-208 16,5 0-32-16,4 3-16 0,4 1-400 0,9 0-80 16,5 0-16-16,1-4 0 0,1 1-64 0,1-1 0 15,2 0-16-15,2-3 0 0,2-3-208 0,5-1-32 16,5 0-16-16,-2 2 0 0,1 2-176 0,-4 0-48 16,-7-3 0-16,-5 2 0 0,-7-2-144 0,-6 0-128 15,-5 1 144-15,-7 0-144 0,-3 2 160 0,-5 0-160 16,-10 0 160-16,0 0-160 0,0 0 0 0,0 0 128 15,0 0-128-15,0 0 0 16,0 0-1280-16,0 0-288 0,0 0-64 0,-10-5-11856 0,-3 1-2368 0</inkml:trace>
  <inkml:trace contextRef="#ctx0" brushRef="#br0" timeOffset="-47963.76">27362 7610 8287 0,'0'0'736'0,"-2"-6"-592"16,-2-1-144-16,-1-4 0 0,-1 4 2448 0,0 2 464 15,-3-4 96-15,0 2 0 0,0 1-832 0,-2-1-160 16,2 5-32-16,0 0-16 0,-3 2-704 0,-1 4-144 15,-3 5-32-15,0 7 0 0,-1 4-624 0,-2 6-128 16,2 5-16-16,2-1-16 0,2 1-176 0,2 2-128 16,1 1 192-16,3-3-192 0,5-4 336 0,2-3-32 0,1-5-16 0,6-4 0 15,3-4 0-15,2-3 0 16,2-3 0-16,3-5 0 0,1-5 128 0,2-1 32 16,-1-5 0-16,1-2 0 0,-2-1-80 0,0-4-16 15,1-1 0-15,-2-3 0 0,1 1-160 0,-2 1-16 0,-2-4-16 0,-2 2 0 16,-3-3-160-16,0 2 128 0,1-2-128 0,-3-1 128 0,-2 2-128 0,0-6 0 15,-1-1 144-15,-1 0-144 0,-1-2 0 0,1-1 0 16,0-5 0-16,-2 5 128 0,0 0-128 0,0 4 0 16,2 3-128-16,0 5 128 0,-2 5 0 0,0 5 0 15,-1 12 0-15,0 0 0 0,0 0 0 0,0 0 304 16,0 0-48-16,3 17-16 0,0 4 96 0,-2 6 32 16,-1 7 0-16,0 3 0 0,-1 1 48 0,-2 5 16 15,-1 1 0-15,3 3 0 0,-2 2-176 0,0 1-16 16,1-3-16-16,2-3 0 0,0-5-224 0,4 0 0 15,1-2 128-15,2-6-128 0,-4-3-144 0,3-1-80 16,-2-6-16-16,-1-2 0 16,1-4-1392-16,-1-4-288 0,-3-11-48 0,0 0-14352 0</inkml:trace>
  <inkml:trace contextRef="#ctx0" brushRef="#br0" timeOffset="-47698.16">27666 7408 2751 0,'0'0'256'0,"0"0"-256"0,1 12 0 0,2 4 0 16,2 2 6096-16,-2 4 1184 0,0 2 224 0,-2 2 48 15,-1 2-4880-15,0-2-992 0,0 2-192 0,0 0-32 16,0 2-608-16,2-1-112 0,1-4-32 0,1-6 0 16,0-2-128-16,1-2-16 0,2-2-16 0,0-3 0 15,1-2 48-15,0-3 16 0,-8-5 0 0,13 0 0 16,-1-1 32-16,-2-6 16 0,1-2 0 0,0-2 0 0,2-2-80 0,-1-3 0 15,-1-2-16-15,0-3 0 0,2-3-320 0,0-2-64 16,-1 0-16-16,1-3 0 0,-1-1-160 16,0 1-272-16,-2 0 64 0,-1-1 16 15,-1-1-1920-15,-1 4-384 0,-1 5-80 0,1 4-9536 16,-1 6-1904-16</inkml:trace>
  <inkml:trace contextRef="#ctx0" brushRef="#br0" timeOffset="-47462.25">27939 7836 17503 0,'0'0'1552'0,"0"0"-1232"15,0 12-320-15,2-1 0 0,1 2 2880 0,2-3 512 16,-5-10 96-16,11 3 32 0,0 1-1504 0,2-4-288 16,2-2-64-16,2-3-16 0,0-3-496 0,-1 0-80 15,0-1-32-15,-2-2 0 0,0-2-400 0,-3 0-96 0,0-1-16 0,-2 1 0 16,-1 1-224-16,-3 2-48 0,-4 2-16 0,-1-3 0 15,-1 1-16-15,-3 1 0 0,-3 0 0 0,0 2 0 16,-3 1-224-16,1 1 0 0,0 2 0 0,-3 2 0 16,1-2-1264-16,-2 4-336 0,-2 3-80 0,2 5-10192 15,0 1-2032-15</inkml:trace>
  <inkml:trace contextRef="#ctx0" brushRef="#br0" timeOffset="-46835.84">27428 8543 2751 0,'0'0'256'0,"0"0"-256"0,-12 2 0 0,3 1 0 15,0 1 4656-15,-1 3 880 16,0 4 176-16,0 3 48 0,-2 5-3248 0,1 3-640 0,2 1-128 0,2 2-16 16,1 0-624-16,4-8-112 15,-1 2-32-15,3-3 0 0,3 1-144 0,2-3-48 0,4-2 0 0,1-2 0 16,2 1-176-16,1-7-32 16,2-2-16-16,0-2 0 0,1-4-160 0,2-4-48 0,-1-2 0 0,5-7 0 15,-4-2-80-15,-3-1-32 0,-2 0 0 0,-1 0 0 16,-3-4-224-16,-3 1 128 0,-1-5-128 0,-1 5 0 15,-2 1 144-15,-1-1-144 0,-2 0 128 0,-2-2-128 16,-1-1 0-16,-2 0 0 0,-2-4 128 0,-1 5-128 16,-2 4-240-16,2 6-80 0,3 4 0 0,-1 6-16 0,7 5 336 0,-9 4 0 15,0 3 0-15,1 6 128 0,2 6-128 0,0 3 0 16,4 4 0-16,2 1 0 0,2-1 144 0,4 0-144 16,0-3 160-16,2 1-160 0,2-2 0 0,2 0 128 15,1-4-128-15,1-3 0 0,1-6 0 0,3-3 144 16,2-5-144-16,2-2 128 0,2-5-128 0,0-2 0 15,-2-4 0-15,2-4 0 0,0-2-208 0,-2-1-128 16,1-1-32-16,-2-1 0 0,-2-1 16 0,-2 1 0 16,-3 0 0-16,-1 0 0 0,-1 1 352 0,-3 1 0 15,-2 4 128-15,-3 3-128 0,-3 3 576 0,-1 9 16 16,0 0 16-16,0 0 0 0,0 0 32 0,-4 12 0 16,0 6 0-16,3 7 0 0,1 2-256 0,1 3-32 15,2 1-16-15,2 2 0 0,3 1-96 0,2 0-32 16,2 0 0-16,-3-11 0 0,0 1-208 0,2 2 0 15,0-3 128-15,4 8-128 16,-4-6-656-16,0-4-176 0,-3-7-48 0,1-2 0 16,-3-4-2320-16,-6-8-480 0,0 0-96 0</inkml:trace>
  <inkml:trace contextRef="#ctx0" brushRef="#br0" timeOffset="-46698.63">27785 8540 21183 0,'0'0'1888'0,"0"0"-1504"0,0 0-384 0,0 0 0 0,12-4 3392 0,-1 3 624 0,1-1 112 0,4 2 32 15,2 0-1968-15,3 2-384 16,2-1-80-16,2 2 0 0,2 1-944 0,1-2-176 0,-2-1-32 0,1 1-16 16,-2 2-560-16,-2-4 0 0,1 0 0 0,-1 1-13088 15,1 0-2656 1</inkml:trace>
  <inkml:trace contextRef="#ctx0" brushRef="#br0" timeOffset="-43667.02">28551 8055 13823 0,'0'0'1216'0,"0"0"-960"15,0 0-256-15,0 0 0 0,0 0 2448 0,0 0 448 0,0 0 96 0,0 0 16 16,16 6-944-16,-2-3-176 15,2 2-32-15,2-2-16 0,2 0-432 0,1-2-64 0,3 0-32 0,3 0 0 16,-1 2-336-16,2-3-64 16,2-3-16-16,0 3 0 0,0 3-544 0,-1-3-112 0,-4 0-32 0,-3 0 0 15,-3 0-208-15,-2 3 0 0,-4-1 0 0,-2 0 0 32,-11-2-928-32,0 0-288 0,0 0-48 0,0 0-16 15,0 0-1872-15,0 0-384 0</inkml:trace>
  <inkml:trace contextRef="#ctx0" brushRef="#br0" timeOffset="-43495.16">28776 7780 11967 0,'0'0'528'0,"0"0"112"0,0 0-512 0,1 10-128 0,2 1 0 0,-1 4 0 16,1 5 5424-16,1-1 1040 0,-2 6 224 0,2 1 32 0,-1 3-4112 0,1 1-832 15,0 0-176-15,-2 3-16 16,1 2-864-16,-1-1-160 0,-2 0-48 0,-1 2 0 0,-1 3-512 0,-1 2 0 15,-1-1 0-15,1 0 0 16,1 0-2752-16,-1-1-496 0,2-2-96 0</inkml:trace>
  <inkml:trace contextRef="#ctx0" brushRef="#br0" timeOffset="-40717.71">29391 8112 911 0,'0'0'0'0,"0"0"0"16,0 0 0-16,0 0 0 0,0 0 4656 0,0 0 848 0,0 0 160 0,0 0 32 16,0 0-2880-16,0 0-576 0,0 0-112 0,0 0-16 15,17 2-656-15,4-1-128 0,6 2-32 0,6-2 0 16,3 3-144-16,5 1-16 0,0-2-16 0,2-1 0 16,0 1-304-16,7 2-64 0,3-2-16 0,6 1 0 15,5-2-368-15,3 2-80 0,-2-4-16 0,-5 0 0 16,-6-4-272-16,-1 2 160 0,-3-2-160 0,-1 1 128 15,-4 0-128-15,-3 1 160 0,-4-1-160 0,-6 1 160 0,-2-2-160 0,-6 1 0 16,-6 2 0-16,-4-3 0 16,-3-1-304-16,-11 5-80 0,0 0-32 0,-1-10 0 15,-5 3-2192-15,-5-1-432 0,-6 0-96 0</inkml:trace>
  <inkml:trace contextRef="#ctx0" brushRef="#br0" timeOffset="-40136.02">29738 7576 5519 0,'0'0'496'0,"0"0"-496"0,-8-1 0 0,-1 0 0 15,0 1 2800-15,0 4 464 0,-2 2 80 0,-1 2 32 16,-1 4-1904-16,-1 0-384 0,0 6-80 0,1 0-16 0,0 7 304 0,1 0 64 16,1 2 16-16,5 0 0 0,1-4-224 0,3-3-32 15,4-1-16-15,3-4 0 0,1-2-272 0,5-1-48 16,2-3-16-16,1-4 0 0,2-5-320 0,-2-3-80 15,1-4-16-15,-2-1 0 0,0-2-96 0,1-2 0 16,0-1-16-16,-1 0 0 0,-1 0-112 0,0-5-128 16,0-3 176-16,-2 1-176 0,0 1 0 0,0-1 0 15,-1-1 0-15,-1 0 0 0,-3 2 0 0,-1-5-224 16,2-3 64-16,1-2 16 0,-2-1-112 0,0 0-32 16,0-5 0-16,-1-1 0 15,1-5-192-15,-1 0-32 0,0-1-16 0,0-1 0 16,-1-3-176-16,-1 6-48 0,0-1 0 0,-1 9 0 0,-1 6 752 0,1 6 160 0,-1 7 32 15,0 5 0-15,0 8 672 0,0 0 144 16,0 0 16-16,-1 13 16 0,-2 6-400 0,0 5-96 16,-3 5-16-16,0 6 0 0,-2 4 112 0,0 6 0 0,-1 3 16 0,0 1 0 15,1 1-64-15,0-1-16 0,0 2 0 0,2-4 0 16,2-4-304-16,1-2-64 16,2-2-16-16,1-7 0 0,1-6-192 0,2-3 176 15,0-4-176-15,-1-1 160 0,1-1-352 0,-1-2-64 16,-2-4 0-16,0-11-16 15,0 0-1968-15,0 0-400 0,0 0-80 0,0 0-12288 0</inkml:trace>
  <inkml:trace contextRef="#ctx0" brushRef="#br0" timeOffset="-39823.56">30062 7536 28271 0,'13'7'1248'0,"-5"2"272"0,0 4-1216 0,0 4-304 15,-2 2 0-15,0 2 0 0,-1 0 1600 0,-1 2 256 16,0 1 48-16,0 1 16 0,-2-1-704 0,2 0-144 16,-1-5-32-16,-1 0 0 0,2-4-352 0,0 1-80 15,0-2-16-15,0-1 0 0,0 0-80 0,1-6 0 16,-5-7-16-16,0 0 0 0,0 0-96 0,9 6-16 16,-9-6 0-16,11-2 0 0,-2-2-32 0,0-5-16 15,0 0 0-15,-1-4 0 0,0-2-112 0,1-2-32 16,-1-2 0-16,1-3 0 0,-1-2-192 0,1-1 144 15,0-5-144-15,0 2 128 0,-1 0-128 0,-2 0-176 16,0 0 48-16,-3 2 0 16,0 3-464-16,0 2-96 0,-1 1-16 0,-2 3 0 15,-2 2-1472-15,-1 2-288 0,-1 0-64 0,-2 4-14208 0</inkml:trace>
  <inkml:trace contextRef="#ctx0" brushRef="#br0" timeOffset="-25345.35">30554 7660 7359 0,'0'0'656'0,"0"0"-528"0,0 0-128 0,0 0 0 15,0 0 2368-15,0 0 432 16,0 0 80-16,0 0 32 0,0 0-704 0,0 0-144 15,0 0-16-15,0 0-16 0,0 0-272 0,-3-9-48 16,3 9-16-16,-4-8 0 0,4 8-432 0,-5-7-96 16,0 2-16-16,5 5 0 0,-12-1-256 0,-1 5-48 15,0-3-16-15,-1 6 0 0,-3 4-288 0,-1 4-64 0,-2 3-16 0,2 4 0 16,0 3-80-16,3 0 0 16,5 1-16-16,2-1 0 0,1-3-48 0,4-4-16 0,1-4 0 0,5-2 0 15,2-2-48-15,-5-10-16 0,8 10 0 0,4-4 0 16,1-2-32-16,1-3 0 0,3-2 0 0,0-2 0 15,-1-2-208-15,-2 0-240 0,-1 0 48 0,-3 0 16 16,-2-1-1680 0,-8 6-320-16,0 0-80 0,0 0-14800 0</inkml:trace>
  <inkml:trace contextRef="#ctx0" brushRef="#br0" timeOffset="-24611.06">30048 8578 3679 0,'0'0'160'0,"0"0"32"0,0 0-192 0,0 0 0 0,9-7 0 0,-1 1 0 15,1-2 4576-15,-1 0 864 0,-2 0 192 0,-6 8 16 16,6-9-3120-16,-6 9-624 0,2-12-128 0,1 2-32 16,-2 0-656-16,-1 10-128 0,-2-10-16 0,2 10-16 15,-3-7-224-15,3 7-64 0,0 0 0 0,-13 0 0 16,-1 3-192-16,-2 7-32 0,-1 0-16 0,0 7 0 15,0 1-256-15,0 6-144 0,2 4 160 0,-1 4-160 16,0-5 208-16,3 3-48 0,1 0-16 0,3-1 0 0,3-7-16 0,3-1-128 16,3-2 192-16,4-6-64 0,3-2 0 0,2-6-128 15,1 0 192-15,3-2-64 0,3-5 0 0,3-1-128 16,0-4 192-16,2-3-64 0,1-1 16 0,0-4 0 16,-1-4 0-16,1 1 0 0,-1-5-144 0,-2-2 0 15,0-3 0-15,-2 0 0 0,-2-1 0 0,0 0 0 16,-2-1 0-16,-2-1-176 0,0-5 176 0,-1-1-192 15,-1 1 192-15,0-5-192 0,-2 2-64 0,-2 3 0 16,-2 2-16-16,-1 9 0 0,0 8 96 0,-2 7 32 16,-2-1 0-16,2 11 0 0,0 0 576 0,-6 13 112 15,-2 8 32-15,0 1 0 0,0 3-80 0,1 4-16 16,-1 5 0-16,1 2 0 0,3 3 0 0,2 2 0 16,0-2 0-16,2-2 0 0,3-1-160 0,4-6-16 0,2-2-16 0,1-3 0 15,3-4-288-15,1-3 0 16,3-7 128-16,2-2-128 0,-1-3 0 0,3-2 0 0,0-4-176 0,1-5 176 15,0-3-384-15,0-2 48 16,-1-3 0-16,0-4 0 16,-2-2-368-16,0-3-64 0,-4-2 0 0,0-1-16 15,-2 0 64-15,-2-2 16 0,1-3 0 0,-4-3 0 16,-3 4 80-16,-2 7 32 0,-5 3 0 0,0 6 0 0,-1 6 592 0,3 7 0 0,-9 7 0 0,-1 4 0 16,-2 9 560-16,-1 2 80 0,1 5 0 0,2 2 16 15,1-3-336-15,1 3-64 0,0 2 0 0,3-1-16 16,1 1-240-16,3-2 0 0,1-3 0 0,1-4 0 15,1 1-960 1,1-4-304-16,-2-2-48 0,1-4-9440 0,-2-13-1904 0</inkml:trace>
  <inkml:trace contextRef="#ctx0" brushRef="#br0" timeOffset="-24470.45">30343 8473 19343 0,'0'0'1728'0,"0"0"-1392"16,0 0-336-16,5 12 0 0,1 0 3072 0,2-3 528 15,3-1 112-15,2 0 32 0,2 0-2416 0,5 1-496 16,1-3-80-16,0 1-32 0,0-2-560 0,2 1-160 16,2 1 0-16,1-2 0 15,0 2-2128-15,1-5-496 0</inkml:trace>
  <inkml:trace contextRef="#ctx0" brushRef="#br0" timeOffset="-23916.49">31319 7930 2751 0,'0'0'128'0,"0"0"16"0,0 0-144 0,0 0 0 0,9 10 0 0,0-2 0 0,1 0 7024 0,1-2 1360 16,1 0 288-16,2-2 48 0,3-1-5856 0,2 0-1184 16,-1-2-224-16,0-1-48 0,3 0-784 0,0 0-160 15,0 0-16-15,0 0-16 0,-3 0-432 0,-3 2 0 16,0-2 0-16,-3 2 0 16,-12-2-1776-16,0 0-224 0,0 0-48 0,0 0-8736 15,0 0-1744-15</inkml:trace>
  <inkml:trace contextRef="#ctx0" brushRef="#br0" timeOffset="-23729">31354 8095 15663 0,'-5'7'1392'0,"-1"2"-1120"16,-1-1-272-16,2 0 0 0,0-2 3824 0,5-6 704 0,-4 11 144 0,4-1 16 15,1-1-2240-15,3 0-448 0,0 0-80 0,4 1-32 16,3-4-560-16,5-3-112 16,0-1-32-16,2 1 0 0,3 1-368 0,1-2-80 15,2 0-16-15,0 0 0 0,0 1-416 0,-2 1-96 0,-1-2-16 0,0 1 0 16,-2-3-400-16,1 0-96 0,-3 0-16 0,-2 3 0 31,0 1-2272-31,-2-1-464 0,-2 0-80 0,0-3-14048 0</inkml:trace>
  <inkml:trace contextRef="#ctx0" brushRef="#br0" timeOffset="-23416.53">31936 8021 4607 0,'0'0'400'0,"-3"13"-400"0,1 3 0 0,-2 2 0 0,0 2 6704 0,-1 3 1248 16,-1 2 256-16,0 3 48 0,-1 2-4960 0,3 0-992 16,3-2-208-16,1-3-48 0,1-2-1024 0,3-6-192 15,4 0-64-15,1-1 0 0,2-6-464 0,3-2-112 16,3-3 0-16,1-2-16 0,2-6-48 0,-1-1-128 16,1-6 192-16,1 1-64 0,0-3-128 0,0-1 0 15,-1-2-160-15,-1-1 160 0,-2-5-176 0,-3 0 176 16,-2-1-192-16,-1-3 192 0,0-1-320 0,-5-2 32 15,-3 0 16-15,-4-1 0 16,-5-2-176-16,-4 3-48 0,-2 4 0 0,-2 1 0 16,-2 0 16-16,-2 7 0 0,-3 5 0 0,-4 5 0 0,2 6 336 0,1 6 144 15,0 3-128-15,1 4 128 0,-1 0 0 0,2 2 224 0,3 0-32 16,1 2 0-16,3 1-192 0,3 0 0 16,1 1 0-16,4-3-18128 0</inkml:trace>
  <inkml:trace contextRef="#ctx0" brushRef="#br0" timeOffset="7465.67">20110 9535 4607 0,'0'0'192'0,"0"0"64"0,0 0-256 0,0 0 0 15,0 0 0-15,0 0 0 0,0 0 3008 0,0 0 544 16,-3-8 112-16,10 0 32 0,-2 0-1952 0,-5 8-384 16,9-5-80-16,-2-3 0 0,-1-1 144 0,1 0 48 15,-2 0 0-15,0 0 0 0,0 2-64 0,-5 7-16 16,0 0 0-16,3-8 0 0,0 1-240 0,-2-4-64 16,-1 11 0-16,-3-10 0 0,3 10-336 0,-4-9-80 15,-1 1-16-15,5 8 0 0,-9-6-192 0,2 5-32 16,1 0-16-16,-5 3 0 0,11-2-160 0,-10 7-48 0,2 1 0 0,4 4 0 15,3 3-80-15,0 6 0 16,-1 4-128-16,4-4 192 0,-1 6-64 0,2 13-128 16,1 4 176-16,-1-15-176 0,1 4 192 0,4 14-64 15,-3-7 0-15,-1-12-128 0,0-1 160 0,-1 1-160 16,-2-2 128-16,0 0-128 0,-1 0 128 0,-1 0-128 16,-3 0 128-16,-1-1-128 0,-2-1 224 0,1 0-32 0,-2-1-16 0,-1 0 0 15,-1-1-48-15,-2-1 0 0,0-4 0 0,0-2 0 16,1-2 64-16,-1-2 0 0,3-4 0 0,0 0 0 15,0-3-16-15,1-3 0 0,0-2 0 0,8 1 0 16,-7-4 0-16,7 4 0 0,-5-7 0 0,5 7 0 16,-2-7-176-16,2 7 128 0,0 0-128 0,0 0 128 15,7-4-128-15,3 2 0 0,-1 5-160 0,1 4 160 0,0-1 0 16,2 5 0-16,0 2 176 0,0 1-48 0,-2 0 48 0,1 4 16 16,-2 5 0-16,0 3 0 0,-1 1-192 0,-1 6-176 15,0-3 48-15,-2 2 0 0,0 2 128 0,-2 1 0 16,-2 1 0-16,1 0 0 0,-1 3 0 0,-1 0 224 15,0-1-48-15,0 0-16 0,-1-2-160 0,-1 2 0 16,1 1 0-16,1-1 0 0,0 0 0 0,1-3-192 16,-1-2 0-16,3-3 16 0,0-4 176 0,-1-3 224 15,2 1-48-15,0-6-16 0,1-1-160 0,0-5 0 16,-1-1 0-16,0-3-176 0,0 0-32 0,-4-8-16 16,7 5 0-16,-7-5 0 15,0 0-1184-15,0 0-224 0,7-6-48 0,0-2-17104 0</inkml:trace>
  <inkml:trace contextRef="#ctx0" brushRef="#br0" timeOffset="7879.22">19090 10033 31503 0,'0'0'1392'0,"0"0"288"0,0 0-1344 0,0 0-336 15,0 0 0-15,4 8 0 0,3-2 1008 0,4 1 128 16,5-2 16-16,4 0 16 0,3 0-112 0,6 0-32 16,3 1 0-16,2-5 0 0,2 0-544 0,-1-2-112 15,0 0-32-15,0-2 0 0,0 0-192 0,-2 2-144 16,-4-3 192-16,-1 2-192 15,-2 2-256-15,-1-3-176 0,-4 3-16 0,-3 3-16 16,-3-2-2528-16,-5 4-496 0,-3-1-96 0</inkml:trace>
  <inkml:trace contextRef="#ctx0" brushRef="#br0" timeOffset="8035.46">19384 10232 10127 0,'0'0'896'0,"0"0"-704"16,0 0-192-16,0 0 0 0,7 0 5440 0,4 0 1040 15,1 1 224-15,1 1 32 0,1-2-4496 0,0 1-896 16,2 2-176-16,1 1-32 0,1 0-560 0,0-1-96 15,-1 0-32-15,0 2 0 16,0-1-720-16,2 0-160 0,-2 0-16 0,-1 1-16 16,0-4-880-16,-3 2-192 0,0 0-16 0,-1-1-8880 15,-2 0-1792-15</inkml:trace>
  <inkml:trace contextRef="#ctx0" brushRef="#br0" timeOffset="8254.18">19539 9892 28559 0,'0'0'2544'0,"8"0"-2032"16,1-1-512-16,2 1 0 0,5 1 2208 0,2 3 352 0,1 1 64 0,0 2 0 15,2 2-1120-15,-1 1-224 0,-2 4-64 16,-2 2 0-16,-2-3-592 0,-1 4-128 16,-3 1-32-16,-1 3 0 0,-2 1-208 0,-3 3-64 0,-3-3 0 15,-2 3 0-15,-4 1 16 0,-3-1 0 0,-4 2 0 0,-4 2 0 16,-3 0-16-16,-3 1-16 0,-4 0 0 0,0 0 0 15,-2 0-944 1,1-2-176-16,-2-2-32 0,4-4-12112 0,1-3-2416 0</inkml:trace>
  <inkml:trace contextRef="#ctx1" brushRef="#br0">28199 12231 0,'0'0'16,"-53"30"-1,9-5 1,-19 15-1</inkml:trace>
  <inkml:trace contextRef="#ctx0" brushRef="#br0" timeOffset="11895.96">20703 9292 911 0,'0'0'0'0,"0"0"0"0,0 0 0 0,0 0 0 0,-3-12 0 0,3 12 0 16,0 0 5568-16,2-9 1024 0,-2 9 192 0,0 0 64 15,0 0-3840-15,9-6-752 0,3 1-144 0,1 3-48 16,0 4-848-16,1 1-192 0,2 3-16 0,-1 3-16 16,1 0-480-16,0 4-112 0,-2 1-16 0,0 2 0 15,-3 0-176-15,-3 2-32 0,-6 3-16 0,-2 4 0 0,-4 2-160 0,-4 0 0 16,-3 2 144-16,-2 1-144 0,-2 0 0 0,-2-1-160 15,-1-2 16-15,0-1 0 0,0-2 144 0,1-5 0 16,1-2 0-16,3-4 0 0,3-5 0 0,3-4 0 16,2 1 128-16,5-5-128 0,0 0 192 0,0 0-48 15,0 0 0-15,0 0 0 0,0 0-144 0,10 0 0 16,5 0 144 0,9 0-144-16,1 1 256 0,2 1 0 0,2 0-16 0,0 0 0 15,0-2 64-15,-2 2 16 0,-1 1 0 0,0 1 0 16,-1-2-176-16,-3 3-16 0,-4-1-128 0,-1 3 192 15,-4 2-1152-15,0-2-224 0,-1 0-48 0,-3 3-10320 16,0 0-2064-16</inkml:trace>
  <inkml:trace contextRef="#ctx0" brushRef="#br0" timeOffset="54095.65">21477 9269 911 0,'0'0'0'0,"0"0"0"16,12-4 0-16,-12 4 0 0,0 0 3760 0,1-8 656 15,1-1 144-15,-2-2 32 0,0 4-2192 0,0 7-432 16,0-8-96-16,-2 1-16 0,1 1-224 0,-1 2-48 15,-1-3-16-15,-1 3 0 0,-1 2-416 0,-2 0-96 16,1 1-16-16,-5 2 0 0,0 1-464 0,-8 4-80 16,1 1-32-16,6-1 0 0,1 2-208 0,-2 1-32 15,-3 2-16-15,2 4 0 0,1 0 112 0,-6 11 0 0,2 0 16 0,6-10 0 16,2 2-336-16,-3 9 0 16,3-2 0-16,2-7 128 0,2-2-128 0,5-7 192 15,0-9-64-15,6 9 0 0,-6-9 0 0,12 3 0 16,1-6 0-16,-2-1 0 0,0-4 0 0,2-2 0 15,3-4 0-15,8-11 0 0,-2 1-128 0,-1 1 192 0,-3-1-64 0,-6 7 0 16,-1-2-128-16,8-10 0 0,-5 2 0 0,-2-1 128 16,-3 0-128-16,-4 8 128 0,0-1-128 0,-1-3 128 15,-1-1-128-15,-1-4 0 0,0 0 128 0,0-11-128 16,-2 1 128-16,0 14-128 0,2 0 160 0,-2-6-160 16,-2 6 256-16,1 6-64 0,1 6 0 15,0 2 0-15,0 11 192 0,0 0 16 0,0 0 16 0,0 0 0 16,-3 17-48-16,1-1-16 0,-2 5 0 0,-1 19 0 15,-1 6 0-15,2-10 0 0,2 3 0 0,-2 23 0 16,0 33 96-16,3-59-240 0,1-2 0 0,0-1-208 0,1-2 128 16,0-2-128-16,2-2 0 0,0-1 128 0,0-2-128 15,1-2 0-15,2 4 0 0,-3-3 0 0,1-6 128 16,2-2-128-16,-4-7 0 0,1-1-192 0,-3-7-64 16,4 6-32-16,-4-6 0 15,0 0-2208-15,0 0-432 0,10-2-80 0,-2-3-13744 0</inkml:trace>
  <inkml:trace contextRef="#ctx0" brushRef="#br0" timeOffset="54376.86">21644 9132 27647 0,'0'0'2448'0,"0"17"-1952"0,0 2-496 0,0-4 0 15,0 2 1696-15,0 7 240 0,0 0 48 0,0-1 16 16,2 1-448-16,0-2-80 0,1-2-32 0,-1 0 0 15,1-3-944-15,0-5-192 0,1 2-48 0,2-3 0 16,-1-2-256-16,4 3 128 0,2-4-128 16,-11-8 0-16,10 5 192 0,-10-5-64 0,8-2 0 0,6-3-128 15,-1-4 384-15,-1-4-48 0,-1-3 0 0,-4 2 0 16,1-2 48-16,4-11 16 0,-2 1 0 0,1 0 0 16,-2-2-208-16,-2 10-32 0,-2-3-16 0,3-10 0 15,-2 1-144-15,-1 5 0 0,-1 1 0 0,-1 12 0 16,1-1-1120-1,0-4-96-15,-2 6-32 0,-2 11 0 0,0 0-2400 0,0 0-496 0</inkml:trace>
  <inkml:trace contextRef="#ctx0" brushRef="#br0" timeOffset="54579.96">21988 9211 25791 0,'0'0'2304'0,"0"0"-1856"16,0 0-448-16,6 12 0 0,-4 1 1872 0,0 5 288 16,-4 1 48-16,0 0 16 0,-4 1-736 0,3 2-144 15,-1 3-16-15,0 1-16 0,0-1-944 0,1-9-192 16,2 1-48-16,1 2 0 16,0-1-2080-16,0 3-416 0,0-4-96 0,1-3-7600 15,-1-14-1520-15</inkml:trace>
  <inkml:trace contextRef="#ctx0" brushRef="#br0" timeOffset="54861.18">22071 9248 30063 0,'0'0'1328'0,"9"0"272"0,1-3-1280 0,6-1-320 0,-3 4 0 0,-4 0 0 16,-1 0 1664-16,4 4 272 0,-12-4 48 0,10 9 16 16,-4 0-816-16,-2-1-160 0,-1 1-48 0,-2 8 0 15,-3 0-640-15,-2 0-128 0,-1-1-16 0,-2 1-16 16,-2-3-720-1,0 1-144-15,0-1-16 0,0-4-16 0,-3 1-64 0,1-2-16 0,1-5 0 0,1 0 0 16,9-4 48-16,-9 0 16 16,9 0 0-16,0 0 0 0,0 0 736 0,0 0 0 0,0 0 128 0,0 0-128 0,8 5 608 0,6 1 16 15,0 2 0-15,-1 1 0 0,0-1 96 0,-4-3 32 16,2-1 0-16,4 3 0 0,0-2-336 0,-5 0-64 16,1 1-16-16,3 1 0 0,-2 2-336 0,-12-9 0 15,8 10 0-15,-8-10-192 16,2 14-2752-16,-2-14-544 0</inkml:trace>
  <inkml:trace contextRef="#ctx0" brushRef="#br0" timeOffset="55142.41">21085 9953 32255 0,'0'0'1424'0,"0"0"304"0,8-1-1392 0,4 0-336 16,5-5 0-16,5 2 0 0,4-1 1040 0,5-1 144 15,6-1 32-15,3 2 0 0,6 1 160 0,4-1 32 0,3 4 16 0,24-6 0 16,-8 3-640-16,-21 1-128 0,4 2-16 0,-1 0-16 16,1 1-384-16,1 0-80 0,0 1-16 0,12 0 0 15,-10-1-144-15,-23 2 192 0,-4 0-192 0,-5 1 192 16,-3 0-192-16,-5 1 0 0,-2-4 0 0,2 1 0 15,-15-1-1632 1,0 0-352-16,0 0-80 0,0 0-15792 0</inkml:trace>
  <inkml:trace contextRef="#ctx0" brushRef="#br0" timeOffset="55769.7">21580 10241 19343 0,'0'0'1728'0,"-5"0"-1392"16,-3 0-336-16,1 2 0 0,-3 2 2064 0,1 5 352 16,-1 4 64-16,-2 2 16 0,0 4-1472 0,2 1-272 0,0 5-64 0,0-1-16 15,1 0-224-15,3 1-64 0,2-3 0 0,3-1 0 16,1-3 128-16,3-2 0 0,3-3 16 0,3-4 0 16,1-4-192-16,3-3-32 15,3-5-16-15,-2-2 0 0,1-4 112 0,0-3 32 0,0-2 0 0,-1-4 0 16,0-2-32-16,-1-2 0 0,0-3 0 0,0 0 0 15,-1-1-176-15,0-1-32 0,-3-2-16 0,0 0 0 0,-2-1 240 16,-5 2 48-16,0-1 16 0,-2 3 0 0,-2 3 80 0,0 6 16 16,-4 1 0-16,3 6 0 0,-1 3-64 0,4 7 0 15,-7 5 0-15,2 6 0 0,0 6-160 0,-1 3-32 16,1 9-16-16,1-1 0 0,3 4-144 0,1-1-32 16,3 2 0-16,2-3 0 0,1-1-128 0,5-6 0 15,1-2 0-15,4-4 0 0,3-5 0 0,2-4 0 16,2-3-176-16,3-5 176 0,0-7-192 0,-1 1 32 15,-2-6 16-15,1-2 0 0,-1-3-112 0,0-3-32 16,-4-1 0-16,-2 2 0 0,-4-5 112 0,-1 5 32 16,-4-3 0-16,-3 3 0 0,-1 2 288 0,-3 3 64 15,-1 4 16-15,-1 2 0 0,1 8 128 0,0 0 32 16,0 0 0-16,-7 8 0 0,1 3-176 0,-1 5-16 16,2 3-16-16,1 4 0 0,1 0 16 0,2 1 16 0,1 0 0 15,3 1 0-15,-1 1-208 0,2-1 0 16,1 1 0-16,1-3 0 15,0 0-992-15,2-4-240 0,0-3-48 0,-2-2-16 16,0 1-2496-16,-1-4-496 0,-1 0-112 0</inkml:trace>
  <inkml:trace contextRef="#ctx0" brushRef="#br0" timeOffset="55913.84">21792 10292 38527 0,'0'0'1712'0,"0"0"336"0,0 0-1632 0,0 0-416 16,7 1 0-16,4 1 0 0,2-1 1344 0,3 3 192 15,3 1 48-15,1 3 0 0,1 0-784 0,2 0-160 0,0 1-16 0,1-1-16 0,1-3-608 0,-2 0 0 16,1-1 0-16,0 0 0 16,-3-4-1056-16,-1 0-224 0,-1-1-64 0,-2-2 0 15,-2 0-2016-15,-4 1-416 0</inkml:trace>
  <inkml:trace contextRef="#ctx0" brushRef="#br0" timeOffset="56226.3">22571 8968 3679 0,'0'0'320'0,"0"0"-320"15,-1-10 0-15,1 10 0 0,0 0 7136 0,0 0 1360 0,0 0 272 0,0 0 48 0,0 0-4976 0,-4 12-1008 16,0 9-192-16,2 8-32 16,-1 5-1200-16,2 7-224 0,-1 9-48 0,1 6-16 0,-2 5-288 0,2-10-64 15,-2 13-16-15,1 39 0 0,-1-1-496 0,2-31-80 16,-3 8-32-16,0 1 0 16,0 5-752-16,2 0-160 0,-1 0-16 0,0-6-16 15,1-5-1248-15,1-3-256 0,-2-6-64 0,0-6 0 16,-1-8-848-16,0-7-176 0,-2-4-48 0</inkml:trace>
  <inkml:trace contextRef="#ctx0" brushRef="#br0" timeOffset="61023.63">22755 10185 6447 0,'0'0'576'0,"0"0"-576"15,5-5 0-15,-1-2 0 0,-1 0 3712 0,-1 0 624 0,1 1 128 0,0-1 16 16,-3 7-1600-16,0 0-320 0,0 0-64 0,0 0 0 16,0 0-1136-16,0 0-208 15,0 0-64-15,0 8 0 0,-3 6-512 0,0 5-128 16,1 0 0-16,-2 5-16 0,0 0-208 0,0 2-32 16,0 2-16-16,2 0 0 0,-2 1 112 0,1-1 32 15,0-2 0-15,2 0 0 0,0-4-96 0,3-4-16 16,0-1 0-16,0-3 0 0,2-3-208 0,1-3-128 0,1-2 128 15,2-1-208 1,-2-1-1680-16,2-4-336 0,0-4-64 0,-1 2-12816 0</inkml:trace>
  <inkml:trace contextRef="#ctx0" brushRef="#br0" timeOffset="61195.47">22665 10379 33167 0,'0'0'720'0,"0"0"160"0,0 0 16 0,0 0 64 0,0 0-768 0,9 3-192 0,0 0 0 0,2-3 0 0,1 0 960 0,1 0 144 16,-2 0 48-16,4 0 0 0,0 0-912 0,1-4-240 15,2 2 0-15,2 1 0 16,-1-1-384-16,2-1-176 0,0 0-16 0,0 1-15456 16</inkml:trace>
  <inkml:trace contextRef="#ctx0" brushRef="#br0" timeOffset="61382.95">23064 10299 17503 0,'0'0'768'0,"0"0"176"0,0 0-752 0,8 4-192 16,0-2 0-16,1-2 0 0,0 0 4096 0,1-2 768 15,1 0 176-15,-1 1 16 0,1 0-3520 0,-1 1-720 0,1 0-144 16,-2 0-32-1,-2 1-2032-15,1 4-400 0,-8-5-96 0,4 7-13136 0</inkml:trace>
  <inkml:trace contextRef="#ctx0" brushRef="#br0" timeOffset="61509.42">22957 10502 14735 0,'0'0'1312'0,"0"0"-1056"0,8 0-256 0,1 0 0 15,3 0 2816-15,3-1 496 0,5-6 96 0,0 1 32 0,0-2-2336 0,5-1-464 16,0-2-80-16,0 0-32 15,-2-1-2496-15,2-1-496 0,-3-3-96 0,-4 2-32 16</inkml:trace>
  <inkml:trace contextRef="#ctx0" brushRef="#br0" timeOffset="61714">23324 10349 14735 0,'-4'11'1312'0,"0"1"-1056"16,1 1-256-16,0 1 0 0,0 2 3888 0,0-2 720 16,2 0 128-16,2 1 48 0,2-2-2352 0,0-3-448 15,3-2-112-15,0-1-16 0,-6-7-640 0,12 1-144 16,1-4-32-16,1-2 0 0,1-3-320 0,0-2-64 15,1-2-16-15,-2-2 0 0,-1-1-304 0,-1 1-64 16,-2 0-16-16,0 1 0 0,-3 0-96 0,-1 1-32 16,-4 3 0-16,-2-2 0 0,-2 3 0 0,-5 2 0 0,-2-1 0 0,-3 2 0 15,-1 1-304-15,-1 2-64 16,-3 2-16-16,0 1 0 16,-1 2-1376-16,-1 1-288 0,1 1-48 0,1 1-10352 0,0 1-2080 0</inkml:trace>
  <inkml:trace contextRef="#ctx0" brushRef="#br0" timeOffset="61885.86">23625 9982 29487 0,'0'0'2624'0,"7"5"-2112"0,1 2-512 0,1-1 0 0,1 1 2208 0,-1-1 336 16,0 1 64-16,-1-1 16 0,-1 5-960 0,1-5-192 15,0 2-48-15,1 0 0 0,-2 0-1072 0,-1-2-224 31,-1 1-128-31,1-3 160 0,-1-1-2624 0,-5-3-528 0,0 0-96 0</inkml:trace>
  <inkml:trace contextRef="#ctx0" brushRef="#br0" timeOffset="62010.86">23683 9927 23039 0,'0'0'2048'0,"0"0"-1648"0,-2 7-400 0,-1 3 0 0,2-1 3328 0,0 4 576 15,-2 4 112-15,2 1 16 0,-2 2-1744 0,2 2-368 16,-2 2-64-16,2 2 0 0,-2 1-1088 0,1 3-192 15,-2 3-64-15,1-3-13920 16,2 1-2784-16</inkml:trace>
  <inkml:trace contextRef="#ctx0" brushRef="#br0" timeOffset="63188.43">23943 9708 25791 0,'0'0'2304'0,"0"0"-1856"0,0 0-448 0,0 0 0 0,10 4 1792 0,3-3 256 0,4 1 48 0,4-2 16 15,6-2-448-15,3 1-96 0,3-2-16 0,4 1 0 16,-1-2-688-16,1 0-144 0,-2 0-16 0,-3 1-16 16,1 1-496-16,-3 1-192 0,-1-3 176 0,-2 2-176 15,-1 2 0-15,-1 0 0 0,-3 0-208 0,-2 0 64 16,-2 0-1376 0,-3-1-272-16,-2-3-48 0,-3 1-9280 0,-4 1-1856 0</inkml:trace>
  <inkml:trace contextRef="#ctx0" brushRef="#br0" timeOffset="63360.33">24312 9334 34671 0,'0'0'1536'0,"1"10"320"0,-1 3-1488 0,0 4-368 16,1 3 0-16,-1 6 0 0,0 4 1472 0,0 3 208 16,2 3 48-16,-2 4 16 0,-2 5-784 0,1-1-144 15,0 0-48-15,-1 5 0 0,0 2-464 0,1-2-112 16,-1 3 0-16,1 0-16 15,0 0-2272-15,-1 1-448 0,1 0-80 0</inkml:trace>
  <inkml:trace contextRef="#ctx0" brushRef="#br0" timeOffset="67159.42">25037 9815 15487 0,'-6'0'688'0,"1"0"144"0,-1 0-672 0,-1 0-160 0,1-1 0 0,6 1 0 16,-7-3 1744-16,1 2 320 0,6 1 64 0,0 0 16 0,0 0-416 0,0 0-96 16,0 0-16-16,0 0 0 0,0 0-400 0,0 0-96 15,7-3-16-15,6 1 0 0,6 2 112 0,7 1 0 16,8 1 16-16,6 4 0 0,7 3 16 0,5 0 0 16,2 0 0-16,4 1 0 0,7 1-512 0,5-1-96 15,3-1-32-15,0-1 0 0,-6-3-352 0,-4 1-80 16,-8-4-16-16,-6 0 0 0,-4-1-32 0,-4-1-128 15,-3 0 192-15,-4 0-64 0,-5-1-128 0,-5-1 0 16,-4 2 144-16,-4-1-144 16,-5 0-960-16,-3-2-272 0,-8 3-48 0,0 0-16 15,-5-9-2624-15,-5-1-528 0</inkml:trace>
  <inkml:trace contextRef="#ctx0" brushRef="#br0" timeOffset="67662.09">25391 9428 13823 0,'0'0'1216'0,"0"0"-960"0,0 0-256 0,-2-5 0 0,-2-2 2448 0,-2 2 448 15,1 1 96-15,-1-3 16 0,-2 2-624 0,0 1-112 16,0 2-32-16,-1 0 0 0,-1 1-1088 0,-1 4-208 15,1 4-48-15,-1 5-16 0,1 4-528 0,1 5-96 16,0 3-32-16,1 4 0 0,0 4-64 0,2-2-16 16,2-2 0-16,4-2 0 0,2-3 112 0,3-3 32 15,3-6 0-15,3-2 0 0,0-3-16 0,4-5 0 16,-1-5 0-16,2-3 0 0,-1-4-80 0,1-4 0 16,0-5-16-16,-2-2 0 0,2-3-176 0,-2-3 0 15,-1-3 144-15,1 1-144 0,1-6 0 0,-3 1-240 16,-3-3 48-16,0-15 0 0,0 3-64 0,-4 3 0 15,-1 1 0-15,-1-4 0 0,-5-3 80 0,0-3 16 16,-5 1 0-16,1 1 0 0,-2 3-176 0,3 9-48 0,2 9 0 0,0 9 0 16,0 6 672-16,3 15 128 0,0 0 32 15,-4 10 0-15,0 9-64 0,1 12-16 16,2 11 0-16,-1 9 0 0,2 6 80 0,2 6 32 0,0 2 0 16,1-15 0-16,0 8 32 0,1 2 0 0,-1 0 0 0,3-2 0 15,0-6-160-15,1-7-32 0,-2-4 0 0,1-6 0 16,2-5-16-16,1-4-16 0,2-5 0 0,-1-5 0 15,1-6-288-15,-1-2 0 0,1-2 0 0,-1-6-144 32,-1-5-1408-32,0-4-288 0,0-5-48 0,2-5-10272 0,-2-1-2064 0</inkml:trace>
  <inkml:trace contextRef="#ctx0" brushRef="#br0" timeOffset="67866.39">25764 9154 12895 0,'4'14'1152'0,"-1"-1"-928"15,0 6-224-15,0-1 0 0,1 5 4000 0,0 5 752 16,0 2 160-16,-2 5 16 0,0 1-3072 0,-2 1-608 15,0-1-128-15,0-4-32 0,1-4 48 0,2 0 0 16,-1-6 0-16,2-3 0 0,1-3-192 0,2-4-48 16,-1-3 0-16,2-4 0 0,-8-5-368 0,8 4-80 15,-8-4 0-15,8-5-16 0,0-3 16 0,0-4 0 32,-2-2 0-32,1-3 0 0,-1-3-208 0,1-2-48 0,-2-1 0 0,-1-1 0 15,1 1-192-15,-2-4-208 0,-1 0 32 0,1-9 16 31,-2 3-1760-31,0 7-368 0,1 5-64 0,-1 4-9616 0,0 4-1936 0</inkml:trace>
  <inkml:trace contextRef="#ctx0" brushRef="#br0" timeOffset="68053.89">25944 9586 13823 0,'4'18'608'0,"-2"-10"128"0,2 1-592 0,2 0-144 0,0 0 0 0,1-1 0 16,-1 0 4928-16,2-3 960 0,1-4 192 0,2-1 48 15,-1-1-3584-15,0-3-720 0,-3-5-144 0,2 1-16 16,0-2-816-16,-1-1-144 0,0-1-48 0,-2 2 0 15,0-6-336-15,-3 3-80 0,-1 0-16 0,-4 0 0 16,0 1-224-16,-3-1 128 0,-3 2-128 0,-4-5 0 16,0 3-896-1,-1 4-288-15,-2 5-48 0,3 3-16 0,-1 1-1936 0,0 2-384 16</inkml:trace>
  <inkml:trace contextRef="#ctx0" brushRef="#br0" timeOffset="68588.22">25446 10434 28671 0,'0'0'1280'0,"0"0"256"0,0 0-1232 16,0 0-304-16,-7 2 0 0,0 0 0 0,-1 2 928 0,3 3 128 16,-2 2 32-16,1 4 0 0,0 2-176 0,2 6-16 15,1 0-16-15,0-1 0 0,0 1-384 0,2 2-80 0,2-1-16 0,1-2 0 16,-1-3-96-16,3-2-32 0,1-4 0 0,3 2 0 16,1-7-48-16,1-2-16 0,5-5 0 0,-2-2 0 15,-3-6 192-15,2-3 48 0,1-3 0 0,1-9 0 16,-1 1-240-16,2-3-32 0,-2-3-16 0,-2 0 0 15,1 1-160-15,-3 6 192 0,-1-2-192 0,0-1 192 0,-2-2 64 0,0-3 32 16,-2-1 0-16,-3-5 0 0,-4 1-16 0,-2-9 0 16,-3 2 0-16,-1 4 0 0,0 5-112 0,0 3-32 15,0 5 0-15,1 5 0 0,0 5 64 0,2 3 0 16,-1 5 0-16,7 7 0 0,-6-1-32 0,6 1 0 16,-6 9 0-16,1 4 0 0,3 4-160 0,0 7-192 15,2 0 32-15,2 5 16 0,0 5 144 0,1 2 192 16,-1 2-32-16,2 4-16 0,1 2-144 0,2 5 0 15,1-1-160-15,0-1 160 0,1-4 0 0,-1-12 0 16,1 2 0-16,0-1 0 0,0-2 0 0,1-2 0 0,0-6 0 0,-1-1 0 16,-2-2 0-16,4 3 0 0,-1-9 0 0,-2-2 0 15,-1-3 0-15,-1-3 160 0,-6-5-160 0,8 1 128 16,-8-1-384-16,7-1-96 0,-2-4-16 0,-1-1 0 31,0-1-2272-31,-2-3-464 0,1 1-96 0</inkml:trace>
  <inkml:trace contextRef="#ctx0" brushRef="#br0" timeOffset="68791.33">25953 10256 40767 0,'0'0'896'0,"-3"9"192"0,3 4 48 0,-1 2 0 0,-1 5-912 0,-1 2-224 0,0 3 0 0,1 1 0 0,-1 3 1072 0,2 1 160 16,0 0 48-16,1 0 0 0,1-2-672 0,1 1-128 15,2-2-32-15,0-6 0 0,1-1-448 0,1-3 0 16,0 0 0-16,1-2 0 16,-2 2-1392-16,0-4-368 0,-1-5-80 0,1 0-16 15,-1 0-1936-15,-4-8-400 0,0 0-80 0</inkml:trace>
  <inkml:trace contextRef="#ctx0" brushRef="#br0" timeOffset="68916.32">25857 10406 37151 0,'0'0'816'0,"0"0"160"0,0 0 48 0,7-2 16 0,3 1-832 0,0 0-208 16,0-1 0-16,2 2 0 0,1 0 384 0,3 0 48 16,2 0 0-16,2 0 0 15,-1-1-688-15,5-3-144 0,2 0-32 0,1-1-10768 0,1-3-2176 0</inkml:trace>
  <inkml:trace contextRef="#ctx0" brushRef="#br0" timeOffset="69213.16">26538 9168 35423 0,'0'0'1568'0,"0"0"320"0,0 0-1504 0,0 0-384 0,0 0 0 0,0 0 0 0,0 11 1536 0,-1 4 256 16,0 5 32-16,-2 7 16 15,-2 5-288-15,-1 8-48 0,-2 6-16 0,0 10 0 0,-1 9-464 0,0 3-80 16,1 3-32-16,3-15 0 0,-3 4-336 0,1 10-64 16,1 3 0-16,1-3-16 0,3 2-368 0,1 3-128 15,1 0 0-15,3-9 144 16,-2-1-1328-16,3-1-272 0,1-4-48 0,-1-14-16 16,0-3-1280-16,1-3-256 0,1-3-48 0,0-5-8992 15,-1-6-1808-15</inkml:trace>
  <inkml:trace contextRef="#ctx0" brushRef="#br0" timeOffset="69400.64">26833 9987 23951 0,'0'0'2128'0,"0"0"-1696"16,0 0-432-16,3 8 0 0,-3 0 3696 0,-2 6 656 16,1 6 128-16,-1 6 16 0,-2 4-2416 0,0 2-480 15,1 3-112-15,2 3-16 0,-1 0-800 0,4-1-160 16,0-2-48-16,4-1 0 0,0-4-320 0,2-3-144 15,2-2 128-15,1-4-128 16,1-2-960-16,-2-6-288 0,2-1-48 0,-2-3-16 16,1 0-1648-16,-4-7-336 0,-7-2-64 0</inkml:trace>
  <inkml:trace contextRef="#ctx0" brushRef="#br0" timeOffset="69556.92">26679 10125 15663 0,'0'0'688'0,"0"0"144"0,0 0-656 0,0 0-176 0,0 0 0 0,0 0 0 0,0 0 5664 0,8 7 1104 15,4-3 208-15,1 0 64 0,4 0-4992 0,2-1-976 16,4 3-208-16,0-2-32 0,3 1-688 0,-1 1-144 16,1-2 0-16,0 1 0 15,0 1-2464-15,-2 0-480 0,-4-2-112 16</inkml:trace>
  <inkml:trace contextRef="#ctx0" brushRef="#br0" timeOffset="69730.33">27142 10273 18431 0,'0'0'1632'0,"8"6"-1312"0,1-1-320 0,0-1 0 16,2 0 4640-16,0-1 864 15,2 1 160-15,0-3 32 0,0 2-3584 0,0-1-736 0,2-2-144 0,-2 0-16 31,0 0-1728-31,-1 1-320 0,-1 1-80 0,-3-2-11376 0,-8 0-2256 0</inkml:trace>
  <inkml:trace contextRef="#ctx0" brushRef="#br0" timeOffset="69887.86">27154 10411 20271 0,'0'0'896'0,"0"0"192"0,0 0-880 0,4 10-208 0,0-3 0 0,1-1 0 0,1-1 4064 0,2 1 768 16,1-1 160-16,2-1 16 0,0 0-3136 0,1 0-624 15,1-2-128-15,2 1-32 16,0-2-1904-16,0 2-384 0,-1-3-80 0,2 0-10464 16,1-3-2096-16</inkml:trace>
  <inkml:trace contextRef="#ctx0" brushRef="#br0" timeOffset="70122.2">27521 10291 20271 0,'-1'17'896'0,"1"-8"192"0,0 3-880 0,0 2-208 0,0 3 0 0,0 1 0 15,0 0 4480-15,4 1 832 16,-1 0 192-16,1-4 16 0,1 0-3296 0,1-3-672 16,3-2-128-16,1 0-16 0,-1-5-768 0,1-3-128 15,1 0-48-15,0-5 0 0,0-3-224 0,-1-2-48 16,2-1-16-16,-2-3 0 0,-1-1-176 0,-1 0 160 16,-4 0-160-16,0-3 160 0,-3 0-160 0,-2-1 128 0,-2 1-128 0,-2-3 128 15,-3 0-128-15,1-1 0 0,-2-1 0 16,-1 3 0-1,1 1-416-15,0 4-16 0,0 3 0 0,1 3 0 0,0 3-1088 0,1 3-208 0,0 4-64 16,-1 0-10864-16,3 4-2176 0</inkml:trace>
  <inkml:trace contextRef="#ctx0" brushRef="#br0" timeOffset="70309.7">27718 10153 22111 0,'0'0'1968'0,"6"6"-1584"15,1 2-384-15,4 0 0 0,-1 0 4288 0,1-1 784 16,0 0 160-16,2-1 16 0,3 0-3296 0,1-1-672 16,1 0-128-16,1-4-16 0,0-1-896 0,1-1-240 15,0-1 0-15,-1 0 0 16,-4-2-1600-16,0-1-384 0,0 0-96 0,-3 0-16 16,-4-4-2064-16,-2 1-400 0,-2 0-96 0</inkml:trace>
  <inkml:trace contextRef="#ctx0" brushRef="#br0" timeOffset="70451.77">27932 9994 1839 0,'0'0'160'0,"0"0"-160"0,0 0 0 0,0 0 0 16,0 0 7680-16,0 0 1488 0,1 7 304 0,1 5 64 16,-1 1-5376-16,-1 4-1072 0,-1 0-208 0,1 3-64 15,0 3-1248-15,0-1-256 16,-2 6-48-16,1-1-16 0,1 2-848 0,0 1-160 0,0 0-48 0,-1 0-15360 16,0 0-3088-1</inkml:trace>
  <inkml:trace contextRef="#ctx0" brushRef="#br0" timeOffset="70843.66">28760 9690 21183 0,'0'0'1888'0,"0"0"-1504"16,0 0-384-16,0 0 0 0,0 0 4800 0,-4 5 880 0,4-5 176 0,0 0 32 16,0 0-3632-16,0 8-720 0,1-2-160 15,5 1-32-15,1-1-896 0,4 0-192 0,2-1-48 0,3 0 0 16,2 0-208-16,0 0 0 0,-1-1 0 0,3 2 0 31,-2-1-624-31,0 0-160 0,0-4-48 0,-2 2 0 0,-2 0-1536 16,-2-1-320-16,-4 1-64 0,-8-3-14512 0</inkml:trace>
  <inkml:trace contextRef="#ctx0" brushRef="#br0" timeOffset="71017.17">28451 10027 36575 0,'0'0'800'0,"0"0"160"0,0 0 48 0,0 0 16 0,0 0-816 0,12 4-208 15,-1-1 0-15,4 0 0 0,2-2 1440 0,4 0 240 16,2-1 48-16,2 2 16 0,0 0-848 0,1-2-192 15,2 1-16-15,1 1-16 0,-2 0-512 0,2 1-160 16,1 0 0-16,-1-1 0 16,-3 2-2272-16,0 0-560 0,-1-1-112 0</inkml:trace>
  <inkml:trace contextRef="#ctx0" brushRef="#br0" timeOffset="71305.38">29181 9884 36111 0,'-3'20'1600'0,"2"-9"320"0,-1 6-1536 0,0 3-384 0,1 2 0 0,1 0 0 0,0 0 1968 0,3 1 304 16,-1-4 64-16,3-2 16 0,3-3-1072 0,4-2-224 15,-2-3-32-15,3-2-16 0,3-5-624 0,1-2-128 32,0-2-32-32,1-5 0 0,0-2-224 0,1-3 128 0,0 1-128 0,0-5 0 0,-4 0 0 0,0 1 0 15,-4-2 0-15,0 1 0 0,-2-2 0 0,-3 0 0 16,-3-2 0-16,-2 0 144 0,-2 4-144 0,-3-3 128 0,-2 1-128 0,-4 0 128 15,-1 2-128-15,-2 3 0 0,-2 3 0 0,0 2 0 16,-1 3 0-16,0 2 0 0,1-1 0 0,-1 4 0 16,2 4-208-16,1 0 80 0,0 1 128 0,1 2-208 31,3-2-2032-31,0 1-416 0</inkml:trace>
  <inkml:trace contextRef="#ctx0" brushRef="#br0" timeOffset="73917.59">20171 11069 911 0,'0'0'0'0,"0"0"0"0,0 0 0 0,0 0 0 16,0 0 1920-16,0 0 288 0,0 0 64 0,0 0 16 15,0 0-1024-15,0 0-208 16,0 0-32-16,0 0-16 0,0 0-208 0,0 0-32 0,-5-1-16 0,5 1 0 16,0 0-48-16,0 0-16 0,-11-1 0 15,11 1 0-15,0 0-192 0,-7 1-48 0,7-1 0 0,0 0 0 16,0 0-48-16,0 0-16 0,-6 1 0 0,6-1 0 16,0 0 240-16,0 0 32 0,0 0 16 0,0 0 0 15,0 0 48-15,0 0 16 0,0 0 0 0,0 0 0 0,8 12-16 0,0-2 0 16,1 6 0-16,-1 2 0 0,-1 3-80 0,-1 4 0 31,1 2-16-31,-2-6 0 0,-1 3-192 0,2 12-48 16,-1-2 0-16,-1-11 0 0,0 3-176 0,0 3-32 15,1 0-16-15,-1 1 0 0,2 0 0 0,-1 1 0 16,-1 0 0-16,1 2 0 0,0 0-32 0,2-2-128 16,2-1 192-16,0-1-64 0,0-2-128 0,0-2 128 15,0-2-128-15,2-2 128 0,0-1-128 0,0-1 160 16,-2-5-160-16,1 2 160 0,2-3-160 0,0-1 0 15,-2 0 0-15,1-2 0 0,-1-1 0 0,-1-1 0 16,2 1 128-16,-2 0-128 0,0-1 0 0,-1 1 0 16,-2-2 0-16,-1-2 0 15,1 0-512-15,-6-5-96 0,0 0-16 0,5 7 0 16,-5-7-2112-16,0 0-416 0</inkml:trace>
  <inkml:trace contextRef="#ctx0" brushRef="#br0" timeOffset="76380.36">20728 11741 4607 0,'0'0'400'0,"-9"-20"-400"16,9 20 0-16,0 0 0 0,0 0 3936 0,0 0 704 15,0 0 144-15,0 0 16 0,0 0-2240 0,0 0-448 16,-7 0-80-16,7 0-32 0,0 0-368 0,0 0-80 15,0 0-16-15,0 0 0 0,0 0-336 0,0 0-80 16,11 0-16-16,0 0 0 0,5 0-192 0,2 3-32 16,2-3-16-16,3 1 0 0,3 0-128 0,3 2-32 15,0-1 0-15,-1 2 0 0,1-1-160 0,-3 0-32 16,-2-1-16-16,-1 2 0 0,-1-3-272 0,-2 2-48 16,-2 0-16-16,0-1 0 0,1 2-160 0,-5-3 160 15,-4 2-160-15,-1 1 160 0,-9-4-160 0,7 5 128 0,-7-5-128 0,0 0 128 31,0 0-1152-31,5 7-256 0,-5-7-32 0,0 0-16 16,0 0-2320-16,0 0-480 0</inkml:trace>
  <inkml:trace contextRef="#ctx0" brushRef="#br0" timeOffset="76631.84">21595 11756 21183 0,'0'0'1888'0,"0"0"-1504"15,0 0-384-15,9 4 0 0,1 0 2816 0,3 0 512 16,2 1 80-16,2 0 32 0,1-1-1664 0,4 0-336 16,4 0-64-16,3 0-16 0,2 0-592 0,3 1-128 15,3-4-32-15,2 1 0 0,1-1-176 0,2 0-48 16,-3-3 0-16,-1-1 0 0,-3-1-80 0,0 2-32 16,-1-4 0-16,-1 2 0 0,-3 1-96 0,-3-3-32 15,-2 4 0-15,-4 0 0 0,-4 1-144 0,-3 0 0 16,-2 1 0-16,-3-1 0 15,-9 1-2112-15,0 0-320 0,0-4-48 0,-6-3-14288 0</inkml:trace>
  <inkml:trace contextRef="#ctx0" brushRef="#br0" timeOffset="77152.23">21648 11230 27119 0,'0'0'1200'0,"-4"-11"256"0,0 2-1168 0,-1-1-288 16,-3 3 0-16,-1 2 0 0,-1 1 1392 0,-1 1 208 15,0 2 64-15,-1 4 0 0,0 3-640 0,-2 6-128 16,-3 5-32-16,3 6 0 0,-1 6-688 0,2 6-176 16,1 2 0-16,7-10 0 0,-1 3 0 0,0 1 0 15,3 1 0-15,3-2-176 0,1-6 176 0,4-2 0 16,3-5 0-16,1-4 128 0,3-3 0 0,3-4 0 16,1-5 0-16,0-4 0 0,-1-5 64 0,1-4 32 15,0-2 0-15,-1-3 0 0,1-3-32 0,5-11-16 16,-4 0 0-16,-2 2 0 0,-2 1-176 0,2 2 0 15,-2-1 0-15,-1 0 0 0,-3-2 0 0,-2 0 0 16,0 1 0-16,0-2 0 0,-4-2 0 0,0 0 0 16,-2 0 0-16,1 2 128 0,-2 2-128 0,-2 3 128 15,2 3-128-15,0 5 128 0,0 5 256 0,0 12 64 0,0 0 0 0,0 0 0 16,0 0 304-16,-1 12 64 0,0 4 16 0,-2 16 0 16,2 5-512-16,0 3-112 0,-2 3-16 0,2 3 0 15,-1 2-192-15,2-14 144 0,0 4-144 0,3 1 128 16,0 0-128-16,2-1 0 0,1-2 0 0,2-5 0 31,1-4-1104-15,3-5-256-16,1-7-48 0,7 2-16 0,-6-8-1520 0,2-6-288 0,-1-7-64 0</inkml:trace>
  <inkml:trace contextRef="#ctx0" brushRef="#br0" timeOffset="77372.22">22025 11106 19343 0,'0'0'848'0,"1"10"192"0,1 4-832 0,2 6-208 0,1 3 0 0,0 1 0 15,0 2 2288-15,-1 4 400 0,-3 0 96 0,2-3 16 16,0-1-1712-16,-1-9-320 16,2-1-80-16,4 5-16 0,-2-5 544 0,1-6 96 15,1-4 32-15,0 0 0 0,-1-4-336 0,4-2-64 16,-1-4-16-16,1-3 0 0,-2-5-304 0,1-3-64 16,1-1-16-16,-1-7 0 0,-2 0-208 0,2-2-32 15,1-2-16-15,-2 2 0 0,-3-2-288 0,1 1 0 16,-3 1 0-16,0 1 0 15,-2 3-1568-15,-2 1-368 0,2 4-80 0,-1 3-9504 16,-1 2-1920-16</inkml:trace>
  <inkml:trace contextRef="#ctx0" brushRef="#br0" timeOffset="77576.66">22252 11249 19343 0,'0'0'848'0,"0"0"192"0,0 0-832 0,4 13-208 16,-2 3 0-16,-2 2 0 0,-1 2 2560 0,0-4 480 15,-2 8 96-15,1-2 0 0,-1 6-2272 0,2-2-464 16,-2 1-80-16,0 2-32 0,1-5-288 0,1-1-304 16,1-5 64-16,0-3 16 15,0-3-2256-15,0-3-448 0,0-9-80 0</inkml:trace>
  <inkml:trace contextRef="#ctx0" brushRef="#br0" timeOffset="77842.28">22269 11338 11055 0,'13'-16'480'0,"-4"7"112"15,1 1-464-15,3 2-128 0,2-1 0 0,-1 4 0 0,-1 1 5120 0,0 4 1024 16,2 0 192-16,-2 3 32 0,-2 0-3936 0,-2 3-768 16,-2 2-176-16,-2 1-16 0,-2 1-704 0,-3-1-128 15,-3 2-16-15,1-2-16 0,-4-1-336 0,0 2-64 16,-3 1-16-16,-2-3 0 0,1 1-192 0,-3-2-160 15,0-1 32-15,0-2 0 0,-2 0-16 0,2-3 0 0,2 0 0 0,0 1 0 16,2-4 144-16,1 0 0 0,8 0 0 0,0 0 0 16,0 0 0-16,0 0 0 0,0 0 0 15,0 0-128-15,8 7 128 0,2 2-160 0,4 0 160 0,-1 0-160 16,1 0 160-16,2 0 0 0,-1 0 0 0,2 0 0 16,1 1 0-16,-1-4-208 0,-1 1 80 0,5 2 128 15,-6-3-2272 1,-3 1-336-16,-3 1-64 0</inkml:trace>
  <inkml:trace contextRef="#ctx0" brushRef="#br0" timeOffset="78439.14">21906 12168 13823 0,'0'0'608'0,"0"0"128"0,0 0-592 0,0 0-144 16,0 0 0-16,-4-5 0 0,-2 0 3264 0,-1 1 608 16,1 1 128-16,-1 1 32 0,-2 4-2464 0,0 1-480 15,0 3-112-15,-3 5-16 0,2 2-464 0,-1 1-112 16,0 6 0-16,0 1-16 0,2 3-96 0,0 0-16 0,2-1 0 0,4-3 0 15,0-2 256-15,3-1 64 16,1-5 0-16,3-3 0 0,3-3-128 0,2-2 0 0,3-4-16 0,1-4 0 16,1-2-112-16,0-3 0 15,2-7-16-15,0-3 0 0,1-2-112 0,2-1-32 0,-2-3 0 0,-1-1 0 16,-1-2 0-16,-2 2 0 0,-1 0 0 0,-2 3 0 0,0-3 304 0,-4 2 64 16,-1 2 16-16,-2 2 0 0,-3 2-32 0,-1 3-16 15,-2 2 0-15,0 2 0 0,-2 5-64 0,5 6-16 16,-8 2 0-16,1 5 0 0,-3 3-160 0,3 10-16 15,-1 2-16-15,3 5 0 0,1 3-224 0,2 3 0 16,2-1 0-16,4 1 0 0,3 0 0 0,2-3 0 16,3-4 0-16,2-4 0 0,3-4 0 0,4-4-128 15,-2-2 128-15,1-5 0 0,-1-6-176 0,1-4 176 16,-2-3-160-16,2-7 160 0,-2-4-144 0,0-3 144 16,-1-2-128-16,-1-1 128 0,-2-1-288 0,-1 2 32 15,-4 0 0-15,-1 0 0 0,-3 1 256 0,-1 5 256 16,-2 1-64-16,-2 4 0 0,-2 2-192 0,0 4 144 15,2 5-144-15,0 0 128 0,-7 5 112 0,-1 7 16 16,2 1 0-16,-1 4 0 0,2 2-256 0,1 5 0 0,2-3 0 0,0 2 0 16,2 1 0-16,3-1 0 0,1-1 0 0,0-1 0 31,0-1-368-31,0-2-112 0,2-4-32 0,1-1 0 16,-2-2-2112-16,0-4-448 0,-5-7-64 0,0 0-13360 0</inkml:trace>
  <inkml:trace contextRef="#ctx0" brushRef="#br0" timeOffset="78583.97">22123 12237 15663 0,'-7'-10'1392'0,"7"10"-1120"0,0 0-272 0,-1-7 0 16,1 1 4352-16,0 6 800 0,0 0 160 0,6-3 48 0,-6 3-2928 0,11 2-592 15,1 0-112-15,1 2-32 0,1 1-1072 0,0-2-224 16,2 1-32-16,1-2-16 16,1 2-1504-16,-1-2-288 0,3-2-64 0,7 0-15792 0</inkml:trace>
  <inkml:trace contextRef="#ctx0" brushRef="#br0" timeOffset="79163.39">22739 11287 19343 0,'0'0'1728'0,"0"0"-1392"16,0 0-336-16,0 0 0 0,0 0 2720 0,-5 10 480 15,4 3 80-15,-2 3 32 0,2 1-1168 0,0 0-224 0,1 5-64 0,0 5 0 16,-2 6-384-16,1 5-64 0,0 5-32 0,-1 6 0 16,2 5-672-16,-2 3-128 0,-2 3-16 0,1 4-16 15,1 0-336-15,0 0-64 0,-1 0-16 0,1-6 0 16,2 0-128-16,3-5 0 0,1-3 0 0,-2-7 0 15,2-7-576 1,0-2 0-16,0-4 0 0,0-5 0 0,-1-3-1216 0,-1-4-256 0,1-2-32 0,1-6-9424 16,-4-10-1872-16</inkml:trace>
  <inkml:trace contextRef="#ctx0" brushRef="#br0" timeOffset="79585.23">23016 11857 20271 0,'0'-6'1792'0,"0"6"-1424"0,1-5-368 0,-1 5 0 16,0 0 3888-16,0 0 704 0,0 0 144 0,0 0 16 15,0 11-2608-15,0 4-528 0,-1 6-96 0,1 5-32 16,0 0-816-16,1 4-160 0,0 3-48 0,2 1 0 16,1 0-320-16,1 1-144 0,3 0 128 0,-1 0-128 15,0-5 0-15,1-1 0 0,1-2 0 0,0-3 0 16,2-3-192-16,-1-4 0 0,1-4-16 0,-1-2 0 16,1-3-1648-16,-2-4-320 0,0-4-64 0,0-3-9392 15,-1-3-1872-15</inkml:trace>
  <inkml:trace contextRef="#ctx0" brushRef="#br0" timeOffset="79743.19">22885 12082 34783 0,'0'0'768'0,"0"0"144"0,0 0 48 0,0 0 16 0,0 0-784 0,0 0-192 16,0 0 0-16,10 3 0 0,4 1 688 0,0 0 80 16,3 1 32-16,3 0 0 0,3 2-480 0,3-1-112 15,0 1-16-15,2-1 0 16,0-1-1968-16,0-1-400 0,-2-1-64 0,-1-3-12544 0</inkml:trace>
  <inkml:trace contextRef="#ctx0" brushRef="#br0" timeOffset="79928.42">23308 12173 23951 0,'0'0'2128'16,"0"0"-1696"-16,9 3-432 0,1-2 0 15,2-2 2848-15,1 0 480 0,0-1 112 0,2 1 16 0,-1-2-1536 0,0 1-320 16,1-1-48-16,0 1-16 0,-2-1-1152 0,-1 2-256 16,-3 1-128-16,-1 0 160 15,-8 0-2064-15,0 0-400 0,0 0-96 0,4 5-8656 16,-4-5-1728-16</inkml:trace>
  <inkml:trace contextRef="#ctx0" brushRef="#br0" timeOffset="80009.69">23292 12364 12895 0,'0'0'576'0,"9"2"112"0,0 0-560 0,2-2-128 16,1 0 0-16</inkml:trace>
  <inkml:trace contextRef="#ctx0" brushRef="#br0" timeOffset="80245.42">23649 12249 2751 0,'-1'12'256'15,"0"3"-256"-15,1 2 0 0,2 2 0 0,2-1 6416 0,2-1 1248 16,0-3 240-16,2-2 48 0,1-2-4752 0,1-3-960 0,2-5-192 0,1-2-48 16,-1-2-720-16,1-5-128 0,-1-2-48 0,1-3 0 15,-1-2-624-15,-1-2-128 16,-2-2-32-16,0 1 0 0,-1-2-96 0,-1 2-32 16,-3-2 0-16,-2 3 0 0,-3-1 0 0,-2 2 0 15,-2-2 0-15,-1 2 0 0,-3-2-192 0,-2 1 0 16,1 2-144-16,-1 2 144 15,0 4-1344-15,-2 3-192 0,-2 2-16 0,1 3-10800 16,-2 3-2176-16</inkml:trace>
  <inkml:trace contextRef="#ctx0" brushRef="#br0" timeOffset="80417.37">23863 11953 30575 0,'0'0'1344'0,"7"4"304"0,1 1-1328 0,-1-2-320 15,3-1 0-15,-1 1 0 0,1 1 1632 0,1 0 256 16,-1 1 48-16,0-1 16 0,2 1-1296 0,0-2-256 16,-2 1-48-16,1-2-16 15,-1 1-1328-15,1-2-272 0,-1-1-48 0,-1-1-9392 16,0 0-1888-16</inkml:trace>
  <inkml:trace contextRef="#ctx0" brushRef="#br0" timeOffset="80573.5">23961 11803 33743 0,'0'0'1488'0,"3"11"320"0,-3 2-1440 0,0 0-368 0,0-2 0 0,0 5 0 15,0 0 1424-15,0 2 224 0,0 1 32 0,1 4 16 16,-2-3-928-16,-1 4-176 0,2 1-32 0,0 1-16 16,2-1-1728-1,0-1-352-15,2 1-64 0</inkml:trace>
  <inkml:trace contextRef="#ctx0" brushRef="#br0" timeOffset="81057.86">23303 12413 3679 0,'0'0'320'0,"0"0"-320"0,-6-4 0 0,6 4 0 15,0 0 5472-15,0 0 1024 0,-6-1 208 0,6 1 32 16,0 0-3360-16,0 0-688 0,0 0-128 0,0 0-16 0,0 0-1008 0,0 0-208 15,0 0-48-15,5 9 0 0,0 0-496 0,3-2-96 16,3-3-32-16,2 0 0 0,2-2-80 0,1 0-32 16,1-4 0-16,0 1 0 0,0 0-272 0,0 1-48 15,-2-3-16-15,1 0 0 16,-2 1-1136-16,-1-1-224 0,-1 1-64 16,-1 0-18352-16</inkml:trace>
  <inkml:trace contextRef="#ctx0" brushRef="#br0" timeOffset="81979.61">24432 11900 20271 0,'0'0'896'0,"0"0"192"0,0 0-880 0,0 0-208 15,0 0 0-15,13 1 0 0,1 0 3232 0,4-1 608 16,3-1 112-16,4 0 16 0,4-2-1920 0,2 2-384 16,3 2-64-16,-3 0-32 0,2 1-864 0,-5-1-192 15,1 0-16-15,-4 3-16 0,-3 0-336 0,0 0-144 0,-2-3 128 0,-2 1-128 16,1 0 0-16,-2 1-272 16,-1-2 32-16,-4 0 16 31,-3 1-1664-31,-9-2-336 0,0 0-64 0,0 0-8592 0,0 0-1728 0</inkml:trace>
  <inkml:trace contextRef="#ctx0" brushRef="#br0" timeOffset="82135.85">24666 11675 28623 0,'0'0'1264'0,"0"0"272"0,0 0-1232 0,0 0-304 0,8 8 0 0,0 3 0 16,-2 6 1472-16,4 0 224 0,-1 3 48 0,1 4 16 15,1 3-512-15,-2 3-96 0,-1 2-32 0,-2 1 0 16,-2 3-736-16,0 5-160 0,-4 4-32 0,0 4 0 15,0 2-1552 1,0 1-320-16,0 0-64 0</inkml:trace>
  <inkml:trace contextRef="#ctx0" brushRef="#br0" timeOffset="85882.19">25426 11639 9215 0,'0'0'816'0,"0"0"-656"0,2-5-160 0,-1-1 0 15,-1 1 2368-15,1-1 432 16,1-2 80-16,-2 0 32 0,-2-2-1072 0,1 1-224 0,-2-2-32 0,1 1-16 16,-2 1-640-16,-1 1-128 0,-2 0-32 0,1 3 0 15,-3 2-192-15,-1-1-64 0,3 4 0 0,-3 4 0 16,1 4-80-16,1 5-32 0,-2 5 0 0,1 3 0 15,1 4-400-15,3-4 0 0,0 2 128 0,1 3-128 16,1 2 0-16,4-6 0 0,2-1 0 0,1-6 128 0,1 2 384 16,4 0 64-16,2-10 0 0,0-5 16 0,3-3-80 0,1-4 0 15,2-4-16-15,1-8 0 0,3-3-192 0,1-7-48 16,1-5 0-16,0-4 0 0,0-2-256 0,1 0-144 16,-2 2 16-16,-5 7 0 0,0-1 128 0,-1-1-208 15,-2-3 80-15,-1-1 128 0,-3-2 0 0,0-1 0 16,-4-1 0-16,-1-11 0 0,-3 1 0 0,-4 2 0 15,-2 3 176-15,-1 6-176 0,-1 7 288 0,-1 6-32 16,1 7-16-16,-2 6 0 0,0 7 224 0,0 9 48 16,0 6 16-16,1 14 0 0,0 10-336 0,0 10-64 15,2 9 0-15,-1 3-128 0,2 4 0 0,-1 4 0 16,-1 2 0-16,3 0 0 0,-1-2 208 0,1-3-64 16,0-1-16-16,2-5 0 0,1-6 400 0,3-6 80 15,-1-7 16-15,4-5 0 0,0-5-304 0,2-5-64 16,1-5-16-16,3-6 0 15,1-4-864-15,1-6-160 0,2-5-48 0,-2-3 0 16,3-3-2352-16,0-2-464 0,0-8-112 0</inkml:trace>
  <inkml:trace contextRef="#ctx0" brushRef="#br0" timeOffset="86116.54">25894 11432 9215 0,'0'0'816'0,"2"10"-656"0,-4 3-160 0,2 4 0 15,-1 0 4544-15,2 2 864 0,-1 4 176 0,0-1 48 16,0 0-3840-16,0 0-752 0,2 0-144 0,0-2-48 15,1-2 400-15,1-1 80 0,0-4 16 0,-2-6 0 16,4 2-48-16,0-1 0 0,2-7 0 0,1 0 0 0,1-1-592 0,2-2-112 16,1-8-16-16,3-4-16 0,-3-4-176 0,0-3-48 15,0-2 0-15,0-1 0 16,1-3-176-16,-4 7-32 0,0 1-128 0,0-1 192 0,0-3-192 0,-3 0 128 16,0 3-128-16,-2-3 0 15,-1 3-288-15,0-3-160 0,-3 6-16 0,-1 7-16 16,-2 1-1904-16,2 9-384 0,0 0-80 0,-7 10-13904 15</inkml:trace>
  <inkml:trace contextRef="#ctx0" brushRef="#br0" timeOffset="86319.77">26229 11660 17503 0,'0'0'1552'0,"7"8"-1232"16,2-5-320-16,0 3 0 0,2-2 3360 0,-1-2 608 15,-1 0 128-15,2-2 32 0,0-3-1696 0,1-1-320 16,0-3-80-16,0 0-16 0,-1-2-1056 0,2-1-192 15,-2 3-64-15,-2-4 0 0,-3-1-128 0,0 1-48 16,0-1 0-16,-2 2 0 0,-1 0-192 0,-3 3-32 16,-2 0-16-16,-2 1 0 0,-1-4-96 0,-3 4-32 15,-1 1 0-15,-2 2 0 0,-2-2-416 0,-2 4-64 16,0-2-32-16,-4 3 0 16,-2 3-2576-16,-1-2-512 0,0 4-96 0</inkml:trace>
  <inkml:trace contextRef="#ctx0" brushRef="#br0" timeOffset="86678.99">25240 12096 15663 0,'0'0'688'0,"0"0"144"0,-4 3-656 0,4-3-176 16,0 0 0-16,0 0 0 0,0 0 2880 0,8-1 528 15,4-1 112-15,3 1 32 0,4 0-1296 0,3 1-256 16,4-1-48-16,2 1-16 0,6 0-352 0,17 0-80 16,3 1-16-16,2 1 0 0,4 1-256 0,-2 0-48 15,0-3-16-15,-1 0 0 0,-1 0-480 0,-2-3-112 16,0 0 0-16,0 1-16 0,-2 1-48 0,-3-1-16 15,-3 1 0-15,-5 0 0 0,-5-1-304 0,-5 1-64 16,-5 2-128-16,-3-1 192 0,-7 0-192 0,-2 0 0 16,-5 0 0-16,-2 0 0 15,-7 0-1760-15,0 0-240 0,0 0-48 0,0 0-11248 16,-13 2-2240-16</inkml:trace>
  <inkml:trace contextRef="#ctx0" brushRef="#br0" timeOffset="87262">25682 12490 21359 0,'0'0'944'0,"0"0"208"0,0 0-928 0,-5-2-224 0,-1-1 0 0,1 0 0 0,0 1 1504 0,-3-1 256 16,-2 2 48-16,-1 0 16 0,0 1-736 0,-5 2-128 15,-1 5-48-15,0 2 0 0,0 1-336 0,2 6-80 16,-1 5-16-16,0 2 0 0,3 3-80 0,1 2-16 16,5 0 0-16,-1 1 0 0,3-2 48 0,2-1 0 15,2-3 0-15,2-4 0 0,3-3 64 0,4-6 16 16,2-3 0-16,6-5 0 0,1-2-304 0,4-9-48 16,1-5-16-16,3-4 0 0,1-4-144 0,1-2 0 15,0-5 0-15,-4 6 0 0,-3-6-240 0,0 2 80 16,0-3 16-16,-1 0 0 0,-2-1 144 0,-1-1 0 15,-3 2 0-15,1-10 0 0,-5 5 480 0,-4 1 128 16,-3 4 32-16,-1 4 0 0,-2 4-48 0,-2 5 0 16,-1 4 0-16,2 6 0 0,2 7 112 0,-8 3 0 15,0 4 16-15,1 8 0 0,1 3-256 0,1 7-48 16,2 5-16-16,2 4 0 0,1 1-400 0,2-1 128 16,1-3-128-16,2-1 0 0,2 1 0 0,2-2 0 15,3-4 0-15,1-4 0 0,1-4 0 0,3-4 0 0,0-5 0 0,1-6 0 16,2-6 0-16,0-4 0 0,0-5 0 0,1-5 0 15,1 0 0-15,-1-3 0 0,-3 0-144 16,0 0 144-16,-2 0 0 0,-3 1-160 0,-2-1 160 0,-4 2-128 16,-1 4 128-16,-3-1 0 0,0 4 128 0,-2 3-128 15,-2 3 208-15,1 6-16 0,0 0-16 0,-6 2 0 16,-1 6 208-16,2 4 64 0,0 4 0 0,-1 2 0 16,3-3-320-16,1 4-128 0,2 0 128 0,2 2-128 0,0 1 0 0,3 0 0 31,2 1 0-31,-2-1 0 15,0-3-544-15,0 0-96 0,1-1 0 0,-2-5-16 16,0-3-2336-16,-3-3-464 0,-1-7-80 0</inkml:trace>
  <inkml:trace contextRef="#ctx0" brushRef="#br0" timeOffset="87402.61">25956 12551 4607 0,'-12'-14'400'0,"7"6"-400"16,0-1 0-16,-1 1 0 0,4 2 6304 0,2 6 1184 15,-3-5 224-15,3 5 48 0,0 0-4176 0,0 0-832 16,0 0-160-16,8 2-32 0,2 3-1728 0,3 1-352 0,3-2-64 0,4-1-16 15,2 1-400-15,3 0 0 0,3-1 128 0,10 1-128 16,-1-4 0-16,-1-3 0 0,-2 1-192 0,1-2 192 31,-4-3-2368-31,1-1-368 0,-6-1-64 0</inkml:trace>
  <inkml:trace contextRef="#ctx0" brushRef="#br0" timeOffset="87638.26">26673 11344 13823 0,'0'0'608'0,"0"0"128"0,0 9-592 0,0 2-144 16,0 3 0-16,1 4 0 0,0 5 6592 0,1 4 1280 16,-2 6 256-16,1 4 48 0,-1 6-5392 0,0 8-1072 15,0 7-224-15,-1 2-32 0,-1 3-688 0,0 9-128 16,-1 4-16-16,3-15-16 0,-1 8-432 0,0 0-176 15,-1-1 128-15,2 1-128 16,0 3-1344-16,0 2-336 0,2 0-80 0,-2 23-12256 16,0-12-2464-16</inkml:trace>
  <inkml:trace contextRef="#ctx0" brushRef="#br0" timeOffset="88255.52">27034 12043 30063 0,'0'0'1328'0,"0"0"272"0,0 0-1280 0,0 0-320 16,0 0 0-16,0 0 0 0,0 0 1584 0,0 0 240 15,-3 8 48-15,-1 6 16 0,0 6-1088 0,1 3-224 16,-1 2-32-16,0 4-16 0,0 3-368 0,1 1-160 16,2 2 128-16,0 0-128 0,-1-5 160 0,2 0-160 0,0-4 192 0,2-2-192 15,0-5 128-15,2-2-128 16,0-4 0-16,1-4 0 15,0-2-512-15,-5-7-144 0,10 0-48 0,-1-3 0 16,-1-2-2848-16,-1-3-576 0</inkml:trace>
  <inkml:trace contextRef="#ctx0" brushRef="#br0" timeOffset="88427.34">26898 12256 14735 0,'0'0'1312'0,"0"0"-1056"0,-6 5-256 0,6-5 0 16,0 0 4560-16,0 0 864 0,0 0 160 0,0 0 48 15,9 1-3328-15,1 0-672 0,2-1-128 0,-2 2-32 16,2 0-992-16,1-2-208 0,2 2-32 0,-1-1-16 16,4-1-624-1,0-3-128-15,1 1-32 0,7-2 0 0,0 0-2704 0,-3-1-528 0</inkml:trace>
  <inkml:trace contextRef="#ctx0" brushRef="#br0" timeOffset="88583.59">27331 12139 21183 0,'0'0'1888'0,"0"0"-1504"16,9 6-384-16,-1-4 0 0,0 2 4224 0,-2-2 768 16,2 3 144-16,0-4 48 0,1 2-2896 0,2 1-576 15,-1-2-112-15,3 1-32 0,-1-1-928 0,2 2-176 16,-1 0-32-16,-1-1-16 16,-2 1-1664-16,-1-2-336 0,-2 2-64 0,-7-4-11280 15,7 5-2240-15</inkml:trace>
  <inkml:trace contextRef="#ctx0" brushRef="#br0" timeOffset="88724.19">27229 12381 17503 0,'0'0'768'0,"0"0"176"0,4 6-752 0,2-1-192 0,1-1 0 0,4 0 0 16,1 0 3632-16,2 0 688 16,5 1 144-16,1-3 16 0,9-1-3424 0,-3 0-688 0,-1-1-144 0,-1 0-10320 31,0-2-2064-31</inkml:trace>
  <inkml:trace contextRef="#ctx0" brushRef="#br0" timeOffset="88974.17">27658 12189 12895 0,'-5'12'1152'0,"0"1"-928"0,1 4-224 0,0 1 0 0,0 2 5328 0,3-1 1024 15,1-2 208-15,3 0 32 0,-1-3-4096 0,3-1-816 16,3-1-160-16,3-4-48 0,2-3-688 0,2-2-144 15,4-6-16-15,0-2-16 0,2-3-320 0,1-4-64 16,-1-1-16-16,-1-1 0 0,-1-2-80 0,-2 1 0 16,-4-1-128-16,0 2 192 0,-4-3-16 0,-2 4-16 15,-2-3 0-15,-5 3 0 0,-5 0 304 0,-2 1 64 16,-3 1 16-16,-3-1 0 0,-3 0-224 0,-3 2-64 16,-4 2 0-16,0 1 0 15,-3 1-1040-15,2 3-224 0,2 1-32 0,3 4-16 16,2 1-1664-16,2 2-336 0,5 0-64 0</inkml:trace>
  <inkml:trace contextRef="#ctx0" brushRef="#br0" timeOffset="89380.38">27834 11990 22111 0,'0'0'1968'0,"0"0"-1584"16,0 0-384-16,0 0 0 0,9-2 3408 0,2 1 608 15,1 0 112-15,2-3 32 0,2 2-2192 0,2-1-432 16,4-1-96-16,0 0-16 0,0 0-672 0,1 1-144 16,-3-3-32-16,3 0 0 0,-3 3-352 0,3-1-80 15,-1-3-16-15,-3 2 0 0,0 0-128 0,-4 1-176 16,1-1 48-16,-3 1 0 15,-3 0-1152-15,-1 1-240 0,-2-1-32 0,-7 4-16 16,0 0-2032-16,0-5-416 0</inkml:trace>
  <inkml:trace contextRef="#ctx0" brushRef="#br0" timeOffset="89523.6">28129 11717 12895 0,'0'0'1152'0,"0"0"-928"0,1 9-224 0,-1 0 0 15,0 0 5456-15,0 5 1056 0,-1 1 208 0,0 3 32 16,-1 2-3856-16,0 2-768 0,-1 2-144 0,1 2-48 0,-2 1-1120 0,0 3-240 15,-1 1-32-15,-1 2-16 16,0 1-1360-16,2 0-288 0,0-2-48 0</inkml:trace>
  <inkml:trace contextRef="#ctx0" brushRef="#br0" timeOffset="92617.86">28093 12016 3679 0,'0'0'320'0,"0"0"-320"0,0 0 0 0,0 0 0 16,0 0 2528-16,0 0 432 15,0 0 96-15,2-12 16 0,-2 12-1184 0,-6-3-224 0,6 3-64 0,-8-2 0 16,8 2-384-16,0 0-64 16,0 0-32-16,0 0 0 0,0 0-288 0,0 0-48 0,0 0-16 0,-8 8 0 15,3 3-416-15,2 2-96 16,1 2 0-16,0 4-16 0,2 3-48 0,2 2 0 0,-1 1 0 0,0-1 0 15,0 1 64-15,1 0 16 16,-2-3 0-16,1 0 0 0,0-1-80 0,1-3-32 0,-1-1 0 0,2-5 0 16,-3-12 64-16,1 10 16 0,-1-10 0 0,0 0 0 15,0 0-32-15,0 0 0 0,0 0 0 0,0 0 0 16,0 0 288-16,0 0 48 0,9-9 16 0,-1-4 0 16,-2-5-112-16,1 0-32 0,-1-4 0 0,3-2 0 0,3-2-288 15,-3 0-128-15,-2-3 128 0,-1 2-128 0,1 0 128 0,-3 0-128 16,-2 3 0-16,1 4 128 0,0 2-128 0,-3 6 0 15,0 12 144-15,0 0-144 0,-6-6 0 0,6 6 0 16,-6 6 0-16,-1 5 128 0,0 6-128 0,-1 5-208 16,1 1 48-16,1-1 16 0,2 1 144 0,0-1-128 15,1 0 128-15,2-1-128 0,0-2 128 0,1-4 0 16,0-2 0-16,1-3-128 0,-1-10 128 0,0 0 0 16,0 0 0-16,0 0 0 0,0 0 0 0,0 0 0 15,0 0 128-15,0 0-128 0,0 0 384 0,0 0 0 0,6-6 0 0,0-5 0 16,-1-2-128-16,-2-1-32 15,-5-2 0-15,1-1 0 0,-2 0-224 0,1-2 0 16,-2-1 0-16,0 1 0 0,-1-1 0 0,-1 3 0 16,1 3 0-16,1 3 0 0,-1 3-256 0,5 8 64 15,0 0 16-15,0 0 0 0,-9 12-160 0,2 1-48 0,4 3 0 0,-1 2 0 16,0 2 192-16,2-1 16 16,2-2 16-16,2-1 0 0,0-2 160 0,1-1 0 0,1-2 0 0,-4-11 0 15,6 10 320-15,-6-10-16 0,8 8 0 0,-8-8 0 16,0 0 80-16,11 2 32 0,-11-2 0 0,10-2 0 15,-1-1 32-15,-9 3 0 0,8-10 0 0,0 1 0 16,-2 0-192-16,-2 1-48 0,-4-3 0 0,0 2 0 0,0-4-80 16,-1 0-128-16,-2 3 176 0,1-2-176 0,-2 3 160 0,1 1-160 15,3 8 128-15,-4-8-128 0,4 8 128 0,0 0-128 16,0 0 0-16,0 0 128 0,-9-2 16 0,9 2 0 16,-8 6 0-16,3 3 0 0,5-9-336 0,-6 9-64 15,0 3 0-15,3-1-16 16,3-11-2032-16,-3 9-384 0</inkml:trace>
  <inkml:trace contextRef="#ctx0" brushRef="#br0" timeOffset="96113.38">28692 11791 18079 0,'0'0'800'0,"0"0"160"0,0 0-768 0,0 0-192 0,0 0 0 0,9-4 0 16,-9 4 1984-16,15-3 368 0,-1-1 64 0,3 0 16 15,3-1-752-15,0 1-144 0,3-3-16 0,0 1-16 16,0-4-320-16,1 4-64 0,1-1-16 0,-3 2 0 16,0 0-624-16,-2 1-128 0,-5-2-32 0,1 3 0 15,-3-1-320-15,-1 1 144 0,-1 1-144 0,0 1 0 16,-11 1-992-16,8-2-304 0,-8 2-64 15,0 0-8944-15,0 0-1776 0</inkml:trace>
  <inkml:trace contextRef="#ctx0" brushRef="#br0" timeOffset="96300.97">28922 11435 5519 0,'0'0'240'0,"0"0"64"0,0 0-304 0,0 0 0 16,0 0 0-16,0 0 0 0,0 0 5408 0,0 0 1024 15,5 14 208-15,-1 2 32 0,1 5-4080 0,-2 8-816 0,-3 8-176 16,-4 3-16-16,0 6-720 0,-1 1-144 16,-5 3-16-16,0 2-16 0,-2 1-400 0,3-3-80 0,0 3-16 0,0-4 0 31,1 2-1008-31,0-1-208 0,2-4-32 0,-1 0-9680 0,3-3-1936 0</inkml:trace>
  <inkml:trace contextRef="#ctx0" brushRef="#br0" timeOffset="99431.73">29744 11342 9215 0,'0'0'816'16,"0"0"-656"-16,0 0-160 0,0 0 0 15,0 0 2240-15,0 0 432 0,0 0 80 0,0 0 0 0,0 0-944 0,0 0-192 16,0 0-32-16,0 0-16 0,-1-8-624 0,1 8-128 16,0 0-32-16,-1-8 0 0,1 8-192 0,0 0-32 15,-3-9-16-15,3 9 0 0,0 0-96 0,0 0-32 16,0 0 0-16,-8-5 0 0,8 5-96 0,-10-2-32 16,-1 2 0-16,1 4 0 0,0 4-160 0,-2 4-128 15,0 2 144-15,-2 7-144 0,-3-1 0 0,1 3 0 16,-2 0 0-16,2 5 0 0,2 1-160 0,2 1 160 15,3-4-128-15,1 0 128 0,3-2 0 0,2-3 0 16,3-2 0-16,3-5 128 0,1-4 144 0,2-3 48 16,4-5 0-16,3-2 0 0,0-2 160 0,2-3 32 15,1-4 16-15,0-2 0 0,-1-6-176 0,1 0-32 16,0-1-16-16,-1-2 0 0,1 0-128 0,-1-7-32 16,1 0 0-16,1-2 0 0,0-2-144 0,0 0 192 15,-5 0-192-15,-1-1 192 0,1-2-192 0,-1 0 128 0,-4-5-128 0,-1 2 128 16,0-3-128-16,-1 0 160 15,-1-3-160-15,-1 0 160 0,-2-1-160 0,-1-2 0 0,-1 2 144 0,0 2-144 16,-1 3 0-16,0 2 144 16,0 6-144-16,1 8 0 0,1 4 240 0,0 8-64 15,0 11-16-15,0 0 0 0,0 0 160 0,1 19 16 0,-1 10 16 16,0 7 0-16,-1 10-224 0,0 7-128 0,-2 7 160 0,1 3-160 16,-2 2 176-16,0 0-176 0,0-1 192 0,0-5-192 15,0-4 192-15,1-5-192 0,3-6 192 0,0-4-192 16,2-4 144-16,0-3-144 0,2-6 0 0,0-3 144 15,0-5-144-15,0-3 0 0,-1-3 0 0,-1-2 0 16,-2-11-416 0,0 0-64-16,0 0-16 0,0 0 0 0,0 0-1744 0,11 1-336 0,-11-1-80 0,11-7-7360 15,0-2-1472-15</inkml:trace>
  <inkml:trace contextRef="#ctx0" brushRef="#br0" timeOffset="99684.17">30048 11287 17503 0,'0'0'768'0,"0"0"176"0,0 0-752 0,4 12-192 16,0 2 0-16,-1 3 0 0,-3 1 3136 0,-2 3 576 0,1-1 128 0,-3 3 32 15,-1 0-2432-15,0-3-480 0,1 0-112 0,1-3-16 16,2-3-192-16,1-1-32 0,0-3-16 0,0-10 0 16,5 11 128-16,-5-11 32 0,0 0 0 0,9 5 0 15,3-5-64-15,0-4-16 0,-2-2 0 0,2-1 0 16,-1-5-272-16,1-1-48 0,-1-4-16 0,2-1 0 15,-3-1-176-15,1-1-32 0,-2 0-128 0,0 0 192 16,-3-4-192-16,1 1 128 0,-2-2-128 16,-1 0 0-16,-1-1 0 0,-1 6-240 0,-1 1 32 0,1 6 0 31,-1 4-1072-31,-1 9-224 0,0 0-32 0,0 0-16 0,0 0-1856 16,0 11-368-16</inkml:trace>
  <inkml:trace contextRef="#ctx0" brushRef="#br0" timeOffset="99911.98">30341 11454 24063 0,'0'0'1072'0,"0"0"208"0,4-8-1024 0,-4 8-256 15,3-9 0-15,-3 9 0 0,-4-5 1696 0,-1 2 288 16,0 0 48-16,-2 3 16 0,-2 3-992 0,1 3-192 16,0 1-32-16,0 5-16 0,-1 2-144 0,0 3-32 15,0 3 0-15,3-1 0 0,-1-1-384 0,3-1-96 16,3-1-16-16,1-2 0 0,1-2 80 0,-1-12 16 15,0 0 0-15,12 10 0 0,-12-10 32 0,14 6 16 16,1-6 0-16,-1-2 0 0,0-3-480 0,1-1-112 0,0-3-16 0,2-2 0 16,-1 1-1584-16,1 1-320 0,-2-4-64 0,0 2-12272 15</inkml:trace>
  <inkml:trace contextRef="#ctx0" brushRef="#br0" timeOffset="100271.33">29425 12029 17503 0,'-11'6'768'0,"11"-6"176"0,-6 7-752 0,6-7-192 0,0 0 0 16,6 6 0-16,2 2 3056 0,8-3 576 15,7-1 112-15,7-1 32 0,6-2-1936 0,3-2-384 0,0-2-80 0,1-3-16 16,3-1-176-16,2-1-32 0,0-1-16 0,5-1 0 16,1-2-176-16,-2 2-16 0,-1 0-16 0,-5 3 0 15,-3 0-480-15,-4 1-112 0,-2 0-16 0,-7 1 0 16,-5 0-320-16,-3 1 0 0,-5 0 0 0,-1 2 0 15,-4-1-1152 1,-9 3-256-16,0 0-64 0,0 0 0 0,0 0-1728 0,0 0-368 0,0 0-64 0</inkml:trace>
  <inkml:trace contextRef="#ctx0" brushRef="#br0" timeOffset="100818.15">29786 12304 21935 0,'0'0'960'0,"0"0"224"0,-10 6-944 0,-1 1-240 15,2-2 0-15,-1 4 0 0,-2 0 1088 0,-2 2 192 16,1 4 16-16,-2 2 16 0,0 2-224 0,-1 1-64 16,-4 4 0-16,1 1 0 0,2 1-320 0,0 1-64 0,1 2 0 0,4-1-16 15,3 0 80-15,3-2 0 0,2-3 16 0,4-3 0 16,5-3 96-16,3-7 16 0,2-2 0 0,5-4 0 15,0-5-464-15,5-3-96 16,-1-5-16-16,2-3 0 0,-1-1-256 0,-2-4 160 0,3-4-160 0,2-1 128 16,2-3-128-16,-1-1 0 15,-5-3 0-15,2 1 128 0,-1-1-128 0,-2 0 0 0,0-1 144 0,-1 0-144 16,-3-1 128-16,0-3-128 0,-3 0 128 0,-2-2-128 16,-2-2 304-16,-3 3-16 0,-4 2 0 0,0 2 0 15,-1 5-16-15,-2 6 0 0,-1 6 0 0,0 5 0 16,4 9 128-16,0 0 32 0,-12 12 0 0,3 7 0 15,1 7-48-15,1 8-16 0,-3 7 0 0,3 3 0 0,-2 3-368 16,3-3 144-16,2 2-144 0,2-2 0 0,0-1 128 16,4-1-128-16,2-6 0 0,2-4 0 0,2-8 0 0,5-3 0 15,1-3 0-15,2-4 0 0,1-7 0 0,1-3 0 16,1-4 0-16,1-5 0 0,0-4-256 0,-1-4 32 16,0-3 16-16,-2-1 0 0,0-4 0 0,-2 2 0 15,-2-6 0-15,-1 2 0 0,-3-2 16 0,-4 1 0 16,-1 2 0-16,-1 1 0 0,-3 3 192 0,1 4 0 15,-1 3-160-15,0 11 160 0,0 0 0 0,0 0-176 16,0 0 176-16,-4 17-128 0,0 4 128 0,3 1-160 16,1-2 160-16,1 1-160 0,2 1 160 0,1-1-128 15,0-2 128-15,1 1-128 16,2-1-992-16,-2-2-192 0,0-1-32 0,-1-2-16 16,-2-1-1600-16,-2-13-320 0</inkml:trace>
  <inkml:trace contextRef="#ctx0" brushRef="#br0" timeOffset="100974.38">29984 12373 9215 0,'0'0'400'0,"0"0"96"0,0 0-496 0,0 0 0 15,0 0 0-15,0 0 0 0,9 6 5744 0,3 1 1040 0,2-1 224 0,3 0 32 16,0-2-5344-16,3-1-1072 16,3 0-224-16,-1-3-32 0,1-1-368 0,-1-2 0 0,-1-2 0 15,0 1 0 1,-2-4-2176-16,-1-1-512 0,1-3-112 0,-1-1-16 0</inkml:trace>
  <inkml:trace contextRef="#ctx0" brushRef="#br0" timeOffset="101271.71">30736 11022 21183 0,'-5'18'944'0,"3"-1"192"0,-4 2-912 0,1 7-224 15,-1 5 0-15,-2 7 0 0,-3 5 2752 0,1 6 512 16,-2 7 112-16,-1 1 16 0,-2 2-1328 0,-2 9-256 16,-3 5-48-16,2 6-16 0,0 3-864 0,1 2-176 0,1 2-48 0,2 3 0 15,-1-2-464-15,2-1-192 0,3-3 176 0,1-5-176 16,1-4-192-16,1-6-144 0,2-4-32 0,3-6 0 31,0-5-2128-31,2-5-448 0,-1-5-64 0,1-7-12176 0</inkml:trace>
  <inkml:trace contextRef="#ctx0" brushRef="#br0" timeOffset="101615.43">30839 12177 4607 0,'8'-9'400'0,"0"0"-400"16,-1 1 0-16,-1 2 0 0,-6 6 5104 0,8-7 928 15,-8 7 192-15,0 0 48 0,0 0-3120 0,0 0-608 16,0 0-128-16,8 11-32 0,-6 4-944 0,-2 6-192 16,-2 5-32-16,-3 5-16 0,-5 6-576 0,1 1-112 15,0 1-32-15,0 0 0 0,0 1-288 0,1 2-64 16,2 1-128-16,0-4 192 0,2-2-192 0,1-5 0 16,-1-2 0-16,2-6 0 0,2-3 0 0,0-6-128 15,2-2-16-15,-2-13 0 16,0 0-1344-16,0 0-272 0,11 3-48 0,-11-3-16 15,13-9-1360-15,-1-3-272 0,0-2-48 0</inkml:trace>
  <inkml:trace contextRef="#ctx0" brushRef="#br0" timeOffset="101802.9">30799 12321 18431 0,'0'0'1632'0,"0"0"-1312"0,0 0-320 0,0 0 0 16,0 0 3424-16,0 0 608 0,0 0 128 0,9 9 32 15,-9-9-2336-15,14 6-448 0,3 1-112 0,2-2-16 16,-1 0-816-16,1-1-160 0,2-1-48 0,3-2 0 16,1-2-256-16,-1 0-224 0,1 1 32 0,0-2 16 15,0 0-1680 1,1-4-352-16,-3 4-64 0</inkml:trace>
  <inkml:trace contextRef="#ctx0" brushRef="#br0" timeOffset="101990.53">31021 12502 14735 0,'0'0'1312'0,"0"0"-1056"15,0 0-256-15,0 0 0 0,11 4 3408 0,0-4 624 16,-1 0 128-16,1-3 32 0,-1 2-2080 0,2 1-432 16,1 0-80-16,0 0 0 0,3-1-1088 0,-2 1-192 15,0-2-64-15,1 2 0 0,-2 0-448 0,0 2-112 0,0-1-16 0,0 3 0 31,-3-3-1552-31,-10-1-320 0,9 5-64 0,-9-5-11168 0</inkml:trace>
  <inkml:trace contextRef="#ctx0" brushRef="#br0" timeOffset="102401.83">31088 12731 911 0,'0'0'0'0,"0"0"0"0,0 0 0 0,0 0 0 15,0 0 6672-15,0 0 1264 0,0 0 240 0,0 0 48 16,0 0-5104-16,11-5-1024 0,-11 5-208 0,10-4-32 15,-1 3-1216-15,1 0-224 0,0 1-48 0,0 0-16 16,1 1-352-16,-1-1 0 0,1 0 0 0,-1 0 0 16,1-1-1104-1,-1-1-240-15,-1 0-64 0,2-2-14256 0</inkml:trace>
  <inkml:trace contextRef="#ctx0" brushRef="#br0" timeOffset="102684.36">31394 12488 27519 0,'0'0'1216'0,"0"0"256"0,-7 11-1168 0,-1-2-304 16,0 3 0-16,1 4 0 0,-1-1 1920 0,0 4 336 0,0-1 64 15,2 3 16-15,2-2-976 0,1 1-192 0,0-6-32 16,3 1-16-16,4-4-208 0,0 0-32 0,-4-11-16 0,11 6 0 16,0-2-288-16,2-2-48 0,3-5-16 0,1-2 0 15,0-3-208-15,1-5-48 0,2 0-16 0,-2-3 0 16,-1 1-48-16,1-1-16 0,-2-1 0 0,-3 1 0 15,-3 1-32-15,-2 0 0 0,-4 0 0 0,-3 0 0 16,-3 2 32-16,-2 0 0 0,-3-1 0 0,-3 1 0 16,-2 1-176-16,-2 2 0 0,-3 1 0 0,-1 2 0 31,-1 3-608-31,0 3-96 0,1-2-32 0,1 6 0 16,2-1-2080-16,4 4-432 0,0-1-80 0</inkml:trace>
  <inkml:trace contextRef="#ctx0" brushRef="#br0" timeOffset="102856.22">31679 12219 20271 0,'0'0'1792'0,"10"0"-1424"0,-10 0-368 0,11 0 0 0,-11 0 2992 0,10 1 528 15,-1 1 96-15,-9-2 32 0,10 5-1856 0,-1 0-352 16,-1 0-80-16,1 0-16 0,-9-5-944 16,11 7-192-16,0-3-32 0,-1-1-16 0,-1-2-160 0,0-1-272 15,1-3 64-15,-10 3 16 16,10-5-2496-16,-1 0-512 0,-9 5-80 0</inkml:trace>
  <inkml:trace contextRef="#ctx0" brushRef="#br0" timeOffset="102996.84">31779 12115 9215 0,'0'0'816'0,"0"0"-656"0,0 0-160 0,-3 11 0 16,0 1 6064-16,0 1 1168 0,-1 2 256 0,2 3 32 15,-1 1-4480-15,1 4-896 0,-1 1-176 0,0 2-48 16,-1 2-1152-16,3 0-224 0,-1 4-48 0,0-4-16 31,1 0-2592-31,1-1-512 0</inkml:trace>
  <inkml:trace contextRef="#ctx0" brushRef="#br0" timeOffset="104223.21">31957 11692 28447 0,'0'0'1264'0,"0"0"256"0,10-1-1216 0,2-2-304 0,1 2 0 0,1-1 0 0,2 2 1728 0,1 0 304 16,-2 2 48-16,4-1 16 0,2 2-784 0,-2 0-160 15,-1 1-16-15,1-1-16 0,0 3-704 0,-1-2-144 16,-2-1-16-16,1 0-16 0,-3-2-240 0,-2 2 0 16,0 0 128-16,-3-1-128 15,-1 0-1648-15,-8-2-368 0,0 0-80 0,0 0-8784 16,0 0-1744-16</inkml:trace>
  <inkml:trace contextRef="#ctx0" brushRef="#br0" timeOffset="104379.43">31916 11871 9215 0,'0'0'816'0,"-1"12"-656"16,1-12-160-16,4 10 0 0,2 1 4544 0,5 0 864 0,1 2 176 0,3-2 48 16,3-1-3280-16,3-2-656 15,3-2-128-15,1 1-32 0,1-2-912 0,1-1-192 16,0 0-48-16,2 0 0 15,1-4-640-15,-3-1-144 0,1-2-32 0,-3 0 0 16,-1 0-1104-16,0-5-240 0,-3-1-32 0</inkml:trace>
  <inkml:trace contextRef="#ctx0" brushRef="#br0" timeOffset="104694.22">32662 11808 23951 0,'0'0'1056'0,"-1"12"224"0,-1 1-1024 0,1 0-256 0,0 2 0 0,1 0 0 0,1-1 2192 0,2 2 384 16,-2 0 80-16,3-3 16 0,1-1-1520 0,2-3-288 16,2-3-64-16,3-1-16 0,1-3-400 0,1-4-64 15,0 0-32-15,2-5 0 0,1-2 144 0,0-4 16 16,0 0 16-16,0-1 0 0,0-5 144 0,-2 1 32 16,0 0 0-16,-2-2 0 0,-3 1-32 0,-1 1 0 15,-1-1 0-15,-3 1 0 0,-2 0-160 0,-2 1-16 16,-2 0-16-16,-2 0 0 0,-1 0-96 0,-1-1-32 15,-3 1 0-15,-2 3 0 0,-3 0-64 0,-3 4-16 16,-2 1 0-16,-3 2 0 0,-1 2 0 0,-3 3 0 16,-4 2 0-16,2 2 0 0,0 2-208 0,-1 1 128 15,0 2-128-15,0-1 0 16,2 1-1728-16,4-1-432 0,1 0-80 0</inkml:trace>
  <inkml:trace contextRef="#ctx0" brushRef="#br0" timeOffset="112666.05">29405 13220 7359 0,'0'0'656'0,"0"0"-528"0,0 0-128 0,0 0 0 0,0 0 2208 0,8 2 416 16,1-9 64-16,-2-3 32 0,-1 1-992 0,1-1-192 0,1 0-32 0,1 1-16 15,1 1-336-15,3-1-64 16,0 2 0-16,3 1-16 0,4 1-48 0,0 2 0 15,4-1 0-15,2 3 0 0,0 0-64 0,3 1-32 0,-1 2 0 0,6 2 0 16,5-3-112-16,3 5-32 0,2-4 0 0,5 3 0 16,4-1-368-16,-1 4-80 0,-5 3-16 0,-3-2 0 15,-3 1-176-15,-3 2-144 0,-4 2 192 0,-2 2-192 16,1 2 128-16,-5-4-128 0,-3 2 0 0,-1-3 0 16,-2 1 128-16,0 2-128 0,-1-3 0 0,-3-2 0 0,-2-1 0 15,-1-1 128-15,2-5-128 0,-1 0 0 0,-2-1 128 0,3-3-128 16,4-2 0-16,0 0 0 0,-1-8 208 0,0 0-64 15,4-2-16-15,-1-2 0 0,1-2-128 0,-1-2 0 16,1 0 0-16,1 0 128 0,-2-2-288 0,3 3-64 16,3-1-16-16,2 2 0 0,4 4 64 0,0 3 16 15,1 3 0-15,-2 4 0 0,-1 5 160 0,0 5 0 16,1 4 0-16,-3 1 0 0,-2-2-208 0,0 5 32 16,-5 0 16-16,0 1 0 0,-3-3 160 0,-3-1 0 0,-2-3 0 15,-2 1 0-15,0-1 304 0,-2-2 80 0,0-3 32 0,1 1 0 16,0-5 48-16,-1-1 16 0,-1-1 0 0,1-2 0 15,0-1-288-15,0-1-48 0,-2-3-16 0,0-1 0 32,1-2-576-32,-2 2-128 0,-1 0-32 0,0 1 0 15,-2 1-1968-15,-6 7-400 0,0 0-80 0</inkml:trace>
  <inkml:trace contextRef="#ctx0" brushRef="#br0" timeOffset="113869.11">31075 13667 14735 0,'0'0'1312'0,"12"6"-1056"16,4-4-256-16,-1 2 0 0,0 0 3216 0,0 0 592 15,1-1 112-15,2 1 32 0,1-1-1712 0,-2 3-352 16,-1 0-64-16,-1-2-16 0,-1 0-1056 0,-1 1-224 16,-13-5-32-16,13 2-16 0,-2 0-240 0,-11-2-48 0,11 1-16 0,-11-1 0 31,0 0-1312-31,12-1-256 0,-12 1-48 0,0 0-13920 0</inkml:trace>
  <inkml:trace contextRef="#ctx0" brushRef="#br0" timeOffset="114025.27">31018 13810 24879 0,'0'0'1088'0,"8"6"256"0,4 1-1088 0,2 2-256 0,3-3 0 0,4 1 0 15,5-2 1360-15,0 0 224 0,1-1 32 0,1 0 16 16,-1-1-736-16,-2-1-128 0,-4-2-48 0,0 0 0 0,-1 0-480 0,-1-2-112 15,0-2 0-15,1 0-128 16,-1 0-1856-16,0-1-496 0</inkml:trace>
  <inkml:trace contextRef="#ctx0" brushRef="#br0" timeOffset="114275.29">31954 13160 25791 0,'0'0'2304'0,"0"0"-1856"0,0 0-448 0,0 0 0 16,0 0 3168-16,1 12 544 15,-2-2 96-15,0 5 32 0,0 3-2144 0,-1 3-416 16,0 1-96-16,-4 3-16 0,-3 1-448 0,1 0-80 0,2 0-32 0,1-1 0 15,-2-3-320-15,3-1-64 0,2-2-16 0,0 0 0 32,0-2-1312-32,0-4-272 0,1 0-48 0,2-3-11568 0,-1-10-2320 0</inkml:trace>
  <inkml:trace contextRef="#ctx0" brushRef="#br0" timeOffset="114509.61">31650 13630 1839 0,'0'0'160'0,"15"4"-160"16,-1 1 0-16,2-1 0 0,1 0 6288 0,2 0 1232 15,2-1 240-15,1 1 48 0,-1-1-4432 0,0-2-896 16,0 1-176-16,1-1-48 0,1-1-1296 0,1 0-272 16,-2-1-48-16,-1-2-16 0,2 2-448 0,1-1-176 15,-2 1 128-15,0-2-128 0,-1 1 0 0,-3-1 0 16,-2-1 0-16,-2 2 0 15,-2-1-2080-15,-2 3-288 0,-10 0-64 0,0 0-13072 0</inkml:trace>
  <inkml:trace contextRef="#ctx0" brushRef="#br0" timeOffset="114871.66">32134 13944 3679 0,'0'0'160'0,"0"0"32"0,9-5-192 0,-9 5 0 0,7-9 0 0,-7 9 0 0,0 0 6064 0,2-10 1168 16,-2 10 224-16,-2-9 48 0,-4 3-4640 0,0 1-944 16,-2-2-176-16,-4 3-32 0,-2 3-512 0,-3 1-112 15,-4 0 0-15,0 4-16 0,-2 1-576 0,-1 4-112 16,0 4-32-16,0 1 0 0,1 2-32 0,1 4-16 15,-1 2 0-15,5-1 0 0,1 1 32 0,4 1 16 16,1 1 0-16,6-1 0 0,-1-2-80 0,5 1-16 16,2 0 0-16,4 2 0 0,1-5-48 0,4 1-16 15,3-3 0-15,2 0 0 0,2-3-192 0,3 2 176 16,3-6-176-16,1 2 160 0,-2-2-160 0,1-2 0 16,4-3 144-16,1-1-144 0,-2-2 0 0,0-4 0 15,-2 0 0-15,-1-1-128 0,-1-3-208 0,-1-3-48 0,-2-1 0 0,-4-3 0 31,-1-2-1920-31,-2 2-384 0,-3 1-64 0,-3-1-14384 0</inkml:trace>
  <inkml:trace contextRef="#ctx0" brushRef="#br0" timeOffset="119700.43">19564 13803 13823 0,'0'0'608'0,"-6"-5"128"0,0 0-592 0,6 5-144 0,-5-7 0 0,5 7 0 16,0 0 3776-16,0 0 736 0,-4-9 144 0,4 9 16 15,0 0-2352-15,5-7-464 0,5 2-112 0,2 3-16 16,0 0-784-16,5 6-176 0,5 0-16 0,3 3-16 16,2-1-272-16,2 1-48 0,3 1-16 0,0 1 0 15,0 0-160-15,0-1-48 0,-2-2 0 0,-2 1 0 16,0-1-192-16,-1-2 0 0,-5-4 128 0,-2 3-128 16,-3-1-2208-1,-3 1-480-15,-1 1-112 0,-13-4-12960 0</inkml:trace>
  <inkml:trace contextRef="#ctx0" brushRef="#br0" timeOffset="119865.18">19448 14107 18431 0,'0'0'1632'0,"11"0"-1312"16,5 0-320-16,5 0 0 0,5 0 2192 0,5 0 368 15,4-5 80-15,3 3 16 0,0 0-1264 0,1 2-256 16,1 2-48-16,0 1-16 15,-3 1-1536-15,1-3-304 0,-1 2-64 0,-5 1-8096 0,-4 1-1616 0</inkml:trace>
  <inkml:trace contextRef="#ctx0" brushRef="#br0" timeOffset="120115.2">20047 13564 12895 0,'0'0'1152'0,"12"0"-928"16,1 3-224-16,3 1 0 0,2 2 4432 0,3 4 848 16,2 3 160-16,2-2 48 0,-2 4-3568 0,0 2-720 15,-2-3-144-15,-2 8-32 0,-2-1-464 0,-3 4-112 16,-2 0 0-16,-4 2-16 0,-3 2-272 0,-5 3-160 16,-4 0 192-16,-4 3-192 0,-5-1 144 0,-5 3-144 15,-3 3 0-15,-5 0 144 0,-4 0-144 0,0 1 128 16,-1-2-128-16,1-3 128 15,1-3-1312-15,4-6-272 0,2-3-48 0</inkml:trace>
  <inkml:trace contextRef="#ctx0" brushRef="#br0" timeOffset="125117.83">20896 13914 20095 0,'-10'9'896'0,"10"-9"176"0,-12 5-864 0,5 0-208 0,7-5 0 0,0 0 0 16,0 0 1264-16,0 0 208 15,0 0 32-15,0 0 16 0,0 0-416 0,13 6-80 16,8-2 0-16,7-4-16 0,5-2 144 0,7 0 48 16,0-5 0-16,7 2 0 0,5 0-144 0,5-2-32 15,6-2 0-15,4 3 0 0,2-1-400 0,-2 0-96 0,-1-2-16 0,-5 3 0 16,-4-2-336-16,-2 4-176 0,-2 0 160 16,-4 2-160-16,-8 0 0 0,-3 1 0 0,-4-2-128 0,-4 2 128 31,-5 0-464-31,-6 1 16 0,-3 0 0 0,-7 0 0 0,-9 0-1296 0,0 0-256 0,0 0-48 0,0 0-12512 15</inkml:trace>
  <inkml:trace contextRef="#ctx0" brushRef="#br0" timeOffset="125617.77">21298 13375 22511 0,'-10'-14'992'0,"5"5"224"0,-3-1-976 0,-1 2-240 15,-1 2 0-15,-1 5 0 0,1 5 944 0,0 4 144 16,-2 5 16-16,0 9 16 0,0 3-656 0,1 7-128 15,-1 5-16-15,0 2-16 0,2 4-304 0,1-6 0 0,3-2 0 0,4-5 0 16,3-7 352-16,7-6 16 16,1-6 0-16,5-5 0 0,3-5 48 0,4-6 16 15,4-8 0-15,0-4 0 0,2-2-112 0,0-3 0 16,1-5-16-16,-1 0 0 0,1-2-160 0,-2-2-16 0,-2 1-128 16,-3-4 192-16,-2 2-192 0,-3-4 144 0,-1 3-144 0,-3-4 128 15,-2 3-128-15,-1-2 160 0,-4-3-160 0,-1-1 160 16,-1 1-32-16,-2-1 0 0,-1-6 0 0,-1-1 0 15,0 0 80-15,-2 3 16 0,-1 2 0 0,1 11 0 16,2 6 416-16,0 11 64 0,0 6 32 0,1 8 0 16,0 0 128-16,-2 21 32 0,0 10 0 0,0 8 0 0,0 6-640 0,-4 4-112 15,0 2-16-15,-1 6-128 0,1 5 0 0,1-1 0 16,1 0 0-16,1 1 0 0,2-2 128 0,2-8-128 16,-1-8 0-16,3-7 0 0,1-5 0 0,2-7 0 15,5-4 0-15,0-6 0 16,2-3-1392-16,0-4-272 0,-1-3-64 0,0-2-16 15,-3-6-1152-15,-1-2-240 0</inkml:trace>
  <inkml:trace contextRef="#ctx0" brushRef="#br0" timeOffset="125852.22">21691 13297 17503 0,'0'13'1552'0,"0"3"-1232"16,0 2-320-16,2 0 0 0,1 2 2208 0,1-2 384 15,0-2 80-15,2-2 16 0,0-2-1024 0,2-4-208 16,-8-8-48-16,12 6 0 0,-1-3-320 0,2-3-64 16,0-3 0-16,0-2-16 0,0-4-320 0,0-2-64 15,1-2-16-15,-3 0 0 0,0-5-96 0,-1 0 0 16,1-2-16-16,-4 2 0 0,0-4-144 0,-2 2-32 0,-1 1 0 0,-1 1 0 16,-3-3-320-16,-2 5 0 0,-2 0 0 0,1 3 0 31,-3 2-1664-31,1 4-320 0,5 7-48 0,-9 4-14096 0</inkml:trace>
  <inkml:trace contextRef="#ctx0" brushRef="#br0" timeOffset="126449.86">22055 13332 27807 0,'8'-11'1232'0,"-8"11"256"0,8-7-1184 0,-8 7-304 0,11-1 0 0,-11 1 0 16,11 5 1424-16,-3 2 240 0,-3 4 32 0,-4 5 16 15,-3 6-720-15,-2 3-144 0,-2 4-16 0,-1 1-16 16,-5 2-496-16,0-2-112 0,0-2-16 0,3-2 0 0,1-4-192 0,3-4 0 16,1-2 128-16,3-6-128 0,1-10 0 0,0 0-128 15,0 0 128-15,0 0-208 16,0 0-336-16,0 0-64 0,8-4-16 15,-2-6 0-15,0-3-144 0,1 0-48 16,3-2 0-16,-1 0 0 0,-4-4 368 0,0 2 64 0,2-2 0 0,-1-2 16 0,-1-2 368 0,3-1 208 16,1 1-16-16,2 3-16 0,-1 2 576 0,1 2 112 15,-1 3 32-15,0 4 0 0,0 4 0 0,-10 5 0 16,10-1 0-16,-10 1 0 0,0 0-400 0,10 9-80 16,-4 1-16-16,-6 3 0 0,-2 3-192 0,-3 1-32 15,-3 0-16-15,-2 1 0 0,-3 1-160 0,-2 4 0 16,0-3 0-16,-2-1 0 0,-1-4 0 0,2 0 0 15,3-4-192-15,1-3 192 0,3-3 0 0,9-5 0 16,0 0 0-16,0 0 0 0,0 0-128 0,5 10 128 16,6-3-160-16,0 1 160 0,2 0-176 0,3-1 176 15,1-1-192-15,1 1 192 0,1-1 0 0,0 1 0 0,1-1 0 0,1-1 0 32,-1 2-512-32,-1-1 0 0,-5 1 0 0,0-2-10752 15,-2 2-2128-15</inkml:trace>
  <inkml:trace contextRef="#ctx0" brushRef="#br0" timeOffset="127090.43">21487 14225 29135 0,'0'0'1280'0,"0"0"288"0,-12-6-1248 0,0 3-320 15,-2 1 0-15,-1 4 0 0,-2 2 560 0,1 7 48 16,-3 4 16-16,0 6 0 0,-5 4-336 0,1 5-64 15,1 4-16-15,2 1 0 0,3 5-208 0,4-3 0 16,4 1 0-16,4-6 0 0,2-4 144 0,3-6-16 16,4-6 0-16,5-5 0 0,4-4 0 0,3-5-128 0,2-4 192 0,4-5-64 15,2-4 0-15,2-6-128 16,2-4 192-16,2-4-64 0,-1-8-128 0,0-2 160 16,-2-3-160-16,-1 2 160 0,-2-1-160 0,-5 2 0 15,-2-1 0-15,-4 0 0 0,-2 4 0 0,-3-1 0 16,-3 3 192-16,-4 3-64 0,-1 2 496 0,-4 0 80 0,-4-1 32 0,1 5 0 15,-1 6-144-15,-1 4-16 16,-2 6-16-16,1 5 0 0,1 4-128 0,-1 8-32 0,0 1 0 0,1 6 0 16,0 6-176-16,4 5-32 0,1 3-16 0,1 3 0 15,0 3-176-15,3 2 0 0,2-2 144 0,0 1-144 16,4-1 0-16,3-1 0 0,2-4 0 0,5-7 128 16,0-3-320-16,2-11-64 0,3-4-16 0,1-6 0 31,1-7-976-31,2-4-192 0,-1-5-32 0,0-7-16 0,-1-3 368 0,0-4 80 0,-2-1 16 0,-4-1 0 0,0 1 832 0,-3 0 192 15,-1-2 0-15,-2 4 0 0,-4-1 992 0,0 6 160 16,-3 4 16-16,-1 5 16 0,-3 12-80 0,0 0-16 16,0 0 0-16,0 0 0 0,-3 13-704 0,-1 6-160 15,-1 4-32-15,0 2 0 0,-2 2-32 0,2 1-16 16,0 0 0-16,1-2 0 0,0 2-144 0,1-2 0 16,2 0 0-16,2-4 0 0,2-2 0 0,1-5-304 15,0-2 48-15,1 0 16 16,-5-13-2848-16,0 0-576 0</inkml:trace>
  <inkml:trace contextRef="#ctx0" brushRef="#br0" timeOffset="127246.75">21678 14259 11967 0,'0'0'1072'0,"0"0"-864"0,0 0-208 0,0 0 0 16,0 0 4928-16,0 0 928 0,0 0 192 0,0 0 32 16,9 7-3968-16,3-1-816 15,2 0-144-15,5 0-48 0,0 1-640 0,3-1-128 16,2-1-16-16,1-1-16 0,-1 0-304 0,1 1-272 15,0-3 48-15,1-2 16 16,1-2-3280-16,1-2-656 0</inkml:trace>
  <inkml:trace contextRef="#ctx0" brushRef="#br0" timeOffset="127545.05">22606 13069 28559 0,'0'0'2544'0,"0"0"-2032"16,0 0-512-16,0 0 0 0,0 0 2560 0,0 0 432 16,0 0 80-16,-5 13 0 0,1 4-1760 0,0 3-352 15,1 7-80-15,-3 7-16 0,-2 6-160 0,1 9-48 16,-1 4 0-16,-1 7 0 0,-4 5-400 0,1 8-96 15,0 1-16-15,0 6 0 0,3 5-144 0,3-4 0 16,1 2 0-16,2-27 0 0,0 5 0 0,2 28-176 16,1-8 16-16,4-9 0 15,1-6-1728-15,2-7-352 0,-2-5-64 0,0-7-15440 0</inkml:trace>
  <inkml:trace contextRef="#ctx0" brushRef="#br0" timeOffset="128472.82">22842 14186 2751 0,'0'0'256'0,"0"0"-256"0,3-6 0 0,-3 6 0 0,0 0 4288 0,5-11 800 15,-5 11 160-15,0 0 48 0,0 0-2352 0,0 0-448 16,0 0-112-16,0 0-16 0,0 0-864 0,0 0-176 15,2 15-48-15,-2 4 0 0,-2 5-608 0,0 2-128 16,-4 3-32-16,0 4 0 0,-2 1-208 0,2 3-48 16,-1-1-16-16,1 0 0 0,-2-1-48 0,2-3 0 15,4 0 0-15,-1-5 0 0,2-6-64 0,2-2 0 16,2-4-128-16,1-4 192 0,-4-11-192 0,5 8 0 16,-5-8 0-16,10 3 0 15,0-4-1184-15,1-5-224 0,0-1-64 0,0-4-9104 16,0-2-1840-16</inkml:trace>
  <inkml:trace contextRef="#ctx0" brushRef="#br0" timeOffset="128629.08">22685 14433 28959 0,'0'0'1280'0,"0"0"272"0,0 0-1232 0,0 0-320 16,0 0 0-16,0 0 0 0,9-5 1328 0,3 2 208 15,3-2 32-15,3 1 16 0,3 1-1008 0,1 2-192 16,-1-3-32-16,4 1-16 15,2 2-976-15,1 0-192 0,1-1-32 0,1 1-9248 0,0-1-1840 16</inkml:trace>
  <inkml:trace contextRef="#ctx0" brushRef="#br0" timeOffset="128800.9">23250 14400 20271 0,'0'0'1792'0,"0"0"-1424"0,0 0-368 0,0 0 0 0,0 0 2512 0,12 7 432 16,1-2 96-16,0-1 16 0,2-2-1936 0,-6 1-384 16,1-2-80-16,7 3-16 0,1-1-640 0,1-1-176 15,-2 0-16-15,0-1-9632 16,-2 0-1936-16</inkml:trace>
  <inkml:trace contextRef="#ctx0" brushRef="#br0" timeOffset="128928.21">23248 14657 13583 0,'0'0'592'0,"12"4"144"0,2-2-592 0,3 0-144 0,1-4 0 0</inkml:trace>
  <inkml:trace contextRef="#ctx0" brushRef="#br0" timeOffset="129210.8">23683 14604 20271 0,'-2'14'1792'0,"-2"2"-1424"16,-1 0-368-16,5 0 0 0,2-2 2272 0,1-1 384 16,1 1 80-16,2-7 16 0,3 0-896 0,3-5-160 15,2-3-32-15,2-3-16 0,0-2-464 0,1-5-96 16,1-3 0-16,-1-2-16 0,-1-2-256 0,0-1-48 15,0-1-16-15,-2-2 0 0,-2 1-208 0,-4 7-32 16,-1-2-16-16,-2-8 0 0,0 1-48 0,-5 1-16 16,-4 0 0-16,-1 1 0 0,-3 0-192 0,-1 1-48 0,-4 7 0 15,0 2 0-15,1 2-320 0,-1 3-80 0,-1 4-16 16,-1 2 0 0,2 2-448-16,0 4-96 0,-1 0 0 0,1 3-16 15,-3 3-1968-15,3-3-384 0,1-1-64 0</inkml:trace>
  <inkml:trace contextRef="#ctx0" brushRef="#br0" timeOffset="129429.51">23892 14199 19343 0,'0'0'1728'0,"0"0"-1392"0,0 0-336 0,0 0 0 16,0 0 3600-16,0 0 656 0,0 0 128 0,16-2 32 15,-1-2-2560-15,1 0-496 0,0 1-96 0,2-1-32 0,0 4-400 0,0-1-96 16,1 0-16-16,0-2 0 0,1 2-720 0,0 0 0 16,3-1-160-16,-2 1 32 15,-2-2-1472-15,-3 2-272 0,-3 0-64 16,0 1-16-16,-1-2-912 0,-12 2-176 0,0 0-32 0</inkml:trace>
  <inkml:trace contextRef="#ctx0" brushRef="#br0" timeOffset="129570.27">24072 14092 16575 0,'-8'-9'736'0,"8"9"160"16,0 0-720-16,0 0-176 0,0 0 0 0,0 0 0 0,0 0 3856 0,0 0 752 16,-3 11 128-16,2 2 48 0,0 1-3136 0,-1 4-624 15,1 5-128-15,0 3-32 0,0 2-528 0,-1 0-96 16,0 2-32-16,-1-2-11280 16,-2 2-2240-16</inkml:trace>
  <inkml:trace contextRef="#ctx0" brushRef="#br0" timeOffset="130476.28">23239 14639 9215 0,'0'0'816'0,"0"0"-656"15,0 0-160-15,0 0 0 0,0 0 2048 0,0 0 368 16,0 0 80-16,0 0 0 0,-4-7-1232 0,4 7-256 16,0 0-48-16,0 0-16 0,0 0 48 0,0 0 16 0,0 0 0 0,0 0 0 15,0 0-176-15,0 0-48 0,0 0 0 0,0 0 0 16,0 0-48-16,14 3-16 16,-1-2 0-16,3 0 0 0,0-1-368 0,2 0-80 15,0-1-16-15,2 0 0 16,0-3-2128-16,1 0-432 0</inkml:trace>
  <inkml:trace contextRef="#ctx0" brushRef="#br0" timeOffset="131041.08">24844 13825 7359 0,'0'0'320'0,"0"0"80"0,0 0-400 0,0 0 0 0,0 0 0 0,0 0 0 16,0 0 5600-16,0 0 1040 0,0 0 208 0,0 0 32 16,0 0-4352-16,0 0-864 0,9 7-192 0,2-1-16 15,1-2-384-15,1 3-80 0,2-1-16 0,2 1 0 16,2-1-592-16,-1-2-128 0,-1 0-32 0,2 1 0 15,-1 0-224-15,1-1-128 0,1-1 128 0,-3 0-208 16,-1-1-1008 0,-1 2-208-16,0 1-48 0,-4 1 0 0,-3 0-2096 0,-8-6-416 0,0 0-96 0,0 0-16 0</inkml:trace>
  <inkml:trace contextRef="#ctx0" brushRef="#br0" timeOffset="131197.31">24845 14115 11967 0,'0'0'1072'0,"0"0"-864"0,0 0-208 0,6 7 0 15,2 1 5520-15,3 0 1072 16,-1-1 192-16,4-2 64 0,2-1-4736 0,1-2-928 0,0 1-192 0,3-3-32 16,0 0-192-16,3 0-48 0,0 0 0 0,2-1 0 15,-3-1-544-15,1-3-176 0,0 4 0 0,-1-3 0 32,-1 3-1888-32,-2-1-480 0,-2 2-112 0,-2 0-14016 0</inkml:trace>
  <inkml:trace contextRef="#ctx0" brushRef="#br0" timeOffset="132415.09">25898 13606 34207 0,'0'0'1520'0,"0"0"304"0,0 0-1456 0,4-10-368 16,-4 10 0-16,0 0 0 0,0 0 1120 0,0 0 160 0,0 0 16 0,0 0 16 15,2 14-640-15,-2 6-128 16,-2 3-32-16,0 4 0 0,-2 2-128 0,-1 1-16 15,-2 0-16-15,0 3 0 0,0-3-96 0,-1 0 0 16,-1-3-16-16,1 2 0 0,3-3-240 0,1-3-128 16,0-4 128-16,1-2-208 15,1-3-3392-15,-1-4-688 0</inkml:trace>
  <inkml:trace contextRef="#ctx0" brushRef="#br0" timeOffset="132636.22">25522 14056 24879 0,'0'0'1088'0,"0"0"256"0,0 0-1088 0,0 0-256 15,13 5 0-15,4-2 0 0,2-2 2560 0,6-1 464 0,4 1 96 0,3-2 16 16,3 0-1904-16,4-2-368 16,2 1-80-16,-1 0-16 0,-3 0-160 0,-2-1-32 0,-2-2-16 0,0 1 0 15,0 1-240-15,-3-1-64 0,-3 2 0 0,0-2 0 16,-1 3-256-16,-4 1 0 0,-3 0 0 0,-3 0 0 47,-3 0-1456-47,-13 0-240 0,0 0-48 0,0 0-9584 0,0 0-1904 0</inkml:trace>
  <inkml:trace contextRef="#ctx0" brushRef="#br0" timeOffset="133245.54">25791 14252 18431 0,'0'0'1632'0,"0"0"-1312"15,12 3-320-15,1 1 0 0,2-4 3824 0,2 2 688 16,1-2 144-16,0 0 16 0,-1-2-2752 0,0 2-544 16,0 2-112-16,-2 0-32 0,1 2-608 0,-2 1-128 15,1-1-32-15,-2 3 0 0,-1-1-336 0,-3 2-128 16,-3 1 0-16,-6-9 0 0,5 13 192 0,-2-1-64 15,-4 0-128-15,-2 0 192 0,-1-2 32 0,-1 2 0 16,-1-1 0-16,-2 0 0 0,-1-2-224 0,-1 1 144 16,0 0-144-16,-2 0 128 0,1 0-128 0,-3 3 160 15,3-6-160-15,-2 1 160 0,0 0-160 0,0-1 0 0,-3 0 0 16,2-1 0-16,-1-2 0 0,4 2 0 0,1-3 0 0,1 3 0 16,-1-1-128-16,3 1 128 0,7-6 0 0,-7 4 0 15,7-4 0-15,-10 4 0 16,10-4 0-16,0 0 0 0,-9 5 0 0,9-5 0 0,0 0 0 0,0 0 0 15,0 0 0-15,0 0 0 0,0 0 160 0,0 0-160 16,0 0 288-16,0 0-48 0,0 0-16 0,0 0 0 16,0 0-48-16,0 0-16 0,0 0 0 0,0 0 0 15,0 0-16-15,0 0 0 0,0 0 0 0,0 0 0 16,11-2-16-16,-2 2 0 0,0-1 0 0,0-1 0 16,0 2-128-16,2 2 192 0,-1-1-192 0,2 3 192 15,2-3-192-15,-1 2 192 0,0-2-192 0,0 0 192 16,0 1-192-16,2-1 192 0,-1 0-192 0,0 3 192 15,2-4-192-15,-2 3 0 0,-1 2 0 0,-1-2 128 0,-12-3-128 0,11 5 0 16,-11-5 0-16,5 9 128 0,-5-9 0 0,-2 10 0 16,-3 1 0-16,-4 0 0 0,-4-1 96 0,-3 4 16 15,-2-1 0-15,-1 0 0 0,-5 0-240 0,-2 1 176 16,-4 2-176-16,-1-2 160 0,0-1-160 0,-1-1 0 16,1-4 0-16,2-2 0 0,1 1-176 0,3-4 176 15,1 1-128-15,5-7 128 16,2 0-1104-16,5 2-144 0,3-3-32 0,4 1 0 15,2-6-2240-15,4 0-464 0</inkml:trace>
  <inkml:trace contextRef="#ctx0" brushRef="#br0" timeOffset="138362.54">25658 13643 5519 0,'0'0'240'0,"0"0"64"0,-20-13-304 0,20 13 0 0,0 0 0 0,0 0 0 16,0 0 3008-16,0 0 528 0,0 0 112 0,0 0 32 16,0 0-1600-16,-6-6-320 15,6 6-64-15,0 0-16 0,0 0-336 0,0 0-80 0,0 0-16 0,0 0 0 16,0 0-112-16,0 0-32 0,-2-9 0 0,2 9 0 15,4-9-144-15,1 0-16 0,1 1-16 0,4 0 0 16,1-1-112-16,5 0-32 0,0-4 0 0,2 4 0 16,1-1-144-16,2-1-48 0,-1 1 0 0,-1-1 0 15,2 2-240-15,-1 0-48 0,-1 1-16 0,1 3 0 16,-4 1-288-16,-2 1 128 0,0 3-128 0,-1 4 0 0,0 2 0 0,0 0 0 16,-2 2 0-16,-1 1 0 0,-2 1 0 0,0 4 0 15,1 0 0-15,-3 2 0 0,-2-3 160 0,0 1-160 16,0 0 128-16,0 1-128 0,-3-2 128 0,1-3-128 15,0 0 0-15,1 2 128 0,-3-1-128 0,0 2 0 16,-1-3 0-16,-2 1 0 0,3-11 0 0,-4 13 128 16,0-2-128-16,-1 1 0 0,-2 0 0 0,1 0 0 15,-2 1 0-15,2-2 0 0,-2 1 0 0,0 0 0 16,-1-1-160-16,0 1 160 0,1 1-160 0,0-2 160 16,0-1-160-16,2 1 160 0,-2-2-160 0,1 0 160 15,1 0-160-15,-2 0 160 0,8-9-160 0,-9 7 160 16,9-7-160-16,-9 6 160 0,9-6-128 0,0 0 128 15,0 0 0-15,0 0-144 0,0 0 144 0,0 0 0 16,0 0 0-16,0 0 0 0,0 0 0 0,0 0 0 16,0 0 0-16,0 0 0 0,0 0 0 0,0 0-128 0,0 0 128 0,0 0 0 15,0 0 0-15,0 0 144 16,6 4 0-16,-6-4 0 0,0 0-144 0,11-1 192 0,-2-2-192 0,0 2 192 16,0-2 32-16,2 1 16 0,-1 0 0 0,2-3 0 15,-1 1 112-15,2 0 32 16,2-1 0-16,2-2 0 0,0-3-32 0,1 2 0 0,2 0 0 0,0 2 0 15,3-1-128-15,-8 5-32 0,1-3 0 0,6-2 0 16,0 3-192-16,-4 2 176 0,-2 0-176 0,-3 0 160 16,-1 2-160-16,-2 2 0 0,-10-2 0 0,0 0 128 15,9 3-128-15,-9-3 0 0,8 5 0 0,-8-5 0 16,0 0 0-16,8 7 0 0,-8-7 128 16,0 0-128-16,0 0 0 0,0 0 0 0,0 0 0 0,0 0 0 0,0 0 0 0,0 0 0 15,0 0 0-15,0 0-176 16,0 0-1920-16,0 0-384 0,-5-7-80 15</inkml:trace>
  <inkml:trace contextRef="#ctx0" brushRef="#br0" timeOffset="139128.1">25949 13550 20095 0,'0'0'896'0,"0"0"176"0,0 0-864 0,0 0-208 0,0 0 0 0,0 0 0 16,0 0 1280-16,0 0 192 0,0 0 64 0,0 0 0 16,1-8 16-16,-1 8 16 0,0 0 0 0,0 0 0 15,0 0-608-15,0 0-112 0,0 0-16 0,2 16-16 0,-4 0-624 0,2 3-192 16,-1-1 0-16,0 5 0 16,-3 3 128-16,1 0-128 0,1-3 0 0,-1-1 0 0,-1 1 144 0,2-3-16 15,-2-3-128-15,1-1 192 0,1-3 192 0,-1-1 48 16,3-12 0-16,0 0 0 0,0 0-128 0,0 0-32 15,0 0 0-15,0 0 0 0,0 0-80 0,0 0 0 16,0 0-16-16,3-7 0 0,0-5-48 0,3-2 0 16,-1-3 0-16,0-2 0 0,-1-2-128 0,0 1-272 15,0-2 64-15,-2 1 16 0,0 2 192 0,-2 2 0 16,0-2 0-16,0 8 0 0,1 2 0 0,-1 9 0 16,0 0 0-16,0 0 0 0,0 0 0 0,-7 7-144 15,1 5-16-15,-1 8 0 0,1 1 16 0,1 3 0 16,-2 4 0-16,3-11 0 0,0 2 144 0,-1 6 0 0,1-3-144 0,2-4 144 15,0-3 0-15,2-2 160 16,0-3-16-16,2-1 0 0,-2-9 240 0,0 0 32 16,0 0 16-16,4 11 0 0,-4-11-80 0,0 0-16 15,0 0 0-15,0 0 0 0,7-5-32 0,1-3-16 0,-1-5 0 0,-1 0 0 16,-1-2-288-16,2-2 128 16,-1-1-128-16,0-1 0 0,-4-1 0 0,2-1 0 15,-1 0 0-15,-1 2 0 0,0-1 0 0,-1 3 0 0,0 2 0 0,1 3 0 16,0 3 0-16,-2 9 0 0,0 0-160 0,0 0 160 15,0 0-144-15,0 0 144 0,0 0-192 0,-5 17 192 16,0 2-160-16,0 2 160 0,-2-1-128 0,2 0 128 16,0 3 0-16,-1-1 0 0,0-3 0 0,1 2 0 15,0-4 0-15,1 0 0 0,0-1 0 0,1-1 0 16,-1 0 0-16,2-5 144 0,-1 1 0 0,0-1 0 0,3-10 112 16,-1 12 0-16,-3-2 16 0,4-10 0 0,-5 8-144 0,5-8-128 15,-5 8 144-15,5-8-144 0,0 0 144 0,0 0-144 16,-8 6 128-16,8-6-128 0,0 0 0 0,0 0 0 15,0 0-192-15,0 0 192 16,0 0-2624-16,-7-7-384 0</inkml:trace>
  <inkml:trace contextRef="#ctx0" brushRef="#br0" timeOffset="139833.06">25716 13566 11167 0,'0'0'496'0,"0"0"96"0,-9 1-464 0,9-1-128 0,-9 4 0 0,9-4 0 15,0 0 1232-15,-8 4 240 16,8-4 32-16,0 0 16 0,0 0 16 0,0 0 16 15,-8 2 0-15,8-2 0 0,-8 0-144 0,8 0-16 0,0 0-16 0,0 0 0 16,-5-1-208-16,5 1-32 0,0 0-16 0,0 0 0 16,-5-6-288-16,5 6-64 0,-3-12-16 0,3 4 0 15,0 8-224-15,0 0-32 0,7-10-16 0,-1 2 0 16,2 0-48-16,2 4-16 0,2-1 0 0,1 4 0 16,1-5-48-16,1 4-16 0,-1 0 0 0,2 2 0 0,-1-1-144 15,2 2-16-15,2 2-16 0,-2 0 0 0,0 1 16 0,-2-2 0 16,-2 2 0-16,-1-3 0 0,1 5 48 0,-3-4 16 15,0 1 0-15,-1-1 0 0,0 2-112 0,-9-4-16 16,0 0 0-16,9 6 0 0,-9-6-128 0,0 0 128 16,6 9-128-16,-6-9 128 0,4 10-128 0,-2 1 192 15,-4 0-192-15,-2 4 192 0,-1-4-192 0,0 4 0 16,-2-1 0-16,1 2 128 0,-1 1-128 0,1 0 0 16,-1 2 0-16,1-2 0 0,-1 3 0 0,1-5 0 15,-2 1 0-15,2 0 0 0,-1-2 0 0,0 0 0 16,1 1-144-16,-1-1 144 0,1-1-160 0,1-1 32 15,0-3 0-15,5-9 0 0,-7 10 128 0,2-2-128 16,5-8 128-16,0 0-128 0,0 0 128 0,0 0 0 0,-4 9 0 0,4-9 0 16,0 0 0-16,0 0 0 0,0 0 0 0,0 0 0 15,0 0 0-15,0 0 144 0,0 0-144 0,0 0 0 16,2-10 224-16,-2 10-64 0,7-11-16 0,1 4 0 16,0 0 64-16,1 2 16 0,1 0 0 0,1-1 0 15,-1 2 80-15,2 1 16 0,1-1 0 0,0 1 0 16,0 2-64-16,-3-2-16 0,3 1 0 0,8-2 0 15,0 1-48-15,0 2 0 0,-3 1 0 0,3-3 0 16,1 1-64-16,2 0 0 0,-2 2-128 0,-1 0 192 0,-3 0-192 16,-1 0 176-16,-1 0-176 0,-2 0 160 0,-2 0-160 0,-2 0 0 15,-1 3 0-15,-9-3 0 32,0 0-864-32,11-1-256 0,-11 1-48 0,11-4-18080 0</inkml:trace>
  <inkml:trace contextRef="#ctx0" brushRef="#br0" timeOffset="146070.09">18887 15645 14735 0,'0'0'1312'0,"0"0"-1056"0,0 0-256 0,0 0 0 0,0 0 2608 0,0 0 464 16,0 0 80-16,1-1 32 0,1-8-1184 0,0 0-224 15,-2 9-48-15,7-9-16 0,-7 9-272 0,9-8-48 16,0-1-16-16,3 1 0 0,-1 1-416 0,4 2-64 16,0 0-32-16,4 1 0 0,-2 1-400 0,2-2-80 0,-1 5 0 0,1 3-16 15,-5 1-240-15,0 1-128 0,-2 1 128 0,-4 2-128 16,-3 3 0-16,-2 0 0 0,-5 2 0 0,-2 2 0 15,-2 3-224-15,-3 3-16 0,-4 0 0 0,0 1 0 16,-2-4 16-16,1 3 0 0,1 0 0 0,0-2 0 0,0-3 224 0,3-2 0 16,2 1 0-16,3-2-144 0,2 0 144 0,2 0 0 15,3-1 0-15,-2-12 0 0,11 11 0 0,0 1 0 16,2-2 0-16,2 1 0 0,-1-1 0 0,0 1 0 16,1-1 0-16,-2 2 0 0,-1-6 0 0,-2 2 0 15,-2 1 0-15,-2 2 128 0,0-1-128 0,-3-1 0 16,-3-9 0-16,0 13 0 0,-2 0 160 0,-3-2-32 15,-5-1-128-15,0 2 192 0,-2 0-64 0,-2-1-128 16,-2 1 176-16,5-3-176 0,-4 0 0 0,1 3 0 0,1-3 0 16,-1 0 0-16,1-2-304 0,1-3-64 0,3 0-16 0,-3 1 0 31,12-5-1344-31,0 0-256 0,-7-7-64 0,3-4-13488 0</inkml:trace>
  <inkml:trace contextRef="#ctx0" brushRef="#br0" timeOffset="146305.87">19256 15341 23951 0,'10'-6'2128'0,"2"1"-1696"0,0-2-432 0,1 7 0 15,2 1 2912-15,1 6 496 0,2 1 112 0,1 4 0 16,-1 1-1984-16,0 5-384 0,-2 3-96 0,-3 6-16 16,-1 3-208-16,-6-5-64 0,2 6 0 0,-2 17 0 15,-2 2-320-15,-2 1-64 0,-5 5 0 0,-4 0-16 0,0 4-176 0,-6-1-16 16,-3 4-16-16,3-18 0 15,-4 2-160-15,-3 1 160 0,0-4-160 0,-5 2 160 0,0-3-160 0,0-1 128 16,-1-2-128-16,0-3 128 16,-1-6-1168-16,-2-3-240 0,2-3-64 0,1-6-11360 15,1-6-2272-15</inkml:trace>
  <inkml:trace contextRef="#ctx0" brushRef="#br0" timeOffset="148691.76">20197 16004 911 0,'0'0'0'0,"0"0"0"0,-8 2 0 0,8-2 0 16,-9 4 0-16,9-4 0 0,0 0 6320 0,0 0 1168 0,0 0 256 0,0 0 32 15,0 0-4736-15,0 0-944 0,0 0-192 0,0 0-48 16,0 0-400-16,0 0-96 16,0 0-16-16,5-6 0 0,5-2-608 0,1-1-128 0,2-3-32 0,3 2 0 15,2-2-144-15,2 1-48 0,-2 2 0 0,-1 1 0 16,-1 2-128-16,-3 1-16 16,-3 1-16-16,1 4 0 0,-11 0-224 0,0 0 0 0,0 0 128 0,7 6-128 15,-1 1 0-15,-3 6 0 0,0 4 0 0,-3 1 0 16,-1 4 0-16,-2 4-128 0,-2 2 128 0,1 0-160 15,1-2 160-15,1-7 0 0,1-1 0 0,-1 0-128 0,2-1 128 0,0-1 0 16,0-2 0-16,2-1 0 0,0-1-352 0,1-2-32 16,-2 0-16-16,2 1 0 15,1-3-1968-15,-1-1-384 0,-3-7-64 16,0 0-8208-16,0 0-1648 0</inkml:trace>
  <inkml:trace contextRef="#ctx0" brushRef="#br0" timeOffset="148847.99">20477 15572 24879 0,'2'-10'2208'0,"-2"1"-1760"16,0 9-448-16,0 0 0 0,0 0 2800 0,0 0 464 15,0 0 112-15,0 0 16 0,8 10-1984 0,-3 4-400 16,-1 2-80-16,-2 4-16 0,1 2-608 0,0 0-128 16,-2 0-32-16,1 3 0 15,1 0-2384-15,0 3-464 0,-1-2-112 0,1 4 0 0</inkml:trace>
  <inkml:trace contextRef="#ctx0" brushRef="#br0" timeOffset="149129.22">20702 16092 3679 0,'0'0'320'0,"0"0"-320"0,0 0 0 0,-9 3 0 16,9-3 6992-16,-10 10 1328 0,1 1 272 0,3-2 48 15,-1 3-6816-15,1 1-1376 0,-2 2-256 0,1 5-64 16,0-2-128-16,-1 3 0 0,1-1 0 0,2-2-128 16,1 0 128-16,3-1 0 0,1 0 0 0,1-7 0 15,3 0 432-15,1-3 16 0,2 3 0 0,2-7 0 0,1 3 128 0,2-2 16 16,1-2 16-16,1 1 0 0,2-2-288 0,0 0-64 16,1-1-16-16,0 0 0 0,0-1-240 0,0 0 0 15,0-2 128-15,-1 1-128 0,0-1 0 0,0 2-288 16,1-1 64-16,2 0 16 15,-3-3-1968-15,-3-1-384 0,0 1-64 0</inkml:trace>
  <inkml:trace contextRef="#ctx0" brushRef="#br0" timeOffset="149426.06">21244 15648 27647 0,'0'0'1216'0,"0"0"256"0,-12 2-1168 0,1 4-304 16,0 3 0-16,1 4 0 0,-3 5 1984 0,0 3 352 0,-2 4 64 16,1 5 16-16,-2 5-1280 0,2 4-256 15,0 4-48-15,2 5-16 0,2 2-336 0,3-14-64 0,2 3-16 0,3 4 0 16,1-5-256-16,4 0-144 0,1-3 160 0,4-2-160 15,2-3-208-15,2-5-144 0,1-3-32 0,2-4 0 32,2-4-1712-32,2-3-336 0,-1-5-80 0,9-1-16 0,-2-5-928 0,-3-5-176 0,4-12-32 15,-2 3-16-15</inkml:trace>
  <inkml:trace contextRef="#ctx0" brushRef="#br0" timeOffset="149850.37">21342 15918 24879 0,'0'0'2208'0,"10"-2"-1760"16,2 0-448-16,2 0 0 0,5 0 1696 0,1 2 256 15,4 0 48-15,1 0 16 0,1 0-784 0,1 2-144 16,2 2-48-16,-2 0 0 0,1 3-32 0,0 3-16 16,1 3 0-16,1 7 0 0,-4 1-384 0,0 3-80 15,-1 4-16-15,-2 4 0 0,-2 0-288 0,-5-9-64 16,-1 2-16-16,2 1 0 0,-1-3-16 0,1 1 0 15,1-4 0-15,1-2 0 0,0-1 256 0,-1-4 64 0,2-2 0 0,-2-4 0 16,0-3 48-16,2-4 16 16,-3-4 0-16,-1-3 0 0,-1-3-48 0,-2-3 0 0,-1-3 0 0,2-8 0 15,-2-4-208-15,-4 1-32 0,-3-1-16 0,-4 0 0 16,-2-2-80-16,-3-1-128 0,-2-1 176 0,-3 2-176 16,-5 0 176-16,0 4-176 0,-3 4 160 0,-1 6-160 15,-2 3 0-15,-3 6 0 0,-6 5 0 0,-2 9 0 0,-4 6 0 0,-4 8-160 16,-7 6 0-16,-1 4 0 15,-1 6-208-15,1 2-32 0,-1 1-16 0,12-14 0 16,-3 0 112-16,-1 1 32 0,-2-3 0 0,3-2 0 0,3-3 272 0,2-1 256 16,4-5-64-16,1-3 0 0,6-3 128 0,3-4 0 15,3-5 16-15,3-4 0 0,2-5-336 0,4-2 144 16,3-4-144-16,2-10 0 0,6-3-192 0,3 1-128 16,2 2-48-16,5-2 0 15,2 2-912-15,2 1-176 0,0 2-32 0,1 3-16 16,-1 5-624-16,2 1-128 0,1 3-32 0</inkml:trace>
  <inkml:trace contextRef="#ctx0" brushRef="#br0" timeOffset="150100.31">22433 15614 23039 0,'24'4'2048'0,"-9"-2"-1648"15,3 2-400-15,3 4 0 0,1 3 4304 0,1 4 784 16,-3 2 160-16,1 3 16 0,-2 1-3280 0,-5 5-672 16,-2 1-128-16,-3 4-32 0,-1 3-448 0,-3 1-112 15,-3 3-16-15,-2 4 0 0,-1 5-336 0,-3-1-80 0,-6-2-16 0,-1-12 0 16,-4 5-144-16,-5 2 0 0,-6 1 144 16,-4 1-144-1,-1-2-864-15,-4-2-240 0,-2-4-48 0,1 0-16 0,0-4-2560 16,2-7-512-16</inkml:trace>
  <inkml:trace contextRef="#ctx0" brushRef="#br0" timeOffset="150600.28">23170 15826 23951 0,'0'0'2128'0,"0"0"-1696"0,0 0-432 0,14 0 0 16,-1 0 2992-16,1 4 512 0,2 0 96 0,2 1 32 16,1 2-2016-16,0 1-400 0,1 1-64 0,1-1-32 15,-1 1-592-15,3-3-112 0,0 1-32 0,3-2 0 16,-1 0-544-16,1-5-112 0,0 2-32 0,-3-2 0 31,0-2-1584-31,-1 2-320 0,-1-4-64 0,-3 2-16 0,-2-2-656 0,-3 0-128 0</inkml:trace>
  <inkml:trace contextRef="#ctx0" brushRef="#br0" timeOffset="150772.22">23307 16026 30399 0,'0'0'2704'0,"0"0"-2160"0,6 13-544 0,2-3 0 16,4 3 1872-16,1-3 272 15,2-3 48-15,4 0 16 0,1-1-784 0,3 1-144 16,0-3-48-16,2 2 0 0,0 0-672 0,-1 0-144 15,-1-1-32-15,-3-1 0 0,1 0-384 0,-1 1 0 0,-3-1-224 0,-3 1 80 32,-1-2-944-32,-2 4-192 0,-2-4-48 0,0 3-10832 0,-3-1-2160 0</inkml:trace>
  <inkml:trace contextRef="#ctx0" brushRef="#br0" timeOffset="157227.6">24227 15679 5519 0,'0'0'496'0,"0"0"-496"0,0 0 0 0,0 0 0 16,0 0 2064-16,0 0 320 16,4-10 64-16,-4 10 16 0,2-9-864 0,-2 9-160 0,0 0-32 0,0 0-16 15,2-8-48-15,-2 8 0 0,0 0 0 0,0 0 0 16,2-8-128-16,-2 8-16 0,0 0-16 0,0 0 0 16,0 0-144-16,8-5-16 0,0 1-16 0,-8 4 0 15,12-5-160-15,-2 3-16 0,-10 2-16 0,13-2 0 16,-1 0-240-16,-12 2-64 0,13 0 0 0,-1 4 0 15,-12-4-256-15,11 3-64 0,-11-3-16 0,11 8 0 0,-11-8-176 0,5 13 0 16,-2 0 0-16,-5 1-176 16,0 2-208-16,-2 3-32 0,-3-3-16 0,1 5 0 0,-1-2 176 0,1 1 48 15,1-2 0-15,-2 2 0 0,2 1 208 0,2-2 0 16,2-1 0-16,2-1 0 0,1-1 0 0,2-2 0 16,-1 1 0-16,1-2 0 0,2-2 272 0,0 1-48 15,2-3-16-15,-8-9 0 0,9 9-64 0,-1-1-16 16,0 1 0-16,-8-9 0 0,7 7-128 0,-7-7 160 0,8 9-160 0,-8-9 160 15,6 10-160-15,-6-10 0 16,2 12 144-16,-2-12-144 0,-1 13 128 0,-2-1-128 0,-2 0 160 0,-3-1-160 16,-2 2 144-16,-2 2-144 0,-1 0 128 0,0-2-128 15,-1 2 0-15,-1 0-224 16,1-2 32-16,0 1 0 0,-2-4-64 0,4-1 0 16,3-1 0-16,9-8 0 15,-6 8-512-15,6-8-96 0,0 0-32 0,0 0 0 16,0 0-1856-16,15-3-384 0,3-3-80 0</inkml:trace>
  <inkml:trace contextRef="#ctx0" brushRef="#br0" timeOffset="157430.69">25018 15695 11967 0,'25'-9'1072'0,"0"-2"-864"0,-2 1-208 0,-2 1 0 16,-3 1 2816-16,-3 1 512 0,-6 7 96 0,-9 0 32 15,0 0-1264-15,-3 9-240 0,-5 3-48 0,-6 5-16 0,-5 4-576 0,-6 6-112 16,-4 6-32-16,2 2 0 0,-5 3-624 0,4 2-128 15,-1-2-32-15,3 1 0 0,3 0 256 0,0-2 32 16,4-6 16-16,2-1 0 0,3-5-400 0,2-4-80 16,1-3-16-16,4-4 0 15,3-1-3136-15,-2-5-624 0</inkml:trace>
  <inkml:trace contextRef="#ctx0" brushRef="#br0" timeOffset="157604.17">24656 15733 31039 0,'0'0'1376'0,"9"-6"288"0,3 2-1344 0,1 2-320 16,1 2 0-16,4 1 0 0,2 3 1344 0,2 3 208 0,0 0 48 0,-1 4 0 15,-3 2-368-15,1 0-64 16,-1 5-16-16,-2 3 0 0,-2 2-576 0,-1 5-112 0,0-3-16 0,0 3-16 31,-1 2-1104-31,-1-1-224 0,0 0-32 0,1 2-16 16,1-4-2320-16,1 1-480 0</inkml:trace>
  <inkml:trace contextRef="#ctx0" brushRef="#br0" timeOffset="162730.46">29956 15684 1839 0,'0'0'0'0,"0"0"160"0,0 0-160 0,0 0 0 16,0 0 0-16,0 0 0 0,0 0 784 0</inkml:trace>
  <inkml:trace contextRef="#ctx0" brushRef="#br0" timeOffset="187332.7">25656 15903 19807 0,'-11'2'880'0,"-4"7"176"0,2-7-848 0,-2-2-208 16,1 0 0-16,0 0 0 0,-1 0 1360 0,2 0 240 15,2 0 32-15,1 2 16 0,4-1 144 0,6-1 48 16,0 0 0-16,0 0 0 0,0 0-416 0,0 0-80 16,0 0 0-16,0 0-16 0,0 0-416 0,14 4-80 15,6-3 0-15,7 3-16 0,7 0-256 0,7 0-48 16,5 1-16-16,3 0 0 0,0-3-32 0,3 0 0 15,3 1 0-15,6-1 0 0,7 0-192 0,1 0-32 16,2-2-16-16,-3 0 0 0,-3 0-96 0,-3 0-128 16,1 2 176-16,-2 0-176 0,-1 1 416 0,-1 0-32 0,-6-1 0 0,-5 1 0 31,-5-1-912-31,-7 0-192 0,-8-1-48 0,-4 3 0 16,-7-4-1504-16,-7 1-304 0,-10-1-64 0,0 0-13952 0</inkml:trace>
  <inkml:trace contextRef="#ctx0" brushRef="#br0" timeOffset="187724.87">25528 16272 21183 0,'0'0'1888'0,"0"0"-1504"15,8-1-384-15,4-2 0 0,3 1 2656 0,4 0 464 16,0 2 80-16,5 2 32 0,-1 0-1936 0,-1 1-384 16,-1 1-80-16,-1 1 0 0,-3 2-592 0,-3 0-112 15,-4 4-128-15,-3 2 176 16,-5 1-704-16,-4 5-144 0,-3 0-32 0,-4 3 0 0,-3 0 448 0,-1 1 64 15,0-3 32-15,1 0 0 0,2-3 160 0,0-1 224 0,1-3-48 16,4 0-16-16,1-2 400 0,3 0 80 0,1-2 0 0,2 0 16 16,4-1 48-16,0 0 0 0,2-3 0 0,4 0 0 15,2 2-320-15,2-2-48 0,-1 0-16 0,2-4 0 16,2 1-320-16,-2-2-240 0,1 0 48 0,1 0 0 16,-2-3-1552-1,-1 0-304-15,-2 1-64 0,-1 1-16 0,-2-6-1584 0,-2 2-304 0</inkml:trace>
  <inkml:trace contextRef="#ctx0" brushRef="#br0" timeOffset="187863.67">25915 16521 1839 0,'0'0'0'0,"0"0"160"16,0 0-160-16,0 0 0 0,0 0 0 0,0 0 0 0,6 7 6736 0,1-1 1328 15,2 0 256-15,3-4 48 0,0 2-5664 0,2-3-1120 16,2 1-240-16,5-2-32 16,2-2-240-16,3 1-48 15,2-2-16-15,0 1 0 0,1 1-864 0,-3-5-144 0,0 2 0 0,-4 2 0 31,-1-1-2016-31,-3 2-288 0,-2 0-48 0,-4-1-8096 0,-3 0-1632 0</inkml:trace>
  <inkml:trace contextRef="#ctx0" brushRef="#br0" timeOffset="188035.55">26072 16246 29247 0,'0'0'1296'0,"0"0"272"0,1 12-1248 0,0 1-320 15,1 3 0-15,0 2 0 0,1 3 1152 0,1 1 160 16,-2 4 32-16,2-1 16 0,-1 2-432 0,1 2-96 0,0-1 0 0,0 5-16 15,-2-2-528-15,2 1-96 0,0-2-32 0,3-3 0 32,-2-1-1008-32,1-5-208 0,2-3-32 0,0-1-16 15,1-5-1904-15,0-4-368 0,2-4-80 0</inkml:trace>
  <inkml:trace contextRef="#ctx0" brushRef="#br0" timeOffset="188207.4">26555 16193 13823 0,'0'0'1216'0,"0"0"-960"0,0 9-256 0,0 4 0 16,0 4 3056-16,3 2 560 0,0 4 112 0,1 0 32 0,1 1-2192 0,0 0-432 16,1 1-96-16,4 0-16 15,1-3 176-15,2 0 16 0,3-1 16 0,2-3 0 0,2-2-544 0,1 0-112 16,1-5-32-16,1 1 0 0,2-3-544 0,-1 0-176 16,-4-1 0-16,0-1 0 15,-2-3-2880-15,-2-1-576 0,-4 0-112 0</inkml:trace>
  <inkml:trace contextRef="#ctx0" brushRef="#br0" timeOffset="188379.25">26671 16207 11967 0,'0'0'1072'0,"-1"9"-864"16,-1 3-208-16,-1 4 0 0,0 4 4896 0,1 3 928 16,-1 4 192-16,1 0 48 0,-1 6-4416 0,0 0-880 15,1 2-192-15,-1 3-16 0,3-1-400 0,-1 2-160 16,-2 2 128-16,2-2-128 15,1-1-880-15,-1 0-256 0,1-3-48 0</inkml:trace>
  <inkml:trace contextRef="#ctx0" brushRef="#br0" timeOffset="189363.52">26081 15155 6447 0,'0'0'576'0,"0"0"-576"16,0 0 0-16,0 0 0 0,0 0 3024 0,0-8 496 16,0 8 112-16,-1-8 16 0,1 8-1616 0,0 0-320 15,0 0-64-15,0 0-16 0,0 0-240 0,0 0-48 16,0 0-16-16,0 0 0 0,0 0-384 0,10-2-80 16,2 7-16-16,2 1 0 0,3 4-176 0,1 3-32 0,2 1-16 0,1 2 0 15,0 1-176-15,-1 0-16 0,1 1-16 0,-2 0 0 16,-3 0-240-16,-4 1-48 0,-3 0-128 0,-5 1 192 15,-4-1-192-15,-2 1 128 0,-2 3-128 0,-4-3 0 16,-4-1 0-16,0 0 0 0,-1-2 0 0,2-2 0 16,0-2 0-16,2-2 0 0,9-11 0 0,-5 6 0 15,5-6 0-15,0 0 0 0,0 0 192 0,0 0-48 16,0 0 304-16,0 0 48 0,0 0 16 0,13 4 0 0,3-1-144 16,3-2-32-16,2 2 0 0,4-3 0 0,0 0-336 0,1 0 0 15,0-2 0-15,2 1 128 16,-2 0-1472-16,2 1-272 0,0-2-64 15</inkml:trace>
  <inkml:trace contextRef="#ctx0" brushRef="#br0" timeOffset="189771.16">27527 15757 23951 0,'0'0'2128'0,"0"0"-1696"0,0 0-432 0,0 0 0 0,11 7 2320 0,4 1 384 16,0-1 80-16,5 3 16 0,1-1-1216 0,1-3-240 15,1-2-64-15,4 1 0 0,0-1-416 0,2-1-96 16,-2-3 0-16,2 1-16 0,-3-1-752 0,1 0 0 15,0 0 0-15,-2 0 0 16,-4 0-1520-16,-3 3-240 0,-2-1-48 0,-4 2-9280 16,-12-4-1856-16</inkml:trace>
  <inkml:trace contextRef="#ctx0" brushRef="#br0" timeOffset="189944.4">27529 16005 25791 0,'0'0'2304'0,"0"0"-1856"0,0 0-448 0,0 0 0 15,7 14 2768-15,1-3 464 0,2 1 96 0,4-2 0 16,3-2-2240-16,6-2-464 0,3 0-96 16,1-1-16-16,0-1-16 0,5 1-16 0,0-1 0 0,3 0 0 31,2 1-1264-31,1-4-256 0,0 0-48 0,-1 1-10528 0,-1 0-2096 0</inkml:trace>
  <inkml:trace contextRef="#ctx0" brushRef="#br0" timeOffset="190600.59">28691 15580 31391 0,'0'0'1392'0,"0"0"272"0,0 0-1328 0,0 0-336 0,0 0 0 0,0 0 0 15,0 0 1680-15,0 0 272 16,0-9 48-16,0 9 16 0,0 0-672 0,0 0-144 0,0 0-32 0,0 0 0 16,-7 9-624-16,1 3-128 0,1-4-32 0,1 3 0 15,0 1 64-15,0 0 0 0,0-2 0 0,1-1 0 16,3-9-112-16,-2 11-16 0,2-11 0 0,0 0 0 0,-2 9-128 0,2-9-48 15,0 0 0-15,0 0 0 0,0 0 48 0,0 0 0 16,0 0 0-16,0 0 0 0,0 0-32 0,0 0 0 16,0 0 0-16,0 0 0 0,0 0-160 0,0 0 192 15,0 0-192-15,0 0 192 0,0 0-192 0,0 0 0 16,0 0 0-16,0 0 128 0,0 0-128 0,0 0 0 16,0 0 144-16,0 0-144 0,-10-1 0 0,10 1 128 15,0 0-128-15,0 0 0 0,0 0 0 0,0 0 0 16,0 0 0-16,0 0 0 0,-6 6 0 0,2 3 0 15,1 3 0-15,0 5 0 0,1 2 0 0,1 6-160 16,-1 8 160-16,2 3 0 0,-1 2 0 0,-2 4 0 16,1 1 0-16,-1 0 0 0,0 1 0 0,1-2-128 15,2-2 128-15,-1-4 0 0,-1-3 0 0,2-5 0 16,0-3 0-16,0-3 0 0,2-4-368 0,-2-1 48 0,0-4 0 0,-2-3 0 31,2-10-1744-31,0 0-352 0,0 0-64 0,0 0-16320 0</inkml:trace>
  <inkml:trace contextRef="#ctx0" brushRef="#br0" timeOffset="191548.65">29662 15564 10127 0,'0'0'896'0,"0"0"-704"0,0 0-192 0,0 0 0 16,0 0 3664-16,0 0 704 0,0 0 144 0,0 0 32 16,0 0-2368-16,0 0-448 15,0 0-112-15,-8 7-16 0,1 3-672 0,-3 7-144 0,0 5-16 0,-2 6-16 16,-2 3-336-16,-2 7-64 0,-2 6-16 0,-2 4 0 15,-2 3 64-15,0 1 16 0,0 2 0 0,2-3 0 16,2-4-144-16,3-3-16 0,-1-4-16 0,3-7 0 16,2-6-240-16,4-4 0 0,1-6 0 0,2-6 0 31,4-11-1920-31,0 0-336 0,0 0-64 0,0 0-12416 0</inkml:trace>
  <inkml:trace contextRef="#ctx0" brushRef="#br0" timeOffset="191736.08">29636 15663 28511 0,'13'-7'1264'0,"-13"7"256"0,11-2-1216 0,-1 8-304 0,0 1 0 0,-2 5 0 0,-1 2 1824 0,-2 5 304 16,0 2 64-16,0 5 16 15,-1 4-656-15,0 5-128 0,0 0-16 0,0 4-16 0,0 0-736 0,0 2-144 16,-2 0-16-16,1 2-16 0,1-4-272 0,-3 2-48 16,-1-5-16-16,2-3 0 15,0-2-1024-15,-2-1-208 0,-1-4-32 0,0-5-16 16,-1-5-2128-16,-2-4-448 0,-2-6-64 0</inkml:trace>
  <inkml:trace contextRef="#ctx0" brushRef="#br0" timeOffset="191865.3">29447 16039 7359 0,'-3'-9'656'0,"3"9"-528"16,0 0-128-16,0 0 0 0,0 0 6720 0,12-4 1296 16,3 0 272-16,0 3 48 0,3-1-5104 0,2 4-1024 15,2-1-208-15,0 3-32 0,0-3-864 0,-1 2-160 16,1-1-48-16,-2-2 0 15,0-2-1456-15,-1-1-288 0,-1 2-64 0,1-6-19360 0</inkml:trace>
  <inkml:trace contextRef="#ctx0" brushRef="#br0" timeOffset="193511.77">20136 17564 4607 0,'0'0'400'0,"-16"7"-400"0,16-7 0 0,0 0 0 16,-8-2 3712-16,8 2 640 0,-9-2 144 0,9 2 32 15,-4-4-2016-15,4 4-400 0,-6-5-64 0,6 5-32 16,-1-9-464-16,1 9-80 0,4-11-32 0,1 2 0 0,0 0-464 0,4 0-80 15,1-2-32-15,4 4 0 0,0 1-448 0,0 1-96 16,-1 1 0-16,0 3-16 0,-1 2-304 0,-2 3 0 16,0 3 0-16,-1 3 0 0,0 4 0 0,-4-1 0 15,-1 4 0-15,0 3 0 0,-2 2 0 0,1 0 0 16,0 2-128-16,1-2 128 0,-2-1 0 0,1-2 0 16,-1 1 0-16,2-2 0 0,0-2 0 0,1-3 0 15,2-1 128-15,1-2-128 0,0 0 0 0,-1-2 0 16,1 0 0-16,0-1 0 0,0-2 0 0,0-1 0 15,-2 1 0-15,3-2 0 16,-9-3-688-16,0 0-80 0,0 0-32 0,11 0 0 16,-2-2-2096-16,-9 2-432 0,8-8-64 0</inkml:trace>
  <inkml:trace contextRef="#ctx0" brushRef="#br0" timeOffset="201803.22">20206 17457 911 0,'0'0'0'0,"0"0"0"15,0 0 0-15,0 0 0 0,-9 3 2992 0,9-3 512 16,-9 0 96-16,9 0 32 0,-9 0-1520 0,9 0-320 16,-9-3-48-16,2 1-16 0,7 2-352 0,-8-4-80 15,2 0-16-15,-1 1 0 0,7 3-240 0,-7-6-48 16,-1 1-16-16,1 1 0 0,1 0-352 0,6 4-80 15,0 0-16-15,0 0 0 0,-7-5 48 0,7 5 16 16,0 0 0-16,0 0 0 0,-6-3-144 0,6 3-48 16,0 0 0-16,0 0 0 0,0 0-16 0,0 0 0 15,0 0 0-15,0 0 0 0,0 0 16 0,0 0 0 16,0 0 0-16,0 0 0 0,0 0-32 0,0 0-16 16,0 0 0-16,0 0 0 0,0 0-48 0,5 9-16 15,1-1 0-15,1 2 0 0,-1-2-128 0,2 3-32 0,0 0 0 0,0 2 0 16,-2-1-128-16,1 2 160 0,0 3-160 0,-2-4 160 15,1 2-16-15,-1 3 0 0,1-1 0 0,-1 0 0 16,3-3-16-16,-3 2-128 0,0 1 192 0,0-2-64 16,1-1-128-16,-1 0 192 0,-1-1-192 0,1-3 192 15,-1-1-192-15,1 1 128 0,2-3-128 0,-2 0 128 16,-5-7-128-16,5 6 160 0,-5-6-160 0,7 6 160 16,-2-1-16-16,0 0 0 0,-5-5 0 0,6 5 0 0,1 1-144 0,-1-1 192 15,-6-5-192-15,7 8 192 0,0-2-192 0,-2 1 0 16,-5-7 0-16,6 7 0 0,1 1 0 0,-2 0 0 15,-1-1 0-15,0-1 0 0,-4-6 0 0,5 7 0 16,-1-2 128-16,-4-5-128 0,0 0 0 0,0 0 0 16,6 5 144-16,-6-5-144 0,0 0 224 0,0 0-32 15,0 0 0-15,7 4 0 0,-7-4 192 0,8-3 16 16,0-1 16-16,-2-1 0 0,-1 0 16 0,2-3 0 16,-1-1 0-16,1 0 0 0,1-4-48 0,0 0 0 15,-1-1 0-15,1-5 0 0,1 0-96 0,3-3-32 16,-3-1 0-16,4-13 0 0,-1 2-112 0,0 1-16 15,-1 2-128-15,2 0 192 0,-1 1-192 0,1 0 0 16,-1 0 128-16,-2 4-128 0,0 4 0 0,-3 2-128 16,1 3 128-16,-1 4-208 15,-2 0-944-15,-1 4-176 0,-4 9-32 0,0 0-16 0,0 0-2160 16,0 0-432-16,0 0-96 0</inkml:trace>
  <inkml:trace contextRef="#ctx0" brushRef="#br0" timeOffset="202100.07">20697 17704 11055 0,'0'0'976'0,"0"0"-784"0,0 0-192 0,0-7 0 16,0-1 1152-16,0 2 192 0,0-5 48 0,0 2 0 0,0-1 304 0,1-2 64 15,0 0 16-15,3-3 0 16,0 2 96-16,1 2 32 0,0 2 0 0,-5 9 0 0,8-4-624 0,-8 4-112 15,9 3-16-15,2 2-16 0,-1 4-592 0,1 3-112 16,-2 2-32-16,-1 3 0 0,-1 2-160 0,1 1-48 16,-3 4 0-16,-1 2 0 0,-1-3-48 0,0 1-16 15,-1-1 0-15,1-1 0 0,-1-1-128 0,0-2 0 16,-1-2 0-16,0-3 0 16,-1-1-704-16,-1-5-128 0,1-8-32 0,0 0 0 15,0 0-1888-15,0 0-384 0,-9-2-80 0,2-4-8144 0</inkml:trace>
  <inkml:trace contextRef="#ctx0" brushRef="#br0" timeOffset="202396.93">20796 17616 21183 0,'18'-13'944'0,"-5"3"192"0,3 1-912 0,2 2-224 15,1 3 0-15,2 2 0 0,-1-1 1872 0,1 3 336 16,1 3 64-16,-9 1 16 0,-1 0-944 0,-1 1-192 0,0 1-48 0,-1 2 0 16,-2 1-608-16,-3 2-128 0,-1-1-32 15,-3 3 0-15,-1 0-16 0,-4 0 0 0,-2-1 0 0,-3 2 0 16,-3 2 64-16,0-2 0 0,-3-1 0 0,-2 0 0 15,-1 0-224-15,-2-3-32 0,-1-3-128 0,0 0 192 16,3-1-192-16,0-4 0 0,2-1 128 0,3-1-128 16,3 0 144-16,2 0-16 0,8 0 0 0,0 0 0 0,0 0 144 0,0 0 32 15,8 4 0-15,3-1 0 0,5 0-304 0,4 1 0 16,0 2 0-16,3 1-144 0,0-3 144 0,3 3 0 16,2 2 160-16,-2 0-160 0,0-1 176 0,-2 2-176 15,0 1 192-15,-1-2-192 0,1 0 128 0,-2-1-128 16,-4 1 0-16,-2-3 0 15,-2 2-400-15,-2-2-144 0,-3-1-32 0,-1 0 0 16,-8-5-2688-16,0 0-560 0,0 0-96 0</inkml:trace>
  <inkml:trace contextRef="#ctx0" brushRef="#br0" timeOffset="202792.36">21487 17365 24127 0,'-4'-16'1072'0,"1"7"208"0,0 0-1024 16,0 1-256-16,-3 0 0 0,0-1 0 0,-3 3 1792 0,1 0 320 16,8 6 48-16,-9-2 16 0,0 2-816 0,1 5-144 15,-1 5-48-15,2 7 0 0,1 7-496 0,2 7-96 16,0 7-32-16,2-9 0 0,1 6-160 0,1 1-16 0,1 2-16 0,3 4 0 15,2-2-144-15,3-1-16 16,1-1-16-16,3-5 0 0,4-5-352 0,0-4-64 0,0-5-16 0,10 5 0 31,1-11-1568-31,-3-3-320 0,-5-8-64 0,1-4-16 16,-2-5-1072-16,-3-3-224 0,-1 0-32 0</inkml:trace>
  <inkml:trace contextRef="#ctx0" brushRef="#br0" timeOffset="203262.42">21685 17438 15663 0,'2'-13'688'0,"-2"13"144"0,7-11-656 0,-1 2-176 0,4 3 0 0,-1 2 0 16,1 0 4208-16,4 4 800 0,3 1 176 0,2 2 16 0,0 1-3312 0,2 1-672 15,-1 3-128-15,0 3-16 0,1 4-304 0,1 2-64 16,3 0-16-16,-1 4 0 0,-3 3-320 0,-6-3-64 16,2 4-16-16,1 2 0 0,-1-1-288 15,2 4 160-15,-2 0-160 0,1 0 128 0,-1-2 48 0,0-2 0 16,0-3 0-16,0-1 0 0,1-3 240 0,-1-5 48 15,1-4 16-15,-1-2 0 0,0-2-144 0,0-5-16 16,-1-5-16-16,-1-4 0 0,1-1-16 0,-1-7 0 16,0-1 0-16,-1-2 0 0,0-1-144 0,-2-1-16 15,-3-2-128-15,-1-3 192 0,-1 2-192 0,-2-12 144 16,-5 1-144-16,-3 3 128 0,-1 4 0 0,-3 2 0 16,-5 0 0-16,-1 3 0 0,-3 4-128 0,-2 3 0 15,-2 6 0-15,-3 6 0 0,-3 3 0 0,-4 6 0 0,-5 5-144 0,-3 6 144 16,-5 1-416-16,-4 4 32 15,-4 1 0-15,16-7 0 0,-4 4 112 0,-2 0 16 16,0 1 16-16,-16 7 0 0,9-1 240 0,5-2 160 16,5-5-32-16,15-4 0 0,-1 0 64 0,1 1 16 0,1-4 0 0,1 1 0 15,4-2-208-15,3-4 0 16,1-2 0-16,0 0 0 0,13-5 0 0,0 0-240 0,0 0 32 0,0 0 0 31,0 0-176-31,10-13-16 0,6-2-16 0,-2 4 0 0,3-3 80 0,4-3 16 0,2 1 0 0,13-7 0 31,-1-3-80-31,1 4-16 0,1 3 0 0,-1 0 0 0,-1-2-1840 16,2 3-368-16,-3-1-80 0,1 1-12976 0</inkml:trace>
  <inkml:trace contextRef="#ctx0" brushRef="#br0" timeOffset="203449.91">22460 17237 17503 0,'25'8'768'0,"-5"0"176"0,3 2-752 0,2 2-192 0,1 1 0 0,0 3 0 0,2 2 4016 0,-1 0 768 15,-1 2 144-15,0 2 48 0,-1 0-2864 0,-2 1-576 16,1 2-128-16,-5 0 0 0,-2 0-704 0,-4 1-128 16,-4 1-16-16,-3 4-16 0,-5 3-336 0,-5-1-64 15,-4-3-16-15,-1 0 0 0,-3-4-288 0,-1-1-64 16,-4-3-16-16,-1-4 0 16,-3 0-224-16,0-2-48 0,1-3-16 0,-4-2-11600 15,-1-4-2320-15</inkml:trace>
  <inkml:trace contextRef="#ctx0" brushRef="#br0" timeOffset="204098.63">21736 17344 9215 0,'0'0'816'0,"0"0"-656"16,0 0-160-16,0 0 0 0,0 0 3328 0,-8 5 640 16,-3 0 128-16,0 2 32 0,-2 1-2768 0,0 0-544 15,-2 1-112-15,2 1-32 0,-1 2 336 0,2 2 64 16,-2 2 16-16,1-3 0 0,1 0-176 0,0 0-16 16,0 0-16-16,3 0 0 0,3 3-624 0,-1-2-128 15,1 0-128-15,-1 1-14944 0</inkml:trace>
  <inkml:trace contextRef="#ctx0" brushRef="#br0" timeOffset="204786.05">23383 17470 17503 0,'0'0'768'0,"0"0"176"0,0 0-752 0,0 0-192 16,0 0 0-16,0 0 0 0,10-5 3008 0,-1 1 576 16,1 3 128-16,4 2 0 0,2 2-2272 0,2-1-464 15,2 2-80-15,2 0-32 0,3 3-176 0,2-3-48 16,2 0 0-16,1 1 0 0,-3-3-352 0,1 1-80 15,-1-2-16-15,-1 1 0 0,-2-1-192 0,-2-1 0 16,-1 0 128-16,-3 0-128 16,-2 0-1088-16,-5 0-272 0,-11 0-48 0,0 0-16 15,0 0-1840-15,0 0-352 0</inkml:trace>
  <inkml:trace contextRef="#ctx0" brushRef="#br0" timeOffset="204960.53">23434 17618 17503 0,'0'0'1552'0,"2"6"-1232"16,-2-6-320-16,5 9 0 0,1 2 3264 0,5-1 608 16,2 1 112-16,5 0 32 0,3-1-2432 0,2-1-496 0,3 0-80 0,3 0-32 15,-1-5 64-15,0 1 16 0,1 2 0 0,-3-5 0 16,-1-1-592-16,0 1-112 0,-2-1-32 0,7 2 0 16,-5-3-2256-1,-6 0-464-15,-2 0-96 0</inkml:trace>
  <inkml:trace contextRef="#ctx0" brushRef="#br0" timeOffset="208037.94">24554 17292 11967 0,'0'0'1072'0,"0"0"-864"0,0 0-208 0,0 0 0 0,0 0 2128 0,0 0 384 0,0 0 80 0,0 0 16 15,0 0-976-15,0 0-192 16,8 1-32-16,-3-9-16 0,2 3-352 0,1-1-64 16,1 0-16-16,5 2 0 0,4 2-240 0,2 0-48 0,-1 1-16 0,2 1 0 15,3 1 0-15,-2 2 0 16,0 0 0 0,-1 1 0-16,-3 1-352 0,-1 1-80 0,-1 2-16 0,-2 0 0 15,-3 1-208-15,-2 0 0 0,-3 2 128 0,-2 2-128 16,-4 1 0-16,-1 4-240 0,-3-1 48 0,-3 3 16 15,0 1-80-15,-3 1-32 0,-1-4 0 0,-1 0 0 0,-1-1 288 0,0-1 0 16,-1-3 0-16,3-1 0 0,3-2 0 0,3-1 0 16,1 0 0-16,4 2 0 0,3-1 0 0,2 1 0 15,3-1 0-15,4 2 0 0,2-3 0 0,2 1 0 0,-2 3 0 0,2-2 0 16,0-2 0-16,1 0 0 0,0-1 0 0,-1-2 0 16,-2 2 0-16,-2-1 0 0,-1-2 0 0,-2 2 0 15,-2-1 0-15,-1 1 128 0,-6-7-128 0,1 9 0 16,-1 0 0-16,-3 0 0 0,-1 0 0 0,-2 2 0 15,-4 0-320 1,-2 0-128-16,0 0 0 0,-1-3-16 0,-1 0-592 0,1-1-112 0,0-2-32 0,0-1 0 16,1-2-1152-16,1 0-224 0</inkml:trace>
  <inkml:trace contextRef="#ctx0" brushRef="#br0" timeOffset="208194.17">25408 17485 26719 0,'8'-2'2368'0,"2"1"-1888"16,3 0-480-16,2 1 0 0,-1 1 1856 0,2 2 288 16,1-1 48-16,0 1 16 0,0 1-1728 0,-3 1-352 15,2 2-128-15,-2-1 0 16,-1 2-576-16,-1 0-208 0,-2 1-48 0,-1 1-16 16,0-3-2016-16,-2-1-400 0,-2 3-64 0</inkml:trace>
  <inkml:trace contextRef="#ctx0" brushRef="#br0" timeOffset="208397.28">25842 17387 32767 0,'0'0'1456'0,"4"8"288"0,-1 1-1392 0,-1 4-352 0,1 1 0 0,0 3 0 15,1 1 704-15,-1 3 80 0,1 3 16 0,-1 1 0 16,1 3-512-16,-3 0-96 0,0-2-32 0,2 2 0 15,0 4-416-15,2-4-64 0,-1 0-32 0,0 0 0 32,0 4-3808-32,0-1-768 0,-2 0-160 0</inkml:trace>
  <inkml:trace contextRef="#ctx0" brushRef="#br0" timeOffset="208553.52">26396 17405 23951 0,'23'3'2128'0,"-13"1"-1696"0,0 1-432 0,2 3 0 0,0 5 1840 0,0 0 272 16,1-1 64-16,-2 2 16 0,0 2-1664 0,-2 2-336 16,-1 1-64-16,-4 5 0 0,-3-1-128 0,-6 10 0 15,-4 3 0-15,-4 2-14272 0</inkml:trace>
  <inkml:trace contextRef="#ctx0" brushRef="#br0" timeOffset="208959.73">24647 16922 9215 0,'-25'-8'400'0,"11"6"96"0,-2 2-496 0,-1 4 0 16,-1 4 0-16,-2 3 0 0,1 3 3376 0,2 8 576 15,1 7 112-15,6-2 32 0,-2 8-2448 0,0 8-496 16,2 8-80-16,-1 7-32 0,0 7-48 0,2 1-16 16,3 2 0-16,5 1 0 0,2 3-416 0,5-4-96 15,4-1-16-15,7 0 0 0,5-5-448 0,5-2 0 16,5-3-176-16,7-7 176 16,4-3-2880-16,2-8-464 0</inkml:trace>
  <inkml:trace contextRef="#ctx0" brushRef="#br0" timeOffset="209553.41">27508 17421 29023 0,'0'0'1280'0,"0"0"272"0,0 0-1232 15,0 0-320-15,0 0 0 0,0 0 0 0,0 0 1152 0,-3 6 160 16,-1 5 32-16,-3 3 16 0,-3 6-976 0,-3 4-208 0,-3 6-48 0,-2 4 0 15,-6 3-128-15,1 2 0 0,-2 1 0 0,2-1 0 16,-1-2 0-16,3-2 0 0,2-4 0 0,3-2 0 16,3-4-144-16,3-7-112 0,0-3-32 0,1-4-14736 15</inkml:trace>
  <inkml:trace contextRef="#ctx0" brushRef="#br0" timeOffset="209694.02">27166 17446 22111 0,'0'0'1968'0,"7"9"-1584"16,5 4-384-16,2 2 0 0,3 5 2448 0,3 3 416 16,1 5 80-16,2-1 0 0,5 6-1952 0,-1-1-400 15,0-2-80-15,1 0 0 0,0-2-512 0,-1 0-240 16,-3-4 32-16,1-5-14960 0</inkml:trace>
  <inkml:trace contextRef="#ctx0" brushRef="#br0" timeOffset="209961.96">28152 17413 35759 0,'19'7'1584'0,"-10"-2"336"0,0 3-1536 0,0 3-384 15,0-2 0-15,-1 4 0 0,-3 2 256 0,-1-1-32 0,-4 3 0 0,-2 3 0 31,-4 2-1008-31,0 0-208 0,-2 5-32 0,-2-3-16 16,-1-5 80-16,2 2 32 0,0 0 0 0,2-3 0 0,3-5 1328 0,2-2 272 0,1-1 48 0,3 1 16 16,3-3 224-16,5-3 32 0,1-1 16 0,6-3 0 15,0-1-384-15,3-1-80 0,3-3-16 0,2 0 0 16,1 1-528-16,1-2-144 0,-1-3-16 0,2 0 0 16,1 2-848-16,-2-1-160 0,-1-2-48 0,-1-1-9040 15,-3-1-1824-15</inkml:trace>
  <inkml:trace contextRef="#ctx0" brushRef="#br0" timeOffset="210133.83">28785 17326 37599 0,'0'0'1664'0,"8"-2"352"0,2 1-1616 0,4 0-400 15,3 1 0-15,4-3 0 0,3 2 752 0,2 0 64 16,0 2 16-16,-1-1 0 15,-1 0-1312-15,-2 0-256 0,-2 1-48 0,0 2-16 16,-5-2-1408-16,-2 2-288 0,0-1-48 0,-5 0-7088 0,-8-2-1424 0</inkml:trace>
  <inkml:trace contextRef="#ctx0" brushRef="#br0" timeOffset="210290.06">28727 17472 29487 0,'0'0'2624'0,"7"4"-2112"0,1 1-512 0,5-4 0 15,4 0 3232-15,5 1 544 0,4-2 96 0,5 0 32 16,4-2-2608-16,5 0-512 0,-1-2-96 0,0 1-32 16,0-2-1408-16,-3 1-272 0,-3 3-64 15,-2-3-11856-15,-1 0-2368 0</inkml:trace>
  <inkml:trace contextRef="#ctx0" brushRef="#br0" timeOffset="211633.67">26326 17463 9215 0,'0'0'816'0,"0"0"-656"0,0 0-160 0,0 0 0 16,0-10 1840-16,0 10 336 0,5-9 64 0,-1 0 0 15,-1 0-1328-15,-1 0-272 0,-2 9-48 0,0 0-16 16,4-9-320-16,-4 9-80 0,0 0-16 0,0 0 0 15,0 0 112-15,0 0 32 0,0 0 0 0,0 0 0 16,0 0 416-16,0 0 96 0,0 0 16 0,0 0 0 16,0 0 48-16,0 0 16 0,0 0 0 0,0 0 0 15,0 0-208-15,0 0-48 0,0 0 0 0,7-7 0 16,-7 7-288-16,0 0-64 0,0 0-16 0,0 0 0 16,6-6-144-16,-6 6-128 0,0 0 192 0,0 0-192 15,5-9 0-15,-5 9 0 0,0 0 0 0,0 0 0 16,0 0 128-16,0 0-128 0,0 0 0 0,0 0 0 15,0 0 320-15,0 0-64 0,0 0 0 0,0 0 0 16,0 0 64-16,0 0 16 0,0 0 0 0,0 0 0 16,12-2-48-16,-3 1-16 0,-9 1 0 0,0 0 0 0,11-1 112 0,-11 1 32 15,0 0 0-15,11 1 0 0,0-1-32 0,-11 0 0 16,0 0 0-16,10 3 0 0,-10-3-64 0,11 2-32 16,-11-2 0-16,10 7 0 0,-10-7-288 0,11 6 128 15,-4 2-128-15,1 0 0 0,-8-8 208 16,9 12-64-16,-1-2-16 0,0-1 0 0,-8-9 128 0,9 11 32 15,-2-1 0-15,1-1 0 0,-8-9 64 0,9 11 16 16,-9-11 0-16,10 11 0 0,1 0-48 0,-4-1-16 16,0-1 0-16,-2 2 0 0,-1 2-112 0,0 0-32 15,-2 0 0-15,1 1 0 0,0 2-16 0,-2 1 0 16,-1-3 0-16,-1 4 0 0,-1 1-144 0,0 2 192 0,-1 1-192 16,-2 1 192-16,-4-1-64 0,-2 4-128 0,0-1 192 0,-1 1-64 15,-2 0-128-15,1-1-144 0,0-3 144 0,1-1-208 31,0 0-1136-31,2-7-240 0,1 2-32 0,2-8-10320 0,0-2-2064 0</inkml:trace>
  <inkml:trace contextRef="#ctx0" brushRef="#br0" timeOffset="212317.55">29790 17214 17439 0,'-13'9'768'0,"4"-1"176"0,-2 3-752 0,2 0-192 0,-1 0 0 0,-1 1 0 16,1 0 304-16,1 0 16 0,-2-2 16 0,5 2 0 15,2 0 512-15,1 1 112 0,2 0 0 0,2 0 16 16,2 0 304-16,2-2 48 0,3 2 16 0,4 0 0 15,-1-1-240-15,6 0-32 0,3 0-16 0,3-3 0 16,3-3-160-16,4 1-16 0,4-1-16 0,3 0 0 16,1-4-464-16,1-1-80 0,1-1-32 0,-1-1 0 15,-3-1-288-15,-3-2 128 0,-3 0-128 0,-5 0 0 16,-5-3-1696-16,-3 1-448 0,-3-2-96 0</inkml:trace>
  <inkml:trace contextRef="#ctx0" brushRef="#br0" timeOffset="212489.42">30021 17220 29487 0,'0'0'2624'0,"-7"16"-2112"0,-2 3-512 0,4 2 0 16,1 1 2304-16,3 4 368 16,1 2 64-16,2-1 16 0,2 3-2048 0,0-1-416 0,1-3-80 0,4 1-16 15,2 1-192-15,1 0 0 0,1-3 0 16,1 2 0-1,2 2-1680-15,-2-1-240 0,-2-1-32 0,-1-8-8688 0,1 1-1744 0</inkml:trace>
  <inkml:trace contextRef="#ctx0" brushRef="#br0" timeOffset="212790.96">30570 17245 29487 0,'0'0'1296'0,"0"0"288"0,0 0-1264 0,9 12-320 0,-1-2 0 0,-1 3 0 0,1 1 2336 0,1 2 416 15,0 2 64-15,1 3 32 0,-1 1-2224 0,0 3-448 16,-1 2-176-16,-1 1 128 0,0-1-128 0,1-2 0 16,0-3 0-16,1 0 0 0,0-1 0 0,0-4 0 15,-1-8 0-15,1-2-176 16,-1-2 816-16,1-4 144 0,1-5 48 0,-1-1 0 0,-1-5 96 0,1-5 32 0,0-3 0 0,2-1 0 15,-1-2-432-15,1-4-80 0,-1-5 0 0,2-1-16 16,0-2-240-16,-1-1-64 0,2-2 0 0,2-2 0 16,-5-1-288-16,1 2-64 0,-2 1-16 0,-3-1-13904 15,-2 5-2768-15</inkml:trace>
  <inkml:trace contextRef="#ctx0" brushRef="#br0" timeOffset="-211991.96">20189 18313 4607 0,'0'0'192'0,"0"0"64"0,0 0-256 0,0 0 0 0,0 0 0 0,0 0 0 15,2-11 4448-15,-2 11 848 0,0 0 160 0,0 0 48 0,10 0-3856 0,1 4-768 16,-4 0-160-16,4 5-16 0,-1 4-144 0,1 4-32 16,-2-3 0-16,0 9 0 0,-1-1-272 0,1 5-48 15,1 3-16-15,-1-2 0 0,-2 1 0 0,-1-1 0 16,1-3 0-16,1-2 0 0,1-2 128 0,-3 0 0 16,1-4 16-16,-1-3 0 0,1-1 32 0,1-2 0 15,-3-2 0-15,0-3 0 0,2 2-32 0,-1-3 0 16,-6-5 0-16,8 4 0 0,-8-4-64 0,9 1-16 15,-9-1 0-15,9 2 0 0,-9-2 0 0,11-3 0 16,-3-3 0-16,2-1 0 0,0-3 96 0,1-2 16 16,-2-1 0-16,-1-1 0 0,1-2-48 0,-1-2-16 15,-2-2 0-15,1-3 0 0,-2-3-48 0,2 0-16 0,-1-2 0 16,1-3 0-16,-1 2-240 0,-1 3 144 0,2-1-144 0,-1 5 128 16,1-2-128-16,-1 3-176 0,1 6 48 0,-1-1 0 31,0 4-656-31,-1 6-128 0,-5 6-32 0,0 0 0 15,0 0-2384-15,0 0-496 0,8 18-80 0,-6 2-32 0</inkml:trace>
  <inkml:trace contextRef="#ctx0" brushRef="#br0" timeOffset="-197507.68">21059 18564 4607 0,'0'0'400'0,"0"0"-400"0,0 0 0 0,0 0 0 0,0 0 3008 16,0 0 512-16,1-8 96 0,-1 8 32 0,0-9-1664 0,2 0-336 0,-2 9-64 0,1-10-16 15,-1 2-240-15,0 8-48 0,-1-9-16 0,1 9 0 16,-3-9-304-16,-1 2-64 0,4 7-16 0,-9-5 0 15,-3 4-192-15,-1 1-48 0,0 1 0 0,-1 4 0 0,-3 3-320 0,0 4-80 16,-1-1-16-16,-1 8 0 0,1-1-224 0,0 3 128 16,1 1-128-16,4 1 0 0,2 2 0 0,5 0 0 15,2 0 0-15,4-2 0 0,3-3 0 0,3-2 0 16,2-4 0-16,4-1 0 0,2-2-240 0,4-5 64 16,3 0 16-16,1-4 0 15,2-2-464-15,1-2-80 0,-1-4-32 0,0 0 0 16,-3-2-1904-16,0 1-384 0,-3 2-80 0</inkml:trace>
  <inkml:trace contextRef="#ctx0" brushRef="#br0" timeOffset="-197101.48">21805 18117 21599 0,'0'0'960'0,"0"-9"192"0,0 9-928 0,-7-8-224 15,1 3 0-15,-2 2 0 0,-1 3 1312 0,-2 5 224 16,1 2 32-16,-2 3 16 0,0 5-720 0,1 4-144 16,-2 6-16-16,1 2-16 0,0 6-432 0,2-2-64 15,1 2-32-15,1 1 0 0,3 0-160 0,2 2 0 16,2-1 0-16,3-1 0 0,3-2 0 0,5-5-192 15,0-4 32-15,2 0 16 16,1-6-2592-16,1-3-512 0,7 2-96 0,-1-9-32 0</inkml:trace>
  <inkml:trace contextRef="#ctx0" brushRef="#br0" timeOffset="-196898.38">22000 18349 10127 0,'17'3'448'0,"-5"1"96"0,0 0-544 0,3 1 0 0,4 3 0 0,-1-1 0 16,-1 3 1344-16,1 0 144 0,0 2 48 0,0-1 0 16,1 0-1536-16,0 1-256 0,-2 1-80 0,2 0-16 15,-3 0-784 1,0 0-144-16,0-3-48 0,-1 1-2128 0,0-2-448 0</inkml:trace>
  <inkml:trace contextRef="#ctx0" brushRef="#br0" timeOffset="-196565.4">22390 18575 7247 0,'0'0'320'0,"0"0"64"0,10-7-384 0,-2-1 0 0,1-2 0 0,-2-2 0 0,-2-1 928 0,-1-4 96 16,4-2 32-16,-3-2 0 0,0 0 64 0,1 0 16 15,-1-1 0-15,0 0 0 0,0 0 384 0,0-1 80 16,-1 0 0-16,2 2 16 0,-4 0 368 0,1 2 80 16,-2 0 16-16,0 5 0 0,-1 2-592 0,0 12-112 15,0 0-32-15,0 0 0 0,-7-2-672 0,-3 6-144 16,-1 6-16-16,-4 3-16 0,0 0-496 0,-4 5 0 15,-3 5 0-15,-1 0 0 0,-2 3 0 0,2-1-240 16,-1 1 80-16,-1 0 16 0,1 0 144 0,-1 1-160 0,0 2 160 0,2-4-160 31,-1 0 160-31,-1-2 176 0,-3-1-48 0,-1-1 0 0,3-5 352 0,-2-2 64 0,1-1 16 0,2-5 0 16,2-1-272-16,3-4-48 0,1-3-16 0,2-1 0 16,2-1-224-16,4-5 176 0,0-3-176 0,3-5 160 15,3-4-160-15,4-7 0 0,4-4 0 0,3-3 0 0,3-5 0 16,3 2-144-16,1-1 144 0,3 5-160 0,1 0 160 0,1 4 0 15,0 3 0-15,0 3 0 0,-1 2 0 0,-1 5 224 16,-3 4-48-16,-1 1-16 0,-2 3-336 0,1 5-64 16,-2-1-16-16,1 6 0 15,-10-3-3088-15,7 6-624 16</inkml:trace>
  <inkml:trace contextRef="#ctx0" brushRef="#br0" timeOffset="-196017.17">22801 18087 10127 0,'0'0'896'0,"0"0"-704"16,0 0-192-16,13 0 0 0,0 5 3136 0,4 2 608 15,1 1 112-15,2 5 32 0,0 4-1856 0,1 3-368 16,0 3-80-16,-1 0-16 0,-1 1-368 0,-2 0-80 0,-4 2-16 0,0 0 0 16,-1-1-608-16,-3 3-128 15,-4-1-32-15,-3 2 0 0,-5-1-112 0,-3 1-32 0,-5-2 0 0,-2 1 0 16,-1 0 32-16,-3-1 0 0,-3-3 0 0,-1 0 0 16,-1-3-224-16,-3-4 0 0,-1 0 0 0,0-2 0 31,1-3-2640-31,-2-2-528 0</inkml:trace>
  <inkml:trace contextRef="#ctx0" brushRef="#br0" timeOffset="-190985.82">23506 18390 13823 0,'0'0'1216'0,"0"0"-960"0,0 0-256 0,0 0 0 16,0 0 1648-16,0 0 272 0,18-4 64 0,-18 4 16 16,13 4-912-16,0-1-192 0,0 1-48 0,3 0 0 15,2-1-80-15,1-1-32 0,-3 1 0 0,1 1 0 16,0-1-208-16,2-1-32 0,-2 2-16 0,-2-3 0 16,0 5-112-16,-2-4-32 0,0 1 0 0,0-1 0 15,0 1-112-15,-2 0-32 0,1-1 0 0,-12-2 0 16,15 2-64-16,-2-1-128 0,-13-1 176 0,13 1-176 15,-13-1 0-15,0 0-304 0,10 0 48 0,-10 0 0 32,0 0-2160-32,0 0-416 0,0 0-96 0</inkml:trace>
  <inkml:trace contextRef="#ctx0" brushRef="#br0" timeOffset="-190781.22">23519 18714 25743 0,'0'0'1136'0,"0"0"240"0,8-4-1104 0,5-1-272 16,5 1 0-16,3-2 0 0,2-1 336 0,2 1 16 15,1-1 0-15,0 2 0 0,-2 1 48 0,-1 1 16 16,0 2 0-16,-3 1 0 0,1 1-416 0,1 1 0 16,-2-1 0-16,2-1 0 0,2 0 0 0,0-3-144 0,1 1 0 0,0-4 0 31,-2 1-304-31,0 0-64 0,-3-1-16 0</inkml:trace>
  <inkml:trace contextRef="#ctx0" brushRef="#br0" timeOffset="-190498.63">24351 18541 19295 0,'0'0'848'0,"0"0"176"0,0 0-816 0,0 0-208 0,1 11 0 0,-1-11 0 0,0 0 1024 0,8 12 144 15,1-4 48-15,2-1 0 0,0-2 384 0,2 0 96 16,-1-1 16-16,2 0 0 0,2 0-400 0,2 1-80 16,2 0-16-16,1-1 0 0,-2 0-496 0,2 1-96 15,1-2-32-15,2-1 0 0,-2 1-368 0,1-2-80 16,-2 1-16-16,-1-2 0 0,-1-3-272 0,0 0-64 15,-5 1-16-15,-2-1-10544 16,-3 3-2112-16</inkml:trace>
  <inkml:trace contextRef="#ctx0" brushRef="#br0" timeOffset="-190092.41">24913 18465 18431 0,'0'0'1632'0,"0"0"-1312"0,0 0-320 0,0 0 0 15,0 0 2176-15,0 0 384 0,13 0 64 0,-1 0 0 16,-12 0-944-16,15 1-192 0,1 2-32 0,-2 0-16 15,2-2-528-15,-1 4-96 0,0 2-32 0,-2 3 0 16,-1 3-464-16,-2-1-80 0,-1 1-32 0,-2 1 0 16,-2 2-208-16,-4 2 0 0,-3-1-192 0,-5 0 192 15,0 3-560-15,-2-1 0 16,-1-3 0-16,-1-1 0 0,0 0 32 16,0-2 0-16,1-3 0 0,1 1 0 0,1-5 528 0,8-6 0 0,0 0 160 0,0 0-32 0,0 0 336 0,0 0 80 15,0 0 16-15,0 0 0 0,0 0-256 0,13 4-48 16,1-1-16-16,3-3 0 0,2 0-240 0,0 0 0 15,3-2 0-15,-1 4 0 0,0-4 0 0,1 1-320 16,2-1 64-16,-1 0 0 16,-2-2-2880-16,-2 2-576 0</inkml:trace>
  <inkml:trace contextRef="#ctx0" brushRef="#br0" timeOffset="-189816.29">25471 18520 16575 0,'0'0'1472'0,"-2"16"-1168"0,0-1-304 0,-1 3 0 16,1 2 1616-16,0 0 272 0,1-1 48 0,1 1 16 15,1-6-1584-15,2 0-368 0,0 1 0 0,-1-6 0 16,-2-9 0-16,7 9 0 0,-7-9 0 0,0 0 0 0,10 3 0 0,-10-3 320 16,12-3-32-16,-2-2-16 0,-1-4 336 0,-1-1 64 15,-1 0 16-15,-2 0 0 0,-1-1 32 0,-2 1 16 0,-2-1 0 0,-1 2 0 16,-1-1 32-16,-4 1 0 0,1 1 0 0,-1 1 0 15,-4-1-304-15,1 2-48 0,-1-1-16 0,-1 1 0 16,0-1-400-16,0 1 0 0,0 1 0 0,0-1 0 16,1 3 0-16,1-1-256 0,9 4 48 0,-11-3 0 31,11 3-1728-31,0 0-352 0,0 0-64 0</inkml:trace>
  <inkml:trace contextRef="#ctx0" brushRef="#br0" timeOffset="-189070.73">26477 18478 8287 0,'0'0'736'0,"0"0"-592"0,0 0-144 0,0 0 0 16,0 0 4512-16,0 0 864 0,0 0 192 0,0 0 16 16,8 13-3744-16,0 2-752 0,0 1-160 0,-2 4-32 15,-1 1-96-15,1 1-32 0,-1 4 0 0,-1-2 0 0,1-2-320 0,-1 0-64 16,0-3 0-16,0 0-16 0,0-2-48 0,1-6 0 16,0 0 0-16,0-3 0 0,-5-8 176 0,0 0 16 15,11 6 16-15,-11-6 0 0,0 0 192 0,0 0 48 16,13-5 0-16,0-3 0 0,-3-2 80 0,2-3 32 15,0-2 0-15,-1 0 0 0,2-5-432 0,3-3-96 16,0-5-16-16,1 1 0 0,1-3-176 0,-1 4-32 16,-2 2-128-16,1 2 192 0,0 0-320 0,-1 3-80 15,0 2-16-15,-2 1 0 16,-3 2-2272-16,-2 1-448 0,-3 2-80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14:48.352"/>
    </inkml:context>
    <inkml:brush xml:id="br0">
      <inkml:brushProperty name="width" value="0.05" units="cm"/>
      <inkml:brushProperty name="height" value="0.05" units="cm"/>
    </inkml:brush>
  </inkml:definitions>
  <inkml:trace contextRef="#ctx0" brushRef="#br0">13 19 5063 0 0,'0'0'2582'0'0,"1"3"-1450"0"0,0 10-490 0 0,-1-1 0 0 0,0 0 0 0 0,-1 1 0 0 0,-4 20 0 0 0,-1 13-56 0 0,4-12-343 0 0,3 64 1 0 0,1-84-217 0 0,0 0 0 0 0,0 1 0 0 0,1-1 0 0 0,1 0 0 0 0,0-1 0 0 0,1 1 1 0 0,8 15-1 0 0,-10-25 17 0 0,0 1 1 0 0,0-1 0 0 0,1 1 0 0 0,0-1-1 0 0,-1 0 1 0 0,1-1 0 0 0,0 1 0 0 0,7 4-1 0 0,-10-7-13 0 0,0-1-1 0 0,1 1 1 0 0,-1-1-1 0 0,0 1 0 0 0,0-1 1 0 0,1 0-1 0 0,-1 1 1 0 0,0-1-1 0 0,1 0 1 0 0,-1 0-1 0 0,0 0 0 0 0,1 0 1 0 0,-1 0-1 0 0,0 0 1 0 0,1-1-1 0 0,1 1 1 0 0,18-8 461 0 0,-16 5-378 0 0,0 0 0 0 0,-1 0 1 0 0,1-1-1 0 0,-1 1 0 0 0,0-1 0 0 0,0 0 1 0 0,-1 0-1 0 0,1 0 0 0 0,-1 0 1 0 0,5-9-1 0 0,3-6 284 0 0,10-29 1 0 0,-8 20-197 0 0,-1 0-129 0 0,0 0 1 0 0,-2-1-1 0 0,-1 0 1 0 0,-2 0-1 0 0,0-1 1 0 0,-2 0-1 0 0,2-51 1 0 0,-7 79 320 0 0,-1 5-170 0 0,-6 42 2 0 0,1-1-1 0 0,1 74 0 0 0,6-94-144 0 0,1 0-1 0 0,0 0 1 0 0,2 0-1 0 0,1 0 1 0 0,1-1 0 0 0,14 38-1 0 0,-17-55-54 0 0,0 0-1 0 0,0 0 0 0 0,0-1 1 0 0,0 0-1 0 0,1 1 1 0 0,0-1-1 0 0,0 0 0 0 0,1-1 1 0 0,-1 1-1 0 0,1-1 1 0 0,0 0-1 0 0,0 0 1 0 0,0-1-1 0 0,1 1 0 0 0,-1-1 1 0 0,1 0-1 0 0,0 0 1 0 0,0-1-1 0 0,0 0 0 0 0,0 0 1 0 0,0-1-1 0 0,0 1 1 0 0,1-1-1 0 0,-1 0 0 0 0,0-1 1 0 0,1 0-1 0 0,-1 0 1 0 0,1 0-1 0 0,-1-1 1 0 0,0 0-1 0 0,1 0 0 0 0,-1 0 1 0 0,12-5-1 0 0,-7 1 68 0 0,0-1-1 0 0,-1 0 1 0 0,1 0 0 0 0,-1-1-1 0 0,-1 0 1 0 0,1-1 0 0 0,-1 0-1 0 0,0-1 1 0 0,-1 0-1 0 0,0 0 1 0 0,0 0 0 0 0,-1-1-1 0 0,-1 0 1 0 0,1-1 0 0 0,6-17-1 0 0,-6 12 30 0 0,-1 0 0 0 0,-1 0 0 0 0,0-1 0 0 0,-1 0 0 0 0,-1 0 0 0 0,-1 0 0 0 0,0 0 0 0 0,-1 0 0 0 0,-1 0 0 0 0,-3-27 0 0 0,1 34-201 0 0,0-1-1 0 0,-1 1 1 0 0,0-1-1 0 0,0 1 1 0 0,-11-19-1 0 0,11 22 12 0 0,-1 0 0 0 0,0 0 0 0 0,-1 1 0 0 0,0 0 0 0 0,0 0 0 0 0,0 0 0 0 0,0 1 0 0 0,-1-1 0 0 0,-6-4 0 0 0,11 10 9 0 0,0-1 0 0 0,-1 0 0 0 0,1 1 0 0 0,0-1-1 0 0,0 1 1 0 0,0-1 0 0 0,0 1 0 0 0,-1 0 0 0 0,1-1 0 0 0,0 1 0 0 0,0 0 0 0 0,-1 0 0 0 0,1 0 0 0 0,0 0 0 0 0,0 0 0 0 0,-1 0 0 0 0,1 0 0 0 0,0 0 0 0 0,0 1-1 0 0,-1-1 1 0 0,1 0 0 0 0,0 1 0 0 0,-1 0 0 0 0,0 0-153 0 0,-1 0 1 0 0,1 1-1 0 0,0-1 0 0 0,0 1 1 0 0,1 0-1 0 0,-1-1 0 0 0,0 1 0 0 0,1 0 1 0 0,-1 0-1 0 0,-2 4 0 0 0,-4 9-1460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14:49.266"/>
    </inkml:context>
    <inkml:brush xml:id="br0">
      <inkml:brushProperty name="width" value="0.05" units="cm"/>
      <inkml:brushProperty name="height" value="0.05" units="cm"/>
    </inkml:brush>
  </inkml:definitions>
  <inkml:trace contextRef="#ctx0" brushRef="#br0">116 370 8663 0 0,'0'0'1567'0'0,"-11"1"622"0"0,6 0-2023 0 0,1 1 1 0 0,0 0-1 0 0,0 0 0 0 0,0 1 0 0 0,0-1 0 0 0,0 1 0 0 0,1 0 0 0 0,-1 0 0 0 0,1 0 0 0 0,-1 0 1 0 0,1 1-1 0 0,0-1 0 0 0,1 1 0 0 0,-1 0 0 0 0,0 0 0 0 0,-2 7 0 0 0,-2 3 22 0 0,0 1-1 0 0,1 0 0 0 0,-6 24 1 0 0,9-25-172 0 0,0-1 1 0 0,-1 22 0 0 0,4-30-15 0 0,0-1 1 0 0,0 1-1 0 0,0 0 0 0 0,0-1 1 0 0,1 1-1 0 0,0 0 0 0 0,0-1 1 0 0,0 1-1 0 0,1-1 1 0 0,-1 0-1 0 0,3 6 0 0 0,-3-9 15 0 0,0 0-1 0 0,0 1 0 0 0,0-1 0 0 0,0 0 1 0 0,0 0-1 0 0,1 0 0 0 0,-1 0 0 0 0,0 0 1 0 0,0 0-1 0 0,1 0 0 0 0,-1 0 1 0 0,1 0-1 0 0,-1 0 0 0 0,0-1 0 0 0,1 1 1 0 0,0-1-1 0 0,-1 1 0 0 0,1-1 1 0 0,-1 0-1 0 0,1 1 0 0 0,-1-1 0 0 0,1 0 1 0 0,0 0-1 0 0,-1 0 0 0 0,1 0 0 0 0,0 0 1 0 0,-1-1-1 0 0,1 1 0 0 0,-1 0 1 0 0,1-1-1 0 0,-1 1 0 0 0,1-1 0 0 0,-1 0 1 0 0,1 1-1 0 0,1-2 0 0 0,5-2 108 0 0,-1 0 0 0 0,0-1-1 0 0,-1 0 1 0 0,1 0 0 0 0,9-10-1 0 0,2-5 155 0 0,-1-1 0 0 0,-1-1 0 0 0,23-41 0 0 0,-28 42-214 0 0,0 0 0 0 0,-1-1-1 0 0,-1 0 1 0 0,-2-1 0 0 0,0 0-1 0 0,-1 0 1 0 0,-1 0 0 0 0,-2-1 0 0 0,0 0-1 0 0,-1 1 1 0 0,-2-1 0 0 0,0 0-1 0 0,-7-43 1 0 0,4 42 167 0 0,-2 1 0 0 0,-11-37-1 0 0,16 61-207 0 0,0 0 0 0 0,0-1 0 0 0,0 1 0 0 0,0 0-1 0 0,0 0 1 0 0,0-1 0 0 0,0 1 0 0 0,0 0 0 0 0,0 0 0 0 0,-1-1 0 0 0,1 1 0 0 0,0 0-1 0 0,0 0 1 0 0,0 0 0 0 0,0-1 0 0 0,0 1 0 0 0,0 0 0 0 0,-1 0 0 0 0,1 0-1 0 0,0-1 1 0 0,0 1 0 0 0,0 0 0 0 0,0 0 0 0 0,-1 0 0 0 0,1 0 0 0 0,0 0-1 0 0,0-1 1 0 0,-1 1 0 0 0,1 0 0 0 0,0 0 0 0 0,0 0 0 0 0,0 0 0 0 0,-1 0-1 0 0,1 0 1 0 0,0 0 0 0 0,0 0 0 0 0,-1 0 0 0 0,1 0 0 0 0,0 0 0 0 0,0 0-1 0 0,-1 0 1 0 0,1 0 0 0 0,0 0 0 0 0,0 0 0 0 0,-1 0 0 0 0,1 0 0 0 0,0 0-1 0 0,0 0 1 0 0,-1 1 0 0 0,1-1 0 0 0,0 0 0 0 0,0 0 0 0 0,0 0 0 0 0,-1 0-1 0 0,1 1 1 0 0,-8 11 587 0 0,7-11-652 0 0,-5 11 211 0 0,1-1 0 0 0,1 1 0 0 0,-1 0 0 0 0,2 1 0 0 0,-4 18 0 0 0,-4 65 17 0 0,10-85-146 0 0,-3 42-109 0 0,2-1 0 0 0,2 1 0 0 0,3-1 0 0 0,9 58 0 0 0,-7-92-117 0 0,12 34-1 0 0,0-2-768 0 0,-16-48 618 0 0,-1 1 1 0 0,1-1 0 0 0,0 1-1 0 0,-1-1 1 0 0,1 1-1 0 0,1-1 1 0 0,-1 0-1 0 0,0 0 1 0 0,0 1-1 0 0,1-1 1 0 0,0 0 0 0 0,-1 0-1 0 0,1 0 1 0 0,2 1-1 0 0,8 1-5799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14:49.605"/>
    </inkml:context>
    <inkml:brush xml:id="br0">
      <inkml:brushProperty name="width" value="0.05" units="cm"/>
      <inkml:brushProperty name="height" value="0.05" units="cm"/>
    </inkml:brush>
  </inkml:definitions>
  <inkml:trace contextRef="#ctx0" brushRef="#br0">1 1 6911 0 0,'2'0'7922'0'0,"26"8"-3349"0"0,-3-2-4317 0 0,36 6 0 0 0,-60-11-395 0 0,1-1 0 0 0,-1 0 0 0 0,0 0 0 0 0,0 0 0 0 0,1 1 0 0 0,-1-1 0 0 0,0 1 0 0 0,0-1 0 0 0,0 1 0 0 0,2 0 0 0 0,2 2-444 0 0,9 3-1432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14:49.919"/>
    </inkml:context>
    <inkml:brush xml:id="br0">
      <inkml:brushProperty name="width" value="0.05" units="cm"/>
      <inkml:brushProperty name="height" value="0.05" units="cm"/>
    </inkml:brush>
  </inkml:definitions>
  <inkml:trace contextRef="#ctx0" brushRef="#br0">1 8 5527 0 0,'0'0'488'0'0,"18"6"-392"0"0,0-1-96 0 0,3-2 0 0 0,1-2 1832 0 0,2-1 344 0 0,-1-1 72 0 0,-1-1 16 0 0,1 1-1560 0 0,-1-2-320 0 0,-4-2-56 0 0,2 1-4560 0 0,0-2-920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14:50.438"/>
    </inkml:context>
    <inkml:brush xml:id="br0">
      <inkml:brushProperty name="width" value="0.05" units="cm"/>
      <inkml:brushProperty name="height" value="0.05" units="cm"/>
    </inkml:brush>
  </inkml:definitions>
  <inkml:trace contextRef="#ctx0" brushRef="#br0">1 986 5063 0 0,'3'1'390'0'0,"0"1"-398"0"0,5 0 397 0 0,-1 0 0 0 0,0 1 1 0 0,0 0-1 0 0,0 1 0 0 0,0 0 1 0 0,-1 0-1 0 0,1 0 0 0 0,-1 1 1 0 0,6 5-1 0 0,5 10 2395 0 0,28 43 0 0 0,-11-14-2080 0 0,-30-44-663 0 0,0-1-1 0 0,0 1 1 0 0,1 0 0 0 0,0-1-1 0 0,-1 0 1 0 0,2 0 0 0 0,-1-1-1 0 0,0 1 1 0 0,1-1 0 0 0,0 0-1 0 0,-1-1 1 0 0,1 1 0 0 0,0-1 0 0 0,10 2-1 0 0,-13-3 33 0 0,1-1 0 0 0,-1 0 0 0 0,1 1 0 0 0,-1-1 0 0 0,1 0 0 0 0,0-1 0 0 0,-1 1 0 0 0,1 0-1 0 0,-1-1 1 0 0,0 0 0 0 0,1 0 0 0 0,-1 0 0 0 0,1 0 0 0 0,-1-1 0 0 0,0 1 0 0 0,0-1 0 0 0,0 0 0 0 0,0 0 0 0 0,0 0 0 0 0,0 0-1 0 0,-1-1 1 0 0,1 1 0 0 0,-1-1 0 0 0,1 1 0 0 0,-1-1 0 0 0,0 0 0 0 0,3-4 0 0 0,0-4 156 0 0,1 0 1 0 0,-1-1 0 0 0,-1 1-1 0 0,0-1 1 0 0,2-13-1 0 0,8-62 407 0 0,-11 25-535 0 0,-2 0 0 0 0,-9-63 0 0 0,6 98-96 0 0,-22-170-245 0 0,7 65 79 0 0,10 82 136 0 0,-4-67-121 0 0,10 99 171 0 0,1-1 0 0 0,1 1-1 0 0,1 0 1 0 0,5-24 0 0 0,-5 31-10 0 0,0 1 90 0 0,1-1 1 0 0,0 1-1 0 0,0-1 0 0 0,1 1 0 0 0,6-11 0 0 0,-9 18-63 0 0,1 1 1 0 0,0-1 0 0 0,0 1 0 0 0,0-1 0 0 0,0 1 0 0 0,1 0-1 0 0,-1 0 1 0 0,1 0 0 0 0,-1 0 0 0 0,1 0 0 0 0,0 0 0 0 0,-1 1-1 0 0,1-1 1 0 0,0 1 0 0 0,0 0 0 0 0,0 0 0 0 0,0 0 0 0 0,0 0-1 0 0,0 1 1 0 0,1-1 0 0 0,-1 1 0 0 0,4 0 0 0 0,31-1 81 0 0,0 3 1 0 0,38 5 0 0 0,76 20-180 0 0,-116-21 81 0 0,500 58-33 0 0,3-51 369 0 0,-487-16-149 0 0,-50 3-97 0 0,-9-5-2021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14:51.474"/>
    </inkml:context>
    <inkml:brush xml:id="br0">
      <inkml:brushProperty name="width" value="0.05" units="cm"/>
      <inkml:brushProperty name="height" value="0.05" units="cm"/>
    </inkml:brush>
  </inkml:definitions>
  <inkml:trace contextRef="#ctx0" brushRef="#br0">30 23 2759 0 0,'0'-11'13044'0'0,"0"13"-12886"0"0,-1-1 0 0 0,1 1 0 0 0,-1-1 0 0 0,0 1-1 0 0,1-1 1 0 0,-1 1 0 0 0,0-1 0 0 0,-1 3 0 0 0,-4 7 105 0 0,1 8-27 0 0,1-1 0 0 0,1 1 0 0 0,0 1 0 0 0,2-1-1 0 0,0 26 1 0 0,1-24-140 0 0,3 92 362 0 0,-1-97-414 0 0,0 0-1 0 0,1-1 1 0 0,1 1 0 0 0,0-1-1 0 0,8 17 1 0 0,-11-29-27 0 0,1 0 1 0 0,-1 0 0 0 0,1 0-1 0 0,0 0 1 0 0,0-1-1 0 0,0 1 1 0 0,0-1-1 0 0,0 1 1 0 0,1-1-1 0 0,-1 0 1 0 0,0 0 0 0 0,1 0-1 0 0,0 0 1 0 0,0 0-1 0 0,-1-1 1 0 0,1 1-1 0 0,0-1 1 0 0,0 0-1 0 0,0 0 1 0 0,6 2 0 0 0,-4-3 18 0 0,-1 1 1 0 0,0-1-1 0 0,0 0 1 0 0,1 0 0 0 0,-1 0-1 0 0,0-1 1 0 0,1 0 0 0 0,-1 1-1 0 0,0-2 1 0 0,0 1-1 0 0,0 0 1 0 0,0-1 0 0 0,0 0-1 0 0,0 1 1 0 0,4-5 0 0 0,4-2 6 0 0,0-1 1 0 0,-1-1 0 0 0,0 0 0 0 0,-1-1 0 0 0,0 0 0 0 0,-1 0 0 0 0,0-1-1 0 0,8-13 1 0 0,2-9-133 0 0,27-64 0 0 0,-39 83 84 0 0,-1 0 1 0 0,-1 0 0 0 0,-1-1 0 0 0,0 0-1 0 0,-1 0 1 0 0,-1 0 0 0 0,0 0 0 0 0,-1 0 0 0 0,-1 0-1 0 0,0-1 1 0 0,-4-21 0 0 0,4 36 116 0 0,-3 2-85 0 0,1 1 1 0 0,0-1-1 0 0,0 1 1 0 0,0-1 0 0 0,0 1-1 0 0,0 0 1 0 0,1 0-1 0 0,-1 0 1 0 0,0 0-1 0 0,0 0 1 0 0,0 0-1 0 0,1 0 1 0 0,-1 1-1 0 0,1-1 1 0 0,-1 0-1 0 0,1 1 1 0 0,-1 0 0 0 0,1-1-1 0 0,0 1 1 0 0,0 0-1 0 0,0-1 1 0 0,-2 5-1 0 0,-2 4 130 0 0,1 1 1 0 0,-7 19-1 0 0,9-23-93 0 0,-6 25 85 0 0,0 1 0 0 0,2 0 0 0 0,-3 56 0 0 0,8-78-147 0 0,1 0 0 0 0,1 0 0 0 0,0 0 0 0 0,0 0 0 0 0,4 12 0 0 0,-4-18-1 0 0,0-1 0 0 0,1 1-1 0 0,0-1 1 0 0,0 0 0 0 0,0 0-1 0 0,0 0 1 0 0,1 0 0 0 0,-1 0 0 0 0,1-1-1 0 0,0 1 1 0 0,0-1 0 0 0,0 0-1 0 0,1 1 1 0 0,6 4 0 0 0,-6-6 29 0 0,0 1 0 0 0,0 0 0 0 0,1-1 0 0 0,-1 0 0 0 0,1 0 0 0 0,-1 0 0 0 0,1-1 1 0 0,0 1-1 0 0,-1-1 0 0 0,1 0 0 0 0,0 0 0 0 0,0-1 0 0 0,0 0 0 0 0,0 0 0 0 0,0 0 0 0 0,0 0 0 0 0,0-1 0 0 0,-1 1 1 0 0,1-1-1 0 0,0 0 0 0 0,0-1 0 0 0,-1 0 0 0 0,1 1 0 0 0,-1-1 0 0 0,1-1 0 0 0,-1 1 0 0 0,0 0 0 0 0,0-1 0 0 0,6-5 0 0 0,-2 1 49 0 0,0-1-1 0 0,-1 0 0 0 0,0 0 0 0 0,0 0 0 0 0,-1-1 0 0 0,0 0 0 0 0,0 0 0 0 0,-1-1 0 0 0,0 0 0 0 0,-1 0 1 0 0,6-18-1 0 0,-1-7-94 0 0,-2 0 1 0 0,3-43-1 0 0,-8 64-53 0 0,2-13-164 0 0,-2 17-260 0 0,-1-1 0 0 0,0 1 1 0 0,0-1-1 0 0,-1 1 0 0 0,-1-12 1 0 0,0 20-771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15:15.638"/>
    </inkml:context>
    <inkml:brush xml:id="br0">
      <inkml:brushProperty name="width" value="0.05" units="cm"/>
      <inkml:brushProperty name="height" value="0.05" units="cm"/>
    </inkml:brush>
  </inkml:definitions>
  <inkml:trace contextRef="#ctx0" brushRef="#br0">151 0 10135 0 0,'0'0'3658'0'0,"-1"4"-2801"0"0,1-1-749 0 0,-1 0 1 0 0,-1 0-1 0 0,1 0 0 0 0,0 0 1 0 0,-1-1-1 0 0,1 1 0 0 0,-1 0 0 0 0,0-1 1 0 0,0 1-1 0 0,0-1 0 0 0,0 0 1 0 0,0 0-1 0 0,0 0 0 0 0,-5 4 1 0 0,-5 5 270 0 0,0 3-207 0 0,0 0 0 0 0,2 0 0 0 0,0 1 0 0 0,0 0 0 0 0,2 1 0 0 0,0 0 1 0 0,0 0-1 0 0,2 0 0 0 0,0 1 0 0 0,1 1 0 0 0,1-1 0 0 0,0 0 0 0 0,-1 22 0 0 0,5-33-153 0 0,0 1-1 0 0,0 0 0 0 0,1-1 1 0 0,0 1-1 0 0,0-1 0 0 0,1 1 1 0 0,-1-1-1 0 0,1 1 0 0 0,1-1 1 0 0,0 0-1 0 0,-1 0 0 0 0,9 11 1 0 0,-10-14-16 0 0,1-1 0 0 0,0 0 0 0 0,0 1 0 0 0,0-1 0 0 0,0 0 0 0 0,0 0 0 0 0,1 0 0 0 0,-1-1 0 0 0,0 1 0 0 0,1 0 0 0 0,0-1 0 0 0,-1 0 0 0 0,1 1 0 0 0,0-1 0 0 0,0 0 0 0 0,-1-1 1 0 0,1 1-1 0 0,0 0 0 0 0,0-1 0 0 0,0 1 0 0 0,0-1 0 0 0,0 0 0 0 0,0 0 0 0 0,0 0 0 0 0,0-1 0 0 0,0 1 0 0 0,0-1 0 0 0,0 0 0 0 0,-1 1 0 0 0,1-1 0 0 0,4-2 0 0 0,4-3 4 0 0,0 0-1 0 0,0-1 1 0 0,-1 0-1 0 0,0 0 1 0 0,0-1-1 0 0,0-1 1 0 0,-1 0-1 0 0,0 0 1 0 0,-1 0-1 0 0,0-1 1 0 0,-1-1-1 0 0,0 1 1 0 0,0-1-1 0 0,-1 0 1 0 0,-1-1 0 0 0,0 1-1 0 0,5-18 1 0 0,-9 26 2 0 0,0-1 0 0 0,0 1 0 0 0,-1-1 0 0 0,1 0 0 0 0,-1 1 0 0 0,0-1 0 0 0,0 0 0 0 0,0 1 0 0 0,0-1-1 0 0,-1 0 1 0 0,0 1 0 0 0,1-1 0 0 0,-1 1 0 0 0,-1-1 0 0 0,1 1 0 0 0,0-1 0 0 0,-1 1 0 0 0,0 0 0 0 0,0 0 0 0 0,0 0 0 0 0,0 0 0 0 0,0 0 0 0 0,0 0 0 0 0,-4-3 0 0 0,-1 0-31 0 0,0 1-1 0 0,0-1 1 0 0,-1 1 0 0 0,0 1-1 0 0,0-1 1 0 0,0 2-1 0 0,0-1 1 0 0,-16-4-1 0 0,16 5-798 0 0,0 1-1 0 0,1-2 0 0 0,-12-5 1 0 0,7 1-5153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15:16.088"/>
    </inkml:context>
    <inkml:brush xml:id="br0">
      <inkml:brushProperty name="width" value="0.05" units="cm"/>
      <inkml:brushProperty name="height" value="0.05" units="cm"/>
    </inkml:brush>
  </inkml:definitions>
  <inkml:trace contextRef="#ctx0" brushRef="#br0">101 1 13127 0 0,'0'0'1187'0'0,"2"2"-974"0"0,-1 0-191 0 0,1 0 0 0 0,-1 0 0 0 0,0 0 0 0 0,0 1 0 0 0,0-1 0 0 0,-1 0 0 0 0,1 1 0 0 0,0-1 0 0 0,-1 1 0 0 0,0-1 0 0 0,1 1 1 0 0,-1-1-1 0 0,0 1 0 0 0,0-1 0 0 0,0 1 0 0 0,-1-1 0 0 0,1 0 0 0 0,-1 1 0 0 0,1-1 0 0 0,-1 1 0 0 0,0-1 0 0 0,0 0 0 0 0,-1 4 0 0 0,-5 6 170 0 0,0 0 1 0 0,0 0 0 0 0,-11 13 0 0 0,-2 2-45 0 0,12-14-131 0 0,0 0 0 0 0,0 1 0 0 0,2 0 1 0 0,-7 17-1 0 0,9-13 117 0 0,7-13-91 0 0,-2-2-6 0 0,1-1-5 0 0,-1 1 0 0 0,1-1 0 0 0,0 1 0 0 0,-1-1 0 0 0,1 0 0 0 0,0 0 0 0 0,1 0 0 0 0,-1 0 0 0 0,0 0 0 0 0,0 0 0 0 0,1-1 0 0 0,-1 1 0 0 0,1-1-1 0 0,-1 1 1 0 0,1-1 0 0 0,0 0 0 0 0,-1 0 0 0 0,5 1 0 0 0,6 1 166 0 0,1-1 0 0 0,20 2 0 0 0,-30-3-168 0 0,76 2-1161 0 0,-52-3-4709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15:16.623"/>
    </inkml:context>
    <inkml:brush xml:id="br0">
      <inkml:brushProperty name="width" value="0.05" units="cm"/>
      <inkml:brushProperty name="height" value="0.05" units="cm"/>
    </inkml:brush>
  </inkml:definitions>
  <inkml:trace contextRef="#ctx0" brushRef="#br0">1 11 8287 0 0,'0'0'756'0'0,"2"-1"-622"0"0,2-1 525 0 0,1 1 1 0 0,0-1 0 0 0,0 1-1 0 0,0 0 1 0 0,0 0-1 0 0,0 0 1 0 0,1 1 0 0 0,-1-1-1 0 0,0 1 1 0 0,0 1-1 0 0,0-1 1 0 0,0 1 0 0 0,0 0-1 0 0,9 2 1 0 0,-9-1-533 0 0,7 1 755 0 0,0 1 1 0 0,16 9-1 0 0,-17-8-511 0 0,0 0 0 0 0,16 4 0 0 0,-14-6-346 0 0,0-1 1 0 0,-1 0 0 0 0,1-1-1 0 0,0-1 1 0 0,24-1-1 0 0,-28 0-2563 0 0,0 0-1 0 0,15-6 0 0 0,-8 2-4141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15:17.206"/>
    </inkml:context>
    <inkml:brush xml:id="br0">
      <inkml:brushProperty name="width" value="0.05" units="cm"/>
      <inkml:brushProperty name="height" value="0.05" units="cm"/>
    </inkml:brush>
  </inkml:definitions>
  <inkml:trace contextRef="#ctx0" brushRef="#br0">193 1 10591 0 0,'3'0'488'0'0,"1"0"-441"0"0,-1 1-1 0 0,1-1 1 0 0,0 1-1 0 0,-1 0 1 0 0,1 0-1 0 0,0 0 1 0 0,-1 0-1 0 0,1 0 0 0 0,-1 1 1 0 0,1 0-1 0 0,-1 0 1 0 0,0 0-1 0 0,0 0 1 0 0,0 0-1 0 0,0 1 1 0 0,0-1-1 0 0,-1 1 1 0 0,6 5-1 0 0,-2 2 531 0 0,-1 0 0 0 0,0 0 0 0 0,0 0 0 0 0,-1 1 0 0 0,0 0-1 0 0,0 0 1 0 0,-2 0 0 0 0,1 0 0 0 0,1 20 0 0 0,-2 11 348 0 0,-3 53 1 0 0,1-88-902 0 0,-1 17 145 0 0,-1 0 1 0 0,-1-1-1 0 0,-2 1 0 0 0,0-1 1 0 0,-1 0-1 0 0,-14 31 1 0 0,13-38-126 0 0,-1 0 1 0 0,0-1 0 0 0,-1 0 0 0 0,-1 0-1 0 0,0-1 1 0 0,-1-1 0 0 0,-1 1 0 0 0,0-2-1 0 0,-19 16 1 0 0,25-24-24 0 0,1 0 0 0 0,0-1 0 0 0,-1 0 0 0 0,0 0 0 0 0,0 0 0 0 0,0-1 0 0 0,0 0 0 0 0,0 0 0 0 0,0 0-1 0 0,-13 1 1 0 0,17-3-23 0 0,0 0 0 0 0,-1 1-1 0 0,1-1 1 0 0,-1-1-1 0 0,1 1 1 0 0,-1 0-1 0 0,1 0 1 0 0,-1-1 0 0 0,1 1-1 0 0,-1-1 1 0 0,1 0-1 0 0,0 0 1 0 0,-1 0-1 0 0,1 0 1 0 0,0 0 0 0 0,0-1-1 0 0,0 1 1 0 0,0 0-1 0 0,0-1 1 0 0,0 0-1 0 0,0 1 1 0 0,0-1 0 0 0,1 0-1 0 0,-1 0 1 0 0,1 0-1 0 0,-1 0 1 0 0,1 0-1 0 0,0-1 1 0 0,-2-3 0 0 0,1-1-89 0 0,0 1 0 0 0,1-1 1 0 0,0 0-1 0 0,1 0 1 0 0,-1 0-1 0 0,1 1 1 0 0,0-1-1 0 0,1 0 1 0 0,0 0-1 0 0,0 0 1 0 0,0 1-1 0 0,1-1 1 0 0,2-6-1 0 0,-3 8 50 0 0,1 1 0 0 0,0 0 0 0 0,-1 0-1 0 0,1 0 1 0 0,1 0 0 0 0,-1 0 0 0 0,0 1 0 0 0,1-1 0 0 0,0 1-1 0 0,0-1 1 0 0,0 1 0 0 0,0 0 0 0 0,1 0 0 0 0,-1 0-1 0 0,1 1 1 0 0,-1-1 0 0 0,1 1 0 0 0,0 0 0 0 0,0 0 0 0 0,0 0-1 0 0,5-1 1 0 0,-5 2 63 0 0,1 1 0 0 0,-1 0 0 0 0,0 0 0 0 0,0 0 0 0 0,1 1 0 0 0,-1-1 0 0 0,0 1 0 0 0,0 0 0 0 0,0 0 0 0 0,0 1 0 0 0,0-1 0 0 0,5 3 0 0 0,8 5 321 0 0,22 15 0 0 0,-29-18-201 0 0,29 18 429 0 0,2-2 1 0 0,0-1-1 0 0,75 24 1 0 0,-114-44-578 0 0,3 1-255 0 0,0 0 0 0 0,0-1 0 0 0,1 0 0 0 0,-1 0 0 0 0,8 1 0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15:17.590"/>
    </inkml:context>
    <inkml:brush xml:id="br0">
      <inkml:brushProperty name="width" value="0.05" units="cm"/>
      <inkml:brushProperty name="height" value="0.05" units="cm"/>
    </inkml:brush>
  </inkml:definitions>
  <inkml:trace contextRef="#ctx0" brushRef="#br0">0 32 11519 0 0,'0'0'887'0'0,"2"-1"-583"0"0,1 0-173 0 0,28-17 540 0 0,-8 7 6095 0 0,-24 23-6029 0 0,-1 2-705 0 0,-2 1-1 0 0,1-1 0 0 0,-9 17 1 0 0,6-15-7 0 0,-6 28 0 0 0,11-42-24 0 0,1 1 0 0 0,0-1 0 0 0,0 1-1 0 0,0-1 1 0 0,0 1 0 0 0,0-1 0 0 0,0 1 0 0 0,0-1-1 0 0,1 0 1 0 0,-1 1 0 0 0,1-1 0 0 0,0 1 0 0 0,0-1 0 0 0,0 0-1 0 0,0 0 1 0 0,2 4 0 0 0,0-3 2 0 0,-1 0-1 0 0,0-1 1 0 0,1 1 0 0 0,0-1 0 0 0,0 1-1 0 0,-1-1 1 0 0,1 0 0 0 0,0 0 0 0 0,1 0-1 0 0,3 1 1 0 0,2 0 2 0 0,-1 0 0 0 0,1 0 0 0 0,-1-1 0 0 0,1 0 0 0 0,0-1-1 0 0,0 0 1 0 0,0-1 0 0 0,11 0 0 0 0,-1-1-631 0 0,0-2-1 0 0,28-6 0 0 0,-28 3-453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15:18.656"/>
    </inkml:context>
    <inkml:brush xml:id="br0">
      <inkml:brushProperty name="width" value="0.05" units="cm"/>
      <inkml:brushProperty name="height" value="0.05" units="cm"/>
    </inkml:brush>
  </inkml:definitions>
  <inkml:trace contextRef="#ctx0" brushRef="#br0">266 42 4231 0 0,'-2'0'191'0'0,"-80"21"957"0"0,80-21-993 0 0,1 1 1 0 0,-1 0-1 0 0,0-1 0 0 0,0 1 1 0 0,1-1-1 0 0,-1 0 0 0 0,0 0 0 0 0,0 1 1 0 0,0-1-1 0 0,0 0 0 0 0,1 0 1 0 0,-1-1-1 0 0,0 1 0 0 0,0 0 0 0 0,0-1 1 0 0,1 1-1 0 0,-1-1 0 0 0,0 1 1 0 0,1-1-1 0 0,-1 0 0 0 0,0 0 0 0 0,-2-2 1 0 0,-20-9 597 0 0,16 8-753 0 0,-6 0 152 0 0,11 3-72 0 0,0 0 0 0 0,0 0 1 0 0,1-1-1 0 0,-1 1 0 0 0,0-1 0 0 0,1 1 0 0 0,-3-3 1 0 0,3 3 469 0 0,2 1-407 0 0,-1-1 0 0 0,1 1-1 0 0,-1-1 1 0 0,1 1-1 0 0,-1-1 1 0 0,0 1-1 0 0,1-1 1 0 0,0 1 0 0 0,-1-1-1 0 0,1 1 1 0 0,-1-1-1 0 0,1 0 1 0 0,0 1 0 0 0,-1-1-1 0 0,1-1 1 0 0,-1 1 128 0 0,1 0 1 0 0,-1 0-1 0 0,1 0 1 0 0,-1 0 0 0 0,0 0-1 0 0,1 0 1 0 0,-1 0-1 0 0,0 0 1 0 0,0 0 0 0 0,1 0-1 0 0,-1 1 1 0 0,-2-2-1 0 0,2 2-134 0 0,-1-1 1 0 0,0 1-1 0 0,0 0 0 0 0,0 0 0 0 0,0 1 0 0 0,0-1 0 0 0,0 0 1 0 0,0 1-1 0 0,0-1 0 0 0,0 1 0 0 0,1-1 0 0 0,-1 1 0 0 0,0 0 1 0 0,0 0-1 0 0,1 0 0 0 0,-1 0 0 0 0,0 0 0 0 0,-1 1 0 0 0,-1 1 91 0 0,2-2 481 0 0,2-1-666 0 0,-1 1 1 0 0,1-1-1 0 0,-1 0 1 0 0,1 1-1 0 0,-1-1 1 0 0,1 1 0 0 0,-1-1-1 0 0,1 1 1 0 0,0-1-1 0 0,-1 1 1 0 0,1-1-1 0 0,0 1 1 0 0,-1 0-1 0 0,1-1 1 0 0,0 1-1 0 0,-1 0 1 0 0,3 5 27 0 0,0-1 0 0 0,1 1 0 0 0,0-1 0 0 0,-1 0 1 0 0,2 0-1 0 0,-1 0 0 0 0,0-1 0 0 0,1 1 0 0 0,0-1 0 0 0,0 0 0 0 0,0 0 1 0 0,1 0-1 0 0,0 0 0 0 0,-1-1 0 0 0,1 0 0 0 0,10 5 0 0 0,1 0 31 0 0,1-1-1 0 0,0 0 0 0 0,0-1 1 0 0,23 4-1 0 0,225 26 1377 0 0,-198-29-1255 0 0,36 4-76 0 0,279 17 103 0 0,-250-25 92 0 0,-86-2-614 0 0,-48-2-310 0 0,-4-5-23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6T03:45:00.385"/>
    </inkml:context>
    <inkml:brush xml:id="br0">
      <inkml:brushProperty name="width" value="0.05" units="cm"/>
      <inkml:brushProperty name="height" value="0.05" units="cm"/>
    </inkml:brush>
  </inkml:definitions>
  <inkml:trace contextRef="#ctx0" brushRef="#br0">72 71 6935 0 0,'0'0'630'0'0,"2"-1"-520"0"0,-1 1-61 0 0,0-1 0 0 0,0 1-1 0 0,-1-1 1 0 0,1 1 0 0 0,0-1-1 0 0,-1 1 1 0 0,1-1 0 0 0,-1 0-1 0 0,1 1 1 0 0,0-1 0 0 0,-1 1-1 0 0,0-1 1 0 0,1 0 0 0 0,-1 0-1 0 0,1 1 1 0 0,-1-1 0 0 0,1-1-1 0 0,0-18 2912 0 0,-1 11-2080 0 0,0 9-826 0 0,0 0 0 0 0,0-1 0 0 0,0 1 0 0 0,0 0 0 0 0,0 0 0 0 0,0 0-1 0 0,0 0 1 0 0,0 0 0 0 0,0 0 0 0 0,0-1 0 0 0,0 1 0 0 0,0 0 0 0 0,0 0 0 0 0,0 0-1 0 0,0 0 1 0 0,0 0 0 0 0,0-1 0 0 0,0 1 0 0 0,0 0 0 0 0,0 0 0 0 0,0 0-1 0 0,0 0 1 0 0,0 0 0 0 0,0 0 0 0 0,-1-1 0 0 0,1 1 0 0 0,0 0 0 0 0,0 0 0 0 0,0 0-1 0 0,0 0 1 0 0,0 0 0 0 0,0 0 0 0 0,0 0 0 0 0,0 0 0 0 0,-1 0 0 0 0,1 0 0 0 0,0-1-1 0 0,0 1 1 0 0,0 0 0 0 0,0 0 0 0 0,0 0 0 0 0,0 0 0 0 0,-1 0 0 0 0,1 0-1 0 0,0 0 1 0 0,0 0 0 0 0,0 0 0 0 0,0 0 0 0 0,0 0 0 0 0,0 0 0 0 0,-1 0 0 0 0,1 0-1 0 0,0 0 1 0 0,0 0 0 0 0,0 0 0 0 0,0 0 0 0 0,0 1 0 0 0,-1-1 0 0 0,1 0 0 0 0,0 0-1 0 0,0 0 1 0 0,0 0 0 0 0,0 0 0 0 0,-12 12 621 0 0,-9 19-707 0 0,12-11 74 0 0,1 1 0 0 0,1 0 0 0 0,1 0 0 0 0,0 0-1 0 0,2 0 1 0 0,-4 38 0 0 0,9-44-31 0 0,2-2 32 0 0,-2-9-43 0 0,0-1 0 0 0,1 0 1 0 0,-1 0-1 0 0,1 0 1 0 0,0 0-1 0 0,0 0 1 0 0,0-1-1 0 0,0 1 0 0 0,0 0 1 0 0,1-1-1 0 0,-1 0 1 0 0,1 1-1 0 0,0-1 1 0 0,0 0-1 0 0,-1 0 0 0 0,1-1 1 0 0,0 1-1 0 0,4 1 1 0 0,-3-2 27 0 0,1 0 0 0 0,0 1-1 0 0,-1-2 1 0 0,1 1 0 0 0,0-1 0 0 0,-1 1 0 0 0,1-1 0 0 0,0 0 0 0 0,0-1 0 0 0,-1 1-1 0 0,1-1 1 0 0,8-2 0 0 0,-1-1 44 0 0,-1 0 0 0 0,0 0 0 0 0,0-1 0 0 0,0-1 0 0 0,-1 1 0 0 0,1-2 0 0 0,-1 0 0 0 0,-1 0 0 0 0,1 0 0 0 0,-1-1 0 0 0,-1-1 0 0 0,0 0 0 0 0,0 0 0 0 0,9-13 0 0 0,-7 7 65 0 0,0 1 0 0 0,13-30 0 0 0,-20 38-76 0 0,-1 0 0 0 0,0 0 0 0 0,0 0 1 0 0,0 0-1 0 0,-1 0 0 0 0,0 0 0 0 0,0 0 1 0 0,0-1-1 0 0,-1 1 0 0 0,0 0 0 0 0,-2-10 1 0 0,2 13-26 0 0,-1 0 0 0 0,0 0 0 0 0,0 0 0 0 0,0 0 1 0 0,-1 0-1 0 0,1 0 0 0 0,-1 1 0 0 0,1-1 1 0 0,-1 1-1 0 0,0-1 0 0 0,0 1 0 0 0,0-1 0 0 0,0 1 1 0 0,-1 0-1 0 0,1 0 0 0 0,-1 0 0 0 0,1 0 1 0 0,-1 0-1 0 0,0 1 0 0 0,1-1 0 0 0,-1 1 1 0 0,0 0-1 0 0,0 0 0 0 0,0 0 0 0 0,0 0 0 0 0,0 0 1 0 0,-5 0-1 0 0,-3 0 21 0 0,1 0 1 0 0,-1 1-1 0 0,0 0 0 0 0,0 0 1 0 0,0 1-1 0 0,-18 4 1 0 0,19-2-45 0 0,-1 0 0 0 0,1 1 0 0 0,0 0 0 0 0,0 0 0 0 0,-11 8 0 0 0,9-4-19 0 0,10-5-35 0 0,2-1-30 0 0,-1 0-539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02:15.917"/>
    </inkml:context>
    <inkml:brush xml:id="br0">
      <inkml:brushProperty name="width" value="0.05" units="cm"/>
      <inkml:brushProperty name="height" value="0.05" units="cm"/>
    </inkml:brush>
  </inkml:definitions>
  <inkml:trace contextRef="#ctx0" brushRef="#br0">0 93 7567 0 0,'0'0'7987'0'0,"1"3"-7398"0"0,-1 84 1354 0 0,3-35-1626 0 0,-1-11-149 0 0,10 57 0 0 0,-9-86-158 0 0,0 0 1 0 0,0 0 0 0 0,1-1 0 0 0,0 1 0 0 0,1-1 0 0 0,1 0 0 0 0,0-1-1 0 0,0 1 1 0 0,10 12 0 0 0,-14-21 28 0 0,0 0 0 0 0,-1 0 0 0 0,1 0 0 0 0,0 0 0 0 0,0 0 0 0 0,0 0 0 0 0,1-1 0 0 0,-1 1-1 0 0,0-1 1 0 0,1 1 0 0 0,-1-1 0 0 0,1 0 0 0 0,-1 0 0 0 0,1 0 0 0 0,-1 0 0 0 0,1 0 0 0 0,0-1 0 0 0,-1 1 0 0 0,1-1 0 0 0,0 0 0 0 0,0 0-1 0 0,-1 0 1 0 0,1 0 0 0 0,0 0 0 0 0,0-1 0 0 0,-1 1 0 0 0,1-1 0 0 0,0 0 0 0 0,-1 1 0 0 0,1-1 0 0 0,0 0 0 0 0,-1-1 0 0 0,0 1-1 0 0,1 0 1 0 0,-1-1 0 0 0,3-2 0 0 0,4-4 172 0 0,-1 0 0 0 0,0-1 0 0 0,-1 0 1 0 0,0 0-1 0 0,-1 0 0 0 0,11-20 0 0 0,-4 6 83 0 0,-3 6-156 0 0,-1 0-1 0 0,-1-1 1 0 0,-1-1-1 0 0,-1 1 1 0 0,6-24 0 0 0,12-97 121 0 0,-23 131-244 0 0,2-25 25 0 0,-1-39 0 0 0,-3 59-40 0 0,-4 4 0 0 0,4 9-14 0 0,0-1-1 0 0,1 1 0 0 0,-1 0 1 0 0,0 0-1 0 0,0 0 0 0 0,0 0 1 0 0,0 0-1 0 0,1 0 1 0 0,-1 0-1 0 0,0 0 0 0 0,0 0 1 0 0,0 1-1 0 0,0-1 0 0 0,1 0 1 0 0,-1 0-1 0 0,0 1 1 0 0,0-1-1 0 0,1 0 0 0 0,-1 1 1 0 0,0-1-1 0 0,1 1 0 0 0,-1-1 1 0 0,0 1-1 0 0,1-1 1 0 0,-1 1-1 0 0,0 1 0 0 0,-13 14-587 0 0,14-16 596 0 0,-4 11-580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02:16.373"/>
    </inkml:context>
    <inkml:brush xml:id="br0">
      <inkml:brushProperty name="width" value="0.05" units="cm"/>
      <inkml:brushProperty name="height" value="0.05" units="cm"/>
    </inkml:brush>
  </inkml:definitions>
  <inkml:trace contextRef="#ctx0" brushRef="#br0">259 0 2303 0 0,'-1'1'167'0'0,"-75"15"6339"0"0,10-2-2459 0 0,59-11-3703 0 0,0-1 0 0 0,0 1 0 0 0,0 0 0 0 0,0 1 0 0 0,0 0 0 0 0,-9 7 0 0 0,12-8-194 0 0,-1 1 0 0 0,1 0-1 0 0,0 0 1 0 0,1 0-1 0 0,-1 0 1 0 0,1 1 0 0 0,-1 0-1 0 0,1-1 1 0 0,1 1 0 0 0,-1 0-1 0 0,1 0 1 0 0,0 1 0 0 0,0-1-1 0 0,0 0 1 0 0,1 1 0 0 0,0-1-1 0 0,0 1 1 0 0,0-1 0 0 0,1 1-1 0 0,0 0 1 0 0,0-1-1 0 0,0 1 1 0 0,1-1 0 0 0,1 9-1 0 0,0-6-87 0 0,0 0-1 0 0,1 1 0 0 0,0-1 0 0 0,1 0 0 0 0,0-1 0 0 0,0 1 1 0 0,0-1-1 0 0,1 0 0 0 0,0 0 0 0 0,0 0 0 0 0,1 0 0 0 0,0-1 1 0 0,0 0-1 0 0,1 0 0 0 0,7 5 0 0 0,-11-9-28 0 0,-2-2-23 0 0,0 1 0 0 0,0-1 0 0 0,-1 1 0 0 0,1 0 0 0 0,0-1-1 0 0,0 1 1 0 0,-1 0 0 0 0,1 0 0 0 0,-1 0 0 0 0,1-1-1 0 0,0 1 1 0 0,-1 0 0 0 0,0 0 0 0 0,1 1 0 0 0,6 9 113 0 0,-7-10-115 0 0,1 0 1 0 0,-1 0-1 0 0,0 0 0 0 0,1 0 0 0 0,-1 0 1 0 0,1 0-1 0 0,-1 0 0 0 0,0 0 0 0 0,0 0 0 0 0,0 0 1 0 0,0 0-1 0 0,0 0 0 0 0,0 0 0 0 0,0 0 1 0 0,0 0-1 0 0,0 0 0 0 0,0 0 0 0 0,0 0 0 0 0,-1 0 1 0 0,1 0-1 0 0,0 0 0 0 0,-1 0 0 0 0,1 0 1 0 0,-1 0-1 0 0,1 0 0 0 0,-1-1 0 0 0,1 1 0 0 0,-1 0 1 0 0,0 0-1 0 0,1 0 0 0 0,-1-1 0 0 0,0 1 1 0 0,1 0-1 0 0,-1-1 0 0 0,-1 2 0 0 0,-3 1 23 0 0,0 0 1 0 0,-1 0-1 0 0,1-1 0 0 0,-11 4 1 0 0,7-2-7 0 0,6-3-55 0 0,-1 1 0 0 0,0-1 0 0 0,1 0 0 0 0,-1 0 0 0 0,0 0 0 0 0,0 0 0 0 0,0-1 0 0 0,0 1 1 0 0,0-1-1 0 0,0 0 0 0 0,-7-1 0 0 0,9 0-345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02:16.705"/>
    </inkml:context>
    <inkml:brush xml:id="br0">
      <inkml:brushProperty name="width" value="0.05" units="cm"/>
      <inkml:brushProperty name="height" value="0.05" units="cm"/>
    </inkml:brush>
  </inkml:definitions>
  <inkml:trace contextRef="#ctx0" brushRef="#br0">1 0 6447 0 0,'0'0'499'0'0,"2"1"-328"0"0,20 12 11718 0 0,-15-7-9382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02:17.572"/>
    </inkml:context>
    <inkml:brush xml:id="br0">
      <inkml:brushProperty name="width" value="0.05" units="cm"/>
      <inkml:brushProperty name="height" value="0.05" units="cm"/>
    </inkml:brush>
  </inkml:definitions>
  <inkml:trace contextRef="#ctx0" brushRef="#br0">1 136 6447 0 0,'0'0'499'0'0,"4"-7"-310"0"0,14-26 11089 0 0,-18 33-11232 0 0,0 0 1 0 0,0 0 0 0 0,0 0-1 0 0,0 0 1 0 0,4 15 165 0 0,-1 0 0 0 0,0 0 0 0 0,2 32 0 0 0,0-1-140 0 0,1 12 19 0 0,6 32-25 0 0,-10-80-58 0 0,0-1 1 0 0,1 1 0 0 0,0 0-1 0 0,1-1 1 0 0,0 0 0 0 0,9 15-1 0 0,-11-22 14 0 0,-1 0 0 0 0,0 0 1 0 0,1 0-1 0 0,0 0 0 0 0,-1 0 0 0 0,1 0 0 0 0,0-1 0 0 0,0 1 0 0 0,0-1 0 0 0,0 1 1 0 0,0-1-1 0 0,0 0 0 0 0,0 0 0 0 0,1 0 0 0 0,-1 0 0 0 0,0 0 0 0 0,1 0 0 0 0,-1-1 0 0 0,0 1 1 0 0,4 0-1 0 0,-3-2 48 0 0,0 1 0 0 0,0 0 0 0 0,-1-1-1 0 0,1 1 1 0 0,0-1 0 0 0,-1 0 0 0 0,1 0 0 0 0,-1 0 0 0 0,1 0 0 0 0,-1 0 0 0 0,1-1 0 0 0,-1 1 0 0 0,0-1 0 0 0,1 0 0 0 0,-1 1 0 0 0,0-1 0 0 0,0 0 0 0 0,1-2-1 0 0,10-11 323 0 0,-2-1 0 0 0,0 0 0 0 0,-1 0-1 0 0,9-20 1 0 0,27-74 519 0 0,-29 58-712 0 0,-2-1 0 0 0,10-72 0 0 0,-19 99-374 0 0,-6 24-413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02:17.935"/>
    </inkml:context>
    <inkml:brush xml:id="br0">
      <inkml:brushProperty name="width" value="0.05" units="cm"/>
      <inkml:brushProperty name="height" value="0.05" units="cm"/>
    </inkml:brush>
  </inkml:definitions>
  <inkml:trace contextRef="#ctx0" brushRef="#br0">250 46 1839 0 0,'1'-2'134'0'0,"-2"-12"-548"0"0,1 13 827 0 0,-1-1 1 0 0,1 1 0 0 0,-1 0-1 0 0,1-1 1 0 0,-1 1 0 0 0,0 0-1 0 0,1 0 1 0 0,-1-1 0 0 0,0 1-1 0 0,0 0 1 0 0,-1-2 0 0 0,0 2 101 0 0,0-1 0 0 0,0 1 0 0 0,0 0 0 0 0,0 0 0 0 0,0 0-1 0 0,0 0 1 0 0,0 0 0 0 0,0 0 0 0 0,0 1 0 0 0,-1-1 0 0 0,1 1 0 0 0,0-1 0 0 0,0 1 0 0 0,-4 0 0 0 0,0 0-332 0 0,0 0-1 0 0,1 1 1 0 0,-1 0 0 0 0,0 0-1 0 0,0 1 1 0 0,0-1-1 0 0,1 1 1 0 0,-1 0-1 0 0,1 1 1 0 0,0-1-1 0 0,-1 1 1 0 0,1 0 0 0 0,1 1-1 0 0,-7 4 1 0 0,3-2-96 0 0,1 1 0 0 0,0 0 1 0 0,0 1-1 0 0,1-1 0 0 0,-1 1 1 0 0,2 0-1 0 0,-9 15 1 0 0,12-19 22 0 0,0 1 1 0 0,0-1-1 0 0,1 1 1 0 0,-1-1-1 0 0,1 1 1 0 0,0 0-1 0 0,0-1 0 0 0,1 1 1 0 0,-1 0-1 0 0,1 0 1 0 0,0 0-1 0 0,1-1 1 0 0,-1 1-1 0 0,1 0 1 0 0,2 7-1 0 0,1 1 210 0 0,1 0 0 0 0,1-1-1 0 0,14 24 1 0 0,-16-30-285 0 0,0 3 36 0 0,-3-6-49 0 0,0-1 0 0 0,0 0 1 0 0,-1 1-1 0 0,1-1 0 0 0,0 1 1 0 0,-1-1-1 0 0,0 1 1 0 0,0-1-1 0 0,0 1 0 0 0,0-1 1 0 0,0 1-1 0 0,0-1 1 0 0,-1 1-1 0 0,1-1 0 0 0,-1 1 1 0 0,1-1-1 0 0,-1 1 0 0 0,0-1 1 0 0,0 0-1 0 0,0 1 1 0 0,0-1-1 0 0,-1 0 0 0 0,1 0 1 0 0,-1 0-1 0 0,1 0 1 0 0,-1 0-1 0 0,-2 2 0 0 0,-2 0-47 0 0,0 0 1 0 0,-1 0-1 0 0,1 0 0 0 0,-1-1 0 0 0,0 1 0 0 0,-13 2 0 0 0,3 1-537 0 0,16-7 132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02:18.288"/>
    </inkml:context>
    <inkml:brush xml:id="br0">
      <inkml:brushProperty name="width" value="0.05" units="cm"/>
      <inkml:brushProperty name="height" value="0.05" units="cm"/>
    </inkml:brush>
  </inkml:definitions>
  <inkml:trace contextRef="#ctx0" brushRef="#br0">1 0 15463 0 0,'0'0'706'0'0,"1"2"-12"0"0,12 19-250 0 0,-12-20 446 0 0,4 10 3415 0 0,-7-6-4901 0 0,-4-1-583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9T04:40:43.234"/>
    </inkml:context>
    <inkml:brush xml:id="br0">
      <inkml:brushProperty name="width" value="0.05" units="cm"/>
      <inkml:brushProperty name="height" value="0.05" units="cm"/>
    </inkml:brush>
  </inkml:definitions>
  <inkml:trace contextRef="#ctx0" brushRef="#br0">1 67 1375 0 0,'0'0'7634'0'0,"2"-1"-6704"0"0,2 0-592 0 0,0-1-1 0 0,0 1 0 0 0,0 0 1 0 0,0 1-1 0 0,5-1 0 0 0,17-4 858 0 0,135-48 3566 0 0,-160 52-4718 0 0,0 1-1 0 0,1 0 0 0 0,-1 0 0 0 0,0-1 1 0 0,0 1-1 0 0,0 0 0 0 0,0 0 1 0 0,0 0-1 0 0,0 0 0 0 0,0 0 0 0 0,0 1 1 0 0,0-1-1 0 0,0 0 0 0 0,1 0 1 0 0,-1 1-1 0 0,0-1 0 0 0,0 0 0 0 0,0 1 1 0 0,0-1-1 0 0,0 1 0 0 0,-1 0 1 0 0,1-1-1 0 0,0 1 0 0 0,0 0 1 0 0,0-1-1 0 0,0 1 0 0 0,-1 0 0 0 0,1 0 1 0 0,0 0-1 0 0,-1 0 0 0 0,1-1 1 0 0,-1 1-1 0 0,2 2 0 0 0,-1 1 6 0 0,1-1 1 0 0,-1 1-1 0 0,0-1 0 0 0,0 1 0 0 0,0-1 1 0 0,-1 1-1 0 0,1 0 0 0 0,-1 4 0 0 0,-2 16 73 0 0,0 0-1 0 0,-2 0 1 0 0,-1 0 0 0 0,-1-1-1 0 0,-10 26 1 0 0,5-15-107 0 0,-8 43 0 0 0,14-54-14 0 0,3-15 0 0 0,0 0 0 0 0,1 0 0 0 0,0 1 0 0 0,1-1 0 0 0,-1 0 0 0 0,2 1 0 0 0,-1-1 0 0 0,3 14 0 0 0,0-11-13 0 0,-3-9-80 0 0,9-10-3109 0 0,7-15-2518 0 0,-8 8 740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9T04:40:43.623"/>
    </inkml:context>
    <inkml:brush xml:id="br0">
      <inkml:brushProperty name="width" value="0.05" units="cm"/>
      <inkml:brushProperty name="height" value="0.05" units="cm"/>
    </inkml:brush>
  </inkml:definitions>
  <inkml:trace contextRef="#ctx0" brushRef="#br0">1 0 16351 0 0,'0'0'6063'0'0,"1"2"-6586"0"0,10 25-6781 0 0,-5-10 1004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9T04:40:43.953"/>
    </inkml:context>
    <inkml:brush xml:id="br0">
      <inkml:brushProperty name="width" value="0.05" units="cm"/>
      <inkml:brushProperty name="height" value="0.05" units="cm"/>
    </inkml:brush>
  </inkml:definitions>
  <inkml:trace contextRef="#ctx0" brushRef="#br0">0 14 5983 0 0,'3'8'11395'0'0,"-3"-8"-11147"0"0,16 2 2754 0 0,24-7-4091 0 0,-33 4 2169 0 0,31-5-768 0 0,33-5-88 0 0,-63 11-275 0 0,-1-1-1 0 0,1 1 1 0 0,-1 1-1 0 0,1-1 1 0 0,-1 1 0 0 0,15 4-1 0 0,-20-4-790 0 0</inkml:trace>
  <inkml:trace contextRef="#ctx0" brushRef="#br0" timeOffset="1">0 132 13103 0 0,'0'0'1539'0'0,"2"1"-764"0"0,1 1-368 0 0,1 0 0 0 0,0 0 0 0 0,0-1-1 0 0,0 0 1 0 0,0 0 0 0 0,0 0 0 0 0,0 0 0 0 0,0-1 0 0 0,0 1 0 0 0,0-1 0 0 0,6 0 0 0 0,51-7 1070 0 0,-43 4-1097 0 0,7 0-179 0 0,36-1 0 0 0,-52 5-790 0 0,1-1-1 0 0,0 1 1 0 0,0 1-1 0 0,-1 0 1 0 0,1 0-1 0 0,15 6 1 0 0,-17-5-6173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9T04:40:44.917"/>
    </inkml:context>
    <inkml:brush xml:id="br0">
      <inkml:brushProperty name="width" value="0.05" units="cm"/>
      <inkml:brushProperty name="height" value="0.05" units="cm"/>
    </inkml:brush>
  </inkml:definitions>
  <inkml:trace contextRef="#ctx0" brushRef="#br0">50 0 10911 0 0,'0'0'3158'0'0,"-1"3"-2066"0"0,-12 84 2635 0 0,6 49-2928 0 0,-8 43-636 0 0,1-17-1360 0 0,16-131 444 0 0,-1-16-4037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9T04:40:45.392"/>
    </inkml:context>
    <inkml:brush xml:id="br0">
      <inkml:brushProperty name="width" value="0.05" units="cm"/>
      <inkml:brushProperty name="height" value="0.05" units="cm"/>
    </inkml:brush>
  </inkml:definitions>
  <inkml:trace contextRef="#ctx0" brushRef="#br0">48 97 8751 0 0,'0'0'674'0'0,"0"-2"-438"0"0,0-1 253 0 0,0 0 0 0 0,0 0 0 0 0,0 0 1 0 0,1 0-1 0 0,-1 0 0 0 0,1 0 0 0 0,0 0 1 0 0,0 0-1 0 0,0 0 0 0 0,0 0 0 0 0,1 1 1 0 0,2-5-1 0 0,0 0 211 0 0,-3 5-512 0 0,0 0 1 0 0,0 1 0 0 0,0-1 0 0 0,0 0 0 0 0,1 1-1 0 0,-1-1 1 0 0,1 1 0 0 0,-1-1 0 0 0,1 1 0 0 0,-1 0 0 0 0,1-1-1 0 0,0 1 1 0 0,3-1 0 0 0,25-10 778 0 0,-24 10-715 0 0,2 0-138 0 0,0-1 1 0 0,1 2-1 0 0,-1-1 0 0 0,0 1 0 0 0,1 1 1 0 0,-1-1-1 0 0,9 2 0 0 0,-12-1-107 0 0,0 1 1 0 0,-1 0-1 0 0,1-1 0 0 0,0 2 1 0 0,-1-1-1 0 0,1 0 0 0 0,-1 1 0 0 0,0 0 1 0 0,1 0-1 0 0,-1 1 0 0 0,0-1 1 0 0,0 1-1 0 0,7 6 0 0 0,-9-7-7 0 0,0 0-1 0 0,-1 1 1 0 0,1-1 0 0 0,0 1-1 0 0,-1-1 1 0 0,0 1 0 0 0,0 0-1 0 0,0-1 1 0 0,0 1 0 0 0,0 0-1 0 0,0 0 1 0 0,-1 0 0 0 0,1 0-1 0 0,-1 0 1 0 0,0 0 0 0 0,0 0-1 0 0,0 0 1 0 0,0 0 0 0 0,-1 3-1 0 0,-2 8-127 0 0,0 0 0 0 0,-9 24 0 0 0,5-20-153 0 0,1-1-92 0 0,-12 23 1 0 0,11-28 174 0 0,1 1 0 0 0,-7 25 1 0 0,12-35 187 0 0,1 0 0 0 0,0 0 1 0 0,-1 0-1 0 0,2 0 1 0 0,-1 0-1 0 0,0 0 0 0 0,0 0 1 0 0,1 0-1 0 0,0 0 1 0 0,0 0-1 0 0,-1 0 0 0 0,2 0 1 0 0,-1-1-1 0 0,0 1 1 0 0,1 0-1 0 0,-1 0 0 0 0,1-1 1 0 0,0 1-1 0 0,2 2 1 0 0,2 2-12 0 0,0-1 1 0 0,0 0-1 0 0,0-1 1 0 0,13 9-1 0 0,8 6 17 0 0,-21-15 9 0 0,-6-5 13 0 0,1 0 0 0 0,0 1 0 0 0,0-1 0 0 0,-1 0 0 0 0,1 1 0 0 0,-1-1 0 0 0,1 1 0 0 0,0-1 0 0 0,-1 1 0 0 0,1 0 0 0 0,-1-1 0 0 0,1 1 0 0 0,-1-1 0 0 0,1 1 0 0 0,-1 0 0 0 0,0 0 0 0 0,1-1 0 0 0,-1 1 0 0 0,0 0 0 0 0,1-1 0 0 0,-1 1 0 0 0,0 0 0 0 0,0 0 0 0 0,0 0 0 0 0,0-1 0 0 0,0 1 0 0 0,0 0 0 0 0,0 0 0 0 0,0-1 0 0 0,0 1 0 0 0,0 0 0 0 0,0 0 0 0 0,0 0 0 0 0,-1-1 0 0 0,1 2 0 0 0,-1 2 13 0 0,-1-1 0 0 0,1 0 0 0 0,0 0 0 0 0,-1 0 0 0 0,0 0 0 0 0,0 0 0 0 0,0-1 0 0 0,0 1 0 0 0,0 0 0 0 0,0-1 0 0 0,-1 1 0 0 0,1-1 0 0 0,-1 0 0 0 0,-2 2 0 0 0,-5 2 26 0 0,1-1 1 0 0,-1 0-1 0 0,-10 3 0 0 0,-6 3-37 0 0,-6 3-249 0 0,-1-1 1 0 0,0-2 0 0 0,-46 9-1 0 0,77-19-61 0 0,0-1 0 0 0,0 1 0 0 0,0-1-1 0 0,1 1 1 0 0,-1 0 0 0 0,0 0 0 0 0,0 0 0 0 0,0 0 0 0 0,1 1-1 0 0,-1-1 1 0 0,1 0 0 0 0,-1 1 0 0 0,-2 2 0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9T04:40:45.749"/>
    </inkml:context>
    <inkml:brush xml:id="br0">
      <inkml:brushProperty name="width" value="0.05" units="cm"/>
      <inkml:brushProperty name="height" value="0.05" units="cm"/>
    </inkml:brush>
  </inkml:definitions>
  <inkml:trace contextRef="#ctx0" brushRef="#br0">51 0 6447 0 0,'2'2'2495'0'0,"0"0"-1789"0"0,0 1-1 0 0,0-1 1 0 0,-1 1 0 0 0,1 0-1 0 0,0 0 1 0 0,-1 0-1 0 0,0 0 1 0 0,0 0 0 0 0,0 0-1 0 0,1 3 1 0 0,-2-2-472 0 0,1 0 0 0 0,-1 0 0 0 0,0 0 0 0 0,0 0 0 0 0,-1 1 0 0 0,1-2 0 0 0,-1 1 0 0 0,0 0 0 0 0,0 0 0 0 0,0 0 0 0 0,-1 0 0 0 0,1 0 0 0 0,-4 4 1 0 0,-52 115 407 0 0,56-121-1066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9T04:40:46.929"/>
    </inkml:context>
    <inkml:brush xml:id="br0">
      <inkml:brushProperty name="width" value="0.05" units="cm"/>
      <inkml:brushProperty name="height" value="0.05" units="cm"/>
    </inkml:brush>
  </inkml:definitions>
  <inkml:trace contextRef="#ctx0" brushRef="#br0">263 51 3679 0 0,'0'0'284'0'0,"1"-9"32"0"0,-1 8 29 0 0,0-1 0 0 0,0 1 0 0 0,0-1 0 0 0,0 1 0 0 0,0-1 0 0 0,0 1 0 0 0,0-1 0 0 0,-1 1 0 0 0,1-1 0 0 0,-1 1 0 0 0,1-1 0 0 0,-1 1 0 0 0,1-1 0 0 0,-1 1 0 0 0,0 0 0 0 0,0-1 0 0 0,0 1 0 0 0,-1-2 0 0 0,0 2-125 0 0,1-1-1 0 0,-1 1 0 0 0,0 0 0 0 0,1 0 0 0 0,-1 0 0 0 0,0 0 0 0 0,0 0 0 0 0,0 1 1 0 0,1-1-1 0 0,-1 0 0 0 0,0 1 0 0 0,-4-1 0 0 0,2 1-23 0 0,-1-1-1 0 0,1 1 1 0 0,-1 0 0 0 0,0 1-1 0 0,1-1 1 0 0,-1 1 0 0 0,0 0 0 0 0,1 0-1 0 0,-1 0 1 0 0,1 1 0 0 0,-6 2-1 0 0,3 1-8 0 0,-1 0-1 0 0,1 0 0 0 0,1 1 1 0 0,-1 0-1 0 0,1 0 0 0 0,0 1 1 0 0,1-1-1 0 0,-1 1 1 0 0,1 0-1 0 0,-4 9 0 0 0,-1 1-4 0 0,2 1-1 0 0,0 0 1 0 0,-8 26-1 0 0,2 3-4 0 0,2 1-1 0 0,2 1 0 0 0,-6 76 1 0 0,15-117-167 0 0,1-1 0 0 0,0 1 0 0 0,0-1 1 0 0,0 1-1 0 0,1-1 0 0 0,1 1 1 0 0,-1-1-1 0 0,1 1 0 0 0,0-1 1 0 0,4 8-1 0 0,-5-14-41 0 0,0 0 1 0 0,0 0-1 0 0,0-1 1 0 0,-1 1-1 0 0,1 0 1 0 0,1 0-1 0 0,-1 0 1 0 0,0 0-1 0 0,0-1 1 0 0,0 1-1 0 0,0-1 1 0 0,0 1-1 0 0,1-1 1 0 0,-1 1-1 0 0,0-1 1 0 0,0 0-1 0 0,1 1 1 0 0,-1-1-1 0 0,0 0 1 0 0,0 0-1 0 0,1 0 1 0 0,1 0-1 0 0,1 0-297 0 0,0-1-1 0 0,0 1 1 0 0,-1-1-1 0 0,1 1 0 0 0,6-3 1 0 0,26-15-5399 0 0,-15 5 868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9T04:40:47.265"/>
    </inkml:context>
    <inkml:brush xml:id="br0">
      <inkml:brushProperty name="width" value="0.05" units="cm"/>
      <inkml:brushProperty name="height" value="0.05" units="cm"/>
    </inkml:brush>
  </inkml:definitions>
  <inkml:trace contextRef="#ctx0" brushRef="#br0">26 99 9127 0 0,'-7'24'543'0'0,"1"0"0"0"0,2 0 0 0 0,0 0 0 0 0,1 1 0 0 0,2 36 0 0 0,1-59-329 0 0,0 1 1 0 0,0 0-1 0 0,1 0 1 0 0,-1 0 0 0 0,1 0-1 0 0,0 0 1 0 0,0 0-1 0 0,0-1 1 0 0,0 1-1 0 0,0 0 1 0 0,1-1 0 0 0,2 5-1 0 0,-3-6-152 0 0,0 0-1 0 0,0-1 0 0 0,0 1 0 0 0,0 0 1 0 0,0 0-1 0 0,0-1 0 0 0,0 1 0 0 0,0 0 1 0 0,0-1-1 0 0,0 1 0 0 0,0-1 1 0 0,1 0-1 0 0,-1 1 0 0 0,0-1 0 0 0,0 0 1 0 0,1 0-1 0 0,-1 0 0 0 0,0 1 1 0 0,0-1-1 0 0,1-1 0 0 0,-1 1 0 0 0,0 0 1 0 0,0 0-1 0 0,1 0 0 0 0,-1-1 1 0 0,0 1-1 0 0,0-1 0 0 0,0 1 0 0 0,1-1 1 0 0,-1 1-1 0 0,1-2 0 0 0,6-3 88 0 0,0-1 0 0 0,0 0-1 0 0,0-1 1 0 0,-1 0 0 0 0,0 0-1 0 0,10-15 1 0 0,-12 16-71 0 0,1-3 33 0 0,0 1 1 0 0,-1-1-1 0 0,0 0 1 0 0,0 0-1 0 0,-1 0 0 0 0,-1 0 1 0 0,1-1-1 0 0,-1 0 1 0 0,-1 1-1 0 0,0-1 0 0 0,1-12 1 0 0,-2 16-56 0 0,-1 0 1 0 0,0 0 0 0 0,0 0-1 0 0,0 0 1 0 0,0 0-1 0 0,-1 0 1 0 0,0 0-1 0 0,-1 0 1 0 0,1 0-1 0 0,-1 0 1 0 0,0 1-1 0 0,-1-1 1 0 0,1 1 0 0 0,-1-1-1 0 0,0 1 1 0 0,0 0-1 0 0,-1 0 1 0 0,0 0-1 0 0,-7-7 1 0 0,9 10-94 0 0,0 0-1 0 0,0 1 1 0 0,0 0-1 0 0,0-1 1 0 0,0 1 0 0 0,0 0-1 0 0,0 0 1 0 0,-1 0 0 0 0,1 0-1 0 0,0 0 1 0 0,-1 1 0 0 0,1-1-1 0 0,0 1 1 0 0,-1 0 0 0 0,1-1-1 0 0,-1 1 1 0 0,1 0 0 0 0,-3 1-1 0 0,2-1-260 0 0,0 1 0 0 0,0 0 0 0 0,0 0 0 0 0,1 0-1 0 0,-1 0 1 0 0,0 1 0 0 0,1-1 0 0 0,-1 1-1 0 0,1-1 1 0 0,-1 1 0 0 0,1 0 0 0 0,0 0 0 0 0,0 0-1 0 0,-3 4 1 0 0,-4 4-5482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9T04:40:47.604"/>
    </inkml:context>
    <inkml:brush xml:id="br0">
      <inkml:brushProperty name="width" value="0.05" units="cm"/>
      <inkml:brushProperty name="height" value="0.05" units="cm"/>
    </inkml:brush>
  </inkml:definitions>
  <inkml:trace contextRef="#ctx0" brushRef="#br0">209 0 9215 0 0,'0'0'707'0'0,"0"3"-272"0"0,-3 8 324 0 0,-1-1 1 0 0,0 0 0 0 0,-1 1 0 0 0,0-2 0 0 0,-1 1 0 0 0,0 0-1 0 0,-13 15 1 0 0,-11 19-229 0 0,25-36-498 0 0,0 0 0 0 0,1 0 0 0 0,0 1 0 0 0,1 0 0 0 0,0-1 0 0 0,0 1 0 0 0,1 0 0 0 0,0 0 0 0 0,-1 18 1 0 0,3-21 125 0 0,1 0 1 0 0,-1 1 0 0 0,1-1 0 0 0,0 0 0 0 0,0 0 0 0 0,1 0-1 0 0,0-1 1 0 0,0 1 0 0 0,0 0 0 0 0,1-1 0 0 0,0 1 0 0 0,0-1-1 0 0,0 0 1 0 0,1 0 0 0 0,-1 0 0 0 0,6 4 0 0 0,-1 0 170 0 0,0 0 0 0 0,-1 1-1 0 0,0 0 1 0 0,10 19 0 0 0,-13-19-250 0 0,-4 1-53 0 0,-1-7-24 0 0,-1-1 1 0 0,1 1 0 0 0,-1 0-1 0 0,0-1 1 0 0,0 0-1 0 0,0 0 1 0 0,-1 1-1 0 0,1-1 1 0 0,-1-1-1 0 0,0 1 1 0 0,-6 4 0 0 0,-5 5-155 0 0,-20 10 0 0 0,23-15 15 0 0,-9 6-2046 0 0,-34 15 0 0 0,35-20-4118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9T04:40:48.111"/>
    </inkml:context>
    <inkml:brush xml:id="br0">
      <inkml:brushProperty name="width" value="0.05" units="cm"/>
      <inkml:brushProperty name="height" value="0.05" units="cm"/>
    </inkml:brush>
  </inkml:definitions>
  <inkml:trace contextRef="#ctx0" brushRef="#br0">3 1 10135 0 0,'5'17'582'0'0,"-1"0"0"0"0,0 0 0 0 0,-2 0-1 0 0,0 1 1 0 0,0 28 0 0 0,-13 88 2507 0 0,0-22-2181 0 0,11-109-834 0 0,0 1 0 0 0,0-1 0 0 0,0 0 0 0 0,1 1 0 0 0,-1-1 0 0 0,1 0 0 0 0,0 0 0 0 0,-1 1 0 0 0,4 4 0 0 0,-3-6 26 0 0,1-2-4 0 0,-1 0-77 0 0,0 0 0 0 0,0 1 0 0 0,0-1 0 0 0,0 0 0 0 0,0 0 0 0 0,0 0-1 0 0,0-1 1 0 0,0 1 0 0 0,0 0 0 0 0,0 0 0 0 0,0-1 0 0 0,0 1 0 0 0,0 0 0 0 0,0-1-1 0 0,0 1 1 0 0,0-1 0 0 0,1 0 0 0 0,1-1 34 0 0,0 0 0 0 0,-1-1 0 0 0,1 1 0 0 0,-1-1 0 0 0,4-4 0 0 0,2-5 162 0 0,12-25 0 0 0,-15 27-176 0 0,1-3 20 0 0,0 2-21 0 0,0 0 0 0 0,11-15 0 0 0,-17 26-35 0 0,0-1-1 0 0,1 1 1 0 0,-1-1-1 0 0,0 1 1 0 0,1 0-1 0 0,-1-1 1 0 0,0 1-1 0 0,1-1 1 0 0,-1 1-1 0 0,1 0 1 0 0,-1-1 0 0 0,1 1-1 0 0,-1 0 1 0 0,1 0-1 0 0,-1-1 1 0 0,0 1-1 0 0,1 0 1 0 0,0 0-1 0 0,0 0-1 0 0,0 0-1 0 0,0 1 1 0 0,0-1 0 0 0,0 1-1 0 0,0-1 1 0 0,0 1 0 0 0,0-1-1 0 0,0 1 1 0 0,0 0 0 0 0,-1-1-1 0 0,1 1 1 0 0,0 0 0 0 0,0 0-1 0 0,-1-1 1 0 0,1 1-1 0 0,-1 0 1 0 0,1 0 0 0 0,0 0-1 0 0,-1 0 1 0 0,0 0 0 0 0,1 0-1 0 0,0 1 1 0 0,9 29-3 0 0,-7-24 1 0 0,3 13 15 0 0,10 24 92 0 0,-15-41-95 0 0,0 0 0 0 0,1 0 0 0 0,0-1-1 0 0,-1 1 1 0 0,1 0 0 0 0,0-1 0 0 0,0 0 0 0 0,0 1-1 0 0,1-1 1 0 0,-1 0 0 0 0,5 3 0 0 0,-5-4 70 0 0,1 0 1 0 0,-1 0 0 0 0,0 0 0 0 0,1 0 0 0 0,-1 0 0 0 0,1-1 0 0 0,-1 1 0 0 0,0-1-1 0 0,1 0 1 0 0,-1 1 0 0 0,1-1 0 0 0,-1 0 0 0 0,1-1 0 0 0,-1 1 0 0 0,1 0 0 0 0,-1-1-1 0 0,1 1 1 0 0,-1-1 0 0 0,1 0 0 0 0,-1 0 0 0 0,0 0 0 0 0,0 0 0 0 0,1 0 0 0 0,-1-1-1 0 0,0 1 1 0 0,0-1 0 0 0,0 1 0 0 0,0-1 0 0 0,3-3 0 0 0,2-3 184 0 0,0 0-1 0 0,-1 0 1 0 0,1-1 0 0 0,-2 0-1 0 0,7-13 1 0 0,-4 7 128 0 0,10-28 0 0 0,-16 37-334 0 0,0 0-1 0 0,-1 0 1 0 0,0-1-1 0 0,0 1 1 0 0,0 0-1 0 0,-1 0 1 0 0,0-13-1 0 0,-2 7-36 0 0,2 4-23 0 0,-1 0 0 0 0,0 0 0 0 0,-1 0 1 0 0,0 1-1 0 0,0-1 0 0 0,0 0 0 0 0,-7-11 0 0 0,9 18-132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9T04:40:48.453"/>
    </inkml:context>
    <inkml:brush xml:id="br0">
      <inkml:brushProperty name="width" value="0.05" units="cm"/>
      <inkml:brushProperty name="height" value="0.05" units="cm"/>
    </inkml:brush>
  </inkml:definitions>
  <inkml:trace contextRef="#ctx0" brushRef="#br0">23 106 13415 0 0,'0'2'614'0'0,"0"3"-236"0"0,1 17 3964 0 0,0-25-4204 0 0,0 1 0 0 0,-1 0 0 0 0,1 0 0 0 0,0 0 1 0 0,0 0-1 0 0,0 0 0 0 0,1 1 0 0 0,-1-1 0 0 0,2-2 1 0 0,2-3 128 0 0,9-16 382 0 0,-8 13-308 0 0,0 0 0 0 0,0 0 0 0 0,-1-1-1 0 0,4-12 1 0 0,-9 23-310 0 0,0-1 1 0 0,0 1-1 0 0,1-1 0 0 0,-1 0 1 0 0,0 1-1 0 0,0-1 0 0 0,0 1 1 0 0,0-1-1 0 0,0 1 0 0 0,0-1 1 0 0,0 0-1 0 0,0 1 0 0 0,0-1 1 0 0,0 1-1 0 0,0-1 0 0 0,-1 1 1 0 0,1-1-1 0 0,0 1 0 0 0,0-1 1 0 0,0 1-1 0 0,-1-1 0 0 0,1 1 0 0 0,0-1 1 0 0,-1 1-1 0 0,1-1 0 0 0,0 1 1 0 0,-1-1-1 0 0,1 1 0 0 0,-1 0 1 0 0,1-1-1 0 0,-1 1 0 0 0,1 0 1 0 0,0-1-1 0 0,-1 1 0 0 0,0 0 1 0 0,1 0-1 0 0,-1-1 0 0 0,1 1 1 0 0,-1 0-1 0 0,1 0 0 0 0,-1 0 1 0 0,1 0-1 0 0,-1 0 0 0 0,1 0 1 0 0,-1 0-1 0 0,-1 0 0 0 0,-1 0 16 0 0,-1 0 0 0 0,1 0 0 0 0,-1 0 1 0 0,1 1-1 0 0,-6 1 0 0 0,5-1-51 0 0,1 0 0 0 0,-1 0 0 0 0,0 0 0 0 0,1 1 0 0 0,0-1 0 0 0,-7 5 0 0 0,3-2-115 0 0,6-3-10 0 0,-7 1-1737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9T04:40:49.064"/>
    </inkml:context>
    <inkml:brush xml:id="br0">
      <inkml:brushProperty name="width" value="0.05" units="cm"/>
      <inkml:brushProperty name="height" value="0.05" units="cm"/>
    </inkml:brush>
  </inkml:definitions>
  <inkml:trace contextRef="#ctx0" brushRef="#br0">95 0 14887 0 0,'0'0'1350'0'0,"0"2"-1000"0"0,-13 81 1888 0 0,-25 85 1 0 0,32-146-2104 0 0,-6 29-73 0 0,3 0 0 0 0,1 1-1 0 0,0 81 1 0 0,8-132-162 0 0,0 0 1 0 0,0 1-1 0 0,0-1 1 0 0,0 1-1 0 0,0-1 0 0 0,1 0 1 0 0,-1 1-1 0 0,0-1 1 0 0,1 0-1 0 0,-1 0 0 0 0,1 1 1 0 0,0-1-1 0 0,-1 0 1 0 0,1 0-1 0 0,0 0 0 0 0,0 0 1 0 0,0 0-1 0 0,1 2 1 0 0,-1-2-152 0 0,0-1-1 0 0,0 0 1 0 0,-1 1 0 0 0,1-1 0 0 0,0 0 0 0 0,0 0-1 0 0,0 1 1 0 0,-1-1 0 0 0,1 0 0 0 0,0 0 0 0 0,0 0 0 0 0,0 0-1 0 0,0 0 1 0 0,-1 0 0 0 0,1-1 0 0 0,0 1 0 0 0,0 0-1 0 0,0 0 1 0 0,-1 0 0 0 0,1-1 0 0 0,0 1 0 0 0,0 0-1 0 0,-1-1 1 0 0,1 1 0 0 0,0-1 0 0 0,-1 1 0 0 0,1-1 0 0 0,0 1-1 0 0,-1-1 1 0 0,1 1 0 0 0,-1-1 0 0 0,2-1 0 0 0,5-6-4639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9T04:40:49.424"/>
    </inkml:context>
    <inkml:brush xml:id="br0">
      <inkml:brushProperty name="width" value="0.05" units="cm"/>
      <inkml:brushProperty name="height" value="0.05" units="cm"/>
    </inkml:brush>
  </inkml:definitions>
  <inkml:trace contextRef="#ctx0" brushRef="#br0">134 63 919 0 0,'-9'-10'171'0'0,"-1"1"-1"0"0,0 1 1 0 0,-13-9-1 0 0,18 14 604 0 0,0 0 0 0 0,-1 1 0 0 0,1-1 0 0 0,-6-1-1 0 0,8 3 173 0 0,0 0 0 0 0,0 1 0 0 0,0-1-1 0 0,-1 1 1 0 0,1 0 0 0 0,0 0-1 0 0,0 0 1 0 0,-5 0 0 0 0,-8 7 5437 0 0,15-5-5534 0 0,1 0-755 0 0,0-1 1 0 0,0 0-1 0 0,0 0 0 0 0,0 0 1 0 0,1 0-1 0 0,-1 0 1 0 0,0 0-1 0 0,0 0 0 0 0,1 1 1 0 0,-1-1-1 0 0,1 0 1 0 0,-1 0-1 0 0,1 0 0 0 0,-1 0 1 0 0,1 0-1 0 0,-1 0 1 0 0,1-1-1 0 0,0 1 0 0 0,0 1 1 0 0,11 7 159 0 0,-3-4-341 0 0,0-2-1 0 0,1 1 1 0 0,-1-1-1 0 0,1 0 0 0 0,0-1 1 0 0,0 0-1 0 0,0-1 1 0 0,0 0-1 0 0,0-1 0 0 0,14 0 1 0 0,12-3-2345 0 0,54-10 0 0 0,-59 5-2086 0 0,-1 0-1118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9T04:40:49.739"/>
    </inkml:context>
    <inkml:brush xml:id="br0">
      <inkml:brushProperty name="width" value="0.05" units="cm"/>
      <inkml:brushProperty name="height" value="0.05" units="cm"/>
    </inkml:brush>
  </inkml:definitions>
  <inkml:trace contextRef="#ctx0" brushRef="#br0">1 120 6447 0 0,'3'0'6055'0'0,"118"-16"2080"0"0,4 5-6207 0 0,97-13-1938 0 0,-140 14-176 0 0,56-10-644 0 0,-109 13-919 0 0,31-10 0 0 0,-43 10 162 0 0,-3-1-12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9T04:40:50.069"/>
    </inkml:context>
    <inkml:brush xml:id="br0">
      <inkml:brushProperty name="width" value="0.05" units="cm"/>
      <inkml:brushProperty name="height" value="0.05" units="cm"/>
    </inkml:brush>
  </inkml:definitions>
  <inkml:trace contextRef="#ctx0" brushRef="#br0">54 1 10135 0 0,'-1'2'464'0'0,"-4"7"-211"0"0,0 1 0 0 0,1 0 0 0 0,0 0 0 0 0,0 0 0 0 0,1 1 0 0 0,1-1 1 0 0,-3 18-1 0 0,-1 82 6178 0 0,3-45-3688 0 0,3-54-2510 0 0,-11 207 2162 0 0,10-152-2264 0 0,11 84-1 0 0,-8-133-468 0 0,1 0 0 0 0,0 0 0 0 0,2 0 0 0 0,9 24-1 0 0,-1-12-1442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9T04:40:50.402"/>
    </inkml:context>
    <inkml:brush xml:id="br0">
      <inkml:brushProperty name="width" value="0.05" units="cm"/>
      <inkml:brushProperty name="height" value="0.05" units="cm"/>
    </inkml:brush>
  </inkml:definitions>
  <inkml:trace contextRef="#ctx0" brushRef="#br0">110 1 9671 0 0,'0'0'748'0'0,"1"2"-492"0"0,3 8 115 0 0,-1 1 0 0 0,-1-1-1 0 0,0 0 1 0 0,0 1 0 0 0,-1 0 0 0 0,-1-1-1 0 0,0 1 1 0 0,0 0 0 0 0,-1-1-1 0 0,0 1 1 0 0,-4 13 0 0 0,-5 16 2968 0 0,-25 64 1 0 0,13-43-2216 0 0,-27 92-6661 0 0,48-151 4088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9T04:40:50.752"/>
    </inkml:context>
    <inkml:brush xml:id="br0">
      <inkml:brushProperty name="width" value="0.05" units="cm"/>
      <inkml:brushProperty name="height" value="0.05" units="cm"/>
    </inkml:brush>
  </inkml:definitions>
  <inkml:trace contextRef="#ctx0" brushRef="#br0">18 76 5063 0 0,'1'-2'390'0'0,"1"-2"-83"0"0,1 0 1 0 0,-1 0-1 0 0,1 0 1 0 0,0 0-1 0 0,0 0 1 0 0,5-4-1 0 0,-3 4 747 0 0,1 0 0 0 0,-1 0 0 0 0,1 0 0 0 0,0 1 0 0 0,-1 0 0 0 0,2 0 0 0 0,7-3-1 0 0,-5 4 149 0 0,-1-1-1 0 0,1 1 1 0 0,0 1-1 0 0,0 0 0 0 0,11-1 1 0 0,-12 2-1208 0 0,1 1 0 0 0,-1 0 0 0 0,9 1 1 0 0,-14-1 53 0 0,-1-1 0 0 0,1 1 1 0 0,0 0-1 0 0,-1 0 0 0 0,1 0 0 0 0,0 0 1 0 0,-1 1-1 0 0,1-1 0 0 0,-1 0 1 0 0,0 1-1 0 0,0 0 0 0 0,1 0 0 0 0,-1-1 1 0 0,0 1-1 0 0,-1 1 0 0 0,4 2 0 0 0,-3-2-72 0 0,-1 1-1 0 0,1-1 0 0 0,-1 0 0 0 0,0 1 0 0 0,0-1 0 0 0,0 1 0 0 0,0-1 0 0 0,0 1 0 0 0,-1-1 0 0 0,0 1 0 0 0,0 4 0 0 0,-1 6-344 0 0,-1 0 0 0 0,0 0-1 0 0,-1 0 1 0 0,-1-1 0 0 0,-7 19-1 0 0,4-15-172 0 0,-1-1-1 0 0,0-1 1 0 0,-2 1-1 0 0,-19 24 1 0 0,23-31 496 0 0,0-2-25 0 0,3-4 45 0 0,0 1 1 0 0,1 0-1 0 0,0-1 1 0 0,-1 1-1 0 0,1 0 1 0 0,-1 5-1 0 0,0 1 42 0 0,2-9 8 0 0,1 0 0 0 0,0 0 0 0 0,0 1 0 0 0,0-1 0 0 0,1 0 0 0 0,-1 1 0 0 0,0-1 0 0 0,0 0 0 0 0,1 1 0 0 0,-1-1 0 0 0,1 0 0 0 0,-1 0 0 0 0,1 0 0 0 0,-1 1 0 0 0,1-1-1 0 0,0 0 1 0 0,0 0 0 0 0,-1 0 0 0 0,1 0 0 0 0,0 0 0 0 0,0 0 0 0 0,0 0 0 0 0,0-1 0 0 0,0 1 0 0 0,0 0 0 0 0,2 0 0 0 0,3 4 134 0 0,2-1 1 0 0,14 6-1 0 0,-13-6 48 0 0,1 0 74 0 0,-9-4-244 0 0,0 0 0 0 0,0 1-1 0 0,1-1 1 0 0,-1 0 0 0 0,0 1-1 0 0,0-1 1 0 0,0 0 0 0 0,0 1-1 0 0,0-1 1 0 0,0 1 0 0 0,0 0-1 0 0,0-1 1 0 0,0 1 0 0 0,0 0-1 0 0,0 0 1 0 0,0 0 0 0 0,-1-1-1 0 0,1 1 1 0 0,0 0 0 0 0,-1 0-1 0 0,1 0 1 0 0,0 0 0 0 0,0 2-1 0 0,-1 0 7 0 0,0 0-1 0 0,0-1 1 0 0,0 1 0 0 0,0 0-1 0 0,-1-1 1 0 0,1 1 0 0 0,-1-1-1 0 0,0 1 1 0 0,1-1-1 0 0,-1 1 1 0 0,0-1 0 0 0,-3 4-1 0 0,1-1 46 0 0,0 0 0 0 0,-1 0 0 0 0,0-1-1 0 0,0 1 1 0 0,-5 4 0 0 0,-4 2 63 0 0,0-1 1 0 0,-1-1 0 0 0,-17 9-1 0 0,8-5-214 0 0,0-1 0 0 0,-2-1 0 0 0,-25 7 0 0 0,48-18-128 0 0,0-8-4608 0 0,2-2-1672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9T04:40:51.083"/>
    </inkml:context>
    <inkml:brush xml:id="br0">
      <inkml:brushProperty name="width" value="0.05" units="cm"/>
      <inkml:brushProperty name="height" value="0.05" units="cm"/>
    </inkml:brush>
  </inkml:definitions>
  <inkml:trace contextRef="#ctx0" brushRef="#br0">98 1 16783 0 0,'2'2'770'0'0,"6"10"-279"0"0,-5-7-293 0 0,1 0 0 0 0,-1 1 0 0 0,0-1-1 0 0,-1 0 1 0 0,4 10 0 0 0,-5-12-27 0 0,-1-1 0 0 0,0 0 0 0 0,1 1-1 0 0,-1-1 1 0 0,0 0 0 0 0,0 1-1 0 0,-1-1 1 0 0,1 0 0 0 0,0 1 0 0 0,-1-1-1 0 0,1 0 1 0 0,-1 1 0 0 0,0-1-1 0 0,0 0 1 0 0,0 0 0 0 0,0 0 0 0 0,0 0-1 0 0,0 0 1 0 0,-2 2 0 0 0,-34 45 922 0 0,20-28-1335 0 0,-27 44-1 0 0,40-58 144 0 0,1 0 0 0 0,0 0-1 0 0,0 0 1 0 0,1 0 0 0 0,-3 14 0 0 0,5-21 106 0 0,0 1 0 0 0,0 0-1 0 0,0-1 1 0 0,0 1 0 0 0,0 0 0 0 0,1-1-1 0 0,-1 1 1 0 0,0 0 0 0 0,0-1 0 0 0,1 1-1 0 0,-1 0 1 0 0,0-1 0 0 0,1 1 0 0 0,-1-1-1 0 0,1 1 1 0 0,-1-1 0 0 0,1 1-1 0 0,-1-1 1 0 0,1 1 0 0 0,-1-1 0 0 0,2 1-1 0 0,11 7 106 0 0,-9-7-46 0 0,1 0-1 0 0,0 1 1 0 0,0-1-1 0 0,0-1 1 0 0,0 1-1 0 0,0-1 1 0 0,-1 0-1 0 0,1 0 1 0 0,0 0-1 0 0,0-1 1 0 0,0 0-1 0 0,9-2 1 0 0,2-2 60 0 0,1-1 1 0 0,19-9-1 0 0,-12 2-709 0 0,0-1 0 0 0,24-18-1 0 0,-21 12-505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9T04:40:51.796"/>
    </inkml:context>
    <inkml:brush xml:id="br0">
      <inkml:brushProperty name="width" value="0.05" units="cm"/>
      <inkml:brushProperty name="height" value="0.05" units="cm"/>
    </inkml:brush>
  </inkml:definitions>
  <inkml:trace contextRef="#ctx0" brushRef="#br0">265 13 3223 0 0,'-2'-1'240'0'0,"-4"-1"866"0"0,-1 0 0 0 0,1 0 0 0 0,-1 0-1 0 0,1 1 1 0 0,-1 0 0 0 0,0 0-1 0 0,-10 0 1 0 0,8 2-725 0 0,0-1 0 0 0,-1 2 1 0 0,1-1-1 0 0,0 1 0 0 0,-10 4 0 0 0,9-3-362 0 0,0 1-1 0 0,0 1 0 0 0,0 0 1 0 0,1 0-1 0 0,0 1 1 0 0,0 0-1 0 0,0 0 1 0 0,1 1-1 0 0,0 0 1 0 0,-11 12-1 0 0,17-16 65 0 0,-1 1 0 0 0,1-1 0 0 0,0 1 0 0 0,-1-1 0 0 0,1 1 0 0 0,1 0 0 0 0,-1-1 0 0 0,1 1 0 0 0,-1 0 0 0 0,1 0 0 0 0,0 0 0 0 0,1 1-1 0 0,-1-1 1 0 0,1 0 0 0 0,-1 0 0 0 0,1 0 0 0 0,1 0 0 0 0,-1 1 0 0 0,0-1 0 0 0,1 0 0 0 0,0 0 0 0 0,0 0 0 0 0,0 0 0 0 0,1 0 0 0 0,-1 0 0 0 0,1 0 0 0 0,0-1 0 0 0,2 5 0 0 0,5 4 258 0 0,-1 0 0 0 0,2 0 0 0 0,-1-1 0 0 0,2 0 0 0 0,-1-1 0 0 0,20 14 1 0 0,-28-22-324 0 0,5 3 22 0 0,-1 0-1 0 0,0 1 1 0 0,0 0 0 0 0,0 0-1 0 0,5 7 1 0 0,-9-11-27 0 0,-1 0 0 0 0,0 0 0 0 0,0 0 1 0 0,0 1-1 0 0,0-1 0 0 0,0 0 0 0 0,0 0 0 0 0,-1 1 0 0 0,1-1 0 0 0,-1 1 1 0 0,0-1-1 0 0,0 0 0 0 0,0 1 0 0 0,0-1 0 0 0,0 1 0 0 0,0-1 0 0 0,0 0 1 0 0,-1 1-1 0 0,1-1 0 0 0,-1 0 0 0 0,0 1 0 0 0,-1 2 0 0 0,-2 3-21 0 0,0-1 0 0 0,0 0 0 0 0,-1-1-1 0 0,0 1 1 0 0,0-1 0 0 0,-1 0 0 0 0,1 0 0 0 0,-1 0 0 0 0,-11 7-1 0 0,12-10-1128 0 0,0 0-1 0 0,1 0 0 0 0,-1 0 1 0 0,0-1-1 0 0,-6 2 0 0 0,2-2-4578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9T04:40:52.144"/>
    </inkml:context>
    <inkml:brush xml:id="br0">
      <inkml:brushProperty name="width" value="0.05" units="cm"/>
      <inkml:brushProperty name="height" value="0.05" units="cm"/>
    </inkml:brush>
  </inkml:definitions>
  <inkml:trace contextRef="#ctx0" brushRef="#br0">0 494 11055 0 0,'7'9'324'0'0,"-1"1"0"0"0,0 0 0 0 0,-1 0-1 0 0,0 1 1 0 0,0-1 0 0 0,2 12-1 0 0,3 16 4477 0 0,-9-28-4384 0 0,-1 0 1 0 0,0 0 0 0 0,0 0 0 0 0,-1-1 0 0 0,0 1 0 0 0,0 0-1 0 0,-4 11 1 0 0,2-12-433 0 0,3-7-232 0 0</inkml:trace>
  <inkml:trace contextRef="#ctx0" brushRef="#br0" timeOffset="1">57 1 1375 0 0,'0'0'136'0'0,"9"13"-136"0"0,-3-1 3760 0 0,-1 4 736 0 0,-2 0 144 0 0,0 1 32 0 0,0-1-3888 0 0,-2 1-784 0 0,2 1-152 0 0,0-2-7752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9T04:40:52.472"/>
    </inkml:context>
    <inkml:brush xml:id="br0">
      <inkml:brushProperty name="width" value="0.05" units="cm"/>
      <inkml:brushProperty name="height" value="0.05" units="cm"/>
    </inkml:brush>
  </inkml:definitions>
  <inkml:trace contextRef="#ctx0" brushRef="#br0">1 0 919 0 0,'18'35'-883'0'0,"-13"-23"4417"0"0,-1 1 1 0 0,6 21-1 0 0,-9-26-1266 0 0,1 1 1 0 0,-1-1 0 0 0,-1 1-1 0 0,0 17 1 0 0,-1-20-2183 0 0,0 0 1 0 0,0-1-1 0 0,-1 1 0 0 0,-2 8 1 0 0,3-12 71 0 0,2-4-167 0 0,0 1-1 0 0,0-1 0 0 0,0 1 0 0 0,-1-1 0 0 0,2 1 0 0 0,-1 0 1 0 0,0-1-1 0 0,0 1 0 0 0,2-1 0 0 0,2-3-24 0 0,3-5-14 0 0,6-7 37 0 0,27-25 0 0 0,-37 38 115 0 0,0 0 1 0 0,1 0-1 0 0,0 1 1 0 0,0 0-1 0 0,0 0 1 0 0,0 0-1 0 0,0 1 0 0 0,0-1 1 0 0,1 1-1 0 0,-1 1 1 0 0,9-3-1 0 0,-12 4-28 0 0,0 0-1 0 0,-1 0 1 0 0,1 0-1 0 0,-1 1 1 0 0,1-1-1 0 0,0 0 1 0 0,-1 1 0 0 0,1-1-1 0 0,-1 1 1 0 0,1-1-1 0 0,-1 1 1 0 0,1 0-1 0 0,-1-1 1 0 0,0 1-1 0 0,1 0 1 0 0,-1 0-1 0 0,0 0 1 0 0,1 0 0 0 0,-1 0-1 0 0,0 1 1 0 0,0-1-1 0 0,0 0 1 0 0,0 0-1 0 0,1 3 1 0 0,0 0 35 0 0,1 0 1 0 0,-1 1-1 0 0,0-1 1 0 0,0 1-1 0 0,0 0 1 0 0,1 7-1 0 0,5 33 131 0 0,-5-27-171 0 0,1 1 0 0 0,0-1 0 0 0,1 0 0 0 0,12 27-1 0 0,-16-43-288 0 0,0 0 0 0 0,0 0 0 0 0,1 0 0 0 0,-1 0 0 0 0,1 0 0 0 0,-1-1 0 0 0,3 3-1 0 0,-3-3 116 0 0,-1-1-1 0 0,1 1 1 0 0,-1-1-1 0 0,1 0 1 0 0,-1 1-1 0 0,1-1 1 0 0,0 0-1 0 0,-1 1 1 0 0,1-1-1 0 0,0 0 1 0 0,-1 0-1 0 0,1 0 1 0 0,0 1-1 0 0,-1-1 1 0 0,1 0-1 0 0,0 0 1 0 0,-1 0-1 0 0,1 0 1 0 0,0 0-1 0 0,0 0 0 0 0,-1 0 1 0 0,1-1-1 0 0,0 1 1 0 0,-1 0-1 0 0,1 0 1 0 0,0 0-1 0 0,-1-1 1 0 0,1 1-1 0 0,0-1 1 0 0,6-4-1048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9T04:40:53.411"/>
    </inkml:context>
    <inkml:brush xml:id="br0">
      <inkml:brushProperty name="width" value="0.05" units="cm"/>
      <inkml:brushProperty name="height" value="0.05" units="cm"/>
    </inkml:brush>
  </inkml:definitions>
  <inkml:trace contextRef="#ctx0" brushRef="#br0">0 1 8287 0 0,'0'0'1058'0'0,"1"2"-25"0"0,3 7-454 0 0,0 0-1 0 0,-1 0 1 0 0,0 0-1 0 0,0 0 1 0 0,-1 1-1 0 0,0-1 1 0 0,-1 0-1 0 0,1 15 1 0 0,-6 83 128 0 0,1-69-362 0 0,-3 44-84 0 0,-3 107 922 0 0,15-145 39 0 0,2-52-830 0 0,2-8-222 0 0,0 0-1 0 0,-1-1 0 0 0,9-25 1 0 0,-3 9-130 0 0,33-97 15 0 0,-36 92 356 0 0,-11 36 1061 0 0,-1 4-1164 0 0,-1 9-233 0 0,0-1 0 0 0,1 1 0 0 0,1-1 1 0 0,2 17-1 0 0,-2-23-42 0 0,0 0 1 0 0,0 0-1 0 0,0 0 0 0 0,0 0 1 0 0,1 0-1 0 0,-1 0 1 0 0,1 0-1 0 0,0 0 1 0 0,0-1-1 0 0,0 1 1 0 0,1-1-1 0 0,0 1 1 0 0,-1-1-1 0 0,6 5 0 0 0,-6-7 19 0 0,-1 0-1 0 0,1 0 0 0 0,0 0 0 0 0,0-1 1 0 0,-1 1-1 0 0,1 0 0 0 0,0-1 0 0 0,0 1 1 0 0,0-1-1 0 0,0 0 0 0 0,0 1 0 0 0,0-1 0 0 0,0 0 1 0 0,0 0-1 0 0,0 0 0 0 0,0-1 0 0 0,0 1 1 0 0,0 0-1 0 0,-1-1 0 0 0,1 1 0 0 0,0-1 0 0 0,0 0 1 0 0,0 1-1 0 0,0-1 0 0 0,-1 0 0 0 0,1 0 1 0 0,0 0-1 0 0,-1-1 0 0 0,3-1 0 0 0,2-2 133 0 0,0-1 0 0 0,0 0-1 0 0,0 0 1 0 0,-1-1-1 0 0,7-9 1 0 0,-2 1-39 0 0,-2 0 0 0 0,1 0 1 0 0,-2-1-1 0 0,9-24 0 0 0,-13 30-80 0 0,0-1 0 0 0,-1 0 0 0 0,0 1 1 0 0,-1-1-1 0 0,0 0 0 0 0,-1 0 0 0 0,0 0 0 0 0,-2-14 0 0 0,1 14-65 0 0,-1-1-49 0 0,0 0 0 0 0,-6-20 0 0 0,3 24-729 0 0,-1 10-831 0 0,-1 13-2247 0 0,4 1-3970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9T04:40:53.768"/>
    </inkml:context>
    <inkml:brush xml:id="br0">
      <inkml:brushProperty name="width" value="0.05" units="cm"/>
      <inkml:brushProperty name="height" value="0.05" units="cm"/>
    </inkml:brush>
  </inkml:definitions>
  <inkml:trace contextRef="#ctx0" brushRef="#br0">42 129 6447 0 0,'0'1'499'0'0,"4"26"1408"0"0,-4-26-1495 0 0,0 0-1 0 0,1-1 1 0 0,-1 1 0 0 0,0 0 0 0 0,1 0 0 0 0,-1-1 0 0 0,0 1-1 0 0,1 0 1 0 0,-1-1 0 0 0,1 1 0 0 0,-1-1 0 0 0,1 1 0 0 0,-1-1-1 0 0,1 1 1 0 0,0-1 0 0 0,-1 1 0 0 0,1-1 0 0 0,-1 1 0 0 0,1-1 0 0 0,0 0-1 0 0,0 1 1 0 0,1-1 0 0 0,-1 1-159 0 0,0-1 1 0 0,1 0-1 0 0,-1 0 1 0 0,0 0-1 0 0,1 0 0 0 0,-1-1 1 0 0,0 1-1 0 0,1 0 0 0 0,-1-1 1 0 0,0 1-1 0 0,1 0 0 0 0,0-2 1 0 0,6-2-282 0 0,-1 0 1 0 0,0 0-1 0 0,10-9 0 0 0,-10 7 871 0 0,-3 3-752 0 0,0 0-1 0 0,0-1 0 0 0,0 1 1 0 0,-1-1-1 0 0,1 0 0 0 0,-1 0 1 0 0,0 0-1 0 0,0-1 0 0 0,5-8 1 0 0,-7 11-66 0 0,-1 0 1 0 0,1 0-1 0 0,0 0 0 0 0,-1 0 1 0 0,0 0-1 0 0,1 0 1 0 0,-1-1-1 0 0,0 1 1 0 0,0 0-1 0 0,0 0 1 0 0,-1 0-1 0 0,1 0 0 0 0,0 0 1 0 0,-1 0-1 0 0,1 0 1 0 0,-1 0-1 0 0,0 0 1 0 0,0 0-1 0 0,0 0 1 0 0,0 0-1 0 0,0 0 0 0 0,0 0 1 0 0,0 1-1 0 0,0-1 1 0 0,-1 0-1 0 0,1 1 1 0 0,-3-2-1 0 0,1-1-108 0 0,-1 1 1 0 0,0 0-1 0 0,0 0 0 0 0,0 1 1 0 0,0-1-1 0 0,0 1 0 0 0,-1 0 0 0 0,1 0 1 0 0,-1 0-1 0 0,1 0 0 0 0,-1 1 1 0 0,0 0-1 0 0,0 0 0 0 0,0 0 0 0 0,0 1 1 0 0,1-1-1 0 0,-1 1 0 0 0,0 0 1 0 0,0 1-1 0 0,0-1 0 0 0,0 1 0 0 0,0 0 1 0 0,1 0-1 0 0,-1 1 0 0 0,0-1 1 0 0,1 1-1 0 0,-9 4 0 0 0,3 6-2035 0 0,7-8 1052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9T04:40:54.174"/>
    </inkml:context>
    <inkml:brush xml:id="br0">
      <inkml:brushProperty name="width" value="0.05" units="cm"/>
      <inkml:brushProperty name="height" value="0.05" units="cm"/>
    </inkml:brush>
  </inkml:definitions>
  <inkml:trace contextRef="#ctx0" brushRef="#br0">49 20 4607 0 0,'17'-19'17855'0'0,"-17"20"-17751"0"0,1-1 1 0 0,-1 1-1 0 0,0 0 0 0 0,0 0 1 0 0,0 0-1 0 0,1 0 0 0 0,-1 0 1 0 0,0 0-1 0 0,0 0 0 0 0,0 0 1 0 0,-1 0-1 0 0,1 0 0 0 0,0 2 66 0 0,-1 15 88 0 0,-1-1 0 0 0,-1 0 0 0 0,-1 1 0 0 0,-8 24 0 0 0,-4 18-153 0 0,5-7-60 0 0,-5 91 0 0 0,14-113-97 0 0,3 0 1 0 0,0 0-1 0 0,2-1 1 0 0,10 46-1 0 0,-2-40-235 0 0,-10-33 224 0 0,1-1-1 0 0,-1 1 0 0 0,0-1 0 0 0,1 1 0 0 0,-1-1 1 0 0,1 0-1 0 0,0 0 0 0 0,0 0 0 0 0,0 0 1 0 0,0 0-1 0 0,2 2 0 0 0,-4-4 24 0 0,1 0 1 0 0,0 1-1 0 0,-1-1 0 0 0,1 0 0 0 0,-1 0 1 0 0,1 0-1 0 0,0 0 0 0 0,-1 0 0 0 0,1 1 0 0 0,-1-1 1 0 0,1 0-1 0 0,0-1 0 0 0,-1 1 0 0 0,1 0 1 0 0,-1 0-1 0 0,1 0 0 0 0,0 0 0 0 0,-1 0 1 0 0,1-1-1 0 0,-1 1 0 0 0,1 0 0 0 0,-1 0 0 0 0,1-1 1 0 0,-1 1-1 0 0,1 0 0 0 0,-1-1 0 0 0,1 1 1 0 0,-1-1-1 0 0,1 1 0 0 0,0-1 0 0 0,9-14-1625 0 0,-2-7-1629 0 0,-6 7-1635 0 0,-1 0-730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9T04:40:54.520"/>
    </inkml:context>
    <inkml:brush xml:id="br0">
      <inkml:brushProperty name="width" value="0.05" units="cm"/>
      <inkml:brushProperty name="height" value="0.05" units="cm"/>
    </inkml:brush>
  </inkml:definitions>
  <inkml:trace contextRef="#ctx0" brushRef="#br0">1 22 10135 0 0,'2'-1'9050'0'0,"2"-2"-8589"0"0,1 0 1 0 0,-1 1-1 0 0,1 0 1 0 0,0 0-1 0 0,0 0 1 0 0,0 0-1 0 0,0 1 1 0 0,0 0-1 0 0,1 0 1 0 0,8 0-1 0 0,7 1 508 0 0,31 3-1 0 0,0 0-335 0 0,1-1-799 0 0,-25 0-1772 0 0,-1-1-4347 0 0,-3-1-1662 0 0</inkml:trace>
</inkml:ink>
</file>

<file path=ppt/ink/ink47.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2-10-16T03:49:49.488"/>
    </inkml:context>
    <inkml:brush xml:id="br0">
      <inkml:brushProperty name="width" value="0.05292" units="cm"/>
      <inkml:brushProperty name="height" value="0.05292" units="cm"/>
      <inkml:brushProperty name="color" value="#FFFFFF"/>
    </inkml:brush>
  </inkml:definitions>
  <inkml:trace contextRef="#ctx0" brushRef="#br0">9945 9383 21759 0,'-26'17'960'0,"20"-10"208"0,0 1-928 0,1 2-240 0,0 2 0 0,1 1 0 16,0 1 304-16,0 2 16 0,0 0 0 0,1 1 0 0,-1 2-320 0,0-2 0 15,1 0 0-15,0 1 0 16,-1 0-320-16,1 1-32 0,1-1 0 0,0 2 0 15,1-2-96 1,0-1-32-16,0-2 0 0,-1 1 0 0,1-4 64 0,0-1 16 0,1-11 0 0,0 0 0 0,0 0 400 0,-2 10-128 16,2-10 128-16,0 0 0 0,0 0 192 0,0 0 112 15,0 0 16-15,0 0 16 0,0 0 432 0,-1-12 96 16,1-2 16-16,3-5 0 0,1-2-320 0,-1-1-64 16,1 0-16-16,0 0 0 0,0 1-112 0,0-1-32 15,-1-2 0-15,-1 4 0 0,0 0-16 0,-1-1-16 16,-1-2 0-16,0 3 0 0,-1 3-96 0,-1 2-16 15,0-1 0-15,-1 2 0 0,1 1-192 0,-1 3 176 16,0 0-176-16,3 10 160 0,0 0-32 0,0 0 0 0,-2-9 0 0,2 9 0 16,0 0 16-16,0 0 0 0,0 0 0 0,0 0 0 15,0 0-144-15,0 0 0 0,-4 10 0 0,1 2 0 16,1 1-160-16,-1 4 160 0,-1 4 0 0,1 0-144 16,2-2 144-16,-1 1 0 0,-1-1 0 0,2 1-128 15,2-3 128-15,-1-1 0 0,-1-5 0 0,1 1 0 16,1 0 0-16,-1-12 0 0,0 0 0 0,0 0 0 15,0 0 0-15,0 0 0 0,0 0 0 0,0 0 0 16,0 0 0-16,0 0 128 0,5-12-128 0,0-1 176 16,1-8 112-16,0-1 32 0,1-3 0 0,0-2 0 15,0-4-64-15,1-1-16 0,1 1 0 0,-1 0 0 16,0-1 48-16,-1 2 16 0,0 4 0 0,-1 0 0 16,0 1 0-16,-1 5 0 0,0 4 0 0,-1 4 0 15,-1 2-48-15,-3 10-16 0,0 0 0 0,0 0 0 0,0 0-240 16,-7 8 0-16,-1 5 0 0,-1 5-160 0,-1 5-48 0,-2 2-16 15,0 4 0-15,0 1 0 0,1 0 64 0,0 2 16 16,2 1 0-16,1 0 0 0,1-3 144 0,1-2 0 16,1 1-144-16,1-3 144 0,0-3 0 0,3-3 0 15,0-2 0-15,-1-2 0 0,0-2 0 0,0-1 0 16,2-1 0-16,0-12 0 0,0 0 0 0,0 0 0 16,0 0 144-16,0 0-144 0,0 0 256 0,0 0 0 15,0 0-16-15,0 0 0 0,11-10 32 0,-3-3 16 16,-3-3 0-16,0-1 0 0,2-5-288 0,-1-2 128 15,-1 0-128-15,2-1 0 0,-2-1 128 0,2 1-128 16,-3-4 0-16,-2 6 0 0,-2 3 128 0,-1 3-128 16,0 2 0-16,-2 3 0 0,-1 0 0 0,4 12 0 0,0 0 0 0,-13 5 0 15,1 2-192-15,-1 5-64 0,-2 7 0 0,-1 7 0 16,2 6-64-16,-1 3 0 0,1 4-16 0,2 1 0 16,0 2 192-16,2-3 144 0,2 0-192 0,3-4 192 15,0-2 0-15,1-3 0 0,1-5 0 0,3 0 0 16,0-5 0-16,3-3 0 0,-1-5 0 0,2-1 0 15,-4-11 0-15,4 6-128 0,-4-6 128 0,0 0 0 16,0 0 0-16,11 0 0 0,-3-6 0 0,-1-2 0 16,0-3 0-16,1 0 224 0,0-8-32 0,1 1-16 15,-2-2-176-15,1-3 192 0,0-4-192 0,0-2 192 16,0-1-192-16,0 1 0 0,-3 1 0 0,0-1 0 16,-1-1 128-16,0 1-128 0,0 3 0 0,-2 5 128 15,1 3-128-15,-2 4 0 0,1 2 0 0,-2 12 0 16,-2-8 0-16,2 8 0 0,0 0 0 0,-4 12-176 0,-1 6-128 15,-4 7-16-15,-1 1-16 0,0 7 0 0,1 0 112 16,2 4 32-16,0-4 0 0,2 2 0 0,0 1 192 0,1-3 0 16,1-6-160-16,4-2 160 0,-1-7 0 0,3-2 0 15,0-4 0-15,-3-12 0 0,0 0 0 0,9 7 160 16,0-4-16-16,1-6 0 0,-1-3 176 0,2-3 48 16,-2-2 0-16,1-4 0 0,1-3-16 0,1-9 0 15,-2 0 0-15,2-4 0 0,1-3-160 0,0 0-48 16,-1-5 0-16,-2 0 0 0,0-4-144 0,-1 2 0 15,-3 4 0-15,-1 0 128 0,-1-1-128 0,0 3 0 16,-2 0 0-16,0 5 128 0,-1 6-128 0,0 2 0 16,-1 4 0-16,0 6 0 0,0 12 0 0,0 0 0 0,0 0 0 0,-5 11-176 15,-1 7-80-15,-4 8-32 0,-1 8 0 0,-4 5 0 16,-2 1-48-16,0 7-16 0,0 4 0 0,2 0 0 16,0-3 64-16,2 0 16 0,0-3 0 0,3-6 0 15,1-7 272-15,2-2-128 0,3-7 128 0,2-5 0 16,2-5 0-16,2-3 320 0,-2-10-32 0,0 0-16 15,10 6 112-15,0-5 0 0,2-4 16 0,2-5 0 16,3-5 48-16,3-5 16 0,2-7 0 0,4-5 0 16,4-3-64-16,1-11-16 0,4-1 0 0,0-5 0 15,-1-2-224-15,-1 0-160 0,0 1 192 0,-6 0-192 16,-4 0 0-16,-3-1 0 0,-3 0 0 0,-5 5 0 16,-6 7 0-16,1 1 0 0,-2 5 0 0,-1 8-144 15,-4 2 144-15,0 9 0 0,-1 4 0 0,1 11 0 16,0 0-128-16,-10 9 128 0,0 8-128 0,-2 11 128 0,-2 7-256 15,-3 9 16-15,-3 14 16 0,0 3 0 0,-1-3 80 0,0 2 16 16,1-1 0-16,2-1 0 0,2-4 128 0,3-4 0 16,4-3 0-16,4-4 0 0,4-5 0 0,3-6-128 15,5-4 128-15,3-8 0 0,2-1 0 0,1-8 0 16,1-1 0-16,2-7 0 0,2 0 0 0,0-7 0 16,-1-2 0-16,-1-4 0 0,0-3 160 0,-1-4-32 15,-2-3-128-15,0-5 192 0,-1-3-64 0,-3 0 0 16,0-3-128-16,1-2 192 0,-1-4-192 0,-2 0 176 15,0-4-176-15,-3-1 160 0,-1-1-160 0,-2 0 128 16,-2 2-128-16,-1-1 128 0,0 3-128 0,-2 4 0 16,-2 3 144-16,1 8-144 0,0 5 0 0,-1 9 0 0,-2 7 0 15,-1 7 0-15,-2 11-256 0,-3 11-32 0,-3 9 0 0,-4 8 0 16,-2 6-32-16,-1 6-16 0,1 4 0 0,-1 3 0 16,2 5 176-16,4-2 160 0,2-1-208 0,4-7 80 15,5-7 128-15,1-8 0 0,5-7 0 0,1-7 0 16,1-5 0-16,3-5 0 0,1-2 0 0,2-6 128 15,1-5 64-15,1-1 32 0,-9-4 0 0,12 0 0 16,-2-3 176-16,3-3 48 0,-2-4 0 0,-1-4 0 16,0 1 16-16,0-6 16 0,-1-7 0 0,1-4 0 15,1-4-256-15,-2-4-48 0,-3-4-16 0,-1-2 0 16,-2-2-160-16,-2-2 128 0,-2 1-128 0,0 4 128 16,-1 3-128-16,1 3 0 0,1 3 0 0,-3 6 0 15,-2 4 0-15,0 7 0 0,-1 3 0 0,-2 6 0 16,-3 4-192-16,0 11 0 0,-5 10-16 0,-2 5 0 15,-2 4-128-15,1 9-32 0,-4 8 0 0,2 7 0 16,-1 8 144-16,1 1 32 0,-1 1 0 0,4 0 0 0,1-3 192 0,4-7 0 16,3-6 0-16,4-6-144 0,5-8 144 0,4-6 0 15,3-4 0-15,5-4 0 0,3-3 0 0,4-6 256 16,4-7-64-16,3-4-16 0,3-7 80 0,0-2 32 16,1-2 0-16,1-6 0 0,1-1 48 0,-2-5 16 15,-2-3 0-15,-2-2 0 0,-3-5-160 0,-2-2-48 16,-3-2 0-16,-2-2 0 0,-3-4-144 0,-1-2 192 15,-4-1-192-15,-3-1 192 0,-2 2-192 0,-2 0 0 16,-3 2 0-16,-2 0 0 0,-2 0 0 0,-2 5 0 16,1 6 0-16,-1 8 0 0,-1 8 0 0,2 7 0 15,0 5-144-15,-1 8 144 0,-3 8-176 0,-1 10 32 16,-1 9 0-16,-3 12 0 0,-3 11-48 0,2-1-16 0,1 2 0 0,3 4 0 16,1 4 208-16,5-3-144 0,3-3 144 0,3-5-128 15,5-5 128-15,4-5 0 0,-1-5 0 0,2-7-128 16,2-4 128-16,2-5 0 0,1-4 0 0,1-2 0 15,-2-5 0-15,1-3 0 0,-1 1 0 0,0-7 128 16,-2-1-128-16,1-2 144 0,-4-4-144 0,2-1 160 16,-2-2 16-16,1-4 0 0,-2-4 0 0,1-3 0 15,-1-2-16-15,0-2 0 0,-4-4 0 0,-1 0 0 16,-2-5-32-16,-1 1 0 0,-2-2 0 0,0 1 0 16,-1 3-128-16,-1 2 128 0,0-1-128 0,1 7 128 15,-1 5-128-15,1 6 0 0,0 3 0 0,5 12 0 16,0 0 0-16,0 0 0 15,-10 9 0-15,0 9 0 16,1 5-224-16,1 7 32 0,2 5 0 0,-1 8 0 0,0 5 192 0,3 3-192 16,1 1 192-16,2-2-192 0,2-1 192 0,0-6 0 15,3-6 0-15,3-5-144 0,2-3 144 0,1-6 0 16,2-4 0-16,1-5 0 0,-1-4 0 0,0-3 0 16,2-2 128-16,0-5-128 0,2-3 160 0,0 0-32 15,1-9-128-15,-2 0 192 0,1-1 96 0,-2-4 16 16,0-2 0-16,0-5 0 0,-1 1-48 0,-2-5-16 15,0-7 0-15,-3-1 0 0,-3-1-96 0,-1-2-16 16,-2-3 0-16,-3 0 0 0,0-1-128 0,-2 4 160 16,-1 4-160-16,-1 3 160 0,-2 0-160 0,1 9 0 15,-1 6 0-15,2 2 0 0,-1 6 0 0,-2 7 0 0,0 4 0 0,0 9-176 16,2 8-32-16,-3 4-16 0,-3 5 0 0,1 7 0 16,1 5 64-16,1 1 16 0,0 2 0 0,2 0 0 15,3-2 144-15,2-2 0 0,0-3-144 0,4 0 144 16,0-7 0-16,2-5 0 0,1-4 0 0,3-6 0 15,3-1 0-15,-1-4 0 0,1-6 0 0,0-3 0 16,2-3 0-16,0-2 0 0,2-4 0 0,-1-2 0 16,-1 0 208-16,0-8-32 0,-1-2-16 0,-2-1 0 15,-1-1-16-15,-2-2 0 0,-2-2 0 0,-2-2 0 16,-2-5-144-16,-1 1 160 0,-3-3-160 0,-1 2 160 16,-2 0-160-16,-2 0 160 0,-2 2-160 0,-1 2 160 15,1 4-160-15,-1 5 0 0,1 4 0 0,1 6 128 0,1 6-128 0,-1 5 0 16,-2 5 0-16,0 8 0 0,-1 8-192 0,-1 9 0 15,-3 9-16-15,1 7 0 0,-1 5 48 0,2 2 16 16,1 2 0-16,4-1 0 0,1-4 144 0,3-4 0 16,1-6 0-16,2-4-128 0,1-8 128 0,1-3 0 15,3-5 0-15,2-6 0 0,1-4 0 0,1-3 0 16,-7-7 0-16,12 1 0 0,-1-2 128 0,0-4 16 16,-1-4 0-16,3-4 0 0,0-2 64 0,-1 0 16 15,-3-8 0-15,0 3 0 0,-2-3-96 0,-1-1 0 16,-2-3-128-16,-1-2 192 0,-2-4-192 0,-1 3 176 15,-1 0-176-15,-2 1 160 0,-1 2-160 0,0 3 128 16,-2 1-128-16,3 5 128 0,2 5-128 0,0 5 0 0,1 8 0 0,0 0 0 16,-9 10 0-16,1 12-192 0,0 8 32 0,-1 10 16 15,-3 4 144-15,0 4-208 0,1 3 80 0,-1 0 128 16,-1-2-208-16,4-2 80 0,-2-6 128 0,3-6-208 16,3-4 208-16,3-5 0 0,0-8 0 0,5-3 0 15,-3-15 0-15,0 0 0 0,0 0 0 0,12 1 0 16,2-5 160-16,0-8 32 0,1-7 0 0,3-6 0 15,1-4 64-15,0-2 0 0,-2-4 16 0,-2-2 0 16,0 1-272-16,-4-3 0 0,0-3 0 0,-3 2 0 16,-3 1 0-16,-4 0 0 0,-1-1 0 0,-1 4 0 15,-3 1 128-15,0 6-128 0,-1 6 144 0,1 4-144 16,-1 5 0-16,-1 5 0 0,0 5 0 0,6 4 0 16,-11 8-256-16,1 7 64 0,1 8 16 0,0 5 0 15,0 7 0-15,1 2 0 0,0-1 0 0,4 1 0 16,3-1 176-16,1-3-128 0,1-6 128 0,4-3-128 0,4-5 128 0,1-4 0 15,-3-3 0-15,4-6 0 0,1 3 0 0,1-5 0 16,0-4 0-16,0-3 0 0,0 0 176 0,0-4-48 16,-2-3 0-16,1-3 0 0,-1-2 0 0,-1-2-128 15,1-1 192-15,-2-2-64 0,-3-3-128 0,1 1 0 16,-2-2 0-16,-2 1 0 0,-1-1 0 0,-2 4 0 16,-2 0 0-16,-2 2 0 0,-2 0 0 0,1 3 0 15,-1 2 128-15,-1 4-128 0,7 9 0 0,0 0 0 16,-10 1 0-16,1 10 0 0,1 8-144 0,0 9-16 15,-1 6 0-15,2 6 0 0,2 6 16 0,1-1 0 16,-1 0 0-16,1-2 0 0,0 0 144 0,2-3 0 16,2-7 0-16,1-3-128 0,3-6 128 0,1-1 0 0,0-5 0 0,2-4 0 15,0-3 0-15,1-4 0 0,-8-7 0 0,0 0 0 16,0 0 0-16,11 2 144 0,-11-2-144 0,8-9 0 16,-2-4 256-16,1-2-48 0,-3 0-16 0,-1-4 0 15,0-2-48-15,-4-1-16 0,-2-1 0 0,-2-2 0 16,-2-4 0-16,-2 2-128 0,-1-3 192 0,-2 0-64 15,-2-3-128-15,1 3 192 0,0 2-192 0,1 3 192 16,2 0-192-16,0 7 128 0,0 5-128 0,5 1 128 16,1 7-128-16,4 5 0 0,0 0 0 0,-9 4 0 15,0 6 0-15,1 6 0 0,0 4 0 0,0 6-176 16,2 5 16-16,0 3 0 0,2 1 0 0,-1 1 0 16,1-2 32-16,2-1 0 0,-1-2 0 0,3-3 0 15,0-5 128-15,3-3 0 0,1-3 0 0,1-4-128 16,1-3 128-16,2-3 0 0,1-1 0 0,-9-6 0 0,12-1 0 0,-1-3 0 15,-2-3 0-15,0-3 128 0,-1-2 32 0,-1-3 16 16,3-4 0-16,-3 1 0 0,0-1-48 0,-2-4-128 16,-1 0 192-16,-1 2-64 0,-3-1-128 0,-3 1 0 15,-2 1 144-15,-3 0-144 0,-4-5 128 0,0 4-128 16,-2 0 160-16,-4 2-160 0,-4-1 128 0,0 2-128 16,-1-1 0-16,0 3 0 0,-3-1 0 0,-2 2 0 15,1 2-176-15,-4 3 176 0,-3-1-208 0,0 2 80 16,0 1 128-16,2 2-208 0,0 1 208 0,5-2-144 15,-1-2 144-15,6 4-128 0,3 2 128 0,3 2 0 16,3-4 160-16,4 1-160 0,2 1 176 0,7 3-176 16,0 0 192-16,0 0-192 0,0 0 0 0,12 9 0 15,3 3 0-15,4 2-144 0,2 2-48 0,4 4-16 0,-1 3 0 0,3 2 0 16,-1 1 208-16,0 0 0 0,1-4 0 0,-2 2-144 16,-2-4 144-16,-3 0-128 15,-2 0 128-15,-5-1-128 0,-1-3 128 0,-2-2-192 0,-3-1 192 0,-2-1-192 16,-2-4 192-16,-3-8 0 0,0 0 0 0,0 0 0 15,0 0 0-15,0 0 144 0,0 0-144 0,0 0 160 0,2-12 64 0,0-5 16 16,-1-9 0-16,1-5 0 0,1-6-64 0,0-3-16 16,-1-6 0-16,1-2 0 0,0-3-160 0,-1-1 128 15,-2-2-128-15,-1 0 128 0,-2 4-128 0,-1 3 0 16,-2 4 0-16,1 8 128 0,-1 8-128 0,1 8 0 16,0 6 0-16,0 8 0 0,5 5 0 0,-12 9 0 15,-2 11 0-15,-3 12 0 0,-3 9-224 0,-2 8 32 0,-3 7 0 16,-2 2 0-16,1 7 16 0,1-3 16 0,2 5 0 0,3-7 0 15,4-8 160-15,5-8 0 0,0-6-144 0,6-4 144 16,2-4 0-16,6-6 0 0,2-7 0 0,4-7 0 16,3-2 0-16,2-4 0 0,2-2 0 0,2-3 0 15,0-3 0-15,2-1 0 0,0-6 0 0,-1 1 0 16,-2-4 0-16,-3-1 208 0,-1-2-48 0,-2-2-16 16,-2-6-16-16,-2 0-128 0,-4 1 192 0,-3-4-64 15,-2-3 0-15,-3 1 0 0,-2-1 0 0,-1-2 0 16,-3 0-128-16,0 3 128 0,-1 3-128 0,1 4 128 15,-5 3-128-15,2 4 0 0,-2 6 0 0,2 1 0 16,-1 5 0-16,0 6-256 0,-1 9 64 0,-2 7 16 16,-2 8-48-16,-2 12-16 0,0 8 0 0,1 6 0 15,2 3 48-15,3-1 0 0,2-2 0 0,3-6 0 16,3-3 192-16,6-5 0 0,4-5 0 0,4-10 0 0,5-3 0 0,2-9 0 16,2 1 0-16,4-8 160 0,6-5 48 0,1-2 16 15,1-9 0-15,1-2 0 0,2-4 32 0,0-2 0 16,-2-2 0-16,0 1 0 0,-5-2-112 0,1-2-16 15,-5-2 0-15,0-2 0 0,-2-2-128 0,-3 1 128 16,-4 0-128-16,-2 0 128 0,-3 0-128 0,-2-2 128 16,-3-2-128-16,-3 4 128 0,-1 3-128 0,-1 5 128 15,-4 0-128-15,0 5 128 0,1 4-128 0,-1 5 0 16,-3 4 0-16,-1 8 0 0,-2 1 0 0,-4 9-224 16,-4 7 32-16,-1 9 0 0,1 9-32 0,-1 2 0 15,0 2 0-15,0 4 0 0,1 0 224 0,2-4-144 0,1-4 144 16,5-4-128-16,3-5 128 0,4-5 0 0,3-4 0 0,2-4 0 15,3-6 0-15,0-11 0 0,0 0 0 0,12 8 0 16,0-4 0-16,1-5 0 0,1-6 128 0,3-2-128 16,3-4 192-16,1-6-16 0,1-8-16 0,2-1 0 15,3-3-160-15,-3-5 128 0,1-1-128 0,-3-7 128 16,-2 3-128-16,-3-1 0 0,-4 0 0 0,-1 2 0 16,-2 1 0-16,-4 2 0 0,1 3 0 0,-6 3 128 15,-3-1-128-15,-4 3 0 0,-1 0 144 0,-2 6-144 16,-1 4 0-16,0 8 0 0,-2 5 0 0,-1 5 0 15,-2 5-128-15,-4 8-64 0,0 6 0 0,-1 8 0 16,-1 7-48-16,0 6-16 0,1 4 0 0,-3 1 0 16,4 4 128-16,2-3 128 0,3-5-208 0,3-5 80 15,6-2 128-15,4-10 0 0,2-4 0 0,3-5 0 16,1-1 0-16,-5-13 0 0,12 5 0 0,-2-2 0 0,-10-3 0 0,13-3 176 16,-1-3-176-16,0-2 192 0,-2-5-32 0,-1-1 0 15,-1-5 0-15,-1 2 0 0,-2-1-160 0,-1-1 192 16,-4-4-192-16,2 0 192 0,0-3-192 0,-2 0 0 15,-3 1 144-15,0 0-144 0,-3 0 0 0,-1 1 144 16,0-2-144-16,-3 1 0 0,1 1 144 0,-1 1-144 16,-2 3 0-16,-1 3 144 0,1 4-144 0,1 4 0 15,-2 5 144-15,0 4-144 0,-2 8 0 0,1 8 0 16,0 6 0-16,-3 12-192 0,-3 6-32 0,1 10-16 16,-2 7 0-16,4 2 0 0,0 1 96 0,2-4 16 0,6-5 0 0,1-7 0 15,5-7 128-15,1-7 0 0,4-7-144 0,1-7 144 16,3-6 0-16,0-2 0 0,2-3-144 0,2-1 144 15,-10-4 0-15,13-6 0 0,-2-1 0 0,1-3 0 16,-1-3 0-16,0-3 192 0,-2-1-48 0,0 0-16 16,0-6-128-16,-1-1 192 0,-1-1-192 0,-1-1 192 15,-3 1-192-15,-1-2 128 0,1 0-128 0,-2 2 128 16,-1-4 0-16,-1 1-128 0,-2-4 192 0,1 1-64 16,-1 5-128-16,-1-3 0 0,0 2 0 0,0 3 0 15,-1 0 0-15,1 5 0 0,2 4 0 0,-2 3 0 16,-4 3 0-16,-1 5 0 0,0 3 0 0,-1 2 0 15,0 3-256-15,1 5 64 0,1 5 0 0,-1 6 16 0,0-1-16 16,1 5-16-16,0-1 0 0,3 3 0 0,1 2 208 16,1-2-192-16,2-3 192 0,2 0-192 0,3-3 192 0,2 0 0 15,-1-6-160-15,3-2 160 0,-1-2 0 0,-7-10 0 16,0 0 0-16,17 3 0 0,0-4 0 0,-1-3 0 16,-2-5 0-16,2-3 0 0,0-4 192 0,1-2-32 15,-2-4-16-15,2-3 0 0,-1 2-16 0,-1-1 0 16,1-1 0-16,-3-1 0 0,-2-1-128 0,-2 1 128 15,-3 0-128-15,-1 2 128 0,-2-3-128 0,-2 2 0 16,-2 0 144-16,-3 1-144 0,-1-1 144 0,-3 1-144 16,-1 4 192-16,-3 1-192 0,2 2 128 0,-2 6-128 15,0 2 0-15,1 5 0 0,-1 4 0 0,-1 4-144 16,0 6 16-16,0 11 0 0,0 5-64 0,1 8 0 16,-1 6 0-16,1 8 0 0,-1 5 48 0,3 5 0 0,-1 5 0 0,2 1 0 15,3-2 144-15,2-2-160 0,1-4 160 0,4-4-160 16,1-6 160-16,2-5-128 0,1-5 128 0,0-5-128 15,0-3 128-15,3-4-192 0,1-3 192 0,2-2-192 16,-1-5 192-16,1-2 0 0,-4-2-144 0,1-3 144 16,-8-7 0-16,0 0 0 0,11 1 0 0,-11-1 0 15,0 0 0-15,10-4 128 0,-2-3 0 0,-3-2 0 16,-1-1 64-16,-1-3 0 0,-2-4 0 0,-1-1 0 16,-3-1-32-16,-1-3 0 0,-1-4 0 0,-1 1 0 15,-2 3-160-15,-1-1 128 0,-2-2-128 0,0-2 128 16,-4 2-128-16,2 4 0 0,0 3 0 0,0 5 0 15,-1 5 0-15,-1 5-256 0,4 6 64 0,-4 7 16 16,-2 7-160-16,0 9-48 0,-1 8 0 0,-3 7 0 0,2 4 128 16,2 1 0-16,0 0 16 0,4-2 0 0,4-2 240 0,5-5-144 15,2-1 144-15,6-6-128 0,3-6 128 0,2-3 0 16,1-3 160-16,4-2-160 0,1-5 128 0,2-2-128 16,0-4 0-16,1-1 0 0,-2-2 144 0,-2-2-144 15,-1-2 128-15,-1-2-128 0,0-1 128 0,-2-2-128 16,-2-2 128-16,-1 0-128 0,-2 0 176 0,0-2-48 15,0 0-128-15,-2-2 192 0,-1-2-64 0,0 0-128 16,-2-1 176-16,-2-1-176 0,0-1 176 0,-3 2-176 16,-2-1 160-16,-1 2-160 0,-1-2 128 0,1 4-128 15,2 3 0-15,6 10 144 0,-9-5-144 0,9 5 0 16,-11 0-160-16,2 7 160 0,0 4-208 0,0 6 48 0,1 6 16 16,2 5 0-16,0 4 0 0,2 0 0 0,2-5 0 15,4 1 0-15,4-3 144 0,3-5 0 0,0-3 0 0,4-4-128 16,-1-3 128-16,2-4 0 0,3-6 0 0,4-5 0 15,1-4 128-15,3-4 0 0,-1-4 0 0,3-4 0 16,-1-3 0-16,1-2 0 0,0-4 0 0,1-1 0 16,-1-4-128-16,-1 2 128 0,-1 2-128 0,-2 1 128 15,-2-3-128-15,-2 5 0 0,-5 3 0 0,-1-2 0 16,1-5 128-16,-5 4-128 0,-3 2 128 0,-2 2-128 16,-2 3 0-16,-1 6 128 0,-1 5-128 0,0 10 0 15,0 0 0-15,0 0-160 0,0 0 16 0,0 20 0 16,-1 9-208-16,0 5-32 0,0 2-16 0,-1 5 0 15,2-5 208-15,3 1 64 0,2-6 0 0,4-2 0 16,3-3 128-16,2-6 0 0,2-4-144 0,1-5 144 16,1-5 0-16,3-6 0 0,2-3 0 0,2-6 0 0,0-6 192 0,0-4 0 15,0-1 0-15,-2-3 0 0,0 0-16 0,-2-1 0 16,-1 0 0-16,-3-2 0 0,-3 0-176 0,1-4 128 16,-2 0-128-16,-3 1 128 0,-1 2-128 0,-1-2 128 15,-2-2-128-15,0-1 128 0,-4 1 16 0,0 1 0 16,-4 0 0-16,2 4 0 0,0 4 48 0,-1 4 16 15,0 3 0-15,-1 5 0 0,2 10-208 0,0 0 128 16,0 0-128-16,-10 2 0 0,-2 5 0 0,-1 7 0 16,0 8-208-16,-1 8 64 0,-1 6-112 0,1 4 0 15,-2 0-16-15,2 1 0 0,2-3 96 0,2-3 32 16,2-4 0-16,3-4 0 0,4-3 144 0,1-6 0 16,2-3 0-16,2-6-128 0,1-2 128 0,-5-7 0 0,11 6 0 15,-1-4 128-15,1-3 0 0,-1-3 0 0,0-5 0 0,4-1 0 16,-1-1 48-16,1-7 16 0,0-6 0 0,3 0 0 15,1-2-32-15,1-3 0 0,-1-1 0 0,-2-1 0 16,-3-1-160-16,-2 1 160 0,-2-3-160 0,-1 3 160 16,-2 0 0-16,-1 3 0 0,0 5 0 0,-1 1 0 15,-4 1-32-15,-1 2-128 0,-2 6 192 0,2 2-64 16,1 11-128-16,0 0 0 0,0 0 0 0,-15 2 0 16,-2 5 0-16,0 8-256 0,-1 9 64 0,0 10 16 15,-3 11-16-15,1 2 0 0,2 5 0 0,3-2 0 16,0 0 192-16,5-4-192 0,1-8 192 0,3-2-192 15,4-4 192-15,2-5 0 0,1-6 0 0,3-4 0 16,0-4 0-16,1-1 0 0,-5-12 0 0,0 0 0 16,12 7 0-16,-12-7 176 0,0 0-176 0,10-4 192 15,0-2 32-15,-3-3 16 0,0-2 0 0,-1-2 0 0,1-7-112 16,-2 0 0-16,-1-2-128 0,0-1 192 0,-1-2-192 0,-2-2 0 16,-2-2 0-16,-2-1 0 0,-2-4 128 0,-3 2-128 15,-1-1 0-15,-2-1 0 0,0 1 128 0,-5 3-128 16,2 0 0-16,-2 7 0 0,-1 3 0 0,1 5 0 15,1 3 0-15,-1 8 0 0,0 5 0 0,-1 11-240 16,1 8 32-16,-5 10 0 0,-1 9-96 0,-1 10-16 16,2 4 0-16,-2 4 0 0,-2 4 64 0,0-3 0 15,1-8 0-15,0-3 0 0,2-5-16 0,4-5 0 16,2-9 0-16,6-4 0 0,3-6 272 0,5-5 0 16,2-13 0-16,0 0 0 0,0 0 192 0,0 0-16 15,0 0 0-15,0 0 0 0,7-7 64 0,0-3 16 0,-1-3 0 16,0 0 0-16,-1-1-112 0,-2 1-16 0,-2-6 0 0,0 4 0 15,-1 0-128-15,-1-2 0 0,-2 0 144 0,-1 0-144 16,-1 1 0-16,-3 0 144 0,-1-1-144 0,0 0 0 16,0 0 128-16,-2-3-128 0,0 2 0 0,-2 0 0 15,-3 0 0-15,-1 3 0 0,-1 5 0 0,1-2 0 16,-1 3-128-16,-1 1-48 0,-1 7 0 0,1 1 0 16,1 6-16-16,1 2 0 0,0 3 0 0,0 2 0 15,2 5 32-15,2 0 0 0,2 1 0 0,2 0 0 16,1 1 160-16,3-2-160 0,1-2 160 0,3-2-160 15,1 2 160-15,1-6 0 0,-1-10 0 0,3 10-128 16,-3-10 128-16,0 0 0 0,0 0 0 0,0 0 0 16,4 10 0-16,-4-10 0 0,0 0 0 0,0 0 0 15,0 0 0-15,0 0 128 0,0 0-128 0,0 0 128 16,0 0-128-16,0 0 128 0,0 0-128 0,0 0 128 0,0 0-128 0,0 0 0 16,0 0 0-16,0 0 128 0,0 0-128 0,-10-3 0 15,1 0 0-15,9 3 128 0,-10-6-128 0,1 2 0 16,9 4 0-16,-11-4 0 0,1 1 0 0,1 2 0 15,9 1 0-15,-11 3 0 0,1-1 0 0,10-2 0 16,-11 4-128-16,2 3 128 0,1 1-160 0,2 1 160 16,2-2-192-16,4-7 192 0,-4 11-160 0,2-1 160 15,0-1-128-15,1 2 128 0,1-11 0 0,0 12 0 16,0-2 0-16,0-10 0 0,0 0 0 0,0 9 0 16,0-9 0-16,0 0 0 0,0 0 0 0,0 0 0 15,0 0 0-15,0 0 0 0,0 0 0 0,0 0 176 16,0 0-176-16,0 0 192 0,12-5-64 0,-1-2-128 0,-3 0 192 0,0-3-64 15,-1-3-128-15,-1-1 128 0,1-3-128 0,-2 2 128 16,0 0-128-16,0 0 0 0,-1-2 0 0,0 4 128 16,-1 2-128-16,-2 2 0 0,-1 0 0 0,0 9 0 15,0 0 0-15,0 0 192 0,0 0-192 0,0 0 192 16,0 0-48-16,-9 1 0 0,1 4 0 0,-2 5 0 16,-2-1-144-16,0 5 0 0,0 6 0 0,-1-5 0 15,0-4 0-15,3 0 0 0,1 2 0 0,1 0 0 16,1-3-128-16,7-10 128 0,-6 9 0 0,6-9 0 15,0 0-256-15,0 0 0 0,0 0 16 0,0 0 0 32,0 0-512-32,0 0-96 0,0 0-32 0,0 0 0 15,0 0-1088-15,0 0-208 0,12-3-64 0,-1-3-8144 0,0-1-1648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6T03:54:41.777"/>
    </inkml:context>
    <inkml:brush xml:id="br0">
      <inkml:brushProperty name="width" value="0.05" units="cm"/>
      <inkml:brushProperty name="height" value="0.05" units="cm"/>
    </inkml:brush>
  </inkml:definitions>
  <inkml:trace contextRef="#ctx0" brushRef="#br0">1 157 5759 0 0,'16'-51'264'0'0,"-13"41"1296"0"0,11-8 1200 0 0,18-53 2584 0 0,-31 69-4600 0 0,0-3 2747 0 0,1 46-3077 0 0,-2 0-1 0 0,-9 73 1 0 0,4-72-354 0 0,3-18-14 0 0,-4 21-22 0 0,3 0 1 0 0,2 0 0 0 0,6 70-1 0 0,8-59-13 0 0,-11-51 187 0 0,-2-5-207 0 0,0 0-1 0 0,0 0 1 0 0,0 1 0 0 0,0-1-1 0 0,0 0 1 0 0,0 0 0 0 0,0 0-1 0 0,0 0 1 0 0,0 0 0 0 0,0 0-1 0 0,0 0 1 0 0,0 0-1 0 0,0 0 1 0 0,0 1 0 0 0,0-1-1 0 0,0 0 1 0 0,0 0 0 0 0,0 0-1 0 0,0 0 1 0 0,0 0 0 0 0,0 0-1 0 0,0 0 1 0 0,0 0-1 0 0,0 0 1 0 0,0 1 0 0 0,0-1-1 0 0,0 0 1 0 0,0 0 0 0 0,0 0-1 0 0,0 0 1 0 0,0 0 0 0 0,-1 0-1 0 0,1 0 1 0 0,0 0-1 0 0,0 0 1 0 0,0 0 0 0 0,0 0-1 0 0,0 0 1 0 0,0 0 0 0 0,0 1-1 0 0,0-1 1 0 0,0 0 0 0 0,0 0-1 0 0,-1 0 1 0 0,1 0-1 0 0,0 0 1 0 0,0 0 0 0 0,0 0-1 0 0,0 0 1 0 0,0 0 0 0 0,0 0-1 0 0,0 0 1 0 0,0 0 0 0 0,0 0-1 0 0,-1 0 1 0 0,1 0-1 0 0,0 0 1 0 0,0 0 0 0 0,0 0-1 0 0,0 0 1 0 0,0-1 0 0 0,0 1-1 0 0,0 0 1 0 0,0 0 0 0 0,0 0-1 0 0,-1 0 1 0 0,1 0-1 0 0,0 0 1 0 0,-2 0-356 0 0,-7 0-1297 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6T03:54:43.382"/>
    </inkml:context>
    <inkml:brush xml:id="br0">
      <inkml:brushProperty name="width" value="0.05" units="cm"/>
      <inkml:brushProperty name="height" value="0.05" units="cm"/>
    </inkml:brush>
  </inkml:definitions>
  <inkml:trace contextRef="#ctx0" brushRef="#br0">23 27 1375 0 0,'0'0'9152'0'0,"27"-1"-729"0"0,-31 0-8280 0 0,-1 0 1 0 0,1 1-1 0 0,-1-1 0 0 0,0 1 1 0 0,1 0-1 0 0,-6 1 0 0 0,-1-1 127 0 0,10 0 192 0 0,16 0-308 0 0,33-2-7 0 0,-41 2-94 0 0,2-1 11 0 0,0-2 3 0 0,-3 2 16 0 0,-4 0 975 0 0,-25 9-839 0 0,21-7-197 0 0,-1 1-18 0 0,-1 0 0 0 0,0-1 1 0 0,0 1-1 0 0,1-1 0 0 0,-1 0 1 0 0,0 0-1 0 0,0 0 0 0 0,0 0 1 0 0,-5-1-1 0 0,8 0 56 0 0,-8-11 12 0 0,7 8-68 0 0,1-2-12 0 0,9-12 76 0 0,-8 17-86 0 0,0 0 0 0 0,0 1-1 0 0,0-1 1 0 0,1 0 0 0 0,-1 0 0 0 0,0 0 0 0 0,0 0-1 0 0,0 0 1 0 0,0 1 0 0 0,0-1 0 0 0,0 0-1 0 0,0 0 1 0 0,0 0 0 0 0,1 0 0 0 0,-1 0-1 0 0,0 0 1 0 0,0 1 0 0 0,0-1 0 0 0,0 0-1 0 0,0 0 1 0 0,0 0 0 0 0,1 0 0 0 0,-1 0 0 0 0,0 0-1 0 0,0 0 1 0 0,0 0 0 0 0,0 0 0 0 0,1 0-1 0 0,-1 0 1 0 0,0 0 0 0 0,0 0 0 0 0,0 0-1 0 0,0 0 1 0 0,1 0 0 0 0,-1 0 0 0 0,0 0-1 0 0,0 0 1 0 0,0 0 0 0 0,0 0 0 0 0,1 0 0 0 0,-1 0-1 0 0,0 0 1 0 0,0 0 0 0 0,0 0 0 0 0,0 0-1 0 0,0-1 1 0 0,1 1 0 0 0,-1 0 0 0 0,0 0-1 0 0,0 0 1 0 0,0 0 0 0 0,0 0 0 0 0,0 0-1 0 0,0-1 1 0 0,0 1 0 0 0,1 0 0 0 0,-1 0-1 0 0,0 0 1 0 0,0 0 0 0 0,0 0 0 0 0,0-1 0 0 0,0 1-1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6T03:54:45.496"/>
    </inkml:context>
    <inkml:brush xml:id="br0">
      <inkml:brushProperty name="width" value="0.05" units="cm"/>
      <inkml:brushProperty name="height" value="0.05" units="cm"/>
    </inkml:brush>
  </inkml:definitions>
  <inkml:trace contextRef="#ctx0" brushRef="#br0">142 4 7199 0 0,'0'0'12376'0'0,"-13"-1"-11872"0"0,4 0-432 0 0,0 2 1 0 0,0-1-1 0 0,0 1 0 0 0,1 1 0 0 0,-1-1 0 0 0,-16 7 1 0 0,-19 3 25 0 0,39-9-39 0 0,4-2 424 0 0,1-1-479 0 0,1 0 0 0 0,-1 0 1 0 0,1 1-1 0 0,-1-1 1 0 0,0 0-1 0 0,1 0 1 0 0,0 1-1 0 0,-1-1 0 0 0,1 0 1 0 0,-1 1-1 0 0,1-1 1 0 0,0 1-1 0 0,-1-1 1 0 0,1 0-1 0 0,0 1 1 0 0,0 0-1 0 0,0-1 0 0 0,1 0 1 0 0,14-6 45 0 0,-8 5-45 0 0,0 0 0 0 0,0 1 0 0 0,0 0 0 0 0,1 0 0 0 0,-1 0 0 0 0,0 1-1 0 0,1 1 1 0 0,9 0 0 0 0,42 2 27 0 0,-59-3 827 0 0,-4 1-835 0 0,-1-1 1 0 0,1 0-1 0 0,-1 1 1 0 0,1 0 0 0 0,-5 1-1 0 0,-13 4 54 0 0,-9-4-18 0 0,18 0 7 0 0,0-1 1 0 0,-1 0-1 0 0,1-1 0 0 0,0 0 1 0 0,-22-4-1 0 0,33 4-66 0 0,1 0-1 0 0,0 0 1 0 0,0 0-1 0 0,0 0 1 0 0,0 0 0 0 0,0 0-1 0 0,0 0 1 0 0,0 0-1 0 0,0 0 1 0 0,0 0-1 0 0,0 0 1 0 0,-1 0 0 0 0,1 0-1 0 0,0 0 1 0 0,0 0-1 0 0,0 0 1 0 0,0 0-1 0 0,0 0 1 0 0,0 0 0 0 0,0 0-1 0 0,0 0 1 0 0,0 0-1 0 0,0 0 1 0 0,-1 0-1 0 0,1 0 1 0 0,0-1 0 0 0,0 1-1 0 0,0 0 1 0 0,0 0-1 0 0,0 0 1 0 0,0 0-1 0 0,0 0 1 0 0,0 0 0 0 0,0 0-1 0 0,0 0 1 0 0,0 0-1 0 0,0 0 1 0 0,0 0-1 0 0,0 0 1 0 0,0 0 0 0 0,0-1-1 0 0,0 1 1 0 0,0 0-1 0 0,0 0 1 0 0,0 0-1 0 0,0 0 1 0 0,0 0 0 0 0,0 0-1 0 0,0 0 1 0 0,0 0-1 0 0,0 0 1 0 0,0 0-1 0 0,0-1 1 0 0,0 1 0 0 0,0 0-1 0 0,0 0 1 0 0,0 0-1 0 0,0 0 1 0 0,0 0-1 0 0,7-3 34 0 0,10 0 2 0 0,-14 2-36 0 0,0 1 0 0 0,0 0 0 0 0,0 1 0 0 0,1-1 0 0 0,-1 0 0 0 0,0 1 0 0 0,3 1 0 0 0,20 3 0 0 0,-9-3-1567 0 0,-4-1-3372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6T03:55:01.627"/>
    </inkml:context>
    <inkml:brush xml:id="br0">
      <inkml:brushProperty name="width" value="0.05" units="cm"/>
      <inkml:brushProperty name="height" value="0.05" units="cm"/>
    </inkml:brush>
  </inkml:definitions>
  <inkml:trace contextRef="#ctx0" brushRef="#br0">117 50 1839 0 0,'3'-2'134'0'0,"13"-10"7435"0"0,-15 11-8235 0 0,-1 1 815 0 0,1 0 0 0 0,-1 0 0 0 0,0 0 0 0 0,0 0 0 0 0,1-1 1 0 0,-1 1-1 0 0,0 0 0 0 0,0 0 0 0 0,1 0 0 0 0,-1 0 0 0 0,0-1 0 0 0,0 1 0 0 0,0 0 0 0 0,0 0 0 0 0,1-1 0 0 0,-1 1 1 0 0,0 0-1 0 0,0 0 0 0 0,0-1 0 0 0,0 1 0 0 0,0 0 0 0 0,0 0 0 0 0,1-1 0 0 0,-1 1 0 0 0,0 0 0 0 0,0-1 0 0 0,0 1 1 0 0,0 0-1 0 0,0 0 0 0 0,0-1 0 0 0,0 1 0 0 0,0 0 0 0 0,-1-1 0 0 0,1 1 0 0 0,0 0 0 0 0,0 0 0 0 0,0-1 0 0 0,0 1 1 0 0,0 0-1 0 0,0 0 0 0 0,0-1 0 0 0,-1 1 0 0 0,1 0 0 0 0,0 0 0 0 0,0-1 0 0 0,0 1 0 0 0,-1 0 0 0 0,1 0 0 0 0,0 0 0 0 0,0-1 1 0 0,0 1-1 0 0,-1 0 0 0 0,1 0 0 0 0,0 0 0 0 0,0 0 0 0 0,-1 0 0 0 0,0-1 0 0 0,-10-1 63 0 0,10 2 156 0 0,0-1-290 0 0,-8-2 214 0 0,8 2-261 0 0,0 1-1 0 0,0-1 0 0 0,0 1 1 0 0,0 0-1 0 0,0 0 0 0 0,0-1 0 0 0,0 1 1 0 0,0 0-1 0 0,0 0 0 0 0,0 0 1 0 0,0 0-1 0 0,-2 1 0 0 0,0-1 29 0 0,-3 2 6 0 0,4-1-1 0 0,1-1-10 0 0,-4 1-33 0 0,4-1 96 0 0,-7 0 174 0 0,3-2-256 0 0,4 1 71 0 0,-16-4 352 0 0,16 4-449 0 0,-22-3 159 0 0,15 2-125 0 0,1 1-22 0 0,4 0 22 0 0,-3 0-43 0 0,5 1-56 0 0,6 2-31 0 0,1 0 74 0 0,0-1 1 0 0,-1 0 0 0 0,7 1-1 0 0,-4-1 8 0 0,51 13 5 0 0,-49-12 0 0 0,-9-2 0 0 0,23-4 0 0 0,-16 3 0 0 0,3-3 36 0 0,-10 3 73 0 0,-10 1-54 0 0,-8 5-55 0 0,-32 5 0 0 0,4-2 0 0 0,36-6 0 0 0,0 0 0 0 0,1 0-10 0 0,7-2-45 0 0,21-3-17 0 0,-17 2 91 0 0,1 0-1 0 0,-1 0 0 0 0,1 0 0 0 0,-1 1 1 0 0,1 0-1 0 0,-1-1 0 0 0,1 1 0 0 0,-1 1 1 0 0,1-1-1 0 0,4 1 0 0 0,15 6 121 0 0,-22-7-86 0 0,17 5 1043 0 0,-19-5-1012 0 0,-4 2-16 0 0,3-1-54 0 0,0 0 0 0 0,0-1 0 0 0,0 1 0 0 0,1-1 0 0 0,-1 0 0 0 0,0 1 0 0 0,0-1 0 0 0,0 0 0 0 0,0 0 0 0 0,0 0 0 0 0,0-1 0 0 0,-2 1-1 0 0,3-2-55 0 0,5-2 19 0 0,-3 2-179 0 0,0 1 0 0 0,0 0 1 0 0,-1 0-1 0 0,1 0 0 0 0,0 0 0 0 0,0 1 0 0 0,1-1 0 0 0,-1 0 0 0 0,0 0 0 0 0,2-1 1 0 0,2 0-3775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04:57.233"/>
    </inkml:context>
    <inkml:brush xml:id="br0">
      <inkml:brushProperty name="width" value="0.05" units="cm"/>
      <inkml:brushProperty name="height" value="0.05" units="cm"/>
    </inkml:brush>
  </inkml:definitions>
  <inkml:trace contextRef="#ctx0" brushRef="#br0">43 0 14711 0 0,'0'1'46'0'0,"6"13"224"0"0,0-1 1 0 0,0 0-1 0 0,2 0 1 0 0,-1 0-1 0 0,2-1 1 0 0,-1 0-1 0 0,16 14 1 0 0,-8-10 80 0 0,83 75 819 0 0,-76-75-1182 0 0,12 10 724 0 0,-33-24-526 0 0,0 0 0 0 0,0 1 0 0 0,0-1 0 0 0,0 0 1 0 0,-1 1-1 0 0,1-1 0 0 0,-1 1 0 0 0,1-1 0 0 0,-1 1 0 0 0,0 0 0 0 0,2 4 0 0 0,-3-5-134 0 0,0 1 0 0 0,0-1 0 0 0,0 0 0 0 0,0 0-1 0 0,0 0 1 0 0,0 1 0 0 0,-1-1 0 0 0,1 0 0 0 0,-1 0 0 0 0,0 0-1 0 0,1 0 1 0 0,-1 0 0 0 0,0 0 0 0 0,0 0 0 0 0,0 0 0 0 0,-1 0 0 0 0,1 0-1 0 0,0-1 1 0 0,-1 1 0 0 0,1 0 0 0 0,-1-1 0 0 0,-1 2 0 0 0,-7 5 81 0 0,0 0 0 0 0,-20 11 0 0 0,19-11-93 0 0,-138 80-819 0 0,80-39-3176 0 0,57-41 2201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04:57.562"/>
    </inkml:context>
    <inkml:brush xml:id="br0">
      <inkml:brushProperty name="width" value="0.05" units="cm"/>
      <inkml:brushProperty name="height" value="0.05" units="cm"/>
    </inkml:brush>
  </inkml:definitions>
  <inkml:trace contextRef="#ctx0" brushRef="#br0">92 0 9671 0 0,'1'19'221'0'0,"-2"0"-1"0"0,0 0 1 0 0,-1 0-1 0 0,-5 19 1 0 0,0 5 968 0 0,-1 13 1237 0 0,2-21-1472 0 0,1 1-1 0 0,2 1 1 0 0,2 50-1 0 0,1-86-925 0 0,0 0 1 0 0,0 0-1 0 0,0 0 0 0 0,0 0 0 0 0,0 0 1 0 0,0 1-1 0 0,0-1 0 0 0,1 0 0 0 0,-1 0 0 0 0,0 0 1 0 0,1 0-1 0 0,-1 0 0 0 0,1 0 0 0 0,-1 0 0 0 0,1 0 1 0 0,0 0-1 0 0,-1-1 0 0 0,1 1 0 0 0,0 0 1 0 0,-1 0-1 0 0,1 0 0 0 0,0-1 0 0 0,0 1 0 0 0,0 0 1 0 0,0-1-1 0 0,0 1 0 0 0,0-1 0 0 0,0 1 0 0 0,0-1 1 0 0,0 1-1 0 0,0-1 0 0 0,0 0 0 0 0,0 0 1 0 0,0 1-1 0 0,2-1 0 0 0,0 0 35 0 0,-1-1-1 0 0,0 1 1 0 0,1-1-1 0 0,-1 1 1 0 0,0-1-1 0 0,0 0 1 0 0,1 0-1 0 0,-1 0 1 0 0,0 0-1 0 0,0 0 1 0 0,0 0-1 0 0,0-1 1 0 0,0 1-1 0 0,-1-1 1 0 0,4-2-1 0 0,2-3 138 0 0,-1-1 0 0 0,0 1-1 0 0,-1-1 1 0 0,0 0 0 0 0,0 0 0 0 0,0 0-1 0 0,-1-1 1 0 0,5-15 0 0 0,-7 18-120 0 0,-1 0 1 0 0,0 0-1 0 0,0-1 1 0 0,0 1-1 0 0,-1 0 0 0 0,0 0 1 0 0,0-1-1 0 0,0 1 1 0 0,-1 0-1 0 0,0 0 1 0 0,0 0-1 0 0,-1 0 0 0 0,0 0 1 0 0,-3-7-1 0 0,-4-8-156 0 0,-1 1 0 0 0,-1 1 0 0 0,-1 0 0 0 0,-1 0 0 0 0,-20-22 0 0 0,18 25-3679 0 0,-21-18 1 0 0,16 18-2833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04:56.550"/>
    </inkml:context>
    <inkml:brush xml:id="br0">
      <inkml:brushProperty name="width" value="0.05" units="cm"/>
      <inkml:brushProperty name="height" value="0.05" units="cm"/>
    </inkml:brush>
  </inkml:definitions>
  <inkml:trace contextRef="#ctx0" brushRef="#br0">223 55 7631 0 0,'0'0'690'0'0,"-3"-1"-569"0"0,2 1-119 0 0,0-1 1 0 0,0 1-1 0 0,0-1 0 0 0,0 1 1 0 0,0-1-1 0 0,0 1 0 0 0,0-1 1 0 0,0 1-1 0 0,0-1 0 0 0,0 0 1 0 0,1 0-1 0 0,-1 1 0 0 0,-1-3 1 0 0,3-1 119 0 0,-1 4-93 0 0,-9-28 5671 0 0,5 17 1483 0 0,-15 42-5873 0 0,-11 41-1087 0 0,4 1 0 0 0,-19 92 0 0 0,-16 152-256 0 0,61-316 33 0 0,-5 31 3 0 0,-2 56 0 0 0,7-79 13 0 0,0 0-1 0 0,0 0 0 0 0,2 0 0 0 0,-1 0 1 0 0,1 0-1 0 0,0-1 0 0 0,1 1 0 0 0,0 0 1 0 0,0-1-1 0 0,1 0 0 0 0,6 11 0 0 0,-10-18-18 0 0,1 0-1 0 0,-1 0 0 0 0,1 0 0 0 0,0 0 1 0 0,0 0-1 0 0,-1 0 0 0 0,1 0 1 0 0,0 0-1 0 0,0 0 0 0 0,0-1 0 0 0,0 1 1 0 0,0 0-1 0 0,0-1 0 0 0,0 1 0 0 0,1 0 1 0 0,-1-1-1 0 0,0 1 0 0 0,0-1 0 0 0,0 0 1 0 0,0 1-1 0 0,1-1 0 0 0,-1 0 0 0 0,0 0 1 0 0,0 0-1 0 0,1 0 0 0 0,-1 0 0 0 0,0 0 1 0 0,1 0-1 0 0,-1 0 0 0 0,0 0 0 0 0,0-1 1 0 0,0 1-1 0 0,1 0 0 0 0,-1-1 0 0 0,0 1 1 0 0,0-1-1 0 0,0 0 0 0 0,0 1 0 0 0,0-1 1 0 0,2-1-1 0 0,3-3-235 0 0,0-1 0 0 0,0 0 0 0 0,0 0 1 0 0,-1 0-1 0 0,5-7 0 0 0,-8 9-15 0 0,16-26-2048 0 0,-9 8-1976 0 0,-7 18 3043 0 0,6-17-4811 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04:56.893"/>
    </inkml:context>
    <inkml:brush xml:id="br0">
      <inkml:brushProperty name="width" value="0.05" units="cm"/>
      <inkml:brushProperty name="height" value="0.05" units="cm"/>
    </inkml:brush>
  </inkml:definitions>
  <inkml:trace contextRef="#ctx0" brushRef="#br0">1 1 5527 0 0,'2'0'6234'0'0,"21"6"-2515"0"0,38 5 1 0 0,28-6-1866 0 0,89-11-4021 0 0,-133 3 367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04:58.098"/>
    </inkml:context>
    <inkml:brush xml:id="br0">
      <inkml:brushProperty name="width" value="0.05" units="cm"/>
      <inkml:brushProperty name="height" value="0.05" units="cm"/>
    </inkml:brush>
  </inkml:definitions>
  <inkml:trace contextRef="#ctx0" brushRef="#br0">0 5 8143 0 0,'0'0'11703'0'0,"2"0"-11550"0"0,6 2-18 0 0,0-1 0 0 0,0 0-1 0 0,0 0 1 0 0,1-1 0 0 0,-1 0-1 0 0,0-1 1 0 0,0 0 0 0 0,11-2 0 0 0,-9 1 22 0 0,0 1 1 0 0,0 0 0 0 0,1 0 0 0 0,-1 1 0 0 0,14 2 0 0 0,47 15 233 0 0,-53-11-348 0 0,1-2 1 0 0,1 0-1 0 0,-1 0 1 0 0,25 0-1 0 0,-35-4 187 0 0,-1-1 0 0 0,0 1 0 0 0,16-5 0 0 0,-22 5-115 0 0,2-4-187 0 0,15-9 209 0 0,-12 6-4014 0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04:59.215"/>
    </inkml:context>
    <inkml:brush xml:id="br0">
      <inkml:brushProperty name="width" value="0.05" units="cm"/>
      <inkml:brushProperty name="height" value="0.05" units="cm"/>
    </inkml:brush>
  </inkml:definitions>
  <inkml:trace contextRef="#ctx0" brushRef="#br0">67 1 919 0 0,'2'1'67'0'0,"-1"-1"620"0"0,1 1-1 0 0,-1 0 0 0 0,0-1 1 0 0,0 1-1 0 0,1 0 0 0 0,-1 0 1 0 0,0 0-1 0 0,0 0 0 0 0,0 0 1 0 0,0 0-1 0 0,0 0 1 0 0,1 2-1 0 0,-1-1-133 0 0,-1 0 0 0 0,1 0 0 0 0,0-1-1 0 0,-1 1 1 0 0,1 0 0 0 0,-1 0 0 0 0,1 0 0 0 0,-1 3 0 0 0,0 0-361 0 0,0-1 0 0 0,0 0-1 0 0,-1 0 1 0 0,0 0 0 0 0,1 0 0 0 0,-2 1 0 0 0,1-1 0 0 0,0 0-1 0 0,-3 4 1 0 0,-58 104-1237 0 0,45-85-4618 0 0</inkml:trace>
</inkml:ink>
</file>

<file path=ppt/ink/ink58.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2-10-17T12:06:36.241"/>
    </inkml:context>
    <inkml:brush xml:id="br0">
      <inkml:brushProperty name="width" value="0.05292" units="cm"/>
      <inkml:brushProperty name="height" value="0.05292" units="cm"/>
      <inkml:brushProperty name="color" value="#FF0000"/>
    </inkml:brush>
  </inkml:definitions>
  <inkml:trace contextRef="#ctx0" brushRef="#br0">13419 13554 8287 0,'0'0'736'16,"0"0"-592"-16,0 0-144 0,0 0 0 15,0 0 2976-15,0 0 560 0,1-10 112 0,-7 10 32 0,6 0-1968 0,0 0-400 16,0 0-80-16,0 0-16 0,-1-7-320 0,2-1-80 15,4-1-16-15,2-4 0 0,2 0 32 0,3-3 16 16,3-3 0-16,5-3 0 0,2-4 16 0,7-7 0 16,3-2 0-16,7-3 0 0,6-1-112 0,21-17-32 15,-3 5 0-15,-22 17 0 0,6 2-384 0,21-15-80 16,-9 7 0-16,-2 4-16 0,1 6-48 0,-4 1-16 16,-3 3 0-16,-4 3 0 0,-4 1-48 0,-4 2-128 15,-4 2 192-15,-2 2-64 0,-4 4 48 0,-3-1 0 16,0 3 0-16,-5 1 0 0,-4 1 80 0,-3 3 0 15,-4 0 16-15,-10 5 0 0,10-4-64 0,-10 4-16 16,0 0 0-16,0 0 0 0,0 0-32 0,0 0-16 16,0 0 0-16,0 0 0 0,0 0-144 0,0 0 0 0,0 0 0 0,0 0 128 31,0 0-1248-31,-12-2-256 0,0 1-48 0,12 1-16 16,-10-4-1696-16,1 2-320 0</inkml:trace>
  <inkml:trace contextRef="#ctx0" brushRef="#br0" timeOffset="359.81">14467 12489 17503 0,'0'0'1552'0,"0"0"-1232"16,0 0-320-16,12 8 0 0,1 1 1680 0,1-3 288 16,3 1 48-16,-1-1 16 0,0 1-656 0,1 1-128 15,1 1-32-15,-1-3 0 0,1 2-32 0,-5-1-16 16,1 2 0-16,3 1 0 0,-2 3-384 0,-3 0-80 15,-3 0 0-15,-3 3-16 0,-2 0-224 0,-4-1-32 16,-3 1-16-16,0 1 0 0,-3 0 32 0,0 0 16 16,-5 0 0-16,-2 0 0 0,-4 0-272 0,0 1-64 15,0-5-128-15,1 1 192 16,-4-1-1536-16,0-1-320 0,1 0-64 0</inkml:trace>
  <inkml:trace contextRef="#ctx0" brushRef="#br0" timeOffset="4719.89">15605 12445 13823 0,'0'0'1216'0,"0"0"-960"0,0-7-256 0,-1-1 0 0,0-1 2512 0,0 1 464 16,-1-2 96-16,0 1 0 0,-2 0-1200 0,-1 1-240 15,-2-1-48-15,-2 2-16 0,-4 1-512 0,-1 0-96 16,-2 4-32-16,-1-1 0 0,-3 6-432 0,1-1-96 15,-2 5-16-15,-8 5 0 0,3 1-96 0,3 0-32 16,-1 2 0-16,5 2 0 0,3 3 64 0,4 1 0 0,2 2 0 0,5-3 0 16,2 2 160-16,2 3 32 15,2 3 16-15,3-3 0 0,1 1-128 0,3 0-16 0,1 0-16 0,2-1 0 16,0 0-176-16,1-6-48 16,0 2 0-16,-2-2 0 0,1-4-144 0,-2 0 128 15,-1-4-128-15,-2 1 128 0,-1-2-128 0,1 1 0 16,-5-1 144-16,-1-1-144 0,-1 1 144 0,-2-1-144 15,-2-3 192-15,0 2-192 0,-3-3 0 0,0 0 0 0,-1-1 0 0,-2-1 0 32,1-2-336-32,-2-2-128 0,0 1-32 0,1-5 0 15,0-2-1840-15,2-2-368 0,1-3-80 0</inkml:trace>
  <inkml:trace contextRef="#ctx0" brushRef="#br0" timeOffset="5019.25">15697 11874 33983 0,'19'-8'1504'0,"-3"4"304"0,4-1-1440 0,2 1-368 15,2 1 0-15,1 2 0 0,-3-1 1088 0,-2 5 128 16,-4 1 48-16,-3 3 0 0,-3 2-560 0,-3 0-128 16,-4 4 0-16,-3-1-16 0,-1 3-400 0,-3 0-160 15,0 1 128-15,-6 12-128 0,-2-1 0 0,-1 1 0 16,0-1 0-16,0-1 0 0,-1-1 0 0,3-3 0 15,2-2 0-15,3-2 0 0,2-4 368 0,2-1 32 16,2-1 16-16,0-12 0 0,6 9 32 0,0-2 0 16,2-1 0-16,2 1 0 0,2-2-272 0,1 0-48 15,0-1-128-15,3-1 192 0,0-2-192 0,0-1 0 16,3 0 0-16,-1-1 0 16,-1-2-256-16,1 0-128 0,-1-1-48 0,1-1-12432 15,3 1-2480-15</inkml:trace>
  <inkml:trace contextRef="#ctx0" brushRef="#br0" timeOffset="5854.53">16055 12662 24415 0,'-13'3'1088'0,"7"-3"208"0,-3 0-1040 0,1 1-256 16,1 1 0-16,1-1 0 0,6-1 1728 0,0 0 304 15,0 0 48-15,0 0 16 0,0 0-752 0,0 0-128 16,0 0-48-16,11-1 0 0,5-1-400 0,2 1-96 16,5-2-16-16,1 1 0 0,2 0 0 0,2-3 0 15,0 1 0-15,2 0 0 0,0 0-240 0,3-1-48 16,1 1-16-16,0 0 0 0,-2 0-352 0,1 2 144 15,-3-3-144-15,-1 1 0 0,-2 0 0 0,-4-1 0 16,-2 1 0-16,5-2-144 16,-5 1-400-16,-5 1-80 0,-4 0-16 0,-2 2 0 15,-2-5-2048-15,-8 7-432 0,0 0-80 0</inkml:trace>
  <inkml:trace contextRef="#ctx0" brushRef="#br0" timeOffset="6060.96">16393 12370 36911 0,'0'0'1632'0,"0"0"352"0,0 0-1600 0,-1 13-384 15,1-2 0-15,-2 2 0 0,0 2 976 0,-2 5 112 16,-3 3 32-16,2-4 0 0,-1 3-704 0,-2 3-144 16,-1 2-16-16,1 2-16 0,3 1-240 0,-2 1 0 15,1 0 128-15,2 1-128 16,1-2-288-16,2-2-96 0,1 0-32 0,1-1 0 15,0-4-2336-15,3-3-448 0,1-2-112 0,2-2-11328 0</inkml:trace>
  <inkml:trace contextRef="#ctx0" brushRef="#br0" timeOffset="8506.34">16892 12329 6447 0,'0'0'576'0,"0"0"-576"0,0 0 0 0,0 0 0 16,0 0 2864-16,0 0 464 0,0 0 80 0,0 0 32 15,8-7-1152-15,1 3-240 0,2 3-32 0,-1-2-16 16,1 2-336-16,2 1-80 0,0 1-16 0,1 2 0 16,3-2-352-16,0 2-80 0,-3 1-16 0,-1 0 0 0,-1 1-480 0,-2 1-80 15,-1 1-32-15,-2 3 0 0,-3 1-304 0,-1-1-64 16,-5 2-16-16,1 0 0 0,-4 1-144 0,-2 1 192 15,-1-1-192-15,2-3 192 0,-1 2-192 0,1 0 0 16,-3 0 0-16,-2-1 0 0,1-2 0 0,-1 1 128 16,0-3-128-16,-1 1 0 0,0-1 0 0,2-2 0 15,-1 0 128-15,1-1-128 0,1-1 0 0,1-1 160 16,1 0-160-16,7-2 160 0,0 0-160 0,0 0 0 16,0 0 0-16,0 0 0 0,0 0 0 0,0 0 0 15,8 4 0-15,1-1 0 0,2 1 0 0,1-2 0 16,1-1 0-16,2 0 0 0,1-1 0 0,1-1 0 15,0-2 0-15,1 3 0 0,0-5 0 0,2 0 0 16,-2 0 0-16,-1-1 0 0,0 0 0 0,0 1-272 16,-1-2 32-16,4 1 16 15,-3-2-1296-15,-1 1-256 0,0-2-48 0,-2 0-8400 16,-2-1-1680-16</inkml:trace>
  <inkml:trace contextRef="#ctx0" brushRef="#br0" timeOffset="8944.84">17695 11935 14735 0,'0'0'1312'0,"0"0"-1056"0,12-3-256 0,-1 1 0 0,-11 2 3696 0,11 1 672 16,2 3 144-16,-1 4 32 15,-2 1-2496-15,-2 2-512 0,-3 4-80 0,1 3-32 0,-2 3-384 0,-3 4-80 16,-2 1 0-16,-2 4-16 0,0 4-368 0,1 2-64 15,-2 2 0-15,0 2-16 0,-1 1-288 0,-2 1-48 16,1-3-16-16,-5-2 0 0,0-1-144 0,3-12 160 16,-1 4-160-16,-2 0 160 0,-2 1-160 0,-1 0 128 15,-1-6-128-15,0 1 128 0,-1-2-128 0,-1-2 128 16,-1-4-128-16,-2-3 128 0,1-2-128 0,-1-6 0 16,-1-4 0-16,-1-2 0 0,3-3 0 0,0-4-192 15,4-3 32-15,-1-4 16 0,3-2-144 0,3-2-32 16,1-2 0-16,3-1 0 0,2 0 128 0,6-6 32 15,2 5 0-15,1 3 0 0,0 3 160 0,2 4 0 16,3 4-144-16,3 3 144 0,3 2 0 0,2 4 128 16,3 4 0-16,-7 1 0 0,4 1 144 0,2 3 32 15,2 3 0-15,-1 5 0 0,0 1-48 0,0 2-16 16,1 1 0-16,-3 1 0 0,1 3-240 0,1 0 176 16,2 2-176-16,0-2 160 0,-4 1-160 0,1-4 0 15,-2-1 0-15,0 1 0 0,-2-3 0 0,-1 0 0 16,-2-5 128-16,-1 0-128 0,-1-4 0 0,-2-1 128 0,-3-3-128 0,-6-6 128 15,0 0-384-15,0 0-64 0,0 0-32 0,0 0-12272 16,0 0-2464-16</inkml:trace>
  <inkml:trace contextRef="#ctx0" brushRef="#br0" timeOffset="10856.72">18122 12130 11967 0,'0'0'1072'0,"0"0"-864"16,0 0-208-16,0 0 0 0,0 0 2480 0,0 0 448 15,-4-7 80-15,4 7 32 0,-9-6-1712 0,-3 4-352 16,-1 2-64-16,-1 2-16 0,-1 2-560 0,1 1-112 15,-4 2-32-15,2 1 0 0,2 0-192 0,1 1 0 16,1-1 0-16,3 1 0 0,1 1 160 0,5 2-16 16,3 1 0-16,5 1 0 0,3 3 352 0,4 3 64 15,2-3 16-15,3 2 0 0,2 1 64 0,-2-5 32 16,2 1 0-16,-1 0 0 0,-1-3-160 0,0 0-48 16,0-4 0-16,-2 1 0 0,-1-2-48 0,-4 1-16 15,-2 0 0-15,-3 1 0 0,-3 1 48 0,-4-2 0 16,-3 3 0-16,0 0 0 0,-4 1 64 0,1-3 0 15,-1-2 16-15,-3 3 0 0,-1 0-320 0,-1-2-64 16,-2 1-16-16,0-1 0 0,1 0-128 0,-1-1-144 16,0-2 144-16,-4 1-208 15,3-2-416-15,2-1-80 0,5-4 0 0,2 1-16 16,8-1-2672-16,0 0-512 0</inkml:trace>
  <inkml:trace contextRef="#ctx0" brushRef="#br0" timeOffset="11492.6">18472 12357 911 0,'0'0'0'0,"-9"3"0"0,0-3 0 0,1 0 0 16,8 0 5600-16,0 0 1040 0,-8-1 208 0,8 1 32 0,0 0-4448 0,0 0-880 15,0 0-176-15,0 0-32 0,0 0-272 0,16-3-48 16,1 0-16-16,3 1 0 0,2-1-192 0,3 2-48 16,-1 1 0-16,2-3 0 0,2 2-272 0,0-2-64 15,2 1-16-15,-2-1 0 0,-1 0-272 0,-2 1-144 16,-2-2 160-16,1 0-160 0,1-1 128 0,-6 1-128 15,-4-1 0-15,-2 1 0 0,-3-1 0 0,-1-1 0 16,-9 6-176-16,8-5 176 16,-8 5-2320-16,5-9-352 0,-1 1-64 0,-3 0-11584 0</inkml:trace>
  <inkml:trace contextRef="#ctx0" brushRef="#br0" timeOffset="11671.14">18678 12050 27647 0,'0'0'2448'0,"3"7"-1952"0,-2 1-496 0,2 5 0 15,1 2 1984-15,-2 0 320 0,1 1 48 0,-2 5 16 16,-1 1-1408-16,0 5-288 0,-1-1-48 0,-2 3-16 16,-1 2-240-16,1 2-48 0,-1 1-16 0,1-2 0 15,0 2-304-15,2-10 128 0,0 3-128 0,2 2 0 16,-1 1-704-16,3 1-240 0,2 0-48 0,1 1-10144 15,2-1-2016-15</inkml:trace>
  <inkml:trace contextRef="#ctx0" brushRef="#br0" timeOffset="15327.42">19073 12042 9215 0,'0'0'816'0,"0"0"-656"0,0 0-160 0,0 0 0 0,-7 2 1312 0,7-2 224 16,-8 9 64-16,1 3 0 0,1-1-288 0,0 2-48 15,1 2-16-15,1 5 0 0,2 3-32 0,-1 3 0 16,2 3 0-16,0 2 0 0,-1 1-368 0,1 0-80 16,1 0 0-16,0-2-16 0,0-2-176 0,0 0-16 15,0-4-16-15,0 1 0 0,0 0-96 0,1-8-32 16,1 2 0-16,0 1 0 0,1 0-208 0,1-2-32 16,1-1-16-16,3 0 0 0,-2-2-160 0,2 1 160 15,1-2-160-15,0-1 160 0,2 0-160 0,-1-4 192 16,1 2-192-16,-1-3 192 0,0-2-32 0,1-2 0 15,-1 1 0-15,-1-5 0 0,1 0 32 0,-1 0 16 16,0-4 0-16,-1 2 0 0,-1-3 32 0,1-3 0 16,-1-1 0-16,1 1 0 0,-2-4-16 0,1 2 0 15,-1-2 0-15,1-1 0 0,-2 0-96 0,-1 1-128 16,-2-2 176-16,4-7-176 0,-4 1 176 0,0 7-176 16,-1 0 160-16,0-8-160 0,-1-1 128 0,0 1-128 15,0 1 0-15,0 0 144 0,-1 2-144 0,1-3 160 0,-1 1-160 0,1 7 160 16,0-2 32-16,-2-6 0 0,0 1 0 0,-1 2 0 15,-1 2 192-15,2 3 32 0,0 3 16 0,2 1 0 16,0 9-16-16,0 0 0 0,0 0 0 0,0 0 0 16,0 0-224-16,0 0-32 0,0 0-16 0,4 13 0 15,0 1-16-15,1 6 0 0,0 2 0 0,-1 1 0 16,0 3-128-16,0-1 0 0,0-1 0 0,0 0 0 16,1 0 0-16,0-3 0 0,1-2 0 0,0-8 0 15,1-1 0-15,1 1 0 0,1-2 0 0,0-3 0 0,1-1 0 0,-1-2 0 16,3-2 0-16,1-3 0 15,-1-2 160-15,-2-5 96 0,1-2 32 0,-2-2 0 0,-1-4 304 0,-1 0 64 16,0-1 16-16,-2-1 0 0,2-4-96 0,-1 0-32 16,-1-3 0-16,-1-3 0 0,-1-2-176 0,0 0-48 15,-3-2 0-15,0 3 0 0,0 3-160 0,-3-1-32 16,-1 2-128-16,-1 3 192 0,0 2-192 0,-1 3 0 16,1 2 128-16,0 4-128 0,0 3-128 0,5 9-80 15,0 0-16-15,0 0 0 16,-7 3-1136-16,1 5-240 0,2 2-32 0,1 4-16 15,1 3-992-15,2 2-208 0,4-1-32 0</inkml:trace>
  <inkml:trace contextRef="#ctx0" brushRef="#br0" timeOffset="22615.46">19584 12480 10127 0,'0'0'896'0,"0"0"-704"0,0 0-192 0,0 0 0 15,-7 6 2064-15,0 1 384 0,1 1 80 0,6-8 16 16,-7 9-1488-16,2-1-288 0,0 1-64 0,-1 1-16 15,3 2 96-15,-1 0 32 0,-2 2 0 0,4 2 0 16,0-1-32-16,1 1 0 0,0-2 0 0,1 2 0 0,1-6-64 0,3 1-16 16,3-2 0-16,0-3 0 0,-7-6-128 0,8 4-48 15,1-4 0-15,0-2 0 0,1-4 48 0,-1 0 0 16,1-3 0-16,1-2 0 0,-1 0 128 0,0-2 16 16,0-2 16-16,3-4 0 0,-3-1-224 0,-1 3-32 15,-2 3-16-15,-2 1 0 0,-1 0-208 0,-2 2-32 16,0 2-16-16,-2 9 0 0,-3-10-48 0,1 1-16 15,-2 2 0-15,4 7 0 0,-8-4-144 0,0 4 192 16,-1 3-192-16,0-1 192 0,0-2-320 0,-1 3-64 16,1 2-16-16,0 2 0 15,0-3-368-15,3 1-80 0,-1-1-16 0,7-4 0 16,0 0-3072-16,0 0-608 0</inkml:trace>
  <inkml:trace contextRef="#ctx0" brushRef="#br0" timeOffset="24126.18">19642 11690 20495 0,'0'0'896'0,"0"0"208"0,0 0-880 15,0 0-224-15,0 0 0 0,12 4 0 0,-2-2 2032 0,-10-2 352 16,14 2 80-16,-2 0 16 0,-2 1-1008 0,-10-3-208 16,11 4-48-16,-2 1 0 0,-9-5-752 0,8 8-144 15,-8-8-48-15,5 11 0 0,-2 0-272 0,-2 1 160 16,-2-3-160-16,-2 1 128 0,0 1-128 0,1 2 0 15,-2-3 144-15,1 3-144 0,2-2 128 0,1-11-128 16,0 11 128-16,4 0-128 0,1-2 384 0,-5-9 0 16,8 8 0-16,1-2 0 0,0-3-128 0,3 1-32 15,1-2 0-15,1 1 0 0,-2-3-224 0,0-1 0 16,1-1 0-16,1 2 0 16,1-2-2272-16,-1-4-496 0,-1 3-112 0</inkml:trace>
  <inkml:trace contextRef="#ctx0" brushRef="#br0" timeOffset="37194.71">19985 12317 18767 0,'0'0'832'0,"0"0"176"0,0 0-816 0,0 0-192 16,0 0 0-16,0 0 0 0,0 0 1504 0,0 0 256 15,0 0 48-15,0 0 16 0,0 0-432 0,0 0-96 16,0 0-16-16,0 0 0 0,2-5-528 0,5-3-112 16,-1-3-32-16,3 4 0 0,3-1-160 0,0 1-48 15,0-1 0-15,1 2 0 0,0-1-240 0,0 1-160 16,0-1 192-16,-1 1-192 0,-1 1 0 0,1-1 0 0,0 0 0 0,-2 1 0 31,-2-1-272-31,-8 6-176 0,9-6-16 0,-1 3-9296 0,-8 3-1856 0</inkml:trace>
  <inkml:trace contextRef="#ctx0" brushRef="#br0" timeOffset="37426.94">19981 12545 24879 0,'0'0'1088'0,"0"0"256"0,9-8-1088 0,1-1-256 0,2 0 0 0,1-2 0 15,1 0 528-15,1 0 48 0,-1 1 16 0,0-1 0 16,1 2-400-16,-2-1-192 0,-1 2 160 0,-1 0-160 16,1 2-448-16,1-1-192 0,-1 1-48 0,0 0 0 15,-3 1-2480-15,0 1-496 0</inkml:trace>
  <inkml:trace contextRef="#ctx0" brushRef="#br0" timeOffset="37709">20484 12219 911 0,'0'0'0'0,"0"0"0"16,0 0 0-16,0 0 0 0,1 13 4976 0,-1 1 912 15,0 5 176-15,0-1 32 0,0 3-4352 0,2-2-864 16,-1 5-176-16,2-1-48 0,-1 1-272 0,2-2-64 0,0-1-16 0,0-8 0 15,0 0-176-15,1-4-128 0,2-1 192 0,0-3-192 16,2-2 656-16,6-2 32 16,-3-4 0-16,2-2 0 0,0-4-144 0,1 0-32 0,-2-6 0 0,0 2 0 15,-2-1 208-15,-2 0 48 16,1-3 0-16,-3 4 0 0,-1-3-80 0,-2 2-16 0,-3-2 0 0,-1 2 0 16,-3-2-224-16,-1 2-32 15,-1 1-16-15,-1 0 0 0,-2-2-160 0,0 4-48 0,-1 0 0 0,1 2 0 16,3 1-192-16,5 8 128 0,-9-5-128 0,9 5 0 15,-8 0 0-15,8 0-320 0,-7 7 64 0,2 2 0 32,0 1-2000-32,2 3-400 0</inkml:trace>
</inkml:ink>
</file>

<file path=ppt/ink/ink59.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2-10-17T12:09:42.376"/>
    </inkml:context>
    <inkml:brush xml:id="br0">
      <inkml:brushProperty name="width" value="0.05292" units="cm"/>
      <inkml:brushProperty name="height" value="0.05292" units="cm"/>
      <inkml:brushProperty name="color" value="#FFFFFF"/>
    </inkml:brush>
    <inkml:brush xml:id="br1">
      <inkml:brushProperty name="width" value="0.05292" units="cm"/>
      <inkml:brushProperty name="height" value="0.05292" units="cm"/>
    </inkml:brush>
  </inkml:definitions>
  <inkml:trace contextRef="#ctx0" brushRef="#br0">14239 13679 12895 0,'15'-13'576'0,"-15"13"112"0,0 0-560 0,0 0-128 16,0 0 0-16,0 0 0 0,0 0 1488 0,0 0 272 16,0 0 48-16,-7 8 16 0,2 1-1376 0,0 2-256 15,-1-4-64-15,0 4-128 0,-1 2 128 0,1-3-128 16,-1 1 0-16,2-2 0 0,-1 3 128 0,0-3-128 15,6-9 0-15,-7 9 0 0,7-9 448 0,-7 10 0 16,7-10-16-16,-5 9 0 0,0 0 144 0,-1 1 48 16,1-1 0-16,5-9 0 0,-5 8-336 0,0-1-64 15,5-7-16-15,0 0 0 0,-5 8-64 0,5-8-16 16,0 0 0-16,0 0 0 0,0 0 192 0,0 0 16 0,2-10 16 16,1-3 0-16,-1-2 32 0,2 1 16 0,0 0 0 0,0-2 0 15,-1 2-160-15,-1-2-48 0,1 2 0 0,-2 1 0 16,0-2-64-16,-1 4-128 0,0 0 176 0,0 1-176 15,0 10 128-15,-1-8-128 0,1 8 0 0,0 0 0 16,0 0 0-16,0 0 0 0,0 0 0 0,-8 1 0 16,1 3 0-16,-1 4 0 0,-1 4 0 0,-1-1 0 15,1 5 0-15,0 1-176 0,1 0 176 0,1-1-160 16,-1-1 160-16,1-2 0 0,2-2 0 0,5-11 0 16,0 0 0-16,0 0 128 0,0 0 0 0,0 0 0 15,0 0 64-15,0 0 0 0,0 0 16 0,8-5 0 16,0-3 64-16,-1-3 16 0,3-2 0 0,0 0 0 15,2 0-288-15,0 0 160 0,-1 0-160 0,-3 1 128 0,-3 1-128 0,-1 0 0 16,0 5 0-16,-4 6 128 0,4-12-128 0,-4 12 0 16,0 0 0-16,0 0 0 0,0 0 0 0,0 0 128 15,0 0-128-15,0 0 0 0,0 0 0 0,0 0 0 16,-8 12 0-16,0 1 0 0,-1-3 0 0,1 1 0 16,1-2 0-16,1-1 0 0,6-8 0 0,0 0 0 15,0 0 176-15,0 0-176 0,0 0 272 0,0 0-32 16,0 0-16-16,0 0 0 0,10-2-32 0,-3-4-16 15,1-1 0-15,-3 1 0 0,-1-2-176 0,0 0 0 16,-1 0 0-16,-3 8 0 0,2-9 0 0,-2 9 0 16,0 0 0-16,2-9 128 0,-2 9-128 0,0 0 0 15,0 0 0-15,0 0 0 0,0 0 0 0,0 0 0 16,0 0 0-16,-12 0 0 0,0 3 0 0,3 2 0 0,0 1 0 0,0 2 0 16,0 1 0-16,1 2 0 0,0-1 0 0,2 1 0 15,-2-2 0-15,1-2 0 0,2 1 0 0,5-8 0 16,-4 8 0-16,4-8 0 0,0 0 0 0,0 0 0 15,0 0 0-15,0 0 0 0,0 0 0 0,0 0 0 16,0 0 0-16,0 0 0 0,0 0 0 0,0 0 0 16,-1-10 0-16,1 10 0 0,0-9 0 0,0 9 0 15,0 0 0-15,0 0 128 0,0 0-128 0,0 0 0 16,0 0 0-16,-9 1 0 0,9-1 0 0,-9 8-176 16,-1 1 176-16,3 1 0 0,-1 2 0 0,0 0-128 15,-1 1 128-15,0-3 0 0,0 3-144 0,1 0 144 16,1-2 0-16,2-1 0 0,1-1-144 0,4-9 144 15,0 0 0-15,0 0 0 0,0 0 0 0,0 0 0 16,0 0 0-16,0 0 176 0,0 0-176 0,8-8 160 0,0 2-160 16,0-3 0-16,-1-2 144 0,0 2-144 0,-2 0 0 0,-1 0 128 15,1-1-128-15,-2 2 0 0,-1-3 0 0,0 2 0 16,-2 0 0-16,0 9 0 0,-2-8 0 0,2 8 0 16,0 0 0-16,0 0 128 0,-3-6-128 0,3 6 0 15,0 0 0-15,0 0 0 0,0 0 0 0,0 0 0 16,0 0 0-16,0 0 0 0,-7 6 0 0,7-6 0 15,0 0 0-15,-4 11-128 0,4-11 128 0,-1 10 0 16,1-10 0-16,0 10 0 0,0-10 0 0,0 0 0 16,0 0 0-16,2 12 0 0,-2-12 0 0,0 0 0 15,0 0 0-15,0 0 0 0,0 0 0 0,0 0 0 16,0 0 0-16,0 0 0 0,0 0 0 0,0 0 0 0,10-10 0 16,-3-2 0-16,0-1 0 0,1-1 0 0,0-1 0 15,-1 0 128-15,0-6-128 0,2 3 0 0,0-1 0 0,-1 4 128 16,-2-5-128-16,1 4 0 0,-2 2 0 0,0 1 0 15,-2 0 0-15,0 3 128 0,-3 10-128 0,0 0 0 16,0 0 0-16,0 0 0 0,0 0 0 0,0 0 0 16,0 0 0-16,-6 13-192 0,0 2 192 0,1 4-192 15,-2-2 192-15,2 2-128 0,1 2 128 0,1-2-128 16,1-3 128-16,1-2 0 0,-1 1-144 0,2-2 144 16,2-1 0-16,-2-12 0 0,0 0 0 0,5 11 0 15,-5-11 0-15,0 0 0 0,0 0 0 0,10 7 0 16,-10-7 0-16,0 0 128 0,12 0-128 0,-2-5 128 15,1-2 0-15,-3-1-128 0,-2-1 192 0,-1 0-64 16,3-1-128-16,-1-1 0 0,-3-2 0 0,-1 3 0 16,1-3 0-16,-1 1 128 0,-4 0-128 0,-1-1 0 15,2 3 0-15,0-1 0 0,0 2 0 0,0-1 0 0,-1 1 0 0,1 9 0 16,-4-10 0-16,4 10 0 0,-6-7 0 0,6 7 0 16,-7-7 0-16,7 7 0 0,-9 0 0 0,9 0 0 15,-10 3 0-15,2 3 0 0,1 5-192 0,2 0 192 16,-1 2-192-16,0 3 192 0,1 1-176 0,0 1 176 15,0 3-128-15,1-4 128 0,0 0 0 0,1-1-128 16,1-3 128-16,2-1 0 0,1-3 0 0,-1-9 0 16,0 0 0-16,0 0 0 0,0 0 0 0,8 5 0 15,-8-5 0-15,0 0 0 0,10-3 0 0,-2-3 0 16,0-1 0-16,0-3 0 0,-1-1 0 0,1 0 0 16,0-2 0-16,-1 0 128 0,-2-2-128 0,0 1 0 15,0-4 0-15,-1 1 0 0,-1 0 128 0,-1 1-128 0,1-1 128 0,0 3-128 16,-2-1 0-16,-1 2 0 0,0 2 0 0,-1 0 0 15,-1 2 0-15,2 9 0 0,-2-10 0 0,2 10 0 16,0 0 0-16,0 0 0 0,0 0 0 0,-11 1 0 16,1 2 0-16,1 3 0 0,1 3 0 0,1 2-192 15,1-1 192-15,2 1 0 0,0 0 0 0,0 0-128 16,2-1 128-16,2-10 0 0,0 13 0 0,0-13 0 16,0 0 0-16,0 11 0 0,0-11 0 0,0 0-128 15,0 0 128-15,0 0 0 0,0 0 0 0,0 0 0 16,0 0 0-16,0 0 0 0,10-2 0 0,-10 2 0 15,9-5 0-15,0-1 0 0,-1-1 0 0,0-1 128 16,-2-1-128-16,0 0 0 0,-6 9 0 0,3-12 0 16,1 0 0-16,0 2 0 0,-1 1 0 0,-3 9 128 15,4-9-128-15,-4 9 0 0,1-9 0 0,-1 9 128 0,0 0-128 0,0 0 0 16,0 0 0-16,0 0 128 0,0 0-128 0,0 0 0 16,0 0-128-16,-4 10 128 0,2 3-160 0,0-2 160 15,1-1-192-15,-2 2 192 0,-1-2-128 0,3 1 128 16,1-11 0-16,0 13 0 0,0 0 0 0,0-13 0 15,0 10 0-15,0-10 0 0,0 0 0 0,0 0 0 16,0 0 0-16,0 0 0 0,0 0 0 0,0 0 0 16,0 0 0-16,0 0 0 0,0 0 144 0,0 0-144 15,5-8 128-15,1 0-128 0,-6 8 0 0,4-10 0 16,-3 0 0-16,0 0 0 0,-1 3 128 0,0-4-128 16,0 1 128-16,1 1-128 0,-2 0 0 0,1 9 0 0,0 0 0 0,0-10 0 15,0 10 0-15,0 0 0 0,0 0 0 0,0 0 0 16,0 0 0-16,0 0 0 0,0 0 0 0,-4 12 0 15,2-3-192-15,0 2 192 0,0 0-160 0,0 1 160 16,1 0 0-16,1 1 0 0,0-1-128 0,0-2 128 16,0-10 0-16,1 12 0 0,-1-12 0 0,0 0 0 15,3 10 0-15,-3-10 0 0,0 0 0 0,0 0 0 16,0 0 0-16,0 0 0 0,0 0 0 0,10-1 160 16,-10 1-160-16,11-5 128 0,-11 5-128 0,9-9 128 15,-1-2-128-15,-2 1 0 0,-2-1 0 0,0 1 128 16,0-1-128-16,0 1 0 0,-1 0 144 0,-2-1-144 15,-1 1 0-15,0 1 0 0,-1-2 0 0,-1 2 128 16,2 9-128-16,-2-9 0 0,-2 1 0 0,4 8 0 16,0 0 0-16,0 0 0 0,-7-5 0 0,7 5 0 15,0 0 0-15,0 0 0 0,-9 3 0 0,9-3-128 0,0 0 128 16,-6 9 0-16,0-3 0 0,6-6 0 0,0 0 0 0,-2 11-128 16,2-11 128-16,0 0 0 0,0 0 0 0,0 10 0 15,0-10 0-15,0 0 0 0,0 0 0 0,0 0 0 16,0 0 0-16,0 0 0 0,0 0 0 0,0 0 0 15,0 0 0-15,0 0 0 0,0 0 0 0,0 0 0 16,0 0 0-16,0 0 0 0,5-9 0 0,0 0 128 16,-5 9-128-16,4-12 0 0,0 2 0 0,-1 0 0 15,-1 3 0-15,-2 7 0 0,2-11 0 0,-2 11 0 16,0 0 0-16,0 0 128 0,0 0-128 0,0 0 0 16,0 0 0-16,0 0 0 0,0 0 0 0,0 0 0 15,0 0 0-15,-4 11-128 0,-3-1 128 0,3 3 0 0,2 1 0 0,-1 1 0 16,0-1 0-16,2-3-128 0,0 0 128 0,1 0 0 15,0-1 0-15,0-10 0 0,0 11 0 0,0-11 0 16,0 11 0-16,0-11 0 0,0 12 0 0,0-12 0 16,0 0 0-16,0 12 0 0,0-12 0 0,0 0 0 15,0 0 0-15,0 0 0 0,0 0 0 0,0 0 0 16,0 0 0-16,0 0 0 0,0 0 0 0,0 0 0 16,0 0 0-16,0 0 128 0,0 0-128 0,0 0 0 15,0 0 0-15,6-9 128 0,0 0-128 0,-3-1 0 16,0 0 0-16,0 2 0 0,-1-2 0 0,1-1 0 15,-1 0 0-15,0 0 128 0,-2 11-128 0,0-12 0 16,0 1 0-16,0 2 0 0,0 9 0 0,0-10 0 16,0 10 0-16,0 0 0 0,0 0 0 0,0 0 0 15,0 0 0-15,0 0 0 0,0 0 0 0,0 0 0 16,0 0 0-16,0 0 0 0,0 0 0 0,0 0-128 0,0 0 128 0,0 12 0 16,0-1 0-16,1-1-128 0,2-1 128 0,-3-9 0 15,2 11 0-15,-2-11 0 0,0 0 0 0,6 11 0 16,-3 0 0-16,-3-11 0 0,0 0 0 0,0 0 128 15,4 10-128-15,-4-10 0 0,0 0 0 0,0 0 144 16,0 0-144-16,0 0 0 0,0 0 144 0,0 0-144 16,0 0 0-16,0 0 144 0,0 0-144 0,0 0 0 15,0 0 0-15,-9-4 0 0,3 2 128 0,6 2-128 16,-7-7 0-16,1-1 128 0,0 2-128 0,1-2 0 16,1 0 144-16,0 2-144 0,4 6 0 0,-4-10 0 15,2 1 0-15,2 9 0 0,-4-10 0 0,1 3 0 16,3 7 0-16,0 0 0 0,-2-7 0 0,2 7 0 0,0 0 0 0,0 0 0 15,0 0 0-15,0 0 0 0,-4-8 0 0,4 8 0 16,0 0 0-16,0 0 0 0,0 0 0 0,0 0 0 16,0 0 0-16,-5 8 0 0,2 2 0 0,0 3 0 15,-2 1 0-15,0 2 0 0,0 0 0 0,0 3-128 16,-1 2 128-16,1 3 0 0,-1 2 0 0,0 0-128 16,0-2 128-16,-1 1 0 0,0 1 0 0,0-2 0 15,0-2 0-15,1-1 0 0,-1-3 0 0,2 0 0 16,0 1 0-16,0-1 0 0,0 0 0 0,1-1 128 15,-2-3-128-15,1-2 0 0,5-12 0 0,-4 9 0 16,4-9 0-16,-5 8 128 0,5-8-128 0,0 0 0 16,0 0 0-16,0 0 0 0,-6 9 0 0,6-9 128 15,0 0-128-15,0 0 0 0,0 0 128 0,0 0-128 0,-10-2 0 0,10 2 0 16,-9-6 0-16,9 6 128 16,-6-9-128-16,3-1 0 0,-1 1 128 0,2 0-128 0,0-2 0 0,1 1 0 15,0-1 0-15,1-2 0 0,0 1 0 0,0 1 0 16,0-1 0-16,0 0 0 0,-2-2 0 0,1 0 0 15,1-2 0-15,0 2 0 0,0-1 0 0,0 2 0 16,0 2 0-16,1-1 0 0,1-1 0 0,-2 1 0 16,0 2 0-16,1 2 0 0,-1 8 0 0,0 0 0 15,0 0 0-15,0 0 0 0,0 0 0 0,0 0-128 16,0 0 128-16,0 0 0 0,-1 11-144 0,-1 5 144 16,1 4-160-16,-1 1 160 0,-2 1 0 0,0-1 0 15,0 1-128-15,0-4 128 0,1 2 0 0,1-2 0 16,-2-4 0-16,3 0 0 0,-1-2 0 0,1 1 0 0,0-4 0 0,1-9 0 15,-2 11 0-15,2-11 0 16,0 0 0-16,0 0 0 0,0 0 0 0,0 0 0 0,0 0 128 0,0 0-128 16,0 0 128-16,8-9-128 0,-1-2 192 0,0 1-192 15,-1-5 176-15,0 4-176 0,-1-5 160 0,2 2-160 16,-2-3 128-16,0 0-128 0,-1-3 0 0,0 1 144 16,-1-1-144-16,-1 2 0 0,-2 0 0 0,0 1 0 15,0 0 128-15,0 4-128 0,-2 2 0 0,2 11 128 16,-2-7-128-16,2 7 0 0,0 0 0 0,0 0 0 15,0 0-176-15,-10 6 176 0,0 3-128 0,0 4 128 16,1-1 0-16,2 4-160 0,-1 2 160 0,-1 3 0 16,-1-2 0-16,4-2-128 0,1 0 128 0,0-1 0 15,-1-3 0-15,2 0 0 0,3-1 0 0,0-2 0 16,1-10 0-16,0 12 0 0,0-3 0 0,0-9 0 0,0 0 0 0,0 0 0 16,0 0 0-16,6 8 0 15,-6-8 0-15,0 0 176 0,0 0-48 0,9 0-128 0,-9 0 192 0,12-6-64 16,-3 1 0-16,-1-1-128 0,-1-3 160 0,-2-1-160 15,-1 0 128-15,0 2-128 0,0-2 0 0,-1 1 0 16,-1 0 128-16,-1 1-128 0,-1-3 0 0,0 1 0 16,-1-1 144-16,-1 1-144 0,0 2 0 0,2 8 0 15,-4-12 0-15,0 3 128 0,-2 3-128 0,0 1 0 16,6 5 0-16,-6-3 128 0,6 3-128 0,0 0 0 16,-11 1 0-16,11-1-128 0,-9 6 128 0,9-6 0 15,0 0-144-15,-6 7 144 0,6-7 0 0,-4 9 0 16,4-9-144-16,0 0 144 0,0 0 0 0,0 0 0 15,0 0-128-15,0 0 128 0,0 0 0 0,0 0 0 0,0 0 0 0,12 6 0 16,-12-6 0-16,11-4 0 0,-2-3 0 0,1 1 0 16,-3-3 0-16,1-2 128 0,-1 3-128 0,1-2 0 15,-1-2 0-15,1-1 0 0,0 1 128 0,0 2-128 16,-2-2 0-16,1 1 0 0,-1-1 0 0,1 0 0 16,-2 0 0-16,0 2 0 0,1-1 0 0,-3 4 0 15,-3 7 0-15,0 0 0 0,0 0 0 0,0 0 0 16,0 0 0-16,0 0 0 0,0 0 0 0,0 0 0 15,0 13 0-15,-1 4-192 0,-1 2 192 0,-1 5-160 16,0-2 160-16,2 1-128 0,-2-1 128 0,1-1-128 16,-1 0 128-16,1-1 0 0,0-5 0 0,2 0 0 15,0-2 0-15,2-4 0 0,-2-9 0 0,0 0 0 16,1 12 0-16,-1-12 0 0,0 0 0 0,0 0 0 16,0 0 0-16,0 0 0 0,0 0 128 0,0 0-128 0,0 0 128 0,0 0-128 15,5-10 160-15,0 0-160 0,-1-3 128 0,0-3-128 16,0-2 0-16,0 0 144 0,0 0-144 0,0-2 0 15,-2-1 144-15,1 0-144 0,0 0 0 0,-2 2 0 16,-1 2 0-16,0 1 0 0,0 1 0 0,0 2 0 16,-1 1 0-16,-1 1 128 0,1 1-128 0,1 10 0 15,0 0 0-15,0 0-128 0,0 0 128 0,0 0 0 16,0 0 0-16,0 0-128 0,0 0 128 0,-3 13-192 16,2 0 192-16,2 3-192 0,-2 1 192 0,2 1-160 15,2 0 160-15,1 3-160 0,2 0 160 0,2 0 0 16,0-2-144-16,1 2 144 0,2-5 0 0,-1-2 0 15,-2-1 0-15,1-4 0 0,0 0 0 0,0-1 0 16,-9-8 0-16,12 11 0 0,-3-5 0 0,-9-6 0 0,0 0 0 16,0 0 0-16,11 7 0 0,-11-7 128 0,0 0-128 0,0 0 128 15,0 0-128-15,0 0 160 0,0 0-160 0,2-8 160 16,-3-1-160-16,-2 0 128 0,-2-4-128 0,0 2 128 16,0-2-128-16,-2 0 128 0,1-1-128 0,-1-2 128 15,2-1-128-15,0 0 0 0,-3-1 144 0,1 0-144 16,2 0 0-16,0 1 0 0,0 1 0 0,1 2 0 15,2 1 0-15,2 3 0 0,0 10 0 0,0 0 0 16,0 0 0-16,0 0-160 0,0 0 160 0,0 0-160 16,0 0 160-16,0 0-208 0,0 19 80 0,0-4 128 15,-1 2-176-15,1 2 176 0,-1 3-128 0,1-3 128 16,0 2 0-16,1-1-128 0,2-1 128 0,-1-3 0 16,1 0 0-16,1-2 0 0,0-1 0 0,0 1 0 0,0-3 0 0,-1-1 0 15,-3-10 0-15,0 0 0 0,4 11 0 0,-4-11 0 16,0 0 0-16,0 0 0 0,0 0 0 0,0 0 128 15,0 0-128-15,0 0 128 0,0 0-128 0,0 0 176 16,0 0-176-16,-1-10 192 0,0 0-192 0,-2 0 0 16,1-1 0-16,-2-1 128 0,2 1-128 0,0-2 128 15,-2-2-128-15,0 2 128 0,1-2-128 0,1 0 192 16,-1 0-192-16,2-1 192 0,-2-1-192 0,2 3 0 16,1 2 0-16,0 3 0 0,0 0 0 0,0 9 0 15,0 0 0-15,0 0 0 0,0 0 0 0,0 0 0 16,0 0-192-16,4 11 192 0,-2 5-176 0,1 0 176 15,1-2-128-15,0-1 128 0,-2 0 0 0,1-1 0 16,0 0 0-16,1-2-128 0,1-1 128 0,-5-9 0 0,0 0 0 0,0 0 0 16,5 9 0-16,-5-9 0 15,0 0 0-15,0 0 0 0,0 0 0 0,0 0 0 0,0 0 128 0,10 0-128 16,-10 0 0-16,0 0 144 0,10-5-144 0,-3-1 0 16,-7 6 128-16,7-8-128 0,-7 8 0 0,5-11 0 15,0 3 0-15,-5 8 0 0,4-9 0 0,-4 9 0 16,3-9 128-16,-1-1-128 0,0 1 0 0,-2 9 0 15,0-11 128-15,0 2-128 0,0 9 0 0,-2-9 0 16,1 1 128-16,1 8-128 0,0 0 0 0,0 0 0 16,-1-9 0-16,1 9 0 0,0 0 0 0,0 0 0 15,0 0 0-15,0 0 0 0,0 0 0 0,0 0 0 16,5 10-128-16,-1 2 128 0,-1 1 0 0,-1 0-144 16,1 0 144-16,-2 0 0 0,0-1 0 0,1 0 0 15,-1 0 0-15,0-2 0 0,-1-10 0 0,3 12 0 16,-3-12 0-16,1 9 0 0,-1-9 0 0,0 0 0 0,0 0 0 0,0 0 0 15,0 0 128-15,0 0-128 0,0 0 128 0,0 0-128 16,0 0 160-16,0 0-160 0,0 0 144 0,0 0-144 16,0 0 128-16,-5-7-128 0,0-2 192 0,1 0-64 15,0-1 0-15,-1-1 0 0,1 2 16 0,1-1 0 16,1-1 0-16,0-1 0 0,-2 1-144 0,2-1 0 16,-2 0 0-16,1 1 128 0,1-1-128 0,0 3 0 15,0-3 0-15,-1 3 128 0,-1 0-128 0,4 9 0 16,-5-9 0-16,5 9 0 0,-5-10 0 0,5 10 0 15,0 0 0-15,0 0 0 0,0 0 0 0,0 0 0 16,0 0 0-16,0 0 0 0,-7-6-128 0,7 6 128 16,0 0 0-16,0 0 0 0,0 0 0 0,0 0 0 0,0 0 0 0,0 0 0 15,-9 0 0-15,9 0 0 0,0 0 0 0,0 0 0 16,0 0 0-16,0 0 0 0,0 0 0 0,0 0 0 16,-1-9 0-16,1 9 0 0,2-9 0 0,-2 9 0 15,0-11 0-15,2 2 0 0,0 0 0 0,-2 9 0 16,3-10 0-16,0-1 0 0,-1 2 0 0,-2 9 0 15,4-10 0-15,-1 2 0 0,-3 8 0 0,4-9 0 16,-4 9 0-16,0 0 0 0,4-10 0 0,-4 10 0 16,0 0 0-16,3-7 0 0,-3 7 0 0,0 0 0 15,0 0-144-15,0 0 144 0,0 0 0 0,0 0 0 16,0 0-128-16,0 0 128 0,11 7 0 0,-5 3 0 16,-6-10-128-16,7 9 128 0,-3 1 0 0,0 1 0 15,-4-11 0-15,4 10-128 0,-2 0 128 0,1 0 0 0,-3-10 0 0,3 10 0 16,-3-10 0-16,2 10 0 15,-2-10 0-15,0 0 0 0,0 0 0 0,0 0 0 0,0 0 0 0,0 0 0 16,0 0 0-16,0 0 144 0,0 0-144 0,0 0 0 16,0 0 144-16,0 0-144 0,0 0 0 0,5-7 128 15,-5 7-128-15,3-12 0 0,-3 0 0 0,-1 2 144 16,-1 1-144-16,1-1 0 0,0 3 128 0,-1-2-128 16,2 9 0-16,-3-10 0 0,-1 1 0 0,4 9 0 15,-7-9 0-15,2 3 0 0,5 6 0 0,-7-6 0 16,7 6 0-16,0 0 0 0,-9-1 0 0,9 1 0 15,-10 1 0-15,10-1 0 0,-9 6 0 0,9-6 0 16,-7 6 0-16,7-6-144 0,-5 8 144 0,5-8 0 16,-4 10 0-16,0 0 0 0,4-10 0 0,-3 10 0 0,1-1 0 0,-1 0 0 15,3-9 0-15,-1 13 0 0,0 2 0 0,-2-2-128 16,0-6 128-16,2 4 0 0,0 1 0 0,0 1 0 16,-1-4 0-16,1 2 0 0,0 3 0 0,-1-3-128 15,1 0 128-15,0 0 0 0,1 1 0 0,0-1 0 16,0-11 0-16,0 0 0 0,0 11 0 0,0-11 0 15,0 0 0-15,0 0 0 0,0 0 0 0,0 0 0 16,0 0 0-16,0 0 0 0,0 0 0 0,0 0 128 16,10-2-128-16,-10 2 128 0,5-11-128 0,1 2 128 15,-3 0-128-15,1 0 0 0,0-2 0 0,-1 1 0 16,-2 0 0-16,1-1 128 0,-2 1-128 0,0 1 0 16,0 0 0-16,0-1 128 0,0 1-128 0,0 0 0 15,0 0 0-15,0 9 0 0,1-9 0 0,-1 9 0 16,2-11 0-16,-2 11 0 0,3-10 0 0,-3 10 0 0,4-10 0 0,0 2 0 15,-4 8 0-15,6-9 0 16,1 2 0-16,-1 1 0 0,1-1 0 0,1-1-128 0,-2 2 128 0,-6 6 0 16,9-7 0-16,-1 2 0 0,-8 5 0 0,0 0 0 15,0 0 0-15,9-4 0 0,-9 4 0 0,0 0-128 16,0 0 128-16,7 7 0 0,-7-7 0 0,0 0 0 16,0 0 0-16,1 13-128 0,-2-3 128 0,0 1 0 15,-2-1 0-15,0 2 0 0,-1-2 0 0,1 3 0 16,-3 1 0-16,1 2 0 0,0-4 0 0,0 4 0 15,-2 0 0-15,1 3-128 0,-2 0 128 0,0 1 0 16,0 1-144-16,2-3 144 0,-1 1 0 0,1 1 0 16,-4-2 0-16,0 1 0 0,-2-1 0 0,-1 0 0 15,0 0 0-15,0-1 0 0,0 0 0 0,1 0 0 0,-1 1 128 0,3-1-128 16,0-1 0-16,-2 0 0 0,-1-5 0 0,2 1 0 16,2 0 0-16,0-2 0 0,1-3 0 0,0 1 0 15,2 1 0-15,-1-1 0 0,1-1 0 0,-1 1 0 16,2 0 0-16,5-8 0 0,-6 9 0 0,0 0 0 15,4 0 0-15,-2 1 0 0,4-10 0 0,-3 10 0 16,2 0-144-16,1-10 144 0,0 0 0 0,0 0 0 16,3 12-176-16,-3-12 176 0,0 0-160 0,4 11 160 15,1-4-192-15,-5-7 192 0,8 7-208 0,1-2 80 16,1 0-112-16,2-2-16 0,-12-3 0 0,13 5 0 31,1-1-1264-31,1-1-256 0,-2-1-48 0</inkml:trace>
  <inkml:trace contextRef="#ctx0" brushRef="#br0" timeOffset="3618.85">18303 13858 21183 0,'0'0'1888'0,"0"0"-1504"16,0 0-384-16,0 0 0 0,16-5 1984 0,-16 5 336 16,5-11 64-16,0 2 16 0,-5 9-1680 0,6-8-336 0,-6 8-64 0,8-6 0 15,-8 6-320-15,0 0 0 0,0 0 128 0,0 0-128 16,0 0 0-16,0 0-176 0,0 0 32 0,0 0 0 15,0 0-160-15,6 13-16 0,-3 0-16 0,-1 1 0 16,-4 2 80-16,0-1 32 0,-3 0 0 0,1-2 0 16,0-1 224-16,0-1 0 0,-1-4 0 0,5-7 0 15,0 0 640-15,0 0 80 0,0 0 16 0,0 0 0 16,7-7 112-16,4-4 32 0,-1-5 0 0,2-1 0 16,0-4-544-16,1 0-96 0,0-1-32 0,0-1 0 15,-1-4-208-15,-2 3 0 0,1 0 128 0,-1 5-128 16,-1-1 0-16,-1 6 0 0,-2 1 0 0,0 4 0 15,-6 9 0-15,0 0 0 0,0 0 0 0,0 0 0 16,0 0 0-16,-6 14 0 0,0 3-128 0,-1 4 128 0,1 1 0 16,1 0 0-16,-1 0 0 0,3-1 0 0,-1-3 0 0,2 1 0 15,1-1 0-15,1-4 0 0,0-1 0 0,1-4 128 16,-1-9 0-16,3 11 16 0,-3-11 48 0,0 0 0 16,0 0 0-16,0 0 0 0,0 0-64 0,0 0-128 15,9 0 192-15,-9 0-64 0,0 0 0 0,8-9-128 16,-2-2 192-16,0 0-64 0,-3-3-128 0,1 3 0 15,-1-2 0-15,0-3 0 0,-1-1 128 0,1 0-128 16,-2 0 128-16,-1-2-128 0,0-1 0 0,-1 3 0 16,-2 0 128-16,1 4-128 0,-2-2 0 0,0 3 0 15,-1 4 0-15,5 8 0 0,0 0 0 0,-10 0 0 16,3 5 0-16,-1 2 0 0,1 4-192 0,1 4 192 16,-1 2-160-16,-1 4 160 0,-1 2 0 0,1 1-144 0,1-2 144 0,-1-1 0 15,0-2 0-15,2 1-128 0,-1-1 128 0,0-3 0 16,1-4 0-16,2-1 0 0,1 1 0 0,0-3 0 15,3-9 0-15,0 0 144 0,-6 8-144 0,6-8 160 16,0 0 16-16,0 0 0 0,0 0 0 0,0 0 0 16,0 0-48-16,0-9-128 0,2-3 192 0,0 2-64 15,2-3-128-15,0-2 0 0,0-2 0 0,1 2 128 16,2-3-128-16,-1-1 0 0,-1 0 0 0,1 0 128 16,-1 1-128-16,0 1 0 0,0 0 0 0,-1 0 0 15,-1 2 0-15,-2 2 0 0,-1-2 0 0,0 6 0 16,0 9 0-16,-3-10 0 0,3 10 0 0,0 0 0 15,0 0 0-15,-10 1 0 0,0 2 0 0,1 5 0 16,1 3-224-16,1 4 80 0,1 0 16 0,-1 5 0 16,1 2 128-16,-1-1 0 0,1 0-144 0,0-2 144 0,2 1 0 0,2-2 0 15,-1-2-144-15,2-2 144 0,1-1 0 0,1-1 0 16,-1-12 0-16,0 0 0 0,5 9 0 0,-5-9 0 16,0 0 0-16,0 0 144 0,11 0 80 0,-2-5 16 15,0-4 0-15,-1-2 0 0,0 1-48 0,0-2 0 16,-2-2 0-16,1-1 0 0,-2 0-192 0,0-2 128 15,0-2-128-15,-1 3 0 0,-1-1 128 0,-2 0-128 16,-1-3 0-16,0 2 144 0,0 2-144 0,0 1 0 16,-1-2 0-16,-1 2 128 0,1 2-128 0,0 1 0 15,0 2 0-15,1 10 0 0,0 0 0 0,0 0 0 16,0 0 0-16,0 0 0 0,0 0-144 0,0 0 144 16,-7 10-192-16,2 3 192 0,0 3-192 0,-1 4 64 15,3-2 128-15,-1 3-208 0,0-2 208 0,1 2 0 16,0 0 0-16,2-1-144 0,1-3 144 0,1-2 0 0,1-4 0 0,-2-11 0 15,4 10 0-15,-4-10 0 0,6 9 0 0,-6-9 0 16,0 0 128-16,12 3-128 0,-12-3 160 0,13-3-160 16,-1-2 288-16,-2-2-32 0,-1-2-16 0,0 0 0 15,1-4-48-15,0-1-16 0,-1-2 0 0,0 1 0 16,0-2-176-16,-1 0 192 0,0 0-192 0,0 0 192 16,-2-1-192-16,1 1 0 0,-1 0 0 0,0 1 128 15,-1 2-128-15,-1 1 0 0,-2 2 0 0,1 1 128 16,0-2-128-16,-2 3 0 0,-1 9 0 0,0 0 0 15,0 0 0-15,0 0 0 0,0 0 0 0,0 0 0 16,-4 8 0-16,0 3-176 0,0 2 48 0,-1 6 0 16,0 2 0-16,-1 2 0 0,3 3 0 0,-3 1 0 15,2 2 128-15,2-4-160 0,-1 0 160 0,2-3-160 0,0-1 160 16,2-4 0-16,1-2 0 0,1 1 0 0,1-3 0 0,0 0 0 16,-4-13 0-16,0 0 0 0,5 10 0 0,-5-10 0 15,0 0 0-15,0 0 0 0,0 0 160 0,0 0-32 16,11-3-128-16,-11 3 192 0,7-8-64 0,0-5 0 15,-3 1-128-15,-2 0 192 0,1-1-192 0,-2-2 176 16,-2 0-176-16,0-2 160 0,-2-1-160 0,-1 0 0 16,-1-2 0-16,0 1 0 0,0-1 0 0,1 2 0 15,1-2 144-15,-1 5-144 0,0-2 0 0,0 4 0 16,2 2 0-16,2 11 0 0,-4-8 0 0,4 8 0 16,0 0 0-16,0 0-128 0,0 0 128 0,-4 8-192 15,1 5 192-15,2 3-192 0,-2 2 192 0,2 0-208 16,0 3 80-16,1 0 128 0,-2-1-144 0,4-1 144 0,0 1 0 0,0-3 0 15,-2 0-128-15,2-4 128 0,1-2 0 0,1 1 0 16,-2 1 0-16,-2-13-128 0,7 11 128 0,-1-1 0 16,-6-10 0-16,8 7 128 0,-8-7-128 0,11 2 192 15,-11-2-192-15,9-4 0 0,-3-1 0 0,1-1 0 16,-2-2 0-16,0-1 192 0,-1-2-48 0,-1 1-16 16,-1-2-128-16,1-2 128 0,0-3-128 0,-2 0 128 15,0 1-128-15,-1-1 160 0,-1-2-160 0,0-2 160 16,-2 1-160-16,0 2 0 0,1 1 0 0,-1 0 0 15,1 0 128-15,-1 4-128 0,0-1 0 0,1 1 128 16,-1 0-128-16,1 2 0 0,2 11 0 0,-4-9 0 16,0 3-144-16,4 6 144 0,0 0 0 0,0 0 0 15,0 0-176-15,0 0 176 0,-8 2-160 0,1 5 160 16,2 3-176-16,1 2 176 0,0 0-192 0,2 1 192 0,-1 6-176 0,1 2 176 16,-1 0-160-16,0 0 160 0,1 0 0 0,0-4 0 15,1-2-128-15,1 0 128 0,0-2 0 0,1-3 0 16,-1-10 0-16,3 11 0 0,-3-11 0 0,0 0 0 15,0 0 0-15,0 0 0 0,0 0 128 0,0 0-128 16,0 0 0-16,0 0 0 0,0 0 192 0,10-6-192 16,-2 0 192-16,-1-3-192 0,-2-2 176 0,0-2-176 15,-1-5 160-15,0 2-160 0,0-1 192 0,-1-1-48 16,-1-1-16-16,2-1 0 0,-1 0-128 0,-1 2 0 16,1-4 0-16,-1 1 0 0,1 2 0 0,-2 2 0 15,1-3 0-15,-1 3 0 0,0 4 0 0,1 0 0 0,-1 3 0 16,-1 10 128-16,0 0-128 0,0 0 0 0,0 0 0 0,0 0 0 15,0 0-128-15,0 0-64 0,0 11-16 0,0 2 0 16,0-1 48-16,0 2 16 0,0 2 0 0,0 2 0 16,0 1 144-16,1-5-128 0,1 0 128 0,0 1-128 15,1-5 128-15,-1 2 0 0,1-3 0 0,0 3 0 16,-3-12 0-16,1 10 0 0,-1-10 0 0,1 11 0 16,-1-11 0-16,0 0 0 0,0 0 128 0,-1 10-128 15,1-10 0-15,0 0 128 0,0 0-128 0,0 0 0 16,0 0 0-16,0 0 144 0,0 0-144 0,0 0 0 15,0-9 128-15,0 9-128 0,0-12 0 0,0 2 0 16,0-1 0-16,0 2 0 0,-1 0 0 0,1 1 0 16,0-2 160-16,-2 1-32 0,0-1 0 0,2 10 0 15,-4-10-128-15,1 1 0 0,3 9-192 0,-2-11 192 16,2 11-128-16,-3-9 128 0,3 9 0 0,-3-5 0 0,3 5 0 0,0 0 0 16,0 0-144-16,0 0 144 0,0 0 0 0,0 0-192 15,-6 7 192-15,2 3-160 0,1 3 160 0,1-1 0 16,0 1-144-16,2 1 144 0,0 2-144 0,0 2 144 15,2-4-192-15,-1 2 192 0,2-3 0 0,-1 0 0 16,1-1 0-16,-1 0 0 0,-2-12 0 0,0 0 0 16,0 0 0-16,4 9 0 0,-4-9 0 0,0 0 0 15,0 0 0-15,0 0 144 0,0 0-144 0,0 0 160 16,0 0-160-16,0 0 160 0,0 0-160 0,0-9 160 16,0-4-160-16,-1 2 160 0,0-2-32 0,-1 0-128 15,1-1 192-15,0 1-64 0,-1 1-128 0,1 0 0 16,0 1 0-16,0-2 0 0,-1-2 0 0,1 2 0 15,0 1 0-15,-1 2 0 0,1 2 0 0,1 8 0 16,0-10 0-16,0 10 0 0,0 0 0 0,0 0 0 0,0 0-128 0,0 0 128 16,3-8 0-16,-3 8 0 0,0 0-144 0,0 0 144 15,0 0 0-15,0 0 0 16,0 0-128-16,0 0 128 0,0 0 0 0,11 5-128 0,0-2 128 0,-11-3 0 16,8 8 0-16,-8-8-128 15,9 7 128-15,-1 1 0 0,-8-8 0 0,6 7 0 0,-6-7 0 0,0 0 0 16,8 8 0-16,-8-8 0 0,0 0 0 0,10 3 0 15,-10-3 0-15,0 0 0 0,0 0 0 16,0 0 144-16,0 0-144 0,11-3 0 0,-11 3 0 0,9-4 0 16,-3-6 128-16,0 4-128 0,-6 6 0 0,5-10 128 15,-1 0-128-15,-2 3 0 0,1-5 144 0,-2 3-144 16,-1 0 0-16,0 2 0 0,0-3 0 0,0 10 128 16,-1-11-128-16,0 3 0 0,1 8 0 0,-4-7 0 15,0 1 0-15,4 6 0 0,0 0 0 0,0 0 0 0,0 0 0 0,-8 3 0 16,8-3-128-16,-8 6 128 0,2 1 0 15,1 1-160-15,-1 1 160 0,6-9 0 0,-4 12-160 0,3-2 160 16,1-10-128-16,0 13 128 0,0-2 0 0,1-1-128 16,-1-10 128-16,2 13 0 0,-1-1 0 0,0-2 0 15,-1-10 0-15,2 12 0 0,-1-2 0 0,0 0 0 16,-1-10 0-16,0 9 0 0,0-9 0 0,0 0 0 16,0 13 0-16,0-13 0 0,0 0 0 0,0 0 0 15,-4 7 0-15,4-7 0 0,0 0 0 0,0 0 0 16,0 0 0-16,0 0 0 0,0 0 0 0,0 0 144 15,0 0-144-15,0 0 0 0,0 0 128 0,0 0-128 16,-8-6 0-16,8 6 0 0,-5-8 0 0,1 2 0 16,4 6 0-16,-4-11 0 0,2 2 128 0,1 0-128 15,-1 1 0-15,1 2 0 0,0-5 0 0,1 11 0 0,-2-9 0 0,2 9 0 16,-1-9 0-16,1 9 0 16,0 0 0-16,0 0 0 0,0 0 0 0,0 0 0 0,0 0 0 0,0 0 0 15,0 0-144-15,0 0 144 16,-8 6-128-16,3 5 128 0,0 3 0 0,1 2-160 15,0 0 160-15,0 2 0 0,-1 3-160 0,0 2 160 0,-1 4-128 0,1 2 128 16,0 0-128-16,0 0 128 0,0-1-128 0,1-2 128 16,-2 2-144-16,2-2 144 0,1-2-160 0,-1 1 160 15,0-6-192-15,0-1 48 0,1-4 16 0,1-1 0 16,-1-1 128-16,0-3 0 0,3-9 0 0,0 0 0 16,-4 9 0-16,4-9 0 0,-5 9 0 0,5-9 0 15,0 0 0-15,0 0 0 0,0 0 128 0,-8 7-128 16,8-7 0-16,0 0 0 0,-7 6 0 0,7-6 0 0,0 0 0 0,0 0-320 15,0 0 64-15,0 0 16 0,0 0 240 0,-8 4-192 16,8-4 192-16,0 0-192 0,0 0 192 0,0 0 0 16,0 0-160-16,0 0 160 0,0 0 0 0,0 0-176 15,0 0 176-15,0 0-128 0,0 0-64 0,0 0-16 16,0 0 0-16,-5-8 0 16,5 8-496-16,0 0-112 0,0 0-16 0</inkml:trace>
  <inkml:trace contextRef="#ctx0" brushRef="#br1" timeOffset="12191.44">13998 13551 6447 0,'0'0'576'0,"0"0"-576"0,26-5 0 0,-26 5 0 16,0 0 1616-16,0 0 224 0,0 0 32 0,0 0 16 15,0 0-528-15,0 0-96 0,3-9-32 0,-3 9 0 16,0 0-80-16,2-9 0 0,-2 9-16 0,0 0 0 15,3-8-160-15,-3 8-16 0,0 0-16 0,0 0 0 16,1-6-192-16,-1 6-48 0,0 0 0 0,0 0 0 16,0 0-224-16,0 0-48 0,0 0-16 0,0 0 0 15,-6 6-240-15,-1 3-48 0,-1 2-128 0,2-1 192 16,-2 3-192-16,1-2 128 0,1 0-128 0,-1 1 0 0,0 0 128 0,-1 0-128 16,1-1 0-16,1 1 144 0,-1 1-16 0,2 0 0 15,1 0 0-15,2 0 0 0,0 0-128 0,1-4 160 16,1 2-160-16,1 6 160 0,3-4-160 0,1 0 0 15,1-3 0-15,-6-10 0 0,9 8 0 0,-9-8 0 16,13 5 0-16,0-2 0 0,0-4 256 0,-1-1 0 16,-2-4 16-16,0-5 0 0,1 1 208 0,-1-3 32 15,1-3 16-15,-1 1 0 0,-2-2 48 0,-2 0 16 16,2 2 0-16,-1-2 0 0,-2-2-64 0,0 1-16 16,0 3 0-16,-1 0 0 0,-4-1-160 0,0 2-32 15,-1-1-16-15,0 7 0 0,-2 1-112 0,-1-4-32 16,-1 2 0-16,-2 4 0 0,0 3-160 0,-4 4 128 15,3 2-128-15,-1 2 128 0,0 2-304 0,0 2-64 0,0 1-16 0,0 1 0 32,0 1-2016-32,0-3-416 0,-1-2-64 0</inkml:trace>
  <inkml:trace contextRef="#ctx0" brushRef="#br1" timeOffset="13669.97">18493 13545 5519 0,'-26'-24'240'0,"26"24"64"0,0 0-304 0,0 0 0 16,0 0 0-16,0 0 0 0,0 0 3392 0,0 0 640 15,0 0 112-15,-9 2 16 0,9-2-2208 0,-9 0-448 16,9 0-96-16,0 0 0 0,0 0-384 0,0 0-64 16,-9 4 0-16,9-4-16 0,0 0-128 0,-9 2-32 0,9-2 0 0,0 0 0 15,-8 5-224-15,8-5-48 16,-7 8-16-16,7-8 0 0,-5 9-272 0,2-2-48 15,0 2-16-15,-1 4 0 0,0 0-160 0,2-4 128 0,2 3-128 0,-1 5 128 16,0-1-128-16,1-5 0 16,0 4 0-16,1 2 0 0,0-2 0 0,1-2 0 15,0-1 0-15,1-2 0 0,-3-10 0 0,0 0 0 16,6 12 0-16,-6-12 0 0,0 0 0 0,12 3 128 0,-12-3-128 0,15-1 128 16,-1-3 32-16,-1-3 0 0,-3-1 0 0,-1-1 0 15,-1-1 32-15,0-1 0 0,0 0 0 0,0-3 0 16,0 1 64-16,-1 0 32 0,0 2 0 0,-4 2 0 0,0-3 160 0,3-4 48 15,-2 3 0-15,-2-1 0 0,1 2 96 0,-3 2 32 16,-1-1 0-16,-1 2 0 0,-2 0-272 0,0 1-48 16,-2-1-16-16,-1 2 0 0,0 2-96 0,-3 1 0 15,1 0-16-15,-1 1 0 0,-2 0-176 0,0 2 192 16,-1 2-192-16,2-1 192 0,-1 0-192 0,1 0 0 16,2 1 0-16,9-1 0 0,0 0 0 0,-9 4 0 15,9-4 0-15,-9 4 0 0,9-4-224 0,0 0-80 16,-6 12-16-16,3-2 0 15,3-10-2912-15,-3 8-592 0</inkml:trace>
  <inkml:trace contextRef="#ctx0" brushRef="#br1" timeOffset="22526.1">23447 5939 23487 0,'0'0'1040'0,"8"-7"224"0,0 4-1008 0,2-3-256 16,0 0 0-16,-10 6 0 0,10 0 1152 0,-10 0 176 15,0 0 32-15,9 10 16 0,-2 5-592 0,-2 5-112 16,-4 5-32-16,-1 5 0 0,-2 4-432 0,-2 4-80 16,-3 1-128-16,-1 3 176 0,-1 2-176 0,0 2 0 0,-1-1 0 0,2-15 128 15,-1 2-128-15,-2 0 0 16,-1 3 0-16,-6 14 0 0,0-10 128 0,0-4-128 15,1-2 0-15,0-3 128 0,-1-2-128 0,7-10 128 0,-1-1-128 16,-6 10 128-16,1-8-128 0,2 1 0 0,-1-10 0 0,3-2 0 16,-1-6 0-16,-2-2 0 0,0-2 144 0,2-3-144 15,0-2 144-15,2-3-144 0,0-3 192 0,0-4-192 16,-1-5 416-16,6 5-32 0,-3-3 0 0,-3-16 0 16,3 0-64-16,3 5-32 0,5 0 0 0,4 6 0 15,5 5 128-15,-2 10 32 0,2-2 0 0,6 2 0 0,1 3 144 0,2 6 48 16,1 4 0-16,2 1 0 0,2 1-288 0,0 1-48 15,0 1-16-15,0 5 0 0,-1-2-32 0,4 3-16 16,2-4 0-16,0 2 0 0,-1-2-64 0,0 1-16 16,1 1 0-16,0-2 0 0,1 0-160 0,-3 3 0 15,-5 1 0-15,1 4 0 16,-1-1-256-16,-2 4-128 0,-4 1-16 0,-1 0-16 16,-3 1-1360-16,-1 1-272 0,-3-2-48 0,-1-3-16 15,0-2 224-15,-1-3 32 0,-2-1 16 0,-1-12-10528 0</inkml:trace>
  <inkml:trace contextRef="#ctx0" brushRef="#br1" timeOffset="22730.42">23885 6305 15663 0,'0'0'1392'0,"0"0"-1120"16,12-1-272-16,0 0 0 0,1 1 4400 0,-3 0 816 15,2 0 160-15,6 0 48 0,-2-2-3328 0,0 2-672 0,-2 0-128 0,-1 0-16 16,0 0-768-16,1 0-128 16,-1 0-48-16,2-2 0 0,-1 1-336 0,0 1-128 15,-1 0 0-15,1 0 0 16,-3 0-2176-16,2 0-448 0,-4 1-64 0,-9-1-12336 0</inkml:trace>
  <inkml:trace contextRef="#ctx0" brushRef="#br1" timeOffset="22918.8">23945 6578 24879 0,'0'0'2208'0,"0"0"-1760"15,0 0-448-15,12 6 0 0,-1 0 1920 0,-1-3 320 16,0 1 48-16,3-2 16 0,2-4-624 0,-1 2-112 16,2 3-32-16,1 1 0 0,0-1-864 0,1-1-176 15,0 2-48-15,2-3 0 0,-2 2-448 0,-1 0 0 16,-1-6 0-16,2 3 0 15,-3 0-1344-15,0 0-384 0,-2 3-64 0,-1-3-14320 0</inkml:trace>
  <inkml:trace contextRef="#ctx0" brushRef="#br1" timeOffset="27113.24">24591 6447 11967 0,'0'0'1072'0,"0"0"-864"0,0 0-208 0,0 0 0 15,0 0 2224-15,0 0 400 0,0 0 64 0,0 0 32 16,0 0-864-16,0 0-192 0,0 0-16 0,-5-5-16 0,5 5-432 0,-4-8-96 16,4 8-16-16,0 0 0 0,5-6-224 0,3 2-48 15,2 1-16-15,10-1 0 0,2-2-96 0,1 2-32 16,-1 1 0-16,-3 2 0 0,2 0-176 0,10 0-48 16,-3-1 0-16,2 1 0 0,-1-2-16 0,2 2-16 15,1-3 0-15,0 3 0 0,2 1-208 0,-10 0-32 16,0 0-16-16,16 0 0 0,-5 0-160 0,-3 0 0 15,-2-2 0-15,-2 0 0 0,-2-2 0 0,-11 1 128 16,0-1-128-16,4-1 0 0,-3 0 0 0,-7 2 0 16,-1 1 0-16,1 1 0 15,-9 1-1216-15,0 0-160 0,0 0-32 0,0 0-16 16,0 0-2048-16,0 0-416 0</inkml:trace>
  <inkml:trace contextRef="#ctx0" brushRef="#br1" timeOffset="27447.12">24576 6695 14735 0,'0'0'1312'0,"0"0"-1056"0,0 0-256 0,12 0 0 15,1-1 4288-15,3 1 816 0,2 0 144 0,2 1 48 16,2 3-3312-16,-4-3-672 0,-2 2-128 0,-6 1-32 15,-1 0-464-15,-1 1-112 0,-1 0 0 0,-1 6-16 16,-2 0-560-16,-5 4-272 0,-5 0 16 0,-1 2 16 16,-4 3-512-16,3-6-96 0,1 6-32 0,-9 7 0 15,-2-2 400-15,1-3 80 0,0-2 16 0,1-6 0 0,3 2 384 0,3-2-128 16,2 0 128-16,4-3 0 0,4-11 144 0,0 0 112 16,1 10 32-16,4-3 0 0,-5-7 256 0,16 4 48 15,0 0 16-15,-3-3 0 0,2-1-160 0,11 0-48 16,-2-1 0-16,-1 1 0 0,1 0-256 0,-2-2-144 15,0 0 160-15,0-2-160 16,-1 0-384-16,0 1-192 0,0-3-16 0,0-1-16 16,0-1-2624-16,-3 1-528 0</inkml:trace>
  <inkml:trace contextRef="#ctx0" brushRef="#br1" timeOffset="27747.12">25137 6706 31791 0,'0'0'1408'0,"0"0"288"0,0 0-1360 0,-3 13-336 15,2 1 0-15,-2 2 0 0,0 2 1184 0,-3 3 160 16,-1 1 48-16,-1 1 0 0,0 2-816 0,0-1-144 0,0-4-48 0,3 1 0 16,0 1-384-16,1-2 0 0,0 0 0 0,4-1 0 15,0-2-256-15,1-3-96 0,2 1-16 0,2-3 0 16,4-2 192-16,-1-4 48 0,1 0 0 0,9 0 0 15,2 1 480-15,1-5 96 0,1-2 32 0,-1 0 0 16,0 0 112-16,0 2 32 0,1-4 0 0,-1 0 0 16,-2-2-240-16,-1 1-32 0,-1 3-16 0,-2-2 0 15,-2 0-336-15,-2 1 0 0,0 0 0 0,-11 1 128 16,10 0-1696-16,-10 0-336 0,0 0-64 0,0 0-14528 16</inkml:trace>
  <inkml:trace contextRef="#ctx0" brushRef="#br1" timeOffset="28121.87">24836 5373 18431 0,'0'0'1632'0,"0"0"-1312"15,-1-9-320-15,1 9 0 0,0 0 3392 0,0 0 592 0,0 0 128 16,0 0 32-16,-3 13-2480 0,2 7-512 0,-1 7-80 0,0 4-32 15,-1 3-400-15,0 4-64 0,0 4-32 0,-3 1 0 16,1-1-368-16,0 3-176 0,0 3 160 0,-1-1-160 16,3-4 128-16,-1-5-128 0,0-3 0 0,2-6 0 0,0-2 0 0,1-3 0 15,1-3-208-15,0-2 64 16,-2-4-560-16,2-4-128 0,0-11 0 0,-1 11-16 16,1-11-2304-16,0 0-464 0</inkml:trace>
  <inkml:trace contextRef="#ctx0" brushRef="#br1" timeOffset="28480.75">24870 5545 21183 0,'13'-9'1888'0,"5"1"-1504"16,4 1-384-16,2 0 0 0,0 2 2816 0,1 1 512 16,1 1 80-16,-4 5 32 0,-2 3-1760 0,-3 1-336 15,-3 5-80-15,-2-1-16 0,-5 2-688 0,-4 2-144 16,-3-1-32-16,-2 2 0 0,-3 0-256 0,-6 2-128 0,-2 3 0 0,-3-3 128 15,0 0-128-15,-3 2-272 16,0 2 64-16,0-1 16 0,1-3-128 0,0-3 0 16,0-1-16-16,-1-1 0 0,1-2 336 0,3-2-144 15,0-2 144-15,1-2 0 0,1-2 0 0,2-2 0 0,2-3 0 0,0-1 0 16,1-1 224-16,8 5 48 0,0 0 16 0,0 0 0 16,0 0 112-16,0 0 32 0,0 0 0 0,7 9 0 15,2 4 16-15,3 1 0 0,2 3 0 0,0 3 0 16,2 3 32-16,4 3 16 0,0-2 0 0,1-1 0 15,-2-2-176-15,-1 0-16 0,1-3-16 0,1 1 0 16,-2-1-160-16,0-1-128 0,-2 0 144 0,1-3-144 16,-1-2 0-16,-2 1-240 0,-1-4 32 0,0 0 0 15,0-1-608-15,-2 0-112 16,-4-2-32-16,-7-6-11568 0,11 4-2320 0</inkml:trace>
  <inkml:trace contextRef="#ctx0" brushRef="#br1" timeOffset="29308.05">26502 6584 24879 0,'0'0'2208'16,"0"0"-1760"-16,0 0-448 0,0 0 0 15,0 0 2064-15,0 0 336 0,0 0 64 0,0 0 16 0,-7 11-1344 0,0 1-272 16,-1 1-48-16,-3 1-16 0,0 2-800 0,-4 3 0 15,-2-1-224-15,-4 5 48 16,-3-1-2352-16,-1 1-480 0,-1 1-80 0</inkml:trace>
  <inkml:trace contextRef="#ctx0" brushRef="#br1" timeOffset="29864.32">27046 6244 12895 0,'0'0'576'0,"0"0"112"0,0 0-560 0,0 0-128 0,0 0 0 0,0 0 0 15,0 0 4080-15,0 0 784 0,0 0 144 0,0 0 48 16,-2 17-3040-16,-2 4-608 0,0 5-112 0,-1 1-16 16,-1 6-816-16,1 1-144 0,-2 1-48 0,2-1 0 15,0 0-96-15,-1-3-32 0,2-1 0 0,3-6 0 16,1-6 0-16,1-3 0 0,3 0 0 0,2-5 0 0,0-2 48 0,5-4 0 16,2-5 0-16,2-6 0 0,3-3 64 15,5-6 32-15,1-5 0 0,4 0 0 0,2-1-128 0,0-3-32 16,0-1 0-16,-3 0 0 0,-1 2-128 0,-2 0 0 15,-3-2 144-15,-5 4-144 0,-2 1 688 0,-4 4 64 16,-2 4 16-16,-3 3 0 0,-5 10-304 0,0 0-48 16,0 0-16-16,-5 11 0 0,-3 8-96 0,0-1-32 15,-1 1 0-15,0 3 0 0,0 2-272 0,2-2 0 16,3 0 128-16,3-3-128 0,5-5 0 0,1 2 0 16,3-7 0-16,1 1 0 0,2-5 320 0,0 0-32 15,2-3-16-15,3-2 0 0,-2-5 112 0,2-2 32 16,0-5 0-16,-1 2 0 0,0-1-128 0,-1 1-32 0,0-3 0 15,-1 0 0-15,-2 0-256 0,-1 3 160 16,-2-5-160-16,-2 3 128 0,0-1-128 0,-2-1 0 0,-3-6 144 0,-2 2-144 16,-1 0 0-16,0 2 0 15,-1 3 0-15,0 2-128 16,1 1-1184-16,-1 3-224 0,3 7-64 0,0 0 0 16,0 0-2384-16,-5 9-496 0</inkml:trace>
  <inkml:trace contextRef="#ctx0" brushRef="#br1" timeOffset="30147.43">27670 6736 911 0,'0'0'0'0,"0"0"0"0,0 0 0 0,0 0 0 0,9-6 0 0,-9 6 0 16,8-9 7296-16,-3 0 1360 0,0-3 288 0,-1 5 48 0,2-5-6672 0,-1 0-1328 15,0 0-272-15,2-1-48 0,-2-1-384 0,1 1-80 16,-1-1-16-16,1 2 0 0,-1 4 176 0,-5 8 16 15,4-13 16-15,-3 3 0 0,-1 0 112 0,0 10 32 16,0 0 0-16,0 0 0 0,-10-2-64 0,-1 2-16 16,0 5 0-16,-1 0 0 0,0 0-192 0,-1 2-32 15,-3 0-16-15,2 0 0 0,1 1-224 0,1 1 128 16,2 3-128-16,2-5 0 0,8-7 0 0,0 0-192 16,-9 3 16-16,9-3 0 15,0 0-1424-15,0 0-272 0,0 0-64 0,0 0-16 16,0 0-1552-16,0 0-304 0</inkml:trace>
  <inkml:trace contextRef="#ctx0" brushRef="#br1" timeOffset="31735.2">27628 6565 15775 0,'0'0'336'0,"0"0"80"0,0 0 16 0,0 0 16 0,0 0-448 0,0 0 0 0,-7 6 0 0,7-6 0 0,-10 6 1072 0,1 0 112 16,0 3 32-16,1-2 0 0,1-1-112 0,0 2-16 16,0 2 0-16,2 2 0 0,0 0-112 0,1 1-16 15,0 0-16-15,0 0 0 0,2 0-368 0,-1 1-80 16,2-1-16-16,1-2 0 0,0-11-32 0,1 12-16 16,-1-12 0-16,0 0 0 0,0 0-16 0,8 9 0 15,-8-9 0-15,10 6 0 0,-10-6 144 0,12-1 16 16,-1-2 16-16,-1-1 0 0,-1-2-32 0,0-1-16 15,-1 0 0-15,0 0 0 0,0-2-240 0,-2 1-48 16,-1-1-16-16,1 2 0 0,-1 1-240 0,-5 6 128 16,6-7-128-16,-6 7 0 0,3-11 0 0,0 2 0 15,0 2-128-15,-3 7 128 16,0 0-736-16,0 0-32 0,0 0-16 0,0 0-14896 0</inkml:trace>
  <inkml:trace contextRef="#ctx0" brushRef="#br1" timeOffset="34697.58">28021 6175 12895 0,'0'0'1152'15,"0"0"-928"-15,-8 0-224 0,8 0 0 16,0 0 2800-16,0 0 512 0,0 0 96 0,0 0 32 16,0 0-1232-16,0 0-240 0,0 0-48 0,0 0-16 0,0 0-560 0,10-1-128 15,3-2 0-15,2 0-16 16,-1 0-448-16,0 0-96 0,1-1-16 0,0 1 0 0,1 3-432 0,-2-2-80 15,1 1-128-15,-1-1 176 0,2 1-368 0,-3 1-80 16,-13 0-16-16,12 0 0 16,-12 0-1568-16,10 0-304 0,-10 0-64 0</inkml:trace>
  <inkml:trace contextRef="#ctx0" brushRef="#br1" timeOffset="34883.96">27794 6410 22111 0,'0'0'976'0,"12"4"208"0,5-3-944 0,3 1-240 16,7-2 0-16,0 0 0 0,0 0 2432 0,1-2 432 15,0-1 80-15,1 2 32 0,-3-2-1504 0,-1-1-288 16,-2 1-64-16,1-1-16 0,-2 1-864 0,-1-2-240 16,-2 1 0-16,0 1-10848 0,-2 2-2240 15</inkml:trace>
  <inkml:trace contextRef="#ctx0" brushRef="#br1" timeOffset="35385.28">28730 6159 12895 0,'0'0'1152'0,"0"0"-928"16,0 0-224-16,0 0 0 0,0 0 3616 0,12-4 672 15,2-1 144-15,6 1 32 0,4 0-2160 0,5-1-448 0,4 3-64 0,3 0-32 16,5 0-528-16,0 0-96 0,0 0-32 0,2-1 0 15,-3-1-272-15,3 0-64 0,3 0-16 0,-1 1 0 16,1 3-384-16,0 1-80 0,-1 1-16 0,0 1 0 16,-4 1-272-16,-3-3 0 0,-4 1 0 0,-3 0-144 15,-5-1-656-15,-2-1-128 0,-3 0-32 0,-6 0 0 16,-4 0-1120-16,-11 0-224 0,0 0-64 0,0 0-12720 16</inkml:trace>
  <inkml:trace contextRef="#ctx0" brushRef="#br1" timeOffset="35553.71">29268 5528 23039 0,'0'0'2048'0,"0"0"-1648"16,0 0-400-16,0 11 0 0,-1 2 3200 0,-1 4 576 15,-1 2 96-15,-2 5 32 0,-3-1-2560 0,0 1-512 16,0 3-112-16,-1 2-16 0,-3-1-432 0,2 4-80 15,0 0-32-15,-1 2 0 16,1 0-1776-16,-1 4-368 0,0 2-64 0</inkml:trace>
  <inkml:trace contextRef="#ctx0" brushRef="#br1" timeOffset="36118.94">28686 6627 19343 0,'0'0'848'0,"0"0"192"0,0 0-832 0,1 13-208 15,0 3 0-15,1 0 0 0,-2-1 1536 0,1 1 272 16,-2 2 48-16,1 1 16 0,0-1-1216 0,0 3-240 16,0-3-48-16,2 0-16 0,2-5-32 0,0 0-16 15,1-2 0-15,2-1 0 0,-7-10 64 0,9 8 16 16,-9-8 0-16,9 6 0 0,-9-6 0 0,0 0 16 16,0 0 0-16,13-2 0 0,-3-3 64 0,0-2 16 15,-3-1 0-15,1-4 0 0,0-2-160 0,0-5-16 16,-2-1-16-16,1 0 0 0,-1-3-96 0,2 1-32 15,-1-3 0-15,-1 0 0 0,0 1-32 0,-1-5 0 16,-3-1 0-16,0 0 0 0,-1 0 256 0,-1 0 32 16,-1-1 16-16,1 1 0 0,0 0 272 0,2 4 64 0,2 2 16 0,0 6 0 15,0 4-16-15,1 3 0 16,0 2 0-16,2 2 0 0,1 0-288 0,1 3-64 0,3 1-16 0,2 2 0 16,2 0-208-16,3 3-32 15,3 2-16-15,3 0 0 0,2 0-144 0,2 0 0 0,1 1-160 0,0 1 160 16,0-2 0-16,3 4 0 0,2-3 0 0,0-1 0 15,-1 0 0-15,0-1 0 0,0-1 0 0,0 0 160 16,0-1-160-16,-2 0 0 0,-4 2 0 0,-4-3 0 16,-1 0 0-16,-5 0 0 0,-5 0 0 0,-1-3 0 15,-12 3 0-15,9-2 0 0,-9 2 0 0,0 0 0 16,0 0-1488-16,0 0-176 0,0 0-48 0,0 0-10304 16,-11 1-2064-16</inkml:trace>
  <inkml:trace contextRef="#ctx0" brushRef="#br1" timeOffset="36502.71">29078 6511 34319 0,'0'0'1520'0,"8"8"320"0,-8-8-1472 0,8 12-368 15,-2-2 0-15,-2 2 0 0,-1 0 816 0,-2 1 80 16,-2 1 32-16,-2 2 0 0,-1 2-656 0,-1 0-128 15,0 3-16-15,-2-1-128 0,1-5 0 0,-1 4-224 16,-1-2 16-16,2 0 0 0,-1-3-32 0,4 2 0 0,-1-1 0 0,2-2 0 16,2-13 240-16,0 11 0 15,0-11 0-15,0 0 0 0,0 0 0 0,6 10 240 0,-6-10-48 0,9 8-16 16,-9-8 272-16,13 8 48 0,-2-2 16 0,2 1 0 16,0-1-128-16,1 1 0 0,-1 1-16 0,0-1 0 15,-2 1-224-15,1 0-144 0,0 0 192 0,1-2-192 16,-3 0 0-16,1 0 0 0,-1-3 0 0,-1 1 0 15,-9-4 0-15,9 2 0 0,1 2 0 0,-10-4 0 16,0 0 0-16,0 0-304 0,11-2 64 0,-11 2 16 31,0 0-1200-31,11-4-240 0,-2-2-64 0,-3 0 0 16,-6 6-1920-16,6-12-400 0,1-6-80 0,6 8-16 0</inkml:trace>
  <inkml:trace contextRef="#ctx0" brushRef="#br1" timeOffset="36802.75">29738 6638 14735 0,'4'-9'1312'0,"-4"9"-1056"16,0 0-256-16,2-8 0 0,0 1 3696 0,-2 7 672 15,0 0 144-15,-10-4 32 0,0 2-2208 0,-2-1-432 16,-2 5-96-16,-3 1-16 0,-4 3-896 0,0 0-176 15,0 1-32-15,-1 2-16 0,-2 0-304 0,-1 3-64 16,0 2-16-16,3 0 0 0,1 1 0 0,4 0 0 16,1 1 0-16,6 2 0 0,2 3 176 0,4-3 48 15,2 3 0-15,6 1 0 0,5 1-48 0,2-3 0 0,4 0 0 0,3 0 0 16,5-2-272-16,2-1-48 0,-1-4-16 0,2-2 0 16,0 0-128-16,0-3 0 0,0-2 0 0,0-2 0 31,-1-3-400-31,-3 1-112 0,-1-4-32 0,-2 1 0 15,0-1-1376-15,-5-2-288 0,-2-2-48 0,-4 0-9440 0,-3-2-1872 0</inkml:trace>
  <inkml:trace contextRef="#ctx0" brushRef="#br1" timeOffset="39338.43">29085 6553 5519 0,'0'0'496'0,"0"0"-496"0,0 0 0 0,0 0 0 0,-16-13 2000 0,16 13 304 0,0 0 64 0,0 0 16 16,0-12-688-16,0 12-144 0,1-9-16 0,-1 9-16 15,0 0-48-15,3-9-16 0,-2 0 0 0,-1 9 0 0,5-8-32 0,-5 8 0 16,6-9 0-16,-1 1 0 0,-5 8-416 0,5-9-96 16,-5 9-16-16,7-6 0 0,-1-2-384 0,-6 8-64 15,5-8-32-15,-5 8 0 0,0 0-256 0,0 0-160 16,0 0 192-16,0 0-192 0,0 0 160 0,0 0-160 16,0 0 128-16,0 0-128 0,0 0 240 0,0 0-48 15,0 0 0-15,2 12 0 0,-2-2 128 0,0 0 32 16,-2 1 0-16,1-1 0 0,0-1 32 0,-1 3 16 15,0 3 0-15,-1-2 0 0,-1 1-144 0,0 2-16 16,0-1-16-16,1 3 0 0,-1 2-224 0,1 0 144 16,-1-1-144-16,2-3 128 0,-1-1-128 0,2 2 0 15,-2-2 0-15,2-1 0 0,-1-1 0 0,2 0 0 16,-1 0 0-16,0-1 0 0,-1 0 0 0,2-12 0 16,-1 13 0-16,1-13 0 0,-1 10 0 0,1-10 128 0,0 0-128 0,0 0 0 15,0 0 0-15,0 0 128 16,0 0-128-16,0 0 0 0,0 0 176 0,0 0-48 15,0 0-128-15,0 0 192 0,0 0-192 0,-1-9 176 16,-1-1-176-16,2-2 160 0,2 0-160 0,0 2 0 16,-1-1 0-16,2 1 128 0,0-2-128 0,-1-1 128 0,1 0-128 0,0 0 128 15,-2-1 32-15,0-1 0 16,0 0 0-16,1 2 0 0,-1 0 64 0,-1 2 16 0,-1-2 0 0,-1 1 0 16,1 3-80-16,1 9-16 0,-2-9 0 0,2 9 0 15,0 0-16-15,0 0-128 0,-3-9 192 0,3 9-64 16,0 0-128-16,0 0 0 0,0 0 144 0,0 0-144 15,0 0 0-15,0 0 128 0,-9 5-128 0,2 2 0 16,2 0 0-16,1 4 0 0,0 2 0 0,0 3 0 0,0-1 0 16,0 2 0-16,1 0 0 0,-3 1 0 0,4 2 0 0,-1-2 0 15,1-1 0-15,0 0 0 0,0-4 0 0,0-2 0 16,1 2 0-16,1-13 0 0,0 0 0 0,1 13 0 16,-1-13 0-16,0 0 0 0,0 0 0 0,0 0 0 15,0 0 0-15,0 0-128 0,0 0 128 0,0 0 0 16,9-9 0-16,1-1 0 0,-4 0 0 0,-1 0 0 15,-1-1 0-15,0-2 0 0,0 0 0 0,0 0 0 16,-1-3 0-16,0-2 0 0,0 0 0 0,0 0 128 16,-1-2-128-16,1 3 0 0,-2-2 0 0,1-1 0 15,-2 0 0-15,1 6 128 0,0 1-128 0,0 4 0 16,-1 9 0-16,0 0 128 0,2-8-128 0,-2 8 0 16,0 0 0-16,0 0 128 0,0 0-128 0,-5 11 0 15,1-4 0-15,0 5 0 0,1-2 0 0,0 4 0 0,1-5 0 0,1 2 0 16,-2 2 0-16,2 0 0 15,-2 2 0-15,0-1 0 0,2 3 0 0,0-3 0 0,0 2 0 0,-1 0 0 16,0-2 0-16,-1 0-128 0,-2 1 128 0,2-1 0 16,2-1 0-16,-3 1 0 0,0 0 0 0,1-3 0 15,3-11 0-15,-2 13 0 0,-1-1 0 0,3-12 0 16,0 0 0-16,-2 12 0 0,2-12 0 0,0 0 0 16,0 0 0-16,0 0 0 0,-3 10 0 0,3-10 128 15,0 0-128-15,0 0 0 0,0 0 0 0,0 0 0 16,0 0 0-16,0 0 0 0,0 0 0 0,0 0 0 15,0 0 144-15,0 0-144 0,0 0 192 0,0 0-192 16,0 0 288-16,10 4-48 0,-10-4-16 0,12 4 0 16,-12-4-96-16,11 7-128 0,-2-1 176 0,0 1-176 0,-1-1 128 0,0 1-128 15,-8-7 0-15,10 7 0 0,0 1 0 0,1-1 0 16,-1-2 0-16,1 0 0 0,-11-5 0 0,11 4 0 16,0 0 0-16,-1-1 0 0,-10-3 0 0,11 2 0 15,-11-2 0-15,11 2 0 0,-11-2 144 0,11 0-144 16,-11 0 0-16,10-2 144 0,-10 2-144 0,9-4 0 15,-9 4 144-15,8-5-144 0,-8 5 0 0,0 0 144 16,0 0-144-16,0 0 0 0,0 0 0 0,0 0 0 16,0 0 0-16,0 0 0 15,0 0-1600-15,0 0-320 0,0 0-64 0</inkml:trace>
  <inkml:trace contextRef="#ctx0" brushRef="#br1" timeOffset="81033.73">27005 11540 9215 0,'0'0'816'0,"4"-9"-656"16,-1 0-160-16,1-2 0 0,-4 11 3776 0,5-10 736 15,-1 2 144-15,-4 8 16 0,0 0-2320 0,0 0-480 16,0 0-80-16,0 0-32 0,0 0-512 0,8 13-96 16,-3 5-32-16,-1 10 0 0,-2 2-624 0,0 6-128 15,-2 4-32-15,-3 5 0 0,-1 2-208 0,-1 0-128 16,0-4 128-16,1-13-128 0,-1 2 144 0,1 3-144 15,-3-1 192-15,1-1-192 0,-2-2 208 0,0 0-64 0,-1 2-16 0,0-4 0 16,1-3-128-16,-3-3 160 16,1-2-160-16,-2-1 160 0,1-7-160 0,-1-2 192 0,0 0-192 0,0-3 192 15,1-6 96-15,-2-2 32 16,0-2 0-16,0-6 0 0,-2-3 0 0,2 0 16 16,-1-7 0-16,-1-1 0 0,1-2-192 0,0-1-144 15,-1-5 192-15,0-1-192 0,-1 0 0 0,-7-11 0 16,4 3 0-16,6 6-144 0,6 4 144 0,3 8 0 0,2 1-144 0,6 5 144 15,4 5 0-15,4 3 0 0,1 4 0 16,5 4 0-16,6 0 0 0,2 2 192 0,0 3-192 0,-5 2 192 16,2 0-192-16,3 4 0 0,-1 2 144 0,0-2-144 15,1 6 0-15,-2 1 0 0,1 2 0 0,1 1 0 16,0-1 0-16,0 1 0 0,-1-1 0 0,0-1-192 16,0-1-112-16,-2-1-16 0,-2 1-16 0,-3-2 0 15,-3-3-240-15,-2 0-32 0,-2 0-16 0,-1-2 0 16,-4-4-2016-16,-1-2-416 0</inkml:trace>
  <inkml:trace contextRef="#ctx0" brushRef="#br1" timeOffset="81223.11">27353 11945 23951 0,'0'0'2128'0,"0"0"-1696"16,0 0-432-16,15 0 0 0,0 2 2320 0,0-2 384 15,-1 0 80-15,0 0 16 0,-1-2-1216 0,-2 1-240 16,2 1-64-16,5-1 0 0,-2 1-816 0,-6 0-160 16,1 0-48-16,4 0 0 15,-2 2-1120-15,0 2-224 0,-1 0-64 0,-2 1 0 16,-10-5-1872-16,10 9-384 0</inkml:trace>
  <inkml:trace contextRef="#ctx0" brushRef="#br1" timeOffset="81374.6">27385 12086 14735 0,'0'0'1312'0,"0"0"-1056"0,0 0-256 0,0 0 0 16,0 0 3520-16,9 4 656 0,1 1 128 0,1-1 32 15,-1 0-2816-15,3 1-560 0,0-2-128 0,1 1 0 16,2 0-432-16,0-2-80 0,1 1 0 0,6 1-16 16,-1-2-1488-1,-1 0-288-15,0-1-64 0</inkml:trace>
  <inkml:trace contextRef="#ctx0" brushRef="#br1" timeOffset="82155.1">28038 11728 27519 0,'-4'-11'1216'0,"4"11"256"15,-3-12-1168-15,1 3-304 0,-1 0 0 0,3 9 0 0,-3-6 1744 0,3 6 304 16,0 0 48-16,0 0 16 0,-6 10-960 0,1 10-192 16,1 4-48-16,1 8 0 0,2 4-528 0,-2 1-128 15,1 0 0-15,-1 5-16 0,2-5-64 0,1-1-16 16,1 1 0-16,3-7 0 0,1-3-160 0,4-2 128 16,2-3-128-16,2-4 128 0,-2-5-128 0,1-5 192 15,0-3-192-15,0-3 192 0,-1-8-32 0,2-1 0 16,0-5 0-16,2-4 0 0,2-3 32 0,-2-5 0 15,0-6 0-15,-1 2 0 0,2 0-192 0,-1-1 0 16,-2-2 0-16,0 1 0 0,-1 1 0 0,-1 2 0 16,-4 0 0-16,1 2 0 0,-1 4 0 0,-1 2 0 15,0 4 128-15,-1 7-128 0,-5 8 0 0,0 0 0 0,1 12 144 0,-1 6-144 16,-1 7 256-16,-3 0-32 16,0 1 0-16,0 5 0 0,1 3-224 0,1 3 0 15,0-3 0-15,2-1 0 0,4 0 0 0,3-3 0 16,2-5 0-16,1-4 0 0,1-2 352 0,2-6 32 0,0-1 0 0,3-5 0 15,-3-5 192-15,1-3 32 0,0-2 16 0,1-5 0 16,-1-3-80-16,-1-4-16 16,1 0 0-16,-2-2 0 0,-3-4-80 0,3-1-32 15,-3-2 0-15,-1 2 0 0,-3-3-144 0,-1-1-16 0,-1-2-16 0,1 0 0 16,-4 1-112-16,0 1 0 0,1 0-128 0,0 5 192 16,1 1-192-16,0 3 0 0,2 3 0 0,-1 6-160 15,-3 8-672-15,0 0-128 0,0 0-16 0,1 8-8736 31,0 6-1744-31,1 2-336 0</inkml:trace>
  <inkml:trace contextRef="#ctx0" brushRef="#br1" timeOffset="82456.14">28776 12232 29423 0,'0'0'1296'0,"-4"10"288"0,0 1-1264 0,1 1-320 15,-1 1 0-15,2 1 0 0,-1-1 1408 0,2 0 240 16,-1-2 32-16,2-11 16 0,3 11-384 0,-3-11-80 16,11 8-16-16,-1-1 0 0,2-5-608 0,1-3-128 0,0-4-32 0,1-2 0 15,2-2 16-15,1-4 0 0,-2-3 0 0,1 1 0 16,-2-2-176-16,-2 0-32 0,-3 1-16 0,-1 1 0 16,0-2-48-16,-4 2-16 15,-4-3 0-15,-2 4 0 0,0 1 144 0,-3 2 16 16,-6-3 16-16,-1 5 0 0,1-2 0 0,-2 5 0 15,0 1 0-15,-2 2 0 0,1 3-352 0,-2 3 144 16,1 2-144-16,-2 3 0 0,-2 1-144 0,5-1-144 16,1-1-32-16,1 1 0 15,2-1-2080-15,1-1-416 0,1-4-96 0</inkml:trace>
  <inkml:trace contextRef="#ctx0" brushRef="#br1" timeOffset="84688.64">26841 9884 8287 0,'0'0'736'0,"0"0"-592"15,0 0-144-15,0 0 0 0,0 0 3680 0,0 0 704 16,0 0 144-16,0 0 16 0,0 0-2240 0,0 0-464 16,0 0-96-16,4 8-16 0,-2 2-752 0,-2 3-144 15,0 3-48-15,-1 5 0 0,-1 4-288 0,0 5-64 0,1 1-16 0,0 4 0 16,-3-1-80-16,1 5-16 0,-1-2 0 0,0 0 0 15,-1-1-160-15,-3-2-32 0,-2-3-128 0,-1-1 192 16,0-3-192-16,-2 1 144 0,-3 0-144 0,2-3 128 16,-2 0-128-16,0 0 192 0,-1-1-192 0,0-2 192 15,2-1-192-15,4-8 160 0,0-2-160 0,-6 2 160 16,2-3-160-16,1-3 160 0,-3-5-160 0,1 0 160 0,1-4-16 0,-1 0 0 16,3-3 0-16,0-3 0 0,0-4 16 0,0-2 0 15,1-3 0-15,1-5 0 0,-1-2 128 0,1-1 32 16,4 1 0-16,3-1 0 0,4 1-160 0,4 3-32 15,3 1 0-15,0 9 0 0,2-4-128 0,7-4 0 16,1 4 0-16,3 4 128 0,3 5-128 0,1 2 128 16,1 2-128-16,-5 4 128 0,4 2-128 0,14 4 0 15,-4 3 0-15,-9 0 0 0,2 2 0 0,1 0 128 16,-2 4-128-16,12 9 0 0,-3 0 0 0,-4 4 0 16,-5 5 0-16,-1 0 0 0,-3-2 0 0,-1-3-320 15,-3-5 48-15,-2-3 16 0,-2-1 256 0,-2-2 0 16,-4-1 0-16,0-3 0 0,-2-2 0 0,-2-4 0 15,-4-9 0-15,0 0 0 0,1 9 0 0,-1-9-256 16,0 0 48-16,0 0-11648 16,0 0-2336-16</inkml:trace>
  <inkml:trace contextRef="#ctx0" brushRef="#br1" timeOffset="89539.39">27667 9902 13823 0,'0'0'608'0,"0"0"128"0,-7-4-592 0,7 4-144 15,-9-2 0-15,9 2 0 0,0 0 2416 0,0 0 448 16,0 0 80-16,0 0 32 0,0 0-1424 0,5 14-272 16,3 2-64-16,3-2-16 0,5-1-352 0,5 0-64 15,4-2-16-15,2-1 0 0,2 3-128 0,2-2-48 0,2-1 0 0,-2 0 0 16,-1 0-96-16,0-3-32 0,-4 0 0 0,-1 1 0 15,-3-2-144-15,-3 1-48 0,-2-1 0 0,-5 1 0 16,-3-1-112-16,-2 3-32 0,-3 3 0 0,-3 1 0 16,-4 2 96-16,-3 3 16 0,-3 3 0 0,-4 3 0 0,-7 2-48 0,-2 3-16 15,-3-3 0-15,-1 3 0 0,-3-2-176 0,-2 1 0 16,-2-2 0-16,1-1 0 16,-1-2 0-16,3 2-256 0,0-4 64 0,6-2 16 15,3-1-400-15,2-2-96 0,2-3-16 0,4-1 0 16,4-2-1696-16,9-10-352 0,0 0-64 0</inkml:trace>
  <inkml:trace contextRef="#ctx0" brushRef="#br1" timeOffset="90022.78">28455 10059 17503 0,'0'0'1552'0,"0"0"-1232"15,0 0-320-15,-8 5 0 0,2 1 2656 0,0 4 480 16,1 0 80-16,0 4 32 0,1 2-1456 0,0 4-304 16,0 2-48-16,0 1-16 0,0 1-928 0,2-1-192 15,0-1-48-15,4-1 0 0,0-1-64 0,4-3 0 16,0-2-16-16,2 0 0 0,1-5 80 0,2-2 0 0,0-3 16 0,2-2 0 15,2-3 160-15,-1-3 16 0,-1-2 16 0,1-4 0 16,2 0-96-16,0-6-32 0,-1 0 0 0,0 2 0 16,-2-6-144-16,0 1-48 0,-3-1 0 0,-1-1 0 15,0 0-144-15,-1 2 0 0,-3 3 0 0,2 2 0 16,-3 0 0-16,-4 13 0 0,5-8 128 0,-5 8-128 16,0 0 0-16,0 0 0 0,0 14 0 0,0 6 0 0,-1 0 0 0,1 3 0 15,0-1 192-15,2-1-64 0,1-2-128 0,0-2 0 16,3-1 0-16,2 1 128 0,2 0 48 0,2-4 0 15,1-4 0-15,0-3 0 0,0-2 224 0,0-4 48 16,2-1 16-16,0-4 0 0,1-3 160 0,-1-3 16 16,0 0 16-16,-2-1 0 0,0-1-208 0,-1 0-32 15,-2 0-16-15,1-1 0 0,-2-1-208 0,-3 1-32 16,-2-2-16-16,-1 1 0 0,-3-2-144 0,-2 1 0 16,-2 0 0-16,-1 5 0 15,0-2-1072-15,1 3-192 0,0 4-32 0,4 6-16 16,0 0-1984-16,0 0-400 0,-6 6-80 0</inkml:trace>
  <inkml:trace contextRef="#ctx0" brushRef="#br1" timeOffset="90289.89">29111 10514 911 0,'0'0'0'0,"8"10"0"0,-8-10 0 0,7 7 0 15,-7-7 6176-15,0 0 1152 0,11 0 224 0,-11 0 64 16,12-3-3968-16,-3-3-768 0,-2-5-176 0,1 1-16 15,0-2-1088-15,0-1-192 0,-2 1-64 0,2-2 0 16,0 1-768-16,-1 0-144 0,-1-2-48 0,-1 2 0 16,-1 2-144-16,0 0-48 0,-1 0 0 0,-2 0 0 15,-1 11 32-15,-3-10 0 0,3 10 0 0,-6-7 0 0,-3 5-96 16,0 0 0-16,0 4-128 0,-2 1 192 0,1 3-192 0,-2 1 0 16,0 1 0-16,-1 1 0 15,-1 1-384-15,0 0-32 0,-1 0 0 0,2 1 0 16,0-1-3136-16,0 1-624 0</inkml:trace>
  <inkml:trace contextRef="#ctx0" brushRef="#br1" timeOffset="91491.05">27066 12900 911 0,'0'0'0'0,"6"-10"0"0,-4 1 0 0,-2 9 0 0,7-9 0 0,1 3 0 16,-8 6 6592-16,0 0 1248 16,0 0 240-16,11 5 48 0,-1 5-5312 0,-4 6-1088 0,-1 2-192 0,-1 7-64 15,-3 8-896-15,-2 0-176 0,-1 5-32 0,-2 4-16 16,0 4-192-16,-4 2-32 0,-4 0-128 0,-1 0 192 16,0 1-192-16,4-18 0 0,0 3 0 0,-3-2 0 15,-1 1 0-15,1-2 144 0,-2-1-144 0,0-4 128 16,1-4 0-16,-2-2 0 0,0-2 0 0,0-5 0 15,0-2 80-15,2-5 16 0,-2-2 0 0,1-4 0 16,0-2 96-16,-1-2 0 0,1-7 16 0,0-1 0 16,1-2-128-16,-1-2-16 0,0-4-16 0,-5-10 0 15,2-4-176-15,4 5 0 0,3 0 0 0,5 5 0 16,4 0 160-16,4 5-160 0,0 3 192 0,5 4-192 16,3 3 400-16,2 4-16 0,1 4-16 0,6 4 0 0,2 3-32 0,0 3 0 15,0 3 0-15,2 2 0 0,2 2-144 0,1 0-16 16,-1 4-16-16,-8-6 0 0,2 2-160 0,2 4 0 15,3-1 144-15,0 1-144 0,1-2 0 0,0 4 0 16,1-2 0-16,2 3 128 0,0-3-128 0,-2 1 0 16,-4 1-176-16,0-1 176 0,-3-2-256 0,0 1 32 15,-3-6 16-15,4 6 0 16,-6-5-1104-16,-3-6-224 0,-3-2-32 0,-9-7-10288 16,9-1-2064-16</inkml:trace>
  <inkml:trace contextRef="#ctx0" brushRef="#br1" timeOffset="91791.04">28104 13125 27647 0,'0'0'2448'0,"0"0"-1952"16,0 0-496-16,-1 14 0 0,-3 1 2096 0,-2 0 320 15,-5 2 64-15,-2 3 16 0,-5 2-1456 0,-4 2-272 16,-2 0-64-16,-5 2-16 0,-1 0-688 0,-2 2 0 0,-3-2 0 0,-1-3-176 31,1-4-240-31,1 0-48 0,2 1-16 0,2 1 0 0,1-4 336 0,7 0 144 0,2-1-128 0,5 0 128 16,3-3 208-16,4-1 128 0,3 0 32 0,4 1 0 15,1-13 256-15,5 11 48 0,3 1 16 0,5 1 0 16,2-4-288-16,5 2-48 0,3-2-16 0,6 1 0 0,4 2-112 0,3 0-32 16,2-2 0-16,0-2 0 15,0 1-192-15,-3-1 0 0,0 0 0 0,-4-2-160 16,-2 1-2000-16,-3 1-400 0,-2-2-64 0,-10-1-13504 15</inkml:trace>
  <inkml:trace contextRef="#ctx0" brushRef="#br1" timeOffset="92441.04">28383 13263 27935 0,'0'0'1232'0,"0"0"256"0,0 0-1184 0,0 0-304 16,0 0 0-16,9 7 0 0,-9-7 1152 0,7 14 160 15,-2 4 32-15,0 6 16 0,-1 5-960 0,1 1-192 16,-1 1-32-16,2 3-16 0,-1 0-160 0,3-3 0 15,-3 2 144-15,1-4-144 0,3 0 288 0,2-5-16 16,-3-3 0-16,1-3 0 0,1-5 128 0,1-3 32 16,-2-3 0-16,3-3 0 0,-1-4-32 0,1-6 0 15,0-4 0-15,1-4 0 0,0-6-48 0,1-3-16 16,2-3 0-16,-2-3 0 0,2-4-336 0,-2 5-192 16,-2-6 32-16,1 2 0 0,0-1 160 0,-3 0-160 15,-3 2 160-15,2 5-160 0,-1 6 160 0,0 6 0 0,-3 5 0 16,-5 9 128-16,0 0-128 0,0 0 0 15,4 18 0-15,-2 7 0 0,0 2 0 0,2 2-128 0,0 1 128 0,1-3-192 16,1 0 192-16,3 1 0 0,3-1 0 0,0-1 0 16,1-1 464-16,0-2 32 0,0 0 0 0,0-4 0 15,1-6 176-15,1-5 32 0,-1-3 16 0,-1-3 0 16,1-4 160-16,-1-3 16 0,0-3 16 0,1-4 0 16,-1-1-208-16,-2-2-32 0,1-1-16 0,-3-2 0 15,-2-3-256-15,-1-1-48 0,-5-2-16 0,-1 0 0 16,-2-4-336-16,-3 2 144 0,-1 0-144 0,1 3 0 31,-1-1-944-31,0 5-288 0,1 3-64 0,0 4-16 16,0 2-2352-16,5 10-480 0</inkml:trace>
  <inkml:trace contextRef="#ctx0" brushRef="#br1" timeOffset="92745.02">29227 13664 16575 0,'-2'13'1472'0,"1"4"-1168"15,-1 2-304-15,0 3 0 0,0 2 3088 0,0-1 560 16,2-2 128-16,0 1 0 0,0-5-1728 0,3 0-368 16,0-1-64-16,0-3-16 0,-3-13-688 0,8 10-144 15,1-2-16-15,2-3-16 0,1-5-160 0,-2-2-16 0,-1-2-16 0,2-5 0 16,-1-3 112-16,2-1 32 15,-2-2 0-15,1 0 0 0,-2-1-224 0,-2 1-32 0,0-2-16 16,-3 1 0-16,-1 2 32 0,-5 1 16 0,0 1 0 0,-2-1 0 16,-3 1-208-16,-1 4-64 0,-2 3 0 0,-2 2 0 15,0 2-192-15,-1 4 0 0,0 2-144 0,-1 1 144 32,-2 2-992-32,1 3-96 0,0-1-32 0,2 1-12032 0,2-1-2400 0</inkml:trace>
  <inkml:trace contextRef="#ctx0" brushRef="#br1" timeOffset="93702.37">29051 10325 1839 0,'0'0'0'0,"0"0"160"0,0 0-160 0,0 0 0 15,0 0 0-15,-9 2 0 0,9-2 3504 0,-10 8 656 16,3-1 144-16,-1-1 32 0,0 1-2608 0,0-1-512 16,3 3-96-16,0 2-32 0,0 1-352 0,2-1-80 0,2 1-16 0,-1 0 0 15,2-12-64-15,2 14-32 16,0-2 0-16,-2-12 0 0,5 12 160 0,2-2 16 16,-7-10 16-16,10 9 0 0,1-4-16 0,1 1 0 15,-2-1 0-15,2-4 0 0,-1 0-144 0,3-1-16 0,-1 0-16 0,0-1 0 16,-2 0-240-16,1 1-48 15,-2-4-16-15,1 1 0 0,-11 3-240 0,10-2 0 0,-1-1 128 0,-9 3-128 16,11-1 0-16,-11 1 0 0,0 0 0 0,0 0 0 31,0 0-1216-31,0 0-304 0,0 0-48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16:05.270"/>
    </inkml:context>
    <inkml:brush xml:id="br0">
      <inkml:brushProperty name="width" value="0.05" units="cm"/>
      <inkml:brushProperty name="height" value="0.05" units="cm"/>
    </inkml:brush>
  </inkml:definitions>
  <inkml:trace contextRef="#ctx0" brushRef="#br0">134 220 6071 0 0,'0'0'9299'0'0,"2"-4"-9158"0"0,6-13 3 0 0,-6 12 344 0 0,-13-13 759 0 0,10 17-1232 0 0,1 1 0 0 0,-1-1 0 0 0,0 1 0 0 0,0-1 0 0 0,1 1 0 0 0,-1 0 0 0 0,0-1 1 0 0,0 1-1 0 0,0 0 0 0 0,0 0 0 0 0,1 0 0 0 0,-1 0 0 0 0,0-1 0 0 0,0 1 0 0 0,0 0 0 0 0,0 0 0 0 0,0 1 0 0 0,1-1 0 0 0,-1 0 0 0 0,0 0 0 0 0,-1 1 1 0 0,-16 7 253 0 0,9-1-277 0 0,1 0-1 0 0,0 1 1 0 0,0 1 0 0 0,1-1-1 0 0,0 1 1 0 0,0 0 0 0 0,1 0-1 0 0,-6 12 1 0 0,8-13-1 0 0,0 1 1 0 0,1-1-1 0 0,0 1 0 0 0,0 0 1 0 0,0 0-1 0 0,1 0 0 0 0,1 1 1 0 0,0-1-1 0 0,0 0 0 0 0,1 12 1 0 0,0-17 6 0 0,0 1 19 0 0,1 0 1 0 0,0-1 0 0 0,0 1 0 0 0,0-1 0 0 0,0 1-1 0 0,2 3 1 0 0,-2-5-18 0 0,-1 1 0 0 0,9 6 0 0 0,-8-9 0 0 0,1 1 0 0 0,0-1 0 0 0,-1 0 0 0 0,1 1 0 0 0,0-1 0 0 0,0 0 0 0 0,0 0 0 0 0,0 0 0 0 0,0-1 0 0 0,0 1 0 0 0,0 0 0 0 0,0-1 0 0 0,0 1 0 0 0,0-1 0 0 0,0 0 0 0 0,0 1 0 0 0,0-1 0 0 0,1 0 0 0 0,-1 0 0 0 0,0-1 0 0 0,0 1 0 0 0,0 0 0 0 0,0-1 0 0 0,0 1 0 0 0,0-1 0 0 0,4-1 0 0 0,-2 0 0 0 0,1 1 37 0 0,0-2 0 0 0,1 1 0 0 0,-1-1-1 0 0,0 1 1 0 0,-1-1 0 0 0,1-1 0 0 0,0 1-1 0 0,-1-1 1 0 0,0 0 0 0 0,0 0 0 0 0,0 0 0 0 0,0 0-1 0 0,-1-1 1 0 0,0 1 0 0 0,4-8 0 0 0,3-6 205 0 0,-2 0 0 0 0,12-38 0 0 0,-17 47-221 0 0,12-50 407 0 0,-10 38-294 0 0,7-22 0 0 0,15-55 362 0 0,-22 85-424 0 0,-3 5-50 0 0,1 0 0 0 0,-1 0 0 0 0,2-12 0 0 0,-4 19 738 0 0,-13 5-545 0 0,7 0-144 0 0,1 0-13 0 0,0 1 1 0 0,1-1 0 0 0,-1 1 0 0 0,1 1 0 0 0,1-1 0 0 0,-1 0-1 0 0,1 1 1 0 0,-1 0 0 0 0,-1 6 0 0 0,3-9-29 0 0,-4 11 12 0 0,1-1 0 0 0,0 1 0 0 0,1 0 0 0 0,1 1 0 0 0,-3 14 0 0 0,-2 75 170 0 0,7-85-210 0 0,1 1-1 0 0,1 0 1 0 0,0-1-1 0 0,2 1 1 0 0,0-1-1 0 0,10 32 1 0 0,-11-44 30 0 0,3 1-12 0 0,3-2-8 0 0,-6-4 30 0 0,5 3-31 0 0,0-1-39 0 0,-6-3-125 0 0,3 1 106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16:07.204"/>
    </inkml:context>
    <inkml:brush xml:id="br0">
      <inkml:brushProperty name="width" value="0.05" units="cm"/>
      <inkml:brushProperty name="height" value="0.05" units="cm"/>
    </inkml:brush>
  </inkml:definitions>
  <inkml:trace contextRef="#ctx0" brushRef="#br0">159 302 4463 0 0,'0'0'1762'0'0,"3"-4"-1050"0"0,8-17 4054 0 0,-29 2-2422 0 0,17 18-2241 0 0,-1-1 0 0 0,0 0 0 0 0,1 1 0 0 0,-1 0 0 0 0,0-1 0 0 0,0 1 0 0 0,0 0 0 0 0,0 0 0 0 0,-1 0 0 0 0,1 0 0 0 0,0 1 0 0 0,0-1 0 0 0,0 1 0 0 0,-1-1 0 0 0,1 1 0 0 0,0 0 0 0 0,-1-1 0 0 0,1 1 0 0 0,0 1 0 0 0,-1-1 0 0 0,-2 1 0 0 0,2-1-5 0 0,-1 2-1 0 0,1-1 1 0 0,0 0-1 0 0,-1 0 1 0 0,1 1-1 0 0,0 0 1 0 0,0 0-1 0 0,0 0 0 0 0,0 0 1 0 0,1 0-1 0 0,-1 0 1 0 0,1 1-1 0 0,-5 4 1 0 0,-2 5 142 0 0,4-7-220 0 0,1 0-1 0 0,0 0 1 0 0,0 0 0 0 0,0 0 0 0 0,1 1-1 0 0,0 0 1 0 0,0-1 0 0 0,0 1 0 0 0,1 0-1 0 0,-3 13 1 0 0,-5 61-56 0 0,10-70 30 0 0,0 1 0 0 0,0-1 0 0 0,1 0 0 0 0,0 1 0 0 0,5 17 0 0 0,-3-19 6 0 0,2-1 0 0 0,1-1 0 0 0,0-2 12 0 0,-5-4-2 0 0,0-1 0 0 0,0 1 0 0 0,0-1 0 0 0,0 0 0 0 0,0 1 0 0 0,0-1 0 0 0,0 0 0 0 0,0 0 0 0 0,0 0 1 0 0,0 0-1 0 0,0 0 0 0 0,0 0 0 0 0,0 0 0 0 0,0 0 0 0 0,0 0 0 0 0,0-1 0 0 0,0 1 0 0 0,1-1 0 0 0,13-5 3 0 0,-9 2 2 0 0,0 0 0 0 0,-1-1 0 0 0,0 0 0 0 0,0 0 0 0 0,0-1-1 0 0,0 1 1 0 0,-1-1 0 0 0,0 0 0 0 0,-1 0 0 0 0,1 0 0 0 0,3-9 0 0 0,2-9 0 0 0,12-44 1 0 0,-18 56-15 0 0,13-48 199 0 0,-2 0 0 0 0,7-90 0 0 0,-16 112 222 0 0,1-7-172 0 0,-6 42-197 0 0,-1-3 11 0 0,0 4 567 0 0,-11 58-62 0 0,3 11-319 0 0,0 7-156 0 0,6 175-9 0 0,3-185 12 0 0,1-55-87 0 0,3-3-112 0 0,-3-5-434 0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16:09.124"/>
    </inkml:context>
    <inkml:brush xml:id="br0">
      <inkml:brushProperty name="width" value="0.05" units="cm"/>
      <inkml:brushProperty name="height" value="0.05" units="cm"/>
    </inkml:brush>
  </inkml:definitions>
  <inkml:trace contextRef="#ctx0" brushRef="#br0">1 108 10391 0 0,'8'-14'626'0'0,"-7"12"-578"0"0,0 0 1 0 0,1 0-1 0 0,-1 0 1 0 0,0 0-1 0 0,-1 0 0 0 0,1 0 1 0 0,0 0-1 0 0,0 0 0 0 0,0-4 1 0 0,5-21-40 0 0,-4 19 706 0 0,0 1 0 0 0,-1-1-1 0 0,1-11 2574 0 0,-6 28-2549 0 0,-1 8-610 0 0,2 0 1 0 0,0 0 0 0 0,0 0 0 0 0,2 0 0 0 0,1 20 0 0 0,-1-4-97 0 0,0 2-19 0 0,2 1 1 0 0,2-1 0 0 0,1 0 0 0 0,2 0 0 0 0,18 60 0 0 0,-21-86 18 0 0,0 0 0 0 0,0-1 0 0 0,1 1 0 0 0,1-1 0 0 0,0 0 0 0 0,0 0 0 0 0,0 0 0 0 0,10 9 0 0 0,-15-16-16 0 0,1 0-1 0 0,0 0 0 0 0,0 0 1 0 0,0-1-1 0 0,-1 1 0 0 0,1 0 1 0 0,0-1-1 0 0,0 1 0 0 0,0-1 1 0 0,0 1-1 0 0,0-1 1 0 0,0 1-1 0 0,0-1 0 0 0,1 0 1 0 0,-1 1-1 0 0,0-1 0 0 0,0 0 1 0 0,0 0-1 0 0,0 0 0 0 0,0 0 1 0 0,0 0-1 0 0,1 0 0 0 0,-1 0 1 0 0,0 0-1 0 0,0 0 1 0 0,0 0-1 0 0,0-1 0 0 0,0 1 1 0 0,0-1-1 0 0,0 1 0 0 0,0 0 1 0 0,0-1-1 0 0,0 0 0 0 0,0 1 1 0 0,0-1-1 0 0,0 0 0 0 0,0 1 1 0 0,0-1-1 0 0,-1 0 1 0 0,1 0-1 0 0,1-2 0 0 0,3-2 130 0 0,0-2 0 0 0,-1 1 0 0 0,0-1-1 0 0,6-12 1 0 0,2-10 31 0 0,-1-1 0 0 0,12-55 0 0 0,-8 26-172 0 0,-13 51-5 0 0,0 1 0 0 0,7-14 0 0 0,-1 12-13 0 0,-7 8 10 0 0,-1 1 0 0 0,1 0 0 0 0,0 0 0 0 0,-1 0 1 0 0,1 0-1 0 0,0 0 0 0 0,0 0 0 0 0,-1 1 0 0 0,1-1 0 0 0,0 0 0 0 0,-1 0 1 0 0,1 0-1 0 0,0 0 0 0 0,-1 1 0 0 0,1-1 0 0 0,-1 0 0 0 0,1 1 0 0 0,0-1 1 0 0,-1 1-1 0 0,1-1 0 0 0,-1 0 0 0 0,1 1 0 0 0,-1-1 0 0 0,1 1 0 0 0,-1 0 1 0 0,1-1-1 0 0,-1 1 0 0 0,0-1 0 0 0,1 2 0 0 0,12 21-44 0 0,-11-18 36 0 0,13 33-66 0 0,-11-26 39 0 0,1 0-1 0 0,9 18 0 0 0,-12-26 53 0 0,0-1 0 0 0,1 0 0 0 0,-1 1 0 0 0,1-1 0 0 0,-1 0 0 0 0,1-1-1 0 0,0 1 1 0 0,0 0 0 0 0,1-1 0 0 0,-1 0 0 0 0,0 0 0 0 0,7 3 0 0 0,-8-4 44 0 0,1-1 0 0 0,-1 1 0 0 0,1-1 1 0 0,-1 1-1 0 0,1-1 0 0 0,-1 0 0 0 0,1 0 1 0 0,-1-1-1 0 0,1 1 0 0 0,-1 0 0 0 0,0-1 0 0 0,1 1 1 0 0,-1-1-1 0 0,1 0 0 0 0,-1 0 0 0 0,0 0 0 0 0,0 0 1 0 0,1 0-1 0 0,-1-1 0 0 0,0 1 0 0 0,0-1 1 0 0,3-2-1 0 0,3-3 168 0 0,0 0-1 0 0,-1-1 1 0 0,-1 1 0 0 0,8-11 0 0 0,-3 2-103 0 0,-1 0 1 0 0,0-1 0 0 0,8-22-1 0 0,-13 28-69 0 0,-2 0 0 0 0,1 0-1 0 0,-1 0 1 0 0,-1 0-1 0 0,0-1 1 0 0,1-19-1 0 0,-4 23-357 0 0,0 0 0 0 0,0 1 0 0 0,-3-13 0 0 0,2 15 39 0 0,1-1 1 0 0,0 1 0 0 0,0-1-1 0 0,1 1 1 0 0,-1-1 0 0 0,1 1-1 0 0,0-1 1 0 0,0 1 0 0 0,1-1 0 0 0,1-5-1 0 0,0 3-2028 0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16:10.072"/>
    </inkml:context>
    <inkml:brush xml:id="br0">
      <inkml:brushProperty name="width" value="0.05" units="cm"/>
      <inkml:brushProperty name="height" value="0.05" units="cm"/>
    </inkml:brush>
  </inkml:definitions>
  <inkml:trace contextRef="#ctx0" brushRef="#br0">98 318 7055 0 0,'0'0'638'0'0,"-3"-7"1354"0"0,2 5-1633 0 0,1 1 1 0 0,-1-1-1 0 0,0 1 1 0 0,0-1-1 0 0,0 1 0 0 0,0 0 1 0 0,0-1-1 0 0,0 1 1 0 0,0 0-1 0 0,-1 0 1 0 0,1 0-1 0 0,0 0 1 0 0,-1 0-1 0 0,-1-1 1 0 0,2 1-282 0 0,0 1 1 0 0,0 0 0 0 0,0 0-1 0 0,0 0 1 0 0,0 0 0 0 0,0 0 0 0 0,0 0-1 0 0,0 0 1 0 0,0 1 0 0 0,0-1-1 0 0,0 0 1 0 0,0 0 0 0 0,0 1 0 0 0,0-1-1 0 0,0 0 1 0 0,1 1 0 0 0,-1-1-1 0 0,0 1 1 0 0,0 0 0 0 0,0-1 0 0 0,1 1-1 0 0,-1-1 1 0 0,0 1 0 0 0,0 0-1 0 0,1 0 1 0 0,-1-1 0 0 0,0 3 0 0 0,-5 5-11 0 0,1 0 1 0 0,0 0-1 0 0,0 0 1 0 0,0 1 0 0 0,2 0-1 0 0,-1 0 1 0 0,-3 15 0 0 0,3-11-141 0 0,2 0 0 0 0,0 0 1 0 0,0 0-1 0 0,1 27 0 0 0,2-27 6 0 0,3-3 52 0 0,3-4 25 0 0,-5-5 4 0 0,-1-1-1 0 0,1 0 1 0 0,0 1 0 0 0,0-1 0 0 0,-1 0-1 0 0,1 0 1 0 0,0 0 0 0 0,-1 0 0 0 0,1 0-1 0 0,0-1 1 0 0,-1 1 0 0 0,1-1 0 0 0,-1 1 0 0 0,1-1-1 0 0,0 1 1 0 0,-1-1 0 0 0,1 0 0 0 0,-1 0-1 0 0,1 1 1 0 0,-1-1 0 0 0,0 0 0 0 0,1 0-1 0 0,-1-1 1 0 0,0 1 0 0 0,0 0 0 0 0,0 0-1 0 0,0-1 1 0 0,2-2 0 0 0,3-5 73 0 0,0 0 1 0 0,0 0 0 0 0,4-12-1 0 0,-8 17-91 0 0,8-20 59 0 0,0 0 1 0 0,-2 0 0 0 0,5-28 0 0 0,9-77 222 0 0,-17-18 185 0 0,-5 114-208 0 0,0 31 720 0 0,2 16-434 0 0,-1 134 276 0 0,-3-70-708 0 0,3-31 7 0 0,1 0 0 0 0,13 65 0 0 0,-13-104-156 0 0,0 1-1 0 0,0-1 0 0 0,0 0 0 0 0,1 1 1 0 0,6 11-1 0 0,-8-19-537 0 0,7-3-3333 0 0,1-3 2254 0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16:10.396"/>
    </inkml:context>
    <inkml:brush xml:id="br0">
      <inkml:brushProperty name="width" value="0.05" units="cm"/>
      <inkml:brushProperty name="height" value="0.05" units="cm"/>
    </inkml:brush>
  </inkml:definitions>
  <inkml:trace contextRef="#ctx0" brushRef="#br0">1 0 11519 0 0,'0'0'887'0'0,"2"2"-583"0"0,14 6 996 0 0,0 0 0 0 0,0-1 1 0 0,1-1-1 0 0,0 0 0 0 0,33 6 0 0 0,19 6-2120 0 0,-68-17-276 0 0,8 5-1828 0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16:10.723"/>
    </inkml:context>
    <inkml:brush xml:id="br0">
      <inkml:brushProperty name="width" value="0.05" units="cm"/>
      <inkml:brushProperty name="height" value="0.05" units="cm"/>
    </inkml:brush>
  </inkml:definitions>
  <inkml:trace contextRef="#ctx0" brushRef="#br0">0 1 13039 0 0,'0'0'1280'0'0,"14"4"-1144"0"0,2-1-136 0 0,1-1 0 0 0,2-1 0 0 0,2 1 528 0 0,0 1 80 0 0,-1 0 8 0 0,-1 0 8 0 0,1 0-208 0 0,-1 0-48 0 0,1-2-8 0 0,0 1 0 0 0,-2-1-1000 0 0,0 1-208 0 0,-2-2-40 0 0,-1 0-5584 0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16:11.563"/>
    </inkml:context>
    <inkml:brush xml:id="br0">
      <inkml:brushProperty name="width" value="0.05" units="cm"/>
      <inkml:brushProperty name="height" value="0.05" units="cm"/>
    </inkml:brush>
  </inkml:definitions>
  <inkml:trace contextRef="#ctx0" brushRef="#br0">5 701 3223 0 0,'0'0'143'0'0,"-1"2"-3"0"0,0 2-2 0 0,0 1 0 0 0,1-1-1 0 0,-1 1 1 0 0,1 0 0 0 0,0-1 0 0 0,0 1-1 0 0,0 0 1 0 0,1-1 0 0 0,1 6 0 0 0,12 44 4510 0 0,-10-42-3726 0 0,-1 0-699 0 0,2 0 1 0 0,-1-1-1 0 0,2 0 1 0 0,-1 0-1 0 0,2 0 0 0 0,-1 0 1 0 0,1-1-1 0 0,14 15 0 0 0,-17-22-105 0 0,-1 1 0 0 0,1-1 0 0 0,0 0 0 0 0,0 0 0 0 0,1 0 0 0 0,-1 0 0 0 0,0-1 0 0 0,1 0 0 0 0,0 0 0 0 0,6 2 0 0 0,-7-3 4 0 0,0 0-1 0 0,0-1 0 0 0,0 0 1 0 0,-1 1-1 0 0,1-1 1 0 0,0-1-1 0 0,0 1 0 0 0,0 0 1 0 0,0-1-1 0 0,0 0 1 0 0,0 0-1 0 0,0 0 0 0 0,-1-1 1 0 0,7-2-1 0 0,-3 0 32 0 0,0-1 0 0 0,0 1 0 0 0,0-1-1 0 0,-1-1 1 0 0,0 1 0 0 0,0-1 0 0 0,-1 0-1 0 0,0 0 1 0 0,0 0 0 0 0,0-1 0 0 0,0 0-1 0 0,-1 0 1 0 0,0 0 0 0 0,4-12 0 0 0,0-5 153 0 0,-1 1 1 0 0,0-1-1 0 0,4-38 1 0 0,-8 33-181 0 0,-1 0 1 0 0,-2 0 0 0 0,-1 0-1 0 0,-8-49 1 0 0,0 36-30 0 0,-2-1 0 0 0,-2 1 0 0 0,-22-49 0 0 0,-10-33 88 0 0,38 101-37 0 0,-1 0 289 0 0,-5-32 0 0 0,12 54-207 0 0,2 0-202 0 0,-1 0-1 0 0,0 0 1 0 0,1 0 0 0 0,-1 0-1 0 0,0 0 1 0 0,1 0-1 0 0,0 0 1 0 0,-1 0-1 0 0,1 0 1 0 0,-1 1 0 0 0,1-1-1 0 0,0 0 1 0 0,0 0-1 0 0,-1 1 1 0 0,1-1 0 0 0,0 1-1 0 0,0-1 1 0 0,0 1-1 0 0,0-1 1 0 0,-1 1 0 0 0,1-1-1 0 0,0 1 1 0 0,0 0-1 0 0,0-1 1 0 0,0 1 0 0 0,0 0-1 0 0,0 0 1 0 0,2 0-1 0 0,33-5-131 0 0,-31 5 152 0 0,65-4-50 0 0,97-8 96 0 0,19-10 477 0 0,277 3 1 0 0,-95 16-481 0 0,120 5 223 0 0,-456 1-275 0 0,35 9 0 0 0,4 0-37 0 0,-68-10-31 0 0,-2-2-9 0 0,0 0 0 0 0,-1 0 0 0 0,1 1 0 0 0,0-1 0 0 0,0 0 0 0 0,0 0 0 0 0,-1 0-1 0 0,1 0 1 0 0,0 0 0 0 0,0 0 0 0 0,0 0 0 0 0,-1 0 0 0 0,1 0 0 0 0,0-1 0 0 0,0 1 0 0 0,0 0 0 0 0,1-1-1 0 0,-9-11-2426 0 0,-1 1-2756 0 0,-3 1-1522 0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16:12.360"/>
    </inkml:context>
    <inkml:brush xml:id="br0">
      <inkml:brushProperty name="width" value="0.05" units="cm"/>
      <inkml:brushProperty name="height" value="0.05" units="cm"/>
    </inkml:brush>
  </inkml:definitions>
  <inkml:trace contextRef="#ctx0" brushRef="#br0">1 28 5527 0 0,'0'-6'8552'0'0,"2"30"-7581"0"0,14 108 745 0 0,-13-114-1549 0 0,2 0 0 0 0,-1-1 0 0 0,2 0 0 0 0,0 0 0 0 0,12 22 1 0 0,-16-35-70 0 0,1-1 0 0 0,0 1 0 0 0,0 0 1 0 0,0-1-1 0 0,0 0 0 0 0,4 4 1 0 0,-5-6 99 0 0,-1-1-151 0 0,0 0 0 0 0,1 0 0 0 0,-1 0 0 0 0,1 0 0 0 0,-1 0 0 0 0,1 0 0 0 0,-1 0 0 0 0,0 0 0 0 0,1 0 0 0 0,-1-1 0 0 0,3 0 0 0 0,-2-1 14 0 0,1 1 0 0 0,-1-1 1 0 0,0 0-1 0 0,0 0 0 0 0,0 0 0 0 0,0 0 0 0 0,0-1 0 0 0,-1 1 0 0 0,1 0 0 0 0,2-5 1 0 0,11-28 143 0 0,-10 24-231 0 0,2-9-41 0 0,0 0-1 0 0,-2 0 1 0 0,0 0-1 0 0,-1-1 0 0 0,-1 1 1 0 0,-1-1-1 0 0,-1 0 1 0 0,-2-27-1 0 0,1 32 4 0 0,1 13 94 0 0,1 9-8 0 0,2 10 1 0 0,0 22 34 0 0,8 46-75 0 0,-10-76 41 0 0,0 1 1 0 0,1-1-1 0 0,0 1 0 0 0,0-1 0 0 0,1 0 1 0 0,0 0-1 0 0,6 9 0 0 0,-8-15 27 0 0,-1 0 0 0 0,1 1 0 0 0,0-1-1 0 0,0 0 1 0 0,0 0 0 0 0,1 0 0 0 0,-1-1 0 0 0,0 1-1 0 0,1 0 1 0 0,-1-1 0 0 0,1 1 0 0 0,-1-1 0 0 0,1 0-1 0 0,0 0 1 0 0,-1 0 0 0 0,1 0 0 0 0,0-1 0 0 0,5 1-1 0 0,-4-1 37 0 0,0 0-1 0 0,-1 0 1 0 0,1-1-1 0 0,0 1 0 0 0,0-1 1 0 0,-1 0-1 0 0,1 0 0 0 0,0 0 1 0 0,-1-1-1 0 0,1 1 0 0 0,-1-1 1 0 0,0 0-1 0 0,1 0 0 0 0,2-3 1 0 0,4-2 81 0 0,-1-1 0 0 0,1 0 1 0 0,-2-1-1 0 0,1 0 1 0 0,-1-1-1 0 0,0 0 0 0 0,-1 0 1 0 0,8-15-1 0 0,-11 18-129 0 0,0-1 1 0 0,-1-1-1 0 0,0 1 1 0 0,-1 0-1 0 0,1-1 1 0 0,-1 1-1 0 0,-1-1 1 0 0,0 0-1 0 0,0 0 1 0 0,-1 1-1 0 0,0-1 1 0 0,-2-14-1 0 0,-5-12-122 0 0,7 34-104 0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16:12.697"/>
    </inkml:context>
    <inkml:brush xml:id="br0">
      <inkml:brushProperty name="width" value="0.05" units="cm"/>
      <inkml:brushProperty name="height" value="0.05" units="cm"/>
    </inkml:brush>
  </inkml:definitions>
  <inkml:trace contextRef="#ctx0" brushRef="#br0">25 172 11663 0 0,'0'2'531'0'0,"2"3"-391"0"0,-1 1 0 0 0,1-1 0 0 0,0 0 0 0 0,1 0 0 0 0,3 6 0 0 0,-5-9 412 0 0,-1-2-459 0 0,0 1 1 0 0,0-1-1 0 0,0 1 1 0 0,1-1-1 0 0,-1 1 1 0 0,0-1-1 0 0,1 1 0 0 0,-1-1 1 0 0,0 1-1 0 0,1-1 1 0 0,-1 1-1 0 0,1-1 1 0 0,-1 1-1 0 0,1-1 1 0 0,-1 0-1 0 0,1 1 0 0 0,-1-1 1 0 0,1 0-1 0 0,-1 1 1 0 0,1-1-1 0 0,-1 0 1 0 0,1 0-1 0 0,0 1 0 0 0,14 2 1590 0 0,-12-4-1577 0 0,-1 1 0 0 0,1-1 1 0 0,-1 0-1 0 0,1 0 0 0 0,-1 0 0 0 0,1-1 0 0 0,-1 1 0 0 0,0-1 0 0 0,1 1 0 0 0,-1-1 0 0 0,0 1 0 0 0,0-1 0 0 0,0 0 1 0 0,2-3-1 0 0,23-32 958 0 0,-23 31-922 0 0,-1 1-1 0 0,0 0 1 0 0,-1-1 0 0 0,1 0-1 0 0,-1 0 1 0 0,0 1-1 0 0,0-1 1 0 0,-1-1 0 0 0,0 1-1 0 0,0 0 1 0 0,-1 0-1 0 0,1-11 1 0 0,-2 13-103 0 0,1 1-1 0 0,-1-1 0 0 0,0 1 1 0 0,0 0-1 0 0,0-1 1 0 0,0 1-1 0 0,0 0 0 0 0,-1 0 1 0 0,1 0-1 0 0,-1 0 1 0 0,0 0-1 0 0,0 0 0 0 0,0 0 1 0 0,0 0-1 0 0,-1 1 1 0 0,1-1-1 0 0,-1 1 1 0 0,1 0-1 0 0,-1 0 0 0 0,0 0 1 0 0,0 0-1 0 0,0 0 1 0 0,0 0-1 0 0,-3 0 0 0 0,-1-1-169 0 0,0 2-1 0 0,-1-1 0 0 0,1 1 0 0 0,0 0 1 0 0,0 0-1 0 0,-1 1 0 0 0,1 0 0 0 0,0 0 1 0 0,0 1-1 0 0,-12 2 0 0 0,8-2-706 0 0,9 0-208 0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16:13.012"/>
    </inkml:context>
    <inkml:brush xml:id="br0">
      <inkml:brushProperty name="width" value="0.05" units="cm"/>
      <inkml:brushProperty name="height" value="0.05" units="cm"/>
    </inkml:brush>
  </inkml:definitions>
  <inkml:trace contextRef="#ctx0" brushRef="#br0">0 17 5527 0 0,'0'0'423'0'0,"2"-1"-278"0"0,0-1 633 0 0,0 1-1 0 0,0-1 0 0 0,0 1 0 0 0,0 0 1 0 0,1-1-1 0 0,-1 1 0 0 0,0 0 0 0 0,1 0 1 0 0,-1 0-1 0 0,1 1 0 0 0,-1-1 0 0 0,1 1 1 0 0,-1-1-1 0 0,1 1 0 0 0,0 0 0 0 0,2 0 1 0 0,-4 0-660 0 0,1 0-1 0 0,-1 1 1 0 0,0-1 0 0 0,1 1 0 0 0,-1-1 0 0 0,0 1 0 0 0,0-1 0 0 0,1 1 0 0 0,-1 0 0 0 0,0 0 0 0 0,0-1 0 0 0,0 1 0 0 0,0 0 0 0 0,0 0 0 0 0,0 0 0 0 0,0 0 0 0 0,0 0 0 0 0,0 0 0 0 0,1 2 0 0 0,0 1-23 0 0,-1-1 0 0 0,1 0 0 0 0,0 0 0 0 0,-1 1 0 0 0,3 6 0 0 0,-3-2-129 0 0,-1-1 1 0 0,0 0-1 0 0,0 0 0 0 0,0 1 1 0 0,-1-1-1 0 0,0 0 0 0 0,0 0 1 0 0,-1 0-1 0 0,-3 11 0 0 0,2-10-100 0 0,1 1 0 0 0,0 0-1 0 0,0-1 1 0 0,1 1 0 0 0,-1 16-1 0 0,4-8-31 0 0,1-14 160 0 0,-1-2-11 0 0,6 7 6 0 0,1-3 11 0 0,4-5 0 0 0,-6-1-188 0 0,0 0 0 0 0,0-1 0 0 0,0 0 0 0 0,11-5 0 0 0,-14 6-422 0 0,-2 0-1128 0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16:13.329"/>
    </inkml:context>
    <inkml:brush xml:id="br0">
      <inkml:brushProperty name="width" value="0.05" units="cm"/>
      <inkml:brushProperty name="height" value="0.05" units="cm"/>
    </inkml:brush>
  </inkml:definitions>
  <inkml:trace contextRef="#ctx0" brushRef="#br0">0 3 11055 0 0,'0'0'852'0'0,"2"1"-560"0"0,17 3 1127 0 0,0-1-1 0 0,1-1 1 0 0,-1-1-1 0 0,24-1 1 0 0,19-4-14 0 0,-3-4-7131 0 0,-51 6-710 0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16:14.576"/>
    </inkml:context>
    <inkml:brush xml:id="br0">
      <inkml:brushProperty name="width" value="0.05" units="cm"/>
      <inkml:brushProperty name="height" value="0.05" units="cm"/>
    </inkml:brush>
  </inkml:definitions>
  <inkml:trace contextRef="#ctx0" brushRef="#br0">202 0 3679 0 0,'0'0'284'0'0,"2"0"160"0"0,0 0 59 0 0,0 0 0 0 0,0 0-1 0 0,1 1 1 0 0,-1-1-1 0 0,0 1 1 0 0,0-1-1 0 0,0 1 1 0 0,0 0 0 0 0,0-1-1 0 0,0 1 1 0 0,0 0-1 0 0,0 0 1 0 0,0 1-1 0 0,0-1 1 0 0,-1 0 0 0 0,1 1-1 0 0,1 1 1 0 0,0 0-187 0 0,-1 0-1 0 0,1 1 1 0 0,-1-1 0 0 0,0 1 0 0 0,0-1-1 0 0,0 1 1 0 0,0 0 0 0 0,1 6 0 0 0,1 7-325 0 0,-1-1 0 0 0,0 2 0 0 0,0 24 0 0 0,-3-34 372 0 0,2 26-317 0 0,-2-1-1 0 0,-2 0 1 0 0,-10 60 0 0 0,8-75 4 0 0,0-1 0 0 0,-1 1-1 0 0,-1-1 1 0 0,0-1 0 0 0,-1 1 0 0 0,-1-1 0 0 0,-1 0 0 0 0,-18 25 0 0 0,21-35-29 0 0,1 1-1 0 0,-1-2 0 0 0,0 1 1 0 0,0-1-1 0 0,-1 0 0 0 0,0 0 1 0 0,0 0-1 0 0,0-1 0 0 0,-10 4 1 0 0,14-7-41 0 0,1 1 0 0 0,-1-2 0 0 0,1 1 0 0 0,-1 0 0 0 0,0 0 0 0 0,1-1 1 0 0,-1 1-1 0 0,0-1 0 0 0,1 0 0 0 0,-1 0 0 0 0,0 0 0 0 0,0 0 0 0 0,1-1 1 0 0,-1 1-1 0 0,0-1 0 0 0,1 1 0 0 0,-1-1 0 0 0,0 0 0 0 0,1 0 0 0 0,-1 0 1 0 0,1-1-1 0 0,-1 1 0 0 0,1 0 0 0 0,0-1 0 0 0,0 0 0 0 0,0 1 1 0 0,-1-1-1 0 0,2 0 0 0 0,-1 0 0 0 0,0 0 0 0 0,-2-3 0 0 0,0-2-8 0 0,0 0 1 0 0,0 0-1 0 0,1 0 0 0 0,0 0 0 0 0,0-1 0 0 0,1 1 0 0 0,-1-1 1 0 0,0-12-1 0 0,2 15 61 0 0,0 0 0 0 0,1-1 0 0 0,0 1 0 0 0,0 0 0 0 0,0-1 1 0 0,1 1-1 0 0,-1-1 0 0 0,1 1 0 0 0,1 0 0 0 0,-1 0 0 0 0,1 0 0 0 0,0 0 0 0 0,4-8 1 0 0,-4 11 31 0 0,-1 0 0 0 0,1 0 1 0 0,0-1-1 0 0,0 2 1 0 0,1-1-1 0 0,-1 0 0 0 0,0 0 1 0 0,1 1-1 0 0,-1-1 1 0 0,1 1-1 0 0,-1 0 1 0 0,1 0-1 0 0,0 0 0 0 0,-1 0 1 0 0,1 0-1 0 0,0 0 1 0 0,0 1-1 0 0,0-1 0 0 0,0 1 1 0 0,-1 0-1 0 0,1 0 1 0 0,0 0-1 0 0,4 1 0 0 0,5 0 87 0 0,0 1 0 0 0,0 0 0 0 0,0 1 0 0 0,13 5 0 0 0,9 4 139 0 0,-1 2 0 0 0,59 35 0 0 0,54 49-197 0 0,-125-81-814 0 0,24 23 1 0 0,-44-39 108 0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16:14.915"/>
    </inkml:context>
    <inkml:brush xml:id="br0">
      <inkml:brushProperty name="width" value="0.05" units="cm"/>
      <inkml:brushProperty name="height" value="0.05" units="cm"/>
    </inkml:brush>
  </inkml:definitions>
  <inkml:trace contextRef="#ctx0" brushRef="#br0">1 1 12439 0 0,'0'0'958'0'0,"2"0"-625"0"0,3 0-30 0 0,-1 0-1 0 0,1 0 1 0 0,-1 1-1 0 0,1-1 1 0 0,-1 1 0 0 0,1 0-1 0 0,4 2 1 0 0,-8-2-135 0 0,1 0-1 0 0,0 0 1 0 0,-1 0 0 0 0,1 0 0 0 0,0 0 0 0 0,-1 0 0 0 0,0 0-1 0 0,1 0 1 0 0,-1 1 0 0 0,0-1 0 0 0,1 1 0 0 0,-1-1 0 0 0,0 1-1 0 0,0-1 1 0 0,0 1 0 0 0,0 0 0 0 0,-1 0 0 0 0,1-1 0 0 0,0 1-1 0 0,0 2 1 0 0,0 6-87 0 0,0 0 0 0 0,-1 0 0 0 0,0 0 0 0 0,0 1 1 0 0,-1-1-1 0 0,0 0 0 0 0,-1-1 0 0 0,-5 16 0 0 0,4-9 28 0 0,-4 31 0 0 0,6-42-119 0 0,1-1 0 0 0,0 1-1 0 0,0-1 1 0 0,1 1 0 0 0,-1-1-1 0 0,3 7 1 0 0,-3-10 20 0 0,0 1-1 0 0,1-1 1 0 0,-1 1-1 0 0,0-1 1 0 0,1 1-1 0 0,0-1 1 0 0,-1 0-1 0 0,1 1 1 0 0,0-1-1 0 0,0 0 1 0 0,0 1-1 0 0,0-1 1 0 0,0 0-1 0 0,0 0 1 0 0,0 0-1 0 0,0 0 1 0 0,0 0-1 0 0,1 0 1 0 0,-1 0-1 0 0,0-1 1 0 0,1 1-1 0 0,-1 0 1 0 0,3 0-1 0 0,0 1 45 0 0,1-1-31 0 0,-1 0 1 0 0,1 0 0 0 0,0-1 0 0 0,0 1 0 0 0,0-1 0 0 0,0 0 0 0 0,0 0 0 0 0,0-1 0 0 0,0 1 0 0 0,0-1 0 0 0,7-2 0 0 0,-3 1-147 0 0,3-1-1011 0 0,0 0-378 0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20:02.171"/>
    </inkml:context>
    <inkml:brush xml:id="br0">
      <inkml:brushProperty name="width" value="0.05" units="cm"/>
      <inkml:brushProperty name="height" value="0.05" units="cm"/>
    </inkml:brush>
  </inkml:definitions>
  <inkml:trace contextRef="#ctx0" brushRef="#br0">83 8 8751 0 0,'3'-7'9022'0'0,"-6"15"-7484"0"0,-11 20-1224 0 0,1 1 1 0 0,2 1-1 0 0,1-1 0 0 0,2 2 1 0 0,0-1-1 0 0,-4 50 0 0 0,6-10-146 0 0,6 131 0 0 0,17-43 23 0 0,-12-126-143 0 0,3-1 1 0 0,20 58-1 0 0,-26-84-44 0 0,2 5-18 0 0,1 1-1 0 0,8 14 0 0 0,-11-23-21 0 0,-1 1 1 0 0,1-1-1 0 0,0 0 1 0 0,0 0-1 0 0,0 0 1 0 0,0 0-1 0 0,0 0 0 0 0,0 0 1 0 0,0 0-1 0 0,1-1 1 0 0,-1 1-1 0 0,1-1 1 0 0,-1 0-1 0 0,1 0 0 0 0,3 2 1 0 0,-5-3 11 0 0,1 0 1 0 0,-1 0-1 0 0,1 0 1 0 0,-1 0-1 0 0,1-1 0 0 0,-1 1 1 0 0,1 0-1 0 0,-1 0 1 0 0,1-1-1 0 0,-1 1 1 0 0,0-1-1 0 0,1 0 0 0 0,-1 1 1 0 0,0-1-1 0 0,1 0 1 0 0,-1 0-1 0 0,0 0 1 0 0,0 0-1 0 0,0 0 0 0 0,0 0 1 0 0,0 0-1 0 0,0 0 1 0 0,0 0-1 0 0,0 0 1 0 0,0-1-1 0 0,0-1 0 0 0,5-5-1669 0 0,-2-1-1 0 0,7-15 1 0 0,-9 20 159 0 0,6-15-4630 0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20:02.503"/>
    </inkml:context>
    <inkml:brush xml:id="br0">
      <inkml:brushProperty name="width" value="0.05" units="cm"/>
      <inkml:brushProperty name="height" value="0.05" units="cm"/>
    </inkml:brush>
  </inkml:definitions>
  <inkml:trace contextRef="#ctx0" brushRef="#br0">0 99 14279 0 0,'0'0'1662'0'0,"2"-8"482"0"0,0 5-1876 0 0,-1 1 1 0 0,1-1 0 0 0,0 0 0 0 0,0 0 0 0 0,0 1 0 0 0,0-1 0 0 0,1 1 0 0 0,-1 0 0 0 0,1 0 0 0 0,-1 0 0 0 0,1 0 0 0 0,0 0 0 0 0,-1 1 0 0 0,5-3-1 0 0,7-2 251 0 0,26-8-1 0 0,-28 10-246 0 0,15-4-118 0 0,0 2 1 0 0,0 0-1 0 0,1 2 0 0 0,50-2 0 0 0,-15 7-2753 0 0,1 7-4173 0 0,-37-3 360 0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20:02.833"/>
    </inkml:context>
    <inkml:brush xml:id="br0">
      <inkml:brushProperty name="width" value="0.05" units="cm"/>
      <inkml:brushProperty name="height" value="0.05" units="cm"/>
    </inkml:brush>
  </inkml:definitions>
  <inkml:trace contextRef="#ctx0" brushRef="#br0">115 0 17191 0 0,'4'4'176'0'0,"0"-1"0"0"0,1 1 0 0 0,-1-1 0 0 0,1 0 0 0 0,0-1 0 0 0,0 1 0 0 0,0-1 0 0 0,0 0 0 0 0,0 0 0 0 0,10 2 0 0 0,6-1-180 0 0,32 3 0 0 0,-24-3 364 0 0,199 37 136 0 0,-211-36-337 0 0,0 0 0 0 0,-1 0-1 0 0,1 2 1 0 0,26 13 0 0 0,-42-19-110 0 0,1 1 1 0 0,-1 0 0 0 0,0-1 0 0 0,0 1-1 0 0,1 0 1 0 0,-1 0 0 0 0,0 0 0 0 0,0 0 0 0 0,0 0-1 0 0,0 0 1 0 0,0 1 0 0 0,0-1 0 0 0,-1 0 0 0 0,1 0-1 0 0,0 1 1 0 0,-1-1 0 0 0,1 0 0 0 0,-1 1 0 0 0,1-1-1 0 0,-1 1 1 0 0,1-1 0 0 0,-1 1 0 0 0,0-1 0 0 0,0 1-1 0 0,0-1 1 0 0,0 1 0 0 0,0-1 0 0 0,0 1 0 0 0,0-1-1 0 0,0 1 1 0 0,-1-1 0 0 0,1 0 0 0 0,-1 1-1 0 0,1-1 1 0 0,-1 1 0 0 0,1-1 0 0 0,-1 0 0 0 0,-1 3-1 0 0,-2 1 39 0 0,1-1-1 0 0,-1 1 0 0 0,1-1 0 0 0,-1 0 0 0 0,-1 0 0 0 0,1 0 0 0 0,0 0 0 0 0,-9 5 0 0 0,-84 42 116 0 0,54-29-112 0 0,-45 30 0 0 0,44-20-277 0 0,-59 57-1 0 0,-30 45-677 0 0,98-97 598 0 0,2-7-3329 0 0,22-22-3363 0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20:03.170"/>
    </inkml:context>
    <inkml:brush xml:id="br0">
      <inkml:brushProperty name="width" value="0.05" units="cm"/>
      <inkml:brushProperty name="height" value="0.05" units="cm"/>
    </inkml:brush>
  </inkml:definitions>
  <inkml:trace contextRef="#ctx0" brushRef="#br0">98 135 15199 0 0,'0'0'696'0'0,"-2"6"230"0"0,-5 13-791 0 0,1 0 0 0 0,1 1 0 0 0,0 0 0 0 0,2-1 0 0 0,0 1 0 0 0,1 1 0 0 0,1-1 0 0 0,1 0 1 0 0,1 0-1 0 0,1 0 0 0 0,6 29 0 0 0,-6-42-117 0 0,0 1 0 0 0,1 0-1 0 0,-1-1 1 0 0,2 0 0 0 0,-1 0 0 0 0,1 0 0 0 0,0 0 0 0 0,1-1 0 0 0,10 12-1 0 0,-13-15 11 0 0,1 0 0 0 0,0 0 0 0 0,1-1 0 0 0,-1 1 0 0 0,0-1 0 0 0,1 0 0 0 0,-1 0-1 0 0,1 0 1 0 0,0-1 0 0 0,0 1 0 0 0,-1-1 0 0 0,1 0 0 0 0,0 0 0 0 0,0 0 0 0 0,0 0-1 0 0,0-1 1 0 0,0 0 0 0 0,1 0 0 0 0,-1 0 0 0 0,8-1 0 0 0,-5-1 80 0 0,0 0 0 0 0,1-1 0 0 0,-1 0 1 0 0,0 0-1 0 0,0 0 0 0 0,-1-1 0 0 0,1 0 0 0 0,-1 0 1 0 0,0-1-1 0 0,0 0 0 0 0,0 0 0 0 0,0 0 0 0 0,-1-1 0 0 0,7-9 1 0 0,1-3 366 0 0,-1 1 1 0 0,-1-1-1 0 0,-1-1 0 0 0,8-20 1 0 0,-12 26-95 0 0,-1 0-1 0 0,-1-1 1 0 0,0 0 0 0 0,0 1-1 0 0,1-16 1 0 0,-5 21-199 0 0,1-1-1 0 0,-2 1 1 0 0,1 0-1 0 0,-1-1 1 0 0,0 1-1 0 0,0 0 1 0 0,-1 0 0 0 0,-1 0-1 0 0,-5-15 1 0 0,2 10-30 0 0,0 0 0 0 0,0 1 0 0 0,-1-1 0 0 0,-1 2 0 0 0,0-1-1 0 0,-14-14 1 0 0,18 22-128 0 0,-1-1-1 0 0,0 1 1 0 0,0 0-1 0 0,0 1 0 0 0,0-1 1 0 0,-1 1-1 0 0,1 0 1 0 0,-1 0-1 0 0,0 1 0 0 0,0 0 1 0 0,0 0-1 0 0,0 0 1 0 0,0 1-1 0 0,0-1 0 0 0,-1 2 1 0 0,-10-1-1 0 0,8 1-34 0 0,1 1 0 0 0,-1 0 0 0 0,1 1 0 0 0,-1 0 0 0 0,1 0 0 0 0,0 0 0 0 0,0 1 0 0 0,0 1 0 0 0,-10 5 0 0 0,-7 6-731 0 0,-32 26-1 0 0,37-27-277 0 0,1 0-837 0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22:31.806"/>
    </inkml:context>
    <inkml:brush xml:id="br0">
      <inkml:brushProperty name="width" value="0.05" units="cm"/>
      <inkml:brushProperty name="height" value="0.05" units="cm"/>
    </inkml:brush>
  </inkml:definitions>
  <inkml:trace contextRef="#ctx0" brushRef="#br0">0 22 455 0 0,'0'0'16736'0'0,"2"1"-16512"0"0,-1 0-192 0 0,0 0-1 0 0,1-1 1 0 0,-1 1-1 0 0,0 0 0 0 0,1-1 1 0 0,-1 1-1 0 0,0-1 1 0 0,1 0-1 0 0,-1 1 1 0 0,0-1-1 0 0,1 0 1 0 0,-1 0-1 0 0,1 0 0 0 0,2 0 1 0 0,25-5 534 0 0,1 1 84 0 0,22 4 264 0 0,-7-1-117 0 0,88 9-1 0 0,-124-7-739 0 0,1-1 0 0 0,-1 0 0 0 0,0 0 0 0 0,0-1 0 0 0,1-1 1 0 0,-1 1-1 0 0,0-2 0 0 0,0 1 0 0 0,-1-1 0 0 0,1 0 0 0 0,15-9 0 0 0,-23 12 126 0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22:32.598"/>
    </inkml:context>
    <inkml:brush xml:id="br0">
      <inkml:brushProperty name="width" value="0.05" units="cm"/>
      <inkml:brushProperty name="height" value="0.05" units="cm"/>
    </inkml:brush>
  </inkml:definitions>
  <inkml:trace contextRef="#ctx0" brushRef="#br0">0 52 3223 0 0,'0'0'14374'0'0,"6"-10"-13969"0"0,-1 6-266 0 0,0-1 0 0 0,1 2 0 0 0,-1-1 0 0 0,1 0 0 0 0,0 1-1 0 0,0 0 1 0 0,0 1 0 0 0,0-1 0 0 0,1 1 0 0 0,-1 0 0 0 0,1 1 0 0 0,-1-1 0 0 0,9 0 0 0 0,2 1 101 0 0,0 0 0 0 0,1 2 0 0 0,32 3 0 0 0,18 4 354 0 0,-63-8-589 0 0,-4 0 6 0 0,1 0 0 0 0,-1 0 0 0 0,1 0-1 0 0,-1 0 1 0 0,1 0 0 0 0,-1 0 0 0 0,1 1 0 0 0,-1-1 0 0 0,1 0-1 0 0,-1 1 1 0 0,1 0 0 0 0,-1-1 0 0 0,2 2 0 0 0,13 6 85 0 0,-14-7-78 0 0,1 1 0 0 0,-1-1 1 0 0,1 1-1 0 0,-1 0 0 0 0,0 0 1 0 0,1 0-1 0 0,2 5 0 0 0,1 3 29 0 0,-3-7 1 0 0,5 3-25 0 0,2 3 19 0 0,2 2-29 0 0,-7-10-13 0 0,-2-1-2 0 0,0 1 20 0 0,-1 1-1 0 0,0-1 0 0 0,1 0 1 0 0,-1 0-1 0 0,1-1 1 0 0,0 1-1 0 0,-1 0 1 0 0,1-1-1 0 0,-1 0 0 0 0,1 0 1 0 0,0 1-1 0 0,-1-2 1 0 0,1 1-1 0 0,0 0 1 0 0,-1 0-1 0 0,1-1 0 0 0,0 1 1 0 0,-1-1-1 0 0,1 0 1 0 0,-1 0-1 0 0,1 0 1 0 0,-1 0-1 0 0,0 0 0 0 0,3-3 1 0 0,4 0 7 0 0,-8 4 89 0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24:41.244"/>
    </inkml:context>
    <inkml:brush xml:id="br0">
      <inkml:brushProperty name="width" value="0.05" units="cm"/>
      <inkml:brushProperty name="height" value="0.05" units="cm"/>
    </inkml:brush>
  </inkml:definitions>
  <inkml:trace contextRef="#ctx0" brushRef="#br0">24 2 5815 0 0,'0'0'7151'0'0,"0"0"-7130"0"0,0 0 0 0 0,0 0 1 0 0,0 0-1 0 0,0 0 0 0 0,0 0 0 0 0,0 0 0 0 0,0 0 1 0 0,0-1-1 0 0,1 1 0 0 0,-1 0 0 0 0,0 0 1 0 0,0 0-1 0 0,0 0 0 0 0,0 0 0 0 0,0 0 0 0 0,0 0 1 0 0,0 0-1 0 0,0 0 0 0 0,0 0 0 0 0,0 0 1 0 0,0 0-1 0 0,0 0 0 0 0,1 0 0 0 0,-1 0 0 0 0,0 0 1 0 0,0 0-1 0 0,0 0 0 0 0,0 0 0 0 0,0 0 0 0 0,0 0 1 0 0,0 0-1 0 0,0 0 0 0 0,0 0 0 0 0,0 0 1 0 0,1 0-1 0 0,-1 0 0 0 0,0 0 0 0 0,0 0 0 0 0,0 0 1 0 0,0 0-1 0 0,0 0 0 0 0,0 0 0 0 0,0 0 1 0 0,0 0-1 0 0,0 0 0 0 0,0 2 70 0 0,0-1 0 0 0,0 0 0 0 0,0 0 0 0 0,-1 0 0 0 0,1 1 0 0 0,-1-1 0 0 0,1 0 1 0 0,0 0-1 0 0,-1 0 0 0 0,0 0 0 0 0,1 0 0 0 0,-1 0 0 0 0,0 0 0 0 0,-1 1 0 0 0,-5 10 3712 0 0,2-7-2954 0 0,5-5-732 0 0,-1 0 1 0 0,1 1-1 0 0,-1-1 1 0 0,1 0-1 0 0,0 1 1 0 0,-1-1-1 0 0,1 0 0 0 0,-1 1 1 0 0,1-1-1 0 0,0 1 1 0 0,-1-1-1 0 0,1 0 1 0 0,0 1-1 0 0,0-1 0 0 0,-1 1 1 0 0,1-1-1 0 0,0 1 1 0 0,0 0-1 0 0,0 0-84 0 0,1 1 0 0 0,0-1 0 0 0,0 0 0 0 0,0 1 0 0 0,0-1-1 0 0,1 0 1 0 0,-1 0 0 0 0,0 0 0 0 0,0 0 0 0 0,1 0 0 0 0,-1 0 0 0 0,1 0 0 0 0,-1 0-1 0 0,0 0 1 0 0,1-1 0 0 0,0 1 0 0 0,-1-1 0 0 0,1 1 0 0 0,-1-1 0 0 0,1 0 0 0 0,3 1 0 0 0,6 0 114 0 0,0 0 1 0 0,14-2-1 0 0,-2 1 63 0 0,-15 0-85 0 0,0 0 0 0 0,-1-1 0 0 0,15-3 0 0 0,-19 3-81 0 0,-2 1 260 0 0,0 0-128 0 0,3-1-279 0 0,-9 7 1231 0 0,-1-2-1096 0 0,0 1 0 0 0,0-1 0 0 0,0 0-1 0 0,-11 4 1 0 0,16-8-205 0 0,-4 4-231 0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24:43.374"/>
    </inkml:context>
    <inkml:brush xml:id="br0">
      <inkml:brushProperty name="width" value="0.05" units="cm"/>
      <inkml:brushProperty name="height" value="0.05" units="cm"/>
    </inkml:brush>
  </inkml:definitions>
  <inkml:trace contextRef="#ctx0" brushRef="#br0">1 22 919 0 0,'0'0'3803'0'0,"0"-9"1737"0"0,1 8-4972 0 0,-1 0-1 0 0,4-4 3973 0 0,-3 4-3972 0 0,0 1 0 0 0,-1-1-1 0 0,1 1 1 0 0,0 0-1 0 0,0-1 1 0 0,-1 1-1 0 0,1 0 1 0 0,0-1-1 0 0,0 1 1 0 0,1 0-1 0 0,1-1-161 0 0,0 1-1 0 0,1-1 0 0 0,-1 1 1 0 0,0 0-1 0 0,5 1 0 0 0,2 0-465 0 0,0 1-1 0 0,18 5 1 0 0,-20-4 258 0 0,0-1 0 0 0,1 0-1 0 0,-1-1 1 0 0,1 0 0 0 0,12 1 0 0 0,-20-2-80 0 0,-3 10 86 0 0,-1-4-181 0 0,1-3 25 0 0,-3 2-36 0 0,-2 0-12 0 0,0-1 0 0 0,6-3-55 0 0,0-1-1 0 0,1 0 1 0 0,-1 0-1 0 0,0 0 1 0 0,1 0-1 0 0,-1 0 1 0 0,1 0-1 0 0,-1 0 1 0 0,0-1-1 0 0,1 1 1 0 0,-1 0-1 0 0,0 0 1 0 0,1 0-1 0 0,-1-1 0 0 0,1 1 1 0 0,-1 0-1 0 0,1-1 1 0 0,-1 1-1 0 0,1 0 1 0 0,-1-1-1 0 0,1 1 1 0 0,-1-1-1 0 0,1 1 1 0 0,-1 0-1 0 0,1-1 1 0 0,0 1-1 0 0,-1-1 1 0 0,1 0-1 0 0,0 1 1 0 0,-1-1-1 0 0,1 1 1 0 0,0-1-1 0 0,0 1 1 0 0,-1-1-1 0 0,1 0 1 0 0,0 1-1 0 0,0-1 1 0 0,0 0-1 0 0,0 0 1 0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25:35.959"/>
    </inkml:context>
    <inkml:brush xml:id="br0">
      <inkml:brushProperty name="width" value="0.05" units="cm"/>
      <inkml:brushProperty name="height" value="0.05" units="cm"/>
    </inkml:brush>
  </inkml:definitions>
  <inkml:trace contextRef="#ctx0" brushRef="#br0">30 35 1375 0 0,'28'-25'4279'0'0,"-32"19"-2435"0"0,3 6-1756 0 0,0-1-1 0 0,1 1 1 0 0,-1 0-1 0 0,1-1 1 0 0,-1 1-1 0 0,0 0 1 0 0,1-1-1 0 0,-1 1 1 0 0,0 0 0 0 0,1 0-1 0 0,-1 0 1 0 0,0 0-1 0 0,1 0 1 0 0,-1 0-1 0 0,0 0 1 0 0,0 0-1 0 0,1 0 1 0 0,-1 0-1 0 0,0 0 1 0 0,1 0 0 0 0,-1 0-1 0 0,0 0 1 0 0,1 1-1 0 0,-1-1 1 0 0,0 0-1 0 0,1 1 1 0 0,-1-1-1 0 0,1 0 1 0 0,-1 1-1 0 0,0-1 1 0 0,1 1 0 0 0,-1 0-1 0 0,-22 20 3111 0 0,16-13-888 0 0,7-8-2263 0 0,0 0-1 0 0,0 0 0 0 0,0 0 0 0 0,0 0 1 0 0,1 1-1 0 0,-1-1 0 0 0,0 0 1 0 0,0 0-1 0 0,0 0 0 0 0,0 0 1 0 0,0 0-1 0 0,0 0 0 0 0,0 0 1 0 0,0 0-1 0 0,0 0 0 0 0,0 0 0 0 0,0 1 1 0 0,0-1-1 0 0,0 0 0 0 0,0 0 1 0 0,1 0-1 0 0,-1 0 0 0 0,0 0 1 0 0,0 0-1 0 0,0 0 0 0 0,0 1 0 0 0,0-1 1 0 0,0 0-1 0 0,0 0 0 0 0,0 0 1 0 0,0 0-1 0 0,0 0 0 0 0,-1 0 1 0 0,1 0-1 0 0,0 1 0 0 0,0-1 0 0 0,0 0 1 0 0,0 0-1 0 0,0 0 0 0 0,0 0 1 0 0,0 0-1 0 0,0 0 0 0 0,0 0 1 0 0,0 0-1 0 0,0 0 0 0 0,0 1 1 0 0,0-1-1 0 0,0 0 0 0 0,-1 0 0 0 0,1 0 1 0 0,0 0-1 0 0,0 0 0 0 0,0 0 1 0 0,0 0-1 0 0,0 0 0 0 0,0 0 1 0 0,0 0-1 0 0,0 0 0 0 0,-1 0 0 0 0,1 0 1 0 0,0 0-1 0 0,0 0 0 0 0,0 0 1 0 0,0 0-1 0 0,0 0 0 0 0,0 0 1 0 0,0 0-1 0 0,-1 0 0 0 0,1 0 1 0 0,6 5 1011 0 0,-1-3-968 0 0,0-1 0 0 0,0 1 0 0 0,0-1 0 0 0,0-1 0 0 0,0 1-1 0 0,0-1 1 0 0,0 0 0 0 0,7-1 0 0 0,41-6 189 0 0,-39 4-272 0 0,-13 3-2 0 0,9-2 3 0 0,0 0 0 0 0,0-1 0 0 0,-1 0 0 0 0,1 0 0 0 0,12-7 0 0 0,-15 7-53 0 0,-6 2-186 0 0,-1 1-9 0 0,6-2-20 0 0,0-6-4484 0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25:36.312"/>
    </inkml:context>
    <inkml:brush xml:id="br0">
      <inkml:brushProperty name="width" value="0.05" units="cm"/>
      <inkml:brushProperty name="height" value="0.05" units="cm"/>
    </inkml:brush>
  </inkml:definitions>
  <inkml:trace contextRef="#ctx0" brushRef="#br0">47 0 14711 0 0,'0'0'332'0'0,"0"2"51"0"0,-19 107 931 0 0,-8 59 637 0 0,26-124-2227 0 0,4-25-4565 0 0,1-5-990 0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25:37.141"/>
    </inkml:context>
    <inkml:brush xml:id="br0">
      <inkml:brushProperty name="width" value="0.05" units="cm"/>
      <inkml:brushProperty name="height" value="0.05" units="cm"/>
    </inkml:brush>
  </inkml:definitions>
  <inkml:trace contextRef="#ctx0" brushRef="#br0">1 70 11311 0 0,'0'0'4474'0'0,"1"-1"-3988"0"0,7-4-169 0 0,1 1 1 0 0,0 1-1 0 0,-1-1 0 0 0,1 2 0 0 0,0-1 0 0 0,14-1 1 0 0,-8 1-152 0 0,23-9 1 0 0,2-1 26 0 0,-39 13-244 0 0,2-15-11917 0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25:37.488"/>
    </inkml:context>
    <inkml:brush xml:id="br0">
      <inkml:brushProperty name="width" value="0.05" units="cm"/>
      <inkml:brushProperty name="height" value="0.05" units="cm"/>
    </inkml:brush>
  </inkml:definitions>
  <inkml:trace contextRef="#ctx0" brushRef="#br0">13 0 12119 0 0,'0'0'1098'0'0,"-1"8"-884"0"0,-1 86 3264 0 0,1-18-778 0 0,-3-22-2615 0 0,-1 45 636 0 0,8-33-6409 0 0,0-45-632 0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25:55.784"/>
    </inkml:context>
    <inkml:brush xml:id="br0">
      <inkml:brushProperty name="width" value="0.05" units="cm"/>
      <inkml:brushProperty name="height" value="0.05" units="cm"/>
    </inkml:brush>
  </inkml:definitions>
  <inkml:trace contextRef="#ctx0" brushRef="#br0">18 6 2759 0 0,'0'0'7035'0'0,"0"-1"-6958"0"0,0 1-1 0 0,0 0 1 0 0,-1-1-1 0 0,1 1 1 0 0,0 0 0 0 0,0-1-1 0 0,-1 1 1 0 0,1 0-1 0 0,0 0 1 0 0,-1-1 0 0 0,1 1-1 0 0,0 0 1 0 0,-1 0-1 0 0,1 0 1 0 0,-1-1 0 0 0,1 1-1 0 0,0 0 1 0 0,-1 0-1 0 0,0 0 1 0 0,1 0 5 0 0,-1 0 0 0 0,1 1 0 0 0,-1-1-1 0 0,1 0 1 0 0,-1 1 0 0 0,1-1 0 0 0,-1 1 0 0 0,1-1 0 0 0,-1 0 0 0 0,1 1 0 0 0,0-1-1 0 0,-1 1 1 0 0,1-1 0 0 0,0 1 0 0 0,-1-1 0 0 0,1 1 0 0 0,0-1 0 0 0,0 1-1 0 0,0 0 1 0 0,-1-1 0 0 0,1 1 0 0 0,0-1 0 0 0,0 2 0 0 0,-3 16 2073 0 0,3-16-1363 0 0,9 5 217 0 0,-2-5-864 0 0,0 1-1 0 0,-1-1 1 0 0,1 0-1 0 0,0-1 1 0 0,0 0-1 0 0,0 0 1 0 0,0 0-1 0 0,0-1 1 0 0,1 0-1 0 0,-1 0 1 0 0,11-3 0 0 0,-13 3-530 0 0,1-2-1 0 0,0 1 1 0 0,-1-1 0 0 0,1 0 0 0 0,-1 0 0 0 0,0 0 0 0 0,0-1 0 0 0,0 0 0 0 0,6-3 0 0 0,-4 0-5203 0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25:56.136"/>
    </inkml:context>
    <inkml:brush xml:id="br0">
      <inkml:brushProperty name="width" value="0.05" units="cm"/>
      <inkml:brushProperty name="height" value="0.05" units="cm"/>
    </inkml:brush>
  </inkml:definitions>
  <inkml:trace contextRef="#ctx0" brushRef="#br0">40 0 7367 0 0,'0'0'568'0'0,"-3"8"-352"0"0,0-1 512 0 0,0 0-1 0 0,0 0 1 0 0,1 1-1 0 0,0-1 0 0 0,1 1 1 0 0,0 0-1 0 0,0-1 1 0 0,0 9-1 0 0,-8 105 2796 0 0,2-41-4183 0 0,6-71 348 0 0,-1 14-5842 0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25:56.963"/>
    </inkml:context>
    <inkml:brush xml:id="br0">
      <inkml:brushProperty name="width" value="0.05" units="cm"/>
      <inkml:brushProperty name="height" value="0.05" units="cm"/>
    </inkml:brush>
  </inkml:definitions>
  <inkml:trace contextRef="#ctx0" brushRef="#br0">63 1 6391 0 0,'0'0'291'0'0,"-13"9"106"0"0,-37 16 10875 0 0,76-16-10022 0 0,-10-7-1026 0 0,0-1 1 0 0,31-3 0 0 0,-37 1-221 0 0,-5 1 6 0 0,-1-1 0 0 0,1 1 1 0 0,-1-1-1 0 0,1 0 0 0 0,-1-1 1 0 0,7-2-1 0 0,13-6-352 0 0,-19 6 293 0 0,6-6-6528 0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25:57.306"/>
    </inkml:context>
    <inkml:brush xml:id="br0">
      <inkml:brushProperty name="width" value="0.05" units="cm"/>
      <inkml:brushProperty name="height" value="0.05" units="cm"/>
    </inkml:brush>
  </inkml:definitions>
  <inkml:trace contextRef="#ctx0" brushRef="#br0">29 0 8287 0 0,'0'0'1999'0'0,"0"2"-759"0"0,-5 19 180 0 0,2-1 0 0 0,0 1 0 0 0,1 23 0 0 0,-3 19-841 0 0,-2 11-1725 0 0,4-48-4774 0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32:50.723"/>
    </inkml:context>
    <inkml:brush xml:id="br0">
      <inkml:brushProperty name="width" value="0.05" units="cm"/>
      <inkml:brushProperty name="height" value="0.05" units="cm"/>
    </inkml:brush>
  </inkml:definitions>
  <inkml:trace contextRef="#ctx0" brushRef="#br0">46 1 455 0 0,'0'0'12848'0'0,"-4"7"-11740"0"0,-4 13-657 0 0,0 0-1 0 0,2 1 0 0 0,1 0 1 0 0,-6 40-1 0 0,10-51-428 0 0,-1 1-1 0 0,2-1 1 0 0,-1 1 0 0 0,2-1-1 0 0,-1 1 1 0 0,1-1-1 0 0,1 1 1 0 0,0-1 0 0 0,5 17-1 0 0,-3-20-10 0 0,-4-6 4 0 0,1 0 0 0 0,-1 0 0 0 0,1-1 0 0 0,-1 1 0 0 0,1 0 0 0 0,0 0 0 0 0,-1 0-1 0 0,1-1 1 0 0,0 1 0 0 0,0 0 0 0 0,0-1 0 0 0,-1 1 0 0 0,1-1 0 0 0,0 1 0 0 0,0-1 0 0 0,0 1 0 0 0,0-1 0 0 0,0 0 0 0 0,0 1 0 0 0,0-1 0 0 0,0 0 0 0 0,0 0 0 0 0,0 0 0 0 0,0 1 0 0 0,0-1-1 0 0,0 0 1 0 0,0-1 0 0 0,0 1 0 0 0,0 0 0 0 0,0 0 0 0 0,0 0 0 0 0,0 0 0 0 0,0-1 0 0 0,0 1 0 0 0,0-1 0 0 0,0 1 0 0 0,-1 0 0 0 0,3-2 0 0 0,0 0 1 0 0,-1 0-1 0 0,1 0 1 0 0,0 0 0 0 0,0-1 0 0 0,-1 1 0 0 0,0-1 0 0 0,1 1 0 0 0,-1-1-1 0 0,2-4 1 0 0,6-12 120 0 0,-2-1 1 0 0,0 1-1 0 0,-1-2 0 0 0,-1 1 0 0 0,-1-1 0 0 0,-1 0 0 0 0,0 0 0 0 0,0-23 1 0 0,-4 39-54 0 0,0 1 0 0 0,0 0 1 0 0,-1 0-1 0 0,1 0 1 0 0,-1 0-1 0 0,0 0 0 0 0,0 0 1 0 0,-2-6-1 0 0,2 9 77 0 0,1 0-146 0 0,0 1-1 0 0,0 0 1 0 0,0-1-1 0 0,0 1 1 0 0,0 0-1 0 0,-1 0 1 0 0,1-1 0 0 0,0 1-1 0 0,0 0 1 0 0,0-1-1 0 0,-1 1 1 0 0,1 0-1 0 0,0 0 1 0 0,0 0-1 0 0,-1-1 1 0 0,1 1-1 0 0,0 0 1 0 0,-1 0 0 0 0,1 0-1 0 0,0-1 1 0 0,-1 1-1 0 0,1 0 1 0 0,0 0-1 0 0,-1 0 1 0 0,1 0-1 0 0,0 0 1 0 0,-1 0-1 0 0,1 0 1 0 0,0 0 0 0 0,-1 0-1 0 0,1 0 1 0 0,0 0-1 0 0,-1 0 1 0 0,1 0-1 0 0,-1 0 1 0 0,-12 3 354 0 0,-1 5-595 0 0,-27 10 0 0 0,40-17-604 0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32:51.654"/>
    </inkml:context>
    <inkml:brush xml:id="br0">
      <inkml:brushProperty name="width" value="0.05" units="cm"/>
      <inkml:brushProperty name="height" value="0.05" units="cm"/>
    </inkml:brush>
  </inkml:definitions>
  <inkml:trace contextRef="#ctx0" brushRef="#br0">36 69 5063 0 0,'0'0'1768'0'0,"3"-21"7760"0"0,8 49-9013 0 0,-10-22-447 0 0,0-1 0 0 0,1 0 1 0 0,0 0-1 0 0,0 0 0 0 0,0-1 0 0 0,1 1 1 0 0,0 0-1 0 0,0-1 0 0 0,0 0 0 0 0,0 0 0 0 0,1 0 1 0 0,-1 0-1 0 0,1 0 0 0 0,0-1 0 0 0,0 1 1 0 0,6 3-1 0 0,-7-6 1 0 0,3 1-29 0 0,-4-1-72 0 0,-11-14 152 0 0,-25-17 299 0 0,21 18-97 0 0,0 0-1 0 0,-17-21 1 0 0,29 31-265 0 0,0-1-1 0 0,0 1 1 0 0,-1 0 0 0 0,2-1-1 0 0,-1 1 1 0 0,0-1 0 0 0,0 1-1 0 0,1-1 1 0 0,0 1 0 0 0,-1-5-1 0 0,1 4 84 0 0,0 0 0 0 0,-1 0 0 0 0,1 1 0 0 0,-1-1 0 0 0,0 0 0 0 0,-1-3 0 0 0,1 2 280 0 0,4 5-301 0 0,4 5-133 0 0,1 8 77 0 0,0 1 0 0 0,9 23-1 0 0,-7-9-6071 0 0,-6-18-826 0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24T07:11:46.059"/>
    </inkml:context>
    <inkml:brush xml:id="br0">
      <inkml:brushProperty name="width" value="0.05" units="cm"/>
      <inkml:brushProperty name="height" value="0.05" units="cm"/>
    </inkml:brush>
  </inkml:definitions>
  <inkml:trace contextRef="#ctx0" brushRef="#br0">14 25 6447 0 0,'-13'-23'6243'0'0,"15"23"-5852"0"0,0-1-1 0 0,1 1 1 0 0,-1 0 0 0 0,0 0-1 0 0,1 0 1 0 0,-1 0 0 0 0,3 0-1 0 0,15 3 310 0 0,27 6-1 0 0,0 1-135 0 0,524 49 2667 0 0,-343-40-2625 0 0,204 12 185 0 0,-133-3-486 0 0,-197-15-94 0 0,0-4-1 0 0,131-5 1 0 0,-183-7-102 0 0,191-2 685 0 0,-165 10-566 0 0,45-1 276 0 0,-33-9 201 0 0,39 0 690 0 0,-125 5-1234 0 0,0 0-81 0 0,5 0 3 0 0,-5 0 10 0 0,0 0-13 0 0,6 0-52 0 0,-5-1 20 0 0,17 0-33 0 0,4 1-18 0 0,1-3 3 0 0,-13 4 0 0 0,-6-1 0 0 0,1 0 0 0 0,-1 0 0 0 0,1-1 0 0 0,11-2 0 0 0,-7 2 0 0 0,1-1 0 0 0,-2 0-16 0 0,-9 1-59 0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24T07:11:48.639"/>
    </inkml:context>
    <inkml:brush xml:id="br0">
      <inkml:brushProperty name="width" value="0.05" units="cm"/>
      <inkml:brushProperty name="height" value="0.05" units="cm"/>
    </inkml:brush>
  </inkml:definitions>
  <inkml:trace contextRef="#ctx0" brushRef="#br0">13 59 5063 0 0,'0'0'232'0'0,"-1"-1"-13"0"0,-5-4 1306 0 0,3-1 2053 0 0,3 5-3412 0 0,0 1 0 0 0,0-1 1 0 0,-1 1-1 0 0,1-1 0 0 0,0 1 1 0 0,0-1-1 0 0,-1 1 0 0 0,1-1 1 0 0,0 1-1 0 0,0-1 1 0 0,0 0-1 0 0,0 1 0 0 0,0-1 1 0 0,0 1-1 0 0,0-1 0 0 0,0 1 1 0 0,0-1-1 0 0,0 0 0 0 0,0 1 1 0 0,0-1-1 0 0,1 1 0 0 0,-1-1 1 0 0,0 1-1 0 0,0-1 1 0 0,1 0-1 0 0,5-5 401 0 0,-5 4-443 0 0,1 0 0 0 0,0 0 0 0 0,-1 1 0 0 0,1-1 0 0 0,0 0-1 0 0,0 1 1 0 0,0-1 0 0 0,0 1 0 0 0,0 0 0 0 0,1 0 0 0 0,-1 0 0 0 0,0 0-1 0 0,1 0 1 0 0,3-1 0 0 0,6 0 192 0 0,-1 1 1 0 0,1 1-1 0 0,-1-1 0 0 0,1 2 0 0 0,21 3 0 0 0,-27-3-261 0 0,0 0 0 0 0,-1 0 0 0 0,1 1-1 0 0,-1 0 1 0 0,1 0 0 0 0,-1 0 0 0 0,0 1 0 0 0,0 0-1 0 0,0 0 1 0 0,0 0 0 0 0,0 1 0 0 0,-1 0-1 0 0,7 6 1 0 0,-10-8-45 0 0,1-1 0 0 0,0 1-1 0 0,-1 0 1 0 0,0 1 0 0 0,1-1-1 0 0,-1 0 1 0 0,0 0 0 0 0,0 1 0 0 0,0-1-1 0 0,0 0 1 0 0,-1 1 0 0 0,1-1-1 0 0,-1 1 1 0 0,1-1 0 0 0,-1 1 0 0 0,0-1-1 0 0,0 1 1 0 0,0-1 0 0 0,0 1-1 0 0,-1-1 1 0 0,1 1 0 0 0,-1-1-1 0 0,1 1 1 0 0,-1-1 0 0 0,-1 3 0 0 0,-1 4 15 0 0,0 4 9 0 0,-1-1 0 0 0,-1 0 0 0 0,-1 0 0 0 0,-7 13 1 0 0,-31 43 77 0 0,30-46-110 0 0,6-12 41 0 0,0 5-31 0 0,10-9-13 0 0,-1-4 0 0 0,0 2 1 0 0,3 6 0 0 0,18 5 0 0 0,2 1 0 0 0,0-4 11 0 0,-14-5 32 0 0,-2 4-33 0 0,-4 3-10 0 0,-4-10 5 0 0,0 0 0 0 0,0 0 0 0 0,0 0 0 0 0,-1-1-1 0 0,0 1 1 0 0,0 0 0 0 0,0 0 0 0 0,0 0 0 0 0,-1-1 0 0 0,0 1 0 0 0,1-1-1 0 0,-4 6 1 0 0,-5 5 16 0 0,-16 19 1 0 0,24-30-10 0 0,-12 13-151 0 0,0-1 0 0 0,-2 0 1 0 0,1-1-1 0 0,-29 20 0 0 0,41-32-12 0 0,-2 2 125 0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24T07:11:48.976"/>
    </inkml:context>
    <inkml:brush xml:id="br0">
      <inkml:brushProperty name="width" value="0.05" units="cm"/>
      <inkml:brushProperty name="height" value="0.05" units="cm"/>
    </inkml:brush>
  </inkml:definitions>
  <inkml:trace contextRef="#ctx0" brushRef="#br0">1 48 8751 0 0,'0'0'2090'0'0,"2"0"-797"0"0,138-42 5550 0 0,-116 36-6293 0 0,-22 6-286 0 0,0 1-20 0 0,0-1-208 0 0,-1 0 0 0 0,1 1 0 0 0,-1-1 0 0 0,1 1 0 0 0,-1-1 0 0 0,1 1 0 0 0,-1 0 0 0 0,1 0 0 0 0,-1-1-1 0 0,0 1 1 0 0,0 0 0 0 0,1 0 0 0 0,-1 0 0 0 0,0 0 0 0 0,0 1 0 0 0,0-1 0 0 0,2 3 0 0 0,-2-2-10 0 0,0 0 0 0 0,-1 1 0 0 0,1-1 0 0 0,0 0 0 0 0,-1 1 0 0 0,1-1 0 0 0,-1 1 0 0 0,0-1 0 0 0,0 1 0 0 0,0-1 0 0 0,0 6 0 0 0,-24 157 731 0 0,24-164-754 0 0,-3 25 8 0 0,1 0 1 0 0,2 0 0 0 0,3 45-1 0 0,-2-70-198 0 0,6 6-1981 0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24T07:11:49.309"/>
    </inkml:context>
    <inkml:brush xml:id="br0">
      <inkml:brushProperty name="width" value="0.05" units="cm"/>
      <inkml:brushProperty name="height" value="0.05" units="cm"/>
    </inkml:brush>
  </inkml:definitions>
  <inkml:trace contextRef="#ctx0" brushRef="#br0">1 0 10591 0 0,'0'0'1152'0'0,"10"12"-96"0"0,-1 6 192 0 0,-1 3 40 0 0,-1 5 8 0 0,2 1-912 0 0,-1-7-176 0 0,1-1-40 0 0,7 11-4784 0 0,1-1-960 0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24T07:11:49.949"/>
    </inkml:context>
    <inkml:brush xml:id="br0">
      <inkml:brushProperty name="width" value="0.05" units="cm"/>
      <inkml:brushProperty name="height" value="0.05" units="cm"/>
    </inkml:brush>
  </inkml:definitions>
  <inkml:trace contextRef="#ctx0" brushRef="#br0">0 18 11663 0 0,'10'-7'1243'0'0,"6"-4"1164"0"0,-15 11-2331 0 0,0 1 0 0 0,-1-1 1 0 0,1 0-1 0 0,0 1 0 0 0,0-1 1 0 0,-1 0-1 0 0,1 1 1 0 0,0-1-1 0 0,0 1 0 0 0,-1-1 1 0 0,1 1-1 0 0,-1 0 1 0 0,1-1-1 0 0,-1 1 0 0 0,1 0 1 0 0,-1-1-1 0 0,1 1 0 0 0,-1 0 1 0 0,1 0-1 0 0,-1 0 1 0 0,8 17 437 0 0,-6-9-387 0 0,-1-1-1 0 0,1 1 0 0 0,-1-1 1 0 0,-1 1-1 0 0,0 15 0 0 0,-9 44-271 0 0,5-38-318 0 0,-3-3-4671 0 0,2-13-226 0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24T07:11:50.292"/>
    </inkml:context>
    <inkml:brush xml:id="br0">
      <inkml:brushProperty name="width" value="0.05" units="cm"/>
      <inkml:brushProperty name="height" value="0.05" units="cm"/>
    </inkml:brush>
  </inkml:definitions>
  <inkml:trace contextRef="#ctx0" brushRef="#br0">111 1 9671 0 0,'0'0'1138'0'0,"-2"2"-424"0"0,-12 21 179 0 0,0 1 0 0 0,2 1 0 0 0,1 0-1 0 0,1 0 1 0 0,-9 33 0 0 0,10-24-651 0 0,2 1 0 0 0,2-1-1 0 0,-3 61 1 0 0,8-80-301 0 0,1 1 0 0 0,0 0 0 0 0,2-1 0 0 0,-1 1 0 0 0,2-1 0 0 0,0 0 0 0 0,9 23 0 0 0,15 20-5722 0 0,-20-44 786 0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24T07:11:50.691"/>
    </inkml:context>
    <inkml:brush xml:id="br0">
      <inkml:brushProperty name="width" value="0.05" units="cm"/>
      <inkml:brushProperty name="height" value="0.05" units="cm"/>
    </inkml:brush>
  </inkml:definitions>
  <inkml:trace contextRef="#ctx0" brushRef="#br0">92 0 9215 0 0,'0'0'707'0'0,"-1"2"-464"0"0,-7 4 70 0 0,1 1 1 0 0,0 0 0 0 0,0 0-1 0 0,1 1 1 0 0,0-1-1 0 0,0 2 1 0 0,1-1 0 0 0,0 0-1 0 0,0 1 1 0 0,1 0-1 0 0,0 0 1 0 0,0 1 0 0 0,-3 18-1 0 0,4-15-96 0 0,0 0-1 0 0,1 1 1 0 0,1-1-1 0 0,0 1 1 0 0,1-1-1 0 0,1 0 1 0 0,3 24-1 0 0,-4-34-178 0 0,1-1-1 0 0,0 1 1 0 0,0-1-1 0 0,0 1 1 0 0,0-1-1 0 0,0 0 1 0 0,0 1-1 0 0,1-1 1 0 0,-1 0-1 0 0,1 0 1 0 0,0 0-1 0 0,-1 0 1 0 0,1 0-1 0 0,0 0 1 0 0,0-1-1 0 0,0 1 1 0 0,1-1-1 0 0,-1 1 0 0 0,0-1 1 0 0,0 0-1 0 0,1 0 1 0 0,-1 0-1 0 0,1 0 1 0 0,-1 0-1 0 0,1 0 1 0 0,-1-1-1 0 0,5 1 1 0 0,-2 0 14 0 0,0-1 1 0 0,-1 0-1 0 0,1 0 1 0 0,0-1-1 0 0,0 0 0 0 0,-1 1 1 0 0,1-2-1 0 0,0 1 1 0 0,-1 0-1 0 0,1-1 1 0 0,-1 0-1 0 0,1 0 0 0 0,-1 0 1 0 0,5-4-1 0 0,6-5 106 0 0,0-1-1 0 0,0 0 1 0 0,-1-1 0 0 0,17-21-1 0 0,-27 28-66 0 0,1 0 0 0 0,-1 0-1 0 0,0 0 1 0 0,0 0 0 0 0,-1-1-1 0 0,0 0 1 0 0,0 1 0 0 0,-1-1-1 0 0,1 0 1 0 0,-1 0 0 0 0,-1-1-1 0 0,1 1 1 0 0,-2 0 0 0 0,2-11-1 0 0,-3 15-49 0 0,0 0-1 0 0,0 1 1 0 0,0-1-1 0 0,0 0 1 0 0,0 1-1 0 0,0-1 1 0 0,0 1-1 0 0,-1 0 1 0 0,1-1-1 0 0,-1 1 0 0 0,0 0 1 0 0,0 0-1 0 0,0 0 1 0 0,0 0-1 0 0,0 0 1 0 0,0 0-1 0 0,0 1 1 0 0,-1-1-1 0 0,1 1 1 0 0,-5-2-1 0 0,-3-2 90 0 0,0 0-1 0 0,0 1 1 0 0,-20-6-1 0 0,25 9-239 0 0,1 0-1 0 0,-1 0 0 0 0,0 0 1 0 0,0 1-1 0 0,0 0 0 0 0,0 0 1 0 0,0 0-1 0 0,0 0 0 0 0,0 1 1 0 0,0 0-1 0 0,0 0 0 0 0,0 0 1 0 0,0 1-1 0 0,-7 2 0 0 0,9-2-1901 0 0,-6 0-4580 0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24T07:11:51.022"/>
    </inkml:context>
    <inkml:brush xml:id="br0">
      <inkml:brushProperty name="width" value="0.05" units="cm"/>
      <inkml:brushProperty name="height" value="0.05" units="cm"/>
    </inkml:brush>
  </inkml:definitions>
  <inkml:trace contextRef="#ctx0" brushRef="#br0">0 146 9215 0 0,'0'0'707'0'0,"2"1"-296"0"0,6 2 304 0 0,0 0 0 0 0,1 0 0 0 0,-1-1-1 0 0,1-1 1 0 0,0 1 0 0 0,-1-2 0 0 0,1 1 0 0 0,11-1 0 0 0,129-17 1671 0 0,-118 13-2452 0 0,-4 1-1363 0 0,-16 1 538 0 0</inkml:trace>
  <inkml:trace contextRef="#ctx0" brushRef="#br0" timeOffset="1">155 1 3679 0 0,'0'0'167'0'0,"-2"0"-7"0"0,1 0-153 0 0,0 1-1 0 0,0-1 1 0 0,-1 1-1 0 0,1-1 1 0 0,0 1-1 0 0,0 0 1 0 0,0-1-1 0 0,0 1 1 0 0,0 0-1 0 0,0 0 1 0 0,0-1 0 0 0,0 1-1 0 0,0 0 1 0 0,0 0-1 0 0,0 0 1 0 0,1 0-1 0 0,-1 0 1 0 0,0 0-1 0 0,1 1 1 0 0,-1-1-1 0 0,1 0 1 0 0,-1 0-1 0 0,1 0 1 0 0,-1 1 0 0 0,1 1-1 0 0,-1 1 193 0 0,-4 13 3411 0 0,-5 34 0 0 0,3 21-269 0 0,4-40-3224 0 0,1 0 105 0 0,1 54 0 0 0,8-37-4374 0 0,-2-22-722 0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24T07:11:51.355"/>
    </inkml:context>
    <inkml:brush xml:id="br0">
      <inkml:brushProperty name="width" value="0.05" units="cm"/>
      <inkml:brushProperty name="height" value="0.05" units="cm"/>
    </inkml:brush>
  </inkml:definitions>
  <inkml:trace contextRef="#ctx0" brushRef="#br0">20 0 9215 0 0,'0'0'707'0'0,"2"2"-464"0"0,3 1 25 0 0,0 1 0 0 0,-1-1 0 0 0,1 1 1 0 0,-1 0-1 0 0,0 1 0 0 0,0-1 0 0 0,0 1 0 0 0,0 0 1 0 0,-1 0-1 0 0,0 0 0 0 0,0 0 0 0 0,0 0 0 0 0,-1 1 1 0 0,0-1-1 0 0,2 8 0 0 0,3 12 1048 0 0,-2 0 0 0 0,4 32 1 0 0,-8-44-1223 0 0,3 23 435 0 0,-1 0-1 0 0,-2 0 0 0 0,-2 0 0 0 0,-7 47 1 0 0,3-53-754 0 0,-1 0-1 0 0,-2-1 1 0 0,0 1 0 0 0,-3-2 0 0 0,-18 40 0 0 0,12-38-1275 0 0,-1-4-407 0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24T07:11:51.687"/>
    </inkml:context>
    <inkml:brush xml:id="br0">
      <inkml:brushProperty name="width" value="0.05" units="cm"/>
      <inkml:brushProperty name="height" value="0.05" units="cm"/>
    </inkml:brush>
  </inkml:definitions>
  <inkml:trace contextRef="#ctx0" brushRef="#br0">1 297 8751 0 0,'2'0'674'0'0,"96"18"5855"0"0,-22-2-750 0 0,-25-11-6122 0 0,-46-4 350 0 0,-1-1 1 0 0,1 1-1 0 0,-1-1 1 0 0,0 1-1 0 0,7 3 1 0 0,2-1-138 0 0,-11-2-768 0 0,-1-1-275 0 0,8 4-46 0 0</inkml:trace>
  <inkml:trace contextRef="#ctx0" brushRef="#br0" timeOffset="1">172 1 15199 0 0,'0'0'672'0'0,"0"14"144"0"0,1 2-656 0 0,2 4-160 0 0,0 2 0 0 0,2 7 0 0 0,-4 4 696 0 0,-1 3 104 0 0,0 0 16 0 0,-1 3 8 0 0,-1 2-216 0 0,-1 5-48 0 0,0 7-8 0 0,2 5 0 0 0,1 7-552 0 0,0 3-168 0 0,1-1-8 0 0,2 1-8608 0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24T07:11:52.572"/>
    </inkml:context>
    <inkml:brush xml:id="br0">
      <inkml:brushProperty name="width" value="0.05" units="cm"/>
      <inkml:brushProperty name="height" value="0.05" units="cm"/>
    </inkml:brush>
  </inkml:definitions>
  <inkml:trace contextRef="#ctx0" brushRef="#br0">25 0 10735 0 0,'0'0'979'0'0,"-1"2"-712"0"0,-12 159 3912 0 0,10-90-3176 0 0,-4 145 441 0 0,8-153-1040 0 0,14 88-1 0 0,-14-145-344 0 0,0 0-1 0 0,0 0 1 0 0,1 0 0 0 0,0 0-1 0 0,0 0 1 0 0,0 0 0 0 0,1-1-1 0 0,-1 1 1 0 0,1-1 0 0 0,1 0-1 0 0,-1 1 1 0 0,1-2 0 0 0,0 1-1 0 0,0 0 1 0 0,6 5 0 0 0,-8-9-4 0 0,0 0 1 0 0,-1 0 0 0 0,1 0-1 0 0,0 0 1 0 0,0-1 0 0 0,0 1-1 0 0,0 0 1 0 0,0-1 0 0 0,-1 1-1 0 0,1-1 1 0 0,0 0-1 0 0,0 0 1 0 0,0 0 0 0 0,0 0-1 0 0,0 0 1 0 0,0 0 0 0 0,0 0-1 0 0,0-1 1 0 0,0 1 0 0 0,0-1-1 0 0,0 1 1 0 0,0-1 0 0 0,-1 0-1 0 0,1 1 1 0 0,0-1 0 0 0,0 0-1 0 0,-1 0 1 0 0,1-1 0 0 0,-1 1-1 0 0,1 0 1 0 0,-1 0 0 0 0,3-4-1 0 0,3-3 233 0 0,0 0-1 0 0,0 0 1 0 0,-2-1-1 0 0,9-15 1 0 0,-14 24-287 0 0,19-36 644 0 0,-2-1-1 0 0,16-53 1 0 0,15-81 14 0 0,-10 32-373 0 0,-19 69-196 0 0,-11 36-286 0 0,20-51-1 0 0,-27 83-276 0 0,8 14-4995 0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24T07:11:52.921"/>
    </inkml:context>
    <inkml:brush xml:id="br0">
      <inkml:brushProperty name="width" value="0.05" units="cm"/>
      <inkml:brushProperty name="height" value="0.05" units="cm"/>
    </inkml:brush>
  </inkml:definitions>
  <inkml:trace contextRef="#ctx0" brushRef="#br0">5 180 13271 0 0,'0'1'36'0'0,"-2"6"115"0"0,1 1 1 0 0,0 0 0 0 0,1-1-1 0 0,-1 1 1 0 0,2 0 0 0 0,-1 0-1 0 0,1-1 1 0 0,0 1 0 0 0,4 13-1 0 0,-4-20-52 0 0,0 0 1 0 0,0 0-1 0 0,-1 0 0 0 0,1 0 0 0 0,0 0 0 0 0,0 0 0 0 0,0 0 0 0 0,0 0 0 0 0,0 0 0 0 0,0-1 1 0 0,0 1-1 0 0,0 0 0 0 0,0-1 0 0 0,1 1 0 0 0,-1-1 0 0 0,0 1 0 0 0,2-1 0 0 0,19 4 999 0 0,-17-5-942 0 0,1 1 0 0 0,-1-1 0 0 0,0 0 0 0 0,1-1 0 0 0,-1 1 1 0 0,0-1-1 0 0,0 0 0 0 0,0 0 0 0 0,0-1 0 0 0,0 0 1 0 0,0 0-1 0 0,-1 0 0 0 0,1 0 0 0 0,-1-1 0 0 0,6-5 1 0 0,-5 3-70 0 0,0 1 0 0 0,0-1 1 0 0,0 0-1 0 0,-1-1 0 0 0,0 1 1 0 0,0-1-1 0 0,0 0 0 0 0,-1 0 1 0 0,0 0-1 0 0,3-12 1 0 0,-5 15-78 0 0,-1 0 1 0 0,0 0 0 0 0,0 0 0 0 0,0-1 0 0 0,-1 1 0 0 0,1 0 0 0 0,-1 0 0 0 0,0 0 0 0 0,0 0 0 0 0,0 0 0 0 0,-1 0 0 0 0,0 0 0 0 0,1 0 0 0 0,-1 1 0 0 0,-1-1 0 0 0,1 1 0 0 0,-3-4 0 0 0,-5-6-172 0 0,0 1-1 0 0,0 1 1 0 0,-16-13 0 0 0,22 20-183 0 0,-1 1 1 0 0,0-1 0 0 0,0 1 0 0 0,0-1 0 0 0,0 2 0 0 0,-8-4 0 0 0,-1 1-1565 0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24T07:11:53.384"/>
    </inkml:context>
    <inkml:brush xml:id="br0">
      <inkml:brushProperty name="width" value="0.05" units="cm"/>
      <inkml:brushProperty name="height" value="0.05" units="cm"/>
    </inkml:brush>
  </inkml:definitions>
  <inkml:trace contextRef="#ctx0" brushRef="#br0">105 0 6447 0 0,'0'0'298'0'0,"-1"1"-10"0"0,-6 14 446 0 0,1 0 1 0 0,1 0 0 0 0,0 1 0 0 0,-5 30 0 0 0,3-17 1495 0 0,-14 52 1717 0 0,-11 48-547 0 0,28-105-2870 0 0,1 0 0 0 0,1 0 0 0 0,0 34 0 0 0,3-46-476 0 0,0 0 0 0 0,1-1-1 0 0,1 0 1 0 0,-1 1 0 0 0,2-1-1 0 0,0 0 1 0 0,0-1 0 0 0,1 1-1 0 0,0-1 1 0 0,0 0 0 0 0,13 17-1 0 0,-17-26-92 0 0,-1-1 0 0 0,1 1-1 0 0,0 0 1 0 0,0 0-1 0 0,0-1 1 0 0,0 1-1 0 0,0 0 1 0 0,-1-1 0 0 0,1 1-1 0 0,0-1 1 0 0,1 1-1 0 0,-1-1 1 0 0,0 0 0 0 0,0 1-1 0 0,0-1 1 0 0,0 0-1 0 0,0 0 1 0 0,0 0-1 0 0,0 0 1 0 0,0 0 0 0 0,0 0-1 0 0,0 0 1 0 0,1 0-1 0 0,-1 0 1 0 0,0 0-1 0 0,1-1 1 0 0,1 0-202 0 0,0 0 0 0 0,0 0 0 0 0,0 0 0 0 0,0-1 0 0 0,0 1 0 0 0,-1-1 0 0 0,4-2 1 0 0,9-9-1523 0 0,2-3-76 0 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24T07:11:53.719"/>
    </inkml:context>
    <inkml:brush xml:id="br0">
      <inkml:brushProperty name="width" value="0.05" units="cm"/>
      <inkml:brushProperty name="height" value="0.05" units="cm"/>
    </inkml:brush>
  </inkml:definitions>
  <inkml:trace contextRef="#ctx0" brushRef="#br0">35 148 1375 0 0,'-7'24'170'0'0,"2"-9"576"0"0,1 0-1 0 0,-3 26 1 0 0,2-3 3381 0 0,2-17-1373 0 0,0 35 0 0 0,3-51-2425 0 0,0 0 1 0 0,1 0-1 0 0,-1 1 0 0 0,1-1 0 0 0,0 0 0 0 0,1 0 0 0 0,-1 0 1 0 0,1 0-1 0 0,0 0 0 0 0,0-1 0 0 0,5 9 0 0 0,-6-12-204 0 0,0 0 0 0 0,0-1 0 0 0,0 1 0 0 0,0 0 0 0 0,0-1 0 0 0,0 1 0 0 0,0 0 0 0 0,0-1 0 0 0,1 1 0 0 0,-1-1 0 0 0,0 0 0 0 0,0 1 0 0 0,0-1 0 0 0,1 0 0 0 0,-1 0 0 0 0,0 0 0 0 0,0 0 0 0 0,1 0 0 0 0,1 0 0 0 0,22-4 566 0 0,-20 2-596 0 0,-1 0-1 0 0,0 0 1 0 0,0-1 0 0 0,0 1 0 0 0,0-1 0 0 0,0 0-1 0 0,-1 0 1 0 0,1 0 0 0 0,-1-1 0 0 0,0 1 0 0 0,0-1-1 0 0,3-4 1 0 0,2-4 68 0 0,0 0-1 0 0,10-23 1 0 0,-14 25-148 0 0,0 0 1 0 0,0 0-1 0 0,-1 0 0 0 0,-1-1 1 0 0,0 1-1 0 0,0 0 0 0 0,-1-1 1 0 0,0 0-1 0 0,-1 1 1 0 0,0-1-1 0 0,0 0 0 0 0,-1 1 1 0 0,-1-1-1 0 0,0 1 0 0 0,0-1 1 0 0,-1 1-1 0 0,-1 0 0 0 0,-7-16 1 0 0,3 8-235 0 0,4 7-143 0 0,0 1 1 0 0,-1 0-1 0 0,0 1 0 0 0,0-1 1 0 0,-1 1-1 0 0,-1 0 0 0 0,-9-11 1 0 0,4 11-874 0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24T07:11:54.059"/>
    </inkml:context>
    <inkml:brush xml:id="br0">
      <inkml:brushProperty name="width" value="0.05" units="cm"/>
      <inkml:brushProperty name="height" value="0.05" units="cm"/>
    </inkml:brush>
  </inkml:definitions>
  <inkml:trace contextRef="#ctx0" brushRef="#br0">1 1 9215 0 0,'0'0'6806'0'0,"2"1"-5876"0"0,4 3-597 0 0,0 0 0 0 0,1 0-1 0 0,-1-1 1 0 0,1 0-1 0 0,0-1 1 0 0,0 1 0 0 0,0-1-1 0 0,8 1 1 0 0,65 6 1006 0 0,-28-3-954 0 0,-15-2-46 0 0,-12-1-5089 0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24T07:11:54.405"/>
    </inkml:context>
    <inkml:brush xml:id="br0">
      <inkml:brushProperty name="width" value="0.05" units="cm"/>
      <inkml:brushProperty name="height" value="0.05" units="cm"/>
    </inkml:brush>
  </inkml:definitions>
  <inkml:trace contextRef="#ctx0" brushRef="#br0">37 80 6447 0 0,'0'0'688'0'0,"-5"15"-688"0"0,1 2 0 0 0,-1 1 1640 0 0,2 3 312 0 0,-1 0 56 0 0,-1 3 8 0 0,2 2-1176 0 0,0-1-232 0 0,0 1-56 0 0,2 1-8 0 0,1-2-360 0 0,1 2-80 0 0,2-3-8 0 0,3-1-4800 0 0,-1-2-960 0 0</inkml:trace>
  <inkml:trace contextRef="#ctx0" brushRef="#br0" timeOffset="1">282 1 9671 0 0,'0'3'748'0'0,"3"55"-57"0"0,-2-34 752 0 0,0 0 0 0 0,-2 27 0 0 0,-10 35 2009 0 0,-26 102-1 0 0,19-120-2946 0 0,-53 127-1 0 0,20-96-2126 0 0,21-51-116 0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24T07:11:55.606"/>
    </inkml:context>
    <inkml:brush xml:id="br0">
      <inkml:brushProperty name="width" value="0.05" units="cm"/>
      <inkml:brushProperty name="height" value="0.05" units="cm"/>
    </inkml:brush>
  </inkml:definitions>
  <inkml:trace contextRef="#ctx0" brushRef="#br0">11 113 10591 0 0,'0'0'819'0'0,"-1"-1"-534"0"0,1 0-255 0 0,-1 1-1 0 0,0 0 1 0 0,1-1-1 0 0,-1 1 1 0 0,1-1-1 0 0,-1 1 1 0 0,1-1-1 0 0,-1 0 0 0 0,1 1 1 0 0,-1-1-1 0 0,1 1 1 0 0,0-1-1 0 0,-1 0 1 0 0,1 1-1 0 0,0-1 1 0 0,-1 0-1 0 0,1 1 1 0 0,0-2-1 0 0,-1 0 174 0 0,1 0 605 0 0,0 1 31 0 0,0 0-739 0 0,0 0 0 0 0,0 0 1 0 0,0 0-1 0 0,1 0 1 0 0,-1 0-1 0 0,0 0 0 0 0,0 1 1 0 0,1-1-1 0 0,-1 0 1 0 0,1 0-1 0 0,-1 0 0 0 0,1 1 1 0 0,-1-1-1 0 0,1 0 0 0 0,-1 0 1 0 0,1 1-1 0 0,-1-1 1 0 0,1 0-1 0 0,0 1 0 0 0,0-1 1 0 0,-1 1-1 0 0,1-1 1 0 0,1 1-1 0 0,1-1 143 0 0,0 0 0 0 0,0 0-1 0 0,0 0 1 0 0,0 1 0 0 0,7 0 0 0 0,-6-1-240 0 0,203 3 2612 0 0,-32 2-1197 0 0,87-21 387 0 0,-112 6-1070 0 0,122-11 325 0 0,46-2-179 0 0,-1 20-242 0 0,-220 12-477 0 0,-79-6-91 0 0,-1 2 1 0 0,0-1-1 0 0,25 10 1 0 0,-31-6-14 0 0,-10-6-24 0 0,1 0 1 0 0,-1 0-1 0 0,1 0 1 0 0,0 0-1 0 0,-1 0 1 0 0,1-1-1 0 0,0 1 1 0 0,2 0-1 0 0,-5 10 153 0 0,0-9-176 0 0,0-1 0 0 0,0 0 0 0 0,0 0 0 0 0,1 1 0 0 0,-1-1 0 0 0,0 0-1 0 0,-1 0 1 0 0,1 0 0 0 0,0 0 0 0 0,0-1 0 0 0,0 1 0 0 0,-1 0 0 0 0,1 0 0 0 0,0-1 0 0 0,-1 1 0 0 0,1-1 0 0 0,-2 1 0 0 0,-3 1-297 0 0,-1-1 1 0 0,1 0-1 0 0,0 0 1 0 0,-1-1-1 0 0,1 1 0 0 0,-1-1 1 0 0,1-1-1 0 0,-1 1 1 0 0,-7-3-1 0 0,-10-1-8898 0 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24T07:11:57.657"/>
    </inkml:context>
    <inkml:brush xml:id="br0">
      <inkml:brushProperty name="width" value="0.05" units="cm"/>
      <inkml:brushProperty name="height" value="0.05" units="cm"/>
    </inkml:brush>
  </inkml:definitions>
  <inkml:trace contextRef="#ctx0" brushRef="#br0">0 24 4143 0 0,'0'0'678'0'0,"1"-3"627"0"0,4-11 434 0 0,-4 13-1638 0 0,-1 1 1 0 0,0 0 0 0 0,0-1-1 0 0,1 1 1 0 0,-1 0 0 0 0,0-1-1 0 0,1 1 1 0 0,-1 0 0 0 0,0 0-1 0 0,1-1 1 0 0,-1 1 0 0 0,1 0-1 0 0,-1 0 1 0 0,0 0 0 0 0,1 0-1 0 0,-1 0 1 0 0,1-1 0 0 0,-1 1-1 0 0,1 0 1 0 0,-1 0 0 0 0,1 0-1 0 0,-1 0 1 0 0,0 0 0 0 0,1 0-1 0 0,-1 0 1 0 0,1 0-1 0 0,-1 1 1 0 0,1-1 0 0 0,-1 0-1 0 0,1 0 1 0 0,0 0 268 0 0,12 1 417 0 0,57 3 2170 0 0,77-6-1 0 0,41-2-368 0 0,-173 4-2392 0 0,-3-1-263 0 0,11 1 717 0 0,-11 3-4901 0 0,-21-7-2144 0 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24T07:12:00.639"/>
    </inkml:context>
    <inkml:brush xml:id="br0">
      <inkml:brushProperty name="width" value="0.05" units="cm"/>
      <inkml:brushProperty name="height" value="0.05" units="cm"/>
    </inkml:brush>
  </inkml:definitions>
  <inkml:trace contextRef="#ctx0" brushRef="#br0">0 224 10967 0 0,'0'0'15'0'0,"0"0"1"0"0,0-1-1 0 0,0 1 0 0 0,0 0 0 0 0,0 0 0 0 0,0 0 0 0 0,0-1 0 0 0,1 1 0 0 0,-1 0 0 0 0,0 0 1 0 0,0-1-1 0 0,0 1 0 0 0,0 0 0 0 0,0 0 0 0 0,0 0 0 0 0,1 0 0 0 0,-1-1 0 0 0,0 1 0 0 0,0 0 1 0 0,0 0-1 0 0,0 0 0 0 0,1 0 0 0 0,-1 0 0 0 0,0 0 0 0 0,0-1 0 0 0,0 1 0 0 0,1 0 0 0 0,-1 0 1 0 0,0 0-1 0 0,0 0 0 0 0,0 0 0 0 0,1 0 0 0 0,19-6 480 0 0,-20 6-491 0 0,0 0-1 0 0,1 0 1 0 0,-1 1 0 0 0,0-1 0 0 0,0 0 0 0 0,0 0 0 0 0,0 0 0 0 0,0 0 0 0 0,0 0-1 0 0,1 0 1 0 0,-1 0 0 0 0,0 0 0 0 0,0 0 0 0 0,0 0 0 0 0,0 0 0 0 0,0 0 0 0 0,1-1 0 0 0,-1 1-1 0 0,0 0 1 0 0,0 0 0 0 0,0 0 0 0 0,0 0 0 0 0,0 0 0 0 0,0 0 0 0 0,1 0 0 0 0,-1 0 0 0 0,0 0-1 0 0,0 0 1 0 0,0 0 0 0 0,0-1 0 0 0,0 1 0 0 0,0 0 0 0 0,0 0 0 0 0,0 0 0 0 0,1 0-1 0 0,-1 0 1 0 0,0 0 0 0 0,0-1 0 0 0,0 1 0 0 0,0 0 0 0 0,0 0 0 0 0,0 0 0 0 0,0 0 0 0 0,0 0-1 0 0,0-1 1 0 0,-1-6 128 0 0,1 6 1223 0 0,1-2-240 0 0,3-3 3158 0 0,0 8-4207 0 0,1 0 0 0 0,-1 0 1 0 0,0 1-1 0 0,0-1 0 0 0,0 1 0 0 0,-1 0 1 0 0,1 0-1 0 0,-1 0 0 0 0,1 0 0 0 0,-1 1 0 0 0,0 0 1 0 0,0-1-1 0 0,-1 1 0 0 0,1 0 0 0 0,-1 0 1 0 0,3 6-1 0 0,3 8 68 0 0,-1 1 1 0 0,9 31-1 0 0,10 83 352 0 0,-19-88-148 0 0,21 72 0 0 0,-28-115 196 0 0,12 0 11 0 0,-11-2-506 0 0,0 0-1 0 0,0-1 0 0 0,0 1 0 0 0,0 0 0 0 0,0-1 0 0 0,0 0 0 0 0,0 1 0 0 0,0-1 0 0 0,0 1 0 0 0,0-1 0 0 0,0 0 0 0 0,0 0 0 0 0,0 0 0 0 0,-1 1 0 0 0,1-1 0 0 0,0 0 0 0 0,0 0 0 0 0,-1 0 0 0 0,1 0 0 0 0,-1 0 0 0 0,1-2 0 0 0,0 1 37 0 0,45-90 1049 0 0,-26 47-793 0 0,4-8-39 0 0,-3-1 0 0 0,15-63-1 0 0,18-115-190 0 0,-51 214-106 0 0,-1 11-2540 0 0,-4 20-685 0 0,-2 8-4334 0 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24T07:12:01.005"/>
    </inkml:context>
    <inkml:brush xml:id="br0">
      <inkml:brushProperty name="width" value="0.05" units="cm"/>
      <inkml:brushProperty name="height" value="0.05" units="cm"/>
    </inkml:brush>
  </inkml:definitions>
  <inkml:trace contextRef="#ctx0" brushRef="#br0">17 139 12207 0 0,'-4'10'348'0'0,"1"1"-1"0"0,0-1 0 0 0,1 1 1 0 0,0 0-1 0 0,-1 20 0 0 0,4-30-252 0 0,-1-1 0 0 0,0 1-1 0 0,0 0 1 0 0,0-1 0 0 0,1 1-1 0 0,-1 0 1 0 0,0-1 0 0 0,1 1-1 0 0,-1-1 1 0 0,0 1 0 0 0,1 0-1 0 0,-1-1 1 0 0,1 1 0 0 0,-1-1-1 0 0,1 1 1 0 0,-1-1 0 0 0,1 0-1 0 0,-1 1 1 0 0,1-1 0 0 0,-1 1-1 0 0,1-1 1 0 0,0 0 0 0 0,-1 0-1 0 0,1 1 1 0 0,-1-1 0 0 0,1 0-1 0 0,0 0 1 0 0,-1 0 0 0 0,2 0-1 0 0,21 2 1053 0 0,-17-3-951 0 0,-1-1 0 0 0,0 1 0 0 0,1-1 0 0 0,-1 0 0 0 0,0 0-1 0 0,0-1 1 0 0,0 1 0 0 0,0-1 0 0 0,0 0 0 0 0,6-7 0 0 0,2-1 151 0 0,0-1 0 0 0,12-15 0 0 0,-16 18-193 0 0,1-3 40 0 0,0 1-1 0 0,15-26 1 0 0,-23 35-181 0 0,0-1 1 0 0,-1 1-1 0 0,0-1 1 0 0,0 1-1 0 0,0-1 1 0 0,0 0-1 0 0,0 1 1 0 0,0-1-1 0 0,-1 0 1 0 0,1 0-1 0 0,-1 0 1 0 0,0 1-1 0 0,0-1 1 0 0,0 0-1 0 0,0 0 1 0 0,0 0-1 0 0,0 0 1 0 0,-1 1-1 0 0,0-1 1 0 0,1 0-1 0 0,-1 0 1 0 0,-2-3-1 0 0,2 5-7 0 0,0-1-1 0 0,0 1 1 0 0,0-1-1 0 0,0 1 1 0 0,0-1 0 0 0,-1 1-1 0 0,1 0 1 0 0,0 0-1 0 0,-1 0 1 0 0,1 0-1 0 0,-1 0 1 0 0,0 0 0 0 0,1 0-1 0 0,-1 0 1 0 0,0 0-1 0 0,1 1 1 0 0,-1-1-1 0 0,-2 0 1 0 0,1 1 2 0 0,-1 0 0 0 0,1-1 1 0 0,0 1-1 0 0,-1 0 0 0 0,1 1 0 0 0,-1-1 0 0 0,1 1 1 0 0,0-1-1 0 0,-5 3 0 0 0,1-1-310 0 0,-1 1 1 0 0,0 1-1 0 0,1 0 0 0 0,0 0 1 0 0,0 0-1 0 0,0 1 1 0 0,-8 7-1 0 0,7-5-2241 0 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24T07:12:01.348"/>
    </inkml:context>
    <inkml:brush xml:id="br0">
      <inkml:brushProperty name="width" value="0.05" units="cm"/>
      <inkml:brushProperty name="height" value="0.05" units="cm"/>
    </inkml:brush>
  </inkml:definitions>
  <inkml:trace contextRef="#ctx0" brushRef="#br0">123 0 4143 0 0,'-9'20'286'0'0,"-10"29"0"0"0,-9 60 5014 0 0,10-35-933 0 0,8-38-3226 0 0,-3 9 427 0 0,-8 50 0 0 0,19-81-1375 0 0,1 0 0 0 0,0 0 0 0 0,1 0 0 0 0,0 0 0 0 0,1 0 0 0 0,1 0-1 0 0,0 0 1 0 0,5 14 0 0 0,-6-24-192 0 0,0 0 0 0 0,1-1 0 0 0,-1 1-1 0 0,1 0 1 0 0,0-1 0 0 0,0 0 0 0 0,1 1 0 0 0,-1-1-1 0 0,1 0 1 0 0,0 0 0 0 0,3 3 0 0 0,-4-5-96 0 0,-1 1-1 0 0,1-1 1 0 0,0 0 0 0 0,-1 0 0 0 0,1 0-1 0 0,0 0 1 0 0,0 0 0 0 0,0-1 0 0 0,0 1-1 0 0,0 0 1 0 0,0-1 0 0 0,0 0 0 0 0,0 1 0 0 0,0-1-1 0 0,0 0 1 0 0,0 0 0 0 0,0 0 0 0 0,0 0-1 0 0,0-1 1 0 0,0 1 0 0 0,0 0 0 0 0,0-1-1 0 0,3-1 1 0 0,13-6-4401 0 0,1-4-1368 0 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24T07:12:01.697"/>
    </inkml:context>
    <inkml:brush xml:id="br0">
      <inkml:brushProperty name="width" value="0.05" units="cm"/>
      <inkml:brushProperty name="height" value="0.05" units="cm"/>
    </inkml:brush>
  </inkml:definitions>
  <inkml:trace contextRef="#ctx0" brushRef="#br0">19 217 10967 0 0,'-6'22'431'0'0,"2"0"1"0"0,0 0-1 0 0,1 0 0 0 0,2 1 0 0 0,1 43 0 0 0,1-61-189 0 0,-1 0 0 0 0,1-1-1 0 0,0 1 1 0 0,0 0 0 0 0,0-1 0 0 0,1 1 0 0 0,0-1 0 0 0,0 1-1 0 0,0-1 1 0 0,0 0 0 0 0,0 0 0 0 0,1 0 0 0 0,4 6 0 0 0,-5-8-95 0 0,0-1 0 0 0,0 1 0 0 0,0 0 0 0 0,0-1 1 0 0,1 1-1 0 0,-1-1 0 0 0,0 0 0 0 0,1 0 1 0 0,-1 1-1 0 0,1-2 0 0 0,-1 1 0 0 0,1 0 0 0 0,-1 0 1 0 0,1-1-1 0 0,0 0 0 0 0,-1 1 0 0 0,1-1 0 0 0,0 0 1 0 0,-1 0-1 0 0,1 0 0 0 0,0-1 0 0 0,-1 1 1 0 0,1-1-1 0 0,-1 1 0 0 0,5-3 0 0 0,-2 2-43 0 0,-1-1-1 0 0,1 0 0 0 0,0-1 1 0 0,-1 1-1 0 0,1-1 1 0 0,-1 0-1 0 0,0 0 0 0 0,0 0 1 0 0,0-1-1 0 0,0 0 1 0 0,0 1-1 0 0,4-8 1 0 0,-4 4-47 0 0,0 1 1 0 0,0-1-1 0 0,-1 1 1 0 0,0-1-1 0 0,0 0 1 0 0,-1-1-1 0 0,0 1 1 0 0,1-9-1 0 0,-1 3-40 0 0,-1-1 0 0 0,0 1-1 0 0,-1-1 1 0 0,0 1-1 0 0,-1-1 1 0 0,-1 1-1 0 0,0-1 1 0 0,-1 1 0 0 0,-7-20-1 0 0,-51-102-876 0 0,59 130 623 0 0,-1 0 0 0 0,1 0-1 0 0,-1 0 1 0 0,-1 0 0 0 0,-3-4-1 0 0</inkml:trace>
  <inkml:trace contextRef="#ctx0" brushRef="#br0" timeOffset="1">264 103 13447 0 0,'0'0'1216'0'0,"2"0"-1000"0"0,12-2 584 0 0,-1 0-1 0 0,0-1 1 0 0,0 0-1 0 0,0-1 1 0 0,14-6 0 0 0,-5 0 100 0 0,102-46 1338 0 0,-105 45-2969 0 0,-18 10-111 0 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24T07:12:02.042"/>
    </inkml:context>
    <inkml:brush xml:id="br0">
      <inkml:brushProperty name="width" value="0.05" units="cm"/>
      <inkml:brushProperty name="height" value="0.05" units="cm"/>
    </inkml:brush>
  </inkml:definitions>
  <inkml:trace contextRef="#ctx0" brushRef="#br0">56 0 13103 0 0,'0'0'1186'0'0,"-1"2"-978"0"0,-41 203 5293 0 0,37-180-5174 0 0,1 1 0 0 0,0 34 0 0 0,4-42-2039 0 0,5 35 0 0 0,-2-39-4716 0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24T07:12:02.385"/>
    </inkml:context>
    <inkml:brush xml:id="br0">
      <inkml:brushProperty name="width" value="0.05" units="cm"/>
      <inkml:brushProperty name="height" value="0.05" units="cm"/>
    </inkml:brush>
  </inkml:definitions>
  <inkml:trace contextRef="#ctx0" brushRef="#br0">151 0 15551 0 0,'11'27'576'0'0,"-2"0"1"0"0,0 0-1 0 0,-2 1 0 0 0,-1 1 0 0 0,-2-1 0 0 0,0 1 0 0 0,-1 49 1 0 0,-2-36 244 0 0,0 10 530 0 0,-1 1 1 0 0,-13 91-1 0 0,2-96-1204 0 0,-1-1-1 0 0,-3 0 0 0 0,-1-1 0 0 0,-24 45 0 0 0,-20 20-7302 0 0,22-51-848 0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0:36.555"/>
    </inkml:context>
    <inkml:brush xml:id="br0">
      <inkml:brushProperty name="width" value="0.05" units="cm"/>
      <inkml:brushProperty name="height" value="0.05" units="cm"/>
    </inkml:brush>
  </inkml:definitions>
  <inkml:trace contextRef="#ctx0" brushRef="#br0">3 141 2759 0 0,'0'-1'17'0'0,"-1"0"0"0"0,1 1-1 0 0,0-1 1 0 0,-1 0-1 0 0,1 0 1 0 0,0 1-1 0 0,0-1 1 0 0,0 0-1 0 0,0 0 1 0 0,0 0-1 0 0,0 0 1 0 0,0 1-1 0 0,0-1 1 0 0,0-2-1 0 0,4-18 5978 0 0,-4 21-5953 0 0,0 0 1 0 0,0-1 0 0 0,0 1 0 0 0,0 0-1 0 0,0-1 1 0 0,0 1 0 0 0,0 0-1 0 0,0-1 1 0 0,0 1 0 0 0,0 0 0 0 0,1 0-1 0 0,-1-1 1 0 0,0 1 0 0 0,0 0 0 0 0,0-1-1 0 0,1 1 1 0 0,-1 0 0 0 0,0 0-1 0 0,0 0 1 0 0,1-1 0 0 0,-1 1 0 0 0,0 0-1 0 0,0 0 1 0 0,1 0 0 0 0,-1-1-1 0 0,0 1 1 0 0,1 0 0 0 0,-1 0 0 0 0,0 0-1 0 0,0 0 1 0 0,1 0 0 0 0,-1 0 0 0 0,0 0-1 0 0,1 0 1 0 0,-1 0 0 0 0,0 0-1 0 0,1 0 1 0 0,16 2 1515 0 0,-11-1-1735 0 0,15 0 521 0 0,-8 0-182 0 0,-1 0-1 0 0,24-2 0 0 0,-32 0-126 0 0,1 0 1 0 0,0 0-1 0 0,0 0 0 0 0,-1-1 1 0 0,1 0-1 0 0,-1 0 1 0 0,1 0-1 0 0,-1 0 0 0 0,0-1 1 0 0,7-5-1 0 0,-5 5 9 0 0,-4 2-26 0 0,-1 0 0 0 0,1 0 1 0 0,-1-1-1 0 0,1 1 0 0 0,-1 0 1 0 0,0 0-1 0 0,1-1 1 0 0,-1 1-1 0 0,0-1 0 0 0,0 1 1 0 0,0-1-1 0 0,0 1 0 0 0,1-4 1 0 0,-1 3 139 0 0,-3-1-78 0 0,2 3-76 0 0,0-1 0 0 0,0 1-1 0 0,0 0 1 0 0,0-1 0 0 0,0 1-1 0 0,0 0 1 0 0,0 0 0 0 0,-1-1-1 0 0,1 1 1 0 0,0 0 0 0 0,0-1 0 0 0,0 1-1 0 0,0 0 1 0 0,-1 0 0 0 0,1-1-1 0 0,0 1 1 0 0,0 0 0 0 0,-1 0-1 0 0,1-1 1 0 0,0 1 0 0 0,0 0 0 0 0,-1 0-1 0 0,1-1 1 0 0,-2 1 8 0 0,-7-3 51 0 0,8 3-61 0 0,1-1-1 0 0,-1 1 1 0 0,0 0-1 0 0,0 0 1 0 0,0 0-1 0 0,1 0 1 0 0,-1 0-1 0 0,0 0 1 0 0,0 0-1 0 0,0 1 1 0 0,1-1-1 0 0,-1 0 1 0 0,0 0-1 0 0,0 0 1 0 0,0 1-1 0 0,1-1 1 0 0,-1 1-1 0 0,0-1 1 0 0,1 0-1 0 0,-1 1 1 0 0,0-1-1 0 0,0 2 1 0 0,-1 0-1 0 0,-9 5 0 0 0,4 2 0 0 0,1 2 0 0 0,6 0 0 0 0,5-5 15 0 0,-3-5-5 0 0,-1-1-1 0 0,0 0 1 0 0,1 0-1 0 0,-1 1 1 0 0,0-1-1 0 0,0 0 1 0 0,1 0 0 0 0,-1 0-1 0 0,0 0 1 0 0,1-1-1 0 0,-1 1 1 0 0,0 0-1 0 0,0-1 1 0 0,1 1 0 0 0,-1 0-1 0 0,0-1 1 0 0,0 0-1 0 0,1 1 1 0 0,-1-1-1 0 0,0 0 1 0 0,0 1 0 0 0,0-1-1 0 0,0 0 1 0 0,0 0-1 0 0,0 0 1 0 0,0 0-1 0 0,0-1 1 0 0,1-2 8 0 0,-1 0-1 0 0,0 0 1 0 0,1 0-1 0 0,-2 0 1 0 0,2-6-1 0 0,-3-5 44 0 0,-2 11-60 0 0,1 1 8 0 0,2 0 13 0 0,-9-11 9 0 0,8 13-26 0 0,1 0-3 0 0,-1 1 1 0 0,1-1-1 0 0,0 1 1 0 0,0-1 0 0 0,-1 1-1 0 0,1 0 1 0 0,0-1-1 0 0,-1 1 1 0 0,1 0-1 0 0,0-1 1 0 0,-1 1 0 0 0,1 0-1 0 0,-1-1 1 0 0,1 1-1 0 0,-1 0 1 0 0,1 0-1 0 0,-1 0 1 0 0,0-1 0 0 0,0 1-3 0 0,-1-1 1 0 0,1 1-1 0 0,-1 0 1 0 0,1-1-1 0 0,-1 1 1 0 0,1 0-1 0 0,-1 0 1 0 0,1 0-1 0 0,-1 0 1 0 0,1 0-1 0 0,-1 1 1 0 0,1-1-1 0 0,0 0 1 0 0,-1 1-1 0 0,1-1 1 0 0,-1 1-1 0 0,1-1 1 0 0,0 1 0 0 0,-1 0-1 0 0,1 0 1 0 0,0-1-1 0 0,0 1 1 0 0,-2 2-1 0 0,0-1-1 0 0,1 1 0 0 0,0 0 0 0 0,0 0-1 0 0,0 0 1 0 0,0 1 0 0 0,-2 4 0 0 0,1-2-6 0 0,-2 1-25 0 0,3-4 24 0 0,1-1-1 0 0,0 1 1 0 0,-1-1-1 0 0,1 1 1 0 0,0 0-1 0 0,0-1 1 0 0,1 1-1 0 0,-1 0 1 0 0,0 0 0 0 0,1 0-1 0 0,0 4 1 0 0,-3 22-6 0 0,5-17 14 0 0,-1-9 0 0 0,0-1 0 0 0,0 0 0 0 0,0 0 0 0 0,1 0 0 0 0,-1 0 0 0 0,1 0 0 0 0,-1 0 0 0 0,3 2 0 0 0,6 2 19 0 0,-6-6 32 0 0,0 1 1 0 0,0-1-1 0 0,0 0 1 0 0,1 0-1 0 0,-1 0 0 0 0,0-1 1 0 0,0 1-1 0 0,0-1 1 0 0,0 0-1 0 0,0 0 0 0 0,0-1 1 0 0,0 1-1 0 0,0-1 1 0 0,-1 0-1 0 0,1 0 1 0 0,0 0-1 0 0,-1 0 0 0 0,0-1 1 0 0,1 1-1 0 0,-1-1 1 0 0,0 0-1 0 0,0 0 0 0 0,-1 0 1 0 0,5-5-1 0 0,-6 6 87 0 0,0-10 68 0 0,-2 8-181 0 0,1 0-1 0 0,0 0 1 0 0,-1-1 0 0 0,0 1-1 0 0,0 0 1 0 0,0 0-1 0 0,0 1 1 0 0,0-1-1 0 0,-1 0 1 0 0,0 0 0 0 0,0 1-1 0 0,0-1 1 0 0,0 1-1 0 0,-1-1 1 0 0,1 1-1 0 0,-1 0 1 0 0,0 0 0 0 0,0 0-1 0 0,0 0 1 0 0,-6-4-1 0 0,-5 0-12 0 0,11 7-12 0 0,-6 0 0 0 0,6 2-8 0 0,0 0 0 0 0,1 1 0 0 0,-1-1 0 0 0,1 1-1 0 0,0-1 1 0 0,0 1 0 0 0,0 0 0 0 0,0 0 0 0 0,0 0 0 0 0,1 0 0 0 0,-1 0-1 0 0,1 1 1 0 0,0-1 0 0 0,0 0 0 0 0,0 0 0 0 0,-1 7 0 0 0,1 1-16 0 0,3 2-19 0 0,1 0 32 0 0,4-2 11 0 0,0-4-12 0 0,-3-6-36 0 0,6 1 47 0 0,0-5 56 0 0,-9 3-45 0 0,0-1 0 0 0,0 0 0 0 0,0 1-1 0 0,-1-1 1 0 0,1 0 0 0 0,0 0 0 0 0,0 1 0 0 0,0-1 0 0 0,-1 0 0 0 0,1 0 0 0 0,-1 0 0 0 0,1 0 0 0 0,0 0 0 0 0,-1 0 0 0 0,0 0 0 0 0,1 0 0 0 0,-1 0 0 0 0,0 0 0 0 0,1 0 0 0 0,-1-2 0 0 0,1-19 91 0 0,-2 18-99 0 0,-5-13 56 0 0,1 6-46 0 0,-3 4-1 0 0,-2 2 32 0 0,1 1-33 0 0,-2 5-10 0 0,-4 5 2 0 0,11-1-4 0 0,3-3-8 0 0,-2 0-12 0 0,-8 14-10 0 0,7-5 32 0 0,2-1 16 0 0,2-8 336 0 0,1 0-281 0 0,3 6-6 0 0,3 3-821 0 0,-6-10-176 0 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2:33.347"/>
    </inkml:context>
    <inkml:brush xml:id="br0">
      <inkml:brushProperty name="width" value="0.05" units="cm"/>
      <inkml:brushProperty name="height" value="0.05" units="cm"/>
    </inkml:brush>
  </inkml:definitions>
  <inkml:trace contextRef="#ctx0" brushRef="#br0">44 0 4607 0 0,'1'5'2002'0'0,"0"-1"-1"0"0,0 1 1 0 0,-1-1-1 0 0,0 9 0 0 0,-4 54-1064 0 0,1-33-99 0 0,-36 420 843 0 0,39-432-1388 0 0,2 29 0 0 0,0 1-5194 0 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2:33.679"/>
    </inkml:context>
    <inkml:brush xml:id="br0">
      <inkml:brushProperty name="width" value="0.05" units="cm"/>
      <inkml:brushProperty name="height" value="0.05" units="cm"/>
    </inkml:brush>
  </inkml:definitions>
  <inkml:trace contextRef="#ctx0" brushRef="#br0">1 18 6911 0 0,'1'-1'315'0'0,"11"-12"102"0"0,-11 13-411 0 0,-1-1-1 0 0,0 1 0 0 0,0 0 0 0 0,1-1 1 0 0,-1 1-1 0 0,0 0 0 0 0,1 0 0 0 0,-1-1 1 0 0,0 1-1 0 0,1 0 0 0 0,-1 0 0 0 0,1 0 1 0 0,-1 0-1 0 0,0 0 0 0 0,1-1 0 0 0,-1 1 1 0 0,1 0-1 0 0,-1 0 0 0 0,0 0 0 0 0,1 0 1 0 0,-1 0-1 0 0,1 0 0 0 0,-1 0 0 0 0,0 0 1 0 0,1 0-1 0 0,-1 0 0 0 0,1 1 0 0 0,-1-1 1 0 0,1 0-1 0 0,-1 0 0 0 0,0 0 0 0 0,1 0 1 0 0,-1 1-1 0 0,0-1 0 0 0,1 0 0 0 0,-1 0 1 0 0,0 1-1 0 0,1-1 0 0 0,-1 1 0 0 0,1-1 79 0 0,1 2 364 0 0,1 0 0 0 0,0 1 0 0 0,-1-1 0 0 0,1 1 1 0 0,-1-1-1 0 0,0 1 0 0 0,0 0 0 0 0,0 0 0 0 0,0 0 1 0 0,0 0-1 0 0,0 0 0 0 0,1 5 0 0 0,1 4 318 0 0,0 1 0 0 0,2 12 0 0 0,23 202 219 0 0,-24-159-513 0 0,27 126 0 0 0,-30-186-280 0 0,0 1 0 0 0,1 0 0 0 0,0-1 0 0 0,0 0 1 0 0,1 0-1 0 0,0 0 0 0 0,1 0 0 0 0,9 12 0 0 0,-13-19 6 0 0,1-1-153 0 0,-1 0 0 0 0,1-1 0 0 0,-1 1 0 0 0,1-1 0 0 0,-1 1 0 0 0,1-1 0 0 0,-1 1 0 0 0,0-1 0 0 0,1 0 0 0 0,-1 0 0 0 0,0 0 0 0 0,0 0 0 0 0,0 0 0 0 0,1 0 0 0 0,-1 0 0 0 0,0 0 0 0 0,0-1 0 0 0,-1 1 0 0 0,1 0 0 0 0,0-1 0 0 0,0 1 0 0 0,-1 0 0 0 0,1-1 0 0 0,0-2 0 0 0,3-5 95 0 0,-2 1 1 0 0,4-17-1 0 0,7-50 194 0 0,17-76-789 0 0,-22 123-1910 0 0,15-37 1 0 0,-16 50 742 0 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2:34.009"/>
    </inkml:context>
    <inkml:brush xml:id="br0">
      <inkml:brushProperty name="width" value="0.05" units="cm"/>
      <inkml:brushProperty name="height" value="0.05" units="cm"/>
    </inkml:brush>
  </inkml:definitions>
  <inkml:trace contextRef="#ctx0" brushRef="#br0">33 200 7367 0 0,'0'0'568'0'0,"2"0"-373"0"0,1-1 163 0 0,1 0 0 0 0,-1 0 0 0 0,0 0 0 0 0,0-1 0 0 0,-1 0-1 0 0,1 1 1 0 0,0-1 0 0 0,0 0 0 0 0,-1 0 0 0 0,1 0 0 0 0,-1-1 0 0 0,0 1 0 0 0,1-1 0 0 0,-1 1-1 0 0,-1-1 1 0 0,1 0 0 0 0,0 1 0 0 0,2-6 0 0 0,0 0 127 0 0,0-1-1 0 0,0 1 1 0 0,-1-1 0 0 0,-1 0-1 0 0,4-16 1 0 0,-5 22-429 0 0,-1-1 1 0 0,0 0-1 0 0,0 0 1 0 0,0 0 0 0 0,0 0-1 0 0,-1 0 1 0 0,0 0-1 0 0,0 0 1 0 0,0 0-1 0 0,0 1 1 0 0,0-1-1 0 0,-1 0 1 0 0,1 1-1 0 0,-1-1 1 0 0,0 1-1 0 0,-5-7 1 0 0,6 9-61 0 0,-1-1 1 0 0,0 0-1 0 0,1 1 0 0 0,-1-1 1 0 0,0 1-1 0 0,0 0 0 0 0,0 0 1 0 0,0 0-1 0 0,0 0 0 0 0,0 0 1 0 0,0 0-1 0 0,0 0 0 0 0,0 0 1 0 0,0 1-1 0 0,0-1 1 0 0,-1 1-1 0 0,1 0 0 0 0,0 0 1 0 0,0 0-1 0 0,-1 0 0 0 0,1 0 1 0 0,0 0-1 0 0,0 0 0 0 0,-1 1 1 0 0,1-1-1 0 0,0 1 0 0 0,0 0 1 0 0,0-1-1 0 0,0 1 0 0 0,-3 2 1 0 0,-17 13-706 0 0,21-15 289 0 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2:34.354"/>
    </inkml:context>
    <inkml:brush xml:id="br0">
      <inkml:brushProperty name="width" value="0.05" units="cm"/>
      <inkml:brushProperty name="height" value="0.05" units="cm"/>
    </inkml:brush>
  </inkml:definitions>
  <inkml:trace contextRef="#ctx0" brushRef="#br0">52 1 11311 0 0,'0'0'1031'0'0,"0"2"-750"0"0,-21 115 2750 0 0,9-56-2586 0 0,-6 89-1 0 0,17-143-429 0 0,1 88 995 0 0,1-85-956 0 0,1 1-1 0 0,0-1 1 0 0,0 1-1 0 0,1-1 1 0 0,0 0 0 0 0,8 17-1 0 0,-10-25-799 0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2:34.684"/>
    </inkml:context>
    <inkml:brush xml:id="br0">
      <inkml:brushProperty name="width" value="0.05" units="cm"/>
      <inkml:brushProperty name="height" value="0.05" units="cm"/>
    </inkml:brush>
  </inkml:definitions>
  <inkml:trace contextRef="#ctx0" brushRef="#br0">1 1 8287 0 0,'0'0'639'0'0,"2"0"-232"0"0,18 1 1024 0 0,-1 2-1 0 0,1 0 1 0 0,28 9 0 0 0,-11-3-1513 0 0,136 40-1634 0 0,-134-33 1737 0 0,-28-11 167 0 0,0 0-1 0 0,0-1 0 0 0,0-1 1 0 0,0 1-1 0 0,12 0 0 0 0,-20-3-47 0 0,0-1-1 0 0,0 0 1 0 0,0 0 0 0 0,0 0-1 0 0,0 0 1 0 0,0-1-1 0 0,0 1 1 0 0,0-1-1 0 0,0 0 1 0 0,0 0-1 0 0,-1 0 1 0 0,1 0-1 0 0,0 0 1 0 0,0-1-1 0 0,-1 1 1 0 0,1-1-1 0 0,-1 0 1 0 0,1 0-1 0 0,-1 1 1 0 0,0-2-1 0 0,0 1 1 0 0,0 0-1 0 0,0 0 1 0 0,2-4-1 0 0,-3 4-71 0 0,0 0-1 0 0,0 0 0 0 0,0 0 1 0 0,0 0-1 0 0,0 0 0 0 0,-1-1 1 0 0,1 1-1 0 0,-1 0 0 0 0,1 0 1 0 0,-1 0-1 0 0,0-1 0 0 0,0 1 1 0 0,0 0-1 0 0,0 0 0 0 0,-1-1 1 0 0,1 1-1 0 0,0 0 0 0 0,-1 0 1 0 0,0 0-1 0 0,1 0 0 0 0,-1 0 1 0 0,0 0-1 0 0,0 0 0 0 0,0 0 1 0 0,-1 0-1 0 0,1 0 0 0 0,0 0 1 0 0,-3-2-1 0 0,3 2-49 0 0,0 1 1 0 0,0 0 0 0 0,-1 0-1 0 0,1-1 1 0 0,0 1-1 0 0,-1 0 1 0 0,1 0-1 0 0,-1 0 1 0 0,1 0-1 0 0,-1 1 1 0 0,0-1-1 0 0,1 0 1 0 0,-1 1-1 0 0,0-1 1 0 0,1 1 0 0 0,-1-1-1 0 0,0 1 1 0 0,0 0-1 0 0,0 0 1 0 0,1 0-1 0 0,-1 0 1 0 0,0 0-1 0 0,0 0 1 0 0,1 0-1 0 0,-1 1 1 0 0,0-1-1 0 0,0 1 1 0 0,1-1-1 0 0,-1 1 1 0 0,0 0 0 0 0,1-1-1 0 0,-1 1 1 0 0,1 0-1 0 0,-1 0 1 0 0,-2 2-1 0 0,0 2 17 0 0,0 0 0 0 0,0 0-1 0 0,0 0 1 0 0,0 0 0 0 0,1 0 0 0 0,0 1 0 0 0,0 0-1 0 0,0 0 1 0 0,1-1 0 0 0,0 1 0 0 0,0 1-1 0 0,0-1 1 0 0,-1 12 0 0 0,1-2 72 0 0,1-1 1 0 0,1 1-1 0 0,0 0 1 0 0,3 23-1 0 0,-2-28-61 0 0,1 0 1 0 0,0 0-1 0 0,1 0 0 0 0,1 0 0 0 0,-1 0 0 0 0,8 14 1 0 0,-9-22-82 0 0,0 1 0 0 0,1-1 0 0 0,-1 1 1 0 0,1-1-1 0 0,0 0 0 0 0,0 1 1 0 0,0-1-1 0 0,0-1 0 0 0,0 1 1 0 0,1 0-1 0 0,-1-1 0 0 0,1 0 0 0 0,-1 0 1 0 0,1 0-1 0 0,0 0 0 0 0,0-1 1 0 0,0 1-1 0 0,0-1 0 0 0,8 2 1 0 0,-4-2-682 0 0,0-1 1 0 0,0 0 0 0 0,9 0-1 0 0,4-2-980 0 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2:37.788"/>
    </inkml:context>
    <inkml:brush xml:id="br0">
      <inkml:brushProperty name="width" value="0.05" units="cm"/>
      <inkml:brushProperty name="height" value="0.05" units="cm"/>
    </inkml:brush>
  </inkml:definitions>
  <inkml:trace contextRef="#ctx0" brushRef="#br0">1 0 5095 0 0,'0'0'5376'0'0,"0"6"-4812"0"0,2 22-48 0 0,0-5 25 0 0,8 46 0 0 0,-8-63-501 0 0,-1-1 0 0 0,1 0 0 0 0,0 1 1 0 0,0-1-1 0 0,4 6 0 0 0,-4-9 3 0 0,4-1-33 0 0,14 2-151 0 0,-10-5 10 0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2:39.118"/>
    </inkml:context>
    <inkml:brush xml:id="br0">
      <inkml:brushProperty name="width" value="0.05" units="cm"/>
      <inkml:brushProperty name="height" value="0.05" units="cm"/>
    </inkml:brush>
  </inkml:definitions>
  <inkml:trace contextRef="#ctx0" brushRef="#br0">1 1 4607 0 0,'1'1'1883'0'0,"26"24"3457"0"0,-15-11-4276 0 0,12 19 1 0 0,-17-14-2255 0 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2:39.447"/>
    </inkml:context>
    <inkml:brush xml:id="br0">
      <inkml:brushProperty name="width" value="0.05" units="cm"/>
      <inkml:brushProperty name="height" value="0.05" units="cm"/>
    </inkml:brush>
  </inkml:definitions>
  <inkml:trace contextRef="#ctx0" brushRef="#br0">1 1 9215 0 0,'0'0'992'0'0,"6"8"-192"0"0,3-1 144 0 0,-2 2 24 0 0,1-1 8 0 0,-1-4-784 0 0,2-1-192 0 0,0-1-3728 0 0,-1-2-784 0 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2:48.365"/>
    </inkml:context>
    <inkml:brush xml:id="br0">
      <inkml:brushProperty name="width" value="0.05" units="cm"/>
      <inkml:brushProperty name="height" value="0.05" units="cm"/>
    </inkml:brush>
  </inkml:definitions>
  <inkml:trace contextRef="#ctx0" brushRef="#br0">0 0 6447 0 0,'0'0'288'0'0,"12"2"56"0"0,0-1-280 0 0,2 2-64 0 0,1 0 0 0 0,4 3 0 0 0,1 0 2624 0 0,-1 0 504 0 0,1-1 104 0 0,1 1 16 0 0,0 0-2536 0 0,-1 0-504 0 0,-2-2-104 0 0,0 1-16 0 0,0-1-688 0 0,-2 1-136 0 0,-1-1-24 0 0,-3-1-6672 0 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2:48.710"/>
    </inkml:context>
    <inkml:brush xml:id="br0">
      <inkml:brushProperty name="width" value="0.05" units="cm"/>
      <inkml:brushProperty name="height" value="0.05" units="cm"/>
    </inkml:brush>
  </inkml:definitions>
  <inkml:trace contextRef="#ctx0" brushRef="#br0">1 1 1375 0 0,'0'0'66'0'0,"1"1"-8"0"0,11 6 918 0 0,0 0-1 0 0,19 8 0 0 0,-11-8 2777 0 0,1 0 0 0 0,30 6-1 0 0,46 2 4944 0 0,-34-11-10323 0 0,38-2-1084 0 0,-81-2 796 0 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2:49.717"/>
    </inkml:context>
    <inkml:brush xml:id="br0">
      <inkml:brushProperty name="width" value="0.05" units="cm"/>
      <inkml:brushProperty name="height" value="0.05" units="cm"/>
    </inkml:brush>
  </inkml:definitions>
  <inkml:trace contextRef="#ctx0" brushRef="#br0">7 98 3223 0 0,'-1'-2'607'0'0,"0"1"-235"0"0,1 0-1 0 0,-1 0 1 0 0,0 0-1 0 0,1 0 1 0 0,-1 0-1 0 0,1 0 1 0 0,0 0-1 0 0,-1 0 0 0 0,1 0 1 0 0,0 0-1 0 0,0 0 1 0 0,0-1-1 0 0,0 1 1 0 0,0 0-1 0 0,0 0 1 0 0,0 0-1 0 0,0 0 1 0 0,0 0-1 0 0,0-1 1 0 0,1 1-1 0 0,-1 0 1 0 0,0 0-1 0 0,2-2 1 0 0,-1 2-101 0 0,0-1 0 0 0,0 1 1 0 0,1-1-1 0 0,-1 1 0 0 0,1 0 0 0 0,-1 0 1 0 0,1-1-1 0 0,0 1 0 0 0,-1 0 0 0 0,1 0 1 0 0,0 1-1 0 0,3-2 0 0 0,5-2 100 0 0,0 2 0 0 0,1 0-1 0 0,-1 0 1 0 0,14 0 0 0 0,179 1 2538 0 0,0 16-1593 0 0,-17-1-440 0 0,-129-10-764 0 0,96 1 52 0 0,-142-6-180 0 0,-9 1-59 0 0,-4-11-834 0 0,-1 7 535 0 0,1 0 0 0 0,-1 0-1 0 0,0 0 1 0 0,0 0 0 0 0,-1 0 0 0 0,1 1-1 0 0,-1-1 1 0 0,1 1 0 0 0,-1 0 0 0 0,0 0-1 0 0,-9-4 1 0 0,9 4-79 0 0,-19-12-1691 0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2:50.046"/>
    </inkml:context>
    <inkml:brush xml:id="br0">
      <inkml:brushProperty name="width" value="0.05" units="cm"/>
      <inkml:brushProperty name="height" value="0.05" units="cm"/>
    </inkml:brush>
  </inkml:definitions>
  <inkml:trace contextRef="#ctx0" brushRef="#br0">1 122 6911 0 0,'0'0'623'0'0,"2"-1"-514"0"0,2 0 75 0 0,-1 0-1 0 0,1 0 1 0 0,0 0-1 0 0,0 1 0 0 0,0 0 1 0 0,0-1-1 0 0,0 1 1 0 0,0 1-1 0 0,0-1 1 0 0,0 1-1 0 0,0-1 0 0 0,6 3 1 0 0,-3 0 493 0 0,-1-1 0 0 0,1 1-1 0 0,-1 1 1 0 0,0-1 0 0 0,0 1 0 0 0,9 8 0 0 0,-5-3 434 0 0,0 0-1 0 0,0 1 1 0 0,13 19 0 0 0,2 10-1371 0 0,-13-14 436 0 0,-1 1 0 0 0,12 44 0 0 0,-14-41 657 0 0,21 49 0 0 0,-29-76 311 0 0,1-3-784 0 0,1 0-284 0 0,0 0 0 0 0,0-1 0 0 0,0 1 0 0 0,-1-1 0 0 0,1 0 0 0 0,-1 1 0 0 0,1-1-1 0 0,-1-1 1 0 0,1 1 0 0 0,-1 0 0 0 0,0-1 0 0 0,0 1 0 0 0,0-1 0 0 0,-1 1 0 0 0,3-5 0 0 0,4-8 188 0 0,11-27 1 0 0,-13 27-170 0 0,47-130 177 0 0,0 1-79 0 0,-50 136-298 0 0,1-1 0 0 0,1 1 1 0 0,0-1-1 0 0,0 1 0 0 0,0 1 0 0 0,1-1 0 0 0,13-12 0 0 0,-18 19-90 0 0,-1 1 0 0 0,1 0 0 0 0,0 0-1 0 0,0-1 1 0 0,0 1 0 0 0,-1 0 0 0 0,1 0-1 0 0,0 0 1 0 0,0 0 0 0 0,0 0 0 0 0,-1 0-1 0 0,1 0 1 0 0,0 0 0 0 0,0 0 0 0 0,-1 1-1 0 0,1-1 1 0 0,0 0 0 0 0,0 0 0 0 0,-1 1-1 0 0,1-1 1 0 0,0 0 0 0 0,0 1 0 0 0,-1-1-1 0 0,1 1 1 0 0,0-1 0 0 0,0 2 0 0 0,7 6-6839 0 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2:50.392"/>
    </inkml:context>
    <inkml:brush xml:id="br0">
      <inkml:brushProperty name="width" value="0.05" units="cm"/>
      <inkml:brushProperty name="height" value="0.05" units="cm"/>
    </inkml:brush>
  </inkml:definitions>
  <inkml:trace contextRef="#ctx0" brushRef="#br0">1 2 10135 0 0,'0'0'778'0'0,"2"0"-506"0"0,-1-1-13 0 0,1 1 1 0 0,-1 0-1 0 0,0-1 1 0 0,1 1-1 0 0,-1 0 1 0 0,1 0-1 0 0,-1 0 1 0 0,1 0-1 0 0,-1 0 1 0 0,1 1-1 0 0,-1-1 1 0 0,1 0-1 0 0,-1 1 1 0 0,1-1-1 0 0,-1 1 1 0 0,0-1-1 0 0,1 1 1 0 0,-1 0-1 0 0,0 0 1 0 0,0-1-1 0 0,1 1 1 0 0,-1 0-1 0 0,2 2 1 0 0,-1 0-107 0 0,-1-1 1 0 0,1 0 0 0 0,-1 1 0 0 0,1-1 0 0 0,-1 1 0 0 0,0-1-1 0 0,0 1 1 0 0,0 0 0 0 0,0-1 0 0 0,-1 1 0 0 0,1 0 0 0 0,0 4 0 0 0,-1 6-83 0 0,0 0 1 0 0,-1 0-1 0 0,-3 19 1 0 0,2-20-67 0 0,1 1 0 0 0,0-1 0 0 0,1 23 0 0 0,0-33-4 0 0,1 0-1 0 0,-1 0 1 0 0,0 0-1 0 0,1 0 1 0 0,-1-1-1 0 0,1 1 1 0 0,-1 0 0 0 0,1 0-1 0 0,0-1 1 0 0,1 3-1 0 0,7 2 39 0 0,-7-5-10 0 0,0-1-7 0 0,0 1 0 0 0,0-1 1 0 0,0 0-1 0 0,1 1 0 0 0,-1-1 1 0 0,0 0-1 0 0,0 0 1 0 0,0 0-1 0 0,0-1 0 0 0,0 1 1 0 0,1 0-1 0 0,-1-1 1 0 0,3 0-1 0 0,0-1 31 0 0,13-3 39 0 0,0 0 0 0 0,30-15-1 0 0,3-1-2382 0 0,-34 15 987 0 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2:50.754"/>
    </inkml:context>
    <inkml:brush xml:id="br0">
      <inkml:brushProperty name="width" value="0.05" units="cm"/>
      <inkml:brushProperty name="height" value="0.05" units="cm"/>
    </inkml:brush>
  </inkml:definitions>
  <inkml:trace contextRef="#ctx0" brushRef="#br0">0 1 9215 0 0,'1'2'707'0'0,"6"19"345"0"0,-1 0 0 0 0,-1 0 0 0 0,0 0-1 0 0,1 41 1 0 0,-1-22-140 0 0,2 90-302 0 0,-1-7-907 0 0,-3-83-641 0 0,-3-14-3444 0 0,-1-10-401 0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2:51.084"/>
    </inkml:context>
    <inkml:brush xml:id="br0">
      <inkml:brushProperty name="width" value="0.05" units="cm"/>
      <inkml:brushProperty name="height" value="0.05" units="cm"/>
    </inkml:brush>
  </inkml:definitions>
  <inkml:trace contextRef="#ctx0" brushRef="#br0">1 4 7831 0 0,'18'-2'1014'0'0,"31"1"0"0"0,-36 1 764 0 0,0 2 0 0 0,0 0 0 0 0,12 3 0 0 0,-23-5-1687 0 0,0 1 0 0 0,0-1 0 0 0,-1 1 0 0 0,1-1 0 0 0,0 1 0 0 0,-1 0 0 0 0,1 0 0 0 0,0 0 0 0 0,-1-1 0 0 0,1 1-1 0 0,-1 1 1 0 0,0-1 0 0 0,1 0 0 0 0,-1 0 0 0 0,0 0 0 0 0,0 1 0 0 0,0-1 0 0 0,1 1 0 0 0,-2-1 0 0 0,1 1 0 0 0,0-1 0 0 0,0 1 0 0 0,0 0 0 0 0,-1-1 0 0 0,1 1-1 0 0,-1 0 1 0 0,1-1 0 0 0,-1 1 0 0 0,0 0 0 0 0,1 0 0 0 0,-1-1 0 0 0,0 1 0 0 0,0 0 0 0 0,-1 0 0 0 0,1 0 0 0 0,0-1 0 0 0,0 1 0 0 0,-1 0 0 0 0,1 0-1 0 0,-2 1 1 0 0,0 3-31 0 0,0 1 0 0 0,-1-1-1 0 0,0 0 1 0 0,-1 0-1 0 0,1 0 1 0 0,-1 0-1 0 0,0-1 1 0 0,-1 1 0 0 0,-5 5-1 0 0,-47 36-261 0 0,20-18-549 0 0,36-29 728 0 0,1 0-1 0 0,-1 0 1 0 0,1 1 0 0 0,-1-1 0 0 0,1 0 0 0 0,0 1-1 0 0,-1-1 1 0 0,1 0 0 0 0,0 1 0 0 0,-1-1-1 0 0,1 1 1 0 0,0-1 0 0 0,-1 0 0 0 0,1 1 0 0 0,0-1-1 0 0,0 1 1 0 0,0-1 0 0 0,-1 1 0 0 0,1-1 0 0 0,0 1-1 0 0,0-1 1 0 0,0 1 0 0 0,0-1 0 0 0,0 1-1 0 0,0-1 1 0 0,0 0 0 0 0,0 1 0 0 0,0-1 0 0 0,0 1-1 0 0,0-1 1 0 0,0 1 0 0 0,0-1 0 0 0,0 1 0 0 0,1-1-1 0 0,-1 1 1 0 0,0-1 0 0 0,0 1 0 0 0,0-1-1 0 0,1 1 1 0 0,-1-1 0 0 0,0 0 0 0 0,1 1 0 0 0,-1-1-1 0 0,0 0 1 0 0,1 1 0 0 0,2 2 27 0 0,-1 0 1 0 0,1-1-1 0 0,-1 1 0 0 0,1-1 0 0 0,0 0 1 0 0,0 0-1 0 0,0 0 0 0 0,0 0 1 0 0,0 0-1 0 0,0-1 0 0 0,1 1 1 0 0,5 1-1 0 0,5 1 83 0 0,26 3 0 0 0,-32-6-65 0 0,25 5-402 0 0,59 6 1161 0 0,-80-11-2747 0 0,1-1 0 0 0,20-2 0 0 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2:51.440"/>
    </inkml:context>
    <inkml:brush xml:id="br0">
      <inkml:brushProperty name="width" value="0.05" units="cm"/>
      <inkml:brushProperty name="height" value="0.05" units="cm"/>
    </inkml:brush>
  </inkml:definitions>
  <inkml:trace contextRef="#ctx0" brushRef="#br0">18 1 13991 0 0,'2'1'639'0'0,"7"8"217"0"0,1 6-821 0 0,-10-9 14 0 0,0-3 27 0 0,0 7 390 0 0,0 0 0 0 0,-1 0 1 0 0,0-1-1 0 0,-1 1 0 0 0,0 0 1 0 0,0-1-1 0 0,-1 1 0 0 0,-5 10 0 0 0,3-8-164 0 0,1 1-1 0 0,0 0 0 0 0,-2 20 0 0 0,6-31-239 0 0,-1-1 0 0 0,1 1 0 0 0,0 0 0 0 0,0 0 0 0 0,0 0 0 0 0,1 0 0 0 0,-1 0 0 0 0,0 0 0 0 0,1 0 0 0 0,-1 0 0 0 0,1 0 0 0 0,0 0 0 0 0,0 0 0 0 0,-1-1 0 0 0,1 1 0 0 0,0 0 0 0 0,0-1 0 0 0,1 1 0 0 0,1 2 0 0 0,-1-3 11 0 0,0 1 0 0 0,0 0 1 0 0,1-1-1 0 0,-1 0 0 0 0,0 1 0 0 0,1-1 0 0 0,-1 0 0 0 0,1 0 0 0 0,0-1 1 0 0,-1 1-1 0 0,1 0 0 0 0,0-1 0 0 0,4 1 0 0 0,2-1-11 0 0,0 0 0 0 0,1-1 0 0 0,-1 0-1 0 0,0 0 1 0 0,0-1 0 0 0,0 0 0 0 0,10-4 0 0 0,3-2-935 0 0,34-18 0 0 0,-40 17-708 0 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2:40.449"/>
    </inkml:context>
    <inkml:brush xml:id="br0">
      <inkml:brushProperty name="width" value="0.05" units="cm"/>
      <inkml:brushProperty name="height" value="0.05" units="cm"/>
    </inkml:brush>
  </inkml:definitions>
  <inkml:trace contextRef="#ctx0" brushRef="#br0">373 55 5527 0 0,'-2'-4'245'0'0,"-1"0"0"0"0,0 1 0 0 0,0-1 0 0 0,0 1 0 0 0,0-1 0 0 0,0 1 0 0 0,-1 0 0 0 0,0 0 0 0 0,1 1 0 0 0,-1-1 0 0 0,0 1 0 0 0,0 0 0 0 0,-1 0-1 0 0,-7-3 1 0 0,6 4 30 0 0,0-1 0 0 0,0 1 0 0 0,0 0 0 0 0,0 0 0 0 0,0 0 0 0 0,0 1 0 0 0,-1 0 0 0 0,1 0 0 0 0,0 1 0 0 0,-12 2 0 0 0,8 0-177 0 0,-1 1 0 0 0,0 1-1 0 0,1-1 1 0 0,0 2 0 0 0,0 0 0 0 0,0 0 0 0 0,1 0-1 0 0,0 1 1 0 0,0 1 0 0 0,-9 9 0 0 0,5-2 24 0 0,0 0 1 0 0,0 1 0 0 0,1 1 0 0 0,-17 33-1 0 0,22-36 3 0 0,1 0 0 0 0,1 1 0 0 0,1-1 0 0 0,0 1 0 0 0,0 0 0 0 0,2 0 0 0 0,0 0 0 0 0,1 0 0 0 0,0 18 0 0 0,2-15 37 0 0,0 0 0 0 0,1 0 1 0 0,1 0-1 0 0,1 0 0 0 0,1-1 1 0 0,0 1-1 0 0,10 20 0 0 0,-12-30-69 0 0,1-1 0 0 0,1 1-1 0 0,-1-1 1 0 0,1 0 0 0 0,0-1-1 0 0,1 1 1 0 0,0-1 0 0 0,0 0-1 0 0,12 10 1 0 0,-13-13-52 0 0,1 1-1 0 0,-1-1 1 0 0,1 0 0 0 0,0 0-1 0 0,0-1 1 0 0,0 0 0 0 0,0 0-1 0 0,0 0 1 0 0,0 0 0 0 0,1-1-1 0 0,-1 0 1 0 0,1-1 0 0 0,8 0-1 0 0,-3-1-266 0 0,-1 0 0 0 0,1-2 1 0 0,0 1-1 0 0,0-2 0 0 0,-1 1 0 0 0,0-2 0 0 0,0 1 0 0 0,0-2 0 0 0,0 1 0 0 0,-1-1 0 0 0,17-14 1 0 0,-10 7-1073 0 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2:40.777"/>
    </inkml:context>
    <inkml:brush xml:id="br0">
      <inkml:brushProperty name="width" value="0.05" units="cm"/>
      <inkml:brushProperty name="height" value="0.05" units="cm"/>
    </inkml:brush>
  </inkml:definitions>
  <inkml:trace contextRef="#ctx0" brushRef="#br0">7 1 2303 0 0,'0'16'200'0'0,"0"-7"-200"0"0,-2 3 0 0 0,2 2 0 0 0,2 1 2624 0 0,-1 1 480 0 0,-1 2 96 0 0,2 0 16 0 0,1-1-2160 0 0,-3 1-424 0 0,-2 0-88 0 0,1 0-24 0 0,1-1-320 0 0,-2-1-64 0 0,1 1-8 0 0,-2-1-4880 0 0,0-1-976 0 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2:41.117"/>
    </inkml:context>
    <inkml:brush xml:id="br0">
      <inkml:brushProperty name="width" value="0.05" units="cm"/>
      <inkml:brushProperty name="height" value="0.05" units="cm"/>
    </inkml:brush>
  </inkml:definitions>
  <inkml:trace contextRef="#ctx0" brushRef="#br0">17 1 919 0 0,'-17'0'14074'0'0,"25"1"-11661"0"0,17 4-1834 0 0,0-2 0 0 0,1-1 0 0 0,-1-1 0 0 0,0-1 1 0 0,32-5-1 0 0,11 1-125 0 0,347 17 586 0 0,-385-7-785 0 0,4 0-4160 0 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2:41.755"/>
    </inkml:context>
    <inkml:brush xml:id="br0">
      <inkml:brushProperty name="width" value="0.05" units="cm"/>
      <inkml:brushProperty name="height" value="0.05" units="cm"/>
    </inkml:brush>
  </inkml:definitions>
  <inkml:trace contextRef="#ctx0" brushRef="#br0">155 532 455 0 0,'-7'4'1071'0'0,"0"0"-1"0"0,0 0 0 0 0,0 1 0 0 0,1 0 0 0 0,0 0 0 0 0,0 1 0 0 0,0-1 0 0 0,1 1 1 0 0,0 0-1 0 0,-7 10 0 0 0,-8 23-630 0 0,4-2-69 0 0,-13 50-1 0 0,25-70-290 0 0,0 1 0 0 0,1-1 0 0 0,1 1-1 0 0,0 0 1 0 0,2 24 0 0 0,0-37 10 0 0,1 0-1 0 0,-1 0 1 0 0,1-1-1 0 0,1 1 0 0 0,-1 0 1 0 0,1 0-1 0 0,-1-1 1 0 0,4 6-1 0 0,-5-9-43 0 0,1 0-1 0 0,0 0 1 0 0,0 0-1 0 0,-1 0 1 0 0,1 0-1 0 0,0 0 1 0 0,0 0 0 0 0,0 0-1 0 0,0 0 1 0 0,0 0-1 0 0,0 0 1 0 0,0 0 0 0 0,0-1-1 0 0,0 1 1 0 0,0 0-1 0 0,1-1 1 0 0,-1 1 0 0 0,0-1-1 0 0,0 1 1 0 0,1-1-1 0 0,-1 0 1 0 0,0 0-1 0 0,1 1 1 0 0,-1-1 0 0 0,0 0-1 0 0,1 0 1 0 0,-1 0-1 0 0,0-1 1 0 0,1 1 0 0 0,-1 0-1 0 0,0 0 1 0 0,1-1-1 0 0,1 0 1 0 0,2-1 51 0 0,0-1 1 0 0,0 0-1 0 0,-1 0 1 0 0,1 0-1 0 0,-1 0 1 0 0,0-1-1 0 0,0 1 1 0 0,0-1-1 0 0,-1 0 1 0 0,5-6 0 0 0,4-8 299 0 0,13-23 1 0 0,-21 34-293 0 0,19-40 213 0 0,-2-1 0 0 0,-2 0 0 0 0,21-83 0 0 0,-28 80-204 0 0,-3 0-1 0 0,-1-1 0 0 0,-3 0 1 0 0,-3 0-1 0 0,-5-84 0 0 0,1 77 15 0 0,2 35 62 0 0,0-1-1 0 0,-7-31 0 0 0,7 55-162 0 0,0 0-1 0 0,0 0 1 0 0,0 0 0 0 0,0 0-1 0 0,-1 1 1 0 0,1-1 0 0 0,0 0-1 0 0,-1 0 1 0 0,1 0 0 0 0,0 0-1 0 0,-1 1 1 0 0,1-1 0 0 0,-2-1-1 0 0,2 2-13 0 0,-1 0-1 0 0,1 0 0 0 0,0 0 1 0 0,0 0-1 0 0,0 0 1 0 0,-1 0-1 0 0,1 0 0 0 0,0 0 1 0 0,0 0-1 0 0,-1 1 0 0 0,1-1 1 0 0,0 0-1 0 0,0 0 1 0 0,0 0-1 0 0,-1 0 0 0 0,1 1 1 0 0,0-1-1 0 0,0 0 0 0 0,0 0 1 0 0,0 0-1 0 0,0 1 0 0 0,-1-1 1 0 0,1 0-1 0 0,0 0 1 0 0,0 1-1 0 0,0-1 0 0 0,0 0 1 0 0,0 0-1 0 0,0 0 0 0 0,0 1 1 0 0,-8 30 469 0 0,7-26-478 0 0,-14 75 172 0 0,-5 99 1 0 0,12 82-270 0 0,7-228 67 0 0,3 59-17 0 0,-1-80 32 0 0,0-1 1 0 0,1 1-1 0 0,1 0 1 0 0,0-1-1 0 0,7 18 1 0 0,-9-27-67 0 0,0 1-1 0 0,0-1 1 0 0,1 1 0 0 0,-1-1-1 0 0,0 0 1 0 0,1 1 0 0 0,0-1-1 0 0,0 0 1 0 0,0 0 0 0 0,0 0-1 0 0,0 0 1 0 0,0-1 0 0 0,0 1-1 0 0,0 0 1 0 0,3 0 0 0 0,-4-1-85 0 0,1-1-1 0 0,-1 0 1 0 0,1 1 0 0 0,-1-1 0 0 0,0 0 0 0 0,1 0-1 0 0,-1 0 1 0 0,1 0 0 0 0,-1 0 0 0 0,0-1 0 0 0,1 1-1 0 0,-1 0 1 0 0,1-1 0 0 0,-1 1 0 0 0,0-1 0 0 0,1 1-1 0 0,-1-1 1 0 0,0 0 0 0 0,0 1 0 0 0,0-1 0 0 0,1 0-1 0 0,-1 0 1 0 0,0 0 0 0 0,0 0 0 0 0,0 0 0 0 0,0 0-1 0 0,0 0 1 0 0,-1 0 0 0 0,1 0 0 0 0,1-2 0 0 0,9-14-4030 0 0,0-5-922 0 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2:42.118"/>
    </inkml:context>
    <inkml:brush xml:id="br0">
      <inkml:brushProperty name="width" value="0.05" units="cm"/>
      <inkml:brushProperty name="height" value="0.05" units="cm"/>
    </inkml:brush>
  </inkml:definitions>
  <inkml:trace contextRef="#ctx0" brushRef="#br0">0 0 8863 0 0,'2'4'92'0'0,"1"0"0"0"0,-1-1 0 0 0,-1 1-1 0 0,1 0 1 0 0,0 0 0 0 0,-1 0 0 0 0,0 0-1 0 0,0 1 1 0 0,0-1 0 0 0,0 4 0 0 0,0 46-172 0 0,-1-33 201 0 0,-5 91 1376 0 0,0 12-72 0 0,6-101-655 0 0,0 1 0 0 0,2-1 1 0 0,7 30-1 0 0,-9-48-475 0 0,0-1 0 0 0,1 1 0 0 0,0-1 0 0 0,0 0 0 0 0,0 0 1 0 0,0 0-1 0 0,1 0 0 0 0,-1 0 0 0 0,5 3 0 0 0,-7-6-234 0 0,1 0 0 0 0,0 0 0 0 0,0 0 0 0 0,0-1 0 0 0,-1 1 0 0 0,1 0 1 0 0,0-1-1 0 0,0 1 0 0 0,0 0 0 0 0,0-1 0 0 0,0 0 0 0 0,0 1 0 0 0,1-1 0 0 0,-1 1 0 0 0,0-1 0 0 0,0 0 0 0 0,0 0 0 0 0,0 0 0 0 0,0 0 0 0 0,0 0 0 0 0,1 0 0 0 0,-1 0 0 0 0,0 0 0 0 0,0 0 0 0 0,0 0 0 0 0,0-1 0 0 0,0 1 0 0 0,0 0 0 0 0,0-1 0 0 0,0 1 0 0 0,0-1 0 0 0,0 1 0 0 0,0-1 0 0 0,0 0 0 0 0,0 1 0 0 0,0-1 0 0 0,0 0 0 0 0,0 1 0 0 0,-1-1 0 0 0,1 0 0 0 0,1-1 0 0 0,3-5 76 0 0,0 0-1 0 0,0 0 1 0 0,-1 0 0 0 0,0-1-1 0 0,0 1 1 0 0,0-1 0 0 0,3-15-1 0 0,13-61 241 0 0,-18 76-343 0 0,3-22-171 0 0,9-43 480 0 0,-8 23-3430 0 0,-6 40 1504 0 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2:42.449"/>
    </inkml:context>
    <inkml:brush xml:id="br0">
      <inkml:brushProperty name="width" value="0.05" units="cm"/>
      <inkml:brushProperty name="height" value="0.05" units="cm"/>
    </inkml:brush>
  </inkml:definitions>
  <inkml:trace contextRef="#ctx0" brushRef="#br0">1 176 9215 0 0,'0'0'707'0'0,"1"-1"-238"0"0,3-2 84 0 0,-1 1-1 0 0,0-1 0 0 0,1 0 0 0 0,-1 0 0 0 0,-1 0 0 0 0,1 0 1 0 0,0-1-1 0 0,-1 1 0 0 0,1-1 0 0 0,-1 1 0 0 0,3-7 0 0 0,1-3 265 0 0,-1 0-1 0 0,5-19 0 0 0,-3-2 255 0 0,-7 32-1002 0 0,0 0 0 0 0,1 0 1 0 0,-2 0-1 0 0,1 0 0 0 0,0 0 0 0 0,0 0 1 0 0,-1 0-1 0 0,1 0 0 0 0,-1 0 0 0 0,1 0 0 0 0,-1 1 1 0 0,0-1-1 0 0,0 0 0 0 0,0 0 0 0 0,-1-2 1 0 0,1 4-75 0 0,0-1 1 0 0,1 1 0 0 0,-1-1-1 0 0,0 1 1 0 0,0-1 0 0 0,1 1 0 0 0,-1-1-1 0 0,0 1 1 0 0,0 0 0 0 0,0-1 0 0 0,0 1-1 0 0,0 0 1 0 0,0 0 0 0 0,0 0-1 0 0,0 0 1 0 0,0 0 0 0 0,0 0 0 0 0,1 0-1 0 0,-1 0 1 0 0,0 0 0 0 0,0 0 0 0 0,0 0-1 0 0,0 0 1 0 0,0 1 0 0 0,0-1 0 0 0,0 0-1 0 0,0 1 1 0 0,-3 1-607 0 0,1-1 1 0 0,0 1-1 0 0,-1 0 1 0 0,1 0-1 0 0,-4 4 1 0 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2:43.078"/>
    </inkml:context>
    <inkml:brush xml:id="br0">
      <inkml:brushProperty name="width" value="0.05" units="cm"/>
      <inkml:brushProperty name="height" value="0.05" units="cm"/>
    </inkml:brush>
  </inkml:definitions>
  <inkml:trace contextRef="#ctx0" brushRef="#br0">102 345 10711 0 0,'0'0'490'0'0,"-1"-15"180"0"0,0 13-558 0 0,1-1-1 0 0,0 0 1 0 0,-1 1-1 0 0,0-1 1 0 0,0 1-1 0 0,0-1 1 0 0,0 1-1 0 0,0-1 1 0 0,-2-2-1 0 0,2 4-15 0 0,0 0 0 0 0,1 0 0 0 0,-1 0-1 0 0,0 0 1 0 0,0 0 0 0 0,0 0 0 0 0,0 0 0 0 0,0 1-1 0 0,0-1 1 0 0,0 0 0 0 0,0 1 0 0 0,0-1 0 0 0,0 1-1 0 0,0-1 1 0 0,-1 1 0 0 0,1-1 0 0 0,0 1 0 0 0,0 0-1 0 0,0 0 1 0 0,-3-1 0 0 0,3 2-15 0 0,-1 0 0 0 0,1 0 0 0 0,0 0 0 0 0,-1 0 1 0 0,1 1-1 0 0,0-1 0 0 0,0 0 0 0 0,0 0 0 0 0,0 1 0 0 0,-1 2 0 0 0,0-1 14 0 0,-4 5-25 0 0,1 1 1 0 0,0 0 0 0 0,1 1 0 0 0,0-1-1 0 0,0 1 1 0 0,1-1 0 0 0,-4 21-1 0 0,2 2 3 0 0,-2 37-1 0 0,7-62-34 0 0,0 1-1 0 0,0-1 1 0 0,1 0-1 0 0,1 9 1 0 0,-1-13-4 0 0,-1-1 0 0 0,1 1 0 0 0,0 0-1 0 0,0-1 1 0 0,0 1 0 0 0,0-1 0 0 0,0 1 0 0 0,1-1 0 0 0,-1 0 0 0 0,1 0 0 0 0,0 1 0 0 0,-1-1 0 0 0,4 2 0 0 0,-4-3-4 0 0,0-1 0 0 0,0 1 1 0 0,0-1-1 0 0,0 1 0 0 0,0-1 1 0 0,0 0-1 0 0,0 1 0 0 0,0-1 0 0 0,1 0 1 0 0,-1 0-1 0 0,0 0 0 0 0,0 0 0 0 0,0 0 1 0 0,0 0-1 0 0,0 0 0 0 0,0 0 1 0 0,1-1-1 0 0,-1 1 0 0 0,0 0 0 0 0,0-1 1 0 0,0 1-1 0 0,0 0 0 0 0,1-2 0 0 0,20-12 349 0 0,-10 2-237 0 0,-1 0-1 0 0,0 0 1 0 0,-1-1-1 0 0,-1 0 1 0 0,0-1-1 0 0,12-24 1 0 0,-12 15-36 0 0,-1 1 0 0 0,0-1-1 0 0,6-39 1 0 0,2-73 212 0 0,-15 108-255 0 0,-1 1 0 0 0,-1-1 0 0 0,-2 0 0 0 0,0 0 0 0 0,-9-27 0 0 0,12 54-61 0 0,0 0 0 0 0,0 0 0 0 0,0 0 0 0 0,0 0 0 0 0,0 0 1 0 0,0 0-1 0 0,0 0 0 0 0,0 0 0 0 0,0 0 0 0 0,0 1 0 0 0,0-1 1 0 0,0 0-1 0 0,-1 0 0 0 0,1 0 0 0 0,0 0 0 0 0,0 0 0 0 0,0 0 1 0 0,0 0-1 0 0,0 0 0 0 0,0 0 0 0 0,0 0 0 0 0,0 0 0 0 0,0 0 1 0 0,0 0-1 0 0,0 0 0 0 0,-1 0 0 0 0,1 0 0 0 0,0 0 1 0 0,0 0-1 0 0,0 0 0 0 0,0-1 0 0 0,0 1 0 0 0,0 0 0 0 0,0 0 1 0 0,0 0-1 0 0,0 0 0 0 0,0 0 0 0 0,0 0 0 0 0,0 0 0 0 0,0 0 1 0 0,0 0-1 0 0,-1 0 0 0 0,1 0 0 0 0,0 0 0 0 0,0 0 0 0 0,0 0 1 0 0,0 0-1 0 0,0-1 0 0 0,0 1 0 0 0,0 0 0 0 0,0 0 0 0 0,0 0 1 0 0,0 0-1 0 0,0 0 0 0 0,0 0 0 0 0,0 0 0 0 0,0 0 0 0 0,0 0 1 0 0,0 0-1 0 0,0 0 0 0 0,0-1 0 0 0,-3 12 75 0 0,-1 16 10 0 0,2 0-40 0 0,-4 139 50 0 0,6-145-112 0 0,2 0 1 0 0,1 0-1 0 0,0 0 0 0 0,1 0 0 0 0,13 36 0 0 0,-15-53-6 0 0,-1-1 1 0 0,1 1-1 0 0,-1-1 1 0 0,1 0-1 0 0,0 1 0 0 0,1-1 1 0 0,-1 0-1 0 0,0 0 1 0 0,1 0-1 0 0,0-1 1 0 0,-1 1-1 0 0,1 0 0 0 0,0-1 1 0 0,1 0-1 0 0,5 4 1 0 0,-6-5-29 0 0,0 0 0 0 0,0 0-1 0 0,0-1 1 0 0,0 1 0 0 0,0-1 0 0 0,-1 0 0 0 0,1 1 0 0 0,0-1 0 0 0,0-1 0 0 0,0 1 0 0 0,0 0 0 0 0,0-1-1 0 0,0 1 1 0 0,0-1 0 0 0,-1 0 0 0 0,1 0 0 0 0,0 0 0 0 0,0 0 0 0 0,-1-1 0 0 0,1 1 0 0 0,3-3 0 0 0,2-2-114 0 0,0 0 0 0 0,-1-1 0 0 0,0 0 0 0 0,0 0 0 0 0,0-1 0 0 0,7-9 0 0 0,31-55-442 0 0,-25 38 352 0 0,-9 16 196 0 0,49-71-79 0 0,-60 89 139 0 0,0 0 0 0 0,0-1 1 0 0,0 1-1 0 0,0 0 0 0 0,0-1 1 0 0,0 1-1 0 0,1 0 0 0 0,-1 0 1 0 0,0 0-1 0 0,0-1 0 0 0,0 1 1 0 0,0 0-1 0 0,1 0 0 0 0,-1 0 1 0 0,0-1-1 0 0,0 1 1 0 0,0 0-1 0 0,1 0 0 0 0,-1 0 1 0 0,0 0-1 0 0,0-1 0 0 0,1 1 1 0 0,-1 0-1 0 0,0 0 0 0 0,1 0 1 0 0,-1 0-1 0 0,0 0 0 0 0,0 0 1 0 0,1 0-1 0 0,-1 0 0 0 0,0 0 1 0 0,0 0-1 0 0,1 0 0 0 0,-1 0 1 0 0,0 0-1 0 0,1 0 0 0 0,-1 0 1 0 0,0 0-1 0 0,0 0 1 0 0,1 1-1 0 0,-1-1 0 0 0,0 0 1 0 0,0 0-1 0 0,1 0 0 0 0,-1 0 1 0 0,0 0-1 0 0,0 1 0 0 0,0-1 1 0 0,1 0-1 0 0,-1 0 0 0 0,0 0 1 0 0,0 1-1 0 0,0-1 0 0 0,0 0 1 0 0,1 0-1 0 0,-1 1 0 0 0,0-1 1 0 0,0 0-1 0 0,0 0 1 0 0,0 1-1 0 0,0-1 0 0 0,0 0 1 0 0,0 0-1 0 0,0 1 0 0 0,0-1 1 0 0,0 0-1 0 0,0 1 0 0 0,0-1 1 0 0,3 23 103 0 0,-2 59-9 0 0,-2-39-75 0 0,9 71 0 0 0,-5-84-27 0 0,-1-13-89 0 0,8 32 0 0 0,-6-37-891 0 0,2-3-314 0 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2:43.406"/>
    </inkml:context>
    <inkml:brush xml:id="br0">
      <inkml:brushProperty name="width" value="0.05" units="cm"/>
      <inkml:brushProperty name="height" value="0.05" units="cm"/>
    </inkml:brush>
  </inkml:definitions>
  <inkml:trace contextRef="#ctx0" brushRef="#br0">0 7 14423 0 0,'0'0'1408'0'0,"8"-2"-1248"0"0,1-1-160 0 0,1 2 0 0 0,2 1 0 0 0,3 1 672 0 0,0 2 96 0 0,0 0 32 0 0,0 2 0 0 0,6 2-488 0 0,-1 1-96 0 0,-2-1-24 0 0,1 1 0 0 0,-1-1-1080 0 0,0-1-216 0 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2:44.797"/>
    </inkml:context>
    <inkml:brush xml:id="br0">
      <inkml:brushProperty name="width" value="0.05" units="cm"/>
      <inkml:brushProperty name="height" value="0.05" units="cm"/>
    </inkml:brush>
  </inkml:definitions>
  <inkml:trace contextRef="#ctx0" brushRef="#br0">0 0 8287 0 0,'0'0'756'0'0,"14"9"1192"0"0,-2-2-151 0 0,-1-1 0 0 0,1-1 0 0 0,14 5 0 0 0,-8-5-327 0 0,30 6 0 0 0,20-4-3242 0 0,-2-5-5176 0 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2:45.128"/>
    </inkml:context>
    <inkml:brush xml:id="br0">
      <inkml:brushProperty name="width" value="0.05" units="cm"/>
      <inkml:brushProperty name="height" value="0.05" units="cm"/>
    </inkml:brush>
  </inkml:definitions>
  <inkml:trace contextRef="#ctx0" brushRef="#br0">0 0 4607 0 0,'2'2'2768'0'0,"1"1"-1783"0"0,0 0 0 0 0,0 0 0 0 0,1 0 0 0 0,0 0 0 0 0,-1-1 0 0 0,1 1 0 0 0,8 3 0 0 0,34 11 771 0 0,-18-7-1214 0 0,-10-4-261 0 0,0 0 1 0 0,1-1 0 0 0,0-1-1 0 0,28 2 1 0 0,78-2-1433 0 0,-116-4 876 0 0,21 0-1269 0 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2:45.473"/>
    </inkml:context>
    <inkml:brush xml:id="br0">
      <inkml:brushProperty name="width" value="0.05" units="cm"/>
      <inkml:brushProperty name="height" value="0.05" units="cm"/>
    </inkml:brush>
  </inkml:definitions>
  <inkml:trace contextRef="#ctx0" brushRef="#br0">0 219 6911 0 0,'0'0'919'0'0,"7"-10"3068"0"0,-4 7-3633 0 0,0 1 1 0 0,0-1-1 0 0,0 1 1 0 0,1 0-1 0 0,-1 0 1 0 0,1 0-1 0 0,0 1 1 0 0,0-1-1 0 0,-1 1 1 0 0,1 0-1 0 0,0 0 1 0 0,0 0-1 0 0,6 0 1 0 0,3-2 251 0 0,57-10 1150 0 0,121-6 0 0 0,-140 15-1223 0 0,206-7 84 0 0,-37 3 12 0 0,-2-17-331 0 0,-163 17-292 0 0,-24 4-22 0 0,-1-1 1 0 0,49-16-1 0 0,-76 20-56 0 0,1 0 1 0 0,-1 0-1 0 0,0 0 0 0 0,-1-1 1 0 0,1 0-1 0 0,0 1 0 0 0,0-1 1 0 0,-1 0-1 0 0,4-4 0 0 0,-5 6-92 0 0,0-1-1 0 0,-1 0 1 0 0,1 0 0 0 0,-1 0-1 0 0,1 0 1 0 0,-1 1-1 0 0,0-1 1 0 0,1 0-1 0 0,-1 0 1 0 0,0 0-1 0 0,1 0 1 0 0,-1 0-1 0 0,0 0 1 0 0,0-1-1 0 0,0 0-302 0 0,0 1 0 0 0,-1-1 0 0 0,1 1-1 0 0,0-1 1 0 0,-1 1 0 0 0,1 0-1 0 0,-1-1 1 0 0,1 1 0 0 0,-1 0-1 0 0,0 0 1 0 0,0-1 0 0 0,-1 0-1 0 0,-7-10-5448 0 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2:45.808"/>
    </inkml:context>
    <inkml:brush xml:id="br0">
      <inkml:brushProperty name="width" value="0.05" units="cm"/>
      <inkml:brushProperty name="height" value="0.05" units="cm"/>
    </inkml:brush>
  </inkml:definitions>
  <inkml:trace contextRef="#ctx0" brushRef="#br0">1 0 11519 0 0,'0'0'1040'0'0,"1"2"-853"0"0,5 8 148 0 0,0-1-1 0 0,0 1 1 0 0,-1 0 0 0 0,-1 1 0 0 0,7 18-1 0 0,10 62 354 0 0,-5-21-661 0 0,-11-52 31 0 0,1-1 1 0 0,0 0-1 0 0,1-1 1 0 0,12 21 0 0 0,-15-31 109 0 0,0 0 1 0 0,0 0-1 0 0,0 0 1 0 0,1 0 0 0 0,0-1-1 0 0,0 0 1 0 0,1 0-1 0 0,-1 0 1 0 0,1-1 0 0 0,0 0-1 0 0,1 0 1 0 0,-1 0-1 0 0,9 3 1 0 0,-13-6-50 0 0,1 0 0 0 0,-1 0 0 0 0,1-1 0 0 0,-1 1 1 0 0,1-1-1 0 0,0 1 0 0 0,-1-1 0 0 0,1 0 0 0 0,0 0 0 0 0,-1 0 0 0 0,1-1 1 0 0,-1 1-1 0 0,1-1 0 0 0,0 1 0 0 0,-1-1 0 0 0,3-1 0 0 0,-1 0-14 0 0,0 0-1 0 0,-1 0 0 0 0,0 0 0 0 0,1 0 0 0 0,-1-1 0 0 0,0 0 1 0 0,0 0-1 0 0,0 0 0 0 0,3-4 0 0 0,1-3 1 0 0,0 0 0 0 0,-2-1-1 0 0,1 1 1 0 0,-1-1 0 0 0,-1 0-1 0 0,4-13 1 0 0,6-32-613 0 0,12-111 1 0 0,-25 153-91 0 0,1 2-1520 0 0,1 1-4578 0 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2:46.151"/>
    </inkml:context>
    <inkml:brush xml:id="br0">
      <inkml:brushProperty name="width" value="0.05" units="cm"/>
      <inkml:brushProperty name="height" value="0.05" units="cm"/>
    </inkml:brush>
  </inkml:definitions>
  <inkml:trace contextRef="#ctx0" brushRef="#br0">1 217 9215 0 0,'0'1'707'0'0,"3"15"639"0"0,0-1 0 0 0,-2 1 1 0 0,0-1-1 0 0,-1 26 0 0 0,1 27 1803 0 0,4-29-2713 0 0,-4-37-461 0 0</inkml:trace>
  <inkml:trace contextRef="#ctx0" brushRef="#br0" timeOffset="1">196 0 9671 0 0,'0'0'748'0'0,"2"1"-492"0"0,17 5 1331 0 0,-1 0 0 0 0,1-1 0 0 0,0-2 0 0 0,28 3-1 0 0,-25-4-2094 0 0,1-2-1 0 0,-1-1 0 0 0,38-6 0 0 0,-42 4-5482 0 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2:46.523"/>
    </inkml:context>
    <inkml:brush xml:id="br0">
      <inkml:brushProperty name="width" value="0.05" units="cm"/>
      <inkml:brushProperty name="height" value="0.05" units="cm"/>
    </inkml:brush>
  </inkml:definitions>
  <inkml:trace contextRef="#ctx0" brushRef="#br0">8 0 6911 0 0,'0'3'6890'0'0,"-5"104"-1296"0"0,2-61-5187 0 0,4 78 1 0 0,0-116-380 0 0,14 107 132 0 0,-12-104-8 0 0,0 1 1 0 0,1-1 0 0 0,0 0-1 0 0,0 0 1 0 0,1 0 0 0 0,1 0 0 0 0,11 16-1 0 0,-17-27-120 0 0,1 1 1 0 0,-1 0-1 0 0,1-1 0 0 0,-1 1 0 0 0,1-1 1 0 0,0 1-1 0 0,-1-1 0 0 0,1 1 0 0 0,0-1 1 0 0,-1 0-1 0 0,1 1 0 0 0,0-1 0 0 0,-1 0 1 0 0,1 0-1 0 0,0 1 0 0 0,0-1 0 0 0,-1 0 1 0 0,1 0-1 0 0,0 0 0 0 0,0 0 0 0 0,-1 0 1 0 0,1 0-1 0 0,0 0 0 0 0,0 0 0 0 0,0 0 1 0 0,-1 0-1 0 0,1 0 0 0 0,0-1 0 0 0,0 1 1 0 0,-1 0-1 0 0,1-1 0 0 0,0 1 0 0 0,-1 0 1 0 0,1-1-1 0 0,0 1 0 0 0,-1-1 0 0 0,1 1 1 0 0,-1-1-1 0 0,1 1 0 0 0,0-2 0 0 0,2 0 50 0 0,0-1 0 0 0,-1 0-1 0 0,0 1 1 0 0,1-1-1 0 0,-1 0 1 0 0,0 0-1 0 0,2-6 1 0 0,4-12 101 0 0,-1 0 1 0 0,-1 0 0 0 0,3-27-1 0 0,4-65-2684 0 0,-8 56-3984 0 0,-2 37-138 0 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2:46.872"/>
    </inkml:context>
    <inkml:brush xml:id="br0">
      <inkml:brushProperty name="width" value="0.05" units="cm"/>
      <inkml:brushProperty name="height" value="0.05" units="cm"/>
    </inkml:brush>
  </inkml:definitions>
  <inkml:trace contextRef="#ctx0" brushRef="#br0">1 162 12871 0 0,'4'7'1164'0'0,"-2"-4"-1129"0"0,0 0 0 0 0,0 0 0 0 0,-1 0 0 0 0,2-1-1 0 0,-1 1 1 0 0,0-1 0 0 0,0 0 0 0 0,5 3 0 0 0,-5-3 202 0 0,0-1 1 0 0,0 0-1 0 0,0 0 1 0 0,0 0-1 0 0,1 0 1 0 0,-1 0-1 0 0,0-1 1 0 0,1 1-1 0 0,-1 0 1 0 0,0-1-1 0 0,1 0 1 0 0,-1 0-1 0 0,1 0 1 0 0,-1 0-1 0 0,1 0 1 0 0,-1 0-1 0 0,1-1 1 0 0,-1 1-1 0 0,0-1 1 0 0,1 1-1 0 0,-1-1 1 0 0,0 0-1 0 0,0 0 1 0 0,1 0-1 0 0,-1 0 1 0 0,0-1-1 0 0,0 1 1 0 0,0 0-1 0 0,3-4 1 0 0,1 0 22 0 0,-1-1 0 0 0,1 1 0 0 0,-1-2-1 0 0,0 1 1 0 0,0 0 0 0 0,-1-1 0 0 0,0 0 0 0 0,5-11 0 0 0,-6 12-198 0 0,-1 1 0 0 0,0-1 0 0 0,0 0 0 0 0,-1 1 0 0 0,0-1 0 0 0,0 0 0 0 0,0 0 0 0 0,0 0 0 0 0,-1 1 0 0 0,0-1 0 0 0,-1 0 0 0 0,0-8 0 0 0,0 12-65 0 0,0-1 1 0 0,1 1-1 0 0,-1 0 0 0 0,0 0 1 0 0,0 0-1 0 0,0 0 0 0 0,-1 1 1 0 0,1-1-1 0 0,0 0 0 0 0,-1 0 1 0 0,1 1-1 0 0,-1-1 0 0 0,1 1 1 0 0,-1-1-1 0 0,0 1 0 0 0,0 0 1 0 0,0-1-1 0 0,0 1 0 0 0,0 0 1 0 0,0 0-1 0 0,0 1 0 0 0,0-1 1 0 0,0 0-1 0 0,0 1 0 0 0,0-1 1 0 0,0 1-1 0 0,-1 0 0 0 0,1-1 1 0 0,-4 1-1 0 0,0 0-328 0 0,1 1 0 0 0,-1-1 0 0 0,1 1-1 0 0,-1 0 1 0 0,1 0 0 0 0,-1 0 0 0 0,1 1 0 0 0,0 0 0 0 0,-1 0 0 0 0,-7 5 0 0 0,-3 3-1231 0 0</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2:47.374"/>
    </inkml:context>
    <inkml:brush xml:id="br0">
      <inkml:brushProperty name="width" value="0.05" units="cm"/>
      <inkml:brushProperty name="height" value="0.05" units="cm"/>
    </inkml:brush>
  </inkml:definitions>
  <inkml:trace contextRef="#ctx0" brushRef="#br0">8 0 9671 0 0,'-1'11'864'0'0,"-1"4"-696"0"0,1 4-168 0 0,-1 7 0 0 0,1 2 672 0 0,1 2 104 0 0,0 2 24 0 0,1 0 0 0 0,-2-1-416 0 0,1 1-88 0 0,0-2-8 0 0,0-2-8 0 0,1-1-280 0 0,2-3 0 0 0,0-3 0 0 0,0-4 0 0 0,-1-4-1600 0 0,-1-4-280 0 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2:47.703"/>
    </inkml:context>
    <inkml:brush xml:id="br0">
      <inkml:brushProperty name="width" value="0.05" units="cm"/>
      <inkml:brushProperty name="height" value="0.05" units="cm"/>
    </inkml:brush>
  </inkml:definitions>
  <inkml:trace contextRef="#ctx0" brushRef="#br0">98 14 2303 0 0,'12'-6'224'0'0,"-6"4"842"0"0,-1 1-1 0 0,1-1 1 0 0,-1 1-1 0 0,1 0 1 0 0,-1 1-1 0 0,1 0 1 0 0,0-1-1 0 0,-1 2 1 0 0,1-1-1 0 0,0 1 1 0 0,-1-1-1 0 0,1 2 1 0 0,-1-1-1 0 0,8 3 1 0 0,-12-3-1021 0 0,0-1-1 0 0,0 0 1 0 0,0 1 0 0 0,0-1-1 0 0,0 1 1 0 0,-1-1 0 0 0,1 1 0 0 0,0 0-1 0 0,0-1 1 0 0,-1 1 0 0 0,1 0 0 0 0,-1 0-1 0 0,1-1 1 0 0,0 1 0 0 0,-1 0-1 0 0,1 0 1 0 0,-1 0 0 0 0,0 0 0 0 0,1 0-1 0 0,-1 0 1 0 0,0 0 0 0 0,1-1-1 0 0,-1 1 1 0 0,0 0 0 0 0,0 0 0 0 0,0 0-1 0 0,0 0 1 0 0,0 0 0 0 0,0 0-1 0 0,0 0 1 0 0,0 0 0 0 0,-1 0 0 0 0,1 0-1 0 0,0 0 1 0 0,0 0 0 0 0,-2 2-1 0 0,0 3-92 0 0,0 1 1 0 0,-1-1-1 0 0,-5 10 0 0 0,-1-3-220 0 0,0 0 1 0 0,-2 0-1 0 0,1-1 1 0 0,-2 0 0 0 0,1-1-1 0 0,-19 14 1 0 0,-5 5-628 0 0,23-20 405 0 0,4-3 435 0 0,1-1 1 0 0,0 1-1 0 0,0 0 1 0 0,1 1 0 0 0,-10 13-1 0 0,15-19 132 0 0,0-1 0 0 0,0 1 0 0 0,0 0 1 0 0,0 0-1 0 0,1 0 0 0 0,-1 0 0 0 0,1 1 0 0 0,-1-1 0 0 0,1 0 0 0 0,0 0 0 0 0,0 0 0 0 0,0 0 1 0 0,0 0-1 0 0,0 1 0 0 0,0-1 0 0 0,1 0 0 0 0,-1 0 0 0 0,1 0 0 0 0,-1 0 0 0 0,1 0 0 0 0,0 0 1 0 0,0 0-1 0 0,0 0 0 0 0,0 0 0 0 0,0-1 0 0 0,0 1 0 0 0,0 0 0 0 0,1 0 0 0 0,-1-1 0 0 0,1 1 0 0 0,3 2 1 0 0,1 1 61 0 0,0-1 1 0 0,0 1 0 0 0,1-1 0 0 0,0 0 0 0 0,0-1-1 0 0,0 0 1 0 0,0 0 0 0 0,14 4 0 0 0,64 9 386 0 0,-78-15-472 0 0,26 4 343 0 0,64-1 0 0 0,-76-5-848 0 0,23-4-1 0 0,-28 3-2332 0 0,30-11 0 0 0,-24 4-3675 0 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2:48.033"/>
    </inkml:context>
    <inkml:brush xml:id="br0">
      <inkml:brushProperty name="width" value="0.05" units="cm"/>
      <inkml:brushProperty name="height" value="0.05" units="cm"/>
    </inkml:brush>
  </inkml:definitions>
  <inkml:trace contextRef="#ctx0" brushRef="#br0">0 0 11519 0 0,'27'13'639'0'0,"-16"-9"539"0"0,0 2-1 0 0,0-1 1 0 0,-1 1 0 0 0,18 14-1 0 0,-25-18-1071 0 0,-1 0-1 0 0,1 1 1 0 0,-1-1-1 0 0,0 1 1 0 0,0-1-1 0 0,0 1 1 0 0,0 0 0 0 0,-1 0-1 0 0,1 0 1 0 0,-1 0-1 0 0,1 0 1 0 0,-1 0-1 0 0,0 1 1 0 0,-1-1-1 0 0,1 0 1 0 0,0 1 0 0 0,-1-1-1 0 0,0 0 1 0 0,0 1-1 0 0,0-1 1 0 0,0 0-1 0 0,-1 5 1 0 0,0 0-1 0 0,0-3 19 0 0,0 0-1 0 0,1 1 1 0 0,-1-1-1 0 0,1 1 1 0 0,1 5 0 0 0,-1-9 392 0 0,14 1-5 0 0,-12-2-481 0 0,0 0 0 0 0,-1-1 0 0 0,1 1 0 0 0,0-1 0 0 0,0 1 0 0 0,0-1 0 0 0,3 0 0 0 0,9-2-208 0 0,0 0 0 0 0,0-2 0 0 0,-1 1 0 0 0,20-9 0 0 0,-22 8-473 0 0,7-3-349 0 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2:53.951"/>
    </inkml:context>
    <inkml:brush xml:id="br0">
      <inkml:brushProperty name="width" value="0.05" units="cm"/>
      <inkml:brushProperty name="height" value="0.05" units="cm"/>
    </inkml:brush>
  </inkml:definitions>
  <inkml:trace contextRef="#ctx0" brushRef="#br0">41 23 3223 0 0,'0'0'494'0'0,"0"-1"-300"0"0,3-6-2 0 0,-2 5 160 0 0,6-10 4407 0 0,-14 20-4032 0 0,1-1-297 0 0,0 0 0 0 0,-8 14 0 0 0,10-12-72 0 0,1-5-91 0 0,1 0-1 0 0,0 1 0 0 0,0-1 0 0 0,-3 9 0 0 0,5-11-159 0 0,0 0 1 0 0,0 0-1 0 0,0 0 0 0 0,0 0 1 0 0,0 0-1 0 0,0 0 0 0 0,0 0 1 0 0,0 0-1 0 0,1 0 0 0 0,-1-1 1 0 0,1 1-1 0 0,0 0 0 0 0,-1 0 1 0 0,3 3-1 0 0,-2-2-49 0 0,1-1 0 0 0,-1 0 0 0 0,1 1 0 0 0,-1-1-1 0 0,1 0 1 0 0,0 0 0 0 0,0 0 0 0 0,-1 0 0 0 0,2 0 0 0 0,-1-1 0 0 0,0 1 0 0 0,0-1 0 0 0,5 3-1 0 0,-3-2-28 0 0,0-1-1 0 0,0 0 1 0 0,0 0-1 0 0,0-1 0 0 0,1 1 1 0 0,-1-1-1 0 0,7 0 0 0 0,-10 0-453 0 0,2-1-186 0 0,9-2-42 0 0,-9 3-10 0 0</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2:59.923"/>
    </inkml:context>
    <inkml:brush xml:id="br0">
      <inkml:brushProperty name="width" value="0.05" units="cm"/>
      <inkml:brushProperty name="height" value="0.05" units="cm"/>
    </inkml:brush>
  </inkml:definitions>
  <inkml:trace contextRef="#ctx0" brushRef="#br0">101 407 1375 0 0,'1'-3'40'0'0,"-1"5"4"0"0,2-3-39 0 0,0 0 0 0 0,0 0 0 0 0,-1-1-1 0 0,1 1 1 0 0,0 0 0 0 0,-1 0 0 0 0,1-1-1 0 0,-1 1 1 0 0,1-1 0 0 0,1-2-1 0 0,-2 3 286 0 0,0 1 0 0 0,-1-1-1 0 0,1 0 1 0 0,-1 1-1 0 0,1-1 1 0 0,-1 0 0 0 0,1 0-1 0 0,-1 1 1 0 0,1-1-1 0 0,-1 0 1 0 0,0 0 0 0 0,1 0-1 0 0,-1 0 1 0 0,0 1-1 0 0,0-1 1 0 0,0 0 0 0 0,0 0-1 0 0,0 0 1 0 0,0 0-1 0 0,0 0 1 0 0,0 0 0 0 0,0 0-1 0 0,0 1 1 0 0,0-1-1 0 0,0 0 1 0 0,-1-1 0 0 0,0-7 1834 0 0,0 9-2062 0 0,1 0 0 0 0,0-1 0 0 0,-1 1 0 0 0,1 0 0 0 0,-1 0 0 0 0,1 0 0 0 0,0 0 0 0 0,-1 0 0 0 0,1-1 0 0 0,-1 1 0 0 0,1 0 0 0 0,-1 0 0 0 0,1 0 0 0 0,-1 0-1 0 0,1 0 1 0 0,0 0 0 0 0,-1 0 0 0 0,1 1 0 0 0,-1-1 0 0 0,1 0 0 0 0,-1 0 0 0 0,0 0 0 0 0,-11 3 200 0 0,8-1-242 0 0,0 1-1 0 0,-1 0 1 0 0,1-1 0 0 0,0 1-1 0 0,1 1 1 0 0,-1-1 0 0 0,1 0-1 0 0,-1 1 1 0 0,1 0 0 0 0,0 0-1 0 0,0 0 1 0 0,1 0-1 0 0,-4 6 1 0 0,-1 5-76 0 0,0 0-1 0 0,-8 25 0 0 0,9-19 34 0 0,1 0-1 0 0,1 0 1 0 0,-2 24-1 0 0,5-34 69 0 0,0-1-1 0 0,1 1 0 0 0,1 0 0 0 0,0 0 0 0 0,0 0 1 0 0,1-1-1 0 0,1 1 0 0 0,3 11 0 0 0,-5-21-12 0 0,-1 1 1 0 0,1-1-1 0 0,-1 1 0 0 0,1-1 0 0 0,-1 1 0 0 0,1-1 1 0 0,0 1-1 0 0,0-1 0 0 0,0 0 0 0 0,0 1 0 0 0,0-1 1 0 0,0 0-1 0 0,0 0 0 0 0,0 0 0 0 0,1 0 0 0 0,-1 0 1 0 0,0 0-1 0 0,1 0 0 0 0,-1 0 0 0 0,0-1 0 0 0,1 1 1 0 0,-1 0-1 0 0,1-1 0 0 0,-1 1 0 0 0,1-1 0 0 0,-1 0 1 0 0,1 1-1 0 0,0-1 0 0 0,-1 0 0 0 0,1 0 0 0 0,-1 0 1 0 0,1 0-1 0 0,0 0 0 0 0,-1 0 0 0 0,3-1 0 0 0,0 0 34 0 0,-1-1-1 0 0,1 0 0 0 0,-1 1 0 0 0,1-1 0 0 0,-1 0 1 0 0,0-1-1 0 0,0 1 0 0 0,0-1 0 0 0,0 1 0 0 0,0-1 1 0 0,0 0-1 0 0,-1 0 0 0 0,4-5 0 0 0,2-6 43 0 0,0 0 0 0 0,-1 0 0 0 0,-1-1 0 0 0,0 1 0 0 0,-1-1 0 0 0,4-20 0 0 0,11-98 361 0 0,-17 108-374 0 0,4-51 411 0 0,-3-1 0 0 0,-4 1 0 0 0,-12-101 0 0 0,11 173-24 0 0,0 5-173 0 0,-1 12-56 0 0,-2 21-163 0 0,4 473-136 0 0,10-414 291 0 0,-2-55-6910 0 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3:00.265"/>
    </inkml:context>
    <inkml:brush xml:id="br0">
      <inkml:brushProperty name="width" value="0.05" units="cm"/>
      <inkml:brushProperty name="height" value="0.05" units="cm"/>
    </inkml:brush>
  </inkml:definitions>
  <inkml:trace contextRef="#ctx0" brushRef="#br0">0 43 6911 0 0,'0'0'7532'0'0,"1"2"-6537"0"0,26 104 1722 0 0,-3-11-2514 0 0,-19-78-103 0 0,1-1 1 0 0,1 1-1 0 0,13 23 0 0 0,-18-37-59 0 0,0 0-1 0 0,0 0 0 0 0,0-1 1 0 0,0 1-1 0 0,0 0 0 0 0,1-1 1 0 0,-1 1-1 0 0,1-1 0 0 0,0 0 1 0 0,-1 0-1 0 0,5 2 0 0 0,-5-3-13 0 0,-1-1 0 0 0,0 1 0 0 0,0-1 0 0 0,1 0 0 0 0,-1 0 0 0 0,0 1 0 0 0,1-1-1 0 0,-1 0 1 0 0,0 0 0 0 0,1 0 0 0 0,-1-1 0 0 0,0 1 0 0 0,1 0 0 0 0,-1 0-1 0 0,0-1 1 0 0,0 1 0 0 0,1-1 0 0 0,-1 1 0 0 0,0-1 0 0 0,0 1 0 0 0,0-1 0 0 0,0 0-1 0 0,1 1 1 0 0,-1-1 0 0 0,0 0 0 0 0,0 0 0 0 0,-1 0 0 0 0,1 0 0 0 0,0 0-1 0 0,0 0 1 0 0,1-2 0 0 0,3-4 74 0 0,0-1 0 0 0,-1 0 0 0 0,0 0 0 0 0,0 0 1 0 0,0-1-1 0 0,-1 1 0 0 0,2-12 0 0 0,11-66 236 0 0,-12 59-249 0 0,-1 9-348 0 0,-1-1 1 0 0,0 0 0 0 0,-2 0 0 0 0,0 0 0 0 0,-1 0 0 0 0,-6-33 0 0 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3:00.594"/>
    </inkml:context>
    <inkml:brush xml:id="br0">
      <inkml:brushProperty name="width" value="0.05" units="cm"/>
      <inkml:brushProperty name="height" value="0.05" units="cm"/>
    </inkml:brush>
  </inkml:definitions>
  <inkml:trace contextRef="#ctx0" brushRef="#br0">15 119 3223 0 0,'3'9'1908'0'0,"1"2"681"0"0,9 21 1594 0 0,-12-30-4036 0 0,-1-1 0 0 0,1 1 0 0 0,1 0 0 0 0,-1-1 0 0 0,0 1-1 0 0,0-1 1 0 0,1 1 0 0 0,-1-1 0 0 0,0 0 0 0 0,1 1 0 0 0,-1-1 0 0 0,1 0-1 0 0,3 2 1 0 0,-4-3-80 0 0,0 0 0 0 0,0 0 0 0 0,0 0 0 0 0,0 0 0 0 0,0 0 0 0 0,1 0-1 0 0,-1 0 1 0 0,0 0 0 0 0,0 0 0 0 0,0-1 0 0 0,0 1 0 0 0,0 0 0 0 0,0-1 0 0 0,0 1 0 0 0,0-1-1 0 0,0 1 1 0 0,-1-1 0 0 0,1 1 0 0 0,0-1 0 0 0,1-1 0 0 0,14-14 520 0 0,-9 7-310 0 0,-1-1 1 0 0,0 0-1 0 0,0 0 0 0 0,5-17 0 0 0,-8 22-205 0 0,-1-1 0 0 0,-1 1 0 0 0,1-1-1 0 0,-1 0 1 0 0,0 0 0 0 0,0 1 0 0 0,-1-1 0 0 0,0 0 0 0 0,0 0-1 0 0,-1-10 1 0 0,0 14-55 0 0,1 1-1 0 0,0-1 1 0 0,-1 1 0 0 0,1 0-1 0 0,-1-1 1 0 0,0 1-1 0 0,1-1 1 0 0,-1 1 0 0 0,0 0-1 0 0,0-1 1 0 0,0 1-1 0 0,0 0 1 0 0,0 0-1 0 0,0 0 1 0 0,0 0 0 0 0,0 0-1 0 0,0 0 1 0 0,-1 0-1 0 0,1 0 1 0 0,-2-1 0 0 0,0 2 1 0 0,0-1 0 0 0,1 0 0 0 0,-1 1 0 0 0,1-1 0 0 0,-1 1 0 0 0,0 0 0 0 0,1 0 0 0 0,-1 0 0 0 0,0 0 0 0 0,-4 1 0 0 0,-5 2-348 0 0,1 0-1 0 0,0 1 0 0 0,0 0 1 0 0,-12 6-1 0 0,23-9 323 0 0,-18 7-1350 0 0</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3:00.950"/>
    </inkml:context>
    <inkml:brush xml:id="br0">
      <inkml:brushProperty name="width" value="0.05" units="cm"/>
      <inkml:brushProperty name="height" value="0.05" units="cm"/>
    </inkml:brush>
  </inkml:definitions>
  <inkml:trace contextRef="#ctx0" brushRef="#br0">0 269 1839 0 0,'2'0'2224'0'0,"40"3"4344"0"0,2-6-3956 0 0,45-13-1961 0 0,-58 10 229 0 0,324-80 2448 0 0,-111 23-2079 0 0,-167 44-975 0 0,130-25 130 0 0,-96 21-234 0 0,-76 12-880 0 0,-33 10-129 0 0</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3:01.608"/>
    </inkml:context>
    <inkml:brush xml:id="br0">
      <inkml:brushProperty name="width" value="0.05" units="cm"/>
      <inkml:brushProperty name="height" value="0.05" units="cm"/>
    </inkml:brush>
  </inkml:definitions>
  <inkml:trace contextRef="#ctx0" brushRef="#br0">26 201 7423 0 0,'0'0'675'0'0,"-1"2"-555"0"0,-3 9 38 0 0,0-1 1 0 0,0 1-1 0 0,1 0 1 0 0,0 1-1 0 0,1-1 1 0 0,-1 13-1 0 0,2-1 820 0 0,2 49 0 0 0,-1-66-710 0 0,1-1 0 0 0,0 1 0 0 0,0 0 0 0 0,4 11 0 0 0,-4-15 190 0 0,9 0 550 0 0,-7-2-933 0 0,-1-1 1 0 0,0 1 0 0 0,0-1 0 0 0,0 1 0 0 0,0-1 0 0 0,0 0 0 0 0,0 0 0 0 0,0 0-1 0 0,0 0 1 0 0,0 0 0 0 0,-1 0 0 0 0,1-1 0 0 0,0 1 0 0 0,-1 0 0 0 0,1-1 0 0 0,-1 0-1 0 0,1 1 1 0 0,-1-1 0 0 0,1 0 0 0 0,0-2 0 0 0,4-5 108 0 0,0-1 1 0 0,6-17-1 0 0,-9 18-72 0 0,5-10-14 0 0,-1-1-1 0 0,-1 1 1 0 0,-1-2-1 0 0,-1 1 1 0 0,-1-1-1 0 0,0 1 1 0 0,-1-24-1 0 0,-4 31-55 0 0,0-1-1 0 0,0 1 1 0 0,-1-1 0 0 0,-1 1-1 0 0,0 0 1 0 0,-1 0-1 0 0,0 1 1 0 0,-1-1 0 0 0,-11-16-1 0 0,4 11-41 0 0,7 17 0 0 0,5 2 0 0 0,0 0 0 0 0,0 0 0 0 0,0 0 0 0 0,0 0 1 0 0,0 0-1 0 0,0 1 0 0 0,0-1 0 0 0,1 0 0 0 0,-1 1 0 0 0,0-1 0 0 0,1 0 0 0 0,0 1 0 0 0,-1-1 0 0 0,1 1 0 0 0,0-1 0 0 0,-1 1 0 0 0,1-1 0 0 0,0 1 0 0 0,0 1 0 0 0,0 32-15 0 0,0-35 15 0 0,2 22-29 0 0,1 0 0 0 0,1 0 0 0 0,11 38 0 0 0,-12-50 20 0 0,1 0-1 0 0,0 1 1 0 0,1-1-1 0 0,0-1 1 0 0,1 1 0 0 0,-1-1-1 0 0,2 0 1 0 0,0 0 0 0 0,12 12-1 0 0,-16-18 17 0 0,0 0 0 0 0,0-1-1 0 0,0 1 1 0 0,0-1 0 0 0,1 0 0 0 0,-1 0-1 0 0,1 0 1 0 0,-1-1 0 0 0,1 1 0 0 0,0-1-1 0 0,0 0 1 0 0,0 0 0 0 0,0 0 0 0 0,0-1-1 0 0,0 1 1 0 0,0-1 0 0 0,0 0-1 0 0,4 0 1 0 0,-4-1 1 0 0,1 0 0 0 0,-1 0 0 0 0,0-1 0 0 0,1 1 0 0 0,-1-1 0 0 0,0 0 0 0 0,0 0 0 0 0,-1 0 0 0 0,1-1 0 0 0,0 1 0 0 0,-1-1 0 0 0,1 0 0 0 0,-1 0 0 0 0,0 0 0 0 0,6-7 0 0 0,0-4-10 0 0,0 1 0 0 0,-1-1 1 0 0,0-1-1 0 0,-1 1 0 0 0,7-23 0 0 0,20-81 318 0 0,-32 109-253 0 0,5-24 377 0 0,-6 31-96 0 0,-1 5-210 0 0,4 57-55 0 0,9 65 181 0 0,-10-110-238 0 0,0 1-1 0 0,1-1 1 0 0,1-1-1 0 0,1 1 1 0 0,0-1 0 0 0,9 16-1 0 0,13 11-254 0 0,-26-37 167 0 0,1-1 0 0 0,0 0 1 0 0,0-1-1 0 0,0 1 0 0 0,0 0 0 0 0,0-1 0 0 0,1 0 0 0 0,-1 0 0 0 0,6 3 0 0 0,-2-7-1591 0 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3:01.975"/>
    </inkml:context>
    <inkml:brush xml:id="br0">
      <inkml:brushProperty name="width" value="0.05" units="cm"/>
      <inkml:brushProperty name="height" value="0.05" units="cm"/>
    </inkml:brush>
  </inkml:definitions>
  <inkml:trace contextRef="#ctx0" brushRef="#br0">22 189 3223 0 0,'-12'-8'288'0'0,"11"7"-21"0"0,0 1 0 0 0,1-1 0 0 0,-1 0 0 0 0,0 0 0 0 0,1 1 0 0 0,-1-1 0 0 0,0 0 0 0 0,1 0 0 0 0,-1 0 0 0 0,1 0 0 0 0,0 0 0 0 0,-1 0 0 0 0,1 0 0 0 0,0 0-1 0 0,-1 0 1 0 0,1 0 0 0 0,0 0 0 0 0,0 0 0 0 0,0 0 0 0 0,0 0 0 0 0,0-2 0 0 0,0 1 85 0 0,1 0 0 0 0,0-1 0 0 0,-1 1 0 0 0,1 0-1 0 0,0 0 1 0 0,0-1 0 0 0,0 1 0 0 0,1 0 0 0 0,1-2 0 0 0,3-5 316 0 0,2 1 0 0 0,-1 1 0 0 0,12-10 0 0 0,-17 15-586 0 0,13-9-58 0 0,0 0 0 0 0,1 1 0 0 0,0 1 0 0 0,0 0 0 0 0,1 1 0 0 0,0 1 1 0 0,1 1-1 0 0,-1 0 0 0 0,32-5 0 0 0,-31 8-1395 0 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3:02.305"/>
    </inkml:context>
    <inkml:brush xml:id="br0">
      <inkml:brushProperty name="width" value="0.05" units="cm"/>
      <inkml:brushProperty name="height" value="0.05" units="cm"/>
    </inkml:brush>
  </inkml:definitions>
  <inkml:trace contextRef="#ctx0" brushRef="#br0">7 0 8287 0 0,'0'0'639'0'0,"0"2"-196"0"0,-1 74 6224 0 0,-1 1-4413 0 0,-1 80-1031 0 0,11 220 525 0 0,35-3-1815 0 0,-20-287-2193 0 0,-9-36-3964 0 0,-7-25 721 0 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3:02.828"/>
    </inkml:context>
    <inkml:brush xml:id="br0">
      <inkml:brushProperty name="width" value="0.05" units="cm"/>
      <inkml:brushProperty name="height" value="0.05" units="cm"/>
    </inkml:brush>
  </inkml:definitions>
  <inkml:trace contextRef="#ctx0" brushRef="#br0">0 15 8783 0 0,'0'0'794'0'0,"13"-15"5010"0"0,-10 31-5504 0 0,0 0 0 0 0,-1-1 0 0 0,-1 1 0 0 0,-1 0 0 0 0,0 0 0 0 0,-2 17 0 0 0,0 16-238 0 0,2-2 40 0 0,2 1 1 0 0,14 89-1 0 0,-9-118-12 0 0,1 4-981 0 0,1-26-2391 0 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3:03.162"/>
    </inkml:context>
    <inkml:brush xml:id="br0">
      <inkml:brushProperty name="width" value="0.05" units="cm"/>
      <inkml:brushProperty name="height" value="0.05" units="cm"/>
    </inkml:brush>
  </inkml:definitions>
  <inkml:trace contextRef="#ctx0" brushRef="#br0">1 47 8287 0 0,'0'0'1134'0'0,"1"0"146"0"0,86-10 5550 0 0,28-4-6746 0 0,-63 2-1139 0 0,-29 6-3274 0 0,-4 2-935 0 0</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3:03.492"/>
    </inkml:context>
    <inkml:brush xml:id="br0">
      <inkml:brushProperty name="width" value="0.05" units="cm"/>
      <inkml:brushProperty name="height" value="0.05" units="cm"/>
    </inkml:brush>
  </inkml:definitions>
  <inkml:trace contextRef="#ctx0" brushRef="#br0">78 31 13271 0 0,'0'0'1202'0'0,"9"-3"-158"0"0,8-3 401 0 0,5-1-135 0 0,25-4 0 0 0,-41 10-1375 0 0,0 0 0 0 0,0 0 0 0 0,0 1 0 0 0,0 0 0 0 0,0 0 0 0 0,0 0 0 0 0,0 1-1 0 0,0 0 1 0 0,8 2 0 0 0,-14-3-36 0 0,1 1 0 0 0,-1-1 0 0 0,0 0 0 0 0,1 0 0 0 0,-1 0 0 0 0,0 1 0 0 0,1-1 0 0 0,-1 0 0 0 0,1 1 0 0 0,-1-1 0 0 0,0 0 0 0 0,0 0 0 0 0,1 1 0 0 0,-1-1 0 0 0,0 1 0 0 0,0-1 0 0 0,1 0-1 0 0,-1 1 1 0 0,0-1 0 0 0,0 1 0 0 0,1 0-645 0 0,2 8-5182 0 0</inkml:trace>
  <inkml:trace contextRef="#ctx0" brushRef="#br0" timeOffset="1">0 297 7367 0 0,'0'0'800'0'0,"9"0"-800"0"0,2 0 0 0 0,2-3 1040 0 0,2 0 192 0 0,0 0 40 0 0,3-2 8 0 0,1 1-832 0 0,0-2-160 0 0,2-2-32 0 0,0-1 0 0 0,2-1-448 0 0,-2-1-80 0 0,-2 1-16 0 0,2-4-5144 0 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3:03.824"/>
    </inkml:context>
    <inkml:brush xml:id="br0">
      <inkml:brushProperty name="width" value="0.05" units="cm"/>
      <inkml:brushProperty name="height" value="0.05" units="cm"/>
    </inkml:brush>
  </inkml:definitions>
  <inkml:trace contextRef="#ctx0" brushRef="#br0">12 106 4143 0 0,'-9'54'1187'0'0,"8"-37"84"0"0,0-1 1 0 0,0 0-1 0 0,2 1 1 0 0,0-1-1 0 0,1 0 0 0 0,4 18 1 0 0,-5-31-1079 0 0,0 1-1 0 0,1 0 1 0 0,-1-1 0 0 0,1 1-1 0 0,0-1 1 0 0,0 1 0 0 0,0-1-1 0 0,0 0 1 0 0,3 4 0 0 0,-4-6-124 0 0,0-1 1 0 0,0 1 0 0 0,0 0-1 0 0,0 0 1 0 0,0 0 0 0 0,0-1 0 0 0,0 1-1 0 0,0 0 1 0 0,1-1 0 0 0,-1 1-1 0 0,0-1 1 0 0,0 1 0 0 0,1-1 0 0 0,-1 0-1 0 0,0 0 1 0 0,0 1 0 0 0,1-1 0 0 0,-1 0-1 0 0,0 0 1 0 0,1 0 0 0 0,-1 0-1 0 0,0-1 1 0 0,1 1 0 0 0,-1 0 0 0 0,0 0-1 0 0,0-1 1 0 0,1 1 0 0 0,-1-1-1 0 0,0 1 1 0 0,2-2 0 0 0,3-2 95 0 0,-1 0 0 0 0,0 0 0 0 0,1-1 0 0 0,-2 0 0 0 0,1 1 0 0 0,-1-2 0 0 0,1 1 0 0 0,-1 0 0 0 0,-1-1 0 0 0,6-10 0 0 0,1-5 100 0 0,13-39 0 0 0,-19 48-236 0 0,0-1-1 0 0,-1 0 1 0 0,0 1 0 0 0,-2-1-1 0 0,2-17 1 0 0,-3 25-23 0 0,0 0 0 0 0,-1 0 0 0 0,1 0 0 0 0,-1 0 0 0 0,0 1 0 0 0,0-1 0 0 0,0 0 0 0 0,-1 1 0 0 0,0-1 0 0 0,0 1 0 0 0,0-1 0 0 0,0 1 0 0 0,-1 0 0 0 0,1 0 0 0 0,-1 0 0 0 0,0 0 0 0 0,-5-4 0 0 0,7 6-55 0 0,0 1 0 0 0,-1 0 1 0 0,1 0-1 0 0,0 0 0 0 0,-1 0 0 0 0,1 1 0 0 0,-1-1 0 0 0,1 0 0 0 0,-1 1 1 0 0,1-1-1 0 0,-1 1 0 0 0,1-1 0 0 0,-1 1 0 0 0,0 0 0 0 0,1 0 0 0 0,-1-1 0 0 0,0 1 1 0 0,1 0-1 0 0,-1 0 0 0 0,0 1 0 0 0,1-1 0 0 0,-1 0 0 0 0,1 1 0 0 0,-1-1 1 0 0,0 1-1 0 0,1-1 0 0 0,-1 1 0 0 0,-1 1 0 0 0,-1 0-679 0 0,0 1-1 0 0,1-1 1 0 0,-1 1-1 0 0,1 0 1 0 0,0 0 0 0 0,0 0-1 0 0,0 0 1 0 0,0 1-1 0 0,-3 5 1 0 0,-3 8-4563 0 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3:04.185"/>
    </inkml:context>
    <inkml:brush xml:id="br0">
      <inkml:brushProperty name="width" value="0.05" units="cm"/>
      <inkml:brushProperty name="height" value="0.05" units="cm"/>
    </inkml:brush>
  </inkml:definitions>
  <inkml:trace contextRef="#ctx0" brushRef="#br0">1 169 10591 0 0,'0'0'488'0'0,"0"7"158"0"0,0-6-472 0 0,0 0 1 0 0,0 0-1 0 0,0-1 0 0 0,0 1 1 0 0,0 0-1 0 0,0 0 1 0 0,0 0-1 0 0,0 0 1 0 0,0-1-1 0 0,1 1 0 0 0,-1 0 1 0 0,0 0-1 0 0,0-1 1 0 0,1 1-1 0 0,-1 0 1 0 0,1 0-1 0 0,-1-1 1 0 0,0 1-1 0 0,1 0 0 0 0,-1-1 1 0 0,1 1-1 0 0,0-1 1 0 0,-1 1-1 0 0,1-1 1 0 0,-1 1-1 0 0,1-1 0 0 0,0 1 1 0 0,-1-1-1 0 0,1 1 1 0 0,0-1-1 0 0,0 0 1 0 0,-1 1-1 0 0,1-1 0 0 0,0 0 1 0 0,0 0-1 0 0,0 0 1 0 0,-1 0-1 0 0,1 1 1 0 0,0-1-1 0 0,1 0 1 0 0,2-1-96 0 0,0 1 1 0 0,-1-1 0 0 0,1 0 0 0 0,0 0 0 0 0,-1 0 0 0 0,5-2-1 0 0,-5 2 92 0 0,15-7-1105 0 0,28-18 1 0 0,-44 25 759 0 0,10-6-1480 0 0</inkml:trace>
  <inkml:trace contextRef="#ctx0" brushRef="#br0" timeOffset="1">117 0 8287 0 0,'0'0'888'0'0,"2"8"-888"0"0,-1 4 1792 0 0,-1-1 320 0 0,2-1 72 0 0,-2 4 16 0 0,0 1-1248 0 0,0 1-248 0 0,0 2-56 0 0,0 8-8 0 0,0 1-512 0 0,0 3-128 0 0,-2 3 0 0 0,2 1-8200 0 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3:04.611"/>
    </inkml:context>
    <inkml:brush xml:id="br0">
      <inkml:brushProperty name="width" value="0.05" units="cm"/>
      <inkml:brushProperty name="height" value="0.05" units="cm"/>
    </inkml:brush>
  </inkml:definitions>
  <inkml:trace contextRef="#ctx0" brushRef="#br0">0 31 11975 0 0,'0'0'923'0'0,"2"1"-404"0"0,7 3 221 0 0,0-1 0 0 0,0-1 0 0 0,0 1 0 0 0,0-1 0 0 0,1-1 0 0 0,-1 0 0 0 0,0 0 1 0 0,15-1-1 0 0,78-9 436 0 0,-63 3-1848 0 0,73-22 0 0 0,-97 23-1015 0 0</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3:04.940"/>
    </inkml:context>
    <inkml:brush xml:id="br0">
      <inkml:brushProperty name="width" value="0.05" units="cm"/>
      <inkml:brushProperty name="height" value="0.05" units="cm"/>
    </inkml:brush>
  </inkml:definitions>
  <inkml:trace contextRef="#ctx0" brushRef="#br0">0 1 11519 0 0,'0'0'887'0'0,"2"1"-583"0"0,1 2 145 0 0,1 0 1 0 0,0 0-1 0 0,1 0 0 0 0,-1-1 0 0 0,0 1 1 0 0,1-1-1 0 0,-1 0 0 0 0,1-1 0 0 0,0 1 1 0 0,9 1-1 0 0,7 1 2384 0 0,26 0 0 0 0,-33-3-2960 0 0,42 4 1266 0 0,47 3-202 0 0,-35-4-3044 0 0,-45-4 826 0 0</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3:07.204"/>
    </inkml:context>
    <inkml:brush xml:id="br0">
      <inkml:brushProperty name="width" value="0.05" units="cm"/>
      <inkml:brushProperty name="height" value="0.05" units="cm"/>
    </inkml:brush>
  </inkml:definitions>
  <inkml:trace contextRef="#ctx0" brushRef="#br0">23 104 8375 0 0,'0'0'758'0'0,"2"-3"-620"0"0,-1 1-134 0 0,4-8 112 0 0,-5 10-77 0 0,-1 0-1 0 0,1-1 1 0 0,0 1 0 0 0,0-1-1 0 0,-1 1 1 0 0,1 0 0 0 0,0-1-1 0 0,-1 1 1 0 0,1 0 0 0 0,0-1-1 0 0,-1 1 1 0 0,1 0 0 0 0,-1 0-1 0 0,1-1 1 0 0,0 1 0 0 0,-1 0 0 0 0,1 0-1 0 0,-1 0 1 0 0,1-1 0 0 0,-1 1-1 0 0,1 0 1 0 0,-1 0 0 0 0,1 0-1 0 0,0 0 1 0 0,-1 0 0 0 0,0 0-1 0 0,0 0 598 0 0,-12-5 1539 0 0,8 3 2434 0 0,26 10-4327 0 0,1-1-1 0 0,0-1 0 0 0,0-1 1 0 0,1 0-1 0 0,-1-2 1 0 0,36 1-1 0 0,143-13 552 0 0,-132 3-492 0 0,318-40 491 0 0,-7 1-544 0 0,-344 42-272 0 0,-7 0 38 0 0,1 2 0 0 0,0 0 0 0 0,-1 2 0 0 0,52 9-1 0 0,-71-8 11 0 0,-8-1-18 0 0</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3:07.944"/>
    </inkml:context>
    <inkml:brush xml:id="br0">
      <inkml:brushProperty name="width" value="0.05" units="cm"/>
      <inkml:brushProperty name="height" value="0.05" units="cm"/>
    </inkml:brush>
  </inkml:definitions>
  <inkml:trace contextRef="#ctx0" brushRef="#br0">2 6 7367 0 0,'-1'-5'9127'0'0,"72"369"-6638"0"0,-68-315-3511 0 0</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3:08.273"/>
    </inkml:context>
    <inkml:brush xml:id="br0">
      <inkml:brushProperty name="width" value="0.05" units="cm"/>
      <inkml:brushProperty name="height" value="0.05" units="cm"/>
    </inkml:brush>
  </inkml:definitions>
  <inkml:trace contextRef="#ctx0" brushRef="#br0">1 72 11887 0 0,'5'-6'217'0'0,"1"0"-1"0"0,0 1 0 0 0,0-1 0 0 0,0 1 0 0 0,0 0 1 0 0,1 1-1 0 0,0 0 0 0 0,0 0 0 0 0,12-5 0 0 0,-10 6 307 0 0,1-1-1 0 0,-1 2 1 0 0,0-1-1 0 0,1 1 0 0 0,0 1 1 0 0,0 0-1 0 0,15 0 1 0 0,-23 1-468 0 0,1 0 1 0 0,0 0-1 0 0,-1 0 0 0 0,1 1 1 0 0,-1-1-1 0 0,1 1 1 0 0,0 0-1 0 0,-1 0 1 0 0,1 0-1 0 0,-1 0 1 0 0,0 0-1 0 0,1 0 1 0 0,-1 1-1 0 0,0-1 1 0 0,0 1-1 0 0,0 0 1 0 0,0-1-1 0 0,0 1 1 0 0,0 0-1 0 0,-1 0 1 0 0,1 0-1 0 0,0 0 1 0 0,-1 1-1 0 0,0-1 1 0 0,1 0-1 0 0,-1 1 1 0 0,0-1-1 0 0,0 1 1 0 0,-1-1-1 0 0,1 1 1 0 0,0-1-1 0 0,-1 1 1 0 0,1 0-1 0 0,-1 4 1 0 0,0 1-55 0 0,0 0 0 0 0,0 1 0 0 0,-1-1 0 0 0,0 0 0 0 0,-1 0 0 0 0,1 0 1 0 0,-2 0-1 0 0,1 0 0 0 0,-1 0 0 0 0,-4 8 0 0 0,1-5-115 0 0,-1-1-1 0 0,0 0 0 0 0,0 0 1 0 0,-1 0-1 0 0,-17 16 1 0 0,20-21 42 0 0,0-1 1 0 0,-1 1-1 0 0,1-1 1 0 0,-1-1 0 0 0,0 1-1 0 0,0-1 1 0 0,0 0-1 0 0,-1 0 1 0 0,1-1-1 0 0,-1 0 1 0 0,1 0 0 0 0,-9 1-1 0 0,21-3 245 0 0,0 0 0 0 0,-1 1 0 0 0,1 0 0 0 0,0 0-1 0 0,-1 0 1 0 0,1 1 0 0 0,7 3 0 0 0,4 2-102 0 0,27 14 1 0 0,-25-10-29 0 0,21 11-132 0 0,-31-19-1844 0 0,-1-3-3403 0 0</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3:08.611"/>
    </inkml:context>
    <inkml:brush xml:id="br0">
      <inkml:brushProperty name="width" value="0.05" units="cm"/>
      <inkml:brushProperty name="height" value="0.05" units="cm"/>
    </inkml:brush>
  </inkml:definitions>
  <inkml:trace contextRef="#ctx0" brushRef="#br0">1 0 12319 0 0,'0'0'1119'0'0,"1"1"-923"0"0,3 3-21 0 0,0 0 0 0 0,0 0-1 0 0,0 0 1 0 0,0 1 0 0 0,-1-1 0 0 0,0 1 0 0 0,0 0-1 0 0,0 0 1 0 0,0 0 0 0 0,-1 0 0 0 0,0 1 0 0 0,0-1-1 0 0,0 1 1 0 0,-1-1 0 0 0,0 1 0 0 0,0-1 0 0 0,0 1 0 0 0,-1 8-1 0 0,0 8-534 0 0,-2-1 0 0 0,0 0 0 0 0,-9 34 0 0 0,11-54 392 0 0,-1 0-1 0 0,1 0 1 0 0,0 0 0 0 0,0 0-1 0 0,0 0 1 0 0,0 0-1 0 0,0 0 1 0 0,0 0-1 0 0,0 0 1 0 0,0 0 0 0 0,0 1-1 0 0,1-1 1 0 0,-1 0-1 0 0,0 0 1 0 0,1 0-1 0 0,-1 0 1 0 0,1 0 0 0 0,-1 0-1 0 0,1 0 1 0 0,1 1-1 0 0,-1-1 15 0 0,0 0 0 0 0,0 0 0 0 0,0-1 0 0 0,1 1 0 0 0,-1 0-1 0 0,0-1 1 0 0,1 1 0 0 0,-1-1 0 0 0,0 0 0 0 0,1 1 0 0 0,-1-1-1 0 0,1 0 1 0 0,-1 0 0 0 0,1 0 0 0 0,-1 0 0 0 0,0 0 0 0 0,1 0 0 0 0,-1 0-1 0 0,2-1 1 0 0,35-5-59 0 0,-22 3-4676 0 0</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3:09.085"/>
    </inkml:context>
    <inkml:brush xml:id="br0">
      <inkml:brushProperty name="width" value="0.05" units="cm"/>
      <inkml:brushProperty name="height" value="0.05" units="cm"/>
    </inkml:brush>
  </inkml:definitions>
  <inkml:trace contextRef="#ctx0" brushRef="#br0">261 85 9583 0 0,'0'0'868'0'0,"1"-2"-713"0"0,-1 0-377 0 0,3-6 918 0 0,-2 0 1 0 0,2-15-1 0 0,-2 21-359 0 0,-1 0 1 0 0,0 0-1 0 0,0 0 0 0 0,0 0 0 0 0,-1 0 0 0 0,1 0 0 0 0,0 0 0 0 0,-1 0 1 0 0,0 0-1 0 0,1 0 0 0 0,-1 0 0 0 0,0 0 0 0 0,0 0 0 0 0,0 0 0 0 0,0 1 1 0 0,0-1-1 0 0,-2-1 0 0 0,2 2-262 0 0,0 0 0 0 0,0 1 0 0 0,0-1 0 0 0,0 1 0 0 0,0-1 0 0 0,0 1 0 0 0,0-1 0 0 0,0 1 1 0 0,0 0-1 0 0,-1-1 0 0 0,1 1 0 0 0,0 0 0 0 0,0 0 0 0 0,0 0 0 0 0,0 0 0 0 0,0 0 0 0 0,-1 0 0 0 0,0 1 0 0 0,-19 5 340 0 0,14-3-339 0 0,0 1 0 0 0,1 0 0 0 0,0 0 0 0 0,-1 1 0 0 0,2 0 0 0 0,-1 0 0 0 0,-8 10 0 0 0,-33 45 43 0 0,41-51-102 0 0,-11 14-12 0 0,1-2-9 0 0,1 1 1 0 0,-24 46 0 0 0,37-62 6 0 0,-1 0 0 0 0,1-1 1 0 0,0 1-1 0 0,0 0 0 0 0,0 0 0 0 0,1 1 1 0 0,0-1-1 0 0,0 0 0 0 0,1 0 0 0 0,0 1 1 0 0,0-1-1 0 0,0 0 0 0 0,1 0 0 0 0,0 1 1 0 0,0-1-1 0 0,1 0 0 0 0,3 12 1 0 0,-2-14 28 0 0,0 1 1 0 0,0-1-1 0 0,0 0 1 0 0,0 1-1 0 0,1-1 1 0 0,-1-1 0 0 0,1 1-1 0 0,0 0 1 0 0,0-1-1 0 0,0 0 1 0 0,1 0 0 0 0,-1 0-1 0 0,1-1 1 0 0,0 1-1 0 0,0-1 1 0 0,0 0-1 0 0,0-1 1 0 0,0 1 0 0 0,0-1-1 0 0,8 1 1 0 0,1 0 29 0 0,0 0 1 0 0,1-2 0 0 0,-1 0-1 0 0,1 0 1 0 0,-1-1 0 0 0,19-4-1 0 0,-18 2-404 0 0,-1 0 0 0 0,1-1 0 0 0,-1-1 0 0 0,0 0 0 0 0,0 0 0 0 0,-1-2 0 0 0,16-8 0 0 0,-14 3-6762 0 0</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3:10.226"/>
    </inkml:context>
    <inkml:brush xml:id="br0">
      <inkml:brushProperty name="width" value="0.05" units="cm"/>
      <inkml:brushProperty name="height" value="0.05" units="cm"/>
    </inkml:brush>
  </inkml:definitions>
  <inkml:trace contextRef="#ctx0" brushRef="#br0">1 1 7367 0 0,'0'0'10570'0'0,"1"1"-9994"0"0,3 4-359 0 0,0-1 0 0 0,-1 1 0 0 0,1 0 0 0 0,-1 0 1 0 0,0 0-1 0 0,-1 0 0 0 0,1 0 0 0 0,-1 1 0 0 0,0-1 1 0 0,0 1-1 0 0,1 9 0 0 0,2 10 109 0 0,2 32 0 0 0,1-11-231 0 0,3 12-298 0 0,-11-56-798 0 0</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3:11.676"/>
    </inkml:context>
    <inkml:brush xml:id="br0">
      <inkml:brushProperty name="width" value="0.05" units="cm"/>
      <inkml:brushProperty name="height" value="0.05" units="cm"/>
    </inkml:brush>
  </inkml:definitions>
  <inkml:trace contextRef="#ctx0" brushRef="#br0">0 83 7887 0 0,'0'0'714'0'0,"0"-1"-586"0"0,0-17 4217 0 0,2 20-3813 0 0,2 4-333 0 0,0 0 1 0 0,-1 1-1 0 0,0 0 1 0 0,0 0-1 0 0,0-1 1 0 0,-1 2-1 0 0,2 8 1 0 0,8 57 243 0 0,-6-35-250 0 0,-1-6-73 0 0,23 117 54 0 0,-23-126-112 0 0,2 1-1 0 0,1-1 0 0 0,1-1 1 0 0,14 26-1 0 0,-22-47-27 0 0,-1 0 0 0 0,0-1 0 0 0,1 1-1 0 0,-1 0 1 0 0,1 0 0 0 0,-1 0 0 0 0,1-1 0 0 0,-1 1-1 0 0,1 0 1 0 0,0-1 0 0 0,-1 1 0 0 0,1 0 0 0 0,0-1-1 0 0,-1 1 1 0 0,1-1 0 0 0,0 1 0 0 0,0-1 0 0 0,0 0-1 0 0,-1 1 1 0 0,1-1 0 0 0,0 0 0 0 0,0 1 0 0 0,0-1-1 0 0,0 0 1 0 0,0 0 0 0 0,0 0 0 0 0,0 0 0 0 0,1 0-1 0 0,-1 0 20 0 0,1-1-1 0 0,-1 0 1 0 0,0 1-1 0 0,0-1 0 0 0,1 0 1 0 0,-1 0-1 0 0,0 0 1 0 0,0 0-1 0 0,0 0 1 0 0,0 0-1 0 0,0 0 0 0 0,0 0 1 0 0,0 0-1 0 0,0-1 1 0 0,-1 1-1 0 0,1 0 0 0 0,0-1 1 0 0,0 0-1 0 0,7-18 285 0 0,-1 0-1 0 0,0 0 1 0 0,7-40-1 0 0,2-65 105 0 0,-16 119-425 0 0,7-232 232 0 0,-7 175-468 0 0,0 61 28 0 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3:12.017"/>
    </inkml:context>
    <inkml:brush xml:id="br0">
      <inkml:brushProperty name="width" value="0.05" units="cm"/>
      <inkml:brushProperty name="height" value="0.05" units="cm"/>
    </inkml:brush>
  </inkml:definitions>
  <inkml:trace contextRef="#ctx0" brushRef="#br0">1 1 8287 0 0,'0'0'382'0'0,"2"0"-8"0"0,3 1-604 0 0,7 0 813 0 0,0 1 1 0 0,0 1-1 0 0,-1 0 1 0 0,15 5-1 0 0,-23-7-456 0 0,-1 0 1 0 0,1 1-1 0 0,0-1 0 0 0,0 1 1 0 0,-1 0-1 0 0,1 0 0 0 0,-1 0 0 0 0,1 0 1 0 0,-1 0-1 0 0,0 0 0 0 0,0 0 1 0 0,0 1-1 0 0,0-1 0 0 0,0 1 1 0 0,-1 0-1 0 0,1-1 0 0 0,-1 1 0 0 0,0 0 1 0 0,0 0-1 0 0,0 0 0 0 0,0 0 1 0 0,1 4-1 0 0,-1 6-80 0 0,0 1 0 0 0,-2 18 0 0 0,1-23-43 0 0,-1 0 0 0 0,1 0-1 0 0,1-1 1 0 0,-1 1 0 0 0,1 0 0 0 0,1-1 0 0 0,0 1 0 0 0,4 13 0 0 0,-5-21 31 0 0,0 1-1 0 0,0-1 1 0 0,0 0 0 0 0,0 1 0 0 0,1-1-1 0 0,-1 0 1 0 0,0 0 0 0 0,1 0 0 0 0,-1 0-1 0 0,0 0 1 0 0,1 0 0 0 0,-1-1-1 0 0,1 1 1 0 0,-1 0 0 0 0,1-1 0 0 0,0 1-1 0 0,-1-1 1 0 0,1 0 0 0 0,-1 1 0 0 0,1-1-1 0 0,0 0 1 0 0,-1 0 0 0 0,1 0 0 0 0,3 0-1 0 0,5-1 247 0 0,0 0 0 0 0,18-5-1 0 0,-23 5-213 0 0,29-7-184 0 0,-11 1-4410 0 0,-10 3-617 0 0</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3:12.519"/>
    </inkml:context>
    <inkml:brush xml:id="br0">
      <inkml:brushProperty name="width" value="0.05" units="cm"/>
      <inkml:brushProperty name="height" value="0.05" units="cm"/>
    </inkml:brush>
  </inkml:definitions>
  <inkml:trace contextRef="#ctx0" brushRef="#br0">55 0 7367 0 0,'0'0'568'0'0,"0"2"-373"0"0,-40 180 7300 0 0,33-128-6653 0 0,2-1-1 0 0,2 1 1 0 0,6 67-1 0 0,-2-105-640 0 0,6 25-1 0 0,-6-37-396 0 0,0 0 0 0 0,0 1 0 0 0,0-1-1 0 0,1 0 1 0 0,0 0 0 0 0,0 0 0 0 0,0 0 0 0 0,0-1-1 0 0,1 1 1 0 0,4 5 0 0 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3:12.849"/>
    </inkml:context>
    <inkml:brush xml:id="br0">
      <inkml:brushProperty name="width" value="0.05" units="cm"/>
      <inkml:brushProperty name="height" value="0.05" units="cm"/>
    </inkml:brush>
  </inkml:definitions>
  <inkml:trace contextRef="#ctx0" brushRef="#br0">71 69 8119 0 0,'-3'17'185'0'0,"0"1"0"0"0,1-1-1 0 0,1 25 1 0 0,1-36 33 0 0,0 0-1 0 0,0 0 1 0 0,1 0 0 0 0,0 0-1 0 0,0 0 1 0 0,1 0-1 0 0,0 0 1 0 0,0 0 0 0 0,0-1-1 0 0,1 1 1 0 0,-1-1-1 0 0,1 1 1 0 0,6 6 0 0 0,-8-11-48 0 0,1 1 0 0 0,0 0 0 0 0,0 0 0 0 0,-1-1 0 0 0,1 1 0 0 0,0-1 1 0 0,1 0-1 0 0,-1 1 0 0 0,0-1 0 0 0,0 0 0 0 0,1 0 0 0 0,-1 0 0 0 0,0-1 1 0 0,1 1-1 0 0,-1-1 0 0 0,5 1 0 0 0,-3-1 15 0 0,1 0 1 0 0,-1 0-1 0 0,0-1 1 0 0,0 0-1 0 0,0 1 1 0 0,0-2-1 0 0,0 1 1 0 0,-1 0-1 0 0,7-3 1 0 0,2-3 146 0 0,0-1 1 0 0,-1 0-1 0 0,1 0 0 0 0,18-19 1 0 0,-23 20-242 0 0,0 0 1 0 0,0-1-1 0 0,-1 1 0 0 0,0-1 1 0 0,0-1-1 0 0,4-9 0 0 0,-8 15-68 0 0,-1 1-1 0 0,0-1 0 0 0,0 0 1 0 0,0 1-1 0 0,0-1 1 0 0,0 0-1 0 0,-1 0 0 0 0,1 0 1 0 0,-1 0-1 0 0,0 1 0 0 0,0-1 1 0 0,0 0-1 0 0,0 0 1 0 0,0 0-1 0 0,-1 0 0 0 0,1 0 1 0 0,-1 0-1 0 0,0 1 1 0 0,0-1-1 0 0,0 0 0 0 0,0 1 1 0 0,0-1-1 0 0,-1 0 0 0 0,1 1 1 0 0,-4-5-1 0 0,-1 1-26 0 0,1 1 0 0 0,-1-1-1 0 0,-1 1 1 0 0,1 0 0 0 0,-1 0-1 0 0,1 1 1 0 0,-1 0 0 0 0,-1 0-1 0 0,1 1 1 0 0,0 0 0 0 0,-1 0 0 0 0,0 1-1 0 0,1 0 1 0 0,-1 0 0 0 0,0 0-1 0 0,0 1 1 0 0,0 1 0 0 0,0-1-1 0 0,0 1 1 0 0,0 1 0 0 0,0-1-1 0 0,0 2 1 0 0,0-1 0 0 0,0 1-1 0 0,0 0 1 0 0,-10 4 0 0 0,11-3-589 0 0,0 0 0 0 0,0 1 0 0 0,0 0 0 0 0,1 0 0 0 0,-1 0 0 0 0,1 1-1 0 0,0 0 1 0 0,1 0 0 0 0,-1 0 0 0 0,-8 11 0 0 0,5-4-4959 0 0</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3:13.221"/>
    </inkml:context>
    <inkml:brush xml:id="br0">
      <inkml:brushProperty name="width" value="0.05" units="cm"/>
      <inkml:brushProperty name="height" value="0.05" units="cm"/>
    </inkml:brush>
  </inkml:definitions>
  <inkml:trace contextRef="#ctx0" brushRef="#br0">0 29 5527 0 0,'0'0'830'0'0,"3"0"542"0"0,14-5 1856 0 0,27-3 0 0 0,54-1-405 0 0,-33 5-2192 0 0,-59 3-707 0 0,9 0-283 0 0,-1 0 1 0 0,26 3-1 0 0</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3:14.232"/>
    </inkml:context>
    <inkml:brush xml:id="br0">
      <inkml:brushProperty name="width" value="0.05" units="cm"/>
      <inkml:brushProperty name="height" value="0.05" units="cm"/>
    </inkml:brush>
  </inkml:definitions>
  <inkml:trace contextRef="#ctx0" brushRef="#br0">14 0 5063 0 0,'0'0'2160'0'0,"1"2"-341"0"0,0 14 1117 0 0,-1 28 0 0 0,-11 47-1115 0 0,7-59-1279 0 0,3-22-381 0 0,1 1 0 0 0,2 20 0 0 0,0-1-1152 0 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3:14.776"/>
    </inkml:context>
    <inkml:brush xml:id="br0">
      <inkml:brushProperty name="width" value="0.05" units="cm"/>
      <inkml:brushProperty name="height" value="0.05" units="cm"/>
    </inkml:brush>
  </inkml:definitions>
  <inkml:trace contextRef="#ctx0" brushRef="#br0">181 0 4607 0 0,'0'0'208'0'0,"2"1"-9"0"0,21 13-92 0 0,-8-3 4997 0 0,26 24 0 0 0,-37-31-4706 0 0,0 1 1 0 0,0 0 0 0 0,0 0 0 0 0,-1 0 0 0 0,0 0-1 0 0,0 1 1 0 0,0-1 0 0 0,0 1 0 0 0,-1 0 0 0 0,3 11 0 0 0,-3-8-50 0 0,-1 1 1 0 0,0-1-1 0 0,0 0 1 0 0,-1 0-1 0 0,-1 0 1 0 0,-1 16-1 0 0,-3-3-51 0 0,-1-1 0 0 0,0 1 0 0 0,-1-1 0 0 0,-2-1 0 0 0,-13 26 0 0 0,5-14-134 0 0,-2-1-1 0 0,-38 49 1 0 0,46-66-437 0 0,-2 0-1 0 0,0-1 1 0 0,0-1 0 0 0,-1 0-1 0 0,-1-1 1 0 0,0 0-1 0 0,-20 10 1 0 0,11-9-1574 0 0</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6T04:25:52.930"/>
    </inkml:context>
    <inkml:brush xml:id="br0">
      <inkml:brushProperty name="width" value="0.05" units="cm"/>
      <inkml:brushProperty name="height" value="0.05" units="cm"/>
    </inkml:brush>
  </inkml:definitions>
  <inkml:trace contextRef="#ctx0" brushRef="#br0">0 81 1375 0 0,'0'0'5179'0'0,"2"-1"-3498"0"0,0 0-1534 0 0,-1 0-1 0 0,0 0 1 0 0,0 0-1 0 0,0 0 1 0 0,0 0-1 0 0,0 0 1 0 0,-1 0-1 0 0,1 0 1 0 0,0 0-1 0 0,0-1 1 0 0,-1 1-1 0 0,1 0 1 0 0,0 0-1 0 0,0-2 1 0 0,0 0 36 0 0,0 1 1 0 0,0-1 0 0 0,1 1-1 0 0,-1-1 1 0 0,1 1-1 0 0,2-3 1 0 0,0 1-6 0 0,1 1 0 0 0,0-1 1 0 0,-1 1-1 0 0,1 1 0 0 0,0-1 0 0 0,1 1 1 0 0,-1-1-1 0 0,0 2 0 0 0,1-1 0 0 0,8-1 0 0 0,7-1 361 0 0,27-1-1 0 0,-45 5-500 0 0,46-2 932 0 0,79 6 0 0 0,42 17-575 0 0,-30-2-308 0 0,-122-17-144 0 0,-14 0 12 0 0,-3 0-2 0 0,1-1-157 0 0,-2 13-1772 0 0,-4-1 289 0 0</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6T04:25:53.262"/>
    </inkml:context>
    <inkml:brush xml:id="br0">
      <inkml:brushProperty name="width" value="0.05" units="cm"/>
      <inkml:brushProperty name="height" value="0.05" units="cm"/>
    </inkml:brush>
  </inkml:definitions>
  <inkml:trace contextRef="#ctx0" brushRef="#br0">24 36 7831 0 0,'-13'0'356'0'0,"10"0"-6"0"0,1-1-222 0 0,-4-1 84 0 0,16-5 2190 0 0,1 2-1799 0 0,1 1-1 0 0,0 0 0 0 0,0 1 0 0 0,1 0 1 0 0,-1 1-1 0 0,18-1 0 0 0,-11 2-376 0 0,-1 1-1 0 0,36 4 1 0 0,-15 0-31 0 0,107 17 1 0 0,-83-11-168 0 0,-56-9-212 0 0,1 0 0 0 0,0-1-1 0 0,0 0 1 0 0,-1 0 0 0 0,1-1-1 0 0,0 0 1 0 0,-1 0 0 0 0,13-4 0 0 0,-9 1-1150 0 0</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6T04:25:53.598"/>
    </inkml:context>
    <inkml:brush xml:id="br0">
      <inkml:brushProperty name="width" value="0.05" units="cm"/>
      <inkml:brushProperty name="height" value="0.05" units="cm"/>
    </inkml:brush>
  </inkml:definitions>
  <inkml:trace contextRef="#ctx0" brushRef="#br0">0 0 10135 0 0,'0'0'464'0'0,"3"3"-9"0"0,9 7-477 0 0,22 20 1014 0 0,-1 2 0 0 0,33 41-1 0 0,-58-62-714 0 0,-1 0 0 0 0,1 0 0 0 0,-2 1-1 0 0,0 0 1 0 0,7 17 0 0 0,-11-23-219 0 0,0 1 0 0 0,-1-1 0 0 0,1 1 0 0 0,-1 0 0 0 0,-1 0 0 0 0,1-1 0 0 0,-1 1 0 0 0,0 0 0 0 0,-1 0 0 0 0,1-1 0 0 0,-1 1 0 0 0,-3 10 0 0 0,0-6 4 0 0,0-1 0 0 0,-1 0 0 0 0,0 0 1 0 0,0-1-1 0 0,-1 1 0 0 0,0-1 0 0 0,-1 0 0 0 0,0-1 0 0 0,0 0 1 0 0,-1 0-1 0 0,0 0 0 0 0,0-1 0 0 0,-14 9 0 0 0,12-9-577 0 0,-1-1 0 0 0,0 0 1 0 0,-22 8-1 0 0,12-7-663 0 0</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6T04:25:53.944"/>
    </inkml:context>
    <inkml:brush xml:id="br0">
      <inkml:brushProperty name="width" value="0.05" units="cm"/>
      <inkml:brushProperty name="height" value="0.05" units="cm"/>
    </inkml:brush>
  </inkml:definitions>
  <inkml:trace contextRef="#ctx0" brushRef="#br0">513 0 7999 0 0,'-17'14'352'0'0,"2"1"0"0"0,0 1-1 0 0,0 0 1 0 0,-20 32-1 0 0,-4 3 286 0 0,16-21-553 0 0,-2-1 1 0 0,-1-2-1 0 0,-1 0 0 0 0,-34 25 0 0 0,44-40-36 0 0,-159 106 2378 0 0,156-105-1374 0 0,18-12-203 0 0,4 1-448 0 0,1 1-307 0 0,0-1 0 0 0,0 1 0 0 0,0 0 0 0 0,1-1 0 0 0,-1 0 0 0 0,1 1 0 0 0,0-1 0 0 0,6 2-1 0 0,37 11 169 0 0,-34-11-163 0 0,271 74-1022 0 0,-237-67-4776 0 0</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6T04:25:54.524"/>
    </inkml:context>
    <inkml:brush xml:id="br0">
      <inkml:brushProperty name="width" value="0.05" units="cm"/>
      <inkml:brushProperty name="height" value="0.05" units="cm"/>
    </inkml:brush>
  </inkml:definitions>
  <inkml:trace contextRef="#ctx0" brushRef="#br0">258 77 5983 0 0,'1'-2'464'0'0,"18"-31"113"0"0,-14 18 3390 0 0,-5 15-3835 0 0,0-1-1 0 0,0 0 0 0 0,0 0 1 0 0,0 0-1 0 0,0 1 1 0 0,0-1-1 0 0,-1 0 0 0 0,1 0 1 0 0,0 1-1 0 0,-1-1 0 0 0,1 0 1 0 0,0 0-1 0 0,-1 1 1 0 0,1-1-1 0 0,-1 0 0 0 0,1 1 1 0 0,-1-1-1 0 0,1 1 0 0 0,-1-1 1 0 0,1 1-1 0 0,-1-1 1 0 0,0 1-1 0 0,0-1 0 0 0,-17-8 1099 0 0,11 8-995 0 0,1 1 1 0 0,-1-1-1 0 0,1 1 0 0 0,-1 0 1 0 0,1 1-1 0 0,-8 1 0 0 0,-38 9 342 0 0,39-7-460 0 0,-1 0 0 0 0,1 1 1 0 0,1 0-1 0 0,-23 14 0 0 0,30-17-64 0 0,1 1 0 0 0,-1 1 0 0 0,1-1 0 0 0,0 1 0 0 0,0 0 0 0 0,0 0 0 0 0,0 0 0 0 0,1 0 0 0 0,-1 1 0 0 0,1-1-1 0 0,0 1 1 0 0,1 0 0 0 0,-1 0 0 0 0,1 0 0 0 0,-2 7 0 0 0,2-5 3 0 0,1 0-1 0 0,0 0 0 0 0,0 1 1 0 0,0-1-1 0 0,1 0 0 0 0,0 0 1 0 0,1 0-1 0 0,0 1 0 0 0,0-1 1 0 0,0 0-1 0 0,1 0 0 0 0,0 0 1 0 0,1 0-1 0 0,-1-1 0 0 0,7 11 1 0 0,-3-6 38 0 0,1 0 0 0 0,1 0 1 0 0,0-1-1 0 0,1 0 0 0 0,0-1 1 0 0,0 0-1 0 0,21 16 0 0 0,121 85 752 0 0,-146-105-826 0 0,1 0 0 0 0,-1 0 0 0 0,0 0 0 0 0,-1 1 1 0 0,8 11-1 0 0,-4-1 89 0 0,-9-10-94 0 0,0-3 1 0 0,0 3 20 0 0,-1 1 0 0 0,0-1-1 0 0,-1 0 1 0 0,1 0 0 0 0,-1 0 0 0 0,0 0 0 0 0,-1 0 0 0 0,1-1 0 0 0,-1 1-1 0 0,0-1 1 0 0,-1 0 0 0 0,-9 9 0 0 0,4-5-54 0 0,0-1 1 0 0,-1 0-1 0 0,0 0 0 0 0,-1-1 1 0 0,-16 8-1 0 0,25-14-139 0 0,-1 0 0 0 0,1 0 0 0 0,0 0 0 0 0,-1 0 0 0 0,1-1 0 0 0,0 1 0 0 0,-1-1 1 0 0,1 0-1 0 0,-5 0 0 0 0,5 0-157 0 0,0-14-2755 0 0,4-4 549 0 0,4-2-3067 0 0</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6T04:25:54.862"/>
    </inkml:context>
    <inkml:brush xml:id="br0">
      <inkml:brushProperty name="width" value="0.05" units="cm"/>
      <inkml:brushProperty name="height" value="0.05" units="cm"/>
    </inkml:brush>
  </inkml:definitions>
  <inkml:trace contextRef="#ctx0" brushRef="#br0">0 34 8287 0 0,'6'-4'114'0'0,"-1"1"0"0"0,1-1 0 0 0,0 1 0 0 0,0 0 0 0 0,0 1-1 0 0,1-1 1 0 0,-1 1 0 0 0,0 1 0 0 0,9-2 0 0 0,3 0 891 0 0,0 1 1 0 0,21 1-1 0 0,-30 1-541 0 0,0 1-1 0 0,0 0 1 0 0,0 0-1 0 0,0 1 1 0 0,0 0 0 0 0,-1 0-1 0 0,1 1 1 0 0,-1 0 0 0 0,0 1-1 0 0,16 8 1 0 0,-21-10-422 0 0,1 1 0 0 0,-1-1 0 0 0,0 1 0 0 0,0-1 1 0 0,0 1-1 0 0,0 0 0 0 0,-1 0 0 0 0,1 0 0 0 0,-1 1 1 0 0,0-1-1 0 0,0 1 0 0 0,0-1 0 0 0,0 1 0 0 0,-1-1 0 0 0,1 1 1 0 0,-1 0-1 0 0,0 0 0 0 0,0 0 0 0 0,-1 0 0 0 0,1 0 0 0 0,-1 0 1 0 0,1 0-1 0 0,-1 0 0 0 0,-1 0 0 0 0,1 0 0 0 0,-2 7 1 0 0,-3 8 21 0 0,-1 0 0 0 0,-1-1 1 0 0,-1 1-1 0 0,-14 25 0 0 0,-8 17 35 0 0,23-40-85 0 0,7-19-7 0 0,1 0-5 0 0,-1-1 0 0 0,0 1 1 0 0,1-1-1 0 0,-1 1 0 0 0,1-1 0 0 0,0 1 0 0 0,-1-1 1 0 0,1 0-1 0 0,0 1 0 0 0,0-1 0 0 0,0 0 1 0 0,0 0-1 0 0,0 0 0 0 0,0 1 0 0 0,0-1 0 0 0,0 0 1 0 0,1 0-1 0 0,-1-1 0 0 0,0 1 0 0 0,1 0 1 0 0,-1 0-1 0 0,0-1 0 0 0,3 2 0 0 0,5 0-139 0 0,-1-1 0 0 0,1 0 0 0 0,-1 0 0 0 0,1-1 1 0 0,-1 0-1 0 0,1 0 0 0 0,8-2 0 0 0,13 0-4402 0 0,-3 1-1283 0 0</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6T04:25:55.191"/>
    </inkml:context>
    <inkml:brush xml:id="br0">
      <inkml:brushProperty name="width" value="0.05" units="cm"/>
      <inkml:brushProperty name="height" value="0.05" units="cm"/>
    </inkml:brush>
  </inkml:definitions>
  <inkml:trace contextRef="#ctx0" brushRef="#br0">1 0 11055 0 0,'0'0'1002'0'0,"3"1"-824"0"0,34 10 846 0 0,1-1 0 0 0,0-3 0 0 0,52 4-1 0 0,120-2 742 0 0,-153-8-2029 0 0,41-4 124 0 0,-34-8-2876 0 0,-48 7-2388 0 0</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6T04:25:55.535"/>
    </inkml:context>
    <inkml:brush xml:id="br0">
      <inkml:brushProperty name="width" value="0.05" units="cm"/>
      <inkml:brushProperty name="height" value="0.05" units="cm"/>
    </inkml:brush>
  </inkml:definitions>
  <inkml:trace contextRef="#ctx0" brushRef="#br0">145 1 11055 0 0,'0'0'852'0'0,"-2"1"-365"0"0,-7 7 442 0 0,0 0 1 0 0,1 1-1 0 0,0 1 0 0 0,0-1 1 0 0,1 1-1 0 0,-9 16 1 0 0,7-8-366 0 0,1 0 0 0 0,0 1 0 0 0,-7 26 0 0 0,4 5-472 0 0,2 1 0 0 0,-4 61 1 0 0,8 10-1686 0 0,10-41-5121 0 0,-1-47 1043 0 0</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6T04:25:55.879"/>
    </inkml:context>
    <inkml:brush xml:id="br0">
      <inkml:brushProperty name="width" value="0.05" units="cm"/>
      <inkml:brushProperty name="height" value="0.05" units="cm"/>
    </inkml:brush>
  </inkml:definitions>
  <inkml:trace contextRef="#ctx0" brushRef="#br0">0 46 11455 0 0,'0'0'528'0'0,"1"-2"-16"0"0,1-8-325 0 0,4 1-6 0 0,-4 7 69 0 0,0-1-1 0 0,0 1 1 0 0,1 0-1 0 0,-1 0 1 0 0,1 1-1 0 0,0-1 1 0 0,0 0-1 0 0,-1 1 1 0 0,1 0-1 0 0,0-1 0 0 0,0 1 1 0 0,0 1-1 0 0,1-1 1 0 0,-1 0-1 0 0,0 1 1 0 0,0-1-1 0 0,0 1 1 0 0,0 0-1 0 0,4 0 1 0 0,0 1 1 0 0,0 0 0 0 0,-1 0 0 0 0,1 0 1 0 0,-1 0-1 0 0,0 1 0 0 0,1 1 0 0 0,-1-1 1 0 0,8 5-1 0 0,2 2-41 0 0,0 2 1 0 0,0 0-1 0 0,-1 1 0 0 0,-1 1 1 0 0,0 0-1 0 0,-1 1 0 0 0,14 18 1 0 0,-24-28-193 0 0,0 1 0 0 0,0 0 1 0 0,0 0-1 0 0,0 0 0 0 0,-1 0 1 0 0,0 0-1 0 0,0 0 0 0 0,-1 1 1 0 0,1-1-1 0 0,-1 1 1 0 0,0 0-1 0 0,-1-1 0 0 0,1 1 1 0 0,-1 0-1 0 0,0-1 0 0 0,0 1 1 0 0,-1-1-1 0 0,0 1 0 0 0,0 0 1 0 0,0-1-1 0 0,-3 7 1 0 0,0-1 31 0 0,-1 0 1 0 0,-1-1 0 0 0,1 1 0 0 0,-2-1 0 0 0,1 0-1 0 0,-2-1 1 0 0,1 0 0 0 0,-1 0 0 0 0,-10 9-1 0 0,-25 20 109 0 0,-54 35 0 0 0,85-66-105 0 0,3-6 26 0 0,8-1 166 0 0,10 8-44 0 0,-6-6-163 0 0,6 4 34 0 0,1-1-1 0 0,-1 0 1 0 0,1-1-1 0 0,0 0 1 0 0,0-1-1 0 0,1 0 1 0 0,13 2-1 0 0,6 3 52 0 0,89 16 178 0 0,-77-17-236 0 0,-20-2-263 0 0,23 2 62 0 0,-15-8-2813 0 0</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6T04:25:57.881"/>
    </inkml:context>
    <inkml:brush xml:id="br0">
      <inkml:brushProperty name="width" value="0.05" units="cm"/>
      <inkml:brushProperty name="height" value="0.05" units="cm"/>
    </inkml:brush>
  </inkml:definitions>
  <inkml:trace contextRef="#ctx0" brushRef="#br0">159 69 455 0 0,'0'0'6632'0'0,"1"-2"-5936"0"0,6-14 1264 0 0,-6 14-704 0 0,0 1-649 0 0,10-13 1394 0 0,19-16 1 0 0,-29 28-820 0 0,7 2 143 0 0,-7-1-1277 0 0,0 1 0 0 0,-1 0 0 0 0,1 0 0 0 0,-1 0 0 0 0,1 0 0 0 0,-1 0 0 0 0,1 0 0 0 0,-1 0 0 0 0,1 0 0 0 0,-1 0 0 0 0,1 0 0 0 0,0 0 0 0 0,-1 1 0 0 0,1-1 0 0 0,-1 0 0 0 0,1 0 0 0 0,-1 0 0 0 0,1 1 0 0 0,-1-1 1 0 0,1 0-1 0 0,-1 1 0 0 0,1-1 0 0 0,2 3 40 0 0,0 0 0 0 0,0 0 0 0 0,0 0 0 0 0,-1 0 0 0 0,1 0 0 0 0,-1 0 0 0 0,0 1 0 0 0,0-1 0 0 0,0 1 0 0 0,2 5 0 0 0,11 40 438 0 0,-12-40-427 0 0,6 27 209 0 0,-1 0-1 0 0,-1 1 1 0 0,-2-1 0 0 0,-2 1-1 0 0,-2 63 1 0 0,-3-83-251 0 0,0 0 1 0 0,-1 0-1 0 0,-1-1 1 0 0,0 1-1 0 0,-2-1 0 0 0,-8 19 1 0 0,9-24-21 0 0,-1 0-1 0 0,-1 0 1 0 0,0-1 0 0 0,0 0 0 0 0,-1 0 0 0 0,0-1-1 0 0,-1 0 1 0 0,0-1 0 0 0,-15 12 0 0 0,19-16-18 0 0,-1 0 0 0 0,0-1 0 0 0,0 0 0 0 0,0 0 0 0 0,0 0 0 0 0,0-1 0 0 0,-1 0 0 0 0,0 0 0 0 0,1 0 0 0 0,-12 0 0 0 0,15-1-11 0 0,0-1 0 0 0,-1 0-1 0 0,1 0 1 0 0,-1-1 0 0 0,1 1-1 0 0,0-1 1 0 0,0 0 0 0 0,-1 1-1 0 0,1-1 1 0 0,0-1-1 0 0,0 1 1 0 0,0 0 0 0 0,0-1-1 0 0,0 0 1 0 0,0 1 0 0 0,0-1-1 0 0,0 0 1 0 0,1-1 0 0 0,-1 1-1 0 0,1 0 1 0 0,0-1 0 0 0,-4-4-1 0 0,1-2-6 0 0,0 1-1 0 0,1 0 1 0 0,0-1-1 0 0,1 0 1 0 0,0 0-1 0 0,0 0 1 0 0,1-1-1 0 0,-2-13 1 0 0,2 0-17 0 0,1 1 0 0 0,2-34 0 0 0,0 47-59 0 0,0-1-1 0 0,0 1 1 0 0,1-1-1 0 0,0 1 0 0 0,1-1 1 0 0,0 1-1 0 0,0 0 1 0 0,10-16-1 0 0,-12 22 59 0 0,1 0 1 0 0,0 0-1 0 0,1 0 0 0 0,-1 1 1 0 0,0-1-1 0 0,1 1 0 0 0,-1-1 1 0 0,1 1-1 0 0,0 0 1 0 0,0 0-1 0 0,0 0 0 0 0,0 0 1 0 0,0 1-1 0 0,0-1 0 0 0,0 1 1 0 0,1 0-1 0 0,-1 0 0 0 0,0 0 1 0 0,1 0-1 0 0,-1 1 0 0 0,1-1 1 0 0,-1 1-1 0 0,1 0 0 0 0,-1 0 1 0 0,1 0-1 0 0,-1 0 1 0 0,5 2-1 0 0,2 0 51 0 0,0 1 0 0 0,-1 0 0 0 0,0 1 1 0 0,1 0-1 0 0,-1 0 0 0 0,0 1 0 0 0,-1 0 0 0 0,1 1 1 0 0,-1 0-1 0 0,0 0 0 0 0,-1 1 0 0 0,9 8 0 0 0,9 13 324 0 0,40 58 0 0 0,-52-68-273 0 0,49 78 352 0 0,-53-80-385 0 0,-2 0 0 0 0,0 0 0 0 0,0 1-1 0 0,5 24 1 0 0,-7-19 44 0 0,-4-21-96 0 0,-1 1-320 0 0,1 0 60 0 0,1 2 169 0 0</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6T04:25:58.210"/>
    </inkml:context>
    <inkml:brush xml:id="br0">
      <inkml:brushProperty name="width" value="0.05" units="cm"/>
      <inkml:brushProperty name="height" value="0.05" units="cm"/>
    </inkml:brush>
  </inkml:definitions>
  <inkml:trace contextRef="#ctx0" brushRef="#br0">332 11 13503 0 0,'0'0'1224'0'0,"-1"-1"-1008"0"0,1 0-194 0 0,0 0 0 0 0,0 1 0 0 0,-1-1 0 0 0,1 1 0 0 0,-1-1 0 0 0,1 1 0 0 0,-1-1 0 0 0,1 1 0 0 0,0-1 0 0 0,-1 1 0 0 0,0-1 0 0 0,1 1 0 0 0,-1 0 0 0 0,1-1 0 0 0,-1 1 0 0 0,1 0 0 0 0,-1 0 0 0 0,0-1 0 0 0,1 1 0 0 0,-1 0 0 0 0,0 0 0 0 0,1 0 0 0 0,-1 0 0 0 0,0 0-1 0 0,1 0 1 0 0,-1 0 0 0 0,-1 0 0 0 0,0 0 142 0 0,-1 0 48 0 0,-1 0-1 0 0,0 0 1 0 0,0 0 0 0 0,1 1 0 0 0,-1-1-1 0 0,0 1 1 0 0,0 0 0 0 0,1 0-1 0 0,-1 1 1 0 0,1-1 0 0 0,-1 1 0 0 0,1-1-1 0 0,0 1 1 0 0,0 0 0 0 0,-5 4 0 0 0,3-2-105 0 0,0 1 1 0 0,0-1 0 0 0,0 1-1 0 0,0 0 1 0 0,1 1 0 0 0,0-1-1 0 0,-6 10 1 0 0,6-5-6 0 0,-1 0-1 0 0,1 1 1 0 0,1 0-1 0 0,0-1 1 0 0,0 1-1 0 0,1 0 0 0 0,1 0 1 0 0,0 1-1 0 0,0-1 1 0 0,1 0-1 0 0,0 0 1 0 0,1 0-1 0 0,4 19 1 0 0,4 8 305 0 0,2 0 1 0 0,23 56 0 0 0,-17-52-221 0 0,-14-34-137 0 0,0 1 0 0 0,0 1 0 0 0,0-1-1 0 0,-1 0 1 0 0,1 13 0 0 0,-3-19-29 0 0,0 0 0 0 0,0 1 0 0 0,-1-1 0 0 0,1 0 0 0 0,-1 0 0 0 0,1 1 0 0 0,-1-1 0 0 0,0 0 0 0 0,0 0 0 0 0,-1 0 0 0 0,1 0 0 0 0,-1 0-1 0 0,1 0 1 0 0,-1 0 0 0 0,0-1 0 0 0,0 1 0 0 0,0 0 0 0 0,-4 3 0 0 0,-2 0 40 0 0,1 0 0 0 0,-1-1 0 0 0,-1 1 0 0 0,1-2 1 0 0,-1 1-1 0 0,0-1 0 0 0,0 0 0 0 0,0-1 0 0 0,-18 4 0 0 0,-32 3-1635 0 0,2-5-4801 0 0,25-3-587 0 0</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6T04:26:00.536"/>
    </inkml:context>
    <inkml:brush xml:id="br0">
      <inkml:brushProperty name="width" value="0.05" units="cm"/>
      <inkml:brushProperty name="height" value="0.05" units="cm"/>
    </inkml:brush>
  </inkml:definitions>
  <inkml:trace contextRef="#ctx0" brushRef="#br0">1 1 9039 0 0,'0'0'816'0'0,"2"0"-672"0"0,89 0 1339 0 0,26 8 1229 0 0,70 3 29 0 0,-150-10-2309 0 0,95 7 23 0 0,-130-7-540 0 0</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6T04:26:00.864"/>
    </inkml:context>
    <inkml:brush xml:id="br0">
      <inkml:brushProperty name="width" value="0.05" units="cm"/>
      <inkml:brushProperty name="height" value="0.05" units="cm"/>
    </inkml:brush>
  </inkml:definitions>
  <inkml:trace contextRef="#ctx0" brushRef="#br0">208 1 6447 0 0,'0'0'499'0'0,"1"3"-328"0"0,2 13 831 0 0,-1 0 0 0 0,0 1 0 0 0,-1-1 1 0 0,-1 0-1 0 0,-1 1 0 0 0,0-1 0 0 0,-1 0 1 0 0,-6 24-1 0 0,-44 130 2260 0 0,43-144-3086 0 0,-99 300 344 0 0,82-223-2249 0 0,17-57-94 0 0</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6T04:26:01.302"/>
    </inkml:context>
    <inkml:brush xml:id="br0">
      <inkml:brushProperty name="width" value="0.05" units="cm"/>
      <inkml:brushProperty name="height" value="0.05" units="cm"/>
    </inkml:brush>
  </inkml:definitions>
  <inkml:trace contextRef="#ctx0" brushRef="#br0">70 27 11111 0 0,'0'0'1008'0'0,"0"3"-828"0"0,-30 139 1442 0 0,2-6 779 0 0,23-105-1909 0 0,1 0-1 0 0,1 44 1 0 0,3-66-427 0 0,1 0 0 0 0,-1-1 1 0 0,1 1-1 0 0,1 0 1 0 0,-1-1-1 0 0,2 1 1 0 0,-1-1-1 0 0,1 0 1 0 0,0 1-1 0 0,8 12 1 0 0,-10-20-38 0 0,-1 1 0 0 0,1-1 1 0 0,0 0-1 0 0,0 0 1 0 0,0 0-1 0 0,0 0 1 0 0,0 0-1 0 0,0-1 0 0 0,0 1 1 0 0,0 0-1 0 0,0 0 1 0 0,1-1-1 0 0,-1 1 1 0 0,0 0-1 0 0,0-1 0 0 0,1 0 1 0 0,-1 1-1 0 0,0-1 1 0 0,1 0-1 0 0,-1 1 1 0 0,0-1-1 0 0,1 0 0 0 0,-1 0 1 0 0,0 0-1 0 0,1 0 1 0 0,-1 0-1 0 0,0-1 1 0 0,1 1-1 0 0,-1 0 0 0 0,3-1 1 0 0,1-2 141 0 0,0 1-1 0 0,0-1 1 0 0,0 0 0 0 0,0-1-1 0 0,7-6 1 0 0,-5 5 27 0 0,2-3-93 0 0,0 0 0 0 0,-1 0 1 0 0,-1 0-1 0 0,1-1 1 0 0,-1-1-1 0 0,7-12 0 0 0,30-63 96 0 0,-35 63-178 0 0,2 0 0 0 0,0 1 0 0 0,25-34 0 0 0,-35 54-22 0 0,-1 1 0 0 0,0 0 0 0 0,0-1 0 0 0,0 1 0 0 0,0 0 0 0 0,1-1 0 0 0,-1 1 0 0 0,0 0 0 0 0,0 0 0 0 0,0-1 0 0 0,1 1 0 0 0,-1 0 0 0 0,0 0 0 0 0,1 0 0 0 0,-1-1 0 0 0,0 1 0 0 0,0 0 0 0 0,1 0 0 0 0,-1 0 0 0 0,0 0 0 0 0,1 0 0 0 0,-1-1 0 0 0,0 1 0 0 0,1 0 0 0 0,-1 0 0 0 0,0 0 0 0 0,1 0 0 0 0,-1 0 0 0 0,1 0 0 0 0,0 3 0 0 0,0 0 0 0 0,-1 0 0 0 0,1 0 0 0 0,0 0 0 0 0,-1 0 0 0 0,0 0 0 0 0,0-1 0 0 0,0 1 0 0 0,0 5 0 0 0,0-2 0 0 0,-3 46 16 0 0,2-30-12 0 0,0 1 0 0 0,1-1-1 0 0,5 36 1 0 0,-5-53 9 0 0,1 0 0 0 0,1 0 1 0 0,-1 1-1 0 0,1-1 1 0 0,0 0-1 0 0,0 0 1 0 0,0 0-1 0 0,1-1 0 0 0,-1 1 1 0 0,1-1-1 0 0,0 1 1 0 0,1-1-1 0 0,-1 0 0 0 0,1 0 1 0 0,0 0-1 0 0,0-1 1 0 0,0 1-1 0 0,0-1 0 0 0,1 0 1 0 0,4 3-1 0 0,-6-5 32 0 0,1 0-1 0 0,-1-1 1 0 0,0 1 0 0 0,0-1-1 0 0,0 1 1 0 0,0-1 0 0 0,1 0-1 0 0,-1 0 1 0 0,0 0 0 0 0,0-1-1 0 0,1 1 1 0 0,-1-1 0 0 0,0 1-1 0 0,0-1 1 0 0,0 0 0 0 0,0-1-1 0 0,0 1 1 0 0,0 0 0 0 0,4-3-1 0 0,6-4 251 0 0,0-1-1 0 0,19-15 0 0 0,-20 13-151 0 0,-1-1 1 0 0,0-1-1 0 0,-1 0 0 0 0,0 0 0 0 0,8-17 0 0 0,-3 7 14 0 0,-5 7-159 0 0,-1-1 0 0 0,-1 0-1 0 0,0 0 1 0 0,-1-1 0 0 0,-1 0 0 0 0,-1 0 0 0 0,-1-1-1 0 0,0 1 1 0 0,-1-1 0 0 0,-1 0 0 0 0,-1 0-1 0 0,0 0 1 0 0,-2 0 0 0 0,0 0 0 0 0,-1 0 0 0 0,-1 0-1 0 0,-7-21 1 0 0,10 36-71 0 0,-1 1-1 0 0,0 0 0 0 0,0-1 1 0 0,0 1-1 0 0,-1 0 1 0 0,1 0-1 0 0,-1 0 0 0 0,0 0 1 0 0,0 0-1 0 0,0 0 1 0 0,0 1-1 0 0,0-1 0 0 0,-1 0 1 0 0,-3-2-1 0 0,5 4 5 0 0,1 1 0 0 0,-1 0 0 0 0,0 0 0 0 0,1 1 0 0 0,-1-1 0 0 0,1 0 0 0 0,-1 0 0 0 0,0 0 0 0 0,1 0 0 0 0,-1 0 0 0 0,1 1 0 0 0,-1-1 0 0 0,0 0 0 0 0,1 1 0 0 0,-1-1 0 0 0,1 0 0 0 0,-1 1 0 0 0,1-1 0 0 0,0 0 0 0 0,-1 1 0 0 0,0 0 0 0 0,1 0-136 0 0,-11 10-1318 0 0,0 5-63 0 0</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6T04:26:01.632"/>
    </inkml:context>
    <inkml:brush xml:id="br0">
      <inkml:brushProperty name="width" value="0.05" units="cm"/>
      <inkml:brushProperty name="height" value="0.05" units="cm"/>
    </inkml:brush>
  </inkml:definitions>
  <inkml:trace contextRef="#ctx0" brushRef="#br0">152 20 3679 0 0,'-1'2'167'0'0,"-25"69"294"0"0,18-41 4107 0 0,7-29-3957 0 0,1 1 0 0 0,0 0 0 0 0,0 0 0 0 0,0 0-1 0 0,0-1 1 0 0,1 1 0 0 0,-1 0 0 0 0,0 0 0 0 0,1 0 0 0 0,0 1-1 0 0,-1-2-541 0 0,0 0 0 0 0,0-1 0 0 0,1 1-1 0 0,-1 0 1 0 0,0-1 0 0 0,1 1-1 0 0,-1-1 1 0 0,1 1 0 0 0,-1 0 0 0 0,0-1-1 0 0,1 1 1 0 0,0-1 0 0 0,-1 1-1 0 0,1-1 1 0 0,-1 1 0 0 0,1-1 0 0 0,-1 0-1 0 0,1 1 1 0 0,0-1 0 0 0,-1 0 0 0 0,1 1-1 0 0,0-1 1 0 0,-1 0 0 0 0,1 0-1 0 0,0 0 1 0 0,1 1 0 0 0,3-2 29 0 0,1 1 0 0 0,0-1-1 0 0,-1 0 1 0 0,1 0 0 0 0,-1-1 0 0 0,0 0 0 0 0,1 0 0 0 0,-1 0 0 0 0,0-1 0 0 0,9-5-1 0 0,-11 6-2 0 0,0 0 0 0 0,0 0-1 0 0,0-1 1 0 0,0 1-1 0 0,0-1 1 0 0,-1 0-1 0 0,1 0 1 0 0,-1 0-1 0 0,1 0 1 0 0,-1-1 0 0 0,0 1-1 0 0,0 0 1 0 0,-1-1-1 0 0,1 0 1 0 0,-1 1-1 0 0,0-1 1 0 0,1-5 0 0 0,-1 6-58 0 0,-1 1 0 0 0,0-1 0 0 0,0 1 1 0 0,0-1-1 0 0,0 1 0 0 0,0-1 0 0 0,-1 1 1 0 0,1-1-1 0 0,-1 1 0 0 0,1-1 0 0 0,-1 1 1 0 0,0-1-1 0 0,0 1 0 0 0,0 0 0 0 0,0 0 1 0 0,-1 0-1 0 0,1-1 0 0 0,-1 1 1 0 0,1 0-1 0 0,-1 1 0 0 0,0-1 0 0 0,0 0 1 0 0,1 0-1 0 0,-1 1 0 0 0,0-1 0 0 0,-1 1 1 0 0,1 0-1 0 0,0-1 0 0 0,0 1 0 0 0,-1 0 1 0 0,-3-1-1 0 0,0 0-34 0 0,0 0 0 0 0,0 1-1 0 0,0 0 1 0 0,0 0 0 0 0,0 1 0 0 0,0-1 0 0 0,0 1 0 0 0,-1 1 0 0 0,1-1-1 0 0,0 1 1 0 0,-11 3 0 0 0,3 1-366 0 0,0 1 1 0 0,-23 13-1 0 0,-1 0-6138 0 0,24-14 514 0 0</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6T04:26:03.679"/>
    </inkml:context>
    <inkml:brush xml:id="br0">
      <inkml:brushProperty name="width" value="0.05" units="cm"/>
      <inkml:brushProperty name="height" value="0.05" units="cm"/>
    </inkml:brush>
  </inkml:definitions>
  <inkml:trace contextRef="#ctx0" brushRef="#br0">0 52 11687 0 0,'0'0'532'0'0,"2"-1"-4"0"0,9-7-30 0 0,0 0-1 0 0,0 1 0 0 0,1 1 0 0 0,22-9 1 0 0,-31 13-334 0 0,0 1 0 0 0,0 0 0 0 0,0 1 0 0 0,0-1 0 0 0,0 0 1 0 0,1 1-1 0 0,-1 0 0 0 0,0 0 0 0 0,0 0 0 0 0,0 0 0 0 0,0 0 1 0 0,1 0-1 0 0,-1 1 0 0 0,0 0 0 0 0,0 0 0 0 0,0 0 0 0 0,0 0 0 0 0,0 0 1 0 0,0 0-1 0 0,0 1 0 0 0,-1-1 0 0 0,1 1 0 0 0,0 0 0 0 0,-1 0 1 0 0,1 0-1 0 0,3 4 0 0 0,-4-3-135 0 0,-1-1 1 0 0,1 1-1 0 0,-1-1 1 0 0,0 1-1 0 0,0 0 1 0 0,0-1-1 0 0,0 1 1 0 0,0 0-1 0 0,-1 0 1 0 0,1 0-1 0 0,-1-1 1 0 0,0 1-1 0 0,0 0 1 0 0,0 0-1 0 0,0 0 1 0 0,0 0-1 0 0,0 0 1 0 0,-1 0-1 0 0,0-1 1 0 0,1 1-1 0 0,-1 0 1 0 0,-2 5-1 0 0,-4 6 14 0 0,1-1 1 0 0,-1 1-1 0 0,-10 12 1 0 0,12-18-3 0 0,-6 9 24 0 0,-2 0 0 0 0,0 0-1 0 0,0-2 1 0 0,-2 0 0 0 0,-31 26-1 0 0,45-40 124 0 0,3 1-134 0 0,19 8-300 0 0,1-1 1 0 0,1-1 0 0 0,-1-1-1 0 0,1-1 1 0 0,0-1 0 0 0,25 2-1 0 0,-25-4-1234 0 0</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6T04:26:04.101"/>
    </inkml:context>
    <inkml:brush xml:id="br0">
      <inkml:brushProperty name="width" value="0.05" units="cm"/>
      <inkml:brushProperty name="height" value="0.05" units="cm"/>
    </inkml:brush>
  </inkml:definitions>
  <inkml:trace contextRef="#ctx0" brushRef="#br0">1 34 13991 0 0,'0'0'639'0'0,"2"0"-10"0"0,86-15 955 0 0,17-1 2010 0 0,-77 14-3461 0 0,-26 2-376 0 0</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6T04:26:04.429"/>
    </inkml:context>
    <inkml:brush xml:id="br0">
      <inkml:brushProperty name="width" value="0.05" units="cm"/>
      <inkml:brushProperty name="height" value="0.05" units="cm"/>
    </inkml:brush>
  </inkml:definitions>
  <inkml:trace contextRef="#ctx0" brushRef="#br0">1 9 8287 0 0,'10'2'210'0'0,"1"0"1"0"0,19 0-1 0 0,49-8 5541 0 0,-11 2-895 0 0,-40 8-4919 0 0,-26-4-202 0 0,0 0-21 0 0,-1 1 357 0 0,1-1-342 0 0,-1 0 0 0 0,0 0-1 0 0,1 1 1 0 0,-1-1 0 0 0,0 0 0 0 0,1 0 0 0 0,-1 0 0 0 0,1-1 0 0 0,-1 1 0 0 0,0 0-1 0 0,1 0 1 0 0,-1-1 0 0 0,0 1 0 0 0,0-1 0 0 0,1 1 0 0 0,0-2 0 0 0,7-4-1247 0 0</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6T04:26:04.772"/>
    </inkml:context>
    <inkml:brush xml:id="br0">
      <inkml:brushProperty name="width" value="0.05" units="cm"/>
      <inkml:brushProperty name="height" value="0.05" units="cm"/>
    </inkml:brush>
  </inkml:definitions>
  <inkml:trace contextRef="#ctx0" brushRef="#br0">3 74 7831 0 0,'0'0'603'0'0,"1"3"-396"0"0,1 26 2750 0 0,-2-14-2035 0 0,1-1 0 0 0,1 1 1 0 0,0-1-1 0 0,1 0 1 0 0,6 19-1 0 0,-7-29-870 0 0,-1-1 0 0 0,0 0 0 0 0,1 0 1 0 0,0-1-1 0 0,0 1 0 0 0,-1 0 0 0 0,2 0 0 0 0,-1-1 0 0 0,0 1 0 0 0,0-1 0 0 0,1 0 0 0 0,0 0 0 0 0,-1 0 1 0 0,1 0-1 0 0,0 0 0 0 0,0-1 0 0 0,0 1 0 0 0,0-1 0 0 0,0 1 0 0 0,0-1 0 0 0,0 0 0 0 0,0-1 0 0 0,1 1 1 0 0,-1 0-1 0 0,0-1 0 0 0,1 0 0 0 0,-1 0 0 0 0,0 0 0 0 0,5 0 0 0 0,-3-1 93 0 0,0 0-1 0 0,0 0 0 0 0,0-1 0 0 0,0 1 1 0 0,0-1-1 0 0,0 0 0 0 0,-1 0 1 0 0,1-1-1 0 0,-1 1 0 0 0,1-1 1 0 0,-1 0-1 0 0,0 0 0 0 0,0-1 1 0 0,4-4-1 0 0,0 0 46 0 0,0-1-1 0 0,-1 0 1 0 0,0-1 0 0 0,-1 1-1 0 0,8-15 1 0 0,-12 19-120 0 0,0 0-1 0 0,0-1 1 0 0,0 1 0 0 0,-1-1 0 0 0,0 1 0 0 0,0-1 0 0 0,0 0-1 0 0,0 1 1 0 0,-1-1 0 0 0,0 0 0 0 0,-1 0 0 0 0,1 1-1 0 0,-3-10 1 0 0,2 11-40 0 0,0 0 0 0 0,0 1 0 0 0,0-1 1 0 0,-1 0-1 0 0,1 1 0 0 0,-1-1 0 0 0,0 1 0 0 0,0 0 0 0 0,0 0 0 0 0,-1 0 0 0 0,1 0 0 0 0,-1 0 0 0 0,1 0 0 0 0,-1 1 0 0 0,0-1 0 0 0,0 1 0 0 0,-1 0 0 0 0,1 0 0 0 0,0 0 0 0 0,-1 0 0 0 0,-4-2 0 0 0,6 4-23 0 0,-1-1-1 0 0,1 1 0 0 0,-1 0 1 0 0,0-1-1 0 0,1 1 0 0 0,-1 0 1 0 0,1 0-1 0 0,-1 1 0 0 0,1-1 1 0 0,-1 0-1 0 0,1 1 0 0 0,-1 0 1 0 0,1 0-1 0 0,-1-1 0 0 0,1 1 1 0 0,0 1-1 0 0,-5 1 0 0 0,-3 4 42 0 0,0 0 0 0 0,-14 13 0 0 0,11-8-31 0 0,5-5-112 0 0,0-1-1 0 0,0 2 1 0 0,1-1 0 0 0,0 1-1 0 0,1 0 1 0 0,0 1-1 0 0,0-1 1 0 0,1 1 0 0 0,0 0-1 0 0,-4 11 1 0 0,8-18-1016 0 0</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6T04:26:18.410"/>
    </inkml:context>
    <inkml:brush xml:id="br0">
      <inkml:brushProperty name="width" value="0.05" units="cm"/>
      <inkml:brushProperty name="height" value="0.05" units="cm"/>
    </inkml:brush>
  </inkml:definitions>
  <inkml:trace contextRef="#ctx0" brushRef="#br0">376 54 5527 0 0,'1'-2'423'0'0,"-1"2"-415"0"0,0-1-1 0 0,0 0 1 0 0,0 0 0 0 0,0 1 0 0 0,0-1-1 0 0,1 0 1 0 0,-1 1 0 0 0,0-1-1 0 0,0 1 1 0 0,1-1 0 0 0,-1 0-1 0 0,0 1 1 0 0,1-1 0 0 0,-1 1 0 0 0,1-1-1 0 0,-1 1 1 0 0,1-1 0 0 0,-1 1-1 0 0,1-1 1 0 0,-1 1 0 0 0,1-1-1 0 0,0 1 1 0 0,-1 0 0 0 0,1-1 0 0 0,1 1-1 0 0,-1-1 52 0 0,-1 1-3 0 0,1-1 1 0 0,-1 1-1 0 0,0 0 0 0 0,0-1 1 0 0,0 1-1 0 0,0-1 0 0 0,1 1 1 0 0,-1 0-1 0 0,0-1 1 0 0,0 1-1 0 0,0-1 0 0 0,0 1 1 0 0,0-1-1 0 0,0 1 1 0 0,0-1-1 0 0,0 1 0 0 0,0 0 1 0 0,0-1-1 0 0,-1 1 1 0 0,1-1-1 0 0,0 1 0 0 0,0-1 1 0 0,0 1-1 0 0,0 0 1 0 0,-1-1-1 0 0,1 1 0 0 0,0-1 1 0 0,0 1-1 0 0,-1 0 0 0 0,1-1 1 0 0,0 1-1 0 0,-1 0 1 0 0,1-1-1 0 0,0 1 0 0 0,-1 0 1 0 0,-11-11 1002 0 0,9 9-898 0 0,-1 0 1 0 0,1 1-1 0 0,-1-1 0 0 0,1 1 1 0 0,-1 0-1 0 0,0 0 0 0 0,0 1 1 0 0,1-1-1 0 0,-5 0 0 0 0,-38 2 440 0 0,22 0-258 0 0,19-1-305 0 0,1 0 1 0 0,-1 0-1 0 0,1 0 0 0 0,0 1 0 0 0,-1 0 0 0 0,1 0 1 0 0,0 0-1 0 0,0 0 0 0 0,0 1 0 0 0,0 0 0 0 0,0 0 0 0 0,0 0 1 0 0,0 0-1 0 0,0 1 0 0 0,1-1 0 0 0,-1 1 0 0 0,1 0 0 0 0,0 0 1 0 0,0 0-1 0 0,0 0 0 0 0,0 1 0 0 0,1-1 0 0 0,-1 1 0 0 0,1 0 1 0 0,0-1-1 0 0,0 1 0 0 0,0 0 0 0 0,0 0 0 0 0,1 1 0 0 0,0-1 1 0 0,0 0-1 0 0,0 0 0 0 0,0 1 0 0 0,0 6 0 0 0,2 20 58 0 0,1 0-1 0 0,2 0 0 0 0,1-1 0 0 0,1 1 0 0 0,1-1 1 0 0,22 55-1 0 0,5-1 58 0 0,-33-80-105 0 0,-1-1-30 0 0,0 1 0 0 0,-1-1 0 0 0,1 0 0 0 0,-1 0 0 0 0,1 1 0 0 0,-1-1 0 0 0,0 0 0 0 0,-1 0 0 0 0,1 0 0 0 0,0 0 0 0 0,-1 0 0 0 0,1 0 0 0 0,-1 0 0 0 0,0-1 0 0 0,0 1-1 0 0,0-1 1 0 0,-1 1 0 0 0,1-1 0 0 0,0 0 0 0 0,-1 0 0 0 0,1 0 0 0 0,-5 2 0 0 0,3 0 13 0 0,0-1-16 0 0,0-1 0 0 0,0 1 1 0 0,0-1-1 0 0,0 0 0 0 0,-1 0 0 0 0,1 0 0 0 0,0-1 0 0 0,-1 1 0 0 0,0-1 0 0 0,1 0 0 0 0,-1-1 0 0 0,-5 1 0 0 0,2-1 9 0 0,0 0-1 0 0,0 0 1 0 0,0-1-1 0 0,1-1 0 0 0,-1 1 1 0 0,-11-5-1 0 0,9 3-127 0 0,5 2-257 0 0,1 0 0 0 0,-1-1-1 0 0,1 1 1 0 0,-1-1 0 0 0,1 0-1 0 0,-1-1 1 0 0,1 1 0 0 0,0-1-1 0 0,0 1 1 0 0,0-1 0 0 0,1-1-1 0 0,-5-3 1 0 0,0-3-3974 0 0</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6T04:26:19.016"/>
    </inkml:context>
    <inkml:brush xml:id="br0">
      <inkml:brushProperty name="width" value="0.05" units="cm"/>
      <inkml:brushProperty name="height" value="0.05" units="cm"/>
    </inkml:brush>
  </inkml:definitions>
  <inkml:trace contextRef="#ctx0" brushRef="#br0">1 1 3223 0 0,'0'0'7608'0'0,"1"1"-7136"0"0,16 14 1391 0 0,-16-13-1522 0 0,0 0-42 0 0,2 7 234 0 0,0 0 1 0 0,3 17-1 0 0,-4-19-400 0 0,-2-4-102 0 0</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6T04:26:19.966"/>
    </inkml:context>
    <inkml:brush xml:id="br0">
      <inkml:brushProperty name="width" value="0.05" units="cm"/>
      <inkml:brushProperty name="height" value="0.05" units="cm"/>
    </inkml:brush>
  </inkml:definitions>
  <inkml:trace contextRef="#ctx0" brushRef="#br0">93 1 4607 0 0,'0'0'6392'0'0,"0"2"-6064"0"0,-1 4-183 0 0,0 1-1 0 0,-1 0 1 0 0,1-1-1 0 0,-1 1 1 0 0,-1-1-1 0 0,1 1 1 0 0,-1-1-1 0 0,0 0 1 0 0,-1 0-1 0 0,1 0 1 0 0,-1-1-1 0 0,0 1 0 0 0,-10 8 1 0 0,7-5-76 0 0,-1 0 0 0 0,-11 19 0 0 0,8-9-3873 0 0</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6T04:26:21.734"/>
    </inkml:context>
    <inkml:brush xml:id="br0">
      <inkml:brushProperty name="width" value="0.05" units="cm"/>
      <inkml:brushProperty name="height" value="0.05" units="cm"/>
    </inkml:brush>
  </inkml:definitions>
  <inkml:trace contextRef="#ctx0" brushRef="#br0">0 23 2303 0 0,'0'0'8031'0'0,"1"-2"-7488"0"0,0 1-432 0 0,0-1 0 0 0,1 1 1 0 0,-1-1-1 0 0,0 1 0 0 0,0 0 1 0 0,1-1-1 0 0,-1 1 0 0 0,0 0 0 0 0,1 0 1 0 0,-1 0-1 0 0,1 0 0 0 0,0 0 1 0 0,-1 0-1 0 0,1 0 0 0 0,0 1 1 0 0,0-1-1 0 0,-1 1 0 0 0,1-1 1 0 0,0 1-1 0 0,0 0 0 0 0,0-1 0 0 0,0 1 1 0 0,-1 0-1 0 0,1 0 0 0 0,0 0 1 0 0,0 1-1 0 0,0-1 0 0 0,2 1 1 0 0,1 0-33 0 0,-1 0 1 0 0,1 1 0 0 0,0 0-1 0 0,-1 0 1 0 0,1 0 0 0 0,-1 0-1 0 0,0 1 1 0 0,0-1 0 0 0,0 1-1 0 0,0 0 1 0 0,0 0 0 0 0,-1 1-1 0 0,1-1 1 0 0,2 5 0 0 0,-3-5-63 0 0,-1 0 0 0 0,0 1 0 0 0,1-1 0 0 0,-1 1 0 0 0,-1 0 0 0 0,1-1 0 0 0,0 1 0 0 0,-1 0 0 0 0,0 0 0 0 0,0 0 0 0 0,0 0 0 0 0,0 0 0 0 0,-1 1 0 0 0,1-1 0 0 0,-1 0 0 0 0,-1 4 0 0 0,0-3 6 0 0,-1-1 0 0 0,1 0 0 0 0,-1 0 0 0 0,0 0 1 0 0,-1 0-1 0 0,1 0 0 0 0,-1 0 0 0 0,1-1 0 0 0,-1 1 1 0 0,0-1-1 0 0,-1 0 0 0 0,-6 6 0 0 0,0 0 30 0 0,4-3-34 0 0,1-1-1 0 0,1 0 0 0 0,-2-1 0 0 0,1 1 0 0 0,0-1 1 0 0,-1-1-1 0 0,1 1 0 0 0,-1-1 0 0 0,0 0 0 0 0,-8 3 0 0 0,7-3-7 0 0,5-3 434 0 0,4 1-357 0 0,4 3-71 0 0,0 0-1 0 0,0 0 1 0 0,0-1-1 0 0,0 0 0 0 0,0 0 1 0 0,1-1-1 0 0,9 3 1 0 0,3 1 3 0 0,5 3-127 0 0,1-2-1 0 0,26 5 1 0 0,-7-8-4787 0 0,-23-5-114 0 0</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6T04:26:22.078"/>
    </inkml:context>
    <inkml:brush xml:id="br0">
      <inkml:brushProperty name="width" value="0.05" units="cm"/>
      <inkml:brushProperty name="height" value="0.05" units="cm"/>
    </inkml:brush>
  </inkml:definitions>
  <inkml:trace contextRef="#ctx0" brushRef="#br0">4 50 10135 0 0,'0'0'778'0'0,"-1"-1"-506"0"0,-1-5-136 0 0,2 5-38 0 0,0 0 0 0 0,0 0 0 0 0,0 1 1 0 0,0-1-1 0 0,0 0 0 0 0,0 0 0 0 0,0 0 0 0 0,1 0 1 0 0,-1 1-1 0 0,0-1 0 0 0,0 0 0 0 0,1 0 0 0 0,-1 1 1 0 0,0-1-1 0 0,1 0 0 0 0,-1 0 0 0 0,1 1 1 0 0,-1-1-1 0 0,1 0 0 0 0,-1 1 0 0 0,1-1 0 0 0,0 0 1 0 0,15-11 955 0 0,-10 10-825 0 0,0 0-1 0 0,0 0 1 0 0,1 0-1 0 0,-1 1 1 0 0,1-1 0 0 0,-1 2-1 0 0,14-1 1 0 0,1 1-80 0 0,24 4 0 0 0,12 2-126 0 0,-31-4-13 0 0,0 0 1 0 0,0 2-1 0 0,26 8 1 0 0,-47-11-134 0 0,-3 0 14 0 0,0-1 0 0 0,0 1 0 0 0,0 0 0 0 0,0 0 0 0 0,0 0 0 0 0,0-1 0 0 0,0 2 0 0 0,0-1 0 0 0,0 0 0 0 0,-1 0 0 0 0,4 3 0 0 0,1 3-5423 0 0</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6T04:26:22.422"/>
    </inkml:context>
    <inkml:brush xml:id="br0">
      <inkml:brushProperty name="width" value="0.05" units="cm"/>
      <inkml:brushProperty name="height" value="0.05" units="cm"/>
    </inkml:brush>
  </inkml:definitions>
  <inkml:trace contextRef="#ctx0" brushRef="#br0">0 0 10135 0 0,'0'0'919'0'0,"2"2"-610"0"0,0 0-84 0 0,1 0 1 0 0,-1 0-1 0 0,1 0 0 0 0,-1 0 0 0 0,1-1 0 0 0,0 1 0 0 0,0-1 0 0 0,0 0 1 0 0,0 1-1 0 0,0-2 0 0 0,0 1 0 0 0,4 1 0 0 0,45 3 1542 0 0,-34-3-1621 0 0,175 9 261 0 0,-169-10-871 0 0,-3 2-43 0 0</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6T04:26:23.770"/>
    </inkml:context>
    <inkml:brush xml:id="br0">
      <inkml:brushProperty name="width" value="0.05" units="cm"/>
      <inkml:brushProperty name="height" value="0.05" units="cm"/>
    </inkml:brush>
  </inkml:definitions>
  <inkml:trace contextRef="#ctx0" brushRef="#br0">1 49 6791 0 0,'0'0'308'0'0,"1"-2"-1"0"0,1-2-200 0 0,0 1 0 0 0,1-1 1 0 0,0 0-1 0 0,-1 1 0 0 0,1-1 0 0 0,1 1 0 0 0,-1 0 1 0 0,4-3-1 0 0,-4 4 141 0 0,-1 0 1 0 0,1 1-1 0 0,-1 0 1 0 0,1 0-1 0 0,0 0 1 0 0,0 0-1 0 0,-1 0 1 0 0,1 0-1 0 0,0 1 1 0 0,0-1-1 0 0,0 1 1 0 0,0 0-1 0 0,0 0 1 0 0,5 1-1 0 0,8 1 509 0 0,1 2 0 0 0,25 8 0 0 0,-24-7-246 0 0,31 7 0 0 0,26 2 348 0 0,-64-13-786 0 0,9-3 5 0 0,-18 1-88 0 0,0 1-70 0 0,0-1-308 0 0,5-3-726 0 0,-6 3-352 0 0</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6T04:26:24.270"/>
    </inkml:context>
    <inkml:brush xml:id="br0">
      <inkml:brushProperty name="width" value="0.05" units="cm"/>
      <inkml:brushProperty name="height" value="0.05" units="cm"/>
    </inkml:brush>
  </inkml:definitions>
  <inkml:trace contextRef="#ctx0" brushRef="#br0">182 0 5983 0 0,'0'0'274'0'0,"3"1"-6"0"0,2-1-177 0 0,0 1-1 0 0,1 0 1 0 0,-1 0 0 0 0,0 1 0 0 0,0-1 0 0 0,0 1 0 0 0,0 0-1 0 0,-1 1 1 0 0,1-1 0 0 0,-1 1 0 0 0,1 0 0 0 0,4 4 0 0 0,-2-1 355 0 0,-1 0 0 0 0,-1 1 0 0 0,1-1 0 0 0,-1 1 0 0 0,0 0 0 0 0,7 15 1 0 0,-1 2 188 0 0,-2 0 1 0 0,-1 0 0 0 0,-1 0 0 0 0,5 31-1 0 0,-6-20-348 0 0,-1 1 1 0 0,-1-1-1 0 0,-3 1 0 0 0,0 0 0 0 0,-9 61 0 0 0,5-75-124 0 0,-1 0 1 0 0,-1-1-1 0 0,-1 0 1 0 0,-1 0-1 0 0,-1-1 0 0 0,-1 0 1 0 0,-1 0-1 0 0,0-1 0 0 0,-1 0 1 0 0,-23 28-1 0 0,27-39-129 0 0,-1 1-1 0 0,0-1 1 0 0,0-1-1 0 0,-1 1 1 0 0,0-2-1 0 0,0 1 0 0 0,-1-1 1 0 0,0-1-1 0 0,-19 9 1 0 0,25-12-22 0 0,0-1 0 0 0,0 0 0 0 0,0 0 0 0 0,0 0 0 0 0,0 0 0 0 0,0-1-1 0 0,0 0 1 0 0,0 1 0 0 0,0-2 0 0 0,-1 1 0 0 0,1 0 0 0 0,0-1 0 0 0,0 0 0 0 0,0 0 0 0 0,0 0 0 0 0,0 0 0 0 0,0 0 0 0 0,0-1 0 0 0,1 0 0 0 0,-1 0 0 0 0,1 0 0 0 0,-1 0 0 0 0,1-1 0 0 0,-1 1 0 0 0,1-1 0 0 0,0 0 0 0 0,0 0 0 0 0,1 0 0 0 0,-5-5 0 0 0,4 4-21 0 0,0 0 1 0 0,1-1 0 0 0,-1 1 0 0 0,1 0 0 0 0,0-1 0 0 0,0 1 0 0 0,0-1 0 0 0,1 0-1 0 0,-1 1 1 0 0,1-1 0 0 0,0 0 0 0 0,1 0 0 0 0,-1 0 0 0 0,1 0 0 0 0,0 0 0 0 0,0 0-1 0 0,1 0 1 0 0,-1 1 0 0 0,1-1 0 0 0,0 0 0 0 0,0 0 0 0 0,1 0 0 0 0,0 1 0 0 0,-1-1-1 0 0,2 1 1 0 0,-1-1 0 0 0,0 1 0 0 0,1 0 0 0 0,0 0 0 0 0,0 0 0 0 0,0 0 0 0 0,0 0-1 0 0,1 1 1 0 0,-1-1 0 0 0,1 1 0 0 0,0 0 0 0 0,0 0 0 0 0,0 1 0 0 0,0-1 0 0 0,1 1 0 0 0,-1 0-1 0 0,9-3 1 0 0,-4 3-17 0 0,1 0-1 0 0,-1 1 1 0 0,1 0-1 0 0,-1 1 1 0 0,1 0 0 0 0,0 1-1 0 0,-1-1 1 0 0,1 2-1 0 0,16 4 1 0 0,-10-2 12 0 0,0 1 0 0 0,0 2-1 0 0,0-1 1 0 0,24 15 0 0 0,11 16 13 0 0,-33-23 0 0 0,3 1 28 0 0,-19-13-17 0 0,15 14 14 0 0,-13-13-26 0 0,5 9-54 0 0,-4-5-6 0 0,-4-5-932 0 0,13 15-3337 0 0</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6T04:26:24.645"/>
    </inkml:context>
    <inkml:brush xml:id="br0">
      <inkml:brushProperty name="width" value="0.05" units="cm"/>
      <inkml:brushProperty name="height" value="0.05" units="cm"/>
    </inkml:brush>
  </inkml:definitions>
  <inkml:trace contextRef="#ctx0" brushRef="#br0">7 35 2303 0 0,'-1'-1'167'0'0,"-4"-4"1918"0"0,5 4-1899 0 0,0 1 1 0 0,0 0-1 0 0,0-1 0 0 0,0 1 0 0 0,0 0 0 0 0,0-1 0 0 0,0 1 0 0 0,0-1 0 0 0,0 1 0 0 0,0 0 0 0 0,0-1 0 0 0,0 1 0 0 0,0 0 0 0 0,0-1 0 0 0,1 1 0 0 0,-1 0 0 0 0,0-1 0 0 0,0 1 1 0 0,0 0-1 0 0,0-1 0 0 0,1 1 0 0 0,-1 0 0 0 0,0-1 0 0 0,0 1 0 0 0,0 0 0 0 0,1 0 0 0 0,-1-1 0 0 0,0 1 0 0 0,1 0 0 0 0,-1 0 0 0 0,0 0 0 0 0,1-1 0 0 0,-1 1 0 0 0,0 0 1 0 0,1 0-1 0 0,11-7 1265 0 0,-6 5-1202 0 0,0 0 0 0 0,1 0 0 0 0,-1 1 0 0 0,1-1 0 0 0,-1 1 0 0 0,1 1 0 0 0,-1 0 0 0 0,1 0 0 0 0,0 0 0 0 0,8 2 0 0 0,11 2 457 0 0,31 10 1 0 0,-51-12-591 0 0,70 21 539 0 0,-42-11-473 0 0,2-2-1 0 0,60 9 1 0 0,-88-17-173 0 0,22-1-8 0 0,-20-1-64 0 0,-8-1-316 0 0,-1 1-1 0 0,0 0 1 0 0,1 0-1 0 0,-1-1 1 0 0,0 1 0 0 0,0 0-1 0 0,1-1 1 0 0,-1 1-1 0 0,0-1 1 0 0,0 0-1 0 0,0 1 1 0 0,1-1 0 0 0,-1 0-1 0 0,1-1 1 0 0</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6T04:26:24.989"/>
    </inkml:context>
    <inkml:brush xml:id="br0">
      <inkml:brushProperty name="width" value="0.05" units="cm"/>
      <inkml:brushProperty name="height" value="0.05" units="cm"/>
    </inkml:brush>
  </inkml:definitions>
  <inkml:trace contextRef="#ctx0" brushRef="#br0">70 11 919 0 0,'3'-10'2351'0'0,"0"22"1804"0"0,2 9-441 0 0,-2-9-3055 0 0,-1 0 0 0 0,1 14 1 0 0,-3 53 1321 0 0,-21 153 1 0 0,6-98-1391 0 0,9-72-1180 0 0,-4-2 0 0 0,-22 78 1 0 0,28-124-518 0 0</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6T04:26:25.319"/>
    </inkml:context>
    <inkml:brush xml:id="br0">
      <inkml:brushProperty name="width" value="0.05" units="cm"/>
      <inkml:brushProperty name="height" value="0.05" units="cm"/>
    </inkml:brush>
  </inkml:definitions>
  <inkml:trace contextRef="#ctx0" brushRef="#br0">1 1 10135 0 0,'2'0'778'0'0,"152"18"1971"0"0,-123-13-1737 0 0,0 2 0 0 0,59 21 0 0 0,-71-20-1124 0 0,0-1 0 0 0,1-1-1 0 0,0-1 1 0 0,0 0 0 0 0,0-2 0 0 0,34 2 0 0 0,-35-5-970 0 0</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6T04:26:25.913"/>
    </inkml:context>
    <inkml:brush xml:id="br0">
      <inkml:brushProperty name="width" value="0.05" units="cm"/>
      <inkml:brushProperty name="height" value="0.05" units="cm"/>
    </inkml:brush>
  </inkml:definitions>
  <inkml:trace contextRef="#ctx0" brushRef="#br0">0 825 11543 0 0,'0'0'1526'0'0,"0"2"-1234"0"0,1 14 80 0 0,0-1 1 0 0,1 0-1 0 0,1 0 1 0 0,9 29-1 0 0,-11-42-290 0 0,0 0 1 0 0,0 0-1 0 0,1 0 0 0 0,-1-1 0 0 0,0 1 0 0 0,1 0 1 0 0,-1-1-1 0 0,1 1 0 0 0,0 0 0 0 0,2 1 0 0 0,-2-2-40 0 0,0 1 220 0 0,10 0 398 0 0,-11-2-612 0 0,0 0 0 0 0,0 0 0 0 0,0 1 0 0 0,1-1 1 0 0,-1 0-1 0 0,0 0 0 0 0,0 0 0 0 0,0 0 0 0 0,1 0 1 0 0,-1 0-1 0 0,0-1 0 0 0,0 1 0 0 0,0 0 1 0 0,1-1-1 0 0,-1 1 0 0 0,0-1 0 0 0,0 1 0 0 0,0-1 1 0 0,0 1-1 0 0,0-1 0 0 0,1-1 0 0 0,3-3 108 0 0,-1 1-1 0 0,-1-2 1 0 0,1 1 0 0 0,-1 0-1 0 0,0-1 1 0 0,0 1-1 0 0,0-1 1 0 0,-1 0 0 0 0,0 0-1 0 0,0 0 1 0 0,1-11-1 0 0,5-9 49 0 0,3-12-13 0 0,-2-1-1 0 0,9-67 1 0 0,-11-82-36 0 0,-9 100-181 0 0,5-295-314 0 0,-3 383 341 0 0,0-1 0 0 0,0 1-1 0 0,0 0 1 0 0,0 0 0 0 0,0-1-1 0 0,1 1 1 0 0,-1 0 0 0 0,0-1-1 0 0,0 1 1 0 0,0 0 0 0 0,0 0-1 0 0,0-1 1 0 0,0 1 0 0 0,0 0 0 0 0,1 0-1 0 0,-1-1 1 0 0,0 1 0 0 0,0 0-1 0 0,0 0 1 0 0,0 0 0 0 0,1 0-1 0 0,-1-1 1 0 0,0 1 0 0 0,0 0-1 0 0,1 0 1 0 0,-1 0 0 0 0,0 0-1 0 0,0 0 1 0 0,1-1 0 0 0,9 3 48 0 0,17 12 55 0 0,-14-7-90 0 0,19 7-18 0 0,1-1 1 0 0,1-2-1 0 0,50 11 0 0 0,108 5 178 0 0,173-14 175 0 0,-264-12-221 0 0,-6-4 107 0 0,160-27 0 0 0,-223 25-182 0 0,35-4 104 0 0,-63 9-104 0 0,-3 0-65 0 0,1 0-1 0 0,-1 1 0 0 0,1-1 0 0 0,-1 0 0 0 0,1 0 0 0 0,-1 1 0 0 0,1-1 1 0 0,-1 1-1 0 0,0-1 0 0 0,1 1 0 0 0,-1 0 0 0 0,0-1 0 0 0,1 1 0 0 0,-1 0 0 0 0,0 0 1 0 0,0 0-1 0 0,0 0 0 0 0,1 1 0 0 0,1 1-132 0 0,-1-1-568 0 0</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6T04:26:27.538"/>
    </inkml:context>
    <inkml:brush xml:id="br0">
      <inkml:brushProperty name="width" value="0.05" units="cm"/>
      <inkml:brushProperty name="height" value="0.05" units="cm"/>
    </inkml:brush>
  </inkml:definitions>
  <inkml:trace contextRef="#ctx0" brushRef="#br0">216 33 7631 0 0,'2'-1'348'0'0,"77"-31"1572"0"0,-78 32-1810 0 0,0 1 0 0 0,1-1-1 0 0,-1 0 1 0 0,1 1-1 0 0,-1-1 1 0 0,1 0 0 0 0,-1 1-1 0 0,0 0 1 0 0,1-1-1 0 0,-1 1 1 0 0,0 0 0 0 0,0 0-1 0 0,1-1 1 0 0,-1 1-1 0 0,0 0 1 0 0,0 0 0 0 0,1 2-1 0 0,-1-2-8 0 0,4 4 34 0 0,-1-1-1 0 0,-1 1 1 0 0,1 0 0 0 0,-1 0 0 0 0,1 0 0 0 0,-1 1 0 0 0,-1-1 0 0 0,3 8 0 0 0,14 51 610 0 0,-11-33-382 0 0,2 8 44 0 0,-1 1-1 0 0,-3-1 0 0 0,-1 1 1 0 0,-1 77-1 0 0,-5-106-327 0 0,0 0-1 0 0,-1 0 0 0 0,0 0 1 0 0,-1 0-1 0 0,0-1 0 0 0,-1 1 0 0 0,0-1 1 0 0,-1 0-1 0 0,0 0 0 0 0,-1 0 1 0 0,0-1-1 0 0,0 0 0 0 0,-1 0 1 0 0,0 0-1 0 0,-13 11 0 0 0,4-4 65 0 0,-1-2 0 0 0,-1 0 0 0 0,0-1 0 0 0,-1-1 0 0 0,-1 0 0 0 0,-35 15 0 0 0,45-23-122 0 0,1-1 0 0 0,-1 0 0 0 0,0 0 0 0 0,0-1 0 0 0,0 0 1 0 0,-13 1-1 0 0,20-3-18 0 0,0 0 1 0 0,-1 0 0 0 0,1 0-1 0 0,0 0 1 0 0,0-1 0 0 0,0 1-1 0 0,0-1 1 0 0,0 0-1 0 0,0 0 1 0 0,0 0 0 0 0,0 0-1 0 0,1 0 1 0 0,-1-1 0 0 0,0 0-1 0 0,1 1 1 0 0,-1-1 0 0 0,1 0-1 0 0,-1 0 1 0 0,1 0-1 0 0,0 0 1 0 0,0-1 0 0 0,0 1-1 0 0,0-1 1 0 0,0 1 0 0 0,-1-4-1 0 0,-1-2-24 0 0,1 0-1 0 0,0-1 1 0 0,1 1 0 0 0,0-1-1 0 0,0 0 1 0 0,1 0 0 0 0,0 0-1 0 0,0 0 1 0 0,1 0 0 0 0,1-11-1 0 0,1 5-111 0 0,0 1 1 0 0,0-1-1 0 0,1 1 0 0 0,1-1 0 0 0,9-20 0 0 0,-9 26 60 0 0,0 0 0 0 0,1 1 0 0 0,0-1 0 0 0,1 1 0 0 0,0 0 0 0 0,0 0 0 0 0,1 1 0 0 0,0 0 0 0 0,0 0 0 0 0,0 1 0 0 0,1 0 0 0 0,0 0 0 0 0,13-7 0 0 0,-13 9 96 0 0,-1 1 0 0 0,1 0 0 0 0,0 0 1 0 0,0 1-1 0 0,0 0 0 0 0,0 0 0 0 0,0 0 0 0 0,0 1 1 0 0,1 1-1 0 0,-1 0 0 0 0,0 0 0 0 0,1 0 0 0 0,-1 1 1 0 0,0 0-1 0 0,0 1 0 0 0,11 2 0 0 0,-1 2 199 0 0,-1 1-1 0 0,1 0 1 0 0,18 11-1 0 0,-28-13-126 0 0,0 1-1 0 0,0-1 0 0 0,0 1 1 0 0,-1 1-1 0 0,1-1 1 0 0,-2 1-1 0 0,13 16 1 0 0,95 143 867 0 0,-113-164-922 0 0</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6T04:26:27.869"/>
    </inkml:context>
    <inkml:brush xml:id="br0">
      <inkml:brushProperty name="width" value="0.05" units="cm"/>
      <inkml:brushProperty name="height" value="0.05" units="cm"/>
    </inkml:brush>
  </inkml:definitions>
  <inkml:trace contextRef="#ctx0" brushRef="#br0">0 3 3223 0 0,'2'0'240'0'0,"1"-1"57"0"0,0 1-1 0 0,0-1 0 0 0,0 1 1 0 0,0 0-1 0 0,0 0 0 0 0,0 0 0 0 0,0 0 1 0 0,0 0-1 0 0,0 1 0 0 0,0-1 0 0 0,-1 1 1 0 0,1 0-1 0 0,0 0 0 0 0,0 0 0 0 0,4 2 1 0 0,-3 0 123 0 0,0 0 0 0 0,0-1 0 0 0,-1 1-1 0 0,1 1 1 0 0,-1-1 0 0 0,0 0 0 0 0,1 1 0 0 0,-1 0 0 0 0,3 4 0 0 0,-2-1-253 0 0,-1 0-1 0 0,1 0 0 0 0,-1 0 1 0 0,0 0-1 0 0,-1 0 0 0 0,0 0 1 0 0,0 1-1 0 0,0-1 0 0 0,-1 1 1 0 0,0 0-1 0 0,-1-1 1 0 0,0 11-1 0 0,-1-9-146 0 0,-1 0 0 0 0,0-1 0 0 0,0 1 0 0 0,-1 0 0 0 0,0-1-1 0 0,0 0 1 0 0,-8 13 0 0 0,-4 3 2 0 0,-18 23 0 0 0,21-31-13 0 0,8-12 4 0 0,-7 18 38 0 0,8-12-8 0 0,3-10-43 0 0,0 1 1 0 0,0-1-1 0 0,0 1 1 0 0,0-1-1 0 0,0 1 1 0 0,1-1 0 0 0,-1 1-1 0 0,0-1 1 0 0,0 1-1 0 0,1-1 1 0 0,-1 0-1 0 0,0 1 1 0 0,1-1-1 0 0,-1 1 1 0 0,0-1 0 0 0,1 0-1 0 0,-1 0 1 0 0,1 1-1 0 0,4 1 6 0 0,1 0 0 0 0,-1 0 0 0 0,0 0 0 0 0,1-1-1 0 0,-1 0 1 0 0,1 0 0 0 0,-1 0 0 0 0,10-1 0 0 0,2 1-212 0 0,-1 1 23 0 0</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6T04:26:28.198"/>
    </inkml:context>
    <inkml:brush xml:id="br0">
      <inkml:brushProperty name="width" value="0.05" units="cm"/>
      <inkml:brushProperty name="height" value="0.05" units="cm"/>
    </inkml:brush>
  </inkml:definitions>
  <inkml:trace contextRef="#ctx0" brushRef="#br0">1 0 11975 0 0,'0'0'1296'0'0,"13"3"-1296"0"0,1 0 0 0 0,-1 0 424 0 0,-1 0 56 0 0,0 0 16 0 0,0 0 0 0 0,0 0-368 0 0,2 0-64 0 0,1 0-64 0 0,0-3 72 0 0,0 0-432 0 0,0-1-88 0 0,-1-1-24 0 0</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6T04:26:29.742"/>
    </inkml:context>
    <inkml:brush xml:id="br0">
      <inkml:brushProperty name="width" value="0.05" units="cm"/>
      <inkml:brushProperty name="height" value="0.05" units="cm"/>
    </inkml:brush>
  </inkml:definitions>
  <inkml:trace contextRef="#ctx0" brushRef="#br0">1 32 6559 0 0,'0'0'299'0'0,"0"-2"-4"0"0,3-7-189 0 0,5-9 279 0 0,-6 15 2142 0 0,0 5-2068 0 0,1 1-334 0 0,0 1-1 0 0,0-1 1 0 0,0 1 0 0 0,-1 0 0 0 0,1 0-1 0 0,-1 0 1 0 0,0 0 0 0 0,-1 0-1 0 0,1 0 1 0 0,-1 0 0 0 0,2 9 0 0 0,1 9 445 0 0,2 26 0 0 0,-4-23-92 0 0,49 296 1992 0 0,-51-319-2436 0 0,1 0-1 0 0,0 0 1 0 0,-1 0 0 0 0,1 0-1 0 0,0 0 1 0 0,0 0-1 0 0,0 0 1 0 0,0 0 0 0 0,3 3-1 0 0,-2-3 101 0 0,9-7 26 0 0,-6 1-125 0 0,-1 1 0 0 0,1-1 1 0 0,-1 0-1 0 0,-1 0 0 0 0,1 0 1 0 0,0-1-1 0 0,-1 1 0 0 0,0-1 1 0 0,5-10-1 0 0,0-2-62 0 0,10-30-1 0 0,16-67-1222 0 0,15-46-1008 0 0,-47 154 2244 0 0,10-15-18 0 0,-11 19 637 0 0,6 12 186 0 0,-4-1-644 0 0,0 0 1 0 0,-1 0 0 0 0,0 0 0 0 0,0 0 0 0 0,-1 1-1 0 0,-1-1 1 0 0,0 11 0 0 0,2 9 82 0 0,0-6 14 0 0,5 25 0 0 0,-5-40-165 0 0,0 1 0 0 0,1-1 0 0 0,0 0 1 0 0,0 0-1 0 0,0-1 0 0 0,7 11 0 0 0,-9-16 12 0 0,1 0-1 0 0,-1 0 1 0 0,0-1-1 0 0,1 1 1 0 0,0 0-1 0 0,-1 0 0 0 0,1-1 1 0 0,0 1-1 0 0,0-1 1 0 0,-1 0-1 0 0,1 1 1 0 0,0-1-1 0 0,1 0 1 0 0,-1 0-1 0 0,0 0 1 0 0,0-1-1 0 0,0 1 1 0 0,1 0-1 0 0,3 0 1 0 0,-5-1-52 0 0,0 0 1 0 0,0-1 0 0 0,1 1 0 0 0,-1 0 0 0 0,0 0 0 0 0,1-1 0 0 0,-1 1 0 0 0,0-1-1 0 0,0 1 1 0 0,0-1 0 0 0,1 1 0 0 0,-1-1 0 0 0,0 0 0 0 0,0 0 0 0 0,0 1 0 0 0,0-1-1 0 0,1-2 1 0 0,13-15 327 0 0,-11 12-325 0 0,-1 1 0 0 0,0-1 1 0 0,-1 0-1 0 0,1-1 0 0 0,-1 1 1 0 0,0 0-1 0 0,-1-1 0 0 0,0 1 1 0 0,0-1-1 0 0,0 0 0 0 0,-1 1 1 0 0,0-9-1 0 0,-2-10-389 0 0,-8-46 0 0 0,7 55-92 0 0,0-1-541 0 0,-1 1-47 0 0</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6T04:26:30.088"/>
    </inkml:context>
    <inkml:brush xml:id="br0">
      <inkml:brushProperty name="width" value="0.05" units="cm"/>
      <inkml:brushProperty name="height" value="0.05" units="cm"/>
    </inkml:brush>
  </inkml:definitions>
  <inkml:trace contextRef="#ctx0" brushRef="#br0">0 149 7055 0 0,'0'0'323'0'0,"2"1"-8"0"0,0 1-261 0 0,1 1-17 0 0,13 3-6 0 0,-12-6 145 0 0,-1 1 0 0 0,0-1-1 0 0,0 0 1 0 0,1 1-1 0 0,-1-1 1 0 0,0-1 0 0 0,1 1-1 0 0,-1 0 1 0 0,0-1 0 0 0,0 0-1 0 0,0 1 1 0 0,1-1-1 0 0,-1-1 1 0 0,0 1 0 0 0,0 0-1 0 0,0-1 1 0 0,-1 0 0 0 0,1 1-1 0 0,0-1 1 0 0,0 0-1 0 0,-1 0 1 0 0,0-1 0 0 0,3-2-1 0 0,-1 2 37 0 0,-1-1 0 0 0,0 1 0 0 0,0-1 1 0 0,0 0-1 0 0,0 0 0 0 0,-1-1 0 0 0,0 1 0 0 0,0 0 0 0 0,0-1 0 0 0,0 1 0 0 0,-1-1 0 0 0,1 0 0 0 0,-1 1 0 0 0,1-11 0 0 0,-2 13-147 0 0,-1-1 0 0 0,1 1-1 0 0,0 0 1 0 0,-1-1-1 0 0,0 1 1 0 0,1-1 0 0 0,-1 1-1 0 0,0 0 1 0 0,0-1 0 0 0,0 1-1 0 0,-1 0 1 0 0,1 0 0 0 0,0 0-1 0 0,-1 0 1 0 0,1 0 0 0 0,-1 0-1 0 0,0 1 1 0 0,0-1-1 0 0,1 0 1 0 0,-1 1 0 0 0,0-1-1 0 0,-4-1 1 0 0,2 1-45 0 0,-1 0 0 0 0,1 0 0 0 0,0 0 0 0 0,-1 1 1 0 0,1-1-1 0 0,0 1 0 0 0,-1 1 0 0 0,1-1 0 0 0,-1 0 0 0 0,-9 1 0 0 0,12 0-59 0 0,-1 0 1 0 0,0 0-1 0 0,1 1 0 0 0,-1-1 1 0 0,1 0-1 0 0,-1 1 0 0 0,1 0 0 0 0,-5 1 1 0 0,3 0-431 0 0,2-2-422 0 0</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6T04:26:30.416"/>
    </inkml:context>
    <inkml:brush xml:id="br0">
      <inkml:brushProperty name="width" value="0.05" units="cm"/>
      <inkml:brushProperty name="height" value="0.05" units="cm"/>
    </inkml:brush>
  </inkml:definitions>
  <inkml:trace contextRef="#ctx0" brushRef="#br0">1 29 5063 0 0,'1'-1'390'0'0,"4"-3"-241"0"0,0 1 1 0 0,0 0 0 0 0,-1 0-1 0 0,8-3 1 0 0,-8 4 505 0 0,-1 1 0 0 0,1 0 0 0 0,0-1 0 0 0,-1 2 1 0 0,1-1-1 0 0,0 0 0 0 0,5 0 0 0 0,-8 2-510 0 0,1-1 0 0 0,-1 0 0 0 0,0 0 0 0 0,0 1-1 0 0,1-1 1 0 0,-1 1 0 0 0,0-1 0 0 0,0 1 0 0 0,0-1 0 0 0,0 1 0 0 0,0 0 0 0 0,0 0 0 0 0,0-1 0 0 0,0 1-1 0 0,0 0 1 0 0,0 0 0 0 0,0 0 0 0 0,0 0 0 0 0,-1 0 0 0 0,1 0 0 0 0,0 0 0 0 0,0 3 0 0 0,1-1-95 0 0,-1-1 0 0 0,0 1 0 0 0,0 1 1 0 0,0-1-1 0 0,0 0 0 0 0,0 0 0 0 0,0 5 1 0 0,-1-2-34 0 0,0 1 0 0 0,-1-1 1 0 0,0 1-1 0 0,0 0 0 0 0,0-1 1 0 0,-1 0-1 0 0,-5 13 0 0 0,-2 1-73 0 0,-13 20 0 0 0,14-27 269 0 0,1 1 0 0 0,0 0-1 0 0,-7 21 1 0 0,13-33 87 0 0,2 0 27 0 0,-1-1-286 0 0,1 1 0 0 0,-1-1 0 0 0,1 0 0 0 0,-1 0 0 0 0,1 0 0 0 0,0 1 0 0 0,0-1 0 0 0,-1 0 0 0 0,1 0 0 0 0,0 0 0 0 0,0 0 0 0 0,0 0 0 0 0,0 0 0 0 0,0-1 0 0 0,0 1 0 0 0,0 0 0 0 0,0 0 1 0 0,1-1-1 0 0,-1 1 0 0 0,0-1 0 0 0,0 1 0 0 0,1-1 0 0 0,-1 1 0 0 0,2-1 0 0 0,1 1-162 0 0,0-1 1 0 0,-1 1-1 0 0,1-1 0 0 0,0 0 1 0 0,0 0-1 0 0,0 0 1 0 0,6-2-1 0 0,0 1-1006 0 0</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6:52.166"/>
    </inkml:context>
    <inkml:brush xml:id="br0">
      <inkml:brushProperty name="width" value="0.05" units="cm"/>
      <inkml:brushProperty name="height" value="0.05" units="cm"/>
    </inkml:brush>
  </inkml:definitions>
  <inkml:trace contextRef="#ctx0" brushRef="#br0">0 52 3223 0 0,'0'0'3288'0'0,"3"-15"2092"0"0,1 6-2297 0 0,1 9 635 0 0,9 15-1821 0 0,-10-8-1758 0 0,1 1 1 0 0,-1-1 0 0 0,-1 1 0 0 0,1 0 0 0 0,-2 0 0 0 0,4 11 0 0 0,7 52 135 0 0,-9-42-132 0 0,13 122 89 0 0,-11-80-6 0 0,17 73 0 0 0,-18-126 83 0 0,12 31 0 0 0,-16-47-110 0 0,0-3-152 0 0,0 1 0 0 0,-1 0 0 0 0,1-1 0 0 0,0 1 0 0 0,0 0-1 0 0,0-1 1 0 0,-1 1 0 0 0,1-1 0 0 0,0 1 0 0 0,0-1 0 0 0,-1 1 0 0 0,1-1 0 0 0,0 0 0 0 0,-1 1-1 0 0,1-1 1 0 0,-1 0 0 0 0,1 1 0 0 0,-1-1 0 0 0,1 0 0 0 0,-1 0 0 0 0,0 0 0 0 0,1-1-1 0 0,8-23 461 0 0,-7 20-359 0 0,13-51 492 0 0,10-75-1 0 0,-16 78-607 0 0,25-245 20 0 0,-34 274-261 0 0,-1 18-117 0 0,1-1 0 0 0,0 1 0 0 0,1-9 0 0 0,0 14-692 0 0,6 7-4948 0 0,1 3 3783 0 0</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6:52.523"/>
    </inkml:context>
    <inkml:brush xml:id="br0">
      <inkml:brushProperty name="width" value="0.05" units="cm"/>
      <inkml:brushProperty name="height" value="0.05" units="cm"/>
    </inkml:brush>
  </inkml:definitions>
  <inkml:trace contextRef="#ctx0" brushRef="#br0">52 50 6911 0 0,'-1'2'315'0'0,"-11"19"126"0"0,7-15-380 0 0,1 0 0 0 0,1 1 0 0 0,-5 10 0 0 0,3-3 1007 0 0,1 0 0 0 0,1 0-1 0 0,1 0 1 0 0,0 1 0 0 0,0-1-1 0 0,1 1 1 0 0,2 21 0 0 0,0-34-985 0 0,-1 0 0 0 0,0 1 0 0 0,1-1 0 0 0,-1 0 0 0 0,1 0 0 0 0,0 0 0 0 0,0 0 0 0 0,0 0 0 0 0,0 0 0 0 0,0 0 0 0 0,0 0 0 0 0,1 0 0 0 0,1 2 0 0 0,-3-4-53 0 0,0 0 0 0 0,1 0 0 0 0,-1 1 1 0 0,1-1-1 0 0,-1 0 0 0 0,1 0 0 0 0,-1 0 0 0 0,1 0 0 0 0,-1 0 0 0 0,1 0 0 0 0,-1 0 0 0 0,1 0 0 0 0,-1 0 0 0 0,1 0 0 0 0,-1 0 1 0 0,1 0-1 0 0,-1 0 0 0 0,0 0 0 0 0,1 0 0 0 0,-1-1 0 0 0,1 1 0 0 0,-1 0 0 0 0,1 0 0 0 0,0-1 0 0 0,9-5 208 0 0,-6 2-156 0 0,-1 1 0 0 0,0-1 0 0 0,1 0 1 0 0,-1 1-1 0 0,0-2 0 0 0,-1 1 0 0 0,1 0 1 0 0,1-5-1 0 0,16-42 425 0 0,-12 30-280 0 0,1-1-2 0 0,-2 8-71 0 0,-2-2-1 0 0,5-15 1 0 0,-9 28-125 0 0,0 0 0 0 0,-1-1 0 0 0,1 1-1 0 0,-1 0 1 0 0,1-1 0 0 0,-1 1 0 0 0,-1 0-1 0 0,1-1 1 0 0,0 1 0 0 0,-1 0 0 0 0,1-1 0 0 0,-1 1-1 0 0,0 0 1 0 0,0 0 0 0 0,-3-5 0 0 0,4 7-5 0 0,-1 0 0 0 0,0 0 1 0 0,0 0-1 0 0,0 0 0 0 0,0 0 0 0 0,0 0 1 0 0,0 0-1 0 0,0 1 0 0 0,-2-2 0 0 0,0 0 19 0 0,2 2-52 0 0,0-1 0 0 0,0 1 0 0 0,0-1 0 0 0,0 1 0 0 0,0-1 0 0 0,0 1 0 0 0,0-1 0 0 0,0 1 0 0 0,0 0-1 0 0,0 0 1 0 0,0 0 0 0 0,0-1 0 0 0,-1 1 0 0 0,1 0 0 0 0,0 0 0 0 0,0 1 0 0 0,0-1 0 0 0,0 0 0 0 0,0 0 0 0 0,0 0 0 0 0,0 1 0 0 0,-2 0 0 0 0,0 0-101 0 0,-5 2-1697 0 0,3 1 732 0 0</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6:53.121"/>
    </inkml:context>
    <inkml:brush xml:id="br0">
      <inkml:brushProperty name="width" value="0.05" units="cm"/>
      <inkml:brushProperty name="height" value="0.05" units="cm"/>
    </inkml:brush>
  </inkml:definitions>
  <inkml:trace contextRef="#ctx0" brushRef="#br0">100 0 5983 0 0,'-2'1'4620'0'0,"0"1"-4161"0"0,0 0 1 0 0,-1 0-1 0 0,1 0 0 0 0,0 0 0 0 0,0 0 0 0 0,1 0 0 0 0,-1 1 0 0 0,0-1 0 0 0,1 1 0 0 0,-1 0 1 0 0,-1 4-1 0 0,-11 35 36 0 0,12-34-130 0 0,-14 51 68 0 0,2 0 0 0 0,4 0 1 0 0,1 1-1 0 0,4 0 0 0 0,2 72 1 0 0,3-119-396 0 0,1 7 106 0 0,5 34 1 0 0,-5-49-131 0 0,0 0 0 0 0,0 0-1 0 0,0 0 1 0 0,1-1 0 0 0,0 1 0 0 0,0 0-1 0 0,0-1 1 0 0,0 0 0 0 0,1 1 0 0 0,0-1 0 0 0,0 0-1 0 0,4 4 1 0 0,-5-6-97 0 0,-1-1 0 0 0,0 0 0 0 0,1 0 0 0 0,-1 0 0 0 0,1 0 0 0 0,0-1 0 0 0,-1 1 0 0 0,1 0-1 0 0,0-1 1 0 0,-1 1 0 0 0,1-1 0 0 0,0 1 0 0 0,0-1 0 0 0,-1 0 0 0 0,1 0 0 0 0,0 1 0 0 0,0-1 0 0 0,-1-1 0 0 0,1 1-1 0 0,0 0 1 0 0,0 0 0 0 0,0-1 0 0 0,-1 1 0 0 0,1-1 0 0 0,0 1 0 0 0,2-2 0 0 0,2-1-445 0 0,-1-1 0 0 0,1 1 0 0 0,-1-1 0 0 0,1 0 0 0 0,8-9 1 0 0,6-7-1375 0 0</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6:53.449"/>
    </inkml:context>
    <inkml:brush xml:id="br0">
      <inkml:brushProperty name="width" value="0.05" units="cm"/>
      <inkml:brushProperty name="height" value="0.05" units="cm"/>
    </inkml:brush>
  </inkml:definitions>
  <inkml:trace contextRef="#ctx0" brushRef="#br0">94 0 8287 0 0,'-1'2'4667'0'0,"-13"39"345"0"0,-6 26-2928 0 0,10-36-1216 0 0,-3 14-418 0 0,2 2 0 0 0,2-1 0 0 0,2 1 0 0 0,-1 76 0 0 0,8-103-368 0 0,1 0-1 0 0,4 29 0 0 0,-4-44-90 0 0,0 0 0 0 0,1 1 0 0 0,-1-1 1 0 0,1 0-1 0 0,0 0 0 0 0,0 0 1 0 0,1 0-1 0 0,0 0 0 0 0,0 0 1 0 0,0-1-1 0 0,0 1 0 0 0,0-1 1 0 0,7 6-1 0 0,-8-9-882 0 0,7-4-1486 0 0,-8 2 2131 0 0,0 0 1 0 0,1 0-1 0 0,-1 0 1 0 0,0 0-1 0 0,0 0 1 0 0,0 0-1 0 0,1-1 1 0 0,-1 1-1 0 0,0 0 1 0 0,-1 0-1 0 0,1-1 1 0 0,0 1-1 0 0,0-1 1 0 0,-1 1-1 0 0,1-1 1 0 0,0 1-1 0 0,0-4 1 0 0,3-27-2601 0 0,-4 28 2703 0 0,0-28-1992 0 0</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6:53.781"/>
    </inkml:context>
    <inkml:brush xml:id="br0">
      <inkml:brushProperty name="width" value="0.05" units="cm"/>
      <inkml:brushProperty name="height" value="0.05" units="cm"/>
    </inkml:brush>
  </inkml:definitions>
  <inkml:trace contextRef="#ctx0" brushRef="#br0">0 277 9215 0 0,'0'0'707'0'0,"3"10"946"0"0,0-6-1089 0 0,0-1 0 0 0,0 0-1 0 0,0 0 1 0 0,0 0 0 0 0,1-1-1 0 0,0 1 1 0 0,-1-1-1 0 0,7 3 1 0 0,-3-2-282 0 0,1 0-1 0 0,0 0 1 0 0,0-1-1 0 0,8 1 0 0 0,2 0-257 0 0,-1-2 0 0 0,1 0 0 0 0,27-2 0 0 0,25-8-714 0 0,-25-3-2814 0 0,-28 6-1710 0 0</inkml:trace>
  <inkml:trace contextRef="#ctx0" brushRef="#br0" timeOffset="1">463 1 15631 0 0,'0'1'356'0'0,"0"2"-262"0"0,1 0 0 0 0,0 0-1 0 0,0-1 1 0 0,0 1 0 0 0,0 0 0 0 0,0 0-1 0 0,1-1 1 0 0,-1 1 0 0 0,1-1-1 0 0,-1 1 1 0 0,1-1 0 0 0,4 4 0 0 0,5 9 37 0 0,-1 2 44 0 0,-1 0 0 0 0,-1 1 1 0 0,-1-1-1 0 0,0 2 0 0 0,-1-1 0 0 0,-2 1 1 0 0,6 34-1 0 0,-6-11 178 0 0,-2 0-1 0 0,-5 62 1 0 0,0-71-578 0 0,-3 0 0 0 0,-12 44 1 0 0,14-64-256 0 0,-3 13-308 0 0</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6:54.134"/>
    </inkml:context>
    <inkml:brush xml:id="br0">
      <inkml:brushProperty name="width" value="0.05" units="cm"/>
      <inkml:brushProperty name="height" value="0.05" units="cm"/>
    </inkml:brush>
  </inkml:definitions>
  <inkml:trace contextRef="#ctx0" brushRef="#br0">28 58 4607 0 0,'-7'-4'475'0'0,"6"3"-1"0"0,1 1 0 0 0,-1-1 0 0 0,0 1-1 0 0,0-1 1 0 0,0 0 0 0 0,0 1 0 0 0,0-1 0 0 0,0 0 0 0 0,1 0 0 0 0,-1 0-1 0 0,0 1 1 0 0,1-1 0 0 0,-1 0 0 0 0,1 0 0 0 0,-1 0 0 0 0,1 0 0 0 0,-1 0-1 0 0,1-2 1 0 0,0 3-314 0 0,0-1 0 0 0,0 0 0 0 0,0 1 0 0 0,0-1 0 0 0,0 1 0 0 0,1-1 0 0 0,-1 0 0 0 0,0 1 0 0 0,0-1 0 0 0,1 1 0 0 0,-1-1-1 0 0,0 1 1 0 0,1-1 0 0 0,-1 1 0 0 0,1-1 0 0 0,-1 1 0 0 0,1 0 0 0 0,-1-1 0 0 0,0 1 0 0 0,1-1 0 0 0,0 1 0 0 0,0-1 0 0 0,4-1 167 0 0,0 0 1 0 0,0 0 0 0 0,0 0-1 0 0,10-1 1 0 0,-13 2 140 0 0,24-4 703 0 0,46-2-1 0 0,27 8-2352 0 0,-96-1 1005 0 0,-1 0 0 0 0,1 0 0 0 0,-1 1 1 0 0,1-1-1 0 0,-1 1 0 0 0,1 0 0 0 0,4 2 1 0 0,-6-3 46 0 0,0 1-1 0 0,-1-1 1 0 0,1 1 0 0 0,0-1 0 0 0,0 1 0 0 0,-1 0 0 0 0,1-1 0 0 0,0 1 0 0 0,-1 0 0 0 0,1-1 0 0 0,-1 1 0 0 0,1 0 0 0 0,-1 0 0 0 0,1-1-1 0 0,-1 1 1 0 0,0 0 0 0 0,1 0 0 0 0,-1 0 0 0 0,0 0 0 0 0,1 0 0 0 0,-1 0 0 0 0,0-1 0 0 0,0 1 0 0 0,0 0 0 0 0,0 2 0 0 0,-2 8-1504 0 0</inkml:trace>
  <inkml:trace contextRef="#ctx0" brushRef="#br0" timeOffset="1">1 309 4143 0 0,'2'1'10172'0'0,"6"2"-9155"0"0,1-1 0 0 0,0 0-1 0 0,0 0 1 0 0,0-1 0 0 0,0 0 0 0 0,10 0-1 0 0,58-6 335 0 0,-54 2-1254 0 0,1 1 0 0 0,30 3 0 0 0,-8 6-2044 0 0,-24-4 739 0 0</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7:52.122"/>
    </inkml:context>
    <inkml:brush xml:id="br0">
      <inkml:brushProperty name="width" value="0.05" units="cm"/>
      <inkml:brushProperty name="height" value="0.05" units="cm"/>
    </inkml:brush>
  </inkml:definitions>
  <inkml:trace contextRef="#ctx0" brushRef="#br0">90 1 5063 0 0,'0'0'8143'0'0,"0"2"-7235"0"0,1 1-845 0 0,0 1 0 0 0,0-1-1 0 0,-1 1 1 0 0,0-1 0 0 0,0 1 0 0 0,0-1 0 0 0,0 1 0 0 0,0-1 0 0 0,-1 1-1 0 0,1-1 1 0 0,-1 1 0 0 0,0-1 0 0 0,0 0 0 0 0,0 1 0 0 0,-1-1-1 0 0,-1 3 1 0 0,-5 10 553 0 0,-21 29-1 0 0,12-20-413 0 0,-4 11-4858 0 0,14-24-480 0 0</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7:53.769"/>
    </inkml:context>
    <inkml:brush xml:id="br0">
      <inkml:brushProperty name="width" value="0.05" units="cm"/>
      <inkml:brushProperty name="height" value="0.05" units="cm"/>
    </inkml:brush>
  </inkml:definitions>
  <inkml:trace contextRef="#ctx0" brushRef="#br0">272 1 9383 0 0,'0'0'1098'0'0,"2"2"-580"0"0,1 1-361 0 0,0 0 0 0 0,-1 0 0 0 0,1 0-1 0 0,-1 0 1 0 0,0 1 0 0 0,0-1 0 0 0,0 1 0 0 0,-1-1-1 0 0,1 1 1 0 0,-1 0 0 0 0,0 0 0 0 0,0 0-1 0 0,0 0 1 0 0,-1-1 0 0 0,1 9 0 0 0,0 6 40 0 0,-2 0 0 0 0,-3 23 0 0 0,2-20-97 0 0,-2 10 247 0 0,-1 0 0 0 0,-1 0-1 0 0,-2-1 1 0 0,-1 1 0 0 0,-20 41-1 0 0,26-65-209 0 0,0-1-1 0 0,0 0 1 0 0,-1 0-1 0 0,0 0 0 0 0,-1-1 1 0 0,1 1-1 0 0,-1-1 1 0 0,0 0-1 0 0,0 0 1 0 0,-1-1-1 0 0,-6 5 0 0 0,10-7-115 0 0,-1 0 0 0 0,0-1 0 0 0,1 0 0 0 0,-1 1 0 0 0,0-1 0 0 0,1 0 0 0 0,-1 0 0 0 0,0-1 0 0 0,0 1 0 0 0,0 0 0 0 0,0-1 0 0 0,0 0 0 0 0,0 0 0 0 0,0 0 0 0 0,0 0 0 0 0,0 0 0 0 0,0-1 0 0 0,1 1 0 0 0,-1-1 0 0 0,0 1 0 0 0,0-1 0 0 0,0 0 0 0 0,1-1 0 0 0,-1 1 0 0 0,0 0 0 0 0,1-1 0 0 0,-1 1 0 0 0,-4-4 0 0 0,-3-5 34 0 0,0 1 1 0 0,0-1 0 0 0,0 0 0 0 0,2-1 0 0 0,-9-12 0 0 0,14 18 19 0 0,0-1 0 0 0,0 1 0 0 0,0-1 0 0 0,0 0 0 0 0,1 0 0 0 0,0 0 0 0 0,1 0 0 0 0,-1 0 0 0 0,1 0 0 0 0,0-1 0 0 0,1 1 0 0 0,0 0 0 0 0,0-9 0 0 0,0 13-52 0 0,1 0 0 0 0,-1 1 0 0 0,1-1 0 0 0,-1 0 0 0 0,1 0 0 0 0,0 1 0 0 0,0-1-1 0 0,0 1 1 0 0,0-1 0 0 0,0 1 0 0 0,0-1 0 0 0,0 1 0 0 0,0-1 0 0 0,0 1 0 0 0,1 0 0 0 0,-1 0 0 0 0,1 0 0 0 0,-1 0 0 0 0,1 0 0 0 0,-1 0 0 0 0,1 0 0 0 0,0 0 0 0 0,-1 0 0 0 0,1 1 0 0 0,0-1 0 0 0,-1 1 0 0 0,1-1-1 0 0,0 1 1 0 0,2 0 0 0 0,8-2 86 0 0,-1 1-1 0 0,0 1 0 0 0,18 1 0 0 0,-17 0-70 0 0,15 1 17 0 0,-1 2 1 0 0,0 1-1 0 0,0 1 1 0 0,-1 1 0 0 0,1 1-1 0 0,46 23 1 0 0,-64-27-45 0 0,1 1 1 0 0,-1 0-1 0 0,0 1 1 0 0,0 0-1 0 0,0 0 1 0 0,-1 1-1 0 0,0 0 1 0 0,0 0-1 0 0,-1 0 1 0 0,0 1-1 0 0,0 0 0 0 0,-1 1 1 0 0,0-1-1 0 0,5 11 1 0 0,-10-12 593 0 0</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7:54.392"/>
    </inkml:context>
    <inkml:brush xml:id="br0">
      <inkml:brushProperty name="width" value="0.05" units="cm"/>
      <inkml:brushProperty name="height" value="0.05" units="cm"/>
    </inkml:brush>
  </inkml:definitions>
  <inkml:trace contextRef="#ctx0" brushRef="#br0">0 0 12175 0 0,'0'0'3866'0'0,"2"2"-3012"0"0,11 11-449 0 0,0 0 0 0 0,1-1 0 0 0,0-1 0 0 0,1 0 0 0 0,1-1 0 0 0,-1 0 0 0 0,27 10 0 0 0,34 10 349 0 0,-52-22-99 0 0,-1 1 0 0 0,33 19 0 0 0,-55-28-641 0 0,-1 0 1 0 0,0 0-1 0 0,1 0 1 0 0,-1 1-1 0 0,0-1 0 0 0,0 0 1 0 0,1 0-1 0 0,-1 1 1 0 0,0-1-1 0 0,0 0 1 0 0,1 0-1 0 0,-1 1 1 0 0,0-1-1 0 0,0 0 0 0 0,0 1 1 0 0,0-1-1 0 0,0 0 1 0 0,1 0-1 0 0,-1 1 1 0 0,0-1-1 0 0,0 0 1 0 0,0 1-1 0 0,0-1 0 0 0,0 1 1 0 0,0-1-1 0 0,0 0 1 0 0,0 1-1 0 0,0-1 1 0 0,0 0-1 0 0,0 1 1 0 0,0-1-1 0 0,0 0 0 0 0,-1 1 1 0 0,1-1-1 0 0,0 0 1 0 0,0 1-1 0 0,0-1 1 0 0,0 0-1 0 0,0 0 1 0 0,-1 1-1 0 0,1-1 0 0 0,-1 1 1 0 0,-11 10 312 0 0,10-9-330 0 0,-22 14 113 0 0,-1 0 1 0 0,0-2-1 0 0,-1 0 0 0 0,-33 11 1 0 0,-37 19-1675 0 0,93-43 1077 0 0,-7 4 115 0 0</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7:54.954"/>
    </inkml:context>
    <inkml:brush xml:id="br0">
      <inkml:brushProperty name="width" value="0.05" units="cm"/>
      <inkml:brushProperty name="height" value="0.05" units="cm"/>
    </inkml:brush>
  </inkml:definitions>
  <inkml:trace contextRef="#ctx0" brushRef="#br0">30 0 10135 0 0,'0'2'5595'0'0,"-12"47"-1857"0"0,7-33-3423 0 0,1 0 1 0 0,-2 24 0 0 0,5-33-243 0 0,0 5 122 0 0,1 0-1 0 0,-1 0 0 0 0,2-1 1 0 0,2 17-1 0 0,-3-26-153 0 0,0 0 0 0 0,0 0 0 0 0,1 0 0 0 0,-1 0 0 0 0,1 0 0 0 0,0 0 0 0 0,0 0 0 0 0,-1-1 0 0 0,1 1 0 0 0,0 0 0 0 0,1 0-1 0 0,-1 0 1 0 0,0-1 0 0 0,0 1 0 0 0,1-1 0 0 0,-1 1 0 0 0,1-1 0 0 0,-1 1 0 0 0,1-1 0 0 0,0 0 0 0 0,-1 0 0 0 0,1 0 0 0 0,0 0 0 0 0,0 0 0 0 0,0 0 0 0 0,0-1 0 0 0,0 1-1 0 0,0 0 1 0 0,0-1 0 0 0,0 0 0 0 0,0 1 0 0 0,3-1 0 0 0,-1-1-16 0 0,1 1 0 0 0,-1-1 0 0 0,0 0 0 0 0,0 0 0 0 0,0-1 0 0 0,0 1 0 0 0,0-1 0 0 0,0 0 0 0 0,0 0 0 0 0,0 0 0 0 0,-1-1 0 0 0,7-5 0 0 0,3-3 107 0 0,21-24-1 0 0,2-11-131 0 0,-28 34 0 0 0,1 1 0 0 0,0 0 0 0 0,0 0 0 0 0,1 1 0 0 0,14-11 0 0 0,-24 20 0 0 0,1 1 0 0 0,-1 0 0 0 0,1-1 0 0 0,-1 1 0 0 0,1 0 0 0 0,-1 0 0 0 0,1 0 0 0 0,-1-1 0 0 0,0 1 0 0 0,1 0 0 0 0,-1 0 0 0 0,1 0 0 0 0,-1 0 0 0 0,1 0 0 0 0,0 0 0 0 0,-1 0 0 0 0,1 0 0 0 0,-1 0 0 0 0,1 0 0 0 0,-1 0 0 0 0,1 0 0 0 0,-1 0 0 0 0,0 0 0 0 0,1 1 0 0 0,-1-1 0 0 0,1 0 0 0 0,-1 0 0 0 0,1 1 0 0 0,-1-1 0 0 0,1 0 0 0 0,-1 0 0 0 0,0 1 0 0 0,1-1 0 0 0,-1 1 0 0 0,0-1 0 0 0,1 0 0 0 0,-1 1 0 0 0,0-1 0 0 0,1 1 0 0 0,-1-1 0 0 0,0 0 0 0 0,0 1 0 0 0,0-1 0 0 0,1 1 0 0 0,-1-1 0 0 0,0 1 0 0 0,0-1 0 0 0,0 1 0 0 0,0-1 0 0 0,0 1 0 0 0,0 0 0 0 0,3 8-28 0 0,0 1-1 0 0,-1-1 1 0 0,-1 1-1 0 0,0 0 1 0 0,0 11-1 0 0,4 22-69 0 0,-4-38 93 0 0,1 9 1 0 0,0-1-1 0 0,1 0 1 0 0,1 1 0 0 0,0-2-1 0 0,8 18 1 0 0,-11-29 23 0 0,-1 0 1 0 0,1 0-1 0 0,-1 0 0 0 0,1 0 1 0 0,0 0-1 0 0,-1 0 0 0 0,1 0 0 0 0,0 0 1 0 0,0 0-1 0 0,0 0 0 0 0,0-1 0 0 0,0 1 1 0 0,-1 0-1 0 0,1-1 0 0 0,0 1 1 0 0,1 0-1 0 0,-1-1 0 0 0,0 1 0 0 0,0-1 1 0 0,0 0-1 0 0,0 1 0 0 0,2-1 0 0 0,-2 0 34 0 0,1 0-1 0 0,0 0 1 0 0,-1-1-1 0 0,1 1 1 0 0,0 0-1 0 0,-1-1 1 0 0,1 1-1 0 0,-1-1 1 0 0,1 0-1 0 0,-1 0 1 0 0,1 1-1 0 0,-1-1 0 0 0,3-2 1 0 0,1-2 102 0 0,0 0-1 0 0,0 0 1 0 0,0 0-1 0 0,0-1 1 0 0,-1 0 0 0 0,4-7-1 0 0,2-3-48 0 0,-2 0-1 0 0,0-1 1 0 0,0 0 0 0 0,-2-1-1 0 0,0 0 1 0 0,-1 0 0 0 0,4-30-1 0 0,-6-17-762 0 0,-3 64-60 0 0</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7:55.304"/>
    </inkml:context>
    <inkml:brush xml:id="br0">
      <inkml:brushProperty name="width" value="0.05" units="cm"/>
      <inkml:brushProperty name="height" value="0.05" units="cm"/>
    </inkml:brush>
  </inkml:definitions>
  <inkml:trace contextRef="#ctx0" brushRef="#br0">89 107 15087 0 0,'0'0'731'0'0,"-1"2"-316"0"0,0 1-315 0 0,1-1 0 0 0,-1 1 1 0 0,0 0-1 0 0,1-1 0 0 0,0 1 1 0 0,0 0-1 0 0,0 0 0 0 0,0 0 1 0 0,0-1-1 0 0,1 6 1 0 0,-1-7-15 0 0,0 0 0 0 0,0 0 0 0 0,0-1 0 0 0,1 1 0 0 0,-1 0 0 0 0,0-1 0 0 0,0 1 1 0 0,1 0-1 0 0,-1-1 0 0 0,0 1 0 0 0,1-1 0 0 0,-1 1 0 0 0,0-1 0 0 0,1 1 0 0 0,-1 0 1 0 0,1-1-1 0 0,-1 1 0 0 0,1-1 0 0 0,-1 0 0 0 0,1 1 0 0 0,0-1 0 0 0,-1 1 0 0 0,1-1 1 0 0,-1 0-1 0 0,1 0 0 0 0,0 1 0 0 0,-1-1 0 0 0,1 0 0 0 0,0 0 0 0 0,-1 0 0 0 0,1 1 1 0 0,0-1-1 0 0,0 0 0 0 0,-1 0 0 0 0,1 0 0 0 0,0 0 0 0 0,-1-1 0 0 0,1 1 0 0 0,0 0 1 0 0,-1 0-1 0 0,2-1 0 0 0,1 1 26 0 0,1-1 1 0 0,-1 0-1 0 0,0 0 1 0 0,0 0-1 0 0,0-1 1 0 0,0 1-1 0 0,4-3 1 0 0,0-1-19 0 0,0-1 0 0 0,0 1 0 0 0,-1-1 0 0 0,0-1 0 0 0,0 1-1 0 0,0-1 1 0 0,-1 0 0 0 0,0-1 0 0 0,0 1 0 0 0,4-11 0 0 0,-9 16-90 0 0,1 0-1 0 0,0 0 0 0 0,-1 0 1 0 0,0 0-1 0 0,0 0 1 0 0,1 0-1 0 0,-1 0 1 0 0,0 0-1 0 0,0 0 1 0 0,-1 0-1 0 0,1 0 1 0 0,0 0-1 0 0,-1 0 0 0 0,1 1 1 0 0,-1-1-1 0 0,0 0 1 0 0,0 0-1 0 0,1 0 1 0 0,-1 0-1 0 0,0 1 1 0 0,-1-1-1 0 0,1 0 0 0 0,0 1 1 0 0,0-1-1 0 0,-1 1 1 0 0,1-1-1 0 0,-1 1 1 0 0,-1-2-1 0 0,0 2 0 0 0,1-1 1 0 0,0 1-1 0 0,-1 0 0 0 0,1 0 0 0 0,-1 0 1 0 0,1 0-1 0 0,-1 1 0 0 0,0-1 0 0 0,1 0 1 0 0,-1 1-1 0 0,0 0 0 0 0,1 0 0 0 0,-1 0 0 0 0,0 0 1 0 0,0 0-1 0 0,1 0 0 0 0,-1 1 0 0 0,0-1 1 0 0,1 1-1 0 0,-4 1 0 0 0,-6 4-119 0 0,0 0-1 0 0,0 1 1 0 0,1 1 0 0 0,-16 13-1 0 0,-18 11-902 0 0,33-25-780 0 0</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6:54.770"/>
    </inkml:context>
    <inkml:brush xml:id="br0">
      <inkml:brushProperty name="width" value="0.05" units="cm"/>
      <inkml:brushProperty name="height" value="0.05" units="cm"/>
    </inkml:brush>
  </inkml:definitions>
  <inkml:trace contextRef="#ctx0" brushRef="#br0">353 136 10135 0 0,'0'-12'397'0'0,"-1"0"0"0"0,0 0 0 0 0,-5-17 0 0 0,5 23 71 0 0,-1 0-1 0 0,0 0 1 0 0,0 0 0 0 0,-1 0-1 0 0,1 1 1 0 0,-1-1-1 0 0,-1 1 1 0 0,-4-7-1 0 0,8 11-409 0 0,-1 0-1 0 0,0 0 1 0 0,0 0-1 0 0,1 1 1 0 0,-1-1-1 0 0,0 0 1 0 0,0 0-1 0 0,0 1 1 0 0,0-1-1 0 0,0 1 1 0 0,0-1-1 0 0,0 0 1 0 0,0 1-1 0 0,0 0 1 0 0,0-1-1 0 0,0 1 1 0 0,0 0-1 0 0,0-1 1 0 0,0 1-1 0 0,0 0 1 0 0,0 0 0 0 0,0 0-1 0 0,0 0 1 0 0,-1 0-1 0 0,1 0 1 0 0,0 0-1 0 0,0 0 1 0 0,0 1-1 0 0,0-1 1 0 0,0 0-1 0 0,0 1 1 0 0,0-1-1 0 0,0 1 1 0 0,0-1-1 0 0,0 1 1 0 0,0-1-1 0 0,0 1 1 0 0,0 0-1 0 0,0-1 1 0 0,0 1-1 0 0,0 1 1 0 0,-3 1 36 0 0,1 1 1 0 0,1 0-1 0 0,-1-1 1 0 0,0 1 0 0 0,1 0-1 0 0,0 0 1 0 0,0 1-1 0 0,-3 5 1 0 0,0 11 147 0 0,0 1 0 0 0,2-1 1 0 0,-2 41-1 0 0,3-40-130 0 0,0 27-15 0 0,7 80-1 0 0,18 50 108 0 0,-10-80-161 0 0,8 176 127 0 0,-21-238-134 0 0,-2 0 0 0 0,-2 0-1 0 0,-1-1 1 0 0,-2 1 0 0 0,-16 50-1 0 0,19-75 53 0 0,-1 0 0 0 0,0 0 0 0 0,-1 0 0 0 0,-1-1 0 0 0,0 0 0 0 0,0 0 0 0 0,-1 0 0 0 0,0-1-1 0 0,-19 17 1 0 0,22-22-37 0 0,-1 0-1 0 0,0-1 0 0 0,0 0 0 0 0,-1 0 0 0 0,1 0 0 0 0,-1-1 0 0 0,0 0 1 0 0,0 0-1 0 0,0-1 0 0 0,0 1 0 0 0,0-2 0 0 0,-1 1 0 0 0,1-1 0 0 0,0 0 1 0 0,-1-1-1 0 0,1 1 0 0 0,-1-2 0 0 0,-10 0 0 0 0,16 0-43 0 0,0 1-1 0 0,0 0 1 0 0,1-1 0 0 0,-1 1-1 0 0,0-1 1 0 0,1 1 0 0 0,-1-1-1 0 0,1 0 1 0 0,-1 0 0 0 0,1 0-1 0 0,-2-1 1 0 0,2 2-7 0 0,1 0 0 0 0,0 0 0 0 0,0-1-1 0 0,0 1 1 0 0,-1 0 0 0 0,1 0 0 0 0,0 0 0 0 0,0 0-1 0 0,0-1 1 0 0,0 1 0 0 0,-1 0 0 0 0,1 0 0 0 0,0 0-1 0 0,0 0 1 0 0,0-1 0 0 0,0 1 0 0 0,0 0 0 0 0,0 0 0 0 0,0-1-1 0 0,0 1 1 0 0,-1 0 0 0 0,1 0 0 0 0,0 0 0 0 0,0-1-1 0 0,0 1 1 0 0,0 0 0 0 0,0 0 0 0 0,0-1 0 0 0,0 1-1 0 0,0 0 1 0 0,1 0 0 0 0,-1-1 0 0 0,0 1 0 0 0,0 0-1 0 0,0 0 1 0 0,0 0 0 0 0,0-1 0 0 0,0 1 0 0 0,0 0-1 0 0,0 0 1 0 0,1 0 0 0 0,-1-1 0 0 0,0 1 0 0 0,0 0 0 0 0,0 0-1 0 0,0 0 1 0 0,1 0 0 0 0,-1-1 0 0 0,0 1 0 0 0,0 0-1 0 0,0 0 1 0 0,1 0 0 0 0,-1 0 0 0 0,0 0 0 0 0,0 0-1 0 0,1 0 1 0 0,-1 0 0 0 0,0 0 0 0 0,0 0 0 0 0,0 0-1 0 0,1 0 1 0 0,-1 0 0 0 0,4-2-14 0 0,-1 1 1 0 0,1 0-1 0 0,-1 0 0 0 0,1 0 1 0 0,0 1-1 0 0,-1-1 0 0 0,1 1 0 0 0,0 0 1 0 0,-1 0-1 0 0,1 0 0 0 0,0 0 0 0 0,-1 1 1 0 0,8 1-1 0 0,-6 0 0 0 0,0 0 0 0 0,0 0 0 0 0,0 1 0 0 0,0-1 0 0 0,0 1 0 0 0,0 0 0 0 0,-1 1 0 0 0,7 5 0 0 0,-3-1-4 0 0,0 0 0 0 0,-1 1-1 0 0,0 0 1 0 0,-1 1 0 0 0,0-1 0 0 0,0 1 0 0 0,-1 0 0 0 0,6 16 0 0 0,1 11-8 0 0,-2 0 0 0 0,11 76 0 0 0,-5 81 32 0 0,-14-168-9 0 0,14 417-797 0 0,-14-372 499 0 0,-2 109-3235 0 0,-2-159 1717 0 0</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6:56.062"/>
    </inkml:context>
    <inkml:brush xml:id="br0">
      <inkml:brushProperty name="width" value="0.05" units="cm"/>
      <inkml:brushProperty name="height" value="0.05" units="cm"/>
    </inkml:brush>
  </inkml:definitions>
  <inkml:trace contextRef="#ctx0" brushRef="#br0">0 1 8375 0 0,'0'0'758'0'0,"0"8"-109"0"0,3 36 235 0 0,2 0 0 0 0,1 0 0 0 0,16 51 0 0 0,-13-55-609 0 0,15 48 358 0 0,-20-77-413 0 0,1 0-1 0 0,0-1 1 0 0,0 0-1 0 0,1 1 1 0 0,13 16-1 0 0,-18-26-147 0 0,0 1 1 0 0,0-1-1 0 0,1 0 0 0 0,-1 1 0 0 0,0-1 0 0 0,1 0 0 0 0,-1 0 1 0 0,1 1-1 0 0,0-1 0 0 0,-1-1 0 0 0,1 1 0 0 0,0 0 0 0 0,0 0 0 0 0,-1-1 1 0 0,1 1-1 0 0,0-1 0 0 0,0 1 0 0 0,0-1 0 0 0,3 1 0 0 0,-4-2 17 0 0,1 1 0 0 0,0 0 0 0 0,-1-1 0 0 0,1 1 0 0 0,0-1 0 0 0,-1 0 0 0 0,1 0 0 0 0,-1 1 0 0 0,1-1 0 0 0,-1 0 0 0 0,1 0 1 0 0,-1 0-1 0 0,0 0 0 0 0,1-1 0 0 0,-1 1 0 0 0,0 0 0 0 0,0-1 0 0 0,0 1 0 0 0,0 0 0 0 0,0-1 0 0 0,1-2 0 0 0,10-20 1000 0 0,15-49 1 0 0,-5 13-308 0 0,-21 58-764 0 0,17-40 466 0 0,-1-1 0 0 0,18-78 0 0 0,-29 76-114 0 0,-6 44-418 0 0,-2 3-495 0 0,0 0 210 0 0,0-1 1 0 0,1 1-1 0 0,-1 0 0 0 0,0 0 1 0 0,1 1-1 0 0,-3 3 1 0 0,4-6 192 0 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6:57.494"/>
    </inkml:context>
    <inkml:brush xml:id="br0">
      <inkml:brushProperty name="width" value="0.05" units="cm"/>
      <inkml:brushProperty name="height" value="0.05" units="cm"/>
    </inkml:brush>
  </inkml:definitions>
  <inkml:trace contextRef="#ctx0" brushRef="#br0">103 1 10079 0 0,'0'0'1978'0'0,"-9"2"-1072"0"0,4 1-801 0 0,-1 0 0 0 0,1 1 1 0 0,0 0-1 0 0,0 0 0 0 0,0 0 0 0 0,1 1 0 0 0,-1-1 0 0 0,-6 11 0 0 0,4-5 292 0 0,0 0-1 0 0,2 0 1 0 0,-11 21-1 0 0,16-29-298 0 0,-1 0 1 0 0,0 1-1 0 0,1-1 0 0 0,0 0 0 0 0,-1 1 0 0 0,1-1 1 0 0,0 0-1 0 0,0 1 0 0 0,0-1 0 0 0,0 0 0 0 0,1 1 0 0 0,-1-1 1 0 0,1 0-1 0 0,-1 1 0 0 0,1-1 0 0 0,0 0 0 0 0,0 0 1 0 0,0 0-1 0 0,0 0 0 0 0,0 0 0 0 0,0 0 0 0 0,1 0 1 0 0,1 2-1 0 0,0 0 30 0 0,0-1 0 0 0,1 0 1 0 0,-1 0-1 0 0,1 0 0 0 0,0 0 1 0 0,-1-1-1 0 0,1 1 0 0 0,1-1 1 0 0,-1 0-1 0 0,8 2 0 0 0,-3 0-1 0 0,-7-4-56 0 0,0 1 0 0 0,-1 0 0 0 0,1-1 0 0 0,-1 1 0 0 0,1 0 0 0 0,-1 0 0 0 0,1 0 0 0 0,-1 0-1 0 0,0 1 1 0 0,1-1 0 0 0,-1 0 0 0 0,1 2 0 0 0,-1-2-49 0 0,-1-1-1 0 0,0 1 0 0 0,1 0 0 0 0,-1-1 0 0 0,0 1 1 0 0,0 0-1 0 0,0-1 0 0 0,0 1 0 0 0,1 0 1 0 0,-1-1-1 0 0,0 1 0 0 0,0 0 0 0 0,0 0 1 0 0,0-1-1 0 0,-1 1 0 0 0,1 0 0 0 0,0-1 1 0 0,0 1-1 0 0,0 0 0 0 0,-1 0 0 0 0,-1 2 4 0 0,0 0 1 0 0,0 0-1 0 0,0 0 0 0 0,0 0 0 0 0,-1 0 0 0 0,1-1 0 0 0,-1 0 0 0 0,-3 3 0 0 0,0 0 41 0 0,-2 1-207 0 0,0 0 1 0 0,0-1-1 0 0,0 0 0 0 0,-1 0 1 0 0,-16 5-1 0 0,24-9-298 0 0</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6:58.484"/>
    </inkml:context>
    <inkml:brush xml:id="br0">
      <inkml:brushProperty name="width" value="0.05" units="cm"/>
      <inkml:brushProperty name="height" value="0.05" units="cm"/>
    </inkml:brush>
  </inkml:definitions>
  <inkml:trace contextRef="#ctx0" brushRef="#br0">12 74 4143 0 0,'-11'6'11026'0'0,"14"-7"-8661"0"0,2 1-4108 0 0,149-23 5381 0 0,-98 13-3253 0 0,-26 4-284 0 0,1 2-70 0 0,-1-2-1 0 0,41-14 0 0 0,-69 20-238 0 0,-5-9-4383 0 0</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6:58.846"/>
    </inkml:context>
    <inkml:brush xml:id="br0">
      <inkml:brushProperty name="width" value="0.05" units="cm"/>
      <inkml:brushProperty name="height" value="0.05" units="cm"/>
    </inkml:brush>
  </inkml:definitions>
  <inkml:trace contextRef="#ctx0" brushRef="#br0">3 0 5983 0 0,'0'0'955'0'0,"0"3"704"0"0,-2 36 5403 0 0,3 25-4728 0 0,0-10-1618 0 0,-2 39-416 0 0,1 74 670 0 0,2-129-779 0 0,2 1 0 0 0,11 49-1 0 0,-14-84-160 0 0,1 13-121 0 0,-2-15-533 0 0</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7:00.766"/>
    </inkml:context>
    <inkml:brush xml:id="br0">
      <inkml:brushProperty name="width" value="0.05" units="cm"/>
      <inkml:brushProperty name="height" value="0.05" units="cm"/>
    </inkml:brush>
  </inkml:definitions>
  <inkml:trace contextRef="#ctx0" brushRef="#br0">196 49 3223 0 0,'0'-2'240'0'0,"4"-6"1046"0"0,-1 1 0 0 0,3-17 2264 0 0,-7 17 415 0 0,-7 14-3726 0 0,0 1 1 0 0,1 1-1 0 0,0-1 1 0 0,0 1-1 0 0,1 1 1 0 0,0-1-1 0 0,-7 17 1 0 0,-28 78 890 0 0,36-89-927 0 0,-35 93 1007 0 0,-20 59 739 0 0,60-165-2888 0 0,3-4 178 0 0,7-9-463 0 0,10-17-1693 0 0,-11 13-822 0 0,-1-1-768 0 0</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7:01.116"/>
    </inkml:context>
    <inkml:brush xml:id="br0">
      <inkml:brushProperty name="width" value="0.05" units="cm"/>
      <inkml:brushProperty name="height" value="0.05" units="cm"/>
    </inkml:brush>
  </inkml:definitions>
  <inkml:trace contextRef="#ctx0" brushRef="#br0">152 41 5063 0 0,'22'-32'496'0'0,"-17"26"-202"0"0,-4 5-86 0 0,0 1 1 0 0,-1 0-1 0 0,1 0 0 0 0,-1-1 1 0 0,1 1-1 0 0,-1 0 1 0 0,1 0-1 0 0,0 0 1 0 0,-1-1-1 0 0,1 1 0 0 0,-1 0 1 0 0,1 0-1 0 0,0 0 1 0 0,-1 0-1 0 0,1 0 1 0 0,0 0-1 0 0,-1 0 1 0 0,1 1-1 0 0,-1-1 0 0 0,1 0 1 0 0,0 0-1 0 0,-1 0 1 0 0,1 1-1 0 0,-1-1 1 0 0,1 0-1 0 0,-1 1 0 0 0,1-1 1 0 0,-1 0-1 0 0,1 1 1 0 0,-1-1-1 0 0,1 1 1 0 0,-1-1-1 0 0,1 0 0 0 0,-1 2 1 0 0,14 15 1666 0 0,-8-3-1434 0 0,-2 0 0 0 0,0 0 0 0 0,4 20 0 0 0,-1 0-37 0 0,4 12-89 0 0,-3 1 0 0 0,5 68-1 0 0,-13-111-697 0 0,0 18 883 0 0,-2-8-6097 0 0</inkml:trace>
  <inkml:trace contextRef="#ctx0" brushRef="#br0" timeOffset="1">0 260 9215 0 0,'0'0'4810'0'0,"2"0"-3572"0"0,26-2-837 0 0,0-2-1 0 0,0 0 0 0 0,31-10 0 0 0,-34 8-859 0 0,5-2-2860 0 0,-24 5 2088 0 0</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7:01.448"/>
    </inkml:context>
    <inkml:brush xml:id="br0">
      <inkml:brushProperty name="width" value="0.05" units="cm"/>
      <inkml:brushProperty name="height" value="0.05" units="cm"/>
    </inkml:brush>
  </inkml:definitions>
  <inkml:trace contextRef="#ctx0" brushRef="#br0">42 1 8287 0 0,'0'0'756'0'0,"-5"6"-608"0"0,2 2 1215 0 0,1-1-1 0 0,0 0 0 0 0,-3 11 1 0 0,-1 7 1598 0 0,2-6-1819 0 0,0 1 0 0 0,-2 39 0 0 0,3-30-507 0 0,2 31-1644 0 0,8-62-1086 0 0</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7:29.058"/>
    </inkml:context>
    <inkml:brush xml:id="br0">
      <inkml:brushProperty name="width" value="0.05" units="cm"/>
      <inkml:brushProperty name="height" value="0.05" units="cm"/>
    </inkml:brush>
  </inkml:definitions>
  <inkml:trace contextRef="#ctx0" brushRef="#br0">0 107 4919 0 0,'0'0'224'0'0,"4"-3"-12"0"0,12-8-64 0 0,-12 8 384 0 0,6-24 4722 0 0,9-5-3457 0 0,-19 31-1400 0 0,1 0-315 0 0,11-15 419 0 0,-11 15-198 0 0,6-11-115 0 0</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7:29.542"/>
    </inkml:context>
    <inkml:brush xml:id="br0">
      <inkml:brushProperty name="width" value="0.05" units="cm"/>
      <inkml:brushProperty name="height" value="0.05" units="cm"/>
    </inkml:brush>
  </inkml:definitions>
  <inkml:trace contextRef="#ctx0" brushRef="#br0">23 482 7831 0 0,'0'0'982'0'0,"2"-1"-69"0"0,9-1-131 0 0,-1 0 1 0 0,0-1-1 0 0,0 0 0 0 0,0-1 1 0 0,0 0-1 0 0,-1-1 0 0 0,12-7 1 0 0,-7 3-281 0 0,0-1 1 0 0,0 0 0 0 0,22-23-1 0 0,-21 17-158 0 0,-1-1-1 0 0,0 0 1 0 0,-2-1-1 0 0,0 0 1 0 0,-1-1-1 0 0,-1 0 0 0 0,-1-1 1 0 0,-1 0-1 0 0,12-40 1 0 0,-19 54-298 0 0,0 0 1 0 0,0 0 0 0 0,-1 1-1 0 0,1-1 1 0 0,-1 0 0 0 0,-1 0-1 0 0,1 0 1 0 0,-1 0 0 0 0,0 0-1 0 0,0 0 1 0 0,-1 1-1 0 0,1-1 1 0 0,-1 0 0 0 0,-1 1-1 0 0,1-1 1 0 0,-1 1 0 0 0,0 0-1 0 0,0 0 1 0 0,-1 0-1 0 0,-7-8 1 0 0,8 10-18 0 0,0-1-1 0 0,-1 1 1 0 0,1 1 0 0 0,-1-1-1 0 0,0 0 1 0 0,0 1 0 0 0,0 0-1 0 0,0 0 1 0 0,0 0 0 0 0,-1 0-1 0 0,1 1 1 0 0,-1-1-1 0 0,1 1 1 0 0,-1 1 0 0 0,1-1-1 0 0,-1 0 1 0 0,1 1 0 0 0,-1 0-1 0 0,0 0 1 0 0,1 0 0 0 0,-1 1-1 0 0,0 0 1 0 0,1 0 0 0 0,-1 0-1 0 0,1 0 1 0 0,0 1-1 0 0,-6 2 1 0 0,3-1-26 0 0,1 1-1 0 0,-1 1 1 0 0,1-1-1 0 0,-1 1 1 0 0,1 0-1 0 0,1 0 1 0 0,-1 1-1 0 0,1 0 1 0 0,-9 12-1 0 0,3-2-4 0 0,1 1 1 0 0,-15 34-1 0 0,16-26-7 0 0,0 0 0 0 0,2 0 0 0 0,1 0 0 0 0,1 1 0 0 0,1 0 0 0 0,1 0 0 0 0,1 27 0 0 0,2-24-1 0 0,2 1 0 0 0,1-1-1 0 0,1 0 1 0 0,2 0 0 0 0,1 0-1 0 0,10 28 1 0 0,-12-45 30 0 0,0-1 0 0 0,1 1-1 0 0,0-1 1 0 0,0 0 0 0 0,1 0 0 0 0,1 0-1 0 0,0-1 1 0 0,0-1 0 0 0,1 1 0 0 0,15 11-1 0 0,-18-16-6 0 0,1 0 0 0 0,0 0 0 0 0,0-1 0 0 0,0 0 0 0 0,0-1 0 0 0,1 1 0 0 0,0-1 0 0 0,0-1 0 0 0,-1 1 0 0 0,1-1 0 0 0,1-1 0 0 0,-1 0 0 0 0,0 0 0 0 0,0 0 0 0 0,0-1 0 0 0,1 0 0 0 0,8-2 0 0 0,-9 2 62 0 0,-8 0-126 0 0,1 0-1 0 0,-1 0 1 0 0,1 0-1 0 0,-1 0 1 0 0,1 0-1 0 0,-1 0 0 0 0,1 0 1 0 0,-1-1-1 0 0,1 1 1 0 0,0 0-1 0 0,-1 0 1 0 0,1 0-1 0 0,-1 0 1 0 0,0-1-1 0 0,1 1 1 0 0,-1 0-1 0 0,1 0 1 0 0,-1-1-1 0 0,1 1 1 0 0,0-1-1 0 0</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7:44.519"/>
    </inkml:context>
    <inkml:brush xml:id="br0">
      <inkml:brushProperty name="width" value="0.05" units="cm"/>
      <inkml:brushProperty name="height" value="0.05" units="cm"/>
    </inkml:brush>
  </inkml:definitions>
  <inkml:trace contextRef="#ctx0" brushRef="#br0">142 52 3223 0 0,'6'-15'1784'0'0,"-5"14"-1444"0"0,0-1 0 0 0,-1 1 0 0 0,1 0-1 0 0,0 0 1 0 0,-1 0 0 0 0,1-1 0 0 0,-1 1-1 0 0,0 0 1 0 0,1 0 0 0 0,-1-1-1 0 0,0 1 1 0 0,0 0 0 0 0,0-1 0 0 0,0 1-1 0 0,0 0 1 0 0,0-1 0 0 0,0 1 0 0 0,0 0-1 0 0,0 0 1 0 0,-1-1 0 0 0,1 1-1 0 0,-1 0 1 0 0,1 0 0 0 0,-2-3 0 0 0,2 4-309 0 0,-1-1 0 0 0,1 1 1 0 0,0 0-1 0 0,-1 0 0 0 0,1-1 1 0 0,-1 1-1 0 0,1 0 0 0 0,-1 0 1 0 0,1 0-1 0 0,-1-1 0 0 0,1 1 1 0 0,-1 0-1 0 0,1 0 0 0 0,-1 0 1 0 0,1 0-1 0 0,-1 0 0 0 0,0 0 1 0 0,1 0-1 0 0,-1 0 0 0 0,1 0 1 0 0,-1 0-1 0 0,1 1 0 0 0,-1-1 1 0 0,0 0-1 0 0,-13 6 263 0 0,12-5-203 0 0,-9 5 91 0 0,0 0 0 0 0,1 1 0 0 0,0 0 0 0 0,1 1 0 0 0,-1 0 0 0 0,2 0 1 0 0,-1 1-1 0 0,1 0 0 0 0,-12 18 0 0 0,18-25-133 0 0,1 0 0 0 0,-1 1 0 0 0,1-1-1 0 0,-1 1 1 0 0,1-1 0 0 0,0 1 0 0 0,0-1 0 0 0,0 1 0 0 0,1 0 0 0 0,-1 0 0 0 0,1-1-1 0 0,-1 1 1 0 0,1 0 0 0 0,0 0 0 0 0,0-1 0 0 0,0 1 0 0 0,0 0 0 0 0,1 0 0 0 0,-1 0-1 0 0,1-1 1 0 0,-1 1 0 0 0,1 0 0 0 0,0-1 0 0 0,0 1 0 0 0,2 2 0 0 0,0 0-19 0 0,1 0 0 0 0,0 0 1 0 0,0 0-1 0 0,0-1 1 0 0,0 0-1 0 0,1 0 1 0 0,0 0-1 0 0,0 0 0 0 0,0-1 1 0 0,7 4-1 0 0,-1-1-29 0 0,-7-4 0 0 0,0 0 0 0 0,0 0 0 0 0,-1 0 0 0 0,1 0 0 0 0,-1 1 0 0 0,1-1 1 0 0,-1 1-1 0 0,3 4 0 0 0,-4-6 10 0 0,-1-1-9 0 0,-1 1 0 0 0,1-1 0 0 0,0 1 0 0 0,-1-1 0 0 0,1 1 0 0 0,-1-1 0 0 0,1 1 0 0 0,-1 0 0 0 0,1-1 0 0 0,-1 1 0 0 0,0 0 0 0 0,1-1 0 0 0,-1 1 0 0 0,0 0 0 0 0,1-1 0 0 0,-1 1 0 0 0,0 0 0 0 0,0-1 0 0 0,0 1 0 0 0,0 1 0 0 0,1-1-14 0 0,-1 1 1 0 0,1 0-1 0 0,-1-1 0 0 0,0 1 0 0 0,1 0 0 0 0,-1-1 0 0 0,0 1 1 0 0,0 0-1 0 0,-1-1 0 0 0,1 1 0 0 0,0 0 0 0 0,0 0 1 0 0,-1-1-1 0 0,1 1 0 0 0,-1-1 0 0 0,-1 4 0 0 0,0-2-42 0 0,0 1 0 0 0,0-1 1 0 0,0 0-1 0 0,-1 0 0 0 0,1 0 0 0 0,-1 0 0 0 0,-3 2 0 0 0,-3 3-116 0 0,-1-2 1 0 0,1 1-1 0 0,-1-1 1 0 0,-12 4-1 0 0,20-9 49 0 0,0 0 0 0 0,0 0 0 0 0,0 0-1 0 0,0-1 1 0 0,0 1 0 0 0,-1-1 0 0 0,1 0-1 0 0,0 0 1 0 0,0 0 0 0 0,-1 0 0 0 0,1 0-1 0 0,0 0 1 0 0,-4-1 0 0 0,5 1-939 0 0</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7:44.856"/>
    </inkml:context>
    <inkml:brush xml:id="br0">
      <inkml:brushProperty name="width" value="0.05" units="cm"/>
      <inkml:brushProperty name="height" value="0.05" units="cm"/>
    </inkml:brush>
  </inkml:definitions>
  <inkml:trace contextRef="#ctx0" brushRef="#br0">47 0 2303 0 0,'0'2'167'0'0,"-10"52"9211"0"0,-4 0-4777 0 0,-8 42-3136 0 0,22-94-1816 0 0</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7:45.191"/>
    </inkml:context>
    <inkml:brush xml:id="br0">
      <inkml:brushProperty name="width" value="0.05" units="cm"/>
      <inkml:brushProperty name="height" value="0.05" units="cm"/>
    </inkml:brush>
  </inkml:definitions>
  <inkml:trace contextRef="#ctx0" brushRef="#br0">166 0 9671 0 0,'0'0'875'0'0,"0"2"-719"0"0,-4 67 2469 0 0,-17 49-1051 0 0,2-9 109 0 0,17-90-1483 0 0,1-1-1 0 0,0 1 1 0 0,4 34 0 0 0,-2-49-327 0 0,-1-1 0 0 0,1 0 0 0 0,0 1 0 0 0,0-1 0 0 0,0 0 0 0 0,0 0 0 0 0,0 1 0 0 0,1-1 0 0 0,-1 0 0 0 0,1 0 0 0 0,3 4 0 0 0</inkml:trace>
  <inkml:trace contextRef="#ctx0" brushRef="#br0" timeOffset="1">1 145 7831 0 0,'0'0'706'0'0,"0"1"-232"0"0,2 3 270 0 0,-1-1-1 0 0,0 0 1 0 0,0 0 0 0 0,1 0-1 0 0,0 0 1 0 0,0 0-1 0 0,-1-1 1 0 0,2 1-1 0 0,-1 0 1 0 0,0-1 0 0 0,0 1-1 0 0,5 2 1 0 0,-2-1-337 0 0,0-1 0 0 0,1 0 1 0 0,-1 0-1 0 0,1 0 1 0 0,-1-1-1 0 0,10 3 1 0 0,-3-2-391 0 0,0 0 0 0 0,-1-2 0 0 0,1 1 0 0 0,0-1 0 0 0,0-1 0 0 0,22-2-1 0 0,19-4-1713 0 0,-38 3-63 0 0</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7:45.835"/>
    </inkml:context>
    <inkml:brush xml:id="br0">
      <inkml:brushProperty name="width" value="0.05" units="cm"/>
      <inkml:brushProperty name="height" value="0.05" units="cm"/>
    </inkml:brush>
  </inkml:definitions>
  <inkml:trace contextRef="#ctx0" brushRef="#br0">21 76 13903 0 0,'0'0'315'0'0,"-14"-5"766"0"0,14 5-1066 0 0,-1 0 0 0 0,1 0 0 0 0,-1-1 0 0 0,1 1 0 0 0,-1 0 0 0 0,1-1 0 0 0,0 1-1 0 0,-1 0 1 0 0,1-1 0 0 0,0 1 0 0 0,-1-1 0 0 0,1 1 0 0 0,0-1 0 0 0,-1 1 0 0 0,1-1 0 0 0,0 1-1 0 0,0-1 1 0 0,0 1 0 0 0,0-1 0 0 0,-1 1 0 0 0,1-1 0 0 0,0 1 0 0 0,0-1 0 0 0,0 1 0 0 0,0-1-1 0 0,0 1 1 0 0,0-1 0 0 0,0 1 0 0 0,0-1 0 0 0,1 1 0 0 0,-1-1 0 0 0,0 1 0 0 0,0-1 0 0 0,0 1-1 0 0,0-1 1 0 0,1 1 0 0 0,-1-1 0 0 0,1 0 0 0 0,-1 0 138 0 0,1-1-24 0 0,0 1 0 0 0,0-1 0 0 0,0 0 0 0 0,1 1 0 0 0,-1-1 0 0 0,1 1 0 0 0,-1 0 0 0 0,0-1 0 0 0,1 1 0 0 0,0 0 0 0 0,-1 0 0 0 0,1 0 0 0 0,0 0 0 0 0,0 0 0 0 0,0 0 0 0 0,2 0 0 0 0,35-10 1040 0 0,-29 8-878 0 0,16-2 292 0 0,0 1 0 0 0,52-2 0 0 0,52 10-74 0 0,-87-1-614 0 0,56 5-234 0 0,-34 1-2967 0 0</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7:46.169"/>
    </inkml:context>
    <inkml:brush xml:id="br0">
      <inkml:brushProperty name="width" value="0.05" units="cm"/>
      <inkml:brushProperty name="height" value="0.05" units="cm"/>
    </inkml:brush>
  </inkml:definitions>
  <inkml:trace contextRef="#ctx0" brushRef="#br0">0 1 10135 0 0,'0'0'919'0'0,"2"3"-527"0"0,4 14 920 0 0,0 0 0 0 0,0 1 0 0 0,-2 0 0 0 0,3 20 0 0 0,5 79 231 0 0,-6 180-488 0 0,-5-145-2494 0 0,-1-109-239 0 0</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7:46.486"/>
    </inkml:context>
    <inkml:brush xml:id="br0">
      <inkml:brushProperty name="width" value="0.05" units="cm"/>
      <inkml:brushProperty name="height" value="0.05" units="cm"/>
    </inkml:brush>
  </inkml:definitions>
  <inkml:trace contextRef="#ctx0" brushRef="#br0">304 1 12815 0 0,'0'0'587'0'0,"-5"6"188"0"0,-21 29-151 0 0,1 2 0 0 0,-30 59 0 0 0,-29 84 281 0 0,70-148-886 0 0,-43 109 335 0 0,46-109-251 0 0,2 0-1 0 0,-9 50 1 0 0,18-80-975 0 0</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7:46.821"/>
    </inkml:context>
    <inkml:brush xml:id="br0">
      <inkml:brushProperty name="width" value="0.05" units="cm"/>
      <inkml:brushProperty name="height" value="0.05" units="cm"/>
    </inkml:brush>
  </inkml:definitions>
  <inkml:trace contextRef="#ctx0" brushRef="#br0">220 37 2759 0 0,'4'-4'-264'0'0,"-1"-1"577"0"0,1 1-1 0 0,0 0 0 0 0,0 0 1 0 0,0 0-1 0 0,7-4 0 0 0,-11 7-121 0 0,1 1 0 0 0,0-1 0 0 0,-1 1 0 0 0,1 0 0 0 0,0 0 0 0 0,-1-1 0 0 0,1 1-1 0 0,0 0 1 0 0,-1 0 0 0 0,1 0 0 0 0,0 0 0 0 0,0 0 0 0 0,-1 0 0 0 0,1 0 0 0 0,0 0-1 0 0,-1 0 1 0 0,1 0 0 0 0,0 0 0 0 0,0 0 0 0 0,0 1 0 0 0,0-1 207 0 0,0 1-1 0 0,0 0 1 0 0,0 0-1 0 0,0 0 1 0 0,0 0 0 0 0,-1-1-1 0 0,1 1 1 0 0,0 0 0 0 0,-1 0-1 0 0,1 0 1 0 0,0 0 0 0 0,-1 1-1 0 0,1-1 1 0 0,-1 0 0 0 0,0 0-1 0 0,1 2 1 0 0,12 58 3400 0 0,-2 33-2335 0 0,-10-76-1336 0 0,4 105 514 0 0,-3-57-366 0 0,-2-56-273 0 0,2 208-747 0 0,-2-207 283 0 0,0-1 0 0 0,-2 1 0 0 0,1-1 0 0 0,-1 0 0 0 0,-1 0-1 0 0,-3 10 1 0 0,5-18 198 0 0,1 0 0 0 0,-1 0 0 0 0,0 0 0 0 0,0 0 0 0 0,-1 0 0 0 0,1-1 0 0 0,0 1 0 0 0,-1 0 0 0 0,1-1 0 0 0,-1 1 0 0 0,1-1 0 0 0,-1 0-1 0 0,0 1 1 0 0,1-1 0 0 0,-1 0 0 0 0,0 0 0 0 0,0 0 0 0 0,0 0 0 0 0,0 0 0 0 0,0-1 0 0 0,0 1 0 0 0,0-1 0 0 0,0 1 0 0 0,0-1 0 0 0,0 0 0 0 0,0 1 0 0 0,0-1 0 0 0,-1 0-1 0 0,1 0 1 0 0,0-1 0 0 0,0 1 0 0 0,0 0 0 0 0,0-1 0 0 0,0 0 0 0 0,-3 0 0 0 0,-5-2-349 0 0,1-1-1 0 0,-1 0 1 0 0,1 0-1 0 0,0-1 1 0 0,-14-9-1 0 0,12 5 758 0 0,-1 0 1 0 0,1-1-1 0 0,-13-15 0 0 0,8 5 1168 0 0,1 0 1 0 0,0-1-1 0 0,2-1 0 0 0,-13-27 0 0 0,24 45-913 0 0,-14-35 2286 0 0,15 37-2447 0 0,0 0 0 0 0,0-1 0 0 0,1 1 0 0 0,-1-1 0 0 0,1 1 0 0 0,0-1 0 0 0,0 1-1 0 0,0-1 1 0 0,0 1 0 0 0,0-1 0 0 0,0 1 0 0 0,1-1 0 0 0,0-2 0 0 0,0 4-141 0 0,-1 1-1 0 0,1-1 1 0 0,0 1 0 0 0,0-1-1 0 0,0 1 1 0 0,-1-1-1 0 0,1 1 1 0 0,0-1 0 0 0,0 1-1 0 0,0 0 1 0 0,0 0 0 0 0,0 0-1 0 0,0-1 1 0 0,0 1 0 0 0,0 0-1 0 0,0 0 1 0 0,1 0 0 0 0,0 0 76 0 0,28 0 590 0 0,49 5-1 0 0,6 1-2804 0 0,-62-6 143 0 0</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7:47.166"/>
    </inkml:context>
    <inkml:brush xml:id="br0">
      <inkml:brushProperty name="width" value="0.05" units="cm"/>
      <inkml:brushProperty name="height" value="0.05" units="cm"/>
    </inkml:brush>
  </inkml:definitions>
  <inkml:trace contextRef="#ctx0" brushRef="#br0">62 1 10135 0 0,'5'7'1050'0'0,"-3"-3"-771"0"0,-1-1 0 0 0,1 0 0 0 0,-1 1 0 0 0,0-1 0 0 0,0 1 0 0 0,0-1 0 0 0,0 1 0 0 0,-1-1 0 0 0,1 1 0 0 0,-1 0 0 0 0,0 4 0 0 0,-1-1 282 0 0,0-1 0 0 0,0 1 0 0 0,-1-1-1 0 0,0 0 1 0 0,-4 10 0 0 0,-16 31 478 0 0,-8 21-708 0 0,27-60-303 0 0,1 0 0 0 0,0-1 1 0 0,0 1-1 0 0,1 0 0 0 0,0 0 1 0 0,0 16-1 0 0,1-22 14 0 0,0 0 1 0 0,0 0-1 0 0,0 0 1 0 0,1 0 0 0 0,-1 0-1 0 0,1 0 1 0 0,-1 0-1 0 0,1 0 1 0 0,-1 0-1 0 0,1-1 1 0 0,0 1-1 0 0,0 0 1 0 0,0 0-1 0 0,0-1 1 0 0,0 1-1 0 0,1 0 1 0 0,-1-1-1 0 0,0 1 1 0 0,1-1-1 0 0,-1 0 1 0 0,1 1-1 0 0,0-1 1 0 0,-1 0-1 0 0,1 0 1 0 0,0 0 0 0 0,0 0-1 0 0,-1 0 1 0 0,1-1-1 0 0,0 1 1 0 0,0 0-1 0 0,0-1 1 0 0,0 1-1 0 0,0-1 1 0 0,0 0-1 0 0,0 0 1 0 0,0 0-1 0 0,0 0 1 0 0,2 0-1 0 0,6-1-1 0 0,-1 0-1 0 0,0 0 0 0 0,0-1 1 0 0,0-1-1 0 0,0 1 0 0 0,0-1 1 0 0,8-5-1 0 0,36-19-2182 0 0,-38 17 924 0 0</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7:48.211"/>
    </inkml:context>
    <inkml:brush xml:id="br0">
      <inkml:brushProperty name="width" value="0.05" units="cm"/>
      <inkml:brushProperty name="height" value="0.05" units="cm"/>
    </inkml:brush>
  </inkml:definitions>
  <inkml:trace contextRef="#ctx0" brushRef="#br0">320 22 3223 0 0,'0'0'13083'0'0,"-7"0"-12598"0"0,2 0-435 0 0,0 0 0 0 0,0 1 0 0 0,0 0 1 0 0,0 0-1 0 0,0 0 0 0 0,1 1 0 0 0,-1-1 0 0 0,0 1 0 0 0,-6 4 0 0 0,-3 3 372 0 0,-20 16-1 0 0,20-15 115 0 0,10-6-101 0 0,-1 0 0 0 0,0 0 0 0 0,1 0 0 0 0,-9 11 2457 0 0,22-14-3116 0 0,-5 0 227 0 0,-3-1 18 0 0,0 0 1 0 0,1 0 0 0 0,-1 1 0 0 0,0-1-1 0 0,0 0 1 0 0,1-1 0 0 0,-1 1-1 0 0,0 0 1 0 0,0 0 0 0 0,0 0 0 0 0,1-1-1 0 0,-1 1 1 0 0,0-1 0 0 0,0 1 0 0 0,0-1-1 0 0,2 0 1 0 0,9-4 79 0 0,-11 4 187 0 0,3 1-199 0 0,0-1 0 0 0,-1 1 0 0 0,0-1 0 0 0,1 0 0 0 0,-1 0 0 0 0,5-3 0 0 0,9-2-37 0 0,-15 7-39 0 0,-1-2-13 0 0,0 1 0 0 0,0 0 0 0 0,0 0 0 0 0,0 0 0 0 0,0 0 0 0 0,-1 0 0 0 0,1-1 0 0 0,0 1 0 0 0,0 0 0 0 0,0-1 0 0 0,-1 1-1 0 0,1-1 1 0 0,0 1 0 0 0,0-1 0 0 0,-1 1 0 0 0,2-2 0 0 0,2 0 45 0 0,-1-1 0 0 0,1 0 0 0 0,-1 0 0 0 0,0 0 0 0 0,0-1 0 0 0,0 1 0 0 0,-1-1 0 0 0,1 0-1 0 0,-1 1 1 0 0,0-1 0 0 0,0 0 0 0 0,2-5 0 0 0,-4 8-32 0 0,0 0-1 0 0,0 0 1 0 0,0 0-1 0 0,0 0 1 0 0,0 0 0 0 0,0-1-1 0 0,0 1 1 0 0,-1 0-1 0 0,1 1 1 0 0,0-1-1 0 0,-1 0 1 0 0,1 0-1 0 0,-1 0 1 0 0,1 0 0 0 0,-1 0-1 0 0,1 0 1 0 0,-1 0-1 0 0,1 0 1 0 0,-1 1-1 0 0,0-1 1 0 0,0 0 0 0 0,1 1-1 0 0,-1-1 1 0 0,0 0-1 0 0,0 1 1 0 0,0-1-1 0 0,0 1 1 0 0,0-1 0 0 0,1 1-1 0 0,-1 0 1 0 0,0-1-1 0 0,-2 1 1 0 0,-2-2-2 0 0,0 0 0 0 0,0 1 0 0 0,0 0 0 0 0,-10-1-1 0 0,7 2 20 0 0,0 0-1 0 0,0 1 1 0 0,0 0-1 0 0,0 1 1 0 0,0-1-1 0 0,0 1 1 0 0,1 1-1 0 0,-1 0 1 0 0,1 0-1 0 0,-1 0 1 0 0,1 1-1 0 0,0 0 1 0 0,1 0-1 0 0,-7 6 1 0 0,-3 3-52 0 0,0 1 1 0 0,1 0 0 0 0,1 1 0 0 0,-16 21-1 0 0,24-27 14 0 0,0 1 0 0 0,0 0 0 0 0,1 0 0 0 0,0 0 0 0 0,1 0 0 0 0,0 1 0 0 0,1-1 0 0 0,0 1 0 0 0,1 0 0 0 0,0 0 0 0 0,0 0 0 0 0,1 0 0 0 0,1 0 0 0 0,0 1 0 0 0,0-1 0 0 0,1 0 0 0 0,1 0 0 0 0,0 0 0 0 0,4 14 0 0 0,-3-16 1 0 0,0 1 1 0 0,0-1 0 0 0,1 0-1 0 0,0 0 1 0 0,1 0-1 0 0,0 0 1 0 0,1-1 0 0 0,0 0-1 0 0,0 0 1 0 0,0 0-1 0 0,1-1 1 0 0,0 0 0 0 0,1 0-1 0 0,-1-1 1 0 0,1 0-1 0 0,1-1 1 0 0,-1 1 0 0 0,1-1-1 0 0,0-1 1 0 0,0 0-1 0 0,16 5 1 0 0,-13-6-227 0 0,-1 0 0 0 0,1-2 0 0 0,0 1 0 0 0,0-1 0 0 0,16-1-1 0 0,-23-1 106 0 0,0 1-1 0 0,0-1 0 0 0,0 0 0 0 0,0 0 0 0 0,0 0 0 0 0,0 0 0 0 0,0-1 0 0 0,0 0 0 0 0,-1 0 0 0 0,1 0 0 0 0,-1-1 1 0 0,1 0-1 0 0,-1 0 0 0 0,0 0 0 0 0,4-4 0 0 0,3-6-1210 0 0</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7:48.760"/>
    </inkml:context>
    <inkml:brush xml:id="br0">
      <inkml:brushProperty name="width" value="0.05" units="cm"/>
      <inkml:brushProperty name="height" value="0.05" units="cm"/>
    </inkml:brush>
  </inkml:definitions>
  <inkml:trace contextRef="#ctx0" brushRef="#br0">0 231 7367 0 0,'0'0'667'0'0,"2"1"-304"0"0,3 2 273 0 0,0-1 0 0 0,0 1 0 0 0,1-1 1 0 0,-1-1-1 0 0,1 1 0 0 0,0-1 0 0 0,-1 0 0 0 0,1 0 1 0 0,0 0-1 0 0,-1-1 0 0 0,9 0 0 0 0,-5-1-187 0 0,1 0-1 0 0,0-1 1 0 0,-1 0-1 0 0,1-1 0 0 0,-1 0 1 0 0,11-5-1 0 0,-1-2-72 0 0,1 0-1 0 0,-1-2 1 0 0,-1 0-1 0 0,0-1 1 0 0,20-20-1 0 0,-29 26-183 0 0,-2 0 0 0 0,1-1 0 0 0,-1 0-1 0 0,0 0 1 0 0,-1 0 0 0 0,1-1 0 0 0,6-15 0 0 0,-12 23-182 0 0,0-1 1 0 0,-1 1-1 0 0,1-1 0 0 0,-1 1 1 0 0,0-1-1 0 0,1 1 0 0 0,-1-1 1 0 0,0 1-1 0 0,0-1 0 0 0,0 1 1 0 0,0-1-1 0 0,0 1 0 0 0,0-1 1 0 0,-1 1-1 0 0,1-1 0 0 0,0 1 1 0 0,-1-1-1 0 0,1 1 0 0 0,-1-1 1 0 0,0 1-1 0 0,0-2 0 0 0,-1 1 12 0 0,0 0 0 0 0,1 0 0 0 0,-1 1 0 0 0,0-1 0 0 0,0 1 0 0 0,0-1-1 0 0,0 1 1 0 0,0 0 0 0 0,0 0 0 0 0,0 0 0 0 0,0 0 0 0 0,-4-1-1 0 0,-1 0-512 0 0,0 1 0 0 0,0 0 0 0 0,0 0 0 0 0,-1 0 0 0 0,1 1 0 0 0,0 0 0 0 0,0 0 0 0 0,-8 2 0 0 0,4 1-6504 0 0</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7:49.295"/>
    </inkml:context>
    <inkml:brush xml:id="br0">
      <inkml:brushProperty name="width" value="0.05" units="cm"/>
      <inkml:brushProperty name="height" value="0.05" units="cm"/>
    </inkml:brush>
  </inkml:definitions>
  <inkml:trace contextRef="#ctx0" brushRef="#br0">140 47 12895 0 0,'6'-20'1186'0'0,"-6"19"-1124"0"0,1 0 0 0 0,-1 0 0 0 0,0 0 0 0 0,0 0 1 0 0,0 1-1 0 0,0-1 0 0 0,0 0 0 0 0,0 0 0 0 0,-1 0 0 0 0,1 1 0 0 0,0-1 1 0 0,0 0-1 0 0,-1 0 0 0 0,1 0 0 0 0,0 1 0 0 0,-1-1 0 0 0,1 0 1 0 0,0 1-1 0 0,-1-1 0 0 0,1 0 0 0 0,-1 1 0 0 0,0-1 0 0 0,1 0 0 0 0,-1 1 1 0 0,1-1-1 0 0,-1 1 0 0 0,0-1 0 0 0,0 0 0 0 0,-1 0 69 0 0,0 1 0 0 0,0-1-1 0 0,0 0 1 0 0,0 1 0 0 0,0-1 0 0 0,-1 1-1 0 0,1 0 1 0 0,0 0 0 0 0,0 0 0 0 0,0 0-1 0 0,0 0 1 0 0,0 0 0 0 0,0 0-1 0 0,0 1 1 0 0,0-1 0 0 0,-3 2 0 0 0,1-1-58 0 0,1 1 1 0 0,0 0-1 0 0,-1 0 1 0 0,1 0 0 0 0,0 0-1 0 0,0 1 1 0 0,0-1-1 0 0,-4 5 1 0 0,2-1-60 0 0,-1 1-1 0 0,1 0 1 0 0,0 0 0 0 0,1 1 0 0 0,0-1-1 0 0,0 1 1 0 0,-4 12 0 0 0,6-15 43 0 0,1 0 1 0 0,-1-1 0 0 0,1 1-1 0 0,0 0 1 0 0,1 0-1 0 0,-1 1 1 0 0,1-1-1 0 0,0 0 1 0 0,0 0-1 0 0,1 0 1 0 0,-1 0-1 0 0,1 0 1 0 0,0 0 0 0 0,0 0-1 0 0,1 0 1 0 0,0-1-1 0 0,0 1 1 0 0,0 0-1 0 0,0-1 1 0 0,1 1-1 0 0,-1-1 1 0 0,1 0-1 0 0,0 0 1 0 0,1 0 0 0 0,-1 0-1 0 0,1-1 1 0 0,-1 1-1 0 0,1-1 1 0 0,0 0-1 0 0,5 3 1 0 0,9 4 85 0 0,10 6 210 0 0,-27-15-343 0 0,0 0 0 0 0,0 0 0 0 0,-1 0 0 0 0,1 0 1 0 0,0-1-1 0 0,-1 1 0 0 0,1 0 0 0 0,-1 0 0 0 0,1 0 0 0 0,-1 0 0 0 0,1 0 1 0 0,-1 0-1 0 0,0 0 0 0 0,0 1 0 0 0,0-1 0 0 0,1 0 0 0 0,-1 0 0 0 0,0 0 1 0 0,0 0-1 0 0,0 0 0 0 0,0 0 0 0 0,-1 0 0 0 0,1 0 0 0 0,0 0 1 0 0,0 0-1 0 0,-1 1 0 0 0,1-1 0 0 0,-2 1 0 0 0,1 2 8 0 0,-1 0 0 0 0,0-1 0 0 0,0 1-1 0 0,0-1 1 0 0,-6 7 0 0 0,-6 2-799 0 0,0 1 1 0 0,-1-2-1 0 0,0 0 0 0 0,-21 12 0 0 0,23-17-803 0 0</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7:49.658"/>
    </inkml:context>
    <inkml:brush xml:id="br0">
      <inkml:brushProperty name="width" value="0.05" units="cm"/>
      <inkml:brushProperty name="height" value="0.05" units="cm"/>
    </inkml:brush>
  </inkml:definitions>
  <inkml:trace contextRef="#ctx0" brushRef="#br0">1 0 1375 0 0,'1'1'107'0'0,"22"14"3428"0"0,-20-13-2609 0 0,-1 0-1 0 0,1 0 1 0 0,-1 1-1 0 0,0-1 1 0 0,0 1-1 0 0,0 0 1 0 0,0-1-1 0 0,0 1 1 0 0,-1 0 0 0 0,1 0-1 0 0,-1 0 1 0 0,0 1-1 0 0,0-1 1 0 0,1 5-1 0 0,-1-3-914 0 0,0 0 0 0 0,-1 0 0 0 0,0 0 0 0 0,0 1 0 0 0,-2 7 0 0 0,-20 91 908 0 0,22-104-883 0 0,0 1 0 0 0,0-1 0 0 0,0 1 0 0 0,0-1 0 0 0,0 1 0 0 0,0-1 0 0 0,-1 1 0 0 0,1-1 0 0 0,1 1 0 0 0,-1-1 1 0 0,0 1-1 0 0,0-1 0 0 0,0 1 0 0 0,0-1 0 0 0,0 0 0 0 0,0 1 0 0 0,0-1 0 0 0,1 1 0 0 0,-1-1 0 0 0,0 1 0 0 0,0-1 1 0 0,1 1-1 0 0,-1-1 0 0 0,0 0 0 0 0,1 1 0 0 0,-1-1 0 0 0,0 0 0 0 0,1 1 0 0 0,-1-1 0 0 0,1 1 0 0 0,0-1 1 0 0,1 0 0 0 0,-1 0 0 0 0,0 1-1 0 0,0-1 1 0 0,0 0 0 0 0,0 0 0 0 0,1 0-1 0 0,-1 0 1 0 0,0 0 0 0 0,0-1 0 0 0,0 1 0 0 0,2 0-1 0 0,2-2-220 0 0,0 0-1 0 0,1 0 1 0 0,-2 0 0 0 0,8-4-1 0 0,4-6-2952 0 0,-8 6-3302 0 0</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7:50.003"/>
    </inkml:context>
    <inkml:brush xml:id="br0">
      <inkml:brushProperty name="width" value="0.05" units="cm"/>
      <inkml:brushProperty name="height" value="0.05" units="cm"/>
    </inkml:brush>
  </inkml:definitions>
  <inkml:trace contextRef="#ctx0" brushRef="#br0">220 0 10135 0 0,'0'0'778'0'0,"0"2"-506"0"0,0 11 1045 0 0,0 0 0 0 0,-2-1 0 0 0,1 0 0 0 0,-2 1 0 0 0,-6 23 1 0 0,3-16-805 0 0,-13 75 1681 0 0,17-85-1997 0 0,1 0 1 0 0,1 1-1 0 0,0-1 1 0 0,0 1 0 0 0,1-1-1 0 0,1 1 1 0 0,2 11-1 0 0,-2-17-112 0 0,-2-3-71 0 0,1 1 0 0 0,0-1 0 0 0,0 0 0 0 0,0 0 0 0 0,0 0 0 0 0,0-1 0 0 0,0 1 0 0 0,0 0 0 0 0,1 0 0 0 0,2 2 0 0 0,-3-2-362 0 0</inkml:trace>
  <inkml:trace contextRef="#ctx0" brushRef="#br0" timeOffset="1">1 161 12871 0 0,'0'0'2388'0'0,"2"0"-1274"0"0,108 24 3361 0 0,-48-9-5120 0 0,-31-10-2080 0 0,-17-4-3682 0 0</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7:57.047"/>
    </inkml:context>
    <inkml:brush xml:id="br0">
      <inkml:brushProperty name="width" value="0.05" units="cm"/>
      <inkml:brushProperty name="height" value="0.05" units="cm"/>
    </inkml:brush>
  </inkml:definitions>
  <inkml:trace contextRef="#ctx0" brushRef="#br0">1 0 8287 0 0,'0'0'1004'0'0,"1"3"-396"0"0,10 15 369 0 0,-2 0 1 0 0,14 39-1 0 0,3 5-934 0 0,1-1 153 0 0,-17-37 351 0 0,0-1 1 0 0,1-1-1 0 0,23 34 0 0 0,-32-54-414 0 0,-1 0-1 0 0,1 1 0 0 0,0-1 1 0 0,0-1-1 0 0,0 1 0 0 0,0 0 1 0 0,0 0-1 0 0,1-1 0 0 0,-1 1 1 0 0,1-1-1 0 0,-1 0 0 0 0,5 2 1 0 0,-6-3-46 0 0,1 0 0 0 0,-1 1 0 0 0,0-1 0 0 0,1 0-1 0 0,-1 0 1 0 0,1 0 0 0 0,-1 0 0 0 0,1 0 0 0 0,-1-1 0 0 0,0 1 0 0 0,1 0 0 0 0,-1-1 0 0 0,0 1 0 0 0,1-1 0 0 0,-1 1 0 0 0,0-1 0 0 0,1 1 0 0 0,-1-1 0 0 0,0 0 0 0 0,0 0 0 0 0,0 0-1 0 0,0 0 1 0 0,0 0 0 0 0,0 0 0 0 0,0 0 0 0 0,2-2 0 0 0,3-5 186 0 0,-1-1 0 0 0,0 1 0 0 0,0-1 0 0 0,-1 0 0 0 0,4-10 0 0 0,13-52 542 0 0,-11 37-581 0 0,-3 8-104 0 0,0 0 0 0 0,-2 0 1 0 0,3-45-1 0 0,-7 67-121 0 0,1-15-59 0 0,-3 11 18 0 0</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7:57.379"/>
    </inkml:context>
    <inkml:brush xml:id="br0">
      <inkml:brushProperty name="width" value="0.05" units="cm"/>
      <inkml:brushProperty name="height" value="0.05" units="cm"/>
    </inkml:brush>
  </inkml:definitions>
  <inkml:trace contextRef="#ctx0" brushRef="#br0">113 1 9703 0 0,'0'0'875'0'0,"-2"1"-654"0"0,-6 6 180 0 0,-1 0 0 0 0,1 0 0 0 0,0 1-1 0 0,0 0 1 0 0,1 1 0 0 0,-11 16-1 0 0,15-21-263 0 0,1 0 0 0 0,-1 1 0 0 0,1 0 0 0 0,1 0-1 0 0,-1-1 1 0 0,0 1 0 0 0,0 9 0 0 0,1-11-33 0 0,1 0 0 0 0,0 0 1 0 0,0 0-1 0 0,0 0 0 0 0,1 0 1 0 0,-1 0-1 0 0,1 0 0 0 0,0 0 0 0 0,-1 0 1 0 0,1 0-1 0 0,1 0 0 0 0,-1 0 1 0 0,0 0-1 0 0,2 2 0 0 0,-1-3 15 0 0,0 1 1 0 0,0-1-1 0 0,0 1 0 0 0,1-1 0 0 0,-1 0 0 0 0,1 0 0 0 0,-1 0 1 0 0,1 0-1 0 0,0-1 0 0 0,-1 1 0 0 0,4 0 0 0 0,2 1 107 0 0,-1 0 0 0 0,0-1 0 0 0,10 2 0 0 0,-16-3 198 0 0,-1 0-416 0 0,0 1 1 0 0,-1-1-1 0 0,1 1 1 0 0,-1-1-1 0 0,1 1 1 0 0,-1-1-1 0 0,0 1 1 0 0,1-1-1 0 0,-1 0 1 0 0,0 1-1 0 0,0-1 1 0 0,0 0 0 0 0,-2 2-1 0 0,-17 15-171 0 0,20-18 163 0 0,-58 42-2272 0 0,37-29 1054 0 0</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7:59.818"/>
    </inkml:context>
    <inkml:brush xml:id="br0">
      <inkml:brushProperty name="width" value="0.05" units="cm"/>
      <inkml:brushProperty name="height" value="0.05" units="cm"/>
    </inkml:brush>
  </inkml:definitions>
  <inkml:trace contextRef="#ctx0" brushRef="#br0">1 1 4607 0 0,'0'0'8274'0'0,"2"3"-7653"0"0,6 9-86 0 0,-3-8-21 0 0,23 5 48 0 0,0-2 0 0 0,54 7 0 0 0,64-3 206 0 0,-88-11-542 0 0,96-10 1 0 0,-153 9-283 0 0</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00.147"/>
    </inkml:context>
    <inkml:brush xml:id="br0">
      <inkml:brushProperty name="width" value="0.05" units="cm"/>
      <inkml:brushProperty name="height" value="0.05" units="cm"/>
    </inkml:brush>
  </inkml:definitions>
  <inkml:trace contextRef="#ctx0" brushRef="#br0">0 0 10591 0 0,'0'0'819'0'0,"1"2"-534"0"0,6 17 550 0 0,8 20 146 0 0,-1 1 1 0 0,12 63-1 0 0,-12 53-688 0 0,-12-111-954 0 0,2 0 0 0 0,14 71 1 0 0,-10-92-2783 0 0,1-3-1020 0 0</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00.492"/>
    </inkml:context>
    <inkml:brush xml:id="br0">
      <inkml:brushProperty name="width" value="0.05" units="cm"/>
      <inkml:brushProperty name="height" value="0.05" units="cm"/>
    </inkml:brush>
  </inkml:definitions>
  <inkml:trace contextRef="#ctx0" brushRef="#br0">164 0 9239 0 0,'0'0'423'0'0,"-2"0"-8"0"0,-4 1-324 0 0,0 0 0 0 0,1 0 0 0 0,-1 1 0 0 0,0-1 0 0 0,1 1 0 0 0,0 0 0 0 0,-1 1 0 0 0,1-1 1 0 0,0 1-1 0 0,-7 6 0 0 0,5-4 283 0 0,1 0 1 0 0,1 1-1 0 0,-1 0 1 0 0,1 0 0 0 0,0 1-1 0 0,0 0 1 0 0,-4 9-1 0 0,1-1-22 0 0,1 0-1 0 0,1 0 0 0 0,0 1 1 0 0,1 0-1 0 0,1 0 0 0 0,1 0 1 0 0,0 0-1 0 0,1 1 1 0 0,0 29-1 0 0,2-31-235 0 0,1 1 0 0 0,1-1-1 0 0,0 0 1 0 0,1 1 0 0 0,1-1 0 0 0,0-1 0 0 0,1 1 0 0 0,0 0 0 0 0,1-1-1 0 0,14 23 1 0 0,-14-28-403 0 0,1 1-1 0 0,0-1 0 0 0,16 15 0 0 0,-19-21-339 0 0,0 1-1 0 0,0-1 0 0 0,1 0 0 0 0,-1 0 1 0 0,1-1-1 0 0,6 4 0 0 0,0-4-1323 0 0</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00.890"/>
    </inkml:context>
    <inkml:brush xml:id="br0">
      <inkml:brushProperty name="width" value="0.05" units="cm"/>
      <inkml:brushProperty name="height" value="0.05" units="cm"/>
    </inkml:brush>
  </inkml:definitions>
  <inkml:trace contextRef="#ctx0" brushRef="#br0">250 0 7367 0 0,'0'0'568'0'0,"-2"1"-373"0"0,-5 4 38 0 0,0 0 0 0 0,0 0 0 0 0,1 1 0 0 0,-1-1 0 0 0,1 2 0 0 0,0-1 0 0 0,1 1 1 0 0,-1-1-1 0 0,-4 11 0 0 0,-11 22 902 0 0,-18 51 1 0 0,13-28-321 0 0,-41 102 881 0 0,56-135-1289 0 0,-5 24 50 0 0,15-50-615 0 0</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01.258"/>
    </inkml:context>
    <inkml:brush xml:id="br0">
      <inkml:brushProperty name="width" value="0.05" units="cm"/>
      <inkml:brushProperty name="height" value="0.05" units="cm"/>
    </inkml:brush>
  </inkml:definitions>
  <inkml:trace contextRef="#ctx0" brushRef="#br0">154 1 3679 0 0,'0'0'167'0'0,"2"0"-7"0"0,2 1 464 0 0,0-1-1 0 0,0 1 0 0 0,-1 0 1 0 0,1 0-1 0 0,0 1 1 0 0,-1-1-1 0 0,1 1 1 0 0,-1-1-1 0 0,1 1 0 0 0,-1 0 1 0 0,6 5-1 0 0,-5-3-137 0 0,1 1 1 0 0,-1-1-1 0 0,0 1 0 0 0,-1 0 0 0 0,1 0 0 0 0,5 11 0 0 0,-1 4-261 0 0,0 1 0 0 0,-1-1 0 0 0,5 30 1 0 0,-5-20-26 0 0,-2-14-373 0 0,8 39 635 0 0,-10-18-3567 0 0,-3-28 1521 0 0</inkml:trace>
  <inkml:trace contextRef="#ctx0" brushRef="#br0" timeOffset="1">1 330 7831 0 0,'0'0'1004'0'0,"5"-7"1374"0"0,-2 3-2011 0 0,0 1 0 0 0,0-1 1 0 0,1 1-1 0 0,-1 0 0 0 0,1 0 1 0 0,0 1-1 0 0,0-1 0 0 0,0 1 0 0 0,0 0 1 0 0,4-2-1 0 0,47-15 434 0 0,-47 16-609 0 0,-7 3-192 0 0,9-3-284 0 0,1 0 1 0 0,0 0 0 0 0,1 1 0 0 0,-1 0-1 0 0,14 0 1 0 0,-14 2-960 0 0</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01.745"/>
    </inkml:context>
    <inkml:brush xml:id="br0">
      <inkml:brushProperty name="width" value="0.05" units="cm"/>
      <inkml:brushProperty name="height" value="0.05" units="cm"/>
    </inkml:brush>
  </inkml:definitions>
  <inkml:trace contextRef="#ctx0" brushRef="#br0">21 0 4143 0 0,'0'0'9455'0'0,"-1"1"-8524"0"0,-12 110 3185 0 0,12-92-3594 0 0,-1-2-149 0 0,0-5-165 0 0,1-1 1 0 0,1 1-1 0 0,0 0 1 0 0,0 0 0 0 0,1 0-1 0 0,1-1 1 0 0,5 22 0 0 0,-2-27-366 0 0,-3-4-1033 0 0</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02.093"/>
    </inkml:context>
    <inkml:brush xml:id="br0">
      <inkml:brushProperty name="width" value="0.05" units="cm"/>
      <inkml:brushProperty name="height" value="0.05" units="cm"/>
    </inkml:brush>
  </inkml:definitions>
  <inkml:trace contextRef="#ctx0" brushRef="#br0">0 28 12727 0 0,'0'0'2199'0'0,"2"0"-1282"0"0,185-6 3098 0 0,-129 7-4276 0 0,114-13-1 0 0,-155 7-16 0 0,-14 4-296 0 0,-1 0 0 0 0,1 0-1 0 0,0 1 1 0 0,0-1-1 0 0,0 0 1 0 0,5 1 0 0 0</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02.447"/>
    </inkml:context>
    <inkml:brush xml:id="br0">
      <inkml:brushProperty name="width" value="0.05" units="cm"/>
      <inkml:brushProperty name="height" value="0.05" units="cm"/>
    </inkml:brush>
  </inkml:definitions>
  <inkml:trace contextRef="#ctx0" brushRef="#br0">0 0 6911 0 0,'0'0'939'0'0,"1"3"245"0"0,6 57 3662 0 0,-2-27-3818 0 0,0 41-1 0 0,-11 67 148 0 0,1-28-6114 0 0,4-78-281 0 0</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02.790"/>
    </inkml:context>
    <inkml:brush xml:id="br0">
      <inkml:brushProperty name="width" value="0.05" units="cm"/>
      <inkml:brushProperty name="height" value="0.05" units="cm"/>
    </inkml:brush>
  </inkml:definitions>
  <inkml:trace contextRef="#ctx0" brushRef="#br0">126 20 4607 0 0,'0'0'354'0'0,"1"-1"-233"0"0,0-1 377 0 0,12-14 5468 0 0,-9 27-3813 0 0,-3-5-1863 0 0,0 0 0 0 0,0 0 0 0 0,-1 0 1 0 0,0 0-1 0 0,0 0 0 0 0,0 0 0 0 0,-2 7 0 0 0,-11 41 293 0 0,9-40-372 0 0,-49 151 369 0 0,8-29 241 0 0,16-28 317 0 0,27-100-1166 0 0,2-6-90 0 0,0-4-375 0 0,9-37-5066 0 0,-3 18 499 0 0</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03.122"/>
    </inkml:context>
    <inkml:brush xml:id="br0">
      <inkml:brushProperty name="width" value="0.05" units="cm"/>
      <inkml:brushProperty name="height" value="0.05" units="cm"/>
    </inkml:brush>
  </inkml:definitions>
  <inkml:trace contextRef="#ctx0" brushRef="#br0">66 15 11975 0 0,'10'-10'267'0'0,"-8"8"42"0"0,-1 2-279 0 0,0 0-1 0 0,-1-1 1 0 0,1 1-1 0 0,0 0 0 0 0,-1-1 1 0 0,1 1-1 0 0,0 0 1 0 0,-1 0-1 0 0,1 0 0 0 0,0-1 1 0 0,0 1-1 0 0,-1 0 1 0 0,1 0-1 0 0,0 0 1 0 0,0 0-1 0 0,-1 0 0 0 0,1 1 1 0 0,0-1-1 0 0,-1 0 1 0 0,1 0-1 0 0,0 0 0 0 0,0 1 1 0 0,-1-1-1 0 0,1 0 1 0 0,0 1-1 0 0,16 10-58 0 0,-11-4 389 0 0,0 0 0 0 0,-1 0-1 0 0,0 0 1 0 0,0 1 0 0 0,-1 0-1 0 0,4 10 1 0 0,18 52 1335 0 0,-26-70-1696 0 0,59 255 1520 0 0,-51-210-1720 0 0,-6-11-388 0 0,-2-28-88 0 0,0-6 525 0 0,0 1-1 0 0,0-1 1 0 0,0 1 0 0 0,0-1-1 0 0,0 1 1 0 0,-1-1-1 0 0,1 1 1 0 0,0-1-1 0 0,0 1 1 0 0,-1 0 0 0 0,1-1-1 0 0,0 0 1 0 0,0 1-1 0 0,-1-1 1 0 0,1 1-1 0 0,-1-1 1 0 0,1 1-1 0 0,0-1 1 0 0,-1 0 0 0 0,1 1-1 0 0,-1-1 1 0 0,1 0-1 0 0,-1 1 1 0 0,1-1-1 0 0,-1 0 1 0 0,1 0 0 0 0,-1 0-1 0 0,1 1 1 0 0,-1-1-1 0 0,1 0 1 0 0,-1 0-1 0 0,1 0 1 0 0,-1 0 0 0 0,0 0-1 0 0,0 0 1 0 0,-20-2-1508 0 0,20 2 1399 0 0,-10-3-497 0 0,1 0-1 0 0,-1 0 1 0 0,1-1-1 0 0,0-1 1 0 0,0 0-1 0 0,0 0 1 0 0,-11-9-1 0 0,-60-50 2325 0 0,77 60-1184 0 0,-1 0 546 0 0,1 0-1 0 0,-1 0 1 0 0,1-1 0 0 0,-1 0-1 0 0,-6-10 2202 0 0,20 2 326 0 0,-1 10-3231 0 0,0 0 0 0 0,0 0 1 0 0,0 0-1 0 0,1 1 1 0 0,-1 1-1 0 0,1-1 0 0 0,-1 1 1 0 0,1 1-1 0 0,9 0 1 0 0,-3 1-1404 0 0,0 0 0 0 0,20 5 1 0 0,-22-4-2886 0 0,0-2-1074 0 0</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03.455"/>
    </inkml:context>
    <inkml:brush xml:id="br0">
      <inkml:brushProperty name="width" value="0.05" units="cm"/>
      <inkml:brushProperty name="height" value="0.05" units="cm"/>
    </inkml:brush>
  </inkml:definitions>
  <inkml:trace contextRef="#ctx0" brushRef="#br0">0 0 919 0 0,'14'8'572'0'0,"18"7"9942"0"0,-19-9-8394 0 0,1 1-1 0 0,16 11 0 0 0,-27-16-2057 0 0,1 1-1 0 0,-1 0 1 0 0,0 0-1 0 0,0 0 1 0 0,0 0-1 0 0,0 0 0 0 0,-1 0 1 0 0,1 1-1 0 0,-1-1 1 0 0,0 1-1 0 0,0 0 0 0 0,3 7 1 0 0,-4-9-55 0 0,-1 1 0 0 0,0 0 0 0 0,1 0 0 0 0,-1 0 1 0 0,0 0-1 0 0,-1 0 0 0 0,1 0 0 0 0,0 0 0 0 0,-1 0 0 0 0,0 0 0 0 0,0 0 0 0 0,0 0 1 0 0,0-1-1 0 0,0 1 0 0 0,0 0 0 0 0,-3 3 0 0 0,2-1-18 0 0,-1 0-1 0 0,1 0 1 0 0,0 0-1 0 0,-1 8 1 0 0,3-12 12 0 0,0 0 0 0 0,0-1 0 0 0,0 1 1 0 0,0 0-1 0 0,0-1 0 0 0,0 1 0 0 0,0-1 0 0 0,0 1 1 0 0,0 0-1 0 0,0-1 0 0 0,1 1 0 0 0,-1 0 0 0 0,0-1 1 0 0,0 1-1 0 0,1-1 0 0 0,-1 1 0 0 0,1-1 0 0 0,-1 1 1 0 0,0-1-1 0 0,1 1 0 0 0,-1-1 0 0 0,1 1 1 0 0,-1-1-1 0 0,1 1 0 0 0,-1-1 0 0 0,1 0 0 0 0,-1 1 1 0 0,1-1-1 0 0,0 0 0 0 0,-1 1 0 0 0,1-1 0 0 0,-1 0 1 0 0,1 0-1 0 0,0 0 0 0 0,1 1 0 0 0,-1-1 12 0 0,2 1-12 0 0,-1 0 0 0 0,1 0 0 0 0,-1-1 0 0 0,1 1 0 0 0,0-1 0 0 0,-1 1 0 0 0,1-1 0 0 0,0 0 0 0 0,-1 0 0 0 0,1 0 0 0 0,0 0 0 0 0,0-1 0 0 0,3 0 0 0 0,1-2-507 0 0,0 1 1 0 0,0-1-1 0 0,9-6 1 0 0,-2 2-570 0 0</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03.783"/>
    </inkml:context>
    <inkml:brush xml:id="br0">
      <inkml:brushProperty name="width" value="0.05" units="cm"/>
      <inkml:brushProperty name="height" value="0.05" units="cm"/>
    </inkml:brush>
  </inkml:definitions>
  <inkml:trace contextRef="#ctx0" brushRef="#br0">18 1 15287 0 0,'0'0'1535'0'0,"1"2"-1346"0"0,0 1-64 0 0,1 1 0 0 0,-1 0-1 0 0,1 0 1 0 0,-1 0 0 0 0,0 1 0 0 0,0-1-1 0 0,-1 0 1 0 0,1 0 0 0 0,-1 0-1 0 0,-1 9 1 0 0,0 5 152 0 0,-6 23 0 0 0,2-12-159 0 0,-9 105 396 0 0,14-109-187 0 0,1 0 0 0 0,0 1 0 0 0,8 32 0 0 0,-8-49-241 0 0,2 0 1 0 0,-1-1 0 0 0,1 0-1 0 0,5 9 1 0 0,-7-14-78 0 0,0-1 0 0 0,1 1 0 0 0,-1-1 0 0 0,1 1 0 0 0,-1-1 0 0 0,1 0 0 0 0,0 0 0 0 0,0 1 0 0 0,0-2 0 0 0,0 1 0 0 0,1 0 0 0 0,-1 0 0 0 0,1-1 0 0 0,-1 1 0 0 0,1-1 0 0 0,3 2 0 0 0,-4-3-45 0 0,-1 0-1 0 0,1 0 1 0 0,0 0-1 0 0,0 0 1 0 0,0 0-1 0 0,0 0 1 0 0,0 0-1 0 0,-1-1 1 0 0,1 1-1 0 0,0-1 1 0 0,0 1-1 0 0,-1-1 1 0 0,1 0-1 0 0,0 0 1 0 0,-1 0-1 0 0,1 0 1 0 0,0 0-1 0 0,-1 0 1 0 0,0 0-1 0 0,1-1 1 0 0,-1 1-1 0 0,0 0 1 0 0,3-4-1 0 0,0 1-536 0 0,-1-1 1 0 0,0 1-1 0 0,1-1 0 0 0,-1 0 0 0 0,-1-1 1 0 0,4-7-1 0 0,-5 10 80 0 0,0 0 0 0 0,0-1 1 0 0,-1 1-1 0 0,1 0 0 0 0,-1 0 1 0 0,1-1-1 0 0,-1 1 0 0 0,-1-4 0 0 0,-1-3-1035 0 0</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04.113"/>
    </inkml:context>
    <inkml:brush xml:id="br0">
      <inkml:brushProperty name="width" value="0.05" units="cm"/>
      <inkml:brushProperty name="height" value="0.05" units="cm"/>
    </inkml:brush>
  </inkml:definitions>
  <inkml:trace contextRef="#ctx0" brushRef="#br0">1 265 13903 0 0,'0'0'675'0'0,"1"0"-292"0"0,216 9 1598 0 0,-197-8-1999 0 0,1-2 0 0 0,0 0 1 0 0,24-4-1 0 0,-26 2-3436 0 0,30-10 0 0 0,-37 8-870 0 0</inkml:trace>
  <inkml:trace contextRef="#ctx0" brushRef="#br0" timeOffset="1">548 1 13183 0 0,'1'0'299'0'0,"6"2"-133"0"0,-1 0 1 0 0,1 0-1 0 0,-1 0 1 0 0,1 1-1 0 0,-1 0 1 0 0,0 1-1 0 0,0-1 1 0 0,-1 1-1 0 0,1 0 1 0 0,-1 0-1 0 0,0 1 1 0 0,0 0-1 0 0,0 0 1 0 0,-1 0-1 0 0,1 0 1 0 0,-1 1-1 0 0,0 0 1 0 0,4 9-1 0 0,0 0 236 0 0,-2-1 0 0 0,0 1-1 0 0,0 0 1 0 0,-2 0-1 0 0,1 0 1 0 0,-2 1-1 0 0,2 18 1 0 0,-4-13-221 0 0,-1 0 0 0 0,0 0 0 0 0,-2 0-1 0 0,0 0 1 0 0,-9 33 0 0 0,0-15-355 0 0,-30 73 0 0 0,11-50-2339 0 0,14-36-4082 0 0</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04.554"/>
    </inkml:context>
    <inkml:brush xml:id="br0">
      <inkml:brushProperty name="width" value="0.05" units="cm"/>
      <inkml:brushProperty name="height" value="0.05" units="cm"/>
    </inkml:brush>
  </inkml:definitions>
  <inkml:trace contextRef="#ctx0" brushRef="#br0">99 146 11599 0 0,'1'2'531'0'0,"1"3"-411"0"0,-1 0 0 0 0,1 0 0 0 0,1 0 0 0 0,-1 0-1 0 0,1-1 1 0 0,0 1 0 0 0,0 0 0 0 0,6 5 0 0 0,-7-8-30 0 0,0 0 0 0 0,0-1 0 0 0,0 1 0 0 0,1 0 0 0 0,-1-1 0 0 0,1 1 0 0 0,-1-1 0 0 0,1 0 0 0 0,0 0 0 0 0,-1 0 0 0 0,1 0 0 0 0,0 0 0 0 0,0 0 0 0 0,0-1 0 0 0,0 0 0 0 0,0 1 0 0 0,0-1 0 0 0,3-1 0 0 0,2 1 72 0 0,0-2 0 0 0,-1 1 0 0 0,1-1 0 0 0,0 0 0 0 0,-1-1 0 0 0,1 0 0 0 0,-1 0 0 0 0,0 0 0 0 0,0-1 0 0 0,0 0 0 0 0,-1-1 0 0 0,1 1 0 0 0,-1-1-1 0 0,0-1 1 0 0,0 1 0 0 0,-1-1 0 0 0,0 0 0 0 0,0 0 0 0 0,0 0 0 0 0,-1-1 0 0 0,1 0 0 0 0,-2 0 0 0 0,5-8 0 0 0,-8 13-148 0 0,1 0 0 0 0,-1 0 0 0 0,1 0 0 0 0,-1 0 0 0 0,0 1 0 0 0,0-1 0 0 0,0 0 0 0 0,0 0 0 0 0,0 0 0 0 0,0 0 0 0 0,0 0 0 0 0,-1 0 0 0 0,1 0 0 0 0,-1 0 0 0 0,1 1 0 0 0,-1-1 0 0 0,-1-2 0 0 0,0 1 0 0 0,1 1 0 0 0,-1-1 0 0 0,-1 0 1 0 0,1 1-1 0 0,0-1 0 0 0,-1 1 1 0 0,1 0-1 0 0,-1 0 0 0 0,-3-3 0 0 0,-3 0 11 0 0,-1 0 0 0 0,0 0 0 0 0,0 0 0 0 0,-21-5 0 0 0,21 7-22 0 0,0 1 1 0 0,-1 0 0 0 0,1 1-1 0 0,0-1 1 0 0,0 2 0 0 0,-1 0-1 0 0,-16 2 1 0 0,22-2 16 0 0,0 1 1 0 0,-1 1-1 0 0,1-1 0 0 0,0 1 0 0 0,0 0 1 0 0,0 0-1 0 0,0 0 0 0 0,0 1 0 0 0,1 0 0 0 0,-1 0 1 0 0,1 0-1 0 0,-1 0 0 0 0,1 1 0 0 0,0 0 0 0 0,1 0 1 0 0,-5 5-1 0 0,1 1 58 0 0,1 1 0 0 0,-1 0-1 0 0,2 0 1 0 0,0 0 0 0 0,0 1 0 0 0,1-1 0 0 0,1 1 0 0 0,0 0 0 0 0,0 1 0 0 0,1-1-1 0 0,1 0 1 0 0,0 1 0 0 0,1-1 0 0 0,0 1 0 0 0,1-1 0 0 0,2 15 0 0 0,-1-16-61 0 0,0 1 1 0 0,1 0-1 0 0,0-1 1 0 0,1 0-1 0 0,0 0 1 0 0,1 0-1 0 0,0 0 1 0 0,1-1-1 0 0,0 1 1 0 0,0-2-1 0 0,1 1 1 0 0,1-1-1 0 0,0 0 1 0 0,0 0-1 0 0,0-1 1 0 0,20 14-1 0 0,-21-18-22 0 0,0 0 1 0 0,0-1-1 0 0,1 0 0 0 0,0 0 0 0 0,0-1 1 0 0,-1 0-1 0 0,1 0 0 0 0,1-1 0 0 0,-1 0 1 0 0,0 0-1 0 0,0-1 0 0 0,0 0 0 0 0,9-1 0 0 0,0-1-685 0 0,0-1 0 0 0,-1 0-1 0 0,0-1 1 0 0,0-1-1 0 0,22-10 1 0 0,-21 7-5597 0 0</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06.435"/>
    </inkml:context>
    <inkml:brush xml:id="br0">
      <inkml:brushProperty name="width" value="0.05" units="cm"/>
      <inkml:brushProperty name="height" value="0.05" units="cm"/>
    </inkml:brush>
  </inkml:definitions>
  <inkml:trace contextRef="#ctx0" brushRef="#br0">76 34 6447 0 0,'0'0'499'0'0,"9"-14"2540"0"0,-9 14-2765 0 0,0-1 0 0 0,1 0 0 0 0,-1 0 1 0 0,0 0-1 0 0,0 0 0 0 0,0 0 0 0 0,0 0 1 0 0,0 0-1 0 0,0 0 0 0 0,0 0 0 0 0,0 0 0 0 0,-1 1 1 0 0,1-1-1 0 0,0 0 0 0 0,-1-2 0 0 0,0 3-199 0 0,1-1 0 0 0,-1 1 0 0 0,0 0 0 0 0,1-1 0 0 0,-1 1 0 0 0,1 0 0 0 0,-1 0 0 0 0,0-1 0 0 0,1 1 0 0 0,-1 0 0 0 0,0 0 0 0 0,1 0 0 0 0,-1 0 0 0 0,0 0 0 0 0,1 0 0 0 0,-1 0 0 0 0,0 0 0 0 0,0 0 0 0 0,1 0 0 0 0,-1 0 0 0 0,0 1-1 0 0,1-1 1 0 0,-1 0 0 0 0,1 0 0 0 0,-1 1 0 0 0,0-1 0 0 0,0 1 0 0 0,-2 0-12 0 0,0 0 0 0 0,0 1-1 0 0,0-1 1 0 0,1 1 0 0 0,-1-1-1 0 0,1 1 1 0 0,-1 0 0 0 0,1 0-1 0 0,-1 0 1 0 0,1 0 0 0 0,0 1-1 0 0,0-1 1 0 0,0 0 0 0 0,0 1 0 0 0,1 0-1 0 0,-1-1 1 0 0,1 1 0 0 0,-1 0-1 0 0,1 0 1 0 0,0 0 0 0 0,0 0-1 0 0,0 0 1 0 0,1 0 0 0 0,-1 0-1 0 0,1 0 1 0 0,-1 5 0 0 0,1-3 8 0 0,1-1 0 0 0,-1 1 0 0 0,1 0 0 0 0,0 0 1 0 0,0-1-1 0 0,0 1 0 0 0,1-1 0 0 0,0 1 0 0 0,0-1 1 0 0,0 0-1 0 0,0 1 0 0 0,1-1 0 0 0,-1 0 0 0 0,1 0 0 0 0,0-1 1 0 0,7 7-1 0 0,17 11 117 0 0,-21-17-157 0 0,-1 0 0 0 0,0 0 0 0 0,1 0 0 0 0,-2 1 0 0 0,9 9 1 0 0,-11-12-14 0 0,-1 1 1 0 0,0-1-1 0 0,0 1 1 0 0,0-1 0 0 0,-1 1-1 0 0,2 5 1 0 0,0-1 11 0 0,-2-5-12 0 0,-1 0 0 0 0,1 1 1 0 0,0-1-1 0 0,-1 0 0 0 0,1 0 1 0 0,-1 0-1 0 0,0 0 0 0 0,1 0 1 0 0,-1 0-1 0 0,0 0 0 0 0,0 0 1 0 0,-1 0-1 0 0,1 0 0 0 0,0-1 1 0 0,-1 1-1 0 0,-2 2 1 0 0,-6 5-322 0 0,-2 0 0 0 0,1-2 1 0 0,-1 1-1 0 0,0-1 0 0 0,-16 6 1 0 0,12-5-786 0 0,7-4-1791 0 0</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06.835"/>
    </inkml:context>
    <inkml:brush xml:id="br0">
      <inkml:brushProperty name="width" value="0.05" units="cm"/>
      <inkml:brushProperty name="height" value="0.05" units="cm"/>
    </inkml:brush>
  </inkml:definitions>
  <inkml:trace contextRef="#ctx0" brushRef="#br0">16 0 3223 0 0,'0'2'6170'0'0,"-2"40"1436"0"0,-3 2-5477 0 0,-3 46-1630 0 0,8-71-219 0 0,1 1 1 0 0,4 23-1 0 0,-4-36-208 0 0,0-1 0 0 0,1 1 0 0 0,0-1 0 0 0,0 0 0 0 0,0 0 0 0 0,1 0 0 0 0,0 0 0 0 0,0-1 0 0 0,1 1 0 0 0,6 8 1 0 0,-9-13-66 0 0,-1 0-6 0 0,1 0 1 0 0,-1-1-1 0 0,0 1 1 0 0,1-1-1 0 0,-1 1 1 0 0,1-1-1 0 0,-1 1 1 0 0,1-1-1 0 0,-1 1 1 0 0,1-1-1 0 0,-1 0 0 0 0,1 1 1 0 0,-1-1-1 0 0,1 0 1 0 0,0 1-1 0 0,-1-1 1 0 0,1 0-1 0 0,-1 0 1 0 0,1 1-1 0 0,0-1 1 0 0,-1 0-1 0 0,1 0 1 0 0,0 0-1 0 0,0 0 1 0 0,0 0-69 0 0,0 1 1 0 0,0-1 0 0 0,0 0 0 0 0,0 0-1 0 0,0 0 1 0 0,0 0 0 0 0,0 0 0 0 0,0 0 0 0 0,0 0-1 0 0,-1 0 1 0 0,1 0 0 0 0,0 0 0 0 0,0-1-1 0 0,0 1 1 0 0,0 0 0 0 0,0 0 0 0 0,0-1 0 0 0,0 1-1 0 0,-1-1 1 0 0,1 1 0 0 0,0-1 0 0 0,0 1-1 0 0,0-1 1 0 0,-1 0 0 0 0,1 1 0 0 0,0-1 0 0 0,-1 0-1 0 0,1 1 1 0 0,-1-1 0 0 0,1 0 0 0 0,-1 0-1 0 0,1 1 1 0 0,-1-1 0 0 0,1-2 0 0 0,0 0-600 0 0,0 0 0 0 0,0-1 0 0 0,0 1 0 0 0,-1 0 0 0 0,1-1 0 0 0,-1 1 0 0 0,0 0 0 0 0,0-6 0 0 0,-1 0-1080 0 0</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07.180"/>
    </inkml:context>
    <inkml:brush xml:id="br0">
      <inkml:brushProperty name="width" value="0.05" units="cm"/>
      <inkml:brushProperty name="height" value="0.05" units="cm"/>
    </inkml:brush>
  </inkml:definitions>
  <inkml:trace contextRef="#ctx0" brushRef="#br0">11 3 5983 0 0,'-11'-2'6682'0'0,"22"2"-3506"0"0,98 0 449 0 0,-1 8-4160 0 0,-93-7-613 0 0</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08.562"/>
    </inkml:context>
    <inkml:brush xml:id="br0">
      <inkml:brushProperty name="width" value="0.05" units="cm"/>
      <inkml:brushProperty name="height" value="0.05" units="cm"/>
    </inkml:brush>
  </inkml:definitions>
  <inkml:trace contextRef="#ctx0" brushRef="#br0">50 0 455 0 0,'0'0'12682'0'0,"0"3"-12292"0"0,-2 25 54 0 0,2-20-369 0 0,0 1-1 0 0,0-1 0 0 0,-4 16 1 0 0,0-10-370 0 0,-1 0 0 0 0,-1 0 0 0 0,0 0 0 0 0,-10 15 0 0 0,10-19-4324 0 0</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08.980"/>
    </inkml:context>
    <inkml:brush xml:id="br0">
      <inkml:brushProperty name="width" value="0.05" units="cm"/>
      <inkml:brushProperty name="height" value="0.05" units="cm"/>
    </inkml:brush>
  </inkml:definitions>
  <inkml:trace contextRef="#ctx0" brushRef="#br0">442 0 11519 0 0,'4'1'170'0'0,"0"-1"0"0"0,0 1 0 0 0,1 0 0 0 0,-1 0 0 0 0,0 0 0 0 0,0 1 0 0 0,0-1 1 0 0,0 1-1 0 0,-1 0 0 0 0,8 5 0 0 0,-8-4 5 0 0,0 0 0 0 0,-1-1 0 0 0,1 1 1 0 0,-1 0-1 0 0,0 1 0 0 0,0-1 1 0 0,0 0-1 0 0,0 1 0 0 0,0-1 1 0 0,-1 1-1 0 0,1 0 0 0 0,0 5 1 0 0,1 3 34 0 0,-1 1 0 0 0,0 0 0 0 0,0 0 0 0 0,-2 0 0 0 0,0 15 1 0 0,-2 2 35 0 0,-7 32 1 0 0,5-42-123 0 0,-2 0-1 0 0,0 0 1 0 0,-1 0-1 0 0,-1-1 1 0 0,0 0 0 0 0,-2-1-1 0 0,0 0 1 0 0,-25 32-1 0 0,28-42-149 0 0,1-1-1 0 0,-1 1 1 0 0,-1-2 0 0 0,1 1-1 0 0,-1-1 1 0 0,0 0-1 0 0,-1-1 1 0 0,1 0 0 0 0,-1 0-1 0 0,0-1 1 0 0,0 0-1 0 0,-1-1 1 0 0,1 1 0 0 0,-1-2-1 0 0,0 0 1 0 0,1 0-1 0 0,-1 0 1 0 0,0-2 0 0 0,0 1-1 0 0,0-1 1 0 0,0 0-1 0 0,0-1 1 0 0,0 0 0 0 0,0-1-1 0 0,0 0 1 0 0,1-1-1 0 0,-1 0 1 0 0,1 0 0 0 0,-17-9-1 0 0,14 5-128 0 0,-1-1 1 0 0,1 0-1 0 0,1-1 0 0 0,0 0 0 0 0,-14-15 1 0 0,19 17 129 0 0,0 0 0 0 0,0 0 0 0 0,1-1 0 0 0,0 0 0 0 0,1 0 0 0 0,0 0 0 0 0,0 0 0 0 0,1 0 0 0 0,-5-16 0 0 0,8 22 36 0 0,-1 1 0 0 0,1 0 0 0 0,-1-1 0 0 0,1 1 0 0 0,0-1 0 0 0,0 1 0 0 0,0-1 1 0 0,0 0-1 0 0,0 1 0 0 0,0-1 0 0 0,0 1 0 0 0,1-1 0 0 0,-1 1 0 0 0,0-1 1 0 0,1 1-1 0 0,0 0 0 0 0,-1-1 0 0 0,1 1 0 0 0,0-1 0 0 0,-1 1 0 0 0,1 0 0 0 0,0 0 1 0 0,0-1-1 0 0,1 0 0 0 0,2 0 40 0 0,-1 0 1 0 0,0-1-1 0 0,1 2 1 0 0,0-1 0 0 0,-1 0-1 0 0,1 1 1 0 0,8-2-1 0 0,-1 0 124 0 0,0 1-1 0 0,0 0 1 0 0,0 1-1 0 0,0 1 1 0 0,22 0-1 0 0,56 13 321 0 0,-81-12-437 0 0,41 11 177 0 0,61 21-1 0 0,-39-10-127 0 0,-67-22-107 0 0,106 29-130 0 0,-91-26 8 0 0,1-1-1 0 0,-1 0 1 0 0,37-1-1 0 0,-26-7-2583 0 0,-16 1 1104 0 0</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09.303"/>
    </inkml:context>
    <inkml:brush xml:id="br0">
      <inkml:brushProperty name="width" value="0.05" units="cm"/>
      <inkml:brushProperty name="height" value="0.05" units="cm"/>
    </inkml:brush>
  </inkml:definitions>
  <inkml:trace contextRef="#ctx0" brushRef="#br0">0 1 4607 0 0,'0'0'354'0'0,"2"0"-233"0"0,7 2 266 0 0,55 12 10250 0 0,-35-12-9293 0 0,134-8 748 0 0,-111 4-3166 0 0,-33 5-4381 0 0</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09.648"/>
    </inkml:context>
    <inkml:brush xml:id="br0">
      <inkml:brushProperty name="width" value="0.05" units="cm"/>
      <inkml:brushProperty name="height" value="0.05" units="cm"/>
    </inkml:brush>
  </inkml:definitions>
  <inkml:trace contextRef="#ctx0" brushRef="#br0">1 1 15031 0 0,'0'0'1358'0'0,"1"0"-1118"0"0,15 3-7 0 0,0-1 0 0 0,-1 0 0 0 0,1-2 1 0 0,0 1-1 0 0,19-4 0 0 0,13 2 64 0 0,1 0-203 0 0,54 2-3731 0 0,-85 1 2326 0 0</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10.005"/>
    </inkml:context>
    <inkml:brush xml:id="br0">
      <inkml:brushProperty name="width" value="0.05" units="cm"/>
      <inkml:brushProperty name="height" value="0.05" units="cm"/>
    </inkml:brush>
  </inkml:definitions>
  <inkml:trace contextRef="#ctx0" brushRef="#br0">24 13 9671 0 0,'0'-6'875'0'0,"-1"0"484"0"0,-1 26 1844 0 0,-1-6-2457 0 0,-4 72 13 0 0,-3 93-307 0 0,10-176-418 0 0,3 71 655 0 0,-2-68-550 0 0,0 1 1 0 0,0-1-1 0 0,0 0 1 0 0,1 0-1 0 0,0 0 1 0 0,0 0 0 0 0,1-1-1 0 0,-1 1 1 0 0,7 8-1 0 0,-9-13-88 0 0,1 1 0 0 0,0-1 0 0 0,0 0 0 0 0,0 0 0 0 0,1 0 0 0 0,-1 0 0 0 0,0 0 0 0 0,0 0 0 0 0,0 0 0 0 0,1 0 0 0 0,-1 0 0 0 0,1 0 0 0 0,-1-1 0 0 0,0 1 0 0 0,1-1 0 0 0,-1 1-1 0 0,1-1 1 0 0,0 1 0 0 0,-1-1 0 0 0,4 0 0 0 0,-3 0-12 0 0,0-1 0 0 0,0 1 0 0 0,0-1 0 0 0,0 1 0 0 0,0-1 0 0 0,0 0 0 0 0,0 0 0 0 0,0 0 0 0 0,0 0 0 0 0,0 0 0 0 0,0 0 0 0 0,0-1 0 0 0,1-1 0 0 0,6-6 41 0 0,-2 1-1 0 0,1-2 0 0 0,-1 1 0 0 0,8-15 1 0 0,-14 23-69 0 0,16-29 48 0 0,-1 0 0 0 0,-2-1-1 0 0,-1 0 1 0 0,16-63 0 0 0,-25 83-49 0 0,3-17 6 0 0,-6 26 68 0 0,-7 76 106 0 0,3-53-195 0 0,2-1-1 0 0,0 38 1 0 0,2-50 60 0 0,0 0 0 0 0,1 1 1 0 0,0-1-1 0 0,0 0 1 0 0,1 0-1 0 0,0 0 0 0 0,0 0 1 0 0,1-1-1 0 0,6 11 1 0 0,-9-16-23 0 0,1 1 0 0 0,0-1 0 0 0,0 0 1 0 0,0 0-1 0 0,0 0 0 0 0,0 0 0 0 0,0 0 0 0 0,0 0 1 0 0,1 0-1 0 0,-1-1 0 0 0,1 1 0 0 0,-1-1 1 0 0,1 0-1 0 0,0 0 0 0 0,-1 0 0 0 0,1 0 0 0 0,0 0 1 0 0,0 0-1 0 0,0-1 0 0 0,0 0 0 0 0,-1 1 0 0 0,1-1 1 0 0,0 0-1 0 0,0 0 0 0 0,0-1 0 0 0,0 1 1 0 0,0 0-1 0 0,0-1 0 0 0,-1 0 0 0 0,5-1 0 0 0,1-1 30 0 0,1-1-1 0 0,-1 0 0 0 0,0-1 1 0 0,0 1-1 0 0,-1-2 0 0 0,0 1 1 0 0,0-1-1 0 0,0 0 0 0 0,0 0 1 0 0,-1-1-1 0 0,0 0 0 0 0,0 0 1 0 0,-1 0-1 0 0,0-1 0 0 0,0 1 1 0 0,-1-1-1 0 0,0-1 0 0 0,0 1 1 0 0,4-18-1 0 0,-7 25-64 0 0,4-14-1299 0 0,-1 0-1 0 0,0 0 1 0 0,-1-1 0 0 0,1-22 0 0 0</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10.339"/>
    </inkml:context>
    <inkml:brush xml:id="br0">
      <inkml:brushProperty name="width" value="0.05" units="cm"/>
      <inkml:brushProperty name="height" value="0.05" units="cm"/>
    </inkml:brush>
  </inkml:definitions>
  <inkml:trace contextRef="#ctx0" brushRef="#br0">1 113 5983 0 0,'16'14'-280'0'0,"-8"-6"1369"0"0,0-2 0 0 0,0 1-1 0 0,0-1 1 0 0,1-1 0 0 0,14 8-1 0 0,-21-12-794 0 0,1 0-1 0 0,0 0 0 0 0,0 0 1 0 0,0-1-1 0 0,0 1 1 0 0,0-1-1 0 0,1 0 0 0 0,-1 1 1 0 0,0-1-1 0 0,0-1 0 0 0,0 1 1 0 0,0 0-1 0 0,0-1 1 0 0,0 0-1 0 0,0 0 0 0 0,0 0 1 0 0,0 0-1 0 0,-1 0 1 0 0,1 0-1 0 0,0-1 0 0 0,0 1 1 0 0,-1-1-1 0 0,4-3 1 0 0,0 1 20 0 0,-1-1 1 0 0,0-1 0 0 0,1 1-1 0 0,-2-1 1 0 0,1 0-1 0 0,-1 0 1 0 0,0 0 0 0 0,0 0-1 0 0,0-1 1 0 0,4-12 0 0 0,-7 16-213 0 0,-1 1 1 0 0,1-1-1 0 0,0 0 0 0 0,-1-1 1 0 0,1 1-1 0 0,-1 0 0 0 0,0 0 1 0 0,0 0-1 0 0,0 0 0 0 0,0 0 1 0 0,-1 0-1 0 0,0-4 1 0 0,0 5-39 0 0,0-1 0 0 0,0 1 0 0 0,0 0 0 0 0,-1 0 0 0 0,1 0 0 0 0,0 0 1 0 0,-1 0-1 0 0,1 1 0 0 0,-1-1 0 0 0,0 0 0 0 0,1 1 0 0 0,-1-1 0 0 0,0 1 0 0 0,0 0 1 0 0,0-1-1 0 0,0 1 0 0 0,0 0 0 0 0,-3-1 0 0 0,1 1-26 0 0,0-1-1 0 0,-1 1 0 0 0,1 0 1 0 0,0 0-1 0 0,-1 1 1 0 0,1-1-1 0 0,0 1 1 0 0,-1 0-1 0 0,1 0 1 0 0,-8 1-1 0 0,-1 2-633 0 0,1 0 1 0 0,-16 5-1 0 0,19-6-1133 0 0</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11.460"/>
    </inkml:context>
    <inkml:brush xml:id="br0">
      <inkml:brushProperty name="width" value="0.05" units="cm"/>
      <inkml:brushProperty name="height" value="0.05" units="cm"/>
    </inkml:brush>
  </inkml:definitions>
  <inkml:trace contextRef="#ctx0" brushRef="#br0">21 70 5527 0 0,'-4'-9'354'0'0,"2"6"-325"0"0,0 0 0 0 0,1 0-1 0 0,-1 0 1 0 0,1 0 0 0 0,0 0 0 0 0,0 0 0 0 0,-1-6-1 0 0,2 2 16 0 0,0 6 198 0 0,1 0-1 0 0,-1-1 1 0 0,0 1-1 0 0,0 0 1 0 0,0-1-1 0 0,0 1 1 0 0,-1-1-1 0 0,1 1 1 0 0,0 0-1 0 0,-1-1 1 0 0,-3-6 7360 0 0,46 239-5995 0 0,-31-156-1654 0 0,3 0 0 0 0,28 87-1 0 0,-40-153 93 0 0,2 0 0 0 0,-1 0 0 0 0,1 0 0 0 0,1-1 0 0 0,-1 1 0 0 0,1-1 0 0 0,10 11 0 0 0,-15-18-10 0 0,1-1 0 0 0,-1 1 1 0 0,1-1-1 0 0,0 1 0 0 0,0-1 0 0 0,-1 1 0 0 0,1-1 0 0 0,0 0 0 0 0,-1 1 1 0 0,1-1-1 0 0,0 0 0 0 0,0 0 0 0 0,0 0 0 0 0,-1 0 0 0 0,1 1 0 0 0,0-1 0 0 0,0 0 1 0 0,0 0-1 0 0,0 0 0 0 0,-1-1 0 0 0,1 1 0 0 0,0 0 0 0 0,0 0 0 0 0,-1 0 1 0 0,1-1-1 0 0,0 1 0 0 0,0 0 0 0 0,-1-1 0 0 0,1 1 0 0 0,0 0 0 0 0,0-1 1 0 0,-1 1-1 0 0,1-1 0 0 0,-1 1 0 0 0,1-1 0 0 0,0 0 0 0 0,-1 1 0 0 0,1-1 0 0 0,-1 1 1 0 0,1-1-1 0 0,-1-1 0 0 0,4-2 128 0 0,-1-1 0 0 0,0 0 1 0 0,0 0-1 0 0,2-6 0 0 0,2-6 88 0 0,-1 0-1 0 0,6-32 1 0 0,0-3-105 0 0,78-207 66 0 0,-86 251-839 0 0,0 1 1 0 0,9-15-1 0 0,-2 10-5216 0 0</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11.796"/>
    </inkml:context>
    <inkml:brush xml:id="br0">
      <inkml:brushProperty name="width" value="0.05" units="cm"/>
      <inkml:brushProperty name="height" value="0.05" units="cm"/>
    </inkml:brush>
  </inkml:definitions>
  <inkml:trace contextRef="#ctx0" brushRef="#br0">34 0 9183 0 0,'-7'5'450'0'0,"4"-2"-393"0"0,0 1 1 0 0,0 0 0 0 0,1 0 0 0 0,-1 0-1 0 0,1 0 1 0 0,0 0 0 0 0,0 0-1 0 0,0 1 1 0 0,-1 6 0 0 0,2-9 132 0 0,1 0 1 0 0,0 0-1 0 0,-1 0 1 0 0,1 1 0 0 0,0-1-1 0 0,0 0 1 0 0,0 0-1 0 0,0 1 1 0 0,1-1-1 0 0,-1 0 1 0 0,1 0-1 0 0,-1 0 1 0 0,1 0 0 0 0,0 1-1 0 0,0-1 1 0 0,0 0-1 0 0,0 0 1 0 0,0-1-1 0 0,0 1 1 0 0,0 0-1 0 0,4 3 1 0 0,0-1 183 0 0,0 0 0 0 0,1 0 0 0 0,0 0 0 0 0,0-1 0 0 0,0 0 0 0 0,0 0 0 0 0,0 0 0 0 0,0-1 0 0 0,11 3 0 0 0,-10-4-198 0 0,0 2-1 0 0,0-1 1 0 0,0 1-1 0 0,0 0 0 0 0,-1 0 1 0 0,12 8-1 0 0,-18-11-170 0 0,1 1 1 0 0,-1-1 0 0 0,1 1-1 0 0,-1 0 1 0 0,1-1-1 0 0,-1 1 1 0 0,1 0-1 0 0,-1 0 1 0 0,0-1 0 0 0,1 1-1 0 0,-1 0 1 0 0,0 0-1 0 0,0 0 1 0 0,1-1-1 0 0,-1 1 1 0 0,0 0-1 0 0,0 0 1 0 0,0 0 0 0 0,0 0-1 0 0,0-1 1 0 0,0 1-1 0 0,0 0 1 0 0,-1 0-1 0 0,1 0 1 0 0,0-1 0 0 0,0 1-1 0 0,-1 0 1 0 0,1 0-1 0 0,0 0 1 0 0,-1-1-1 0 0,1 1 1 0 0,-1 0-1 0 0,1-1 1 0 0,-2 2 0 0 0,-1 3-35 0 0,-1-1 1 0 0,1 0 0 0 0,-8 7-1 0 0,10-10 17 0 0,-7 7-244 0 0,-49 42-2348 0 0,44-41 728 0 0</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12.127"/>
    </inkml:context>
    <inkml:brush xml:id="br0">
      <inkml:brushProperty name="width" value="0.05" units="cm"/>
      <inkml:brushProperty name="height" value="0.05" units="cm"/>
    </inkml:brush>
  </inkml:definitions>
  <inkml:trace contextRef="#ctx0" brushRef="#br0">1 90 10591 0 0,'0'0'964'0'0,"1"1"-794"0"0,12 2 848 0 0,0 0 0 0 0,0 0 0 0 0,0-2 0 0 0,0 1 0 0 0,0-2 1 0 0,23-1-1 0 0,80-16-1 0 0,-59 6-920 0 0,76-26 0 0 0,-56 7-6173 0 0,-64 23 64 0 0</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12.457"/>
    </inkml:context>
    <inkml:brush xml:id="br0">
      <inkml:brushProperty name="width" value="0.05" units="cm"/>
      <inkml:brushProperty name="height" value="0.05" units="cm"/>
    </inkml:brush>
  </inkml:definitions>
  <inkml:trace contextRef="#ctx0" brushRef="#br0">1 1 11975 0 0,'0'0'1083'0'0,"1"1"-891"0"0,1 3-15 0 0,1 0 0 0 0,-1 0-1 0 0,0 1 1 0 0,0-1 0 0 0,0 0 0 0 0,0 1 0 0 0,-1-1-1 0 0,0 1 1 0 0,0 0 0 0 0,1 6 0 0 0,-1 0 333 0 0,9 75 1146 0 0,-2 157 1 0 0,-8-229-1633 0 0,0 25-91 0 0</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13.293"/>
    </inkml:context>
    <inkml:brush xml:id="br0">
      <inkml:brushProperty name="width" value="0.05" units="cm"/>
      <inkml:brushProperty name="height" value="0.05" units="cm"/>
    </inkml:brush>
  </inkml:definitions>
  <inkml:trace contextRef="#ctx0" brushRef="#br0">167 32 7831 0 0,'4'-22'603'0'0,"-4"21"-538"0"0,0 1 0 0 0,0-1 0 0 0,0 1 0 0 0,0-1 0 0 0,-1 1 0 0 0,1-1 0 0 0,0 1 0 0 0,0 0 0 0 0,-1-1 0 0 0,1 1 0 0 0,0-1 0 0 0,0 1 0 0 0,-1 0 0 0 0,1-1 0 0 0,0 1-1 0 0,-1 0 1 0 0,1-1 0 0 0,0 1 0 0 0,-1 0 0 0 0,1 0 0 0 0,-1-1 0 0 0,1 1 0 0 0,-1 0 0 0 0,1 0 0 0 0,0 0 0 0 0,-1-1 0 0 0,1 1 0 0 0,-1 0 0 0 0,1 0 0 0 0,-1 0 0 0 0,1 0 0 0 0,-1 0 0 0 0,1 0 0 0 0,-1 0 0 0 0,1 0 0 0 0,-1 0 0 0 0,1 0 0 0 0,-1 0 0 0 0,1 1 0 0 0,-4 0 96 0 0,1 0 1 0 0,0 0 0 0 0,0 0-1 0 0,0 0 1 0 0,0 1 0 0 0,0-1-1 0 0,0 1 1 0 0,0 0 0 0 0,0 0-1 0 0,1 0 1 0 0,-1 0 0 0 0,1 1 0 0 0,-1-1-1 0 0,-3 6 1 0 0,-4 5 131 0 0,-14 27 1 0 0,13-22-109 0 0,1 0-85 0 0,1 1 0 0 0,1 0 0 0 0,0 0 1 0 0,2 0-1 0 0,0 1 0 0 0,1 0 0 0 0,1 0 0 0 0,-2 30 0 0 0,4-28-2 0 0,2 1-1 0 0,0-1 1 0 0,1 1-1 0 0,2-1 1 0 0,0 0-1 0 0,2 0 1 0 0,10 34-1 0 0,-12-48-63 0 0,1 0-1 0 0,-1 0 1 0 0,2 0-1 0 0,-1-1 1 0 0,8 10-1 0 0,-10-14-137 0 0,1 1-1 0 0,0-1 1 0 0,0 0 0 0 0,0 0-1 0 0,0 0 1 0 0,1-1-1 0 0,-1 1 1 0 0,1-1-1 0 0,-1 0 1 0 0,1 0-1 0 0,0 0 1 0 0,0 0-1 0 0,4 1 1 0 0,6-1-699 0 0</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15.176"/>
    </inkml:context>
    <inkml:brush xml:id="br0">
      <inkml:brushProperty name="width" value="0.05" units="cm"/>
      <inkml:brushProperty name="height" value="0.05" units="cm"/>
    </inkml:brush>
  </inkml:definitions>
  <inkml:trace contextRef="#ctx0" brushRef="#br0">261 61 1839 0 0,'0'0'4558'0'0,"0"-11"-2465"0"0,-2-10-821 0 0,1-7 3669 0 0,0 30-4843 0 0,1-1-1 0 0,-1 1 0 0 0,1 0 0 0 0,-1-1 1 0 0,0 1-1 0 0,0 0 0 0 0,0-1 1 0 0,-1 2-1 0 0,-5 9 251 0 0,-46 180 1692 0 0,44-155-1871 0 0,-81 304 1118 0 0,70-281-1064 0 0,11-30-112 0 0,-1-1 0 0 0,-2 0 0 0 0,-21 39 0 0 0,28-60-112 0 0,4-7-99 0 0,2-3-403 0 0,49-101-4498 0 0,-32 69 3419 0 0</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15.509"/>
    </inkml:context>
    <inkml:brush xml:id="br0">
      <inkml:brushProperty name="width" value="0.05" units="cm"/>
      <inkml:brushProperty name="height" value="0.05" units="cm"/>
    </inkml:brush>
  </inkml:definitions>
  <inkml:trace contextRef="#ctx0" brushRef="#br0">0 50 4143 0 0,'28'-49'11547'0'0,"-27"56"-11161"0"0,1-1 0 0 0,-1 1 1 0 0,0 0-1 0 0,0 0 0 0 0,-1 0 0 0 0,1 0 1 0 0,-3 14-1 0 0,2-21-368 0 0,-5 82 919 0 0,9 128-1 0 0,11-90-841 0 0,38 153 0 0 0,-52-265-173 0 0,1 0 0 0 0,-1 0 0 0 0,-1 0 0 0 0,1 0 0 0 0,-1 1 0 0 0,-2 11 0 0 0,2-18-410 0 0</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15.847"/>
    </inkml:context>
    <inkml:brush xml:id="br0">
      <inkml:brushProperty name="width" value="0.05" units="cm"/>
      <inkml:brushProperty name="height" value="0.05" units="cm"/>
    </inkml:brush>
  </inkml:definitions>
  <inkml:trace contextRef="#ctx0" brushRef="#br0">46 75 13847 0 0,'-8'-7'440'0'0,"3"4"-222"0"0,1-2-1 0 0,-1 1 0 0 0,1 0 1 0 0,0-1-1 0 0,0 0 0 0 0,-6-10 1 0 0,9 14-153 0 0,1 1 1 0 0,0-1 0 0 0,0 1 0 0 0,0-1-1 0 0,0 1 1 0 0,0-1 0 0 0,0 1 0 0 0,0-1 0 0 0,0 1-1 0 0,0-1 1 0 0,0 1 0 0 0,0-1 0 0 0,0 1-1 0 0,1-1 1 0 0,-1 1 0 0 0,0-1 0 0 0,0 1 0 0 0,0-1-1 0 0,1 1 1 0 0,-1-1 0 0 0,0 1 0 0 0,1-1-1 0 0,-1 1 1 0 0,0 0 0 0 0,1-1 0 0 0,-1 1 0 0 0,0 0-1 0 0,1-1 1 0 0,-1 1 0 0 0,1 0 0 0 0,-1-1-1 0 0,1 1 1 0 0,0 0 0 0 0,14-7 964 0 0,-12 6-977 0 0,0 0 1 0 0,0 0-1 0 0,0 1 0 0 0,0-1 0 0 0,0 1 1 0 0,0 0-1 0 0,1 0 0 0 0,2 0 0 0 0,3 2-39 0 0,-1 0 1 0 0,0 0-1 0 0,11 5 0 0 0,-15-5-290 0 0,0-1 0 0 0,1 0 0 0 0,-1 1 1 0 0,1-1-1 0 0,-1-1 0 0 0,1 1 0 0 0,-1-1 0 0 0,1 0 0 0 0,-1 0 0 0 0,1 0 0 0 0,0 0 0 0 0,-1-1 0 0 0,1 0 1 0 0,4-1-1 0 0,4-4-1414 0 0</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16.177"/>
    </inkml:context>
    <inkml:brush xml:id="br0">
      <inkml:brushProperty name="width" value="0.05" units="cm"/>
      <inkml:brushProperty name="height" value="0.05" units="cm"/>
    </inkml:brush>
  </inkml:definitions>
  <inkml:trace contextRef="#ctx0" brushRef="#br0">2 1 12727 0 0,'0'0'580'0'0,"-1"1"-10"0"0,1 7-413 0 0,0 0 1 0 0,0 0 0 0 0,0 0 0 0 0,3 12 0 0 0,1 20 1771 0 0,-5 48-342 0 0,1-81-2472 0 0</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48.206"/>
    </inkml:context>
    <inkml:brush xml:id="br0">
      <inkml:brushProperty name="width" value="0.05" units="cm"/>
      <inkml:brushProperty name="height" value="0.05" units="cm"/>
    </inkml:brush>
  </inkml:definitions>
  <inkml:trace contextRef="#ctx0" brushRef="#br0">199 66 1839 0 0,'16'-29'452'0'0,"-16"28"75"0"0,1 0 0 0 0,0-1-1 0 0,-1 1 1 0 0,1 0-1 0 0,-1 0 1 0 0,1-1-1 0 0,-1 1 1 0 0,0 0-1 0 0,0-1 1 0 0,1 1-1 0 0,-1 0 1 0 0,0-1-1 0 0,0 1 1 0 0,0-1-1 0 0,-1-1 1 0 0,1 3-380 0 0,0-1 0 0 0,-1 0 0 0 0,1 1 0 0 0,0-1 0 0 0,-1 0 0 0 0,1 1 0 0 0,-1-1 0 0 0,1 1 0 0 0,-1-1 0 0 0,1 1 0 0 0,-1-1 0 0 0,1 1 0 0 0,-1-1 0 0 0,1 1 1 0 0,-1-1-1 0 0,0 1 0 0 0,1-1 0 0 0,-1 1 0 0 0,-1-1 0 0 0,0 1-13 0 0,-1-1 0 0 0,1 1 0 0 0,0-1 0 0 0,-1 1 1 0 0,1 0-1 0 0,-1 0 0 0 0,1 0 0 0 0,-1 0 0 0 0,1 0 1 0 0,0 1-1 0 0,-1-1 0 0 0,1 1 0 0 0,-3 1 0 0 0,-4 1 84 0 0,1 1 0 0 0,0 1 1 0 0,1-1-1 0 0,-1 1 0 0 0,1 0 0 0 0,0 1 0 0 0,0 0 0 0 0,0 0 0 0 0,-7 9 0 0 0,6-4-70 0 0,0 0 0 0 0,0 0 0 0 0,1 1 0 0 0,1 0 0 0 0,-8 20 0 0 0,5-6-29 0 0,1 1 0 0 0,2 0 0 0 0,0 0 0 0 0,2 0 0 0 0,-1 41 0 0 0,4-42 2 0 0,2 1 0 0 0,6 49 1 0 0,-6-68-130 0 0,1 1 0 0 0,0 0 0 0 0,1-1 1 0 0,-1 0-1 0 0,2 0 0 0 0,-1 0 0 0 0,1 0 0 0 0,0 0 1 0 0,1-1-1 0 0,0 1 0 0 0,0-1 0 0 0,9 9 1 0 0,-11-13-71 0 0,0-1 0 0 0,1 1 1 0 0,-1-1-1 0 0,0 0 0 0 0,1 0 1 0 0,-1 0-1 0 0,1 0 0 0 0,0 0 1 0 0,0-1-1 0 0,0 0 0 0 0,-1 0 1 0 0,1 0-1 0 0,0 0 0 0 0,0-1 0 0 0,0 1 1 0 0,0-1-1 0 0,1 0 0 0 0,-1 0 1 0 0,0-1-1 0 0,0 1 0 0 0,6-2 1 0 0,-4 0-359 0 0,1 0-1 0 0,-1-1 1 0 0,0 1 0 0 0,0-1 0 0 0,0-1-1 0 0,0 1 1 0 0,-1-1 0 0 0,1 0 0 0 0,-1 0-1 0 0,0 0 1 0 0,0-1 0 0 0,5-7 0 0 0,7-10-4238 0 0</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48.537"/>
    </inkml:context>
    <inkml:brush xml:id="br0">
      <inkml:brushProperty name="width" value="0.05" units="cm"/>
      <inkml:brushProperty name="height" value="0.05" units="cm"/>
    </inkml:brush>
  </inkml:definitions>
  <inkml:trace contextRef="#ctx0" brushRef="#br0">11 6 10911 0 0,'0'2'248'0'0,"-5"57"542"0"0,2-38-525 0 0,1 0 0 0 0,1 24-1 0 0,1-39-76 0 0,1-1-1 0 0,-1 0 1 0 0,1 1-1 0 0,1-1 1 0 0,-1 0-1 0 0,0 0 0 0 0,1 0 1 0 0,0 1-1 0 0,1-2 1 0 0,-1 1-1 0 0,1 0 0 0 0,0 0 1 0 0,4 4-1 0 0,-6-7-129 0 0,0-1-1 0 0,0 0 0 0 0,0 0 1 0 0,0 0-1 0 0,0 0 0 0 0,0 0 1 0 0,1 0-1 0 0,-1 0 0 0 0,0-1 1 0 0,1 1-1 0 0,-1 0 0 0 0,1-1 1 0 0,-1 1-1 0 0,1-1 0 0 0,-1 1 1 0 0,1-1-1 0 0,-1 0 0 0 0,1 0 1 0 0,-1 0-1 0 0,1 0 0 0 0,1 0 1 0 0,0 0 4 0 0,0-1 1 0 0,-1 1 0 0 0,1-1 0 0 0,-1 0 0 0 0,1 0-1 0 0,0-1 1 0 0,-1 1 0 0 0,0 0 0 0 0,1-1-1 0 0,3-3 1 0 0,1-1 11 0 0,0 0 1 0 0,-1-1-1 0 0,0 0 0 0 0,-1 0 1 0 0,1 0-1 0 0,4-11 0 0 0,-3 5-45 0 0,0 0 0 0 0,-1 0 0 0 0,-1 0 0 0 0,7-28 0 0 0,-11 37-26 0 0,-1 1 0 0 0,1-1 0 0 0,-1 1 0 0 0,0-1 0 0 0,0 1 0 0 0,-1-1 0 0 0,1 1 0 0 0,0-1 0 0 0,-1 1 0 0 0,0-1 0 0 0,-2-4 0 0 0,2 6-2 0 0,0 0 1 0 0,0 0 0 0 0,0 0-1 0 0,-1 0 1 0 0,1 0 0 0 0,-1 1-1 0 0,0-1 1 0 0,1 0 0 0 0,-1 1-1 0 0,0-1 1 0 0,0 1 0 0 0,0-1-1 0 0,0 1 1 0 0,0 0 0 0 0,-1 0-1 0 0,1 0 1 0 0,0 0 0 0 0,-4-1-1 0 0,5 2-97 0 0,-1 0-1 0 0,0 0 1 0 0,1 0 0 0 0,-1-1-1 0 0,1 1 1 0 0,-1 1-1 0 0,0-1 1 0 0,1 0-1 0 0,-1 0 1 0 0,1 1 0 0 0,-1-1-1 0 0,0 1 1 0 0,1-1-1 0 0,-1 1 1 0 0,1 0-1 0 0,0-1 1 0 0,-1 1 0 0 0,1 0-1 0 0,0 0 1 0 0,-1 0-1 0 0,1 0 1 0 0,0 0-1 0 0,0 0 1 0 0,-1 2 0 0 0,-6 4-1530 0 0</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48.868"/>
    </inkml:context>
    <inkml:brush xml:id="br0">
      <inkml:brushProperty name="width" value="0.05" units="cm"/>
      <inkml:brushProperty name="height" value="0.05" units="cm"/>
    </inkml:brush>
  </inkml:definitions>
  <inkml:trace contextRef="#ctx0" brushRef="#br0">100 1 10015 0 0,'-25'84'940'0'0,"18"-64"-745"0"0,1 0 0 0 0,1 0 0 0 0,0 1 0 0 0,-1 23 0 0 0,6-32 349 0 0,0 1-1 0 0,1 0 1 0 0,1-1-1 0 0,0 1 1 0 0,0-1-1 0 0,2 1 1 0 0,-1-1-1 0 0,1 0 1 0 0,1 0-1 0 0,0-1 1 0 0,13 21 0 0 0,-16-29-502 0 0,0 1 0 0 0,0 0 1 0 0,0 0-1 0 0,-1 0 1 0 0,1 0-1 0 0,-1 0 0 0 0,0 1 1 0 0,0-1-1 0 0,0 0 1 0 0,-1 1-1 0 0,0-1 1 0 0,0 0-1 0 0,0 6 0 0 0,-1-6-52 0 0,0 0 0 0 0,0-1 0 0 0,0 1 0 0 0,-1 0 0 0 0,1-1 0 0 0,-1 1 0 0 0,0-1 0 0 0,0 0 0 0 0,0 0 0 0 0,0 1 0 0 0,-1-1 0 0 0,1 0 0 0 0,-1-1 0 0 0,0 1 0 0 0,-3 2 0 0 0,0-1-412 0 0,1 0 1 0 0,-1 0-1 0 0,0 0 1 0 0,0-1-1 0 0,0 0 1 0 0,0-1-1 0 0,-11 4 1 0 0,2-3-5286 0 0</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49.544"/>
    </inkml:context>
    <inkml:brush xml:id="br0">
      <inkml:brushProperty name="width" value="0.05" units="cm"/>
      <inkml:brushProperty name="height" value="0.05" units="cm"/>
    </inkml:brush>
  </inkml:definitions>
  <inkml:trace contextRef="#ctx0" brushRef="#br0">0 17 4143 0 0,'0'0'319'0'0,"7"-16"7490"0"0,-2 33-7453 0 0,0 2-1 0 0,-1-1 0 0 0,2 19 0 0 0,0-3-232 0 0,12 90-11 0 0,-13-72-104 0 0,4-1 0 0 0,18 66 0 0 0,-25-110 103 0 0,0 1 0 0 0,1-1 0 0 0,0 0 0 0 0,1 0 0 0 0,-1-1 0 0 0,1 1 0 0 0,10 12 0 0 0,-14-19-99 0 0,0 0 0 0 0,1 0 0 0 0,-1 0 0 0 0,0 0-1 0 0,0 0 1 0 0,1 0 0 0 0,-1 0 0 0 0,0 0 0 0 0,1 0 0 0 0,-1 0-1 0 0,0 0 1 0 0,1 0 0 0 0,-1 0 0 0 0,0 0 0 0 0,1 0 0 0 0,-1 0 0 0 0,0 0-1 0 0,1 0 1 0 0,-1 0 0 0 0,0-1 0 0 0,0 1 0 0 0,1 0 0 0 0,-1 0-1 0 0,0 0 1 0 0,1-1 0 0 0,-1 1 0 0 0,0 0 0 0 0,0 0 0 0 0,0 0-1 0 0,1-1 1 0 0,6-6 132 0 0,-7 7-140 0 0,3-5 97 0 0,1 0 1 0 0,-1 0-1 0 0,-1 0 1 0 0,1-1-1 0 0,-1 1 1 0 0,0-1-1 0 0,0 0 1 0 0,2-11-1 0 0,5-49 249 0 0,-9 58-328 0 0,5-142 524 0 0,-2 133 35 0 0,1 26-42 0 0,1 27-187 0 0,-4-12-321 0 0,7 59-58 0 0,-6-74 58 0 0,-1 0 1 0 0,2 1-1 0 0,0-1 0 0 0,0 0 1 0 0,0 0-1 0 0,8 12 1 0 0,2-5 464 0 0,-11-14-214 0 0,9-1 498 0 0,-9-1-723 0 0,0-1 0 0 0,-1 1 0 0 0,1 0 0 0 0,0-1 0 0 0,-1 1 0 0 0,1-1-1 0 0,0 0 1 0 0,-1 1 0 0 0,1-1 0 0 0,-1 0 0 0 0,1 0 0 0 0,-1 0 0 0 0,1 0 0 0 0,-1 0 0 0 0,1 0 0 0 0,-1-1-1 0 0,0 1 1 0 0,0 0 0 0 0,0-1 0 0 0,0 1 0 0 0,0 0 0 0 0,0-1 0 0 0,0 0 0 0 0,0 1 0 0 0,-1-1 0 0 0,2-2-1 0 0,1-6 44 0 0,0 1-1 0 0,-1-1 0 0 0,2-15 0 0 0,-3 16-48 0 0,14-156-1331 0 0,-7 141-784 0 0,-4 15 248 0 0</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50.078"/>
    </inkml:context>
    <inkml:brush xml:id="br0">
      <inkml:brushProperty name="width" value="0.05" units="cm"/>
      <inkml:brushProperty name="height" value="0.05" units="cm"/>
    </inkml:brush>
  </inkml:definitions>
  <inkml:trace contextRef="#ctx0" brushRef="#br0">97 102 10015 0 0,'-7'5'191'0'0,"-1"-1"0"0"0,1 2-1 0 0,0-1 1 0 0,1 1-1 0 0,-1 0 1 0 0,1 0-1 0 0,0 1 1 0 0,1-1 0 0 0,-1 1-1 0 0,2 1 1 0 0,-1-1-1 0 0,1 1 1 0 0,0 0 0 0 0,0 0-1 0 0,1 0 1 0 0,-4 13-1 0 0,7-18-68 0 0,-1-1-1 0 0,1 1 1 0 0,0-1-1 0 0,0 1 1 0 0,0-1-1 0 0,1 1 1 0 0,-1-1-1 0 0,0 1 1 0 0,1-1-1 0 0,0 0 1 0 0,-1 1-1 0 0,1-1 1 0 0,0 0-1 0 0,2 3 1 0 0,-3-4-92 0 0,1 0 0 0 0,-1-1 0 0 0,0 1 0 0 0,1-1 0 0 0,0 1 0 0 0,-1-1 0 0 0,1 1 0 0 0,-1-1 0 0 0,1 1 0 0 0,0-1 1 0 0,-1 0-1 0 0,1 1 0 0 0,0-1 0 0 0,-1 0 0 0 0,1 1 0 0 0,0-1 0 0 0,-1 0 0 0 0,1 0 0 0 0,0 0 0 0 0,0 0 0 0 0,-1 0 0 0 0,1 0 0 0 0,1 0 0 0 0,15-2 98 0 0,-13 0-109 0 0,0 1 0 0 0,-1-1 0 0 0,1 0 0 0 0,-1 0 0 0 0,1 0 0 0 0,-1-1 0 0 0,0 1 0 0 0,0-1 0 0 0,0 0 0 0 0,0 1 0 0 0,-1-2 0 0 0,1 1 0 0 0,4-7 0 0 0,-2 2 55 0 0,0-1 0 0 0,0 0-1 0 0,0-1 1 0 0,3-12 0 0 0,-4 9 108 0 0,-1 0-1 0 0,0 0 1 0 0,-1 0 0 0 0,1-19 0 0 0,-3 26-17 0 0,0 1 0 0 0,0 0 0 0 0,0-1 0 0 0,-1 1 1 0 0,0-1-1 0 0,0 1 0 0 0,-1 0 0 0 0,1 0 0 0 0,-1 0 0 0 0,0 0 1 0 0,0 0-1 0 0,-1 0 0 0 0,-4-8 0 0 0,6 13-138 0 0,1-1 1 0 0,0 1-1 0 0,-1-1 0 0 0,1 1 1 0 0,0-1-1 0 0,-1 1 0 0 0,1-1 0 0 0,-1 1 1 0 0,1-1-1 0 0,-1 1 0 0 0,1-1 0 0 0,-1 1 1 0 0,1 0-1 0 0,-1-1 0 0 0,1 1 1 0 0,-1 0-1 0 0,0 0 0 0 0,1-1 0 0 0,-1 1 1 0 0,0 0-1 0 0,1 0 0 0 0,-1 0 0 0 0,1 0 1 0 0,-1 0-1 0 0,0 0 0 0 0,1 0 1 0 0,-1 0-1 0 0,0 0 0 0 0,1 0 0 0 0,-1 0 1 0 0,0 0-1 0 0,1 0 0 0 0,-1 0 0 0 0,1 1 1 0 0,-1-1-1 0 0,0 0 0 0 0,1 0 1 0 0,-1 1-1 0 0,1-1 0 0 0,-1 0 0 0 0,1 1 1 0 0,-1-1-1 0 0,1 1 0 0 0,-1-1 0 0 0,1 1 1 0 0,-1-1-1 0 0,0 2 0 0 0,0 0 12 0 0,-1 1-1 0 0,1-1 1 0 0,-1 1 0 0 0,1-1-1 0 0,0 1 1 0 0,0 0-1 0 0,0 0 1 0 0,0 0-1 0 0,0 3 1 0 0,-1 10 3 0 0,1-1 1 0 0,1 1-1 0 0,0 0 0 0 0,1-1 1 0 0,5 28-1 0 0,-5-35-92 0 0,1-1 1 0 0,0 0-1 0 0,0 0 0 0 0,1 0 0 0 0,0 0 1 0 0,0 0-1 0 0,1 0 0 0 0,0-1 0 0 0,0 0 1 0 0,0 0-1 0 0,1 0 0 0 0,0 0 0 0 0,0 0 1 0 0,7 5-1 0 0,-10-10-65 0 0,0 1-1 0 0,0-1 1 0 0,1 0 0 0 0,-1 0 0 0 0,1 0-1 0 0,-1 0 1 0 0,1 0 0 0 0,2 0 0 0 0,-4-1-679 0 0,1 0-172 0 0,11-8-4876 0 0</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50.441"/>
    </inkml:context>
    <inkml:brush xml:id="br0">
      <inkml:brushProperty name="width" value="0.05" units="cm"/>
      <inkml:brushProperty name="height" value="0.05" units="cm"/>
    </inkml:brush>
  </inkml:definitions>
  <inkml:trace contextRef="#ctx0" brushRef="#br0">25 0 7367 0 0,'0'0'568'0'0,"0"2"-65"0"0,1 46 6613 0 0,0-15-5626 0 0,-5 48 0 0 0,-2-35-1258 0 0,-9 105 37 0 0,14-126-252 0 0,1 0 0 0 0,1 0 0 0 0,8 49 0 0 0,3-38-1526 0 0</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50.772"/>
    </inkml:context>
    <inkml:brush xml:id="br0">
      <inkml:brushProperty name="width" value="0.05" units="cm"/>
      <inkml:brushProperty name="height" value="0.05" units="cm"/>
    </inkml:brush>
  </inkml:definitions>
  <inkml:trace contextRef="#ctx0" brushRef="#br0">1 1 14511 0 0,'0'0'1682'0'0,"2"0"-974"0"0,18 3 766 0 0,1 2 0 0 0,20 7 1 0 0,-4 1-1154 0 0,45 24 1 0 0,-79-35-605 0 0,10 5 94 0 0,-7-5-4357 0 0</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51.126"/>
    </inkml:context>
    <inkml:brush xml:id="br0">
      <inkml:brushProperty name="width" value="0.05" units="cm"/>
      <inkml:brushProperty name="height" value="0.05" units="cm"/>
    </inkml:brush>
  </inkml:definitions>
  <inkml:trace contextRef="#ctx0" brushRef="#br0">1 47 9671 0 0,'0'0'875'0'0,"2"-7"-702"0"0,-1 6 2 0 0,0-1 0 0 0,0 1-1 0 0,1-1 1 0 0,-1 1 0 0 0,0 0 0 0 0,1 0-1 0 0,-1 0 1 0 0,1 0 0 0 0,-1 0-1 0 0,1 0 1 0 0,0 0 0 0 0,-1 0-1 0 0,5-1 1 0 0,25-5 2780 0 0,-24 5-2582 0 0,26-3 363 0 0,0 0 0 0 0,67 1 0 0 0,66 17-470 0 0,-146-10-419 0 0,23 7 0 0 0,11 2-3155 0 0,-44-10 1866 0 0</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51.455"/>
    </inkml:context>
    <inkml:brush xml:id="br0">
      <inkml:brushProperty name="width" value="0.05" units="cm"/>
      <inkml:brushProperty name="height" value="0.05" units="cm"/>
    </inkml:brush>
  </inkml:definitions>
  <inkml:trace contextRef="#ctx0" brushRef="#br0">1 0 14255 0 0,'0'0'1392'0'0,"0"11"-1240"0"0,0 3-152 0 0,1 2 0 0 0,2 5 0 0 0,0 5 544 0 0,2 4 72 0 0,1 4 24 0 0,-2 7 0 0 0,2 16-312 0 0,-1 3-56 0 0,-2 3-16 0 0,-2 2 0 0 0,-2-1-256 0 0,-2 0 0 0 0,-2-3 0 0 0,1-2-7712 0 0</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51.781"/>
    </inkml:context>
    <inkml:brush xml:id="br0">
      <inkml:brushProperty name="width" value="0.05" units="cm"/>
      <inkml:brushProperty name="height" value="0.05" units="cm"/>
    </inkml:brush>
  </inkml:definitions>
  <inkml:trace contextRef="#ctx0" brushRef="#br0">194 1 15519 0 0,'0'0'1559'0'0,"-2"1"-1428"0"0,-8 15 12 0 0,1-1 0 0 0,-14 34 0 0 0,-10 39 273 0 0,30-79-411 0 0,-94 302 303 0 0,94-300-357 0 0,0-2-18 0 0,0 1 0 0 0,1 0 0 0 0,0 0 1 0 0,0 0-1 0 0,1 0 0 0 0,1 18 0 0 0,0-26-902 0 0,9-11-6505 0 0</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52.125"/>
    </inkml:context>
    <inkml:brush xml:id="br0">
      <inkml:brushProperty name="width" value="0.05" units="cm"/>
      <inkml:brushProperty name="height" value="0.05" units="cm"/>
    </inkml:brush>
  </inkml:definitions>
  <inkml:trace contextRef="#ctx0" brushRef="#br0">116 36 12671 0 0,'0'0'8'0'0,"5"-6"206"0"0,0 1-1 0 0,1 1 0 0 0,0-1 1 0 0,10-6-1 0 0,-15 11-202 0 0,-1-1-1 0 0,1 1 0 0 0,0-1 1 0 0,0 1-1 0 0,0-1 1 0 0,0 1-1 0 0,0-1 0 0 0,0 1 1 0 0,0 0-1 0 0,0 0 1 0 0,0 0-1 0 0,0 0 0 0 0,0-1 1 0 0,1 1-1 0 0,-1 1 1 0 0,0-1-1 0 0,0 0 0 0 0,0 0 1 0 0,0 0-1 0 0,0 0 1 0 0,0 1-1 0 0,0-1 1 0 0,0 0-1 0 0,0 1 0 0 0,0-1 1 0 0,0 1-1 0 0,0-1 1 0 0,-1 1-1 0 0,1 0 0 0 0,0-1 1 0 0,0 1-1 0 0,0 0 1 0 0,-1 0-1 0 0,1-1 0 0 0,0 1 1 0 0,-1 0-1 0 0,1 0 1 0 0,-1 0-1 0 0,1 0 0 0 0,-1 0 1 0 0,1 1-1 0 0,4 9 527 0 0,-1 0-1 0 0,0 1 0 0 0,-1-1 1 0 0,2 16-1 0 0,3 50 851 0 0,-6-48-1154 0 0,20 394 1161 0 0,-16-320-1931 0 0,-6-101-938 0 0,-9-8-4617 0 0</inkml:trace>
  <inkml:trace contextRef="#ctx0" brushRef="#br0" timeOffset="1">26 413 11519 0 0,'-2'-5'177'0'0,"-5"-11"217"0"0,-5-26 1 0 0,11 38-253 0 0,0 0 0 0 0,0-1 1 0 0,0 1-1 0 0,1-1 1 0 0,0 1-1 0 0,0 0 1 0 0,0-1-1 0 0,0 1 1 0 0,1-1-1 0 0,0 1 1 0 0,2-7-1 0 0,-3 10 641 0 0,11 0 575 0 0,-2 1-1012 0 0,0 0 0 0 0,1 1-1 0 0,-1 0 1 0 0,0 1 0 0 0,17 5 0 0 0,-15-3-331 0 0,1-1 1 0 0,21 2 0 0 0,-24-4-156 0 0,24 1-1036 0 0,-11-2-3090 0 0,1-1-1274 0 0</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52.455"/>
    </inkml:context>
    <inkml:brush xml:id="br0">
      <inkml:brushProperty name="width" value="0.05" units="cm"/>
      <inkml:brushProperty name="height" value="0.05" units="cm"/>
    </inkml:brush>
  </inkml:definitions>
  <inkml:trace contextRef="#ctx0" brushRef="#br0">85 0 15663 0 0,'0'0'1188'0'0,"0"2"-804"0"0,0 2-338 0 0,-1 0 1 0 0,1 0-1 0 0,-1 0 0 0 0,0 0 0 0 0,0 0 1 0 0,0 0-1 0 0,-1 0 0 0 0,1 0 0 0 0,-3 3 1 0 0,-23 34 1428 0 0,1-1-949 0 0,23-34-462 0 0,0 0-1 0 0,0 0 0 0 0,1 1 1 0 0,0-1-1 0 0,0 1 1 0 0,1-1-1 0 0,-1 1 0 0 0,0 12 1 0 0,2-17 1 0 0,1 1-1 0 0,-1 0 1 0 0,0 0 0 0 0,1-1-1 0 0,-1 1 1 0 0,1-1 0 0 0,0 1-1 0 0,-1 0 1 0 0,1-1 0 0 0,1 1-1 0 0,-1-1 1 0 0,0 0 0 0 0,1 1 0 0 0,-1-1-1 0 0,1 0 1 0 0,0 0 0 0 0,-1 0-1 0 0,1 0 1 0 0,0 0 0 0 0,0 0-1 0 0,1 0 1 0 0,-1-1 0 0 0,0 1-1 0 0,4 1 1 0 0,-1-1 63 0 0,1 1 0 0 0,-1-2 0 0 0,1 1 0 0 0,0 0-1 0 0,-1-1 1 0 0,1 0 0 0 0,0 0 0 0 0,0-1 0 0 0,0 0 0 0 0,0 0-1 0 0,10-1 1 0 0,25-7-1018 0 0,-2-5-5163 0 0,-23 7-1034 0 0</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54.146"/>
    </inkml:context>
    <inkml:brush xml:id="br0">
      <inkml:brushProperty name="width" value="0.05" units="cm"/>
      <inkml:brushProperty name="height" value="0.05" units="cm"/>
    </inkml:brush>
  </inkml:definitions>
  <inkml:trace contextRef="#ctx0" brushRef="#br0">78 1 10623 0 0,'0'0'3274'0'0,"-1"1"-2570"0"0,-6 5-571 0 0,0 0 0 0 0,1 1 0 0 0,0 0 1 0 0,0 0-1 0 0,1 1 0 0 0,0 0 0 0 0,0 0 0 0 0,1 0 1 0 0,0 1-1 0 0,0-1 0 0 0,1 1 0 0 0,-3 11 1 0 0,3-8-67 0 0,1 0 1 0 0,0 0 0 0 0,1 0-1 0 0,1 0 1 0 0,0 0 0 0 0,1 0 0 0 0,0 0-1 0 0,0 0 1 0 0,5 15 0 0 0,-4-21-15 0 0,-1 0 1 0 0,2-1 0 0 0,-1 1-1 0 0,0-1 1 0 0,1 1 0 0 0,0-1-1 0 0,1 0 1 0 0,-1 0 0 0 0,1-1-1 0 0,0 1 1 0 0,0-1-1 0 0,0 0 1 0 0,0 0 0 0 0,1 0-1 0 0,0 0 1 0 0,0-1 0 0 0,0 0-1 0 0,0 0 1 0 0,0 0 0 0 0,1-1-1 0 0,5 2 1 0 0,4 1 40 0 0,1-2 0 0 0,21 2 1 0 0,-33-4-86 0 0,-2-1 44 0 0,-2 0-42 0 0,1 0-1 0 0,-1 1 1 0 0,1-1-1 0 0,-1 0 1 0 0,1 0-1 0 0,-1 0 1 0 0,1 0-1 0 0,-1 1 1 0 0,1-1 0 0 0,-1 0-1 0 0,0 1 1 0 0,1-1-1 0 0,-1 0 1 0 0,0 1-1 0 0,1-1 1 0 0,-1 0-1 0 0,0 1 1 0 0,1-1-1 0 0,-1 1 1 0 0,-1 4-32 0 0,-1 0 0 0 0,0-1 0 0 0,-1 1-1 0 0,1-1 1 0 0,-1 0 0 0 0,0 0 0 0 0,-7 8 0 0 0,-30 26-1560 0 0,26-24 280 0 0,-26 17-1812 0 0,20-16 1514 0 0</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54.493"/>
    </inkml:context>
    <inkml:brush xml:id="br0">
      <inkml:brushProperty name="width" value="0.05" units="cm"/>
      <inkml:brushProperty name="height" value="0.05" units="cm"/>
    </inkml:brush>
  </inkml:definitions>
  <inkml:trace contextRef="#ctx0" brushRef="#br0">1 382 12895 0 0,'1'2'998'0'0,"3"6"-719"0"0,0 1-1 0 0,-1-1 1 0 0,0 1 0 0 0,0 0 0 0 0,-1 1 0 0 0,0-1 0 0 0,-1 0 0 0 0,1 15 0 0 0,-1-1 91 0 0,-2 0 1 0 0,-5 32-1 0 0,6-37-216 0 0,0-9-3075 0 0</inkml:trace>
  <inkml:trace contextRef="#ctx0" brushRef="#br0" timeOffset="1">7 0 5527 0 0,'0'0'584'0'0,"4"6"-584"0"0,-1 2 1776 0 0,2 2 336 0 0,1 4 64 0 0,0-1 8 0 0,1 4-1624 0 0,1-1-328 0 0,-1 1-64 0 0,2 5-4232 0 0,-1 1-840 0 0</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54.823"/>
    </inkml:context>
    <inkml:brush xml:id="br0">
      <inkml:brushProperty name="width" value="0.05" units="cm"/>
      <inkml:brushProperty name="height" value="0.05" units="cm"/>
    </inkml:brush>
  </inkml:definitions>
  <inkml:trace contextRef="#ctx0" brushRef="#br0">0 232 919 0 0,'1'0'12734'0'0,"3"-7"-11813"0"0,5-8-15 0 0,-2-1-1 0 0,1-1 1 0 0,8-31-1 0 0,-12 33-796 0 0,1 0-1 0 0,1 0 1 0 0,0 1-1 0 0,1 0 1 0 0,12-19-1 0 0,-17 30-36 0 0,-1 1 1 0 0,1 0-1 0 0,0 0 0 0 0,0 0 0 0 0,1 0 1 0 0,-1 0-1 0 0,0 0 0 0 0,3-1 0 0 0,-4 2-30 0 0,0 1 1 0 0,-1 0-1 0 0,1-1 0 0 0,0 1 0 0 0,0 0 0 0 0,-1 0 0 0 0,1-1 0 0 0,0 1 0 0 0,0 0 0 0 0,0 0 1 0 0,-1 0-1 0 0,1 0 0 0 0,0 0 0 0 0,0 0 0 0 0,0 0 0 0 0,-1 1 0 0 0,1-1 0 0 0,0 0 0 0 0,0 0 1 0 0,-1 1-1 0 0,1-1 0 0 0,0 0 0 0 0,0 1 0 0 0,-1-1 0 0 0,1 0 0 0 0,-1 1 0 0 0,1-1 0 0 0,0 1 1 0 0,-1 0-1 0 0,1-1 0 0 0,-1 1 0 0 0,1-1 0 0 0,-1 1 0 0 0,1 0 0 0 0,4 8 107 0 0,-1 0 1 0 0,0 0-1 0 0,0 0 0 0 0,-1 0 1 0 0,0 1-1 0 0,-1-1 0 0 0,2 19 1 0 0,2 2-44 0 0,26 93 91 0 0,-25-103-162 0 0,1 1 1 0 0,0-2-1 0 0,22 35 0 0 0,-24-46-267 0 0,-5-6-708 0 0</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55.442"/>
    </inkml:context>
    <inkml:brush xml:id="br0">
      <inkml:brushProperty name="width" value="0.05" units="cm"/>
      <inkml:brushProperty name="height" value="0.05" units="cm"/>
    </inkml:brush>
  </inkml:definitions>
  <inkml:trace contextRef="#ctx0" brushRef="#br0">0 0 10591 0 0,'0'0'1283'0'0,"1"2"-328"0"0,6 19 279 0 0,0 0 1 0 0,-2 0 0 0 0,5 38-1 0 0,-7-39-1226 0 0,0 0-1 0 0,1 0 0 0 0,1 0 1 0 0,1-1-1 0 0,9 21 0 0 0,-13-37 34 0 0,0 0-1 0 0,-1-1 1 0 0,1 1-1 0 0,0 0 1 0 0,1-1-1 0 0,-1 1 1 0 0,0-1 0 0 0,1 0-1 0 0,-1 1 1 0 0,1-1-1 0 0,0-1 1 0 0,3 4-1 0 0,-4-5-8 0 0,-1 1-1 0 0,1 0 0 0 0,-1-1 1 0 0,1 1-1 0 0,-1-1 0 0 0,1 0 1 0 0,-1 1-1 0 0,1-1 0 0 0,-1 0 1 0 0,1 0-1 0 0,-1 0 0 0 0,1 0 1 0 0,0 0-1 0 0,-1-1 0 0 0,1 1 1 0 0,-1 0-1 0 0,1-1 0 0 0,-1 1 1 0 0,1-1-1 0 0,-1 1 0 0 0,0-1 1 0 0,1 0-1 0 0,-1 1 0 0 0,0-1 1 0 0,1 0-1 0 0,-1 0 1 0 0,0 0-1 0 0,2-2 0 0 0,5-6 25 0 0,1-2 1 0 0,-2 1-1 0 0,1-1 0 0 0,-2 0 0 0 0,1 0 0 0 0,-1-1 0 0 0,-1 1 1 0 0,8-26-1 0 0,-3 0-149 0 0,8-66 0 0 0,-16 80 271 0 0,-2 22 482 0 0,-2 14-323 0 0,-2 23-186 0 0,4 51 0 0 0,0-72-158 0 0,2-1-1 0 0,0 1 0 0 0,0-1 1 0 0,1 0-1 0 0,1 0 1 0 0,9 20-1 0 0,-12-30 42 0 0,1 0 0 0 0,1 0 1 0 0,-1 0-1 0 0,0 0 0 0 0,1-1 0 0 0,0 1 0 0 0,0-1 0 0 0,0 0 0 0 0,0 0 0 0 0,1 0 0 0 0,-1 0 1 0 0,1 0-1 0 0,5 2 0 0 0,-7-3 41 0 0,1-1-1 0 0,-1 0 1 0 0,1-1 0 0 0,0 1 0 0 0,0 0-1 0 0,-1-1 1 0 0,1 0 0 0 0,0 1 0 0 0,0-1 0 0 0,0 0-1 0 0,-1 0 1 0 0,1-1 0 0 0,0 1 0 0 0,0 0-1 0 0,-1-1 1 0 0,1 0 0 0 0,0 0 0 0 0,0 0-1 0 0,-1 0 1 0 0,1 0 0 0 0,-1 0 0 0 0,3-3-1 0 0,0 1 1 0 0,0-1 0 0 0,0 0 0 0 0,-1-1-1 0 0,1 1 1 0 0,-1-1 0 0 0,0 0-1 0 0,-1 0 1 0 0,1 0 0 0 0,-1-1-1 0 0,0 1 1 0 0,0-1 0 0 0,-1 0-1 0 0,0 0 1 0 0,0 0 0 0 0,0 0-1 0 0,-1 0 1 0 0,2-7 0 0 0,-2 4-68 0 0,0 0 0 0 0,0 0-1 0 0,-1 0 1 0 0,0-1 0 0 0,0 1 0 0 0,-1 0 0 0 0,0 0 0 0 0,-1 0 0 0 0,0 0-1 0 0,-1 0 1 0 0,-3-9 0 0 0,4 14-253 0 0,0 0 1 0 0,0 0-1 0 0,0 0 0 0 0,-1 0 1 0 0,1 1-1 0 0,-1-1 0 0 0,0 1 1 0 0,0 0-1 0 0,-1 0 0 0 0,-4-5 0 0 0</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55.922"/>
    </inkml:context>
    <inkml:brush xml:id="br0">
      <inkml:brushProperty name="width" value="0.05" units="cm"/>
      <inkml:brushProperty name="height" value="0.05" units="cm"/>
    </inkml:brush>
  </inkml:definitions>
  <inkml:trace contextRef="#ctx0" brushRef="#br0">78 271 6911 0 0,'0'0'528'0'0,"-1"2"-341"0"0,-7 5 303 0 0,0 2 0 0 0,1-1-1 0 0,0 1 1 0 0,0 0 0 0 0,1 1 0 0 0,0 0-1 0 0,1 0 1 0 0,0 0 0 0 0,0 0 0 0 0,1 1 0 0 0,-5 21-1 0 0,9-30 567 0 0,0-2-1025 0 0,1 0-1 0 0,-1 0 0 0 0,1 1 1 0 0,-1-1-1 0 0,1 0 1 0 0,-1 0-1 0 0,0 0 0 0 0,1 0 1 0 0,-1 0-1 0 0,1 1 1 0 0,-1-1-1 0 0,1 0 0 0 0,-1 0 1 0 0,1 0-1 0 0,-1 0 1 0 0,1 0-1 0 0,-1 0 0 0 0,1 0 1 0 0,-1-1-1 0 0,1 1 1 0 0,-1 0-1 0 0,1 0 0 0 0,-1 0 1 0 0,0 0-1 0 0,1-1 1 0 0,-1 1-1 0 0,1 0 0 0 0,0-1 1 0 0,12-6 271 0 0,-7 2-224 0 0,-1 0-1 0 0,0 0 0 0 0,0-1 1 0 0,-1 1-1 0 0,0-1 0 0 0,0 0 1 0 0,7-13-1 0 0,18-48-70 0 0,-29 65-1 0 0,8-22 407 0 0,-1 1 0 0 0,-1-1 0 0 0,-1 1 0 0 0,-1-1 0 0 0,-2-1 0 0 0,0 1-1 0 0,-2 0 1 0 0,-3-41 0 0 0,-1 47 631 0 0,3 17-209 0 0,0 2-545 0 0,-2 1-250 0 0,1 1 0 0 0,0 0-1 0 0,-1 0 1 0 0,1 1 0 0 0,0-1-1 0 0,0 0 1 0 0,1 1 0 0 0,-1-1-1 0 0,1 1 1 0 0,0-1 0 0 0,0 1-1 0 0,0 0 1 0 0,-1 6 0 0 0,0 4 98 0 0,1 0 1 0 0,0 21-1 0 0,3-6-145 0 0,1 0 0 0 0,11 46 0 0 0,23 53-32 0 0,-34-118-293 0 0,0 0-1 0 0,1-1 0 0 0,1 1 1 0 0,-1-1-1 0 0,1 0 1 0 0,1 0-1 0 0,0 0 0 0 0,11 12 1 0 0</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56.474"/>
    </inkml:context>
    <inkml:brush xml:id="br0">
      <inkml:brushProperty name="width" value="0.05" units="cm"/>
      <inkml:brushProperty name="height" value="0.05" units="cm"/>
    </inkml:brush>
  </inkml:definitions>
  <inkml:trace contextRef="#ctx0" brushRef="#br0">0 26 6447 0 0,'6'-6'670'0'0,"-4"4"-95"0"0,-1 0 0 0 0,1 1 0 0 0,-1-1 1 0 0,1 0-1 0 0,0 1 0 0 0,0 0 0 0 0,0-1 1 0 0,0 1-1 0 0,0 0 0 0 0,0 0 0 0 0,4-1 1 0 0,-2 0 2638 0 0,-3 3-2122 0 0,1 1-922 0 0,0 1 0 0 0,0-1-1 0 0,0 0 1 0 0,0 0 0 0 0,-1 1 0 0 0,1-1 0 0 0,-1 1-1 0 0,0 0 1 0 0,0-1 0 0 0,0 1 0 0 0,0 0 0 0 0,0 0 0 0 0,0-1-1 0 0,-1 1 1 0 0,0 0 0 0 0,1 0 0 0 0,-1 0 0 0 0,-1 4 0 0 0,1 9 15 0 0,-2 0 1 0 0,-4 20 0 0 0,2-14 15 0 0,-4 37 60 0 0,0 64-1 0 0,8-94-139 0 0,1 0 0 0 0,1 0 0 0 0,2 0 1 0 0,8 35-1 0 0,1-28-573 0 0,-12-34 271 0 0,0 0 1 0 0,1 1-1 0 0,-1-1 0 0 0,1 0 1 0 0,-1 1-1 0 0,1-1 1 0 0,0 0-1 0 0,0 0 0 0 0,0-1 1 0 0,4 4-1 0 0,-5-5 35 0 0,-1 1 0 0 0,1-1 0 0 0,0 0 0 0 0,0 0-1 0 0,-1 0 1 0 0,1 0 0 0 0,0 0 0 0 0,-1 0 0 0 0,1 0 0 0 0,0 0 0 0 0,0 0-1 0 0,-1 0 1 0 0,1-1 0 0 0,0 1 0 0 0,-1 0 0 0 0,1 0 0 0 0,0-1-1 0 0,-1 1 1 0 0,1 0 0 0 0,-1-1 0 0 0,1 1 0 0 0,1-1 0 0 0,11-11-2050 0 0,-6 2 401 0 0</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56.808"/>
    </inkml:context>
    <inkml:brush xml:id="br0">
      <inkml:brushProperty name="width" value="0.05" units="cm"/>
      <inkml:brushProperty name="height" value="0.05" units="cm"/>
    </inkml:brush>
  </inkml:definitions>
  <inkml:trace contextRef="#ctx0" brushRef="#br0">1 1 10135 0 0,'0'2'4851'0'0,"1"0"-4449"0"0,0 0 0 0 0,-1 0 0 0 0,1 0 0 0 0,0 0-1 0 0,0 0 1 0 0,0 0 0 0 0,0 0 0 0 0,1 0 0 0 0,-1-1 0 0 0,0 1 0 0 0,1 0 0 0 0,0-1 0 0 0,-1 1 0 0 0,1-1-1 0 0,3 3 1 0 0,0-2-130 0 0,0 1-1 0 0,0-1 0 0 0,0 0 1 0 0,0-1-1 0 0,9 3 0 0 0,50 7 679 0 0,110 7-1 0 0,-97-13-3381 0 0,-62-3 1080 0 0</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58.256"/>
    </inkml:context>
    <inkml:brush xml:id="br0">
      <inkml:brushProperty name="width" value="0.05" units="cm"/>
      <inkml:brushProperty name="height" value="0.05" units="cm"/>
    </inkml:brush>
  </inkml:definitions>
  <inkml:trace contextRef="#ctx0" brushRef="#br0">107 39 10135 0 0,'1'-25'778'0'0,"-1"25"-699"0"0,0-1 0 0 0,0 1 1 0 0,0-1-1 0 0,0 1 0 0 0,1-1 0 0 0,-1 1 1 0 0,0-1-1 0 0,0 1 0 0 0,0-1 1 0 0,1 1-1 0 0,-1-1 0 0 0,0 1 1 0 0,0-1-1 0 0,1 1 0 0 0,-1-1 1 0 0,0 1-1 0 0,1 0 0 0 0,-1-1 0 0 0,1 1 1 0 0,-1-1-1 0 0,0 1 0 0 0,1 0 1 0 0,-1 0-1 0 0,1-1 0 0 0,-1 1 1 0 0,5-3 4207 0 0,-5 8-4268 0 0,0-1 0 0 0,-1 0 0 0 0,0 0 1 0 0,0 0-1 0 0,0 1 0 0 0,-1-1 0 0 0,1 0 0 0 0,-1 0 0 0 0,-3 5 1 0 0,-26 36-471 0 0,7-9-201 0 0,-15 19-2193 0 0,27-38 1482 0 0</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58.896"/>
    </inkml:context>
    <inkml:brush xml:id="br0">
      <inkml:brushProperty name="width" value="0.05" units="cm"/>
      <inkml:brushProperty name="height" value="0.05" units="cm"/>
    </inkml:brush>
  </inkml:definitions>
  <inkml:trace contextRef="#ctx0" brushRef="#br0">345 1 6911 0 0,'1'1'528'0'0,"3"5"-246"0"0,-1 0-1 0 0,0 1 1 0 0,0-1 0 0 0,-1 1-1 0 0,0 0 1 0 0,0 0-1 0 0,1 12 1 0 0,0-4 905 0 0,6 32 1181 0 0,3 52-1 0 0,-9-48-2004 0 0,-3-1 1 0 0,-2 1 0 0 0,-1-1 0 0 0,-21 93 0 0 0,21-128-205 0 0,-2 0 1 0 0,0 0 0 0 0,0 0 0 0 0,-2-1-1 0 0,0 0 1 0 0,0 0 0 0 0,-14 18 0 0 0,17-26-117 0 0,0-1 0 0 0,0-1 0 0 0,0 1 0 0 0,0-1 1 0 0,-1 1-1 0 0,0-1 0 0 0,0-1 0 0 0,0 1 0 0 0,0-1 1 0 0,0 0-1 0 0,-1 0 0 0 0,0 0 0 0 0,1-1 0 0 0,-1 1 0 0 0,0-2 1 0 0,0 1-1 0 0,0-1 0 0 0,0 1 0 0 0,-1-2 0 0 0,1 1 0 0 0,-10-1 1 0 0,9-1-44 0 0,0 0 0 0 0,0-1 0 0 0,0 0 0 0 0,1 0 0 0 0,-1-1 0 0 0,1 1 0 0 0,-1-1 0 0 0,1-1 0 0 0,0 1 1 0 0,0-1-1 0 0,0 0 0 0 0,1-1 0 0 0,0 1 0 0 0,-1-1 0 0 0,1 0 0 0 0,1 0 0 0 0,-6-7 0 0 0,2 0-8 0 0,-1-1 1 0 0,2 0-1 0 0,-1 0 0 0 0,2-1 0 0 0,0 1 0 0 0,0-1 0 0 0,-3-16 0 0 0,7 22 34 0 0,0 0 1 0 0,1 0-1 0 0,0-1 0 0 0,0 1 0 0 0,1-1 0 0 0,0 1 0 0 0,0 0 1 0 0,1-1-1 0 0,0 1 0 0 0,4-15 0 0 0,-3 18 16 0 0,-1 0 0 0 0,2 0-1 0 0,-1 0 1 0 0,1 0 0 0 0,-1 0 0 0 0,1 0 0 0 0,1 1-1 0 0,-1-1 1 0 0,1 1 0 0 0,-1 0 0 0 0,1 0-1 0 0,0 1 1 0 0,1-1 0 0 0,-1 1 0 0 0,1 0 0 0 0,-1 0-1 0 0,8-3 1 0 0,-4 2 15 0 0,1 1-1 0 0,0 0 0 0 0,0 0 1 0 0,0 1-1 0 0,0 1 1 0 0,0-1-1 0 0,1 1 1 0 0,-1 1-1 0 0,0 0 0 0 0,15 2 1 0 0,8 2 166 0 0,54 15 0 0 0,-41-8 30 0 0,82 24 192 0 0,-103-26-407 0 0,0 0 0 0 0,-1 2 0 0 0,26 16 0 0 0,-44-24-47 0 0,0 0-1 0 0,0 0 1 0 0,-1 1-1 0 0,0 0 1 0 0,0 0-1 0 0,0 0 1 0 0,0 0-1 0 0,0 1 1 0 0,2 4-1 0 0,-4-6-166 0 0,-1-1-1 0 0,0 1 0 0 0,0-1 0 0 0,0 1 0 0 0,0 0 0 0 0,0 0 0 0 0,-1-1 0 0 0,1 1 0 0 0,-1 0 0 0 0,0 0 0 0 0,1 0 0 0 0,-1-1 1 0 0,-1 1-1 0 0,1 0 0 0 0,0 0 0 0 0,-1 0 0 0 0,1-1 0 0 0,-1 1 0 0 0,-2 4 0 0 0,-2 0-3843 0 0</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8:59.313"/>
    </inkml:context>
    <inkml:brush xml:id="br0">
      <inkml:brushProperty name="width" value="0.05" units="cm"/>
      <inkml:brushProperty name="height" value="0.05" units="cm"/>
    </inkml:brush>
  </inkml:definitions>
  <inkml:trace contextRef="#ctx0" brushRef="#br0">453 0 13647 0 0,'0'0'1239'0'0,"-5"6"-998"0"0,-1 1-43 0 0,-1 0 0 0 0,0-1-1 0 0,-1 0 1 0 0,0 0-1 0 0,-13 7 1 0 0,-3 3 232 0 0,-102 82 355 0 0,73-55 36 0 0,-71 45 0 0 0,117-84-569 0 0,0 1 0 0 0,0 0 0 0 0,0 0 1 0 0,0 1-1 0 0,1 0 0 0 0,0 0 0 0 0,-9 13 0 0 0,14-18 392 0 0,9 7-510 0 0,1 0 1 0 0,0-1-1 0 0,1 0 0 0 0,0-1 0 0 0,20 10 1 0 0,57 17 1115 0 0,-6-2-650 0 0,-50-17-1106 0 0,-12-6-528 0 0,-1 0 0 0 0,19 12 0 0 0</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9:00.157"/>
    </inkml:context>
    <inkml:brush xml:id="br0">
      <inkml:brushProperty name="width" value="0.05" units="cm"/>
      <inkml:brushProperty name="height" value="0.05" units="cm"/>
    </inkml:brush>
  </inkml:definitions>
  <inkml:trace contextRef="#ctx0" brushRef="#br0">4 57 9647 0 0,'0'-8'868'0'0,"-3"-27"-752"0"0,3 22 3914 0 0,17 337-2038 0 0,-17-323-1981 0 0,3 30 239 0 0,7 30 1 0 0,-8-52-79 0 0,0-1 1 0 0,0 0 0 0 0,1 0 0 0 0,0-1-1 0 0,1 1 1 0 0,-1-1 0 0 0,1 1-1 0 0,11 12 1 0 0,-14-18-138 0 0,-1-1 0 0 0,1 0 1 0 0,0-1-1 0 0,0 1 0 0 0,0 0 0 0 0,0 0 0 0 0,1 0 0 0 0,-1 0 0 0 0,0-1 0 0 0,0 1 0 0 0,0-1 1 0 0,1 1-1 0 0,-1-1 0 0 0,0 1 0 0 0,0-1 0 0 0,1 0 0 0 0,-1 1 0 0 0,0-1 0 0 0,1 0 0 0 0,1 0 1 0 0,-1 0-5 0 0,0-1 0 0 0,1 1 0 0 0,-1-1 1 0 0,0 0-1 0 0,0 0 0 0 0,0 0 1 0 0,0 0-1 0 0,0 0 0 0 0,0 0 1 0 0,-1 0-1 0 0,4-2 0 0 0,2-4 28 0 0,-1 0 0 0 0,1 1 0 0 0,-1-2 0 0 0,9-14 0 0 0,-3 2-14 0 0,-2 0-1 0 0,0-1 0 0 0,-2 0 1 0 0,7-22-1 0 0,19-89 318 0 0,-29 109-275 0 0,12-64 850 0 0,-17 85-821 0 0,0 4-41 0 0,-14 125 53 0 0,13-101-175 0 0,0 0 0 0 0,7 51 1 0 0,-4-67 62 0 0,0-1 1 0 0,0 1-1 0 0,1-1 1 0 0,0 0-1 0 0,1 1 1 0 0,0-1-1 0 0,0-1 1 0 0,1 1-1 0 0,0-1 1 0 0,11 14-1 0 0,-14-20 41 0 0,0 0 0 0 0,0 0-1 0 0,1 0 1 0 0,-1 0 0 0 0,1-1-1 0 0,-1 1 1 0 0,1-1 0 0 0,0 0 0 0 0,0 0-1 0 0,-1 0 1 0 0,1 0 0 0 0,0 0-1 0 0,0-1 1 0 0,0 1 0 0 0,0-1 0 0 0,0 0-1 0 0,0 1 1 0 0,0-2 0 0 0,0 1-1 0 0,0 0 1 0 0,0-1 0 0 0,0 1 0 0 0,0-1-1 0 0,0 0 1 0 0,-1 0 0 0 0,6-2-1 0 0,-1 0 44 0 0,-1 0 0 0 0,0-1 0 0 0,0 0 0 0 0,0 0 0 0 0,-1 0 0 0 0,0-1 0 0 0,1 0 0 0 0,-2 0 0 0 0,1 0 0 0 0,5-8 0 0 0,-1-1-47 0 0,-2 0 1 0 0,0 0-1 0 0,0 0 1 0 0,-1 0 0 0 0,-1-1-1 0 0,-1 0 1 0 0,0 0-1 0 0,3-25 1 0 0,-2-11-228 0 0,-3-65 0 0 0,-2 98 49 0 0,-2-14-2330 0 0</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9:00.500"/>
    </inkml:context>
    <inkml:brush xml:id="br0">
      <inkml:brushProperty name="width" value="0.05" units="cm"/>
      <inkml:brushProperty name="height" value="0.05" units="cm"/>
    </inkml:brush>
  </inkml:definitions>
  <inkml:trace contextRef="#ctx0" brushRef="#br0">90 102 8751 0 0,'0'0'674'0'0,"1"1"-172"0"0,7 5 1089 0 0,-4-3 62 0 0,1 1 0 0 0,-1 0 0 0 0,8 8 903 0 0,-8-12-2337 0 0,-1-1 1 0 0,1 0 0 0 0,-1 0 0 0 0,1 0-1 0 0,-1 0 1 0 0,0 0 0 0 0,0-1 0 0 0,0 0 0 0 0,1 1-1 0 0,-1-1 1 0 0,-1 0 0 0 0,1 0 0 0 0,0-1 0 0 0,0 1-1 0 0,-1-1 1 0 0,0 1 0 0 0,1-1 0 0 0,1-4 0 0 0,-2 5-183 0 0,0 0 1 0 0,-1 0 0 0 0,1 0-1 0 0,-1-1 1 0 0,0 1 0 0 0,1-1-1 0 0,-1 1 1 0 0,0-1 0 0 0,-1 1 0 0 0,1-1-1 0 0,0 0 1 0 0,-1 1 0 0 0,0-1-1 0 0,1 0 1 0 0,-1 0 0 0 0,0 1 0 0 0,0-1-1 0 0,-1 0 1 0 0,1 1 0 0 0,0-1-1 0 0,-1 0 1 0 0,0 1 0 0 0,0-1-1 0 0,-1-3 1 0 0,1 4-14 0 0,-1 0 1 0 0,1 0-1 0 0,0 0 0 0 0,-1 0 0 0 0,1 1 1 0 0,-1-1-1 0 0,0 1 0 0 0,1-1 1 0 0,-1 1-1 0 0,0 0 0 0 0,0-1 0 0 0,0 1 1 0 0,0 0-1 0 0,0 0 0 0 0,0 0 0 0 0,-4 0 1 0 0,3 0 1 0 0,-1 1 0 0 0,0-1 0 0 0,1 1 0 0 0,-1 0 1 0 0,1 0-1 0 0,-1 0 0 0 0,0 1 0 0 0,1-1 0 0 0,-7 2 0 0 0,3 1-33 0 0,0 0 0 0 0,-1 0 0 0 0,1 0 0 0 0,0 0-1 0 0,1 1 1 0 0,-1 1 0 0 0,1-1 0 0 0,-12 11-1 0 0,-1 10-118 0 0,16-21 34 0 0,0 0 1 0 0,0 0-1 0 0,0 0 1 0 0,0 0-1 0 0,-7 5 0 0 0</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9:13.137"/>
    </inkml:context>
    <inkml:brush xml:id="br0">
      <inkml:brushProperty name="width" value="0.05" units="cm"/>
      <inkml:brushProperty name="height" value="0.05" units="cm"/>
    </inkml:brush>
  </inkml:definitions>
  <inkml:trace contextRef="#ctx0" brushRef="#br0">15 14 6447 0 0,'0'-14'8966'0'0,"-5"48"-6560"0"0,0-9-2146 0 0,0 48-35 0 0,6 77 1 0 0,0-112-205 0 0,0-9 7 0 0,8 56 0 0 0,-8-76-22 0 0,1 0 1 0 0,1-1 0 0 0,-1 1 0 0 0,1-1 0 0 0,1 0 0 0 0,-1 0-1 0 0,2 0 1 0 0,-1 0 0 0 0,1-1 0 0 0,10 13 0 0 0,-13-18-13 0 0,-1 0 0 0 0,1-1 0 0 0,0 1 0 0 0,0 0 0 0 0,0-1 0 0 0,0 0 0 0 0,0 1 0 0 0,1-1 0 0 0,-1 0 0 0 0,0 0 0 0 0,1 0 0 0 0,2 1 0 0 0,-3-2-147 0 0,-1 0 1 0 0,1 0 0 0 0,-1 0-1 0 0,1 0 1 0 0,-1 0-1 0 0,1 0 1 0 0,-1 0-1 0 0,1-1 1 0 0,1 1-1 0 0,-1-1-390 0 0,-1 0 0 0 0,1 1-1 0 0,0-1 1 0 0,-1 0-1 0 0,1 0 1 0 0,-1 0-1 0 0,1 0 1 0 0,1-2 0 0 0,6-6-4719 0 0</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9:13.471"/>
    </inkml:context>
    <inkml:brush xml:id="br0">
      <inkml:brushProperty name="width" value="0.05" units="cm"/>
      <inkml:brushProperty name="height" value="0.05" units="cm"/>
    </inkml:brush>
  </inkml:definitions>
  <inkml:trace contextRef="#ctx0" brushRef="#br0">0 1 14311 0 0,'0'0'1552'0'0,"9"4"-1552"0"0,5 1 0 0 0,1-2 0 0 0,3 0 96 0 0,2 0-16 0 0,1-2 0 0 0,0-1 0 0 0,0 0-528 0 0,1-1-112 0 0,1-2-16 0 0,2-2-5336 0 0</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9:13.826"/>
    </inkml:context>
    <inkml:brush xml:id="br0">
      <inkml:brushProperty name="width" value="0.05" units="cm"/>
      <inkml:brushProperty name="height" value="0.05" units="cm"/>
    </inkml:brush>
  </inkml:definitions>
  <inkml:trace contextRef="#ctx0" brushRef="#br0">0 1 1375 0 0,'2'1'107'0'0,"30"21"867"0"0,-23-18 973 0 0,0 1 0 0 0,0-1-1 0 0,0 0 1 0 0,10 3 0 0 0,-4-4-1346 0 0,0 2 0 0 0,-1 0 0 0 0,1 1 0 0 0,-1 0 0 0 0,26 17 1 0 0,-38-21-564 0 0,0-1 1 0 0,0 1 0 0 0,0 1 0 0 0,0-1-1 0 0,0 0 1 0 0,0 1 0 0 0,0-1-1 0 0,-1 0 1 0 0,1 1 0 0 0,-1 0 0 0 0,0-1-1 0 0,1 1 1 0 0,-1 0 0 0 0,0 4 0 0 0,0-2 34 0 0,0-1 0 0 0,-1 1-1 0 0,0 0 1 0 0,0-1 0 0 0,0 1 0 0 0,0 0 0 0 0,-1-1 0 0 0,-1 8 0 0 0,-2-1 40 0 0,1-1 0 0 0,-2 1 0 0 0,1-1 0 0 0,-1 0 0 0 0,-1 0 0 0 0,-13 18 0 0 0,3-9-212 0 0,-1-1 1 0 0,-33 29-1 0 0,11-15-5259 0 0,33-25 122 0 0</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9:14.173"/>
    </inkml:context>
    <inkml:brush xml:id="br0">
      <inkml:brushProperty name="width" value="0.05" units="cm"/>
      <inkml:brushProperty name="height" value="0.05" units="cm"/>
    </inkml:brush>
  </inkml:definitions>
  <inkml:trace contextRef="#ctx0" brushRef="#br0">57 110 4143 0 0,'0'30'-219'0'0,"-1"-5"1850"0"0,3 27 0 0 0,-1-45-913 0 0,0-1-1 0 0,0 0 1 0 0,1 0 0 0 0,-1 0-1 0 0,1 0 1 0 0,0 0-1 0 0,1 0 1 0 0,0 0-1 0 0,5 8 1 0 0,-7-14-606 0 0,0 1 1 0 0,1 0-1 0 0,-1-1 1 0 0,0 1-1 0 0,1-1 0 0 0,-1 1 1 0 0,0-1-1 0 0,1 0 1 0 0,-1 1-1 0 0,1-1 0 0 0,-1 0 1 0 0,1 0-1 0 0,-1 0 0 0 0,0 0 1 0 0,1 0-1 0 0,-1 0 1 0 0,3-1-1 0 0,-3 1-70 0 0,3-1 29 0 0,-1-1-1 0 0,1 1 0 0 0,0 0 1 0 0,-1-1-1 0 0,1 0 0 0 0,-1 0 1 0 0,0 0-1 0 0,0 0 1 0 0,1 0-1 0 0,-1-1 0 0 0,-1 1 1 0 0,1-1-1 0 0,0 0 0 0 0,-1 0 1 0 0,1 0-1 0 0,-1 0 1 0 0,0 0-1 0 0,2-4 0 0 0,2-5 134 0 0,0 0 0 0 0,-1 0-1 0 0,8-25 1 0 0,-11 30-53 0 0,0 0 0 0 0,-1-1 0 0 0,0 1-1 0 0,0 0 1 0 0,-1-1 0 0 0,1 1 0 0 0,-2 0 0 0 0,1-1-1 0 0,-1 1 1 0 0,-3-12 0 0 0,3 15-75 0 0,0 0 1 0 0,-1 0-1 0 0,1 0 0 0 0,-1 0 1 0 0,0 1-1 0 0,0-1 1 0 0,-1 1-1 0 0,1-1 0 0 0,-1 1 1 0 0,0 0-1 0 0,0 0 0 0 0,0 0 1 0 0,0 0-1 0 0,0 1 1 0 0,0-1-1 0 0,-1 1 0 0 0,1 0 1 0 0,-1 0-1 0 0,0 0 0 0 0,-5-1 1 0 0,-4-1-318 0 0,1 1 0 0 0,-1 1 0 0 0,1 1 0 0 0,-1-1 0 0 0,0 2 0 0 0,-14 1 0 0 0,10-1-1365 0 0,-3 0-5176 0 0</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2:59:14.522"/>
    </inkml:context>
    <inkml:brush xml:id="br0">
      <inkml:brushProperty name="width" value="0.05" units="cm"/>
      <inkml:brushProperty name="height" value="0.05" units="cm"/>
    </inkml:brush>
  </inkml:definitions>
  <inkml:trace contextRef="#ctx0" brushRef="#br0">32 19 3223 0 0,'0'0'143'0'0,"-1"0"-3"0"0,-4 3 1315 0 0,5-3-1172 0 0,-1-1 0 0 0,1 1 0 0 0,-1 0 0 0 0,0 0 0 0 0,1 1 0 0 0,-1-1 1 0 0,0 0-1 0 0,1 0 0 0 0,-1 0 0 0 0,0 0 0 0 0,1 0 0 0 0,-1 1 0 0 0,1-1 0 0 0,-1 0 0 0 0,0 0 0 0 0,1 1 1 0 0,-2 0-1 0 0,-7 2 4731 0 0,9-3-4944 0 0,0 0 0 0 0,0 0 0 0 0,-1-1 0 0 0,1 1 0 0 0,0 0 0 0 0,-1 0 0 0 0,1 0 0 0 0,0-1 0 0 0,0 1 0 0 0,0 0 0 0 0,-1-1 0 0 0,1 1 0 0 0,0 0 0 0 0,0 0 0 0 0,0-1 0 0 0,0 1 0 0 0,-1 0 0 0 0,1-1 0 0 0,0 1 0 0 0,0 0 0 0 0,0-1 0 0 0,0 1 0 0 0,0 0 0 0 0,0-1 0 0 0,0 1 0 0 0,0-1 0 0 0,0 1 0 0 0,0 0 0 0 0,0-1 0 0 0,0 1 0 0 0,0-1 0 0 0,0 1 33 0 0,0-1 0 0 0,0 0 0 0 0,0 1 1 0 0,0-1-1 0 0,0 0 0 0 0,0 1 0 0 0,1-1 0 0 0,-1 0 0 0 0,0 1 0 0 0,0-1 0 0 0,0 0 0 0 0,1 1 0 0 0,-1-1 0 0 0,0 0 0 0 0,1 1 0 0 0,-1-1 0 0 0,0 1 1 0 0,1-1-1 0 0,-1 1 0 0 0,1-1 0 0 0,-1 1 0 0 0,1-1 0 0 0,-1 1 0 0 0,1-1 0 0 0,0 0 0 0 0,1 1-27 0 0,-1-1-1 0 0,0 1 1 0 0,0 0 0 0 0,1 0 0 0 0,-1 0-1 0 0,0 0 1 0 0,1 0 0 0 0,-1 0-1 0 0,0 0 1 0 0,1 0 0 0 0,-1 0-1 0 0,0 1 1 0 0,2-1 0 0 0,5 3 3 0 0,1 1 0 0 0,0 0 0 0 0,9 6 0 0 0,-12-7 133 0 0,4 2-197 0 0,1 0 0 0 0,-1-1 0 0 0,1-1 0 0 0,0 0 0 0 0,0 0 0 0 0,20 1 0 0 0,-12-2 9 0 0,0-2 0 0 0,0 0 0 0 0,23-3 1 0 0,-34 2-19 0 0,1-1-8 0 0,0 0 0 0 0,0 0 0 0 0,-1 0 1 0 0,11-5-1 0 0,-18 6-67 0 0,-14 0-2221 0 0,5 1-2463 0 0,-1 0-1554 0 0</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3:54.254"/>
    </inkml:context>
    <inkml:brush xml:id="br0">
      <inkml:brushProperty name="width" value="0.05" units="cm"/>
      <inkml:brushProperty name="height" value="0.05" units="cm"/>
    </inkml:brush>
  </inkml:definitions>
  <inkml:trace contextRef="#ctx0" brushRef="#br0">14 1 10367 0 0,'0'0'792'0'0,"0"0"-552"0"0,-10 4 1992 0 0,7-3-43 0 0,3 0-2111 0 0,0-1 0 0 0,0 0 0 0 0,0 0 0 0 0,0 0 1 0 0,0 0-1 0 0,0 0 0 0 0,0 0 0 0 0,0 0 0 0 0,0 0 0 0 0,0 1 1 0 0,0-1-1 0 0,0 0 0 0 0,0 0 0 0 0,0 0 0 0 0,0 0 0 0 0,0 0 1 0 0,55 4 1763 0 0,99 18 0 0 0,-127-18-1564 0 0,72 10 230 0 0,1-6 0 0 0,125-4 0 0 0,7-14-317 0 0,-53 0-96 0 0,-152 9-249 0 0,-28 0-643 0 0,-4-6-46 0 0</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3:55.445"/>
    </inkml:context>
    <inkml:brush xml:id="br0">
      <inkml:brushProperty name="width" value="0.05" units="cm"/>
      <inkml:brushProperty name="height" value="0.05" units="cm"/>
    </inkml:brush>
  </inkml:definitions>
  <inkml:trace contextRef="#ctx0" brushRef="#br0">130 598 4607 0 0,'0'0'1378'0'0,"-15"-4"2308"0"0,12 5-3552 0 0,-1 1-1 0 0,1-1 0 0 0,0 1 0 0 0,1-1 1 0 0,-1 1-1 0 0,0 0 0 0 0,0 0 0 0 0,1 0 1 0 0,-1 1-1 0 0,1-1 0 0 0,0 1 0 0 0,-1-1 1 0 0,1 1-1 0 0,-2 4 0 0 0,-3 4-10 0 0,0 1-1 0 0,-6 14 1 0 0,2 0-102 0 0,-15 49 0 0 0,24-65-22 0 0,0 0 0 0 0,0 1 0 0 0,1-1 0 0 0,0 0 0 0 0,1 1 0 0 0,0-1 0 0 0,0 1 0 0 0,3 11 0 0 0,-3-20 5 0 0,0 0-1 0 0,1-1 0 0 0,-1 1 0 0 0,0-1 0 0 0,1 1 1 0 0,-1-1-1 0 0,1 1 0 0 0,0-1 0 0 0,-1 0 1 0 0,1 1-1 0 0,0-1 0 0 0,0 0 0 0 0,0 1 1 0 0,0-1-1 0 0,0 0 0 0 0,0 0 0 0 0,0 0 0 0 0,0 0 1 0 0,0 0-1 0 0,1 0 0 0 0,-1 0 0 0 0,0 0 1 0 0,1 0-1 0 0,-1-1 0 0 0,2 2 0 0 0,0-2 10 0 0,-1 0-1 0 0,0 0 1 0 0,1 0-1 0 0,-1 0 1 0 0,0 0-1 0 0,1-1 1 0 0,-1 1-1 0 0,0-1 1 0 0,1 1-1 0 0,-1-1 0 0 0,0 0 1 0 0,0 0-1 0 0,0 0 1 0 0,0 0-1 0 0,0 0 1 0 0,3-2-1 0 0,13-11 141 0 0,1 0-1 0 0,-2-1 0 0 0,0-1 1 0 0,-1-1-1 0 0,-1 0 0 0 0,0-1 1 0 0,-1 0-1 0 0,-1-1 0 0 0,-1-1 1 0 0,-1 0-1 0 0,0-1 0 0 0,-2 0 1 0 0,10-32-1 0 0,-8 17 47 0 0,-2 0 0 0 0,-1 0 0 0 0,-2-1 0 0 0,-2 0 0 0 0,-2 0-1 0 0,-1 0 1 0 0,-6-61 0 0 0,-20-58 78 0 0,6 45 1261 0 0,19 109-1107 0 0,0 6-252 0 0,1 0 0 0 0,0 1 0 0 0,-1-1 1 0 0,2 0-1 0 0,-1 0 0 0 0,2 4 1 0 0,4 13 66 0 0,42 324 1089 0 0,-18-95-1255 0 0,-26-217-392 0 0,2-1 1 0 0,18 49 0 0 0,-18-63-1257 0 0,1-1 1 0 0,0 0-1 0 0,14 19 1 0 0,-16-25-3723 0 0</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3:55.874"/>
    </inkml:context>
    <inkml:brush xml:id="br0">
      <inkml:brushProperty name="width" value="0.05" units="cm"/>
      <inkml:brushProperty name="height" value="0.05" units="cm"/>
    </inkml:brush>
  </inkml:definitions>
  <inkml:trace contextRef="#ctx0" brushRef="#br0">0 119 3223 0 0,'0'0'143'0'0,"1"2"349"0"0,5 31 1971 0 0,-1 1 0 0 0,1 40 0 0 0,3 29 1625 0 0,-8-98-4072 0 0,0 0-1 0 0,1 1 0 0 0,-1-1 1 0 0,1 0-1 0 0,0 0 1 0 0,0 0-1 0 0,1 0 1 0 0,5 8-1 0 0,-7-11 102 0 0,10 0 184 0 0,-10-2-251 0 0,0 1 0 0 0,0-1 1 0 0,-1 0-1 0 0,1 0 0 0 0,0 0 0 0 0,0 0 0 0 0,0 1 0 0 0,0-1 0 0 0,0 0 1 0 0,0-1-1 0 0,0 1 0 0 0,0 0 0 0 0,0 0 0 0 0,0 0 0 0 0,0-1 0 0 0,2 0 1 0 0,0 0 53 0 0,0-1 1 0 0,0 0 0 0 0,0 0-1 0 0,0-1 1 0 0,0 1 0 0 0,0-1-1 0 0,-1 1 1 0 0,1-1 0 0 0,-1 0-1 0 0,0 0 1 0 0,0 0 0 0 0,0 0-1 0 0,3-5 1 0 0,1-6 216 0 0,10-29 0 0 0,-11 29-219 0 0,10-30-16 0 0,-1-1 0 0 0,-3 0-1 0 0,-1-1 1 0 0,4-62 0 0 0,-14 85-5550 0 0</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3:56.233"/>
    </inkml:context>
    <inkml:brush xml:id="br0">
      <inkml:brushProperty name="width" value="0.05" units="cm"/>
      <inkml:brushProperty name="height" value="0.05" units="cm"/>
    </inkml:brush>
  </inkml:definitions>
  <inkml:trace contextRef="#ctx0" brushRef="#br0">39 9 8287 0 0,'0'0'639'0'0,"0"14"-264"0"0,1-3 1284 0 0,-1 1 1 0 0,4 16-1 0 0,-4-27-1163 0 0,13 3 723 0 0,-10-4-1178 0 0,0-1 0 0 0,-1 1 0 0 0,0-1 0 0 0,1 0 0 0 0,-1 0 0 0 0,1-1 0 0 0,-1 1 0 0 0,0 0 0 0 0,0-1 0 0 0,0 1 0 0 0,0-1 0 0 0,0 0 0 0 0,0 1 0 0 0,0-1 0 0 0,-1 0 0 0 0,1 0 0 0 0,0 0 0 0 0,-1 0 0 0 0,0-1 1 0 0,1 1-1 0 0,0-4 0 0 0,-2 5-15 0 0,0 0 1 0 0,0 0-1 0 0,0 0 1 0 0,0 0-1 0 0,0 1 1 0 0,-1-1-1 0 0,1 0 1 0 0,0 0-1 0 0,-1 0 1 0 0,1 0-1 0 0,0 1 1 0 0,-1-1-1 0 0,1 0 1 0 0,-1 1 0 0 0,1-1-1 0 0,-1 0 1 0 0,0 1-1 0 0,1-1 1 0 0,-1 0-1 0 0,0 1 1 0 0,1-1-1 0 0,-1 1 1 0 0,0-1-1 0 0,-1 0 1 0 0,-22-11 432 0 0,19 10-393 0 0,2 1-112 0 0,1 0 0 0 0,-1-1 0 0 0,0 1 0 0 0,1 0 0 0 0,-1 1 0 0 0,0-1 1 0 0,0 0-1 0 0,0 1 0 0 0,0 0 0 0 0,1-1 0 0 0,-1 1 0 0 0,0 0 1 0 0,0 0-1 0 0,0 1 0 0 0,0-1 0 0 0,0 1 0 0 0,-3 1 0 0 0,-1 0-1238 0 0</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3:57.093"/>
    </inkml:context>
    <inkml:brush xml:id="br0">
      <inkml:brushProperty name="width" value="0.05" units="cm"/>
      <inkml:brushProperty name="height" value="0.05" units="cm"/>
    </inkml:brush>
  </inkml:definitions>
  <inkml:trace contextRef="#ctx0" brushRef="#br0">1 90 7831 0 0,'0'0'5255'0'0,"0"2"-4631"0"0,10 45 1224 0 0,-8-30-1591 0 0,8 23 1 0 0,-10-40-247 0 0,0 1 0 0 0,0 0 0 0 0,1 0 0 0 0,-1-1 0 0 0,0 1 0 0 0,1 0 1 0 0,-1-1-1 0 0,1 1 0 0 0,-1 0 0 0 0,0-1 0 0 0,1 1 0 0 0,-1-1 0 0 0,1 1 1 0 0,0-1-1 0 0,-1 1 0 0 0,1-1 0 0 0,-1 1 0 0 0,1-1 0 0 0,0 1 0 0 0,-1-1 1 0 0,1 0-1 0 0,0 1 0 0 0,-1-1 0 0 0,1 0 0 0 0,0 0 0 0 0,0 0 0 0 0,-1 0 1 0 0,1 1-1 0 0,0-1 0 0 0,0 0 0 0 0,-1 0 0 0 0,1 0 0 0 0,0 0 0 0 0,0-1 1 0 0,-1 1-1 0 0,1 0 0 0 0,0 0 0 0 0,0 0 0 0 0,-1 0 0 0 0,1-1 0 0 0,0 1 1 0 0,-1 0-1 0 0,1-1 0 0 0,0 1 0 0 0,-1-1 0 0 0,1 1 0 0 0,0-1 0 0 0,4-2 64 0 0,-1 0 0 0 0,0-1-1 0 0,-1 1 1 0 0,1-1 0 0 0,4-5-1 0 0,-5 6-52 0 0,0-1 0 0 0,0 0 0 0 0,-1 0 0 0 0,0 0 0 0 0,0 0 0 0 0,0 0 0 0 0,0 0 0 0 0,-1 0 0 0 0,1-1 0 0 0,-1 1 0 0 0,0-1-1 0 0,0 1 1 0 0,-1-1 0 0 0,1 1 0 0 0,-1-1 0 0 0,0 0 0 0 0,-1 1 0 0 0,1-1 0 0 0,-1 1 0 0 0,0-1 0 0 0,0 1 0 0 0,0-1 0 0 0,0 1 0 0 0,-1 0 0 0 0,0 0 0 0 0,0-1-1 0 0,0 1 1 0 0,0 0 0 0 0,-1 1 0 0 0,-2-5 0 0 0,-2 0-381 0 0,3 3 495 0 0,-1 0 0 0 0,1 0 0 0 0,-10-7 0 0 0,11 11-926 0 0,1-1 0 0 0,-1 1 0 0 0,0 0 0 0 0,1 0 0 0 0,-1 0 0 0 0,-3-1 0 0 0</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3:57.721"/>
    </inkml:context>
    <inkml:brush xml:id="br0">
      <inkml:brushProperty name="width" value="0.05" units="cm"/>
      <inkml:brushProperty name="height" value="0.05" units="cm"/>
    </inkml:brush>
  </inkml:definitions>
  <inkml:trace contextRef="#ctx0" brushRef="#br0">31 0 10447 0 0,'0'0'950'0'0,"-2"8"-764"0"0,-6 30 1480 0 0,2 0 0 0 0,-2 40 0 0 0,3 78-38 0 0,4-110-1302 0 0,1-29-537 0 0,1 121 1458 0 0,7-70-2478 0 0,-5-50-1535 0 0,10 29 1 0 0,-8-31-2757 0 0</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3:58.772"/>
    </inkml:context>
    <inkml:brush xml:id="br0">
      <inkml:brushProperty name="width" value="0.05" units="cm"/>
      <inkml:brushProperty name="height" value="0.05" units="cm"/>
    </inkml:brush>
  </inkml:definitions>
  <inkml:trace contextRef="#ctx0" brushRef="#br0">27 21 9703 0 0,'0'0'1164'0'0,"-5"8"454"0"0,2 0-1206 0 0,1-1 0 0 0,-1 1 1 0 0,1 0-1 0 0,1 0 1 0 0,0 0-1 0 0,-1 12 1 0 0,0-4-123 0 0,-1 16 60 0 0,1 45 0 0 0,2-62-316 0 0,1 0 0 0 0,1 0 0 0 0,0 0 1 0 0,2 0-1 0 0,4 16 0 0 0,-7-28 10 0 0,0 0 0 0 0,1 0-1 0 0,-1 0 1 0 0,1 0 0 0 0,-1 0 0 0 0,1 0-1 0 0,0 0 1 0 0,0-1 0 0 0,0 1 0 0 0,1-1-1 0 0,-1 1 1 0 0,1-1 0 0 0,-1 0 0 0 0,1 0-1 0 0,0 0 1 0 0,4 2 0 0 0,-4-2 13 0 0,0-2 0 0 0,0 1 1 0 0,0 0-1 0 0,0-1 0 0 0,0 1 1 0 0,0-1-1 0 0,0 0 0 0 0,0 0 0 0 0,0 0 1 0 0,0 0-1 0 0,0 0 0 0 0,0-1 1 0 0,0 1-1 0 0,0-1 0 0 0,-1 0 0 0 0,1 0 1 0 0,0 0-1 0 0,4-3 0 0 0,0 0 35 0 0,-1 0 0 0 0,1-1 0 0 0,-1 1 0 0 0,0-2 0 0 0,0 1 0 0 0,-1-1 0 0 0,1 0 0 0 0,-1 0 0 0 0,0 0 0 0 0,4-9 0 0 0,0 1 19 0 0,-2-1 1 0 0,0 1-1 0 0,-1-1 1 0 0,5-17 0 0 0,-9 24-60 0 0,0 0 1 0 0,-1 0-1 0 0,0 0 1 0 0,0 0-1 0 0,-1 0 1 0 0,0 0 0 0 0,0 0-1 0 0,-1 0 1 0 0,0 0-1 0 0,0 0 1 0 0,-1 0 0 0 0,0 0-1 0 0,-6-13 1 0 0,6 16-17 0 0,-1-1-1 0 0,0 0 1 0 0,0 1 0 0 0,-1 0-1 0 0,0 0 1 0 0,0 0 0 0 0,0 0-1 0 0,0 0 1 0 0,-1 1 0 0 0,1 0 0 0 0,-1 0-1 0 0,0 0 1 0 0,-1 0 0 0 0,1 1-1 0 0,-1 0 1 0 0,1 0 0 0 0,-1 0-1 0 0,-7-1 1 0 0,9 3-215 0 0,0 0 1 0 0,0 0-1 0 0,0 1 0 0 0,0-1 1 0 0,0 1-1 0 0,0 0 0 0 0,0 1 0 0 0,0-1 1 0 0,0 1-1 0 0,0-1 0 0 0,0 1 0 0 0,0 1 1 0 0,0-1-1 0 0,0 0 0 0 0,0 1 1 0 0,1 0-1 0 0,-1 0 0 0 0,0 0 0 0 0,1 0 1 0 0,-5 4-1 0 0,-4 3-6308 0 0</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3:59.100"/>
    </inkml:context>
    <inkml:brush xml:id="br0">
      <inkml:brushProperty name="width" value="0.05" units="cm"/>
      <inkml:brushProperty name="height" value="0.05" units="cm"/>
    </inkml:brush>
  </inkml:definitions>
  <inkml:trace contextRef="#ctx0" brushRef="#br0">0 58 8751 0 0,'0'0'794'0'0,"2"0"-417"0"0,3 2 321 0 0,-1 0 0 0 0,1-1 0 0 0,0 0 0 0 0,0 0 0 0 0,0 0 0 0 0,-1 0 0 0 0,1-1 0 0 0,7 0 0 0 0,-4-1-269 0 0,0 0 0 0 0,0 0 0 0 0,0-1 0 0 0,12-4 0 0 0,-3-1-1166 0 0,0 0 0 0 0,0-2 0 0 0,27-17 0 0 0,-35 20-4865 0 0</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3:59.428"/>
    </inkml:context>
    <inkml:brush xml:id="br0">
      <inkml:brushProperty name="width" value="0.05" units="cm"/>
      <inkml:brushProperty name="height" value="0.05" units="cm"/>
    </inkml:brush>
  </inkml:definitions>
  <inkml:trace contextRef="#ctx0" brushRef="#br0">8 31 9671 0 0,'0'0'1032'0'0,"-2"12"-1032"0"0,1 1 0 0 0,1 1 1032 0 0,3 4 176 0 0,-2 1 32 0 0,-1 4 8 0 0,-1 1-664 0 0,-1 3-128 0 0,1 3-24 0 0,-1 2-8 0 0,1 1-896 0 0,-1 0-176 0 0</inkml:trace>
  <inkml:trace contextRef="#ctx0" brushRef="#br0" timeOffset="1">251 1 2303 0 0,'2'1'167'0'0,"2"2"1244"0"0,1 1 1 0 0,0 0-1 0 0,-1 0 0 0 0,1 0 1 0 0,-1 1-1 0 0,0 0 0 0 0,-1 0 0 0 0,1 0 1 0 0,2 6-1 0 0,-1-1-608 0 0,-1-1-1 0 0,0 1 1 0 0,0 0 0 0 0,3 18 0 0 0,-3 1-599 0 0,-1 0 0 0 0,-1 56 0 0 0,-5-36-617 0 0,-1 0 0 0 0,-3 0 0 0 0,-2-1 0 0 0,-2 0 0 0 0,-2-1 0 0 0,-21 51 0 0 0,-12 0-2526 0 0,40-85 2613 0 0,-24 44-1352 0 0</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4:00.112"/>
    </inkml:context>
    <inkml:brush xml:id="br0">
      <inkml:brushProperty name="width" value="0.05" units="cm"/>
      <inkml:brushProperty name="height" value="0.05" units="cm"/>
    </inkml:brush>
  </inkml:definitions>
  <inkml:trace contextRef="#ctx0" brushRef="#br0">22 94 4487 0 0,'0'0'202'0'0,"-1"0"-5"0"0,-4-1-38 0 0,4 1-29 0 0,0-1 1 0 0,1 1-1 0 0,-1 0 0 0 0,0-1 1 0 0,0 1-1 0 0,1-1 1 0 0,-1 0-1 0 0,0 1 0 0 0,1-1 1 0 0,-1 0-1 0 0,1 1 1 0 0,-1-1-1 0 0,1 0 0 0 0,-1 1 1 0 0,1-1-1 0 0,-1 0 1 0 0,1 0-1 0 0,0 0 0 0 0,-1 0 1 0 0,1 1-1 0 0,0-2 1 0 0,-4-17 1505 0 0,7-5-45 0 0,-2 19-1181 0 0,-1 3 606 0 0,4-12 3972 0 0,5 5-3896 0 0,-8 8-738 0 0,8 0 580 0 0,-1 0-805 0 0,0 0 0 0 0,-1 1-1 0 0,1 0 1 0 0,0 0 0 0 0,0 1-1 0 0,0 0 1 0 0,0 0 0 0 0,-1 1-1 0 0,12 4 1 0 0,23 5-24 0 0,0-2 1 0 0,1-1-1 0 0,0-2 0 0 0,62 0 1 0 0,-34-7 19 0 0,137-20 0 0 0,-187 16-891 0 0,35-11 0 0 0,-53 15 466 0 0</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4:01.171"/>
    </inkml:context>
    <inkml:brush xml:id="br0">
      <inkml:brushProperty name="width" value="0.05" units="cm"/>
      <inkml:brushProperty name="height" value="0.05" units="cm"/>
    </inkml:brush>
  </inkml:definitions>
  <inkml:trace contextRef="#ctx0" brushRef="#br0">114 305 8519 0 0,'0'0'772'0'0,"-7"4"-616"0"0,1-1-82 0 0,0 1 1 0 0,0 0-1 0 0,1 0 0 0 0,0 0 0 0 0,-1 1 0 0 0,2 0 0 0 0,-1 0 0 0 0,1 0 0 0 0,-1 0 0 0 0,1 1 0 0 0,1 0 0 0 0,-1 0 1 0 0,-3 9-1 0 0,0 0 136 0 0,1 1 1 0 0,0-1 0 0 0,1 2-1 0 0,-3 21 1 0 0,6-29-91 0 0,1 1 0 0 0,0-1-1 0 0,1 1 1 0 0,0-1 0 0 0,0 1 0 0 0,3 17 0 0 0,-3-26-86 0 0,1-1 0 0 0,-1 1 1 0 0,0 0-1 0 0,0 0 1 0 0,1-1-1 0 0,-1 1 0 0 0,0 0 1 0 0,1 0-1 0 0,-1-1 1 0 0,1 1-1 0 0,-1 0 0 0 0,1-1 1 0 0,-1 1-1 0 0,1-1 1 0 0,-1 1-1 0 0,1-1 0 0 0,0 1 1 0 0,-1-1-1 0 0,1 1 0 0 0,0-1 1 0 0,0 1-1 0 0,-1-1 1 0 0,1 0-1 0 0,0 0 0 0 0,0 1 1 0 0,-1-1-1 0 0,1 0 1 0 0,0 0-1 0 0,0 0 0 0 0,0 0 1 0 0,-1 0-1 0 0,2 0 1 0 0,1 0 18 0 0,-1 0 0 0 0,0-1 1 0 0,0 1-1 0 0,1-1 1 0 0,-1 1-1 0 0,0-1 1 0 0,0 0-1 0 0,0 0 1 0 0,3-2-1 0 0,1-1-5 0 0,0-1 0 0 0,-1 0 1 0 0,1 0-1 0 0,-1-1 0 0 0,0 0 1 0 0,0 0-1 0 0,-1 0 0 0 0,0 0 0 0 0,0-1 1 0 0,4-8-1 0 0,3-10-9 0 0,12-39 0 0 0,-12 28 233 0 0,-2 0 0 0 0,8-61 0 0 0,-15 75-104 0 0,-1-1 0 0 0,-1 1 0 0 0,-1 0 0 0 0,0-1 0 0 0,-9-37 0 0 0,8 53-48 0 0,0-3 235 0 0,-1-1 0 0 0,0 1 1 0 0,0 0-1 0 0,-9-18 0 0 0,11 27 240 0 0,2 47-541 0 0,1 0 0 0 0,3 0 0 0 0,1-1-1 0 0,3 0 1 0 0,1 0 0 0 0,26 67 0 0 0,-30-97-129 0 0,0-1-1 0 0,1 0 1 0 0,1 0-1 0 0,0-1 0 0 0,1 0 1 0 0,14 16-1 0 0,-20-26 48 0 0,1 1 0 0 0,0-1 1 0 0,0 0-1 0 0,0 0 0 0 0,0 0 0 0 0,0 0 0 0 0,1-1 0 0 0,-1 1 0 0 0,1-1 0 0 0,5 2 0 0 0,-6-4-6 0 0,-1 1 1 0 0,1 0 0 0 0,-1-1-1 0 0,1 0 1 0 0,-1 0 0 0 0,1 0-1 0 0,0 0 1 0 0,-1 0-1 0 0,1-1 1 0 0,-1 0 0 0 0,1 0-1 0 0,-1 0 1 0 0,0 0-1 0 0,1 0 1 0 0,-1-1 0 0 0,3-1-1 0 0,3-2-7 0 0,-2 0 0 0 0,1-1 0 0 0,-1 0 0 0 0,0-1 0 0 0,0 1 0 0 0,0-1 0 0 0,-1-1 1 0 0,7-9-1 0 0,37-68-260 0 0,-46 79 298 0 0,18-40 568 0 0,28-80 0 0 0,-49 122-588 0 0,5-10 701 0 0,-4 13-249 0 0,0 9-227 0 0,-2 73 345 0 0,-1-52-510 0 0,1-1 0 0 0,7 49 1 0 0,-5-67-140 0 0,0 1 0 0 0,0-1 1 0 0,1 0-1 0 0,1 0 0 0 0,-1 0 0 0 0,2-1 1 0 0,-1 1-1 0 0,1-1 0 0 0,1 0 0 0 0,0 0 1 0 0,0-1-1 0 0,10 12 0 0 0,-14-18-221 0 0,0-1-1 0 0,0 0 0 0 0,0 1 0 0 0,0-1 1 0 0,0 0-1 0 0,0 0 0 0 0,0 0 1 0 0,3 1-1 0 0,5 0-5627 0 0</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4:01.522"/>
    </inkml:context>
    <inkml:brush xml:id="br0">
      <inkml:brushProperty name="width" value="0.05" units="cm"/>
      <inkml:brushProperty name="height" value="0.05" units="cm"/>
    </inkml:brush>
  </inkml:definitions>
  <inkml:trace contextRef="#ctx0" brushRef="#br0">1 1 5063 0 0,'0'0'2864'0'0,"10"1"-96"0"0,5 1 88 0 0,2 1 24 0 0,1 0-2160 0 0,1 1-432 0 0,4 1-80 0 0,1 1-16 0 0,1 0-192 0 0,10 3 0 0 0,-4 0 0 0 0,1-5-7120 0 0</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4:01.890"/>
    </inkml:context>
    <inkml:brush xml:id="br0">
      <inkml:brushProperty name="width" value="0.05" units="cm"/>
      <inkml:brushProperty name="height" value="0.05" units="cm"/>
    </inkml:brush>
  </inkml:definitions>
  <inkml:trace contextRef="#ctx0" brushRef="#br0">1 0 7831 0 0,'0'0'9310'0'0,"1"1"-8061"0"0,8 2-811 0 0,-1 0 1 0 0,1 0-1 0 0,0-1 1 0 0,-1 0-1 0 0,1 0 1 0 0,0-1-1 0 0,14 0 1 0 0,68-4-334 0 0,-72 2 8 0 0,-9 0-295 0 0,3 0 79 0 0,0 0 0 0 0,15 2 0 0 0,-24-1-320 0 0,0 1 0 0 0,1 0 0 0 0,-1 0 0 0 0,0 0 0 0 0,0 1 0 0 0,5 1 1 0 0,2 3-1108 0 0</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4:02.241"/>
    </inkml:context>
    <inkml:brush xml:id="br0">
      <inkml:brushProperty name="width" value="0.05" units="cm"/>
      <inkml:brushProperty name="height" value="0.05" units="cm"/>
    </inkml:brush>
  </inkml:definitions>
  <inkml:trace contextRef="#ctx0" brushRef="#br0">1 0 11975 0 0,'0'0'1083'0'0,"2"1"-891"0"0,3 2 108 0 0,0-1 1 0 0,1 0-1 0 0,-1 0 0 0 0,1 0 0 0 0,-1-1 1 0 0,1 0-1 0 0,8 1 0 0 0,44 0 2748 0 0,-28-2-2617 0 0,94 4 708 0 0,-70-2-6702 0 0,-21 0-745 0 0</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4:02.720"/>
    </inkml:context>
    <inkml:brush xml:id="br0">
      <inkml:brushProperty name="width" value="0.05" units="cm"/>
      <inkml:brushProperty name="height" value="0.05" units="cm"/>
    </inkml:brush>
  </inkml:definitions>
  <inkml:trace contextRef="#ctx0" brushRef="#br0">63 47 6911 0 0,'-62'7'10136'0'0,"62"-7"-10010"0"0,5 6 1049 0 0,9 5-1044 0 0,-7-7 70 0 0,1-1 0 0 0,0 1-1 0 0,-1-1 1 0 0,1-1 0 0 0,0 0-1 0 0,0 0 1 0 0,16 2 0 0 0,-2-2 296 0 0,39-2 0 0 0,60-10 776 0 0,127-28 0 0 0,-20 2-394 0 0,-163 29-568 0 0,100 2 0 0 0,-74 10-180 0 0,0 4 0 0 0,0 3 0 0 0,122 35 0 0 0,-200-44-223 0 0,0 1 1 0 0,0 0-1 0 0,0 1 1 0 0,-1 0 0 0 0,1 1-1 0 0,21 15 1 0 0,-33-20-693 0 0</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4:03.117"/>
    </inkml:context>
    <inkml:brush xml:id="br0">
      <inkml:brushProperty name="width" value="0.05" units="cm"/>
      <inkml:brushProperty name="height" value="0.05" units="cm"/>
    </inkml:brush>
  </inkml:definitions>
  <inkml:trace contextRef="#ctx0" brushRef="#br0">9 0 10135 0 0,'0'0'919'0'0,"0"7"-742"0"0,-4 23 493 0 0,1 1-1 0 0,2-1 0 0 0,1 1 0 0 0,5 33 0 0 0,-1 30 559 0 0,-4-67-1235 0 0,0 31-62 0 0,13 114 1 0 0,-8-147-1808 0 0,-4-23 746 0 0</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4:03.446"/>
    </inkml:context>
    <inkml:brush xml:id="br0">
      <inkml:brushProperty name="width" value="0.05" units="cm"/>
      <inkml:brushProperty name="height" value="0.05" units="cm"/>
    </inkml:brush>
  </inkml:definitions>
  <inkml:trace contextRef="#ctx0" brushRef="#br0">3 40 2759 0 0,'1'-3'108'0'0,"0"1"-1"0"0,0 0 1 0 0,1-1 0 0 0,-1 1-1 0 0,1 0 1 0 0,-1-1-1 0 0,1 1 1 0 0,0 0-1 0 0,-1 0 1 0 0,1 0-1 0 0,0 1 1 0 0,1-1-1 0 0,-1 0 1 0 0,3-1-1 0 0,-3 2 549 0 0,1 0 0 0 0,-1 0 0 0 0,1 0 0 0 0,-1 1 0 0 0,1-1 0 0 0,-1 1 0 0 0,1-1 0 0 0,-1 1-1 0 0,1 0 1 0 0,3 0 0 0 0,-4 0-379 0 0,1 0 0 0 0,-1 0 0 0 0,1 1 0 0 0,-1-1 0 0 0,0 1 0 0 0,1-1 0 0 0,-1 1 0 0 0,1 0-1 0 0,-1 0 1 0 0,0 0 0 0 0,0 0 0 0 0,0 0 0 0 0,0 0 0 0 0,0 1 0 0 0,0-1 0 0 0,0 1 0 0 0,0-1 0 0 0,0 1 0 0 0,0 0-1 0 0,-1 0 1 0 0,2 2 0 0 0,-1-1-224 0 0,-1 0-1 0 0,1 1 0 0 0,-1-1 1 0 0,0 1-1 0 0,-1-1 0 0 0,1 1 1 0 0,0-1-1 0 0,-1 1 0 0 0,0-1 1 0 0,0 1-1 0 0,0-1 0 0 0,0 1 1 0 0,-1-1-1 0 0,0 5 1 0 0,-1 2-38 0 0,0-1 0 0 0,-1 0 0 0 0,0 0 0 0 0,-1 0 1 0 0,0-1-1 0 0,-8 14 0 0 0,-36 44-542 0 0,19-28 701 0 0,28-36-151 0 0,0-1 0 0 0,0 1 0 0 0,0 0 0 0 0,0-1 0 0 0,0 1 0 0 0,0 0 0 0 0,1 0 0 0 0,-1 0 0 0 0,1-1 0 0 0,-1 1 0 0 0,1 0 1 0 0,0 0-1 0 0,0 0 0 0 0,0 0 0 0 0,0 0 0 0 0,0 3 0 0 0,1-1 46 0 0,0-1-1 0 0,0 0 1 0 0,0 0 0 0 0,1 1 0 0 0,-1-1 0 0 0,1 0 0 0 0,-1 0-1 0 0,5 5 1 0 0,0-1 109 0 0,0 0 0 0 0,1 0-1 0 0,0 0 1 0 0,1-1 0 0 0,14 10-1 0 0,-7-6-152 0 0,1-1 0 0 0,1 0 0 0 0,-1-2 0 0 0,1 1 0 0 0,1-2 0 0 0,-1 0 0 0 0,1-1 0 0 0,0-1 0 0 0,0-1 0 0 0,23 1 0 0 0,-23-3-1204 0 0</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4:10.569"/>
    </inkml:context>
    <inkml:brush xml:id="br0">
      <inkml:brushProperty name="width" value="0.05" units="cm"/>
      <inkml:brushProperty name="height" value="0.05" units="cm"/>
    </inkml:brush>
  </inkml:definitions>
  <inkml:trace contextRef="#ctx0" brushRef="#br0">20 31 455 0 0,'-15'-25'428'0'0,"11"20"1791"0"0,21 13 8308 0 0,-8-4-9337 0 0,-2-2-740 0 0,0 1-1 0 0,-1 0 1 0 0,0 1 0 0 0,0-1-1 0 0,0 1 1 0 0,0 0-1 0 0,0 0 1 0 0,-1 1-1 0 0,0 0 1 0 0,0 0 0 0 0,0 0-1 0 0,-1 1 1 0 0,1-1-1 0 0,6 13 1 0 0,-9-13-373 0 0,1 1 0 0 0,-1 0 0 0 0,0-1 0 0 0,0 1 0 0 0,-1 0 0 0 0,1 0 0 0 0,-1 0 0 0 0,-1 0 0 0 0,1 0 0 0 0,-1 1 0 0 0,0-1 0 0 0,-1 0 0 0 0,1 0 0 0 0,-1 0 0 0 0,0 0 0 0 0,-1 0 0 0 0,-2 8-1 0 0,1-5-80 0 0,-1 0-1 0 0,0 0 0 0 0,0-1 0 0 0,-1 1 0 0 0,0-1 0 0 0,-1 0 0 0 0,0-1 0 0 0,0 1 0 0 0,0-1 0 0 0,-1 0 0 0 0,0-1 0 0 0,0 0 0 0 0,-12 8 0 0 0,10-10-6 0 0,30 3-42 0 0,-7-5 5 0 0,0-1 1 0 0,1 0-1 0 0,19-2 0 0 0,-26 0-278 0 0,0 0 0 0 0,-1 0-1 0 0,1-1 1 0 0,0 0-1 0 0,10-5 1 0 0,-5 0-661 0 0</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4:10.954"/>
    </inkml:context>
    <inkml:brush xml:id="br0">
      <inkml:brushProperty name="width" value="0.05" units="cm"/>
      <inkml:brushProperty name="height" value="0.05" units="cm"/>
    </inkml:brush>
  </inkml:definitions>
  <inkml:trace contextRef="#ctx0" brushRef="#br0">219 20 5983 0 0,'0'0'464'0'0,"-12"-9"54"0"0,10 8 55 0 0,0 0 0 0 0,-1-1 0 0 0,1 1 1 0 0,0 0-1 0 0,-1 0 0 0 0,1 0 0 0 0,-1 1 1 0 0,1-1-1 0 0,-1 0 0 0 0,1 1 0 0 0,-1 0 1 0 0,0 0-1 0 0,1 0 0 0 0,-1 0 0 0 0,-4 0 1 0 0,3 1-285 0 0,1 0 1 0 0,-1 0-1 0 0,0 1 1 0 0,0-1 0 0 0,1 1-1 0 0,-1 0 1 0 0,1 0-1 0 0,-1 0 1 0 0,-3 3 0 0 0,-3 4-109 0 0,1-1 0 0 0,1 1 0 0 0,-1 1 0 0 0,2-1 0 0 0,-11 18 0 0 0,9-12-51 0 0,0 1 1 0 0,2 0-1 0 0,0 0 0 0 0,1 1 0 0 0,0 0 0 0 0,2 0 1 0 0,-5 26-1 0 0,7-27-66 0 0,1 0 1 0 0,0 0-1 0 0,1 0 1 0 0,0 0-1 0 0,2 0 0 0 0,0 0 1 0 0,0-1-1 0 0,8 24 1 0 0,-8-32-53 0 0,1 0 1 0 0,0-1 0 0 0,0 1-1 0 0,0-1 1 0 0,1 0 0 0 0,0 0-1 0 0,0 0 1 0 0,0 0 0 0 0,1-1-1 0 0,0 0 1 0 0,0 0 0 0 0,1 0 0 0 0,-1 0-1 0 0,1-1 1 0 0,0 0 0 0 0,8 4-1 0 0,-7-5-49 0 0,0 0-1 0 0,0 0 0 0 0,1-1 1 0 0,-1 0-1 0 0,1 0 0 0 0,0-1 1 0 0,0 0-1 0 0,-1-1 0 0 0,1 1 1 0 0,0-1-1 0 0,0-1 0 0 0,-1 0 1 0 0,1 0-1 0 0,14-4 0 0 0,-5 0-929 0 0,21-10-1 0 0,-4-2-5003 0 0,-15 5 141 0 0</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4:11.293"/>
    </inkml:context>
    <inkml:brush xml:id="br0">
      <inkml:brushProperty name="width" value="0.05" units="cm"/>
      <inkml:brushProperty name="height" value="0.05" units="cm"/>
    </inkml:brush>
  </inkml:definitions>
  <inkml:trace contextRef="#ctx0" brushRef="#br0">15 0 1375 0 0,'0'18'64'0'0,"0"-8"8"0"0,-1 2-72 0 0,1 1 0 0 0,0 2 0 0 0,3 2 0 0 0,-2-1 3576 0 0,-1 2 696 0 0,-1 0 144 0 0,-2 2 24 0 0,0 1-3248 0 0,0 1-648 0 0,0 2-128 0 0,0-1-5792 0 0,1-2-1152 0 0</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4:14.069"/>
    </inkml:context>
    <inkml:brush xml:id="br0">
      <inkml:brushProperty name="width" value="0.05" units="cm"/>
      <inkml:brushProperty name="height" value="0.05" units="cm"/>
    </inkml:brush>
  </inkml:definitions>
  <inkml:trace contextRef="#ctx0" brushRef="#br0">1 71 4607 0 0,'0'0'6876'0'0,"2"2"-6136"0"0,1 0-590 0 0,-1 0 0 0 0,1 0-1 0 0,-1 0 1 0 0,0 1 0 0 0,0-1-1 0 0,0 1 1 0 0,0 0 0 0 0,-1-1-1 0 0,1 1 1 0 0,-1 0 0 0 0,1 0-1 0 0,-1 0 1 0 0,0 0 0 0 0,1 6-1 0 0,3 11 340 0 0,3 23-1 0 0,-5-23-310 0 0,55 265 1366 0 0,-53-272-1027 0 0,0-10 521 0 0,-4-3-985 0 0,0-1 0 0 0,0 0 0 0 0,0 0 0 0 0,0 1 0 0 0,0-1 1 0 0,0 0-1 0 0,0 0 0 0 0,0 0 0 0 0,-1 0 0 0 0,1 0 1 0 0,0 0-1 0 0,-1 0 0 0 0,1 0 0 0 0,0-2 0 0 0,9-14 199 0 0,-1-1 0 0 0,-1-1 1 0 0,-1 0-1 0 0,7-24 0 0 0,12-82 224 0 0,4-10-189 0 0,-24 112-344 0 0,-4 16-71 0 0,-1-1 0 0 0,1 1 0 0 0,1-1 0 0 0,-1 1-1 0 0,2 0 1 0 0,-1 0 0 0 0,0 0 0 0 0,1 1 0 0 0,9-12 0 0 0,-11 16-1206 0 0,4-1-66 0 0</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4:14.423"/>
    </inkml:context>
    <inkml:brush xml:id="br0">
      <inkml:brushProperty name="width" value="0.05" units="cm"/>
      <inkml:brushProperty name="height" value="0.05" units="cm"/>
    </inkml:brush>
  </inkml:definitions>
  <inkml:trace contextRef="#ctx0" brushRef="#br0">1 1 5527 0 0,'0'0'423'0'0,"2"0"-278"0"0,9 3 1518 0 0,0-1-1 0 0,16 0 0 0 0,14 3 4586 0 0,-16 3-5104 0 0,-24-8-1113 0 0,0 0 1 0 0,0 1-1 0 0,0 0 1 0 0,0-1-1 0 0,0 1 0 0 0,0 0 1 0 0,0-1-1 0 0,0 1 1 0 0,0 0-1 0 0,0 0 1 0 0,0 0-1 0 0,-1 0 0 0 0,1-1 1 0 0,0 1-1 0 0,-1 0 1 0 0,1 1-1 0 0,-1-1 1 0 0,1 0-1 0 0,-1 0 0 0 0,1 0 1 0 0,0 2-1 0 0,-1 0-6 0 0,0 0 0 0 0,0 0-1 0 0,0-1 1 0 0,0 1 0 0 0,0 0 0 0 0,-1 0-1 0 0,1-1 1 0 0,-1 1 0 0 0,-1 3 0 0 0,-2 5 1 0 0,-1-1 1 0 0,0 1 0 0 0,-10 13-1 0 0,5-9-26 0 0,-19 22-1 0 0,0-3 17 0 0,29-33-13 0 0,0-1 1 0 0,0 1-1 0 0,1-1 1 0 0,-1 1-1 0 0,0-1 1 0 0,0 1-1 0 0,1-1 1 0 0,-1 1-1 0 0,0-1 1 0 0,0 1-1 0 0,1-1 1 0 0,-1 0-1 0 0,1 1 0 0 0,-1-1 1 0 0,0 0-1 0 0,1 1 1 0 0,-1-1-1 0 0,1 0 1 0 0,0 1-1 0 0,-1-1 1 0 0,4 2-4 0 0,1 1 0 0 0,-1-1 0 0 0,1 0 0 0 0,0 0 0 0 0,-1-1 0 0 0,1 1-1 0 0,0-1 1 0 0,0 0 0 0 0,0-1 0 0 0,0 1 0 0 0,0-1 0 0 0,0 0 0 0 0,9-1 0 0 0,2-1-801 0 0,-1 0 0 0 0,0-1 0 0 0,19-6 0 0 0,-18 3-634 0 0</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4:14.760"/>
    </inkml:context>
    <inkml:brush xml:id="br0">
      <inkml:brushProperty name="width" value="0.05" units="cm"/>
      <inkml:brushProperty name="height" value="0.05" units="cm"/>
    </inkml:brush>
  </inkml:definitions>
  <inkml:trace contextRef="#ctx0" brushRef="#br0">85 1 10591 0 0,'-1'1'819'0'0,"-11"25"-17"0"0,2 0 0 0 0,0 1 1 0 0,2 0-1 0 0,-7 41 0 0 0,-7 115 1631 0 0,20-168-2376 0 0,-3 89 757 0 0,5-94-875 0 0,1-1 1 0 0,0 1-1 0 0,1 0 0 0 0,0-1 1 0 0,0 1-1 0 0,1-1 0 0 0,0 0 1 0 0,6 14-1 0 0,1-11-853 0 0,1-4-56 0 0</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4:15.088"/>
    </inkml:context>
    <inkml:brush xml:id="br0">
      <inkml:brushProperty name="width" value="0.05" units="cm"/>
      <inkml:brushProperty name="height" value="0.05" units="cm"/>
    </inkml:brush>
  </inkml:definitions>
  <inkml:trace contextRef="#ctx0" brushRef="#br0">8 284 4607 0 0,'-3'25'323'0'0,"-2"35"-358"0"0,5-52 339 0 0,0 0-1 0 0,1-1 1 0 0,-1 1 0 0 0,1-1-1 0 0,4 13 1 0 0,-5-19-126 0 0,0 0 0 0 0,1 1-1 0 0,-1-1 1 0 0,1 0 0 0 0,-1 1 0 0 0,1-1 0 0 0,0 0 0 0 0,-1 0 0 0 0,1 1 0 0 0,0-1-1 0 0,0 0 1 0 0,0 0 0 0 0,0 0 0 0 0,0 0 0 0 0,0 0 0 0 0,0 0 0 0 0,1 0 0 0 0,-1-1 0 0 0,0 1-1 0 0,0 0 1 0 0,1-1 0 0 0,-1 1 0 0 0,0-1 0 0 0,1 1 0 0 0,-1-1 0 0 0,0 1 0 0 0,1-1 0 0 0,-1 0-1 0 0,1 0 1 0 0,-1 0 0 0 0,1 0 0 0 0,-1 0 0 0 0,1 0 0 0 0,-1 0 0 0 0,0 0 0 0 0,1-1 0 0 0,-1 1-1 0 0,1 0 1 0 0,-1-1 0 0 0,0 1 0 0 0,1-1 0 0 0,1-1 0 0 0,3-1 8 0 0,0-1-1 0 0,0 1 1 0 0,-1-1-1 0 0,0 0 1 0 0,0 0 0 0 0,0-1-1 0 0,0 1 1 0 0,5-8 0 0 0,-4 4 19 0 0,1-2 0 0 0,-1 1 1 0 0,-1-1-1 0 0,0 1 1 0 0,0-2-1 0 0,5-15 1 0 0,-8 20-72 0 0,-1-1 1 0 0,0 0-1 0 0,0 1 1 0 0,0-1-1 0 0,0 0 1 0 0,-1 1-1 0 0,-1-1 1 0 0,1 0-1 0 0,-1 0 1 0 0,0 1-1 0 0,0-1 1 0 0,-3-6-1 0 0,1 4 91 0 0,0 0 0 0 0,-1 0 0 0 0,0 0 0 0 0,-11-16-1 0 0,13 22-403 0 0,-1 0-1 0 0,1 0 1 0 0,-1 0-1 0 0,1 1 1 0 0,-1-1-1 0 0,0 1 1 0 0,0-1-1 0 0,0 1 1 0 0,0 0-1 0 0,-1 0 1 0 0,1 0-1 0 0,0 1 1 0 0,-1-1-1 0 0,1 1 1 0 0,-8-2-1 0 0,-2 1-6200 0 0</inkml:trace>
  <inkml:trace contextRef="#ctx0" brushRef="#br0" timeOffset="1">176 38 455 0 0,'35'2'606'0'0,"-26"-3"1851"0"0,1 0-1 0 0,-1-1 1 0 0,15-4-1 0 0,0-1-876 0 0,-19 5-1335 0 0,4-1 183 0 0,0 0 0 0 0,-1 0-1 0 0,14-8 1 0 0,-21 10-236 0 0</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4:15.434"/>
    </inkml:context>
    <inkml:brush xml:id="br0">
      <inkml:brushProperty name="width" value="0.05" units="cm"/>
      <inkml:brushProperty name="height" value="0.05" units="cm"/>
    </inkml:brush>
  </inkml:definitions>
  <inkml:trace contextRef="#ctx0" brushRef="#br0">30 1 455 0 0,'0'0'0'0'0,"2"12"0"0"0,-2 0 0 0 0,0 2 2784 0 0,0 2 512 0 0,0 2 96 0 0,-2 3 32 0 0,-1 5-2272 0 0,2 1-456 0 0,-2 1-88 0 0,0 2-24 0 0,-2 2-376 0 0,2 2-80 0 0,-3 1-8 0 0,0-3-6848 0 0</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4:15.764"/>
    </inkml:context>
    <inkml:brush xml:id="br0">
      <inkml:brushProperty name="width" value="0.05" units="cm"/>
      <inkml:brushProperty name="height" value="0.05" units="cm"/>
    </inkml:brush>
  </inkml:definitions>
  <inkml:trace contextRef="#ctx0" brushRef="#br0">146 0 3223 0 0,'1'2'240'0'0,"6"15"2078"0"0,-1 1 0 0 0,-1-1 0 0 0,5 28 0 0 0,-7-19-79 0 0,2 50 0 0 0,-7-29-1187 0 0,-2 1 0 0 0,-13 60 0 0 0,10-75-941 0 0,-2-1 0 0 0,-1-1 1 0 0,-1 0-1 0 0,-20 38 1 0 0,14-37-1548 0 0,-38 54 0 0 0,35-61-5123 0 0</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4:16.422"/>
    </inkml:context>
    <inkml:brush xml:id="br0">
      <inkml:brushProperty name="width" value="0.05" units="cm"/>
      <inkml:brushProperty name="height" value="0.05" units="cm"/>
    </inkml:brush>
  </inkml:definitions>
  <inkml:trace contextRef="#ctx0" brushRef="#br0">1 29 6447 0 0,'0'0'3496'0'0,"2"-9"1372"0"0,-1 8-4733 0 0,0-1-1 0 0,0 1 0 0 0,0 0 0 0 0,1-1 1 0 0,-1 1-1 0 0,1 0 0 0 0,-1 0 1 0 0,1 0-1 0 0,-1 0 0 0 0,1 0 0 0 0,0 0 1 0 0,-1 0-1 0 0,1 1 0 0 0,0-1 0 0 0,0 0 1 0 0,-1 1-1 0 0,1 0 0 0 0,0-1 1 0 0,0 1-1 0 0,3 0 0 0 0,42-1 823 0 0,-46 1-942 0 0,119 8 1386 0 0,46 0-627 0 0,-111-8-1215 0 0,-54 0-150 0 0</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4:16.776"/>
    </inkml:context>
    <inkml:brush xml:id="br0">
      <inkml:brushProperty name="width" value="0.05" units="cm"/>
      <inkml:brushProperty name="height" value="0.05" units="cm"/>
    </inkml:brush>
  </inkml:definitions>
  <inkml:trace contextRef="#ctx0" brushRef="#br0">1 49 5983 0 0,'0'0'464'0'0,"1"2"-305"0"0,1 0 274 0 0,0 0 0 0 0,1 1 0 0 0,-1-1 0 0 0,1 0-1 0 0,-1 0 1 0 0,1 0 0 0 0,0 0 0 0 0,-1-1 0 0 0,1 1 0 0 0,0-1 0 0 0,0 0 0 0 0,0 0-1 0 0,1 0 1 0 0,-1 0 0 0 0,0 0 0 0 0,0-1 0 0 0,0 1 0 0 0,6-1 0 0 0,9 1 444 0 0,-1-2 0 0 0,23-2 0 0 0,-20 1-893 0 0,62-9 186 0 0,99-26-1 0 0,-135 27-1555 0 0,-16 3-2700 0 0,-3 0-1220 0 0</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4:17.106"/>
    </inkml:context>
    <inkml:brush xml:id="br0">
      <inkml:brushProperty name="width" value="0.05" units="cm"/>
      <inkml:brushProperty name="height" value="0.05" units="cm"/>
    </inkml:brush>
  </inkml:definitions>
  <inkml:trace contextRef="#ctx0" brushRef="#br0">23 68 14111 0 0,'-7'37'537'0'0,"2"0"0"0"0,1 1-1 0 0,2 0 1 0 0,1 0 0 0 0,7 57-1 0 0,-5-89-405 0 0,0 0-1 0 0,0 0 0 0 0,1 0 1 0 0,-1 0-1 0 0,1 0 0 0 0,1 0 1 0 0,-1-1-1 0 0,1 1 1 0 0,0-1-1 0 0,5 7 0 0 0,-6-10-80 0 0,0 0 0 0 0,0 0-1 0 0,0 0 1 0 0,0 0 0 0 0,0-1 0 0 0,1 1-1 0 0,-1 0 1 0 0,0-1 0 0 0,1 0 0 0 0,0 1-1 0 0,-1-1 1 0 0,1 0 0 0 0,0-1 0 0 0,-1 1-1 0 0,1 0 1 0 0,0-1 0 0 0,0 0 0 0 0,0 1-1 0 0,-1-1 1 0 0,1 0 0 0 0,0 0 0 0 0,0-1-1 0 0,5 0 1 0 0,2-2-1 0 0,0 0 0 0 0,0 0 0 0 0,0-1 0 0 0,0 0 0 0 0,-1-1 0 0 0,0 0 0 0 0,0 0 0 0 0,0-1-1 0 0,0 0 1 0 0,-1-1 0 0 0,0 0 0 0 0,7-8 0 0 0,-2 1 27 0 0,-2 0 1 0 0,1 0-1 0 0,-2-1 1 0 0,0-1-1 0 0,-1 0 0 0 0,9-18 1 0 0,-14 23 26 0 0,1 0 1 0 0,-2-1-1 0 0,1 1 0 0 0,-2-1 1 0 0,1 1-1 0 0,-2-1 0 0 0,2-19 1 0 0,-3 24-38 0 0,-1 0 0 0 0,0 1 0 0 0,0-1 0 0 0,0 0 0 0 0,0 1 1 0 0,-1 0-1 0 0,0-1 0 0 0,-1 1 0 0 0,1 0 0 0 0,-1 0 0 0 0,-1 0 1 0 0,1 0-1 0 0,-1 1 0 0 0,0-1 0 0 0,-4-4 0 0 0,5 7-20 0 0,0 0 1 0 0,0 0-1 0 0,0 1 0 0 0,0-1 0 0 0,0 1 0 0 0,0 0 0 0 0,-1 0 1 0 0,1 0-1 0 0,-1 0 0 0 0,1 1 0 0 0,-1-1 0 0 0,0 1 1 0 0,0 0-1 0 0,-7-1 0 0 0,6 1-18 0 0,0 1 0 0 0,-1 0 0 0 0,1 1 0 0 0,-1-1 0 0 0,1 1 0 0 0,0 0 0 0 0,-1 0 0 0 0,1 1 0 0 0,-9 3 0 0 0,0 2-49 0 0,-1 1 1 0 0,1 1-1 0 0,0 0 1 0 0,1 1-1 0 0,-24 22 0 0 0,-11 19-1539 0 0,27-25-113 0 0</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4:18.959"/>
    </inkml:context>
    <inkml:brush xml:id="br0">
      <inkml:brushProperty name="width" value="0.05" units="cm"/>
      <inkml:brushProperty name="height" value="0.05" units="cm"/>
    </inkml:brush>
  </inkml:definitions>
  <inkml:trace contextRef="#ctx0" brushRef="#br0">48 12 8287 0 0,'0'0'756'0'0,"1"-1"-622"0"0,3-10 7524 0 0,-3 11-7402 0 0,5 4 1365 0 0,3 9-1506 0 0,-6-8 88 0 0,-1 1 0 0 0,0-1 0 0 0,0 1 0 0 0,0 0 0 0 0,-1-1 0 0 0,0 1 0 0 0,1 6 0 0 0,0 44 622 0 0,-2-34-590 0 0,0 3-109 0 0,-1 0 1 0 0,-1-1-1 0 0,-7 35 0 0 0,5-41-731 0 0,-1 1-1 0 0,-1-1 1 0 0,-1 0-1 0 0,-16 31 1 0 0,-6-5-689 0 0</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4:25.887"/>
    </inkml:context>
    <inkml:brush xml:id="br0">
      <inkml:brushProperty name="width" value="0.05" units="cm"/>
      <inkml:brushProperty name="height" value="0.05" units="cm"/>
    </inkml:brush>
  </inkml:definitions>
  <inkml:trace contextRef="#ctx0" brushRef="#br0">25 94 7367 0 0,'-2'7'652'0'0,"-2"-12"-620"0"0,-5-24 684 0 0,6 17 722 0 0,-4-18 1813 0 0,7 25-1449 0 0,5 22-1270 0 0,24 132-216 0 0,-19-86-229 0 0,3-2 0 0 0,28 79 0 0 0,-41-139-83 0 0,2 5 29 0 0,0-1 0 0 0,0 1-1 0 0,1-1 1 0 0,4 7 0 0 0,-7-12-30 0 0,0 1-1 0 0,1-1 1 0 0,-1 0-1 0 0,0 0 0 0 0,0 0 1 0 0,0 1-1 0 0,0-1 1 0 0,1 0-1 0 0,-1 0 0 0 0,0 0 1 0 0,0 1-1 0 0,0-1 1 0 0,1 0-1 0 0,-1 0 1 0 0,0 0-1 0 0,0 0 0 0 0,1 0 1 0 0,-1 0-1 0 0,0 0 1 0 0,0 1-1 0 0,1-1 0 0 0,-1 0 1 0 0,0 0-1 0 0,0 0 1 0 0,1 0-1 0 0,-1 0 1 0 0,0 0-1 0 0,1 0 0 0 0,-1 0 1 0 0,0 0-1 0 0,0 0 1 0 0,1-1-1 0 0,4-6 42 0 0,-4 7-40 0 0,-1-1 0 0 0,0 1-1 0 0,0 0 1 0 0,0-1-1 0 0,0 1 1 0 0,0-1 0 0 0,1 1-1 0 0,-1 0 1 0 0,0-1 0 0 0,0 1-1 0 0,1 0 1 0 0,-1-1 0 0 0,0 1-1 0 0,0 0 1 0 0,1-1-1 0 0,-1 1 1 0 0,0 0 0 0 0,1 0-1 0 0,-1 0 1 0 0,1-1 0 0 0,-1 1-1 0 0,0 0 1 0 0,1 0 0 0 0,-1 0-1 0 0,1 0 1 0 0,-1-1-1 0 0,0 1 1 0 0,1 0 0 0 0,-1 0-1 0 0,1 0 1 0 0,-1 0 0 0 0,1 0-1 0 0,13 13 209 0 0,-14-13-203 0 0,1 0 0 0 0,-1 0 0 0 0,0 0-1 0 0,1 0 1 0 0,-1 0 0 0 0,1 0 0 0 0,-1 0 0 0 0,0-1 0 0 0,1 1-1 0 0,-1 0 1 0 0,1 0 0 0 0,-1 0 0 0 0,0-1 0 0 0,1 1-1 0 0,-1 0 1 0 0,0-1 0 0 0,0 1 0 0 0,1 0 0 0 0,-1 0-1 0 0,0-1 1 0 0,0 1 0 0 0,1 0 0 0 0,-1-1 0 0 0,0 0 6 0 0,4-5 43 0 0,0 0 0 0 0,0 0 0 0 0,-1-1 0 0 0,0 0 0 0 0,-1 0-1 0 0,1 0 1 0 0,1-9 0 0 0,7-53 23 0 0,-8 42-104 0 0,0 7-13 0 0,0-3-27 0 0,0 1 1 0 0,13-40-1 0 0,-15 60-13 0 0,8 10-76 0 0,-4 0 109 0 0,0 0-1 0 0,0 0 1 0 0,-1 1-1 0 0,0-1 1 0 0,-1 1 0 0 0,0 0-1 0 0,0 0 1 0 0,3 18-1 0 0,-4-16 2 0 0,0-1-1 0 0,1 0 1 0 0,0 0-1 0 0,1 0 1 0 0,0 0 0 0 0,11 17-1 0 0,-14-24 67 0 0,1-1 0 0 0,0 1-1 0 0,0-1 1 0 0,0 0 0 0 0,0 0-1 0 0,1 0 1 0 0,-1 0 0 0 0,1 0-1 0 0,-1 0 1 0 0,1-1 0 0 0,-1 1-1 0 0,1-1 1 0 0,0 0 0 0 0,5 2-1 0 0,-6-3 1 0 0,1 1 0 0 0,-1-1-1 0 0,0 0 1 0 0,1 0-1 0 0,-1 0 1 0 0,1 0 0 0 0,-1-1-1 0 0,1 1 1 0 0,-1-1 0 0 0,0 1-1 0 0,1-1 1 0 0,-1 0 0 0 0,0 0-1 0 0,0 0 1 0 0,0 0 0 0 0,0 0-1 0 0,0-1 1 0 0,0 1 0 0 0,2-2-1 0 0,5-5 143 0 0,0 0 0 0 0,-1-1 0 0 0,0 0 0 0 0,-1-1 1 0 0,0 1-1 0 0,11-20 0 0 0,28-69 365 0 0,-45 94-517 0 0,6-13 39 0 0,0 0 0 0 0,-2 0 0 0 0,0 0 0 0 0,3-20 0 0 0,-7 30-254 0 0,-1 0 1 0 0,1 1 0 0 0,-1-1-1 0 0,0 0 1 0 0,-1 0-1 0 0,1 1 1 0 0,-1-1 0 0 0,-1 1-1 0 0,1-1 1 0 0,-1 1-1 0 0,0-1 1 0 0,-1 1 0 0 0,1 0-1 0 0,-5-7 1 0 0,2 6-1067 0 0</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4:26.326"/>
    </inkml:context>
    <inkml:brush xml:id="br0">
      <inkml:brushProperty name="width" value="0.05" units="cm"/>
      <inkml:brushProperty name="height" value="0.05" units="cm"/>
    </inkml:brush>
  </inkml:definitions>
  <inkml:trace contextRef="#ctx0" brushRef="#br0">118 285 3679 0 0,'-4'-14'284'0'0,"3"14"-169"0"0,1-1-1 0 0,-1 1 0 0 0,1-1 0 0 0,-1 1 0 0 0,0-1 0 0 0,1 1 0 0 0,-1 0 0 0 0,0-1 0 0 0,1 1 0 0 0,-1 0 0 0 0,0 0 0 0 0,0 0 0 0 0,1-1 1 0 0,-1 1-1 0 0,0 0 0 0 0,0 0 0 0 0,1 0 0 0 0,-1 0 0 0 0,0 0 0 0 0,0 0 0 0 0,1 0 0 0 0,-2 1 0 0 0,0-1 354 0 0,0 0-241 0 0,-1 0 0 0 0,1 1 0 0 0,0-1 0 0 0,0 1 0 0 0,-1-1 0 0 0,1 1 0 0 0,0 0 0 0 0,0 0 0 0 0,-1 0 0 0 0,1 0 0 0 0,0 0 0 0 0,0 0 0 0 0,0 1 0 0 0,0-1 0 0 0,1 1 0 0 0,-1-1 0 0 0,0 1 0 0 0,1 0 0 0 0,-1 0-1 0 0,1 0 1 0 0,-1 0 0 0 0,1 0 0 0 0,0 0 0 0 0,-1 2 0 0 0,-3 8-106 0 0,0-1 0 0 0,1 1 0 0 0,-4 19 0 0 0,-2 3 467 0 0,8-28-529 0 0,-1-1 1 0 0,1 1-1 0 0,0 0 1 0 0,1 0-1 0 0,-1 0 1 0 0,1 0-1 0 0,1 0 0 0 0,-1 0 1 0 0,1 0-1 0 0,0 0 1 0 0,0 0-1 0 0,1 0 1 0 0,-1 0-1 0 0,1 0 1 0 0,1 0-1 0 0,-1 0 1 0 0,5 9-1 0 0,-6-14-36 0 0,0 0-1 0 0,1 0 0 0 0,0 0 1 0 0,-1 0-1 0 0,1 0 0 0 0,0 0 1 0 0,-1 0-1 0 0,1 0 0 0 0,0 0 1 0 0,0 0-1 0 0,0 0 0 0 0,0 0 1 0 0,0-1-1 0 0,0 1 0 0 0,0 0 1 0 0,0-1-1 0 0,0 1 0 0 0,0-1 1 0 0,0 1-1 0 0,0-1 0 0 0,0 1 1 0 0,3-1-1 0 0,-3 0 0 0 0,1 0 0 0 0,0 0 0 0 0,-1 0 0 0 0,1-1 0 0 0,-1 1 0 0 0,1-1 0 0 0,0 1 1 0 0,-1-1-1 0 0,1 1 0 0 0,-1-1 0 0 0,1 0 0 0 0,-1 0 0 0 0,0 0 0 0 0,3-2 0 0 0,1-1 31 0 0,0-2 0 0 0,0 1 0 0 0,0-1 0 0 0,0 1 0 0 0,-1-1 0 0 0,5-9 0 0 0,2-8 82 0 0,-1 0 0 0 0,-1 0 0 0 0,7-29 0 0 0,10-76 148 0 0,-23 109-259 0 0,-1 0 0 0 0,0-1 0 0 0,-2 1 0 0 0,0 0 1 0 0,-1-1-1 0 0,-1 1 0 0 0,0 0 0 0 0,-11-35 0 0 0,7 41-40 0 0,6 12 13 0 0,0 1-1 0 0,0 0 0 0 0,0 0 1 0 0,0-1-1 0 0,0 1 0 0 0,0 0 1 0 0,0-1-1 0 0,0 1 0 0 0,-1 0 1 0 0,1 0-1 0 0,0-1 1 0 0,0 1-1 0 0,0 0 0 0 0,-1 0 1 0 0,1-1-1 0 0,0 1 0 0 0,0 0 1 0 0,0 0-1 0 0,-1 0 0 0 0,1-1 1 0 0,0 1-1 0 0,0 0 0 0 0,-1 0 1 0 0,1 0-1 0 0,0 0 0 0 0,-1 0 1 0 0,1 0-1 0 0,0 0 1 0 0,0 0-1 0 0,-1-1 0 0 0,1 1 1 0 0,0 0-1 0 0,-1 0 0 0 0,1 0 1 0 0,0 0-1 0 0,-1 0 0 0 0,1 1 1 0 0,0-1-1 0 0,-1 0 0 0 0,1 0 1 0 0,0 0-1 0 0,0 0 1 0 0,-1 0-1 0 0,1 0 0 0 0,0 0 1 0 0,0 1-1 0 0,-1-1 0 0 0,1 0 1 0 0,0 0-1 0 0,0 0 0 0 0,-1 1 1 0 0,1-1-1 0 0,0 0 0 0 0,0 0 1 0 0,0 0-1 0 0,-1 1 1 0 0,1-1-1 0 0,0 0 0 0 0,0 1 1 0 0,-3 2-25 0 0,0 1 1 0 0,1 0 0 0 0,0-1-1 0 0,0 1 1 0 0,0 0 0 0 0,0 0 0 0 0,0 0-1 0 0,1 0 1 0 0,0 1 0 0 0,-2 5-1 0 0,-4 44-77 0 0,5-14 87 0 0,1-1-1 0 0,2 1 0 0 0,2-1 1 0 0,2 0-1 0 0,15 60 0 0 0,-18-88 78 0 0,2-1 0 0 0,-1 1-1 0 0,2-1 1 0 0,9 18 0 0 0,-12-24-198 0 0,1 0 0 0 0,0 0 0 0 0,0-1 1 0 0,0 1-1 0 0,7 5 0 0 0,-8-7-342 0 0,1 0 1 0 0,0-1-1 0 0,0 1 1 0 0,0 0-1 0 0,0-1 1 0 0,0 0-1 0 0,1 1 1 0 0,5 0-1 0 0,9 0-4471 0 0</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4:26.654"/>
    </inkml:context>
    <inkml:brush xml:id="br0">
      <inkml:brushProperty name="width" value="0.05" units="cm"/>
      <inkml:brushProperty name="height" value="0.05" units="cm"/>
    </inkml:brush>
  </inkml:definitions>
  <inkml:trace contextRef="#ctx0" brushRef="#br0">107 11 7831 0 0,'0'0'2480'0'0,"12"0"-528"0"0,0 0 56 0 0,3-3 8 0 0,-3 0-1344 0 0,2 1-280 0 0,3 1-48 0 0,-1-1-16 0 0,4 2-328 0 0,-2 0-192 0 0,-2 0 32 0 0,1 2-4576 0 0,2 2-920 0 0</inkml:trace>
  <inkml:trace contextRef="#ctx0" brushRef="#br0" timeOffset="1">1 277 13359 0 0,'0'0'1027'0'0,"6"5"-630"0"0,1-1-238 0 0,0 1-1 0 0,1-1 0 0 0,-1 0 0 0 0,1 0 1 0 0,0-1-1 0 0,0 0 0 0 0,0-1 0 0 0,0 1 1 0 0,0-2-1 0 0,1 1 0 0 0,-1-1 0 0 0,9 0 1 0 0,25 5 172 0 0,-30-4-230 0 0,0 0 0 0 0,15 0 0 0 0,13-3-83 0 0,23 0-144 0 0,-44 2-420 0 0,0-1-1 0 0,-1 0 0 0 0,1-2 1 0 0,32-6-1 0 0,-21 1-4808 0 0</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4:27.046"/>
    </inkml:context>
    <inkml:brush xml:id="br0">
      <inkml:brushProperty name="width" value="0.05" units="cm"/>
      <inkml:brushProperty name="height" value="0.05" units="cm"/>
    </inkml:brush>
  </inkml:definitions>
  <inkml:trace contextRef="#ctx0" brushRef="#br0">1 872 10591 0 0,'-1'14'164'0'0,"2"0"1"0"0,-1-1-1 0 0,2 1 0 0 0,0 0 0 0 0,0 0 0 0 0,9 24 0 0 0,-7-21-70 0 0,3 7 278 0 0,0 1 0 0 0,2-2-1 0 0,0 1 1 0 0,2-1 0 0 0,1-1 0 0 0,28 42 0 0 0,-37-60-354 0 0,0 0 1 0 0,1-1 0 0 0,0 1 0 0 0,-1-1 0 0 0,1 0 0 0 0,1 0-1 0 0,-1 0 1 0 0,0-1 0 0 0,0 0 0 0 0,1 1 0 0 0,0-1 0 0 0,-1-1-1 0 0,1 1 1 0 0,0-1 0 0 0,9 2 0 0 0,-11-3 32 0 0,1 1 1 0 0,-1-1-1 0 0,0 0 0 0 0,1 0 1 0 0,-1-1-1 0 0,1 1 0 0 0,-1-1 1 0 0,0 1-1 0 0,1-1 1 0 0,-1 0-1 0 0,0 0 0 0 0,0-1 1 0 0,0 1-1 0 0,0-1 0 0 0,0 1 1 0 0,0-1-1 0 0,0 0 0 0 0,0 0 1 0 0,-1 0-1 0 0,1-1 0 0 0,-1 1 1 0 0,0-1-1 0 0,1 1 1 0 0,1-4-1 0 0,2-5 145 0 0,0 0 1 0 0,0-1-1 0 0,-1 1 1 0 0,-1-1-1 0 0,0-1 1 0 0,3-15-1 0 0,-1-1 45 0 0,2-48 0 0 0,-7-6-64 0 0,-16-138 0 0 0,6 133 88 0 0,3-96-1 0 0,6 170-35 0 0,1 1 0 0 0,0 0 0 0 0,1 0 0 0 0,0 0 1 0 0,7-19-1 0 0,-8 29-159 0 0,0 0 1 0 0,1 0 0 0 0,-1 0 0 0 0,1 0-1 0 0,0 0 1 0 0,0 0 0 0 0,0 0-1 0 0,0 1 1 0 0,0-1 0 0 0,1 1 0 0 0,-1-1-1 0 0,1 1 1 0 0,-1 0 0 0 0,1 0-1 0 0,0 0 1 0 0,0 0 0 0 0,0 1-1 0 0,0-1 1 0 0,0 1 0 0 0,1 0 0 0 0,-1 0-1 0 0,0 0 1 0 0,0 0 0 0 0,1 0-1 0 0,3 0 1 0 0,15 1 67 0 0,1 0 1 0 0,0 1-1 0 0,33 6 0 0 0,14 1 173 0 0,35-5 16 0 0,0-5-1 0 0,0-4 1 0 0,191-37 0 0 0,302-107-138 0 0,-582 146-178 0 0,12-4-10 0 0,2 0-157 0 0,-1 0 0 0 0,-1-2 0 0 0,44-21 0 0 0,-69 29-18 0 0,0 1 0 0 0,-1-1 0 0 0,1 1 0 0 0,-1-1 0 0 0,1 0 0 0 0,-1 0 0 0 0,0 0 0 0 0,0 0 0 0 0,0 0 0 0 0,0-1 0 0 0,0 1 0 0 0,0-1 0 0 0,2-3 0 0 0,-3-3-1610 0 0</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4:27.603"/>
    </inkml:context>
    <inkml:brush xml:id="br0">
      <inkml:brushProperty name="width" value="0.05" units="cm"/>
      <inkml:brushProperty name="height" value="0.05" units="cm"/>
    </inkml:brush>
  </inkml:definitions>
  <inkml:trace contextRef="#ctx0" brushRef="#br0">5 19 8287 0 0,'0'0'639'0'0,"-1"-1"-415"0"0,-3-13 5040 0 0,5 16-4555 0 0,8 23-177 0 0,0 0-1 0 0,7 44 1 0 0,-10-42-452 0 0,0 0 1 0 0,18 42-1 0 0,-16-47 8 0 0,-7-17-57 0 0,0-1 0 0 0,1 1 1 0 0,0-1-1 0 0,0 1 1 0 0,0-1-1 0 0,0 0 0 0 0,1 0 1 0 0,-1 0-1 0 0,1 0 0 0 0,0-1 1 0 0,5 5-1 0 0,-6-7-9 0 0,0 0 0 0 0,-1-1 0 0 0,1 1 0 0 0,0-1 0 0 0,0 1-1 0 0,0-1 1 0 0,0 0 0 0 0,0 1 0 0 0,0-1 0 0 0,0 0 0 0 0,0-1 0 0 0,0 1 0 0 0,0 0-1 0 0,4-2 1 0 0,5 1 82 0 0,-9 1-86 0 0,0-1-1 0 0,0 0 1 0 0,0 1 0 0 0,0-1-1 0 0,0 0 1 0 0,0 0-1 0 0,0 0 1 0 0,0 0-1 0 0,0-1 1 0 0,0 1 0 0 0,-1-1-1 0 0,1 1 1 0 0,0-1-1 0 0,-1 1 1 0 0,1-1 0 0 0,-1 0-1 0 0,2-2 1 0 0,4-6 42 0 0,-1-1-1 0 0,4-10 1 0 0,-6 14-30 0 0,12-30-68 0 0,19-66 1 0 0,1-3-78 0 0,-32 101 115 0 0,-1 10 0 0 0,-2 9 0 0 0,-1 11 26 0 0,-1 11-41 0 0,2 0 0 0 0,1 0 0 0 0,8 37-1 0 0,-7-62 68 0 0,0 1-1 0 0,1-1 1 0 0,0 0-1 0 0,0 0 1 0 0,10 15 0 0 0,-10-19 41 0 0,0-1 0 0 0,1 0 1 0 0,0 0-1 0 0,0 0 0 0 0,1-1 1 0 0,-1 1-1 0 0,1-1 0 0 0,0-1 1 0 0,10 7-1 0 0,-12-9-16 0 0,-1 0 1 0 0,1 0-1 0 0,-1 0 0 0 0,1-1 1 0 0,0 0-1 0 0,0 1 0 0 0,0-1 0 0 0,0 0 1 0 0,0-1-1 0 0,0 1 0 0 0,0-1 1 0 0,0 0-1 0 0,0 0 0 0 0,5 0 0 0 0,-5-1 20 0 0,0-1 0 0 0,1 1 0 0 0,-1-1 0 0 0,0 0 0 0 0,0 0 0 0 0,0 0 0 0 0,0 0 0 0 0,0-1 0 0 0,-1 1 0 0 0,1-1 0 0 0,-1 0 0 0 0,5-5 0 0 0,3-4 39 0 0,1-1-1 0 0,-2 0 1 0 0,0-1-1 0 0,-1 0 1 0 0,0 0-1 0 0,-1-1 0 0 0,9-21 1 0 0,-11 18-1081 0 0,0 0 1 0 0,-1 0-1 0 0,4-30 1 0 0,-7 32-1126 0 0</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4:27.946"/>
    </inkml:context>
    <inkml:brush xml:id="br0">
      <inkml:brushProperty name="width" value="0.05" units="cm"/>
      <inkml:brushProperty name="height" value="0.05" units="cm"/>
    </inkml:brush>
  </inkml:definitions>
  <inkml:trace contextRef="#ctx0" brushRef="#br0">0 157 12639 0 0,'1'2'579'0'0,"5"4"-218"0"0,-3-2-244 0 0,0 1 0 0 0,1-2 0 0 0,-1 1 0 0 0,1 0 0 0 0,7 5 0 0 0,-10-9-24 0 0,0 1-1 0 0,0 0 1 0 0,1-1 0 0 0,-1 1-1 0 0,0-1 1 0 0,0 1 0 0 0,1-1-1 0 0,-1 0 1 0 0,0 0 0 0 0,1 1-1 0 0,-1-1 1 0 0,0 0 0 0 0,1 0-1 0 0,-1 0 1 0 0,0 0 0 0 0,1-1-1 0 0,-1 1 1 0 0,0 0 0 0 0,0 0-1 0 0,1-1 1 0 0,-1 1 0 0 0,0-1 0 0 0,0 1-1 0 0,1-1 1 0 0,-1 0 0 0 0,0 1-1 0 0,0-1 1 0 0,1-1 0 0 0,25-20 2153 0 0,41-42 1 0 0,-66 61-2175 0 0,1 0 1 0 0,-1 0-1 0 0,0 0 1 0 0,0-1-1 0 0,0 1 1 0 0,0 0-1 0 0,-1-1 1 0 0,1 0-1 0 0,-1 1 1 0 0,0-1-1 0 0,0 0 1 0 0,0 1-1 0 0,0-1 1 0 0,-1 0-1 0 0,0 0 1 0 0,0-5-1 0 0,0 7-63 0 0,0 1 0 0 0,0-1 0 0 0,-1 0 0 0 0,1 0 0 0 0,-1 0-1 0 0,1 1 1 0 0,-1-1 0 0 0,0 0 0 0 0,0 1 0 0 0,0-1 0 0 0,0 1-1 0 0,0-1 1 0 0,0 1 0 0 0,0-1 0 0 0,0 1 0 0 0,-1 0 0 0 0,1-1-1 0 0,0 1 1 0 0,-1 0 0 0 0,1 0 0 0 0,-1 0 0 0 0,1 0 0 0 0,-1 0-1 0 0,0 0 1 0 0,1 1 0 0 0,-1-1 0 0 0,0 1 0 0 0,0-1 0 0 0,1 1-1 0 0,-1-1 1 0 0,0 1 0 0 0,0 0 0 0 0,0 0 0 0 0,0 0 0 0 0,-2 0-1 0 0,-4 1-162 0 0,1 0-1 0 0,0 1 0 0 0,-1-1 0 0 0,1 2 0 0 0,0-1 0 0 0,0 1 0 0 0,0 0 0 0 0,0 0 0 0 0,-12 8 0 0 0,18-10 100 0 0,0 0 0 0 0,0-1-1 0 0,0 1 1 0 0,-1-1 0 0 0,1 0-1 0 0,0 1 1 0 0,0-1 0 0 0,-1 0-1 0 0,1 0 1 0 0,0 1 0 0 0,0-1-1 0 0,-2 0 1 0 0,2-1-38 0 0,0 1-1 0 0,0 0 1 0 0,0 0 0 0 0,0 0 0 0 0,0 1-1 0 0,0-1 1 0 0,0 0 0 0 0,1 0-1 0 0,-1 0 1 0 0,0 1 0 0 0,0-1-1 0 0,0 0 1 0 0,0 1 0 0 0,0-1-1 0 0,1 1 1 0 0,-1-1 0 0 0,0 1 0 0 0,-1 1-1 0 0,-6 10-2046 0 0,3-1-4100 0 0</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4:28.266"/>
    </inkml:context>
    <inkml:brush xml:id="br0">
      <inkml:brushProperty name="width" value="0.05" units="cm"/>
      <inkml:brushProperty name="height" value="0.05" units="cm"/>
    </inkml:brush>
  </inkml:definitions>
  <inkml:trace contextRef="#ctx0" brushRef="#br0">1 39 16183 0 0,'3'-4'216'0'0,"1"1"-1"0"0,0-1 0 0 0,0 1 0 0 0,0 0 0 0 0,0 0 1 0 0,0 0-1 0 0,1 1 0 0 0,-1-1 0 0 0,1 1 1 0 0,0 0-1 0 0,-1 1 0 0 0,1-1 0 0 0,0 1 1 0 0,0 0-1 0 0,9-1 0 0 0,-13 2-136 0 0,0 1 0 0 0,0-1 0 0 0,0 0 0 0 0,0 1 0 0 0,0-1 0 0 0,0 1 0 0 0,0-1 0 0 0,0 1 0 0 0,0-1 0 0 0,0 1 0 0 0,0 0 0 0 0,0-1 0 0 0,-1 1 0 0 0,1 0 0 0 0,0 0 0 0 0,-1 0 0 0 0,1 0 0 0 0,0-1 0 0 0,-1 1 0 0 0,1 0 0 0 0,-1 0 0 0 0,1 0 0 0 0,-1 0 0 0 0,0 0 0 0 0,1 0 0 0 0,-1 0 1 0 0,0 1-1 0 0,0-1 0 0 0,0 0 0 0 0,0 0 0 0 0,0 0 0 0 0,0 2 0 0 0,0 5-11 0 0,0 1 1 0 0,-1-1 0 0 0,-2 10-1 0 0,3-14 49 0 0,-8 60 62 0 0,8-58-177 0 0,0 0 0 0 0,0 0 0 0 0,1 0 0 0 0,-1 0 0 0 0,1 0 0 0 0,0-1 0 0 0,1 1 0 0 0,3 8 0 0 0,-4-11 0 0 0,0-1-1 0 0,1 0 1 0 0,0 1 0 0 0,-1-1-1 0 0,1 0 1 0 0,0 0-1 0 0,0 0 1 0 0,0-1 0 0 0,0 1-1 0 0,0 0 1 0 0,1-1 0 0 0,-1 0-1 0 0,0 1 1 0 0,1-1-1 0 0,-1 0 1 0 0,1 0 0 0 0,-1 0-1 0 0,1 0 1 0 0,0-1-1 0 0,-1 1 1 0 0,1-1 0 0 0,0 0-1 0 0,-1 1 1 0 0,5-1-1 0 0,6-1-221 0 0,-1 0-1 0 0,1 0 1 0 0,22-6-1 0 0,-32 6 98 0 0,37-12-2872 0 0,-22 6-3925 0 0</inkml:trace>
  <inkml:trace contextRef="#ctx0" brushRef="#br0" timeOffset="1">300 351 11055 0 0,'2'12'984'0'0,"-1"-2"-792"0"0,10-10 960 0 0,-1 1 192 0 0,1 5 40 0 0,1-1 8 0 0,-2-4-664 0 0,4-1-136 0 0,-1-1-24 0 0,2-2-8 0 0,0 0-440 0 0,3 0-120 0 0,0-2 0 0 0,0-1 0 0 0,-1-2-1032 0 0,1 2-248 0 0</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4:28.621"/>
    </inkml:context>
    <inkml:brush xml:id="br0">
      <inkml:brushProperty name="width" value="0.05" units="cm"/>
      <inkml:brushProperty name="height" value="0.05" units="cm"/>
    </inkml:brush>
  </inkml:definitions>
  <inkml:trace contextRef="#ctx0" brushRef="#br0">179 1 12439 0 0,'0'0'1126'0'0,"1"0"-929"0"0,1 0 62 0 0,1 0-1 0 0,-1 0 1 0 0,0 1-1 0 0,0-1 1 0 0,0 1-1 0 0,0-1 1 0 0,0 1 0 0 0,0 0-1 0 0,0 0 1 0 0,0 0-1 0 0,-1 0 1 0 0,1 0-1 0 0,0 0 1 0 0,0 0 0 0 0,-1 1-1 0 0,1-1 1 0 0,-1 1-1 0 0,1-1 1 0 0,-1 1-1 0 0,1-1 1 0 0,-1 1 0 0 0,0 0-1 0 0,0 0 1 0 0,0 0-1 0 0,0 0 1 0 0,0 0-1 0 0,0 3 1 0 0,3 6 626 0 0,-1 1-1 0 0,-1-1 1 0 0,3 23-1 0 0,-4-19-1276 0 0,6 66 759 0 0,-6 133 0 0 0,-2-192-376 0 0,-2-1 0 0 0,-6 35 0 0 0,6-45-67 0 0,0-1 0 0 0,-1 1-1 0 0,0-1 1 0 0,0 0 0 0 0,-1 0 0 0 0,-12 18 0 0 0,13-24-24 0 0,-1 0 0 0 0,0 0-1 0 0,0 0 1 0 0,0-1 0 0 0,0 0 0 0 0,-1 0 0 0 0,1 0 0 0 0,-1-1 0 0 0,0 1 0 0 0,-10 2 0 0 0,5-2-85 0 0,7-2 111 0 0,1 0 0 0 0,-1-1 0 0 0,1 0-1 0 0,-1 0 1 0 0,1 0 0 0 0,-1 0-1 0 0,0 0 1 0 0,1-1 0 0 0,-1 0 0 0 0,1 0-1 0 0,-1 0 1 0 0,-5-3 0 0 0,-14-2-179 0 0,21 5 250 0 0,-1 0 0 0 0,1 0 0 0 0,-1 0-1 0 0,1 0 1 0 0,-1 0 0 0 0,1-1 0 0 0,0 1 0 0 0,0-1 0 0 0,0 0 0 0 0,0 0 0 0 0,0 1 0 0 0,0-1 0 0 0,0-1 0 0 0,0 1-1 0 0,-2-4 1 0 0,4 5 19 0 0,-1 0 0 0 0,1 1-1 0 0,-1-1 1 0 0,1 0 0 0 0,-1 0-1 0 0,1 0 1 0 0,-1 0 0 0 0,1 0-1 0 0,0 0 1 0 0,0-1 0 0 0,0 1-1 0 0,-1 0 1 0 0,1 0 0 0 0,0 0-1 0 0,0 0 1 0 0,0 0-1 0 0,1 0 1 0 0,-1 0 0 0 0,0 0-1 0 0,0 0 1 0 0,1 0 0 0 0,-1 0-1 0 0,0 0 1 0 0,1 0 0 0 0,-1 0-1 0 0,1 0 1 0 0,-1 0 0 0 0,1 0-1 0 0,-1 0 1 0 0,1 0 0 0 0,0 1-1 0 0,0-1 1 0 0,-1 0 0 0 0,1 0-1 0 0,0 1 1 0 0,0-1 0 0 0,0 1-1 0 0,0-1 1 0 0,0 0 0 0 0,0 1-1 0 0,1-1 1 0 0,3-1 58 0 0,0 0 1 0 0,1 0 0 0 0,-1 1-1 0 0,1-1 1 0 0,-1 1-1 0 0,1 1 1 0 0,0-1-1 0 0,-1 1 1 0 0,1 0 0 0 0,-1 0-1 0 0,11 2 1 0 0,2 2 153 0 0,-1 0 0 0 0,23 9 0 0 0,-6-1 2 0 0,22 5 8 0 0,100 27-401 0 0,-154-43 79 0 0,0-1 0 0 0,0 0-1 0 0,0 1 1 0 0,0-1 0 0 0,-1 0 0 0 0,1-1 0 0 0,0 1 0 0 0,0 0 0 0 0,0 0 0 0 0,-1-1 0 0 0,1 1 0 0 0,0-1-1 0 0,0 1 1 0 0,-1-1 0 0 0,1 0 0 0 0,0 0 0 0 0,-1 0 0 0 0,1 0 0 0 0,-1 0 0 0 0,1 0 0 0 0,-1 0 0 0 0,0 0-1 0 0,1-1 1 0 0,-1 1 0 0 0,1-2 0 0 0</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3:04:28.950"/>
    </inkml:context>
    <inkml:brush xml:id="br0">
      <inkml:brushProperty name="width" value="0.05" units="cm"/>
      <inkml:brushProperty name="height" value="0.05" units="cm"/>
    </inkml:brush>
  </inkml:definitions>
  <inkml:trace contextRef="#ctx0" brushRef="#br0">1 48 16871 0 0,'8'-7'471'0'0,"1"0"-1"0"0,0 1 1 0 0,11-7 0 0 0,-15 11-172 0 0,-1 0 0 0 0,1 0 0 0 0,-1 0 0 0 0,1 0 0 0 0,0 1 0 0 0,0 0 0 0 0,-1 0 0 0 0,1 0 0 0 0,5 0 1 0 0,-9 2-220 0 0,0-1 1 0 0,0 0 0 0 0,0 1-1 0 0,-1 0 1 0 0,1-1 0 0 0,0 1 0 0 0,-1-1-1 0 0,1 1 1 0 0,-1 0 0 0 0,1-1 0 0 0,0 1-1 0 0,-1 0 1 0 0,1-1 0 0 0,-1 1 0 0 0,0 0-1 0 0,1 0 1 0 0,-1 0 0 0 0,0 0 0 0 0,1-1-1 0 0,-1 1 1 0 0,0 0 0 0 0,0 1 0 0 0,0-2-64 0 0,2 11 97 0 0,-1 0 1 0 0,-1 0-1 0 0,0-1 0 0 0,0 1 0 0 0,-1 0 0 0 0,-1 0 0 0 0,-4 19 1 0 0,0-3 0 0 0,4-14-53 0 0,0 0-1 0 0,1 1 0 0 0,0-1 0 0 0,1 0 1 0 0,2 20-1 0 0,-2-28-31 0 0,1-1 1 0 0,0 0 0 0 0,0 1 0 0 0,1-1-1 0 0,-1 0 1 0 0,1 0 0 0 0,0 0-1 0 0,0 0 1 0 0,0-1 0 0 0,1 1-1 0 0,-1 0 1 0 0,1-1 0 0 0,0 0 0 0 0,0 1-1 0 0,0-1 1 0 0,1-1 0 0 0,-1 1-1 0 0,1 0 1 0 0,-1-1 0 0 0,8 4-1 0 0,0-2-96 0 0,-1 0-1 0 0,1-1 0 0 0,-1 0 1 0 0,1-1-1 0 0,0 0 0 0 0,0 0 1 0 0,0-2-1 0 0,0 1 0 0 0,1-1 1 0 0,-1-1-1 0 0,22-4 0 0 0,2-2-1042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9F53F8F5-CBA8-4926-844A-B4EC1895904A}" type="datetimeFigureOut">
              <a:rPr lang="zh-CN" altLang="en-US" smtClean="0"/>
              <a:pPr/>
              <a:t>2023/10/30</a:t>
            </a:fld>
            <a:endParaRPr lang="zh-CN" altLang="en-US"/>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C380CB0A-298F-446B-BA93-C8C2997B1AE0}" type="slidenum">
              <a:rPr lang="zh-CN" altLang="en-US" smtClean="0"/>
              <a:pPr/>
              <a:t>‹#›</a:t>
            </a:fld>
            <a:endParaRPr lang="zh-CN" altLang="en-US"/>
          </a:p>
        </p:txBody>
      </p:sp>
    </p:spTree>
    <p:extLst>
      <p:ext uri="{BB962C8B-B14F-4D97-AF65-F5344CB8AC3E}">
        <p14:creationId xmlns:p14="http://schemas.microsoft.com/office/powerpoint/2010/main" val="13249420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C380CB0A-298F-446B-BA93-C8C2997B1AE0}" type="slidenum">
              <a:rPr lang="zh-CN" altLang="en-US" smtClean="0"/>
              <a:pPr/>
              <a:t>0</a:t>
            </a:fld>
            <a:endParaRPr lang="zh-CN" altLang="en-US"/>
          </a:p>
        </p:txBody>
      </p:sp>
    </p:spTree>
    <p:extLst>
      <p:ext uri="{BB962C8B-B14F-4D97-AF65-F5344CB8AC3E}">
        <p14:creationId xmlns:p14="http://schemas.microsoft.com/office/powerpoint/2010/main" val="1332191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p:cNvSpPr>
            <a:spLocks noGrp="1" noRot="1" noChangeAspect="1" noTextEdit="1"/>
          </p:cNvSpPr>
          <p:nvPr>
            <p:ph type="sldImg"/>
          </p:nvPr>
        </p:nvSpPr>
        <p:spPr>
          <a:ln/>
        </p:spPr>
      </p:sp>
      <p:sp>
        <p:nvSpPr>
          <p:cNvPr id="92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92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2A04F52-1BCA-4564-BBC2-BC13951B1195}" type="slidenum">
              <a:rPr lang="en-US" altLang="en-US"/>
              <a:pPr>
                <a:spcBef>
                  <a:spcPct val="0"/>
                </a:spcBef>
              </a:pPr>
              <a:t>2</a:t>
            </a:fld>
            <a:endParaRPr lang="en-US" altLang="en-US"/>
          </a:p>
        </p:txBody>
      </p:sp>
    </p:spTree>
    <p:extLst>
      <p:ext uri="{BB962C8B-B14F-4D97-AF65-F5344CB8AC3E}">
        <p14:creationId xmlns:p14="http://schemas.microsoft.com/office/powerpoint/2010/main" val="19197771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p:cNvSpPr>
            <a:spLocks noGrp="1" noRot="1" noChangeAspect="1" noTextEdit="1"/>
          </p:cNvSpPr>
          <p:nvPr>
            <p:ph type="sldImg"/>
          </p:nvPr>
        </p:nvSpPr>
        <p:spPr>
          <a:ln/>
        </p:spPr>
      </p:sp>
      <p:sp>
        <p:nvSpPr>
          <p:cNvPr id="112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112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473AC05-63B3-4F0F-B94D-69609347A3DF}" type="slidenum">
              <a:rPr lang="en-US" altLang="en-US"/>
              <a:pPr>
                <a:spcBef>
                  <a:spcPct val="0"/>
                </a:spcBef>
              </a:pPr>
              <a:t>3</a:t>
            </a:fld>
            <a:endParaRPr lang="en-US" altLang="en-US"/>
          </a:p>
        </p:txBody>
      </p:sp>
    </p:spTree>
    <p:extLst>
      <p:ext uri="{BB962C8B-B14F-4D97-AF65-F5344CB8AC3E}">
        <p14:creationId xmlns:p14="http://schemas.microsoft.com/office/powerpoint/2010/main" val="15598623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a:ln/>
        </p:spPr>
      </p:sp>
      <p:sp>
        <p:nvSpPr>
          <p:cNvPr id="133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133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502380D-785C-42A6-B5C8-AE95B34D354F}" type="slidenum">
              <a:rPr lang="en-US" altLang="en-US"/>
              <a:pPr>
                <a:spcBef>
                  <a:spcPct val="0"/>
                </a:spcBef>
              </a:pPr>
              <a:t>8</a:t>
            </a:fld>
            <a:endParaRPr lang="en-US" altLang="en-US"/>
          </a:p>
        </p:txBody>
      </p:sp>
    </p:spTree>
    <p:extLst>
      <p:ext uri="{BB962C8B-B14F-4D97-AF65-F5344CB8AC3E}">
        <p14:creationId xmlns:p14="http://schemas.microsoft.com/office/powerpoint/2010/main" val="36418210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a:ln/>
        </p:spPr>
      </p:sp>
      <p:sp>
        <p:nvSpPr>
          <p:cNvPr id="174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174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002E5B0-B902-45A2-8E77-D711BCF48870}" type="slidenum">
              <a:rPr lang="en-US" altLang="en-US"/>
              <a:pPr>
                <a:spcBef>
                  <a:spcPct val="0"/>
                </a:spcBef>
              </a:pPr>
              <a:t>9</a:t>
            </a:fld>
            <a:endParaRPr lang="en-US" altLang="en-US"/>
          </a:p>
        </p:txBody>
      </p:sp>
    </p:spTree>
    <p:extLst>
      <p:ext uri="{BB962C8B-B14F-4D97-AF65-F5344CB8AC3E}">
        <p14:creationId xmlns:p14="http://schemas.microsoft.com/office/powerpoint/2010/main" val="4144743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p:spPr>
        <p:txBody>
          <a:bodyPr/>
          <a:lstStyle/>
          <a:p>
            <a:endParaRPr lang="en-US" altLang="en-US"/>
          </a:p>
        </p:txBody>
      </p:sp>
      <p:sp>
        <p:nvSpPr>
          <p:cNvPr id="40964" name="Slide Number Placeholder 3"/>
          <p:cNvSpPr>
            <a:spLocks noGrp="1"/>
          </p:cNvSpPr>
          <p:nvPr>
            <p:ph type="sldNum" sz="quarter" idx="5"/>
          </p:nvPr>
        </p:nvSpPr>
        <p:spPr>
          <a:noFill/>
        </p:spPr>
        <p:txBody>
          <a:bodyPr/>
          <a:lstStyle/>
          <a:p>
            <a:fld id="{E5062F16-4679-4EB7-A8BA-D4BEB77B1DF4}" type="slidenum">
              <a:rPr lang="en-US" altLang="en-US"/>
              <a:pPr/>
              <a:t>10</a:t>
            </a:fld>
            <a:endParaRPr lang="en-US" altLang="en-US"/>
          </a:p>
        </p:txBody>
      </p:sp>
    </p:spTree>
    <p:extLst>
      <p:ext uri="{BB962C8B-B14F-4D97-AF65-F5344CB8AC3E}">
        <p14:creationId xmlns:p14="http://schemas.microsoft.com/office/powerpoint/2010/main" val="22431105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p:spPr>
        <p:txBody>
          <a:bodyPr/>
          <a:lstStyle/>
          <a:p>
            <a:endParaRPr lang="en-US" altLang="en-US"/>
          </a:p>
        </p:txBody>
      </p:sp>
      <p:sp>
        <p:nvSpPr>
          <p:cNvPr id="40964" name="Slide Number Placeholder 3"/>
          <p:cNvSpPr>
            <a:spLocks noGrp="1"/>
          </p:cNvSpPr>
          <p:nvPr>
            <p:ph type="sldNum" sz="quarter" idx="5"/>
          </p:nvPr>
        </p:nvSpPr>
        <p:spPr>
          <a:noFill/>
        </p:spPr>
        <p:txBody>
          <a:bodyPr/>
          <a:lstStyle/>
          <a:p>
            <a:fld id="{E5062F16-4679-4EB7-A8BA-D4BEB77B1DF4}" type="slidenum">
              <a:rPr lang="en-US" altLang="en-US"/>
              <a:pPr/>
              <a:t>11</a:t>
            </a:fld>
            <a:endParaRPr lang="en-US" altLang="en-US"/>
          </a:p>
        </p:txBody>
      </p:sp>
    </p:spTree>
    <p:extLst>
      <p:ext uri="{BB962C8B-B14F-4D97-AF65-F5344CB8AC3E}">
        <p14:creationId xmlns:p14="http://schemas.microsoft.com/office/powerpoint/2010/main" val="13690593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a:ln/>
        </p:spPr>
      </p:sp>
      <p:sp>
        <p:nvSpPr>
          <p:cNvPr id="215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215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20069A3-35F5-404B-B557-9DE145AA0C6B}" type="slidenum">
              <a:rPr lang="en-US" altLang="en-US"/>
              <a:pPr>
                <a:spcBef>
                  <a:spcPct val="0"/>
                </a:spcBef>
              </a:pPr>
              <a:t>16</a:t>
            </a:fld>
            <a:endParaRPr lang="en-US" altLang="en-US"/>
          </a:p>
        </p:txBody>
      </p:sp>
    </p:spTree>
    <p:extLst>
      <p:ext uri="{BB962C8B-B14F-4D97-AF65-F5344CB8AC3E}">
        <p14:creationId xmlns:p14="http://schemas.microsoft.com/office/powerpoint/2010/main" val="31357524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235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1D5A89F-3A10-45E1-9975-4A57EC3D33B5}" type="slidenum">
              <a:rPr lang="en-US" altLang="en-US"/>
              <a:pPr>
                <a:spcBef>
                  <a:spcPct val="0"/>
                </a:spcBef>
              </a:pPr>
              <a:t>17</a:t>
            </a:fld>
            <a:endParaRPr lang="en-US" altLang="en-US"/>
          </a:p>
        </p:txBody>
      </p:sp>
    </p:spTree>
    <p:extLst>
      <p:ext uri="{BB962C8B-B14F-4D97-AF65-F5344CB8AC3E}">
        <p14:creationId xmlns:p14="http://schemas.microsoft.com/office/powerpoint/2010/main" val="20248276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a:ln/>
        </p:spPr>
      </p:sp>
      <p:sp>
        <p:nvSpPr>
          <p:cNvPr id="256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256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228437D-9C2B-4C6D-97E9-D44CC6D425E4}" type="slidenum">
              <a:rPr lang="en-US" altLang="en-US"/>
              <a:pPr>
                <a:spcBef>
                  <a:spcPct val="0"/>
                </a:spcBef>
              </a:pPr>
              <a:t>19</a:t>
            </a:fld>
            <a:endParaRPr lang="en-US" altLang="en-US"/>
          </a:p>
        </p:txBody>
      </p:sp>
    </p:spTree>
    <p:extLst>
      <p:ext uri="{BB962C8B-B14F-4D97-AF65-F5344CB8AC3E}">
        <p14:creationId xmlns:p14="http://schemas.microsoft.com/office/powerpoint/2010/main" val="10042970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a:ln/>
        </p:spPr>
      </p:sp>
      <p:sp>
        <p:nvSpPr>
          <p:cNvPr id="276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276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332998C-7E5E-4741-845D-65504EE0C26F}" type="slidenum">
              <a:rPr lang="en-US" altLang="en-US"/>
              <a:pPr>
                <a:spcBef>
                  <a:spcPct val="0"/>
                </a:spcBef>
              </a:pPr>
              <a:t>23</a:t>
            </a:fld>
            <a:endParaRPr lang="en-US" altLang="en-US"/>
          </a:p>
        </p:txBody>
      </p:sp>
    </p:spTree>
    <p:extLst>
      <p:ext uri="{BB962C8B-B14F-4D97-AF65-F5344CB8AC3E}">
        <p14:creationId xmlns:p14="http://schemas.microsoft.com/office/powerpoint/2010/main" val="42776239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380CB0A-298F-446B-BA93-C8C2997B1AE0}" type="slidenum">
              <a:rPr lang="zh-CN" altLang="en-US" smtClean="0"/>
              <a:pPr/>
              <a:t>24</a:t>
            </a:fld>
            <a:endParaRPr lang="zh-CN" altLang="en-US"/>
          </a:p>
        </p:txBody>
      </p:sp>
    </p:spTree>
    <p:extLst>
      <p:ext uri="{BB962C8B-B14F-4D97-AF65-F5344CB8AC3E}">
        <p14:creationId xmlns:p14="http://schemas.microsoft.com/office/powerpoint/2010/main" val="42106313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419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493B7B8-03FD-4B3C-B918-2064C81F50E2}" type="slidenum">
              <a:rPr lang="en-US" altLang="en-US"/>
              <a:pPr>
                <a:spcBef>
                  <a:spcPct val="0"/>
                </a:spcBef>
              </a:pPr>
              <a:t>27</a:t>
            </a:fld>
            <a:endParaRPr lang="en-US" altLang="en-US"/>
          </a:p>
        </p:txBody>
      </p:sp>
    </p:spTree>
    <p:extLst>
      <p:ext uri="{BB962C8B-B14F-4D97-AF65-F5344CB8AC3E}">
        <p14:creationId xmlns:p14="http://schemas.microsoft.com/office/powerpoint/2010/main" val="36231679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440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9A04F99-CFB8-408A-9ED9-B39A4CF87D60}" type="slidenum">
              <a:rPr lang="en-US" altLang="en-US"/>
              <a:pPr>
                <a:spcBef>
                  <a:spcPct val="0"/>
                </a:spcBef>
              </a:pPr>
              <a:t>28</a:t>
            </a:fld>
            <a:endParaRPr lang="en-US" altLang="en-US"/>
          </a:p>
        </p:txBody>
      </p:sp>
    </p:spTree>
    <p:extLst>
      <p:ext uri="{BB962C8B-B14F-4D97-AF65-F5344CB8AC3E}">
        <p14:creationId xmlns:p14="http://schemas.microsoft.com/office/powerpoint/2010/main" val="19421623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440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9A04F99-CFB8-408A-9ED9-B39A4CF87D60}" type="slidenum">
              <a:rPr lang="en-US" altLang="en-US"/>
              <a:pPr>
                <a:spcBef>
                  <a:spcPct val="0"/>
                </a:spcBef>
              </a:pPr>
              <a:t>29</a:t>
            </a:fld>
            <a:endParaRPr lang="en-US" altLang="en-US"/>
          </a:p>
        </p:txBody>
      </p:sp>
    </p:spTree>
    <p:extLst>
      <p:ext uri="{BB962C8B-B14F-4D97-AF65-F5344CB8AC3E}">
        <p14:creationId xmlns:p14="http://schemas.microsoft.com/office/powerpoint/2010/main" val="32874277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297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C28EA37-5278-480D-AF94-B303C9CAFAC0}" type="slidenum">
              <a:rPr lang="en-US" altLang="en-US"/>
              <a:pPr>
                <a:spcBef>
                  <a:spcPct val="0"/>
                </a:spcBef>
              </a:pPr>
              <a:t>30</a:t>
            </a:fld>
            <a:endParaRPr lang="en-US" altLang="en-US"/>
          </a:p>
        </p:txBody>
      </p:sp>
    </p:spTree>
    <p:extLst>
      <p:ext uri="{BB962C8B-B14F-4D97-AF65-F5344CB8AC3E}">
        <p14:creationId xmlns:p14="http://schemas.microsoft.com/office/powerpoint/2010/main" val="15585082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317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317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E106F97-5EBF-469D-BB32-9F845AFC421D}" type="slidenum">
              <a:rPr lang="en-US" altLang="en-US"/>
              <a:pPr>
                <a:spcBef>
                  <a:spcPct val="0"/>
                </a:spcBef>
              </a:pPr>
              <a:t>31</a:t>
            </a:fld>
            <a:endParaRPr lang="en-US" altLang="en-US"/>
          </a:p>
        </p:txBody>
      </p:sp>
    </p:spTree>
    <p:extLst>
      <p:ext uri="{BB962C8B-B14F-4D97-AF65-F5344CB8AC3E}">
        <p14:creationId xmlns:p14="http://schemas.microsoft.com/office/powerpoint/2010/main" val="36728849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337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1EE72D8-DBB3-4F68-B37D-155AA2D0E398}" type="slidenum">
              <a:rPr lang="en-US" altLang="en-US"/>
              <a:pPr>
                <a:spcBef>
                  <a:spcPct val="0"/>
                </a:spcBef>
              </a:pPr>
              <a:t>32</a:t>
            </a:fld>
            <a:endParaRPr lang="en-US" altLang="en-US"/>
          </a:p>
        </p:txBody>
      </p:sp>
    </p:spTree>
    <p:extLst>
      <p:ext uri="{BB962C8B-B14F-4D97-AF65-F5344CB8AC3E}">
        <p14:creationId xmlns:p14="http://schemas.microsoft.com/office/powerpoint/2010/main" val="13822735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358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DAF7D7F-F113-48C2-9777-8A5EB3FD7216}" type="slidenum">
              <a:rPr lang="en-US" altLang="en-US"/>
              <a:pPr>
                <a:spcBef>
                  <a:spcPct val="0"/>
                </a:spcBef>
              </a:pPr>
              <a:t>33</a:t>
            </a:fld>
            <a:endParaRPr lang="en-US" altLang="en-US"/>
          </a:p>
        </p:txBody>
      </p:sp>
    </p:spTree>
    <p:extLst>
      <p:ext uri="{BB962C8B-B14F-4D97-AF65-F5344CB8AC3E}">
        <p14:creationId xmlns:p14="http://schemas.microsoft.com/office/powerpoint/2010/main" val="29781687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a:ln/>
        </p:spPr>
      </p:sp>
      <p:sp>
        <p:nvSpPr>
          <p:cNvPr id="501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501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46B63C3-24C6-4F38-AB35-FFEDD63B025C}" type="slidenum">
              <a:rPr lang="en-US" altLang="en-US"/>
              <a:pPr>
                <a:spcBef>
                  <a:spcPct val="0"/>
                </a:spcBef>
              </a:pPr>
              <a:t>36</a:t>
            </a:fld>
            <a:endParaRPr lang="en-US" altLang="en-US"/>
          </a:p>
        </p:txBody>
      </p:sp>
    </p:spTree>
    <p:extLst>
      <p:ext uri="{BB962C8B-B14F-4D97-AF65-F5344CB8AC3E}">
        <p14:creationId xmlns:p14="http://schemas.microsoft.com/office/powerpoint/2010/main" val="26192564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1DD1C6D-4FD0-4A66-898F-87E2E13F8ECF}" type="slidenum">
              <a:rPr lang="en-US" altLang="en-US"/>
              <a:pPr>
                <a:spcBef>
                  <a:spcPct val="0"/>
                </a:spcBef>
              </a:pPr>
              <a:t>45</a:t>
            </a:fld>
            <a:endParaRPr lang="en-US" altLang="en-US"/>
          </a:p>
        </p:txBody>
      </p:sp>
    </p:spTree>
    <p:extLst>
      <p:ext uri="{BB962C8B-B14F-4D97-AF65-F5344CB8AC3E}">
        <p14:creationId xmlns:p14="http://schemas.microsoft.com/office/powerpoint/2010/main" val="5908844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zh-CN" alt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a:p>
        </p:txBody>
      </p:sp>
      <p:sp>
        <p:nvSpPr>
          <p:cNvPr id="4" name="Date Placeholder 3"/>
          <p:cNvSpPr>
            <a:spLocks noGrp="1"/>
          </p:cNvSpPr>
          <p:nvPr>
            <p:ph type="dt" sz="half" idx="10"/>
          </p:nvPr>
        </p:nvSpPr>
        <p:spPr/>
        <p:txBody>
          <a:bodyPr/>
          <a:lstStyle/>
          <a:p>
            <a:r>
              <a:rPr lang="en-US" altLang="zh-CN"/>
              <a:t>10/10/2016</a:t>
            </a:r>
            <a:endParaRPr lang="zh-CN" altLang="en-US" dirty="0"/>
          </a:p>
        </p:txBody>
      </p:sp>
      <p:sp>
        <p:nvSpPr>
          <p:cNvPr id="5" name="Footer Placeholder 4"/>
          <p:cNvSpPr>
            <a:spLocks noGrp="1"/>
          </p:cNvSpPr>
          <p:nvPr>
            <p:ph type="ftr" sz="quarter" idx="11"/>
          </p:nvPr>
        </p:nvSpPr>
        <p:spPr/>
        <p:txBody>
          <a:bodyPr/>
          <a:lstStyle/>
          <a:p>
            <a:endParaRPr lang="zh-CN" altLang="en-US" dirty="0"/>
          </a:p>
        </p:txBody>
      </p:sp>
      <p:sp>
        <p:nvSpPr>
          <p:cNvPr id="6" name="Slide Number Placeholder 5"/>
          <p:cNvSpPr>
            <a:spLocks noGrp="1"/>
          </p:cNvSpPr>
          <p:nvPr>
            <p:ph type="sldNum" sz="quarter" idx="12"/>
          </p:nvPr>
        </p:nvSpPr>
        <p:spPr/>
        <p:txBody>
          <a:bodyPr/>
          <a:lstStyle/>
          <a:p>
            <a:fld id="{EFE3C714-204C-4CF7-A5E3-73543894AB08}" type="slidenum">
              <a:rPr lang="zh-CN" altLang="en-US" smtClean="0"/>
              <a:pPr/>
              <a:t>‹#›</a:t>
            </a:fld>
            <a:endParaRPr lang="zh-CN" altLang="en-US" dirty="0"/>
          </a:p>
        </p:txBody>
      </p:sp>
    </p:spTree>
    <p:extLst>
      <p:ext uri="{BB962C8B-B14F-4D97-AF65-F5344CB8AC3E}">
        <p14:creationId xmlns:p14="http://schemas.microsoft.com/office/powerpoint/2010/main" val="30129412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idx="1"/>
          </p:nvPr>
        </p:nvSpPr>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p:cNvSpPr>
            <a:spLocks noGrp="1"/>
          </p:cNvSpPr>
          <p:nvPr>
            <p:ph type="dt" sz="half" idx="10"/>
          </p:nvPr>
        </p:nvSpPr>
        <p:spPr/>
        <p:txBody>
          <a:bodyPr/>
          <a:lstStyle/>
          <a:p>
            <a:r>
              <a:rPr lang="en-US"/>
              <a:t>10/10/2016</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a:t>
            </a:fld>
            <a:endParaRPr lang="en-US" altLang="zh-CN" dirty="0">
              <a:ea typeface="黑体" panose="02010609060101010101" pitchFamily="49" charset="-122"/>
            </a:endParaRPr>
          </a:p>
        </p:txBody>
      </p:sp>
      <p:pic>
        <p:nvPicPr>
          <p:cNvPr id="7" name="Picture 17" descr="Culogo"/>
          <p:cNvPicPr>
            <a:picLocks noChangeAspect="1" noChangeArrowheads="1" noCrop="1"/>
          </p:cNvPicPr>
          <p:nvPr userDrawn="1"/>
        </p:nvPicPr>
        <p:blipFill>
          <a:blip r:embed="rId2" cstate="print"/>
          <a:srcRect/>
          <a:stretch>
            <a:fillRect/>
          </a:stretch>
        </p:blipFill>
        <p:spPr bwMode="auto">
          <a:xfrm>
            <a:off x="24384" y="80953"/>
            <a:ext cx="804672" cy="540839"/>
          </a:xfrm>
          <a:prstGeom prst="rect">
            <a:avLst/>
          </a:prstGeom>
          <a:noFill/>
        </p:spPr>
      </p:pic>
    </p:spTree>
    <p:extLst>
      <p:ext uri="{BB962C8B-B14F-4D97-AF65-F5344CB8AC3E}">
        <p14:creationId xmlns:p14="http://schemas.microsoft.com/office/powerpoint/2010/main" val="9821361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ltLang="zh-CN"/>
              <a:t>Click to edit Master title style</a:t>
            </a:r>
            <a:endParaRPr lang="zh-CN" alt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a:t>Edit Master text styles</a:t>
            </a:r>
          </a:p>
        </p:txBody>
      </p:sp>
      <p:sp>
        <p:nvSpPr>
          <p:cNvPr id="4" name="Date Placeholder 3"/>
          <p:cNvSpPr>
            <a:spLocks noGrp="1"/>
          </p:cNvSpPr>
          <p:nvPr>
            <p:ph type="dt" sz="half" idx="10"/>
          </p:nvPr>
        </p:nvSpPr>
        <p:spPr/>
        <p:txBody>
          <a:bodyPr/>
          <a:lstStyle/>
          <a:p>
            <a:r>
              <a:rPr lang="en-US" altLang="zh-CN"/>
              <a:t>10/10/2016</a:t>
            </a:r>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FE3C714-204C-4CF7-A5E3-73543894AB08}" type="slidenum">
              <a:rPr lang="zh-CN" altLang="en-US" smtClean="0"/>
              <a:pPr/>
              <a:t>‹#›</a:t>
            </a:fld>
            <a:endParaRPr lang="zh-CN" altLang="en-US"/>
          </a:p>
        </p:txBody>
      </p:sp>
    </p:spTree>
    <p:extLst>
      <p:ext uri="{BB962C8B-B14F-4D97-AF65-F5344CB8AC3E}">
        <p14:creationId xmlns:p14="http://schemas.microsoft.com/office/powerpoint/2010/main" val="652878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sz="half" idx="1"/>
          </p:nvPr>
        </p:nvSpPr>
        <p:spPr>
          <a:xfrm>
            <a:off x="838200" y="1825625"/>
            <a:ext cx="5181600" cy="4351338"/>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p:cNvSpPr>
            <a:spLocks noGrp="1"/>
          </p:cNvSpPr>
          <p:nvPr>
            <p:ph sz="half" idx="2"/>
          </p:nvPr>
        </p:nvSpPr>
        <p:spPr>
          <a:xfrm>
            <a:off x="6172200" y="1825625"/>
            <a:ext cx="5181600" cy="4351338"/>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Date Placeholder 4"/>
          <p:cNvSpPr>
            <a:spLocks noGrp="1"/>
          </p:cNvSpPr>
          <p:nvPr>
            <p:ph type="dt" sz="half" idx="10"/>
          </p:nvPr>
        </p:nvSpPr>
        <p:spPr/>
        <p:txBody>
          <a:bodyPr/>
          <a:lstStyle/>
          <a:p>
            <a:r>
              <a:rPr lang="en-US" altLang="zh-CN"/>
              <a:t>10/10/2016</a:t>
            </a:r>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FE3C714-204C-4CF7-A5E3-73543894AB08}" type="slidenum">
              <a:rPr lang="zh-CN" altLang="en-US" smtClean="0"/>
              <a:pPr/>
              <a:t>‹#›</a:t>
            </a:fld>
            <a:endParaRPr lang="zh-CN" altLang="en-US"/>
          </a:p>
        </p:txBody>
      </p:sp>
    </p:spTree>
    <p:extLst>
      <p:ext uri="{BB962C8B-B14F-4D97-AF65-F5344CB8AC3E}">
        <p14:creationId xmlns:p14="http://schemas.microsoft.com/office/powerpoint/2010/main" val="2789442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ltLang="zh-CN"/>
              <a:t>Click to edit Master title style</a:t>
            </a:r>
            <a:endParaRPr lang="zh-CN" alt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Date Placeholder 6"/>
          <p:cNvSpPr>
            <a:spLocks noGrp="1"/>
          </p:cNvSpPr>
          <p:nvPr>
            <p:ph type="dt" sz="half" idx="10"/>
          </p:nvPr>
        </p:nvSpPr>
        <p:spPr/>
        <p:txBody>
          <a:bodyPr/>
          <a:lstStyle/>
          <a:p>
            <a:r>
              <a:rPr lang="en-US" altLang="zh-CN"/>
              <a:t>10/10/2016</a:t>
            </a:r>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FE3C714-204C-4CF7-A5E3-73543894AB08}" type="slidenum">
              <a:rPr lang="zh-CN" altLang="en-US" smtClean="0"/>
              <a:pPr/>
              <a:t>‹#›</a:t>
            </a:fld>
            <a:endParaRPr lang="zh-CN" altLang="en-US"/>
          </a:p>
        </p:txBody>
      </p:sp>
    </p:spTree>
    <p:extLst>
      <p:ext uri="{BB962C8B-B14F-4D97-AF65-F5344CB8AC3E}">
        <p14:creationId xmlns:p14="http://schemas.microsoft.com/office/powerpoint/2010/main" val="5669440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Date Placeholder 2"/>
          <p:cNvSpPr>
            <a:spLocks noGrp="1"/>
          </p:cNvSpPr>
          <p:nvPr>
            <p:ph type="dt" sz="half" idx="10"/>
          </p:nvPr>
        </p:nvSpPr>
        <p:spPr/>
        <p:txBody>
          <a:bodyPr/>
          <a:lstStyle/>
          <a:p>
            <a:r>
              <a:rPr lang="en-US" altLang="zh-CN"/>
              <a:t>10/10/2016</a:t>
            </a:r>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FE3C714-204C-4CF7-A5E3-73543894AB08}" type="slidenum">
              <a:rPr lang="zh-CN" altLang="en-US" smtClean="0"/>
              <a:pPr/>
              <a:t>‹#›</a:t>
            </a:fld>
            <a:endParaRPr lang="zh-CN" altLang="en-US"/>
          </a:p>
        </p:txBody>
      </p:sp>
    </p:spTree>
    <p:extLst>
      <p:ext uri="{BB962C8B-B14F-4D97-AF65-F5344CB8AC3E}">
        <p14:creationId xmlns:p14="http://schemas.microsoft.com/office/powerpoint/2010/main" val="37959854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ltLang="zh-CN"/>
              <a:t>10/10/2016</a:t>
            </a:r>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FE3C714-204C-4CF7-A5E3-73543894AB08}" type="slidenum">
              <a:rPr lang="zh-CN" altLang="en-US" smtClean="0"/>
              <a:pPr/>
              <a:t>‹#›</a:t>
            </a:fld>
            <a:endParaRPr lang="zh-CN" altLang="en-US"/>
          </a:p>
        </p:txBody>
      </p:sp>
    </p:spTree>
    <p:extLst>
      <p:ext uri="{BB962C8B-B14F-4D97-AF65-F5344CB8AC3E}">
        <p14:creationId xmlns:p14="http://schemas.microsoft.com/office/powerpoint/2010/main" val="15013077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Edit Master text styles</a:t>
            </a:r>
          </a:p>
        </p:txBody>
      </p:sp>
      <p:sp>
        <p:nvSpPr>
          <p:cNvPr id="5" name="Date Placeholder 4"/>
          <p:cNvSpPr>
            <a:spLocks noGrp="1"/>
          </p:cNvSpPr>
          <p:nvPr>
            <p:ph type="dt" sz="half" idx="10"/>
          </p:nvPr>
        </p:nvSpPr>
        <p:spPr/>
        <p:txBody>
          <a:bodyPr/>
          <a:lstStyle/>
          <a:p>
            <a:r>
              <a:rPr lang="en-US" altLang="zh-CN"/>
              <a:t>10/10/2016</a:t>
            </a:r>
            <a:endParaRPr lang="zh-CN" altLang="en-US"/>
          </a:p>
        </p:txBody>
      </p:sp>
      <p:sp>
        <p:nvSpPr>
          <p:cNvPr id="6" name="Footer Placeholder 5"/>
          <p:cNvSpPr>
            <a:spLocks noGrp="1"/>
          </p:cNvSpPr>
          <p:nvPr>
            <p:ph type="ftr" sz="quarter" idx="11"/>
          </p:nvPr>
        </p:nvSpPr>
        <p:spPr/>
        <p:txBody>
          <a:bodyPr/>
          <a:lstStyle/>
          <a:p>
            <a:endParaRPr lang="zh-CN" altLang="en-US" dirty="0"/>
          </a:p>
        </p:txBody>
      </p:sp>
      <p:sp>
        <p:nvSpPr>
          <p:cNvPr id="7" name="Slide Number Placeholder 6"/>
          <p:cNvSpPr>
            <a:spLocks noGrp="1"/>
          </p:cNvSpPr>
          <p:nvPr>
            <p:ph type="sldNum" sz="quarter" idx="12"/>
          </p:nvPr>
        </p:nvSpPr>
        <p:spPr/>
        <p:txBody>
          <a:bodyPr/>
          <a:lstStyle/>
          <a:p>
            <a:fld id="{EFE3C714-204C-4CF7-A5E3-73543894AB08}" type="slidenum">
              <a:rPr lang="zh-CN" altLang="en-US" smtClean="0"/>
              <a:pPr/>
              <a:t>‹#›</a:t>
            </a:fld>
            <a:endParaRPr lang="zh-CN" altLang="en-US"/>
          </a:p>
        </p:txBody>
      </p:sp>
    </p:spTree>
    <p:extLst>
      <p:ext uri="{BB962C8B-B14F-4D97-AF65-F5344CB8AC3E}">
        <p14:creationId xmlns:p14="http://schemas.microsoft.com/office/powerpoint/2010/main" val="1839467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Edit Master text styles</a:t>
            </a:r>
          </a:p>
        </p:txBody>
      </p:sp>
      <p:sp>
        <p:nvSpPr>
          <p:cNvPr id="5" name="Date Placeholder 4"/>
          <p:cNvSpPr>
            <a:spLocks noGrp="1"/>
          </p:cNvSpPr>
          <p:nvPr>
            <p:ph type="dt" sz="half" idx="10"/>
          </p:nvPr>
        </p:nvSpPr>
        <p:spPr/>
        <p:txBody>
          <a:bodyPr/>
          <a:lstStyle/>
          <a:p>
            <a:r>
              <a:rPr lang="en-US" altLang="zh-CN"/>
              <a:t>10/10/2016</a:t>
            </a:r>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FE3C714-204C-4CF7-A5E3-73543894AB08}" type="slidenum">
              <a:rPr lang="zh-CN" altLang="en-US" smtClean="0"/>
              <a:pPr/>
              <a:t>‹#›</a:t>
            </a:fld>
            <a:endParaRPr lang="zh-CN" altLang="en-US"/>
          </a:p>
        </p:txBody>
      </p:sp>
    </p:spTree>
    <p:extLst>
      <p:ext uri="{BB962C8B-B14F-4D97-AF65-F5344CB8AC3E}">
        <p14:creationId xmlns:p14="http://schemas.microsoft.com/office/powerpoint/2010/main" val="17566898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Vertical Text Placeholder 2"/>
          <p:cNvSpPr>
            <a:spLocks noGrp="1"/>
          </p:cNvSpPr>
          <p:nvPr>
            <p:ph type="body" orient="vert" idx="1"/>
          </p:nvPr>
        </p:nvSpPr>
        <p:spPr/>
        <p:txBody>
          <a:bodyPr vert="eaVert"/>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p:cNvSpPr>
            <a:spLocks noGrp="1"/>
          </p:cNvSpPr>
          <p:nvPr>
            <p:ph type="dt" sz="half" idx="10"/>
          </p:nvPr>
        </p:nvSpPr>
        <p:spPr/>
        <p:txBody>
          <a:bodyPr/>
          <a:lstStyle/>
          <a:p>
            <a:r>
              <a:rPr lang="en-US" altLang="zh-CN"/>
              <a:t>10/10/2016</a:t>
            </a:r>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FE3C714-204C-4CF7-A5E3-73543894AB08}" type="slidenum">
              <a:rPr lang="zh-CN" altLang="en-US" smtClean="0"/>
              <a:pPr/>
              <a:t>‹#›</a:t>
            </a:fld>
            <a:endParaRPr lang="zh-CN" altLang="en-US"/>
          </a:p>
        </p:txBody>
      </p:sp>
    </p:spTree>
    <p:extLst>
      <p:ext uri="{BB962C8B-B14F-4D97-AF65-F5344CB8AC3E}">
        <p14:creationId xmlns:p14="http://schemas.microsoft.com/office/powerpoint/2010/main" val="21757444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ltLang="zh-CN"/>
              <a:t>Click to edit Master title style</a:t>
            </a:r>
            <a:endParaRPr lang="zh-CN" alt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p:cNvSpPr>
            <a:spLocks noGrp="1"/>
          </p:cNvSpPr>
          <p:nvPr>
            <p:ph type="dt" sz="half" idx="10"/>
          </p:nvPr>
        </p:nvSpPr>
        <p:spPr/>
        <p:txBody>
          <a:bodyPr/>
          <a:lstStyle/>
          <a:p>
            <a:r>
              <a:rPr lang="en-US" altLang="zh-CN"/>
              <a:t>10/10/2016</a:t>
            </a:r>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FE3C714-204C-4CF7-A5E3-73543894AB08}" type="slidenum">
              <a:rPr lang="zh-CN" altLang="en-US" smtClean="0"/>
              <a:pPr/>
              <a:t>‹#›</a:t>
            </a:fld>
            <a:endParaRPr lang="zh-CN" altLang="en-US"/>
          </a:p>
        </p:txBody>
      </p:sp>
    </p:spTree>
    <p:extLst>
      <p:ext uri="{BB962C8B-B14F-4D97-AF65-F5344CB8AC3E}">
        <p14:creationId xmlns:p14="http://schemas.microsoft.com/office/powerpoint/2010/main" val="995128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CN"/>
              <a:t>Click to edit Master title style</a:t>
            </a:r>
            <a:endParaRPr lang="zh-CN" alt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10/10/2016</a:t>
            </a:r>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a:t>
            </a:fld>
            <a:endParaRPr lang="en-US" altLang="zh-CN" dirty="0">
              <a:ea typeface="黑体" panose="02010609060101010101" pitchFamily="49" charset="-122"/>
            </a:endParaRPr>
          </a:p>
        </p:txBody>
      </p:sp>
    </p:spTree>
    <p:extLst>
      <p:ext uri="{BB962C8B-B14F-4D97-AF65-F5344CB8AC3E}">
        <p14:creationId xmlns:p14="http://schemas.microsoft.com/office/powerpoint/2010/main" val="2245427751"/>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customXml" Target="../ink/ink1.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image" Target="../media/image14.jpeg"/><Relationship Id="rId7" Type="http://schemas.openxmlformats.org/officeDocument/2006/relationships/image" Target="../media/image16.wmf"/><Relationship Id="rId12" Type="http://schemas.openxmlformats.org/officeDocument/2006/relationships/image" Target="../media/image19.png"/><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oleObject" Target="../embeddings/oleObject2.bin"/><Relationship Id="rId11" Type="http://schemas.openxmlformats.org/officeDocument/2006/relationships/image" Target="../media/image18.wmf"/><Relationship Id="rId5" Type="http://schemas.openxmlformats.org/officeDocument/2006/relationships/image" Target="../media/image15.w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17.wmf"/></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image" Target="../media/image20.jpeg"/><Relationship Id="rId7" Type="http://schemas.openxmlformats.org/officeDocument/2006/relationships/image" Target="../media/image22.wmf"/><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oleObject" Target="../embeddings/oleObject6.bin"/><Relationship Id="rId5" Type="http://schemas.openxmlformats.org/officeDocument/2006/relationships/image" Target="../media/image21.wmf"/><Relationship Id="rId4" Type="http://schemas.openxmlformats.org/officeDocument/2006/relationships/oleObject" Target="../embeddings/oleObject5.bin"/><Relationship Id="rId9" Type="http://schemas.openxmlformats.org/officeDocument/2006/relationships/image" Target="../media/image23.wmf"/></Relationships>
</file>

<file path=ppt/slides/_rels/slide10.xml.rels><?xml version="1.0" encoding="UTF-8" standalone="yes"?>
<Relationships xmlns="http://schemas.openxmlformats.org/package/2006/relationships"><Relationship Id="rId8" Type="http://schemas.openxmlformats.org/officeDocument/2006/relationships/image" Target="../media/image25.wmf"/><Relationship Id="rId7" Type="http://schemas.openxmlformats.org/officeDocument/2006/relationships/oleObject" Target="../embeddings/oleObject9.bin"/><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4.wmf"/><Relationship Id="rId5" Type="http://schemas.openxmlformats.org/officeDocument/2006/relationships/oleObject" Target="../embeddings/oleObject8.bin"/><Relationship Id="rId4" Type="http://schemas.openxmlformats.org/officeDocument/2006/relationships/image" Target="../media/image28.png"/><Relationship Id="rId9" Type="http://schemas.openxmlformats.org/officeDocument/2006/relationships/image" Target="../media/image20.jpeg"/></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0.bin"/><Relationship Id="rId7" Type="http://schemas.openxmlformats.org/officeDocument/2006/relationships/oleObject" Target="../embeddings/oleObject12.bin"/><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3.wmf"/><Relationship Id="rId11" Type="http://schemas.openxmlformats.org/officeDocument/2006/relationships/image" Target="../media/image27.png"/><Relationship Id="rId5" Type="http://schemas.openxmlformats.org/officeDocument/2006/relationships/oleObject" Target="../embeddings/oleObject11.bin"/><Relationship Id="rId10" Type="http://schemas.openxmlformats.org/officeDocument/2006/relationships/image" Target="../media/image31.png"/><Relationship Id="rId4" Type="http://schemas.openxmlformats.org/officeDocument/2006/relationships/image" Target="../media/image26.wmf"/><Relationship Id="rId9" Type="http://schemas.openxmlformats.org/officeDocument/2006/relationships/image" Target="../media/image30.png"/></Relationships>
</file>

<file path=ppt/slides/_rels/slide12.x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oleObject" Target="../embeddings/oleObject13.bin"/><Relationship Id="rId7" Type="http://schemas.openxmlformats.org/officeDocument/2006/relationships/oleObject" Target="../embeddings/oleObject15.bin"/><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9.wmf"/><Relationship Id="rId5" Type="http://schemas.openxmlformats.org/officeDocument/2006/relationships/oleObject" Target="../embeddings/oleObject14.bin"/><Relationship Id="rId4" Type="http://schemas.openxmlformats.org/officeDocument/2006/relationships/image" Target="../media/image28.wmf"/><Relationship Id="rId9" Type="http://schemas.openxmlformats.org/officeDocument/2006/relationships/image" Target="../media/image32.png"/></Relationships>
</file>

<file path=ppt/slides/_rels/slide13.xml.rels><?xml version="1.0" encoding="UTF-8" standalone="yes"?>
<Relationships xmlns="http://schemas.openxmlformats.org/package/2006/relationships"><Relationship Id="rId8" Type="http://schemas.openxmlformats.org/officeDocument/2006/relationships/image" Target="../media/image36.wmf"/><Relationship Id="rId3" Type="http://schemas.openxmlformats.org/officeDocument/2006/relationships/image" Target="../media/image33.wmf"/><Relationship Id="rId7" Type="http://schemas.openxmlformats.org/officeDocument/2006/relationships/oleObject" Target="../embeddings/oleObject18.bin"/><Relationship Id="rId12" Type="http://schemas.openxmlformats.org/officeDocument/2006/relationships/image" Target="../media/image40.png"/><Relationship Id="rId2" Type="http://schemas.openxmlformats.org/officeDocument/2006/relationships/oleObject" Target="../embeddings/oleObject16.bin"/><Relationship Id="rId1" Type="http://schemas.openxmlformats.org/officeDocument/2006/relationships/slideLayout" Target="../slideLayouts/slideLayout2.xml"/><Relationship Id="rId6" Type="http://schemas.openxmlformats.org/officeDocument/2006/relationships/image" Target="../media/image35.png"/><Relationship Id="rId11" Type="http://schemas.openxmlformats.org/officeDocument/2006/relationships/image" Target="../media/image39.png"/><Relationship Id="rId5" Type="http://schemas.openxmlformats.org/officeDocument/2006/relationships/image" Target="../media/image34.wmf"/><Relationship Id="rId10" Type="http://schemas.openxmlformats.org/officeDocument/2006/relationships/image" Target="../media/image38.png"/><Relationship Id="rId4" Type="http://schemas.openxmlformats.org/officeDocument/2006/relationships/oleObject" Target="../embeddings/oleObject17.bin"/><Relationship Id="rId9" Type="http://schemas.openxmlformats.org/officeDocument/2006/relationships/image" Target="../media/image37.png"/><Relationship Id="rId14" Type="http://schemas.openxmlformats.org/officeDocument/2006/relationships/image" Target="../media/image46.png"/></Relationships>
</file>

<file path=ppt/slides/_rels/slide14.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oleObject" Target="../embeddings/oleObject19.bin"/><Relationship Id="rId1" Type="http://schemas.openxmlformats.org/officeDocument/2006/relationships/slideLayout" Target="../slideLayouts/slideLayout2.xml"/><Relationship Id="rId5" Type="http://schemas.openxmlformats.org/officeDocument/2006/relationships/image" Target="../media/image29.wmf"/><Relationship Id="rId4" Type="http://schemas.openxmlformats.org/officeDocument/2006/relationships/oleObject" Target="../embeddings/oleObject20.bin"/></Relationships>
</file>

<file path=ppt/slides/_rels/slide15.xml.rels><?xml version="1.0" encoding="UTF-8" standalone="yes"?>
<Relationships xmlns="http://schemas.openxmlformats.org/package/2006/relationships"><Relationship Id="rId3" Type="http://schemas.openxmlformats.org/officeDocument/2006/relationships/image" Target="../media/image48.png"/><Relationship Id="rId1" Type="http://schemas.openxmlformats.org/officeDocument/2006/relationships/slideLayout" Target="../slideLayouts/slideLayout2.xml"/><Relationship Id="rId5" Type="http://schemas.openxmlformats.org/officeDocument/2006/relationships/image" Target="../media/image41.wmf"/><Relationship Id="rId4" Type="http://schemas.openxmlformats.org/officeDocument/2006/relationships/oleObject" Target="../embeddings/oleObject21.bin"/></Relationships>
</file>

<file path=ppt/slides/_rels/slide1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1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19.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46.wmf"/><Relationship Id="rId1" Type="http://schemas.openxmlformats.org/officeDocument/2006/relationships/slideLayout" Target="../slideLayouts/slideLayout2.xml"/><Relationship Id="rId6" Type="http://schemas.openxmlformats.org/officeDocument/2006/relationships/oleObject" Target="../embeddings/oleObject23.bin"/><Relationship Id="rId5" Type="http://schemas.openxmlformats.org/officeDocument/2006/relationships/image" Target="../media/image45.wmf"/><Relationship Id="rId4" Type="http://schemas.openxmlformats.org/officeDocument/2006/relationships/oleObject" Target="../embeddings/oleObject22.bin"/></Relationships>
</file>

<file path=ppt/slides/_rels/slide20.xml.rels><?xml version="1.0" encoding="UTF-8" standalone="yes"?>
<Relationships xmlns="http://schemas.openxmlformats.org/package/2006/relationships"><Relationship Id="rId7" Type="http://schemas.openxmlformats.org/officeDocument/2006/relationships/image" Target="../media/image50.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47.wmf"/><Relationship Id="rId5" Type="http://schemas.openxmlformats.org/officeDocument/2006/relationships/oleObject" Target="../embeddings/oleObject24.bin"/><Relationship Id="rId4" Type="http://schemas.openxmlformats.org/officeDocument/2006/relationships/image" Target="../media/image490.png"/></Relationships>
</file>

<file path=ppt/slides/_rels/slide2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55.png"/><Relationship Id="rId13" Type="http://schemas.openxmlformats.org/officeDocument/2006/relationships/customXml" Target="../ink/ink6.xml"/><Relationship Id="rId18" Type="http://schemas.openxmlformats.org/officeDocument/2006/relationships/image" Target="../media/image60.png"/><Relationship Id="rId26" Type="http://schemas.openxmlformats.org/officeDocument/2006/relationships/image" Target="../media/image64.png"/><Relationship Id="rId3" Type="http://schemas.openxmlformats.org/officeDocument/2006/relationships/image" Target="../media/image29.wmf"/><Relationship Id="rId21" Type="http://schemas.openxmlformats.org/officeDocument/2006/relationships/customXml" Target="../ink/ink10.xml"/><Relationship Id="rId12" Type="http://schemas.openxmlformats.org/officeDocument/2006/relationships/image" Target="../media/image57.png"/><Relationship Id="rId17" Type="http://schemas.openxmlformats.org/officeDocument/2006/relationships/customXml" Target="../ink/ink8.xml"/><Relationship Id="rId25" Type="http://schemas.openxmlformats.org/officeDocument/2006/relationships/customXml" Target="../ink/ink12.xml"/><Relationship Id="rId2" Type="http://schemas.openxmlformats.org/officeDocument/2006/relationships/oleObject" Target="../embeddings/oleObject25.bin"/><Relationship Id="rId16" Type="http://schemas.openxmlformats.org/officeDocument/2006/relationships/image" Target="../media/image59.png"/><Relationship Id="rId20" Type="http://schemas.openxmlformats.org/officeDocument/2006/relationships/image" Target="../media/image61.png"/><Relationship Id="rId29" Type="http://schemas.openxmlformats.org/officeDocument/2006/relationships/customXml" Target="../ink/ink14.xml"/><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customXml" Target="../ink/ink5.xml"/><Relationship Id="rId24" Type="http://schemas.openxmlformats.org/officeDocument/2006/relationships/image" Target="../media/image63.png"/><Relationship Id="rId5" Type="http://schemas.openxmlformats.org/officeDocument/2006/relationships/image" Target="../media/image54.png"/><Relationship Id="rId15" Type="http://schemas.openxmlformats.org/officeDocument/2006/relationships/customXml" Target="../ink/ink7.xml"/><Relationship Id="rId23" Type="http://schemas.openxmlformats.org/officeDocument/2006/relationships/customXml" Target="../ink/ink11.xml"/><Relationship Id="rId28" Type="http://schemas.openxmlformats.org/officeDocument/2006/relationships/image" Target="../media/image65.png"/><Relationship Id="rId10" Type="http://schemas.openxmlformats.org/officeDocument/2006/relationships/image" Target="../media/image56.png"/><Relationship Id="rId19" Type="http://schemas.openxmlformats.org/officeDocument/2006/relationships/customXml" Target="../ink/ink9.xml"/><Relationship Id="rId4" Type="http://schemas.openxmlformats.org/officeDocument/2006/relationships/image" Target="../media/image53.png"/><Relationship Id="rId9" Type="http://schemas.openxmlformats.org/officeDocument/2006/relationships/customXml" Target="../ink/ink4.xml"/><Relationship Id="rId14" Type="http://schemas.openxmlformats.org/officeDocument/2006/relationships/image" Target="../media/image58.png"/><Relationship Id="rId22" Type="http://schemas.openxmlformats.org/officeDocument/2006/relationships/image" Target="../media/image62.png"/><Relationship Id="rId27" Type="http://schemas.openxmlformats.org/officeDocument/2006/relationships/customXml" Target="../ink/ink13.xml"/><Relationship Id="rId30" Type="http://schemas.openxmlformats.org/officeDocument/2006/relationships/image" Target="../media/image66.png"/></Relationships>
</file>

<file path=ppt/slides/_rels/slide23.xml.rels><?xml version="1.0" encoding="UTF-8" standalone="yes"?>
<Relationships xmlns="http://schemas.openxmlformats.org/package/2006/relationships"><Relationship Id="rId26" Type="http://schemas.openxmlformats.org/officeDocument/2006/relationships/customXml" Target="../ink/ink23.xml"/><Relationship Id="rId21" Type="http://schemas.openxmlformats.org/officeDocument/2006/relationships/image" Target="../media/image71.png"/><Relationship Id="rId42" Type="http://schemas.openxmlformats.org/officeDocument/2006/relationships/customXml" Target="../ink/ink31.xml"/><Relationship Id="rId47" Type="http://schemas.openxmlformats.org/officeDocument/2006/relationships/image" Target="../media/image84.png"/><Relationship Id="rId63" Type="http://schemas.openxmlformats.org/officeDocument/2006/relationships/image" Target="../media/image92.png"/><Relationship Id="rId68" Type="http://schemas.openxmlformats.org/officeDocument/2006/relationships/customXml" Target="../ink/ink44.xml"/><Relationship Id="rId2" Type="http://schemas.openxmlformats.org/officeDocument/2006/relationships/image" Target="../media/image20.jpeg"/><Relationship Id="rId16" Type="http://schemas.openxmlformats.org/officeDocument/2006/relationships/customXml" Target="../ink/ink18.xml"/><Relationship Id="rId29" Type="http://schemas.openxmlformats.org/officeDocument/2006/relationships/image" Target="../media/image75.png"/><Relationship Id="rId11" Type="http://schemas.openxmlformats.org/officeDocument/2006/relationships/image" Target="../media/image570.png"/><Relationship Id="rId24" Type="http://schemas.openxmlformats.org/officeDocument/2006/relationships/customXml" Target="../ink/ink22.xml"/><Relationship Id="rId32" Type="http://schemas.openxmlformats.org/officeDocument/2006/relationships/customXml" Target="../ink/ink26.xml"/><Relationship Id="rId37" Type="http://schemas.openxmlformats.org/officeDocument/2006/relationships/image" Target="../media/image79.png"/><Relationship Id="rId40" Type="http://schemas.openxmlformats.org/officeDocument/2006/relationships/customXml" Target="../ink/ink30.xml"/><Relationship Id="rId45" Type="http://schemas.openxmlformats.org/officeDocument/2006/relationships/image" Target="../media/image83.png"/><Relationship Id="rId53" Type="http://schemas.openxmlformats.org/officeDocument/2006/relationships/image" Target="../media/image87.png"/><Relationship Id="rId58" Type="http://schemas.openxmlformats.org/officeDocument/2006/relationships/customXml" Target="../ink/ink39.xml"/><Relationship Id="rId66" Type="http://schemas.openxmlformats.org/officeDocument/2006/relationships/customXml" Target="../ink/ink43.xml"/><Relationship Id="rId5" Type="http://schemas.openxmlformats.org/officeDocument/2006/relationships/image" Target="../media/image620.png"/><Relationship Id="rId61" Type="http://schemas.openxmlformats.org/officeDocument/2006/relationships/image" Target="../media/image91.png"/><Relationship Id="rId19" Type="http://schemas.openxmlformats.org/officeDocument/2006/relationships/image" Target="../media/image70.png"/><Relationship Id="rId14" Type="http://schemas.openxmlformats.org/officeDocument/2006/relationships/customXml" Target="../ink/ink17.xml"/><Relationship Id="rId22" Type="http://schemas.openxmlformats.org/officeDocument/2006/relationships/customXml" Target="../ink/ink21.xml"/><Relationship Id="rId27" Type="http://schemas.openxmlformats.org/officeDocument/2006/relationships/image" Target="../media/image74.png"/><Relationship Id="rId30" Type="http://schemas.openxmlformats.org/officeDocument/2006/relationships/customXml" Target="../ink/ink25.xml"/><Relationship Id="rId35" Type="http://schemas.openxmlformats.org/officeDocument/2006/relationships/image" Target="../media/image78.png"/><Relationship Id="rId43" Type="http://schemas.openxmlformats.org/officeDocument/2006/relationships/image" Target="../media/image82.png"/><Relationship Id="rId48" Type="http://schemas.openxmlformats.org/officeDocument/2006/relationships/customXml" Target="../ink/ink34.xml"/><Relationship Id="rId56" Type="http://schemas.openxmlformats.org/officeDocument/2006/relationships/customXml" Target="../ink/ink38.xml"/><Relationship Id="rId64" Type="http://schemas.openxmlformats.org/officeDocument/2006/relationships/customXml" Target="../ink/ink42.xml"/><Relationship Id="rId69" Type="http://schemas.openxmlformats.org/officeDocument/2006/relationships/image" Target="../media/image95.png"/><Relationship Id="rId8" Type="http://schemas.openxmlformats.org/officeDocument/2006/relationships/image" Target="../media/image650.png"/><Relationship Id="rId51" Type="http://schemas.openxmlformats.org/officeDocument/2006/relationships/image" Target="../media/image86.png"/><Relationship Id="rId72" Type="http://schemas.openxmlformats.org/officeDocument/2006/relationships/customXml" Target="../ink/ink46.xml"/><Relationship Id="rId3" Type="http://schemas.openxmlformats.org/officeDocument/2006/relationships/image" Target="../media/image32.png"/><Relationship Id="rId12" Type="http://schemas.openxmlformats.org/officeDocument/2006/relationships/customXml" Target="../ink/ink16.xml"/><Relationship Id="rId17" Type="http://schemas.openxmlformats.org/officeDocument/2006/relationships/image" Target="../media/image69.png"/><Relationship Id="rId25" Type="http://schemas.openxmlformats.org/officeDocument/2006/relationships/image" Target="../media/image73.png"/><Relationship Id="rId33" Type="http://schemas.openxmlformats.org/officeDocument/2006/relationships/image" Target="../media/image77.png"/><Relationship Id="rId38" Type="http://schemas.openxmlformats.org/officeDocument/2006/relationships/customXml" Target="../ink/ink29.xml"/><Relationship Id="rId46" Type="http://schemas.openxmlformats.org/officeDocument/2006/relationships/customXml" Target="../ink/ink33.xml"/><Relationship Id="rId59" Type="http://schemas.openxmlformats.org/officeDocument/2006/relationships/image" Target="../media/image90.png"/><Relationship Id="rId67" Type="http://schemas.openxmlformats.org/officeDocument/2006/relationships/image" Target="../media/image94.png"/><Relationship Id="rId20" Type="http://schemas.openxmlformats.org/officeDocument/2006/relationships/customXml" Target="../ink/ink20.xml"/><Relationship Id="rId41" Type="http://schemas.openxmlformats.org/officeDocument/2006/relationships/image" Target="../media/image81.png"/><Relationship Id="rId54" Type="http://schemas.openxmlformats.org/officeDocument/2006/relationships/customXml" Target="../ink/ink37.xml"/><Relationship Id="rId62" Type="http://schemas.openxmlformats.org/officeDocument/2006/relationships/customXml" Target="../ink/ink41.xml"/><Relationship Id="rId70" Type="http://schemas.openxmlformats.org/officeDocument/2006/relationships/customXml" Target="../ink/ink45.xml"/><Relationship Id="rId1" Type="http://schemas.openxmlformats.org/officeDocument/2006/relationships/slideLayout" Target="../slideLayouts/slideLayout2.xml"/><Relationship Id="rId6" Type="http://schemas.openxmlformats.org/officeDocument/2006/relationships/image" Target="../media/image630.png"/><Relationship Id="rId15" Type="http://schemas.openxmlformats.org/officeDocument/2006/relationships/image" Target="../media/image68.png"/><Relationship Id="rId23" Type="http://schemas.openxmlformats.org/officeDocument/2006/relationships/image" Target="../media/image72.png"/><Relationship Id="rId28" Type="http://schemas.openxmlformats.org/officeDocument/2006/relationships/customXml" Target="../ink/ink24.xml"/><Relationship Id="rId36" Type="http://schemas.openxmlformats.org/officeDocument/2006/relationships/customXml" Target="../ink/ink28.xml"/><Relationship Id="rId49" Type="http://schemas.openxmlformats.org/officeDocument/2006/relationships/image" Target="../media/image85.png"/><Relationship Id="rId57" Type="http://schemas.openxmlformats.org/officeDocument/2006/relationships/image" Target="../media/image89.png"/><Relationship Id="rId10" Type="http://schemas.openxmlformats.org/officeDocument/2006/relationships/customXml" Target="../ink/ink15.xml"/><Relationship Id="rId31" Type="http://schemas.openxmlformats.org/officeDocument/2006/relationships/image" Target="../media/image76.png"/><Relationship Id="rId44" Type="http://schemas.openxmlformats.org/officeDocument/2006/relationships/customXml" Target="../ink/ink32.xml"/><Relationship Id="rId52" Type="http://schemas.openxmlformats.org/officeDocument/2006/relationships/customXml" Target="../ink/ink36.xml"/><Relationship Id="rId60" Type="http://schemas.openxmlformats.org/officeDocument/2006/relationships/customXml" Target="../ink/ink40.xml"/><Relationship Id="rId65" Type="http://schemas.openxmlformats.org/officeDocument/2006/relationships/image" Target="../media/image93.png"/><Relationship Id="rId73" Type="http://schemas.openxmlformats.org/officeDocument/2006/relationships/image" Target="../media/image97.png"/><Relationship Id="rId4" Type="http://schemas.openxmlformats.org/officeDocument/2006/relationships/image" Target="../media/image610.png"/><Relationship Id="rId9" Type="http://schemas.openxmlformats.org/officeDocument/2006/relationships/image" Target="../media/image660.png"/><Relationship Id="rId13" Type="http://schemas.openxmlformats.org/officeDocument/2006/relationships/image" Target="../media/image67.png"/><Relationship Id="rId18" Type="http://schemas.openxmlformats.org/officeDocument/2006/relationships/customXml" Target="../ink/ink19.xml"/><Relationship Id="rId39" Type="http://schemas.openxmlformats.org/officeDocument/2006/relationships/image" Target="../media/image80.png"/><Relationship Id="rId34" Type="http://schemas.openxmlformats.org/officeDocument/2006/relationships/customXml" Target="../ink/ink27.xml"/><Relationship Id="rId50" Type="http://schemas.openxmlformats.org/officeDocument/2006/relationships/customXml" Target="../ink/ink35.xml"/><Relationship Id="rId55" Type="http://schemas.openxmlformats.org/officeDocument/2006/relationships/image" Target="../media/image88.png"/><Relationship Id="rId7" Type="http://schemas.openxmlformats.org/officeDocument/2006/relationships/image" Target="../media/image640.png"/><Relationship Id="rId71" Type="http://schemas.openxmlformats.org/officeDocument/2006/relationships/image" Target="../media/image96.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102.png"/><Relationship Id="rId3" Type="http://schemas.openxmlformats.org/officeDocument/2006/relationships/image" Target="../media/image98.png"/><Relationship Id="rId7" Type="http://schemas.openxmlformats.org/officeDocument/2006/relationships/image" Target="../media/image101.wmf"/><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oleObject" Target="../embeddings/oleObject26.bin"/><Relationship Id="rId5" Type="http://schemas.openxmlformats.org/officeDocument/2006/relationships/image" Target="../media/image100.png"/><Relationship Id="rId4" Type="http://schemas.openxmlformats.org/officeDocument/2006/relationships/image" Target="../media/image99.png"/></Relationships>
</file>

<file path=ppt/slides/_rels/slide26.xml.rels><?xml version="1.0" encoding="UTF-8" standalone="yes"?>
<Relationships xmlns="http://schemas.openxmlformats.org/package/2006/relationships"><Relationship Id="rId8" Type="http://schemas.openxmlformats.org/officeDocument/2006/relationships/image" Target="../media/image700.png"/><Relationship Id="rId3" Type="http://schemas.openxmlformats.org/officeDocument/2006/relationships/image" Target="../media/image103.wmf"/><Relationship Id="rId2" Type="http://schemas.openxmlformats.org/officeDocument/2006/relationships/oleObject" Target="../embeddings/oleObject27.bin"/><Relationship Id="rId1" Type="http://schemas.openxmlformats.org/officeDocument/2006/relationships/slideLayout" Target="../slideLayouts/slideLayout2.xml"/><Relationship Id="rId6" Type="http://schemas.openxmlformats.org/officeDocument/2006/relationships/customXml" Target="../ink/ink47.xml"/><Relationship Id="rId5" Type="http://schemas.openxmlformats.org/officeDocument/2006/relationships/image" Target="../media/image104.wmf"/><Relationship Id="rId4" Type="http://schemas.openxmlformats.org/officeDocument/2006/relationships/oleObject" Target="../embeddings/oleObject28.bin"/></Relationships>
</file>

<file path=ppt/slides/_rels/slide27.xml.rels><?xml version="1.0" encoding="UTF-8" standalone="yes"?>
<Relationships xmlns="http://schemas.openxmlformats.org/package/2006/relationships"><Relationship Id="rId8" Type="http://schemas.openxmlformats.org/officeDocument/2006/relationships/image" Target="../media/image730.png"/><Relationship Id="rId13" Type="http://schemas.openxmlformats.org/officeDocument/2006/relationships/customXml" Target="../ink/ink51.xml"/><Relationship Id="rId18" Type="http://schemas.openxmlformats.org/officeDocument/2006/relationships/image" Target="../media/image108.png"/><Relationship Id="rId26" Type="http://schemas.openxmlformats.org/officeDocument/2006/relationships/image" Target="../media/image112.png"/><Relationship Id="rId3" Type="http://schemas.openxmlformats.org/officeDocument/2006/relationships/image" Target="../media/image105.wmf"/><Relationship Id="rId21" Type="http://schemas.openxmlformats.org/officeDocument/2006/relationships/customXml" Target="../ink/ink55.xml"/><Relationship Id="rId12" Type="http://schemas.openxmlformats.org/officeDocument/2006/relationships/image" Target="../media/image750.png"/><Relationship Id="rId17" Type="http://schemas.openxmlformats.org/officeDocument/2006/relationships/customXml" Target="../ink/ink53.xml"/><Relationship Id="rId25" Type="http://schemas.openxmlformats.org/officeDocument/2006/relationships/customXml" Target="../ink/ink57.xml"/><Relationship Id="rId2" Type="http://schemas.openxmlformats.org/officeDocument/2006/relationships/oleObject" Target="../embeddings/oleObject29.bin"/><Relationship Id="rId16" Type="http://schemas.openxmlformats.org/officeDocument/2006/relationships/image" Target="../media/image107.png"/><Relationship Id="rId20" Type="http://schemas.openxmlformats.org/officeDocument/2006/relationships/image" Target="../media/image109.png"/><Relationship Id="rId1" Type="http://schemas.openxmlformats.org/officeDocument/2006/relationships/slideLayout" Target="../slideLayouts/slideLayout2.xml"/><Relationship Id="rId6" Type="http://schemas.openxmlformats.org/officeDocument/2006/relationships/customXml" Target="../ink/ink48.xml"/><Relationship Id="rId11" Type="http://schemas.openxmlformats.org/officeDocument/2006/relationships/customXml" Target="../ink/ink50.xml"/><Relationship Id="rId24" Type="http://schemas.openxmlformats.org/officeDocument/2006/relationships/image" Target="../media/image111.png"/><Relationship Id="rId5" Type="http://schemas.openxmlformats.org/officeDocument/2006/relationships/image" Target="../media/image106.wmf"/><Relationship Id="rId15" Type="http://schemas.openxmlformats.org/officeDocument/2006/relationships/customXml" Target="../ink/ink52.xml"/><Relationship Id="rId23" Type="http://schemas.openxmlformats.org/officeDocument/2006/relationships/customXml" Target="../ink/ink56.xml"/><Relationship Id="rId10" Type="http://schemas.openxmlformats.org/officeDocument/2006/relationships/image" Target="../media/image740.png"/><Relationship Id="rId19" Type="http://schemas.openxmlformats.org/officeDocument/2006/relationships/customXml" Target="../ink/ink54.xml"/><Relationship Id="rId4" Type="http://schemas.openxmlformats.org/officeDocument/2006/relationships/oleObject" Target="../embeddings/oleObject30.bin"/><Relationship Id="rId9" Type="http://schemas.openxmlformats.org/officeDocument/2006/relationships/customXml" Target="../ink/ink49.xml"/><Relationship Id="rId14" Type="http://schemas.openxmlformats.org/officeDocument/2006/relationships/image" Target="../media/image760.png"/><Relationship Id="rId22" Type="http://schemas.openxmlformats.org/officeDocument/2006/relationships/image" Target="../media/image110.png"/></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33.bin"/><Relationship Id="rId3" Type="http://schemas.openxmlformats.org/officeDocument/2006/relationships/image" Target="../media/image107.jpeg"/><Relationship Id="rId7" Type="http://schemas.openxmlformats.org/officeDocument/2006/relationships/image" Target="../media/image109.wmf"/><Relationship Id="rId12" Type="http://schemas.openxmlformats.org/officeDocument/2006/relationships/customXml" Target="../ink/ink58.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oleObject" Target="../embeddings/oleObject32.bin"/><Relationship Id="rId11" Type="http://schemas.openxmlformats.org/officeDocument/2006/relationships/image" Target="../media/image111.wmf"/><Relationship Id="rId5" Type="http://schemas.openxmlformats.org/officeDocument/2006/relationships/image" Target="../media/image108.wmf"/><Relationship Id="rId10" Type="http://schemas.openxmlformats.org/officeDocument/2006/relationships/oleObject" Target="../embeddings/oleObject34.bin"/><Relationship Id="rId4" Type="http://schemas.openxmlformats.org/officeDocument/2006/relationships/oleObject" Target="../embeddings/oleObject31.bin"/><Relationship Id="rId9" Type="http://schemas.openxmlformats.org/officeDocument/2006/relationships/image" Target="../media/image110.wmf"/><Relationship Id="rId14" Type="http://schemas.openxmlformats.org/officeDocument/2006/relationships/image" Target="../media/image118.png"/></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10.wmf"/><Relationship Id="rId5" Type="http://schemas.openxmlformats.org/officeDocument/2006/relationships/oleObject" Target="../embeddings/oleObject36.bin"/><Relationship Id="rId4" Type="http://schemas.openxmlformats.org/officeDocument/2006/relationships/image" Target="../media/image112.wmf"/></Relationships>
</file>

<file path=ppt/slides/_rels/slide30.xml.rels><?xml version="1.0" encoding="UTF-8" standalone="yes"?>
<Relationships xmlns="http://schemas.openxmlformats.org/package/2006/relationships"><Relationship Id="rId13" Type="http://schemas.openxmlformats.org/officeDocument/2006/relationships/image" Target="../media/image123.png"/><Relationship Id="rId18" Type="http://schemas.openxmlformats.org/officeDocument/2006/relationships/customXml" Target="../ink/ink64.xml"/><Relationship Id="rId26" Type="http://schemas.openxmlformats.org/officeDocument/2006/relationships/customXml" Target="../ink/ink68.xml"/><Relationship Id="rId3" Type="http://schemas.openxmlformats.org/officeDocument/2006/relationships/oleObject" Target="../embeddings/oleObject37.bin"/><Relationship Id="rId21" Type="http://schemas.openxmlformats.org/officeDocument/2006/relationships/image" Target="../media/image127.png"/><Relationship Id="rId34" Type="http://schemas.openxmlformats.org/officeDocument/2006/relationships/customXml" Target="../ink/ink72.xml"/><Relationship Id="rId7" Type="http://schemas.openxmlformats.org/officeDocument/2006/relationships/customXml" Target="../ink/ink59.xml"/><Relationship Id="rId12" Type="http://schemas.openxmlformats.org/officeDocument/2006/relationships/customXml" Target="../ink/ink61.xml"/><Relationship Id="rId17" Type="http://schemas.openxmlformats.org/officeDocument/2006/relationships/image" Target="../media/image125.png"/><Relationship Id="rId25" Type="http://schemas.openxmlformats.org/officeDocument/2006/relationships/image" Target="../media/image129.png"/><Relationship Id="rId33" Type="http://schemas.openxmlformats.org/officeDocument/2006/relationships/image" Target="../media/image133.png"/><Relationship Id="rId2" Type="http://schemas.openxmlformats.org/officeDocument/2006/relationships/notesSlide" Target="../notesSlides/notesSlide15.xml"/><Relationship Id="rId16" Type="http://schemas.openxmlformats.org/officeDocument/2006/relationships/customXml" Target="../ink/ink63.xml"/><Relationship Id="rId20" Type="http://schemas.openxmlformats.org/officeDocument/2006/relationships/customXml" Target="../ink/ink65.xml"/><Relationship Id="rId29" Type="http://schemas.openxmlformats.org/officeDocument/2006/relationships/image" Target="../media/image131.png"/><Relationship Id="rId1" Type="http://schemas.openxmlformats.org/officeDocument/2006/relationships/slideLayout" Target="../slideLayouts/slideLayout2.xml"/><Relationship Id="rId6" Type="http://schemas.openxmlformats.org/officeDocument/2006/relationships/image" Target="../media/image110.wmf"/><Relationship Id="rId11" Type="http://schemas.openxmlformats.org/officeDocument/2006/relationships/image" Target="../media/image122.png"/><Relationship Id="rId24" Type="http://schemas.openxmlformats.org/officeDocument/2006/relationships/customXml" Target="../ink/ink67.xml"/><Relationship Id="rId32" Type="http://schemas.openxmlformats.org/officeDocument/2006/relationships/customXml" Target="../ink/ink71.xml"/><Relationship Id="rId5" Type="http://schemas.openxmlformats.org/officeDocument/2006/relationships/oleObject" Target="../embeddings/oleObject38.bin"/><Relationship Id="rId15" Type="http://schemas.openxmlformats.org/officeDocument/2006/relationships/image" Target="../media/image124.png"/><Relationship Id="rId23" Type="http://schemas.openxmlformats.org/officeDocument/2006/relationships/image" Target="../media/image128.png"/><Relationship Id="rId28" Type="http://schemas.openxmlformats.org/officeDocument/2006/relationships/customXml" Target="../ink/ink69.xml"/><Relationship Id="rId36" Type="http://schemas.openxmlformats.org/officeDocument/2006/relationships/image" Target="../media/image114.png"/><Relationship Id="rId10" Type="http://schemas.openxmlformats.org/officeDocument/2006/relationships/customXml" Target="../ink/ink60.xml"/><Relationship Id="rId19" Type="http://schemas.openxmlformats.org/officeDocument/2006/relationships/image" Target="../media/image126.png"/><Relationship Id="rId31" Type="http://schemas.openxmlformats.org/officeDocument/2006/relationships/image" Target="../media/image132.png"/><Relationship Id="rId4" Type="http://schemas.openxmlformats.org/officeDocument/2006/relationships/image" Target="../media/image113.wmf"/><Relationship Id="rId9" Type="http://schemas.openxmlformats.org/officeDocument/2006/relationships/image" Target="../media/image121.png"/><Relationship Id="rId14" Type="http://schemas.openxmlformats.org/officeDocument/2006/relationships/customXml" Target="../ink/ink62.xml"/><Relationship Id="rId22" Type="http://schemas.openxmlformats.org/officeDocument/2006/relationships/customXml" Target="../ink/ink66.xml"/><Relationship Id="rId27" Type="http://schemas.openxmlformats.org/officeDocument/2006/relationships/image" Target="../media/image130.png"/><Relationship Id="rId30" Type="http://schemas.openxmlformats.org/officeDocument/2006/relationships/customXml" Target="../ink/ink70.xml"/><Relationship Id="rId35" Type="http://schemas.openxmlformats.org/officeDocument/2006/relationships/image" Target="../media/image134.png"/></Relationships>
</file>

<file path=ppt/slides/_rels/slide31.xml.rels><?xml version="1.0" encoding="UTF-8" standalone="yes"?>
<Relationships xmlns="http://schemas.openxmlformats.org/package/2006/relationships"><Relationship Id="rId3" Type="http://schemas.openxmlformats.org/officeDocument/2006/relationships/image" Target="../media/image115.jpeg"/><Relationship Id="rId7" Type="http://schemas.openxmlformats.org/officeDocument/2006/relationships/image" Target="../media/image117.wmf"/><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oleObject" Target="../embeddings/oleObject40.bin"/><Relationship Id="rId5" Type="http://schemas.openxmlformats.org/officeDocument/2006/relationships/image" Target="../media/image116.wmf"/><Relationship Id="rId4" Type="http://schemas.openxmlformats.org/officeDocument/2006/relationships/oleObject" Target="../embeddings/oleObject39.bin"/></Relationships>
</file>

<file path=ppt/slides/_rels/slide32.xml.rels><?xml version="1.0" encoding="UTF-8" standalone="yes"?>
<Relationships xmlns="http://schemas.openxmlformats.org/package/2006/relationships"><Relationship Id="rId8" Type="http://schemas.openxmlformats.org/officeDocument/2006/relationships/image" Target="../media/image120.wmf"/><Relationship Id="rId3" Type="http://schemas.openxmlformats.org/officeDocument/2006/relationships/oleObject" Target="../embeddings/oleObject41.bin"/><Relationship Id="rId7" Type="http://schemas.openxmlformats.org/officeDocument/2006/relationships/oleObject" Target="../embeddings/oleObject43.bin"/><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19.wmf"/><Relationship Id="rId5" Type="http://schemas.openxmlformats.org/officeDocument/2006/relationships/oleObject" Target="../embeddings/oleObject42.bin"/><Relationship Id="rId4" Type="http://schemas.openxmlformats.org/officeDocument/2006/relationships/image" Target="../media/image118.wmf"/><Relationship Id="rId9" Type="http://schemas.openxmlformats.org/officeDocument/2006/relationships/image" Target="../media/image115.jpeg"/></Relationships>
</file>

<file path=ppt/slides/_rels/slide33.xml.rels><?xml version="1.0" encoding="UTF-8" standalone="yes"?>
<Relationships xmlns="http://schemas.openxmlformats.org/package/2006/relationships"><Relationship Id="rId8" Type="http://schemas.openxmlformats.org/officeDocument/2006/relationships/image" Target="../media/image29.wmf"/><Relationship Id="rId3" Type="http://schemas.openxmlformats.org/officeDocument/2006/relationships/oleObject" Target="../embeddings/oleObject44.bin"/><Relationship Id="rId7" Type="http://schemas.openxmlformats.org/officeDocument/2006/relationships/oleObject" Target="../embeddings/oleObject46.bin"/><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20.wmf"/><Relationship Id="rId5" Type="http://schemas.openxmlformats.org/officeDocument/2006/relationships/oleObject" Target="../embeddings/oleObject45.bin"/><Relationship Id="rId4" Type="http://schemas.openxmlformats.org/officeDocument/2006/relationships/image" Target="../media/image121.wmf"/></Relationships>
</file>

<file path=ppt/slides/_rels/slide34.xml.rels><?xml version="1.0" encoding="UTF-8" standalone="yes"?>
<Relationships xmlns="http://schemas.openxmlformats.org/package/2006/relationships"><Relationship Id="rId8" Type="http://schemas.openxmlformats.org/officeDocument/2006/relationships/image" Target="../media/image124.wmf"/><Relationship Id="rId3" Type="http://schemas.openxmlformats.org/officeDocument/2006/relationships/oleObject" Target="../embeddings/oleObject47.bin"/><Relationship Id="rId7" Type="http://schemas.openxmlformats.org/officeDocument/2006/relationships/oleObject" Target="../embeddings/oleObject49.bin"/><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23.wmf"/><Relationship Id="rId5" Type="http://schemas.openxmlformats.org/officeDocument/2006/relationships/oleObject" Target="../embeddings/oleObject48.bin"/><Relationship Id="rId10" Type="http://schemas.openxmlformats.org/officeDocument/2006/relationships/image" Target="../media/image125.wmf"/><Relationship Id="rId4" Type="http://schemas.openxmlformats.org/officeDocument/2006/relationships/image" Target="../media/image122.wmf"/><Relationship Id="rId9" Type="http://schemas.openxmlformats.org/officeDocument/2006/relationships/oleObject" Target="../embeddings/oleObject50.bin"/></Relationships>
</file>

<file path=ppt/slides/_rels/slide35.xml.rels><?xml version="1.0" encoding="UTF-8" standalone="yes"?>
<Relationships xmlns="http://schemas.openxmlformats.org/package/2006/relationships"><Relationship Id="rId8" Type="http://schemas.openxmlformats.org/officeDocument/2006/relationships/image" Target="../media/image138.wmf"/><Relationship Id="rId13" Type="http://schemas.openxmlformats.org/officeDocument/2006/relationships/image" Target="../media/image141.png"/><Relationship Id="rId3" Type="http://schemas.openxmlformats.org/officeDocument/2006/relationships/oleObject" Target="../embeddings/oleObject51.bin"/><Relationship Id="rId7" Type="http://schemas.openxmlformats.org/officeDocument/2006/relationships/oleObject" Target="../embeddings/oleObject53.bin"/><Relationship Id="rId12" Type="http://schemas.openxmlformats.org/officeDocument/2006/relationships/image" Target="../media/image140.png"/><Relationship Id="rId2" Type="http://schemas.openxmlformats.org/officeDocument/2006/relationships/image" Target="../media/image135.png"/><Relationship Id="rId1" Type="http://schemas.openxmlformats.org/officeDocument/2006/relationships/slideLayout" Target="../slideLayouts/slideLayout2.xml"/><Relationship Id="rId6" Type="http://schemas.openxmlformats.org/officeDocument/2006/relationships/image" Target="../media/image137.wmf"/><Relationship Id="rId11" Type="http://schemas.openxmlformats.org/officeDocument/2006/relationships/image" Target="../media/image139.png"/><Relationship Id="rId5" Type="http://schemas.openxmlformats.org/officeDocument/2006/relationships/oleObject" Target="../embeddings/oleObject52.bin"/><Relationship Id="rId10" Type="http://schemas.openxmlformats.org/officeDocument/2006/relationships/image" Target="../media/image120.wmf"/><Relationship Id="rId4" Type="http://schemas.openxmlformats.org/officeDocument/2006/relationships/image" Target="../media/image136.wmf"/><Relationship Id="rId9" Type="http://schemas.openxmlformats.org/officeDocument/2006/relationships/oleObject" Target="../embeddings/oleObject54.bin"/><Relationship Id="rId14" Type="http://schemas.openxmlformats.org/officeDocument/2006/relationships/image" Target="../media/image142.png"/></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58.bin"/><Relationship Id="rId13" Type="http://schemas.openxmlformats.org/officeDocument/2006/relationships/image" Target="../media/image148.wmf"/><Relationship Id="rId18" Type="http://schemas.openxmlformats.org/officeDocument/2006/relationships/image" Target="../media/image161.png"/><Relationship Id="rId3" Type="http://schemas.openxmlformats.org/officeDocument/2006/relationships/image" Target="../media/image143.wmf"/><Relationship Id="rId21" Type="http://schemas.openxmlformats.org/officeDocument/2006/relationships/customXml" Target="../ink/ink76.xml"/><Relationship Id="rId7" Type="http://schemas.openxmlformats.org/officeDocument/2006/relationships/image" Target="../media/image145.wmf"/><Relationship Id="rId12" Type="http://schemas.openxmlformats.org/officeDocument/2006/relationships/oleObject" Target="../embeddings/oleObject60.bin"/><Relationship Id="rId17" Type="http://schemas.openxmlformats.org/officeDocument/2006/relationships/customXml" Target="../ink/ink74.xml"/><Relationship Id="rId2" Type="http://schemas.openxmlformats.org/officeDocument/2006/relationships/oleObject" Target="../embeddings/oleObject55.bin"/><Relationship Id="rId16" Type="http://schemas.openxmlformats.org/officeDocument/2006/relationships/image" Target="../media/image160.png"/><Relationship Id="rId20" Type="http://schemas.openxmlformats.org/officeDocument/2006/relationships/image" Target="../media/image162.png"/><Relationship Id="rId1" Type="http://schemas.openxmlformats.org/officeDocument/2006/relationships/slideLayout" Target="../slideLayouts/slideLayout2.xml"/><Relationship Id="rId6" Type="http://schemas.openxmlformats.org/officeDocument/2006/relationships/oleObject" Target="../embeddings/oleObject57.bin"/><Relationship Id="rId11" Type="http://schemas.openxmlformats.org/officeDocument/2006/relationships/image" Target="../media/image147.wmf"/><Relationship Id="rId5" Type="http://schemas.openxmlformats.org/officeDocument/2006/relationships/image" Target="../media/image144.wmf"/><Relationship Id="rId10" Type="http://schemas.openxmlformats.org/officeDocument/2006/relationships/oleObject" Target="../embeddings/oleObject59.bin"/><Relationship Id="rId19" Type="http://schemas.openxmlformats.org/officeDocument/2006/relationships/customXml" Target="../ink/ink75.xml"/><Relationship Id="rId4" Type="http://schemas.openxmlformats.org/officeDocument/2006/relationships/oleObject" Target="../embeddings/oleObject56.bin"/><Relationship Id="rId9" Type="http://schemas.openxmlformats.org/officeDocument/2006/relationships/image" Target="../media/image146.wmf"/><Relationship Id="rId14" Type="http://schemas.openxmlformats.org/officeDocument/2006/relationships/customXml" Target="../ink/ink73.xml"/><Relationship Id="rId22" Type="http://schemas.openxmlformats.org/officeDocument/2006/relationships/image" Target="../media/image163.png"/></Relationships>
</file>

<file path=ppt/slides/_rels/slide37.xml.rels><?xml version="1.0" encoding="UTF-8" standalone="yes"?>
<Relationships xmlns="http://schemas.openxmlformats.org/package/2006/relationships"><Relationship Id="rId8" Type="http://schemas.openxmlformats.org/officeDocument/2006/relationships/image" Target="../media/image151.png"/><Relationship Id="rId3" Type="http://schemas.openxmlformats.org/officeDocument/2006/relationships/oleObject" Target="../embeddings/oleObject61.bin"/><Relationship Id="rId7" Type="http://schemas.openxmlformats.org/officeDocument/2006/relationships/image" Target="../media/image121.wmf"/><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oleObject" Target="../embeddings/oleObject62.bin"/><Relationship Id="rId5" Type="http://schemas.openxmlformats.org/officeDocument/2006/relationships/image" Target="../media/image150.png"/><Relationship Id="rId4" Type="http://schemas.openxmlformats.org/officeDocument/2006/relationships/image" Target="../media/image149.wmf"/></Relationships>
</file>

<file path=ppt/slides/_rels/slide38.xml.rels><?xml version="1.0" encoding="UTF-8" standalone="yes"?>
<Relationships xmlns="http://schemas.openxmlformats.org/package/2006/relationships"><Relationship Id="rId8" Type="http://schemas.openxmlformats.org/officeDocument/2006/relationships/image" Target="../media/image155.wmf"/><Relationship Id="rId13" Type="http://schemas.openxmlformats.org/officeDocument/2006/relationships/customXml" Target="../ink/ink78.xml"/><Relationship Id="rId18" Type="http://schemas.openxmlformats.org/officeDocument/2006/relationships/image" Target="../media/image175.png"/><Relationship Id="rId3" Type="http://schemas.openxmlformats.org/officeDocument/2006/relationships/oleObject" Target="../embeddings/oleObject63.bin"/><Relationship Id="rId7" Type="http://schemas.openxmlformats.org/officeDocument/2006/relationships/oleObject" Target="../embeddings/oleObject65.bin"/><Relationship Id="rId12" Type="http://schemas.openxmlformats.org/officeDocument/2006/relationships/image" Target="../media/image172.png"/><Relationship Id="rId17" Type="http://schemas.openxmlformats.org/officeDocument/2006/relationships/customXml" Target="../ink/ink80.xml"/><Relationship Id="rId2" Type="http://schemas.openxmlformats.org/officeDocument/2006/relationships/image" Target="../media/image152.png"/><Relationship Id="rId16" Type="http://schemas.openxmlformats.org/officeDocument/2006/relationships/image" Target="../media/image174.png"/><Relationship Id="rId1" Type="http://schemas.openxmlformats.org/officeDocument/2006/relationships/slideLayout" Target="../slideLayouts/slideLayout2.xml"/><Relationship Id="rId6" Type="http://schemas.openxmlformats.org/officeDocument/2006/relationships/image" Target="../media/image154.wmf"/><Relationship Id="rId5" Type="http://schemas.openxmlformats.org/officeDocument/2006/relationships/oleObject" Target="../embeddings/oleObject64.bin"/><Relationship Id="rId15" Type="http://schemas.openxmlformats.org/officeDocument/2006/relationships/customXml" Target="../ink/ink79.xml"/><Relationship Id="rId10" Type="http://schemas.openxmlformats.org/officeDocument/2006/relationships/customXml" Target="../ink/ink77.xml"/><Relationship Id="rId4" Type="http://schemas.openxmlformats.org/officeDocument/2006/relationships/image" Target="../media/image153.wmf"/><Relationship Id="rId9" Type="http://schemas.openxmlformats.org/officeDocument/2006/relationships/image" Target="../media/image156.png"/><Relationship Id="rId14" Type="http://schemas.openxmlformats.org/officeDocument/2006/relationships/image" Target="../media/image173.png"/></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69.bin"/><Relationship Id="rId13" Type="http://schemas.openxmlformats.org/officeDocument/2006/relationships/image" Target="../media/image162.wmf"/><Relationship Id="rId18" Type="http://schemas.openxmlformats.org/officeDocument/2006/relationships/customXml" Target="../ink/ink82.xml"/><Relationship Id="rId3" Type="http://schemas.openxmlformats.org/officeDocument/2006/relationships/image" Target="../media/image157.wmf"/><Relationship Id="rId21" Type="http://schemas.openxmlformats.org/officeDocument/2006/relationships/image" Target="../media/image185.png"/><Relationship Id="rId7" Type="http://schemas.openxmlformats.org/officeDocument/2006/relationships/image" Target="../media/image159.wmf"/><Relationship Id="rId12" Type="http://schemas.openxmlformats.org/officeDocument/2006/relationships/oleObject" Target="../embeddings/oleObject71.bin"/><Relationship Id="rId17" Type="http://schemas.openxmlformats.org/officeDocument/2006/relationships/image" Target="../media/image183.png"/><Relationship Id="rId2" Type="http://schemas.openxmlformats.org/officeDocument/2006/relationships/oleObject" Target="../embeddings/oleObject66.bin"/><Relationship Id="rId20" Type="http://schemas.openxmlformats.org/officeDocument/2006/relationships/customXml" Target="../ink/ink83.xml"/><Relationship Id="rId1" Type="http://schemas.openxmlformats.org/officeDocument/2006/relationships/slideLayout" Target="../slideLayouts/slideLayout2.xml"/><Relationship Id="rId6" Type="http://schemas.openxmlformats.org/officeDocument/2006/relationships/oleObject" Target="../embeddings/oleObject68.bin"/><Relationship Id="rId11" Type="http://schemas.openxmlformats.org/officeDocument/2006/relationships/image" Target="../media/image161.wmf"/><Relationship Id="rId5" Type="http://schemas.openxmlformats.org/officeDocument/2006/relationships/image" Target="../media/image158.wmf"/><Relationship Id="rId15" Type="http://schemas.openxmlformats.org/officeDocument/2006/relationships/customXml" Target="../ink/ink81.xml"/><Relationship Id="rId23" Type="http://schemas.openxmlformats.org/officeDocument/2006/relationships/image" Target="../media/image186.png"/><Relationship Id="rId10" Type="http://schemas.openxmlformats.org/officeDocument/2006/relationships/oleObject" Target="../embeddings/oleObject70.bin"/><Relationship Id="rId19" Type="http://schemas.openxmlformats.org/officeDocument/2006/relationships/image" Target="../media/image184.png"/><Relationship Id="rId4" Type="http://schemas.openxmlformats.org/officeDocument/2006/relationships/oleObject" Target="../embeddings/oleObject67.bin"/><Relationship Id="rId9" Type="http://schemas.openxmlformats.org/officeDocument/2006/relationships/image" Target="../media/image160.wmf"/><Relationship Id="rId14" Type="http://schemas.openxmlformats.org/officeDocument/2006/relationships/image" Target="../media/image164.png"/><Relationship Id="rId22" Type="http://schemas.openxmlformats.org/officeDocument/2006/relationships/customXml" Target="../ink/ink84.xml"/></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75.bin"/><Relationship Id="rId13" Type="http://schemas.openxmlformats.org/officeDocument/2006/relationships/image" Target="../media/image169.wmf"/><Relationship Id="rId18" Type="http://schemas.openxmlformats.org/officeDocument/2006/relationships/image" Target="../media/image193.png"/><Relationship Id="rId3" Type="http://schemas.openxmlformats.org/officeDocument/2006/relationships/image" Target="../media/image165.wmf"/><Relationship Id="rId21" Type="http://schemas.openxmlformats.org/officeDocument/2006/relationships/customXml" Target="../ink/ink88.xml"/><Relationship Id="rId7" Type="http://schemas.openxmlformats.org/officeDocument/2006/relationships/image" Target="../media/image159.wmf"/><Relationship Id="rId12" Type="http://schemas.openxmlformats.org/officeDocument/2006/relationships/oleObject" Target="../embeddings/oleObject77.bin"/><Relationship Id="rId17" Type="http://schemas.openxmlformats.org/officeDocument/2006/relationships/customXml" Target="../ink/ink86.xml"/><Relationship Id="rId2" Type="http://schemas.openxmlformats.org/officeDocument/2006/relationships/oleObject" Target="../embeddings/oleObject72.bin"/><Relationship Id="rId16" Type="http://schemas.openxmlformats.org/officeDocument/2006/relationships/image" Target="../media/image192.png"/><Relationship Id="rId20" Type="http://schemas.openxmlformats.org/officeDocument/2006/relationships/image" Target="../media/image194.png"/><Relationship Id="rId1" Type="http://schemas.openxmlformats.org/officeDocument/2006/relationships/slideLayout" Target="../slideLayouts/slideLayout2.xml"/><Relationship Id="rId6" Type="http://schemas.openxmlformats.org/officeDocument/2006/relationships/oleObject" Target="../embeddings/oleObject74.bin"/><Relationship Id="rId11" Type="http://schemas.openxmlformats.org/officeDocument/2006/relationships/image" Target="../media/image168.wmf"/><Relationship Id="rId5" Type="http://schemas.openxmlformats.org/officeDocument/2006/relationships/image" Target="../media/image166.wmf"/><Relationship Id="rId10" Type="http://schemas.openxmlformats.org/officeDocument/2006/relationships/oleObject" Target="../embeddings/oleObject76.bin"/><Relationship Id="rId19" Type="http://schemas.openxmlformats.org/officeDocument/2006/relationships/customXml" Target="../ink/ink87.xml"/><Relationship Id="rId4" Type="http://schemas.openxmlformats.org/officeDocument/2006/relationships/oleObject" Target="../embeddings/oleObject73.bin"/><Relationship Id="rId9" Type="http://schemas.openxmlformats.org/officeDocument/2006/relationships/image" Target="../media/image167.wmf"/><Relationship Id="rId14" Type="http://schemas.openxmlformats.org/officeDocument/2006/relationships/customXml" Target="../ink/ink85.xml"/><Relationship Id="rId22" Type="http://schemas.openxmlformats.org/officeDocument/2006/relationships/image" Target="../media/image195.png"/></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81.bin"/><Relationship Id="rId3" Type="http://schemas.openxmlformats.org/officeDocument/2006/relationships/image" Target="../media/image170.wmf"/><Relationship Id="rId7" Type="http://schemas.openxmlformats.org/officeDocument/2006/relationships/image" Target="../media/image172.wmf"/><Relationship Id="rId2" Type="http://schemas.openxmlformats.org/officeDocument/2006/relationships/oleObject" Target="../embeddings/oleObject78.bin"/><Relationship Id="rId1" Type="http://schemas.openxmlformats.org/officeDocument/2006/relationships/slideLayout" Target="../slideLayouts/slideLayout2.xml"/><Relationship Id="rId6" Type="http://schemas.openxmlformats.org/officeDocument/2006/relationships/oleObject" Target="../embeddings/oleObject80.bin"/><Relationship Id="rId11" Type="http://schemas.openxmlformats.org/officeDocument/2006/relationships/image" Target="../media/image174.wmf"/><Relationship Id="rId5" Type="http://schemas.openxmlformats.org/officeDocument/2006/relationships/image" Target="../media/image171.wmf"/><Relationship Id="rId10" Type="http://schemas.openxmlformats.org/officeDocument/2006/relationships/oleObject" Target="../embeddings/oleObject82.bin"/><Relationship Id="rId4" Type="http://schemas.openxmlformats.org/officeDocument/2006/relationships/oleObject" Target="../embeddings/oleObject79.bin"/><Relationship Id="rId9" Type="http://schemas.openxmlformats.org/officeDocument/2006/relationships/image" Target="../media/image173.wmf"/></Relationships>
</file>

<file path=ppt/slides/_rels/slide42.xml.rels><?xml version="1.0" encoding="UTF-8" standalone="yes"?>
<Relationships xmlns="http://schemas.openxmlformats.org/package/2006/relationships"><Relationship Id="rId8" Type="http://schemas.openxmlformats.org/officeDocument/2006/relationships/image" Target="../media/image174.wmf"/><Relationship Id="rId3" Type="http://schemas.openxmlformats.org/officeDocument/2006/relationships/oleObject" Target="../embeddings/oleObject83.bin"/><Relationship Id="rId7" Type="http://schemas.openxmlformats.org/officeDocument/2006/relationships/oleObject" Target="../embeddings/oleObject85.bin"/><Relationship Id="rId2" Type="http://schemas.openxmlformats.org/officeDocument/2006/relationships/image" Target="../media/image176.png"/><Relationship Id="rId1" Type="http://schemas.openxmlformats.org/officeDocument/2006/relationships/slideLayout" Target="../slideLayouts/slideLayout2.xml"/><Relationship Id="rId6" Type="http://schemas.openxmlformats.org/officeDocument/2006/relationships/image" Target="../media/image168.wmf"/><Relationship Id="rId5" Type="http://schemas.openxmlformats.org/officeDocument/2006/relationships/oleObject" Target="../embeddings/oleObject84.bin"/><Relationship Id="rId4" Type="http://schemas.openxmlformats.org/officeDocument/2006/relationships/image" Target="../media/image162.wmf"/></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86.bin"/><Relationship Id="rId2" Type="http://schemas.openxmlformats.org/officeDocument/2006/relationships/image" Target="../media/image177.png"/><Relationship Id="rId1" Type="http://schemas.openxmlformats.org/officeDocument/2006/relationships/slideLayout" Target="../slideLayouts/slideLayout2.xml"/><Relationship Id="rId6" Type="http://schemas.openxmlformats.org/officeDocument/2006/relationships/image" Target="../media/image179.wmf"/><Relationship Id="rId5" Type="http://schemas.openxmlformats.org/officeDocument/2006/relationships/oleObject" Target="../embeddings/oleObject87.bin"/><Relationship Id="rId4" Type="http://schemas.openxmlformats.org/officeDocument/2006/relationships/image" Target="../media/image178.wmf"/></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91.bin"/><Relationship Id="rId3" Type="http://schemas.openxmlformats.org/officeDocument/2006/relationships/image" Target="../media/image180.wmf"/><Relationship Id="rId7" Type="http://schemas.openxmlformats.org/officeDocument/2006/relationships/image" Target="../media/image182.wmf"/><Relationship Id="rId2" Type="http://schemas.openxmlformats.org/officeDocument/2006/relationships/oleObject" Target="../embeddings/oleObject88.bin"/><Relationship Id="rId1" Type="http://schemas.openxmlformats.org/officeDocument/2006/relationships/slideLayout" Target="../slideLayouts/slideLayout2.xml"/><Relationship Id="rId6" Type="http://schemas.openxmlformats.org/officeDocument/2006/relationships/oleObject" Target="../embeddings/oleObject90.bin"/><Relationship Id="rId5" Type="http://schemas.openxmlformats.org/officeDocument/2006/relationships/image" Target="../media/image181.wmf"/><Relationship Id="rId4" Type="http://schemas.openxmlformats.org/officeDocument/2006/relationships/oleObject" Target="../embeddings/oleObject89.bin"/><Relationship Id="rId9" Type="http://schemas.openxmlformats.org/officeDocument/2006/relationships/image" Target="../media/image183.wmf"/></Relationships>
</file>

<file path=ppt/slides/_rels/slide45.xml.rels><?xml version="1.0" encoding="UTF-8" standalone="yes"?>
<Relationships xmlns="http://schemas.openxmlformats.org/package/2006/relationships"><Relationship Id="rId8" Type="http://schemas.openxmlformats.org/officeDocument/2006/relationships/customXml" Target="../ink/ink89.xml"/><Relationship Id="rId3" Type="http://schemas.openxmlformats.org/officeDocument/2006/relationships/image" Target="../media/image184.wmf"/><Relationship Id="rId7" Type="http://schemas.openxmlformats.org/officeDocument/2006/relationships/image" Target="../media/image186.wmf"/><Relationship Id="rId12" Type="http://schemas.openxmlformats.org/officeDocument/2006/relationships/image" Target="../media/image213.png"/><Relationship Id="rId2" Type="http://schemas.openxmlformats.org/officeDocument/2006/relationships/oleObject" Target="../embeddings/oleObject92.bin"/><Relationship Id="rId1" Type="http://schemas.openxmlformats.org/officeDocument/2006/relationships/slideLayout" Target="../slideLayouts/slideLayout2.xml"/><Relationship Id="rId6" Type="http://schemas.openxmlformats.org/officeDocument/2006/relationships/oleObject" Target="../embeddings/oleObject94.bin"/><Relationship Id="rId11" Type="http://schemas.openxmlformats.org/officeDocument/2006/relationships/customXml" Target="../ink/ink90.xml"/><Relationship Id="rId5" Type="http://schemas.openxmlformats.org/officeDocument/2006/relationships/image" Target="../media/image185.wmf"/><Relationship Id="rId10" Type="http://schemas.openxmlformats.org/officeDocument/2006/relationships/image" Target="../media/image212.png"/><Relationship Id="rId4" Type="http://schemas.openxmlformats.org/officeDocument/2006/relationships/oleObject" Target="../embeddings/oleObject93.bin"/></Relationships>
</file>

<file path=ppt/slides/_rels/slide46.xml.rels><?xml version="1.0" encoding="UTF-8" standalone="yes"?>
<Relationships xmlns="http://schemas.openxmlformats.org/package/2006/relationships"><Relationship Id="rId8" Type="http://schemas.openxmlformats.org/officeDocument/2006/relationships/image" Target="../media/image189.wmf"/><Relationship Id="rId3" Type="http://schemas.openxmlformats.org/officeDocument/2006/relationships/oleObject" Target="../embeddings/oleObject95.bin"/><Relationship Id="rId7" Type="http://schemas.openxmlformats.org/officeDocument/2006/relationships/oleObject" Target="../embeddings/oleObject97.bin"/><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88.wmf"/><Relationship Id="rId5" Type="http://schemas.openxmlformats.org/officeDocument/2006/relationships/oleObject" Target="../embeddings/oleObject96.bin"/><Relationship Id="rId4" Type="http://schemas.openxmlformats.org/officeDocument/2006/relationships/image" Target="../media/image187.wmf"/></Relationships>
</file>

<file path=ppt/slides/_rels/slide47.xml.rels><?xml version="1.0" encoding="UTF-8" standalone="yes"?>
<Relationships xmlns="http://schemas.openxmlformats.org/package/2006/relationships"><Relationship Id="rId13" Type="http://schemas.openxmlformats.org/officeDocument/2006/relationships/image" Target="../media/image196.png"/><Relationship Id="rId18" Type="http://schemas.openxmlformats.org/officeDocument/2006/relationships/image" Target="../media/image198.png"/><Relationship Id="rId26" Type="http://schemas.openxmlformats.org/officeDocument/2006/relationships/image" Target="../media/image202.png"/><Relationship Id="rId39" Type="http://schemas.openxmlformats.org/officeDocument/2006/relationships/customXml" Target="../ink/ink103.xml"/><Relationship Id="rId21" Type="http://schemas.openxmlformats.org/officeDocument/2006/relationships/customXml" Target="../ink/ink94.xml"/><Relationship Id="rId34" Type="http://schemas.openxmlformats.org/officeDocument/2006/relationships/image" Target="../media/image206.png"/><Relationship Id="rId42" Type="http://schemas.openxmlformats.org/officeDocument/2006/relationships/image" Target="../media/image210.png"/><Relationship Id="rId47" Type="http://schemas.openxmlformats.org/officeDocument/2006/relationships/customXml" Target="../ink/ink107.xml"/><Relationship Id="rId50" Type="http://schemas.openxmlformats.org/officeDocument/2006/relationships/image" Target="../media/image216.png"/><Relationship Id="rId55" Type="http://schemas.openxmlformats.org/officeDocument/2006/relationships/customXml" Target="../ink/ink111.xml"/><Relationship Id="rId7" Type="http://schemas.openxmlformats.org/officeDocument/2006/relationships/oleObject" Target="../embeddings/oleObject100.bin"/><Relationship Id="rId2" Type="http://schemas.openxmlformats.org/officeDocument/2006/relationships/image" Target="../media/image190.png"/><Relationship Id="rId16" Type="http://schemas.openxmlformats.org/officeDocument/2006/relationships/image" Target="../media/image1971.png"/><Relationship Id="rId29" Type="http://schemas.openxmlformats.org/officeDocument/2006/relationships/customXml" Target="../ink/ink98.xml"/><Relationship Id="rId11" Type="http://schemas.openxmlformats.org/officeDocument/2006/relationships/oleObject" Target="../embeddings/oleObject102.bin"/><Relationship Id="rId24" Type="http://schemas.openxmlformats.org/officeDocument/2006/relationships/image" Target="../media/image201.png"/><Relationship Id="rId32" Type="http://schemas.openxmlformats.org/officeDocument/2006/relationships/image" Target="../media/image205.png"/><Relationship Id="rId37" Type="http://schemas.openxmlformats.org/officeDocument/2006/relationships/customXml" Target="../ink/ink102.xml"/><Relationship Id="rId40" Type="http://schemas.openxmlformats.org/officeDocument/2006/relationships/image" Target="../media/image209.png"/><Relationship Id="rId45" Type="http://schemas.openxmlformats.org/officeDocument/2006/relationships/customXml" Target="../ink/ink106.xml"/><Relationship Id="rId53" Type="http://schemas.openxmlformats.org/officeDocument/2006/relationships/customXml" Target="../ink/ink110.xml"/><Relationship Id="rId58" Type="http://schemas.openxmlformats.org/officeDocument/2006/relationships/image" Target="../media/image220.png"/><Relationship Id="rId5" Type="http://schemas.openxmlformats.org/officeDocument/2006/relationships/oleObject" Target="../embeddings/oleObject99.bin"/><Relationship Id="rId61" Type="http://schemas.openxmlformats.org/officeDocument/2006/relationships/customXml" Target="../ink/ink114.xml"/><Relationship Id="rId19" Type="http://schemas.openxmlformats.org/officeDocument/2006/relationships/customXml" Target="../ink/ink93.xml"/><Relationship Id="rId14" Type="http://schemas.openxmlformats.org/officeDocument/2006/relationships/customXml" Target="../ink/ink91.xml"/><Relationship Id="rId22" Type="http://schemas.openxmlformats.org/officeDocument/2006/relationships/image" Target="../media/image200.png"/><Relationship Id="rId27" Type="http://schemas.openxmlformats.org/officeDocument/2006/relationships/customXml" Target="../ink/ink97.xml"/><Relationship Id="rId30" Type="http://schemas.openxmlformats.org/officeDocument/2006/relationships/image" Target="../media/image204.png"/><Relationship Id="rId35" Type="http://schemas.openxmlformats.org/officeDocument/2006/relationships/customXml" Target="../ink/ink101.xml"/><Relationship Id="rId43" Type="http://schemas.openxmlformats.org/officeDocument/2006/relationships/customXml" Target="../ink/ink105.xml"/><Relationship Id="rId48" Type="http://schemas.openxmlformats.org/officeDocument/2006/relationships/image" Target="../media/image215.png"/><Relationship Id="rId56" Type="http://schemas.openxmlformats.org/officeDocument/2006/relationships/image" Target="../media/image219.png"/><Relationship Id="rId8" Type="http://schemas.openxmlformats.org/officeDocument/2006/relationships/image" Target="../media/image193.wmf"/><Relationship Id="rId51" Type="http://schemas.openxmlformats.org/officeDocument/2006/relationships/customXml" Target="../ink/ink109.xml"/><Relationship Id="rId3" Type="http://schemas.openxmlformats.org/officeDocument/2006/relationships/oleObject" Target="../embeddings/oleObject98.bin"/><Relationship Id="rId12" Type="http://schemas.openxmlformats.org/officeDocument/2006/relationships/image" Target="../media/image195.wmf"/><Relationship Id="rId17" Type="http://schemas.openxmlformats.org/officeDocument/2006/relationships/customXml" Target="../ink/ink92.xml"/><Relationship Id="rId25" Type="http://schemas.openxmlformats.org/officeDocument/2006/relationships/customXml" Target="../ink/ink96.xml"/><Relationship Id="rId33" Type="http://schemas.openxmlformats.org/officeDocument/2006/relationships/customXml" Target="../ink/ink100.xml"/><Relationship Id="rId38" Type="http://schemas.openxmlformats.org/officeDocument/2006/relationships/image" Target="../media/image208.png"/><Relationship Id="rId46" Type="http://schemas.openxmlformats.org/officeDocument/2006/relationships/image" Target="../media/image214.png"/><Relationship Id="rId59" Type="http://schemas.openxmlformats.org/officeDocument/2006/relationships/customXml" Target="../ink/ink113.xml"/><Relationship Id="rId20" Type="http://schemas.openxmlformats.org/officeDocument/2006/relationships/image" Target="../media/image199.png"/><Relationship Id="rId41" Type="http://schemas.openxmlformats.org/officeDocument/2006/relationships/customXml" Target="../ink/ink104.xml"/><Relationship Id="rId54" Type="http://schemas.openxmlformats.org/officeDocument/2006/relationships/image" Target="../media/image218.png"/><Relationship Id="rId62" Type="http://schemas.openxmlformats.org/officeDocument/2006/relationships/image" Target="../media/image222.png"/><Relationship Id="rId1" Type="http://schemas.openxmlformats.org/officeDocument/2006/relationships/slideLayout" Target="../slideLayouts/slideLayout2.xml"/><Relationship Id="rId6" Type="http://schemas.openxmlformats.org/officeDocument/2006/relationships/image" Target="../media/image192.wmf"/><Relationship Id="rId23" Type="http://schemas.openxmlformats.org/officeDocument/2006/relationships/customXml" Target="../ink/ink95.xml"/><Relationship Id="rId28" Type="http://schemas.openxmlformats.org/officeDocument/2006/relationships/image" Target="../media/image203.png"/><Relationship Id="rId36" Type="http://schemas.openxmlformats.org/officeDocument/2006/relationships/image" Target="../media/image207.png"/><Relationship Id="rId49" Type="http://schemas.openxmlformats.org/officeDocument/2006/relationships/customXml" Target="../ink/ink108.xml"/><Relationship Id="rId57" Type="http://schemas.openxmlformats.org/officeDocument/2006/relationships/customXml" Target="../ink/ink112.xml"/><Relationship Id="rId10" Type="http://schemas.openxmlformats.org/officeDocument/2006/relationships/image" Target="../media/image194.wmf"/><Relationship Id="rId31" Type="http://schemas.openxmlformats.org/officeDocument/2006/relationships/customXml" Target="../ink/ink99.xml"/><Relationship Id="rId44" Type="http://schemas.openxmlformats.org/officeDocument/2006/relationships/image" Target="../media/image211.png"/><Relationship Id="rId52" Type="http://schemas.openxmlformats.org/officeDocument/2006/relationships/image" Target="../media/image217.png"/><Relationship Id="rId60" Type="http://schemas.openxmlformats.org/officeDocument/2006/relationships/image" Target="../media/image221.png"/><Relationship Id="rId4" Type="http://schemas.openxmlformats.org/officeDocument/2006/relationships/image" Target="../media/image191.wmf"/><Relationship Id="rId9" Type="http://schemas.openxmlformats.org/officeDocument/2006/relationships/oleObject" Target="../embeddings/oleObject101.bin"/></Relationships>
</file>

<file path=ppt/slides/_rels/slide48.xml.rels><?xml version="1.0" encoding="UTF-8" standalone="yes"?>
<Relationships xmlns="http://schemas.openxmlformats.org/package/2006/relationships"><Relationship Id="rId3" Type="http://schemas.openxmlformats.org/officeDocument/2006/relationships/image" Target="../media/image223.png"/><Relationship Id="rId2" Type="http://schemas.openxmlformats.org/officeDocument/2006/relationships/image" Target="../media/image197.png"/><Relationship Id="rId1" Type="http://schemas.openxmlformats.org/officeDocument/2006/relationships/slideLayout" Target="../slideLayouts/slideLayout2.xml"/><Relationship Id="rId4" Type="http://schemas.openxmlformats.org/officeDocument/2006/relationships/image" Target="../media/image224.png"/></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105.bin"/><Relationship Id="rId13" Type="http://schemas.openxmlformats.org/officeDocument/2006/relationships/image" Target="../media/image229.wmf"/><Relationship Id="rId3" Type="http://schemas.openxmlformats.org/officeDocument/2006/relationships/image" Target="../media/image227.png"/><Relationship Id="rId7" Type="http://schemas.openxmlformats.org/officeDocument/2006/relationships/image" Target="../media/image226.wmf"/><Relationship Id="rId12" Type="http://schemas.openxmlformats.org/officeDocument/2006/relationships/oleObject" Target="../embeddings/oleObject107.bin"/><Relationship Id="rId1" Type="http://schemas.openxmlformats.org/officeDocument/2006/relationships/slideLayout" Target="../slideLayouts/slideLayout2.xml"/><Relationship Id="rId6" Type="http://schemas.openxmlformats.org/officeDocument/2006/relationships/oleObject" Target="../embeddings/oleObject104.bin"/><Relationship Id="rId11" Type="http://schemas.openxmlformats.org/officeDocument/2006/relationships/image" Target="../media/image228.wmf"/><Relationship Id="rId5" Type="http://schemas.openxmlformats.org/officeDocument/2006/relationships/image" Target="../media/image225.wmf"/><Relationship Id="rId10" Type="http://schemas.openxmlformats.org/officeDocument/2006/relationships/oleObject" Target="../embeddings/oleObject106.bin"/><Relationship Id="rId4" Type="http://schemas.openxmlformats.org/officeDocument/2006/relationships/oleObject" Target="../embeddings/oleObject103.bin"/><Relationship Id="rId9" Type="http://schemas.openxmlformats.org/officeDocument/2006/relationships/image" Target="../media/image227.wmf"/><Relationship Id="rId14" Type="http://schemas.openxmlformats.org/officeDocument/2006/relationships/image" Target="../media/image230.png"/></Relationships>
</file>

<file path=ppt/slides/_rels/slide50.xml.rels><?xml version="1.0" encoding="UTF-8" standalone="yes"?>
<Relationships xmlns="http://schemas.openxmlformats.org/package/2006/relationships"><Relationship Id="rId8" Type="http://schemas.openxmlformats.org/officeDocument/2006/relationships/image" Target="../media/image190.png"/><Relationship Id="rId3" Type="http://schemas.openxmlformats.org/officeDocument/2006/relationships/image" Target="../media/image231.wmf"/><Relationship Id="rId7" Type="http://schemas.openxmlformats.org/officeDocument/2006/relationships/image" Target="../media/image233.wmf"/><Relationship Id="rId2" Type="http://schemas.openxmlformats.org/officeDocument/2006/relationships/oleObject" Target="../embeddings/oleObject108.bin"/><Relationship Id="rId1" Type="http://schemas.openxmlformats.org/officeDocument/2006/relationships/slideLayout" Target="../slideLayouts/slideLayout2.xml"/><Relationship Id="rId6" Type="http://schemas.openxmlformats.org/officeDocument/2006/relationships/oleObject" Target="../embeddings/oleObject110.bin"/><Relationship Id="rId5" Type="http://schemas.openxmlformats.org/officeDocument/2006/relationships/image" Target="../media/image232.wmf"/><Relationship Id="rId4" Type="http://schemas.openxmlformats.org/officeDocument/2006/relationships/oleObject" Target="../embeddings/oleObject109.bin"/></Relationships>
</file>

<file path=ppt/slides/_rels/slide51.xml.rels><?xml version="1.0" encoding="UTF-8" standalone="yes"?>
<Relationships xmlns="http://schemas.openxmlformats.org/package/2006/relationships"><Relationship Id="rId117" Type="http://schemas.openxmlformats.org/officeDocument/2006/relationships/image" Target="../media/image294.png"/><Relationship Id="rId21" Type="http://schemas.openxmlformats.org/officeDocument/2006/relationships/image" Target="../media/image246.png"/><Relationship Id="rId42" Type="http://schemas.openxmlformats.org/officeDocument/2006/relationships/customXml" Target="../ink/ink131.xml"/><Relationship Id="rId63" Type="http://schemas.openxmlformats.org/officeDocument/2006/relationships/image" Target="../media/image267.png"/><Relationship Id="rId84" Type="http://schemas.openxmlformats.org/officeDocument/2006/relationships/customXml" Target="../ink/ink152.xml"/><Relationship Id="rId16" Type="http://schemas.openxmlformats.org/officeDocument/2006/relationships/customXml" Target="../ink/ink118.xml"/><Relationship Id="rId107" Type="http://schemas.openxmlformats.org/officeDocument/2006/relationships/image" Target="../media/image289.png"/><Relationship Id="rId11" Type="http://schemas.openxmlformats.org/officeDocument/2006/relationships/image" Target="../media/image241.png"/><Relationship Id="rId32" Type="http://schemas.openxmlformats.org/officeDocument/2006/relationships/customXml" Target="../ink/ink126.xml"/><Relationship Id="rId37" Type="http://schemas.openxmlformats.org/officeDocument/2006/relationships/image" Target="../media/image254.png"/><Relationship Id="rId53" Type="http://schemas.openxmlformats.org/officeDocument/2006/relationships/image" Target="../media/image262.png"/><Relationship Id="rId58" Type="http://schemas.openxmlformats.org/officeDocument/2006/relationships/customXml" Target="../ink/ink139.xml"/><Relationship Id="rId74" Type="http://schemas.openxmlformats.org/officeDocument/2006/relationships/customXml" Target="../ink/ink147.xml"/><Relationship Id="rId79" Type="http://schemas.openxmlformats.org/officeDocument/2006/relationships/image" Target="../media/image275.png"/><Relationship Id="rId102" Type="http://schemas.openxmlformats.org/officeDocument/2006/relationships/customXml" Target="../ink/ink161.xml"/><Relationship Id="rId123" Type="http://schemas.openxmlformats.org/officeDocument/2006/relationships/image" Target="../media/image297.png"/><Relationship Id="rId128" Type="http://schemas.openxmlformats.org/officeDocument/2006/relationships/customXml" Target="../ink/ink174.xml"/><Relationship Id="rId5" Type="http://schemas.openxmlformats.org/officeDocument/2006/relationships/oleObject" Target="../embeddings/oleObject112.bin"/><Relationship Id="rId90" Type="http://schemas.openxmlformats.org/officeDocument/2006/relationships/customXml" Target="../ink/ink155.xml"/><Relationship Id="rId95" Type="http://schemas.openxmlformats.org/officeDocument/2006/relationships/image" Target="../media/image283.png"/><Relationship Id="rId22" Type="http://schemas.openxmlformats.org/officeDocument/2006/relationships/customXml" Target="../ink/ink121.xml"/><Relationship Id="rId27" Type="http://schemas.openxmlformats.org/officeDocument/2006/relationships/image" Target="../media/image249.png"/><Relationship Id="rId43" Type="http://schemas.openxmlformats.org/officeDocument/2006/relationships/image" Target="../media/image257.png"/><Relationship Id="rId48" Type="http://schemas.openxmlformats.org/officeDocument/2006/relationships/customXml" Target="../ink/ink134.xml"/><Relationship Id="rId64" Type="http://schemas.openxmlformats.org/officeDocument/2006/relationships/customXml" Target="../ink/ink142.xml"/><Relationship Id="rId69" Type="http://schemas.openxmlformats.org/officeDocument/2006/relationships/image" Target="../media/image270.png"/><Relationship Id="rId113" Type="http://schemas.openxmlformats.org/officeDocument/2006/relationships/image" Target="../media/image292.png"/><Relationship Id="rId118" Type="http://schemas.openxmlformats.org/officeDocument/2006/relationships/customXml" Target="../ink/ink169.xml"/><Relationship Id="rId134" Type="http://schemas.openxmlformats.org/officeDocument/2006/relationships/customXml" Target="../ink/ink177.xml"/><Relationship Id="rId80" Type="http://schemas.openxmlformats.org/officeDocument/2006/relationships/customXml" Target="../ink/ink150.xml"/><Relationship Id="rId85" Type="http://schemas.openxmlformats.org/officeDocument/2006/relationships/image" Target="../media/image278.png"/><Relationship Id="rId12" Type="http://schemas.openxmlformats.org/officeDocument/2006/relationships/customXml" Target="../ink/ink116.xml"/><Relationship Id="rId17" Type="http://schemas.openxmlformats.org/officeDocument/2006/relationships/image" Target="../media/image244.png"/><Relationship Id="rId33" Type="http://schemas.openxmlformats.org/officeDocument/2006/relationships/image" Target="../media/image252.png"/><Relationship Id="rId38" Type="http://schemas.openxmlformats.org/officeDocument/2006/relationships/customXml" Target="../ink/ink129.xml"/><Relationship Id="rId59" Type="http://schemas.openxmlformats.org/officeDocument/2006/relationships/image" Target="../media/image265.png"/><Relationship Id="rId103" Type="http://schemas.openxmlformats.org/officeDocument/2006/relationships/image" Target="../media/image287.png"/><Relationship Id="rId108" Type="http://schemas.openxmlformats.org/officeDocument/2006/relationships/customXml" Target="../ink/ink164.xml"/><Relationship Id="rId124" Type="http://schemas.openxmlformats.org/officeDocument/2006/relationships/customXml" Target="../ink/ink172.xml"/><Relationship Id="rId129" Type="http://schemas.openxmlformats.org/officeDocument/2006/relationships/image" Target="../media/image300.png"/><Relationship Id="rId54" Type="http://schemas.openxmlformats.org/officeDocument/2006/relationships/customXml" Target="../ink/ink137.xml"/><Relationship Id="rId70" Type="http://schemas.openxmlformats.org/officeDocument/2006/relationships/customXml" Target="../ink/ink145.xml"/><Relationship Id="rId75" Type="http://schemas.openxmlformats.org/officeDocument/2006/relationships/image" Target="../media/image273.png"/><Relationship Id="rId91" Type="http://schemas.openxmlformats.org/officeDocument/2006/relationships/image" Target="../media/image281.png"/><Relationship Id="rId96" Type="http://schemas.openxmlformats.org/officeDocument/2006/relationships/customXml" Target="../ink/ink158.xml"/><Relationship Id="rId1" Type="http://schemas.openxmlformats.org/officeDocument/2006/relationships/slideLayout" Target="../slideLayouts/slideLayout2.xml"/><Relationship Id="rId6" Type="http://schemas.openxmlformats.org/officeDocument/2006/relationships/image" Target="../media/image236.wmf"/><Relationship Id="rId23" Type="http://schemas.openxmlformats.org/officeDocument/2006/relationships/image" Target="../media/image247.png"/><Relationship Id="rId28" Type="http://schemas.openxmlformats.org/officeDocument/2006/relationships/customXml" Target="../ink/ink124.xml"/><Relationship Id="rId49" Type="http://schemas.openxmlformats.org/officeDocument/2006/relationships/image" Target="../media/image260.png"/><Relationship Id="rId114" Type="http://schemas.openxmlformats.org/officeDocument/2006/relationships/customXml" Target="../ink/ink167.xml"/><Relationship Id="rId119" Type="http://schemas.openxmlformats.org/officeDocument/2006/relationships/image" Target="../media/image295.png"/><Relationship Id="rId44" Type="http://schemas.openxmlformats.org/officeDocument/2006/relationships/customXml" Target="../ink/ink132.xml"/><Relationship Id="rId60" Type="http://schemas.openxmlformats.org/officeDocument/2006/relationships/customXml" Target="../ink/ink140.xml"/><Relationship Id="rId65" Type="http://schemas.openxmlformats.org/officeDocument/2006/relationships/image" Target="../media/image268.png"/><Relationship Id="rId81" Type="http://schemas.openxmlformats.org/officeDocument/2006/relationships/image" Target="../media/image276.png"/><Relationship Id="rId86" Type="http://schemas.openxmlformats.org/officeDocument/2006/relationships/customXml" Target="../ink/ink153.xml"/><Relationship Id="rId130" Type="http://schemas.openxmlformats.org/officeDocument/2006/relationships/customXml" Target="../ink/ink175.xml"/><Relationship Id="rId135" Type="http://schemas.openxmlformats.org/officeDocument/2006/relationships/image" Target="../media/image303.png"/><Relationship Id="rId13" Type="http://schemas.openxmlformats.org/officeDocument/2006/relationships/image" Target="../media/image242.png"/><Relationship Id="rId18" Type="http://schemas.openxmlformats.org/officeDocument/2006/relationships/customXml" Target="../ink/ink119.xml"/><Relationship Id="rId39" Type="http://schemas.openxmlformats.org/officeDocument/2006/relationships/image" Target="../media/image255.png"/><Relationship Id="rId109" Type="http://schemas.openxmlformats.org/officeDocument/2006/relationships/image" Target="../media/image290.png"/><Relationship Id="rId34" Type="http://schemas.openxmlformats.org/officeDocument/2006/relationships/customXml" Target="../ink/ink127.xml"/><Relationship Id="rId50" Type="http://schemas.openxmlformats.org/officeDocument/2006/relationships/customXml" Target="../ink/ink135.xml"/><Relationship Id="rId55" Type="http://schemas.openxmlformats.org/officeDocument/2006/relationships/image" Target="../media/image263.png"/><Relationship Id="rId76" Type="http://schemas.openxmlformats.org/officeDocument/2006/relationships/customXml" Target="../ink/ink148.xml"/><Relationship Id="rId97" Type="http://schemas.openxmlformats.org/officeDocument/2006/relationships/image" Target="../media/image284.png"/><Relationship Id="rId104" Type="http://schemas.openxmlformats.org/officeDocument/2006/relationships/customXml" Target="../ink/ink162.xml"/><Relationship Id="rId120" Type="http://schemas.openxmlformats.org/officeDocument/2006/relationships/customXml" Target="../ink/ink170.xml"/><Relationship Id="rId125" Type="http://schemas.openxmlformats.org/officeDocument/2006/relationships/image" Target="../media/image298.png"/><Relationship Id="rId7" Type="http://schemas.openxmlformats.org/officeDocument/2006/relationships/oleObject" Target="../embeddings/oleObject113.bin"/><Relationship Id="rId71" Type="http://schemas.openxmlformats.org/officeDocument/2006/relationships/image" Target="../media/image271.png"/><Relationship Id="rId92" Type="http://schemas.openxmlformats.org/officeDocument/2006/relationships/customXml" Target="../ink/ink156.xml"/><Relationship Id="rId2" Type="http://schemas.openxmlformats.org/officeDocument/2006/relationships/image" Target="../media/image234.png"/><Relationship Id="rId29" Type="http://schemas.openxmlformats.org/officeDocument/2006/relationships/image" Target="../media/image250.png"/><Relationship Id="rId24" Type="http://schemas.openxmlformats.org/officeDocument/2006/relationships/customXml" Target="../ink/ink122.xml"/><Relationship Id="rId40" Type="http://schemas.openxmlformats.org/officeDocument/2006/relationships/customXml" Target="../ink/ink130.xml"/><Relationship Id="rId45" Type="http://schemas.openxmlformats.org/officeDocument/2006/relationships/image" Target="../media/image258.png"/><Relationship Id="rId66" Type="http://schemas.openxmlformats.org/officeDocument/2006/relationships/customXml" Target="../ink/ink143.xml"/><Relationship Id="rId87" Type="http://schemas.openxmlformats.org/officeDocument/2006/relationships/image" Target="../media/image279.png"/><Relationship Id="rId110" Type="http://schemas.openxmlformats.org/officeDocument/2006/relationships/customXml" Target="../ink/ink165.xml"/><Relationship Id="rId115" Type="http://schemas.openxmlformats.org/officeDocument/2006/relationships/image" Target="../media/image293.png"/><Relationship Id="rId131" Type="http://schemas.openxmlformats.org/officeDocument/2006/relationships/image" Target="../media/image301.png"/><Relationship Id="rId61" Type="http://schemas.openxmlformats.org/officeDocument/2006/relationships/image" Target="../media/image266.png"/><Relationship Id="rId82" Type="http://schemas.openxmlformats.org/officeDocument/2006/relationships/customXml" Target="../ink/ink151.xml"/><Relationship Id="rId19" Type="http://schemas.openxmlformats.org/officeDocument/2006/relationships/image" Target="../media/image245.png"/><Relationship Id="rId14" Type="http://schemas.openxmlformats.org/officeDocument/2006/relationships/customXml" Target="../ink/ink117.xml"/><Relationship Id="rId30" Type="http://schemas.openxmlformats.org/officeDocument/2006/relationships/customXml" Target="../ink/ink125.xml"/><Relationship Id="rId35" Type="http://schemas.openxmlformats.org/officeDocument/2006/relationships/image" Target="../media/image253.png"/><Relationship Id="rId56" Type="http://schemas.openxmlformats.org/officeDocument/2006/relationships/customXml" Target="../ink/ink138.xml"/><Relationship Id="rId77" Type="http://schemas.openxmlformats.org/officeDocument/2006/relationships/image" Target="../media/image274.png"/><Relationship Id="rId100" Type="http://schemas.openxmlformats.org/officeDocument/2006/relationships/customXml" Target="../ink/ink160.xml"/><Relationship Id="rId105" Type="http://schemas.openxmlformats.org/officeDocument/2006/relationships/image" Target="../media/image288.png"/><Relationship Id="rId126" Type="http://schemas.openxmlformats.org/officeDocument/2006/relationships/customXml" Target="../ink/ink173.xml"/><Relationship Id="rId8" Type="http://schemas.openxmlformats.org/officeDocument/2006/relationships/image" Target="../media/image237.wmf"/><Relationship Id="rId51" Type="http://schemas.openxmlformats.org/officeDocument/2006/relationships/image" Target="../media/image261.png"/><Relationship Id="rId72" Type="http://schemas.openxmlformats.org/officeDocument/2006/relationships/customXml" Target="../ink/ink146.xml"/><Relationship Id="rId93" Type="http://schemas.openxmlformats.org/officeDocument/2006/relationships/image" Target="../media/image282.png"/><Relationship Id="rId98" Type="http://schemas.openxmlformats.org/officeDocument/2006/relationships/customXml" Target="../ink/ink159.xml"/><Relationship Id="rId121" Type="http://schemas.openxmlformats.org/officeDocument/2006/relationships/image" Target="../media/image296.png"/><Relationship Id="rId3" Type="http://schemas.openxmlformats.org/officeDocument/2006/relationships/oleObject" Target="../embeddings/oleObject111.bin"/><Relationship Id="rId25" Type="http://schemas.openxmlformats.org/officeDocument/2006/relationships/image" Target="../media/image248.png"/><Relationship Id="rId46" Type="http://schemas.openxmlformats.org/officeDocument/2006/relationships/customXml" Target="../ink/ink133.xml"/><Relationship Id="rId67" Type="http://schemas.openxmlformats.org/officeDocument/2006/relationships/image" Target="../media/image269.png"/><Relationship Id="rId116" Type="http://schemas.openxmlformats.org/officeDocument/2006/relationships/customXml" Target="../ink/ink168.xml"/><Relationship Id="rId20" Type="http://schemas.openxmlformats.org/officeDocument/2006/relationships/customXml" Target="../ink/ink120.xml"/><Relationship Id="rId41" Type="http://schemas.openxmlformats.org/officeDocument/2006/relationships/image" Target="../media/image256.png"/><Relationship Id="rId62" Type="http://schemas.openxmlformats.org/officeDocument/2006/relationships/customXml" Target="../ink/ink141.xml"/><Relationship Id="rId83" Type="http://schemas.openxmlformats.org/officeDocument/2006/relationships/image" Target="../media/image277.png"/><Relationship Id="rId88" Type="http://schemas.openxmlformats.org/officeDocument/2006/relationships/customXml" Target="../ink/ink154.xml"/><Relationship Id="rId111" Type="http://schemas.openxmlformats.org/officeDocument/2006/relationships/image" Target="../media/image291.png"/><Relationship Id="rId132" Type="http://schemas.openxmlformats.org/officeDocument/2006/relationships/customXml" Target="../ink/ink176.xml"/><Relationship Id="rId15" Type="http://schemas.openxmlformats.org/officeDocument/2006/relationships/image" Target="../media/image243.png"/><Relationship Id="rId36" Type="http://schemas.openxmlformats.org/officeDocument/2006/relationships/customXml" Target="../ink/ink128.xml"/><Relationship Id="rId57" Type="http://schemas.openxmlformats.org/officeDocument/2006/relationships/image" Target="../media/image264.png"/><Relationship Id="rId106" Type="http://schemas.openxmlformats.org/officeDocument/2006/relationships/customXml" Target="../ink/ink163.xml"/><Relationship Id="rId127" Type="http://schemas.openxmlformats.org/officeDocument/2006/relationships/image" Target="../media/image299.png"/><Relationship Id="rId31" Type="http://schemas.openxmlformats.org/officeDocument/2006/relationships/image" Target="../media/image251.png"/><Relationship Id="rId52" Type="http://schemas.openxmlformats.org/officeDocument/2006/relationships/customXml" Target="../ink/ink136.xml"/><Relationship Id="rId73" Type="http://schemas.openxmlformats.org/officeDocument/2006/relationships/image" Target="../media/image272.png"/><Relationship Id="rId78" Type="http://schemas.openxmlformats.org/officeDocument/2006/relationships/customXml" Target="../ink/ink149.xml"/><Relationship Id="rId94" Type="http://schemas.openxmlformats.org/officeDocument/2006/relationships/customXml" Target="../ink/ink157.xml"/><Relationship Id="rId99" Type="http://schemas.openxmlformats.org/officeDocument/2006/relationships/image" Target="../media/image285.png"/><Relationship Id="rId101" Type="http://schemas.openxmlformats.org/officeDocument/2006/relationships/image" Target="../media/image286.png"/><Relationship Id="rId122" Type="http://schemas.openxmlformats.org/officeDocument/2006/relationships/customXml" Target="../ink/ink171.xml"/><Relationship Id="rId4" Type="http://schemas.openxmlformats.org/officeDocument/2006/relationships/image" Target="../media/image235.wmf"/><Relationship Id="rId9" Type="http://schemas.openxmlformats.org/officeDocument/2006/relationships/customXml" Target="../ink/ink115.xml"/><Relationship Id="rId26" Type="http://schemas.openxmlformats.org/officeDocument/2006/relationships/customXml" Target="../ink/ink123.xml"/><Relationship Id="rId47" Type="http://schemas.openxmlformats.org/officeDocument/2006/relationships/image" Target="../media/image259.png"/><Relationship Id="rId68" Type="http://schemas.openxmlformats.org/officeDocument/2006/relationships/customXml" Target="../ink/ink144.xml"/><Relationship Id="rId89" Type="http://schemas.openxmlformats.org/officeDocument/2006/relationships/image" Target="../media/image280.png"/><Relationship Id="rId112" Type="http://schemas.openxmlformats.org/officeDocument/2006/relationships/customXml" Target="../ink/ink166.xml"/><Relationship Id="rId133" Type="http://schemas.openxmlformats.org/officeDocument/2006/relationships/image" Target="../media/image302.png"/></Relationships>
</file>

<file path=ppt/slides/_rels/slide52.xml.rels><?xml version="1.0" encoding="UTF-8" standalone="yes"?>
<Relationships xmlns="http://schemas.openxmlformats.org/package/2006/relationships"><Relationship Id="rId117" Type="http://schemas.openxmlformats.org/officeDocument/2006/relationships/customXml" Target="../ink/ink231.xml"/><Relationship Id="rId299" Type="http://schemas.openxmlformats.org/officeDocument/2006/relationships/customXml" Target="../ink/ink322.xml"/><Relationship Id="rId21" Type="http://schemas.openxmlformats.org/officeDocument/2006/relationships/customXml" Target="../ink/ink183.xml"/><Relationship Id="rId63" Type="http://schemas.openxmlformats.org/officeDocument/2006/relationships/customXml" Target="../ink/ink204.xml"/><Relationship Id="rId159" Type="http://schemas.openxmlformats.org/officeDocument/2006/relationships/customXml" Target="../ink/ink252.xml"/><Relationship Id="rId324" Type="http://schemas.openxmlformats.org/officeDocument/2006/relationships/image" Target="../media/image427.png"/><Relationship Id="rId170" Type="http://schemas.openxmlformats.org/officeDocument/2006/relationships/image" Target="../media/image350.png"/><Relationship Id="rId226" Type="http://schemas.openxmlformats.org/officeDocument/2006/relationships/image" Target="../media/image378.png"/><Relationship Id="rId268" Type="http://schemas.openxmlformats.org/officeDocument/2006/relationships/image" Target="../media/image399.png"/><Relationship Id="rId32" Type="http://schemas.openxmlformats.org/officeDocument/2006/relationships/image" Target="../media/image1850.png"/><Relationship Id="rId74" Type="http://schemas.openxmlformats.org/officeDocument/2006/relationships/image" Target="../media/image2060.png"/><Relationship Id="rId128" Type="http://schemas.openxmlformats.org/officeDocument/2006/relationships/image" Target="../media/image329.png"/><Relationship Id="rId335" Type="http://schemas.openxmlformats.org/officeDocument/2006/relationships/customXml" Target="../ink/ink340.xml"/><Relationship Id="rId5" Type="http://schemas.openxmlformats.org/officeDocument/2006/relationships/image" Target="../media/image239.wmf"/><Relationship Id="rId181" Type="http://schemas.openxmlformats.org/officeDocument/2006/relationships/customXml" Target="../ink/ink263.xml"/><Relationship Id="rId237" Type="http://schemas.openxmlformats.org/officeDocument/2006/relationships/customXml" Target="../ink/ink291.xml"/><Relationship Id="rId279" Type="http://schemas.openxmlformats.org/officeDocument/2006/relationships/customXml" Target="../ink/ink312.xml"/><Relationship Id="rId43" Type="http://schemas.openxmlformats.org/officeDocument/2006/relationships/customXml" Target="../ink/ink194.xml"/><Relationship Id="rId139" Type="http://schemas.openxmlformats.org/officeDocument/2006/relationships/customXml" Target="../ink/ink242.xml"/><Relationship Id="rId290" Type="http://schemas.openxmlformats.org/officeDocument/2006/relationships/image" Target="../media/image410.png"/><Relationship Id="rId304" Type="http://schemas.openxmlformats.org/officeDocument/2006/relationships/image" Target="../media/image417.png"/><Relationship Id="rId346" Type="http://schemas.openxmlformats.org/officeDocument/2006/relationships/image" Target="../media/image438.png"/><Relationship Id="rId85" Type="http://schemas.openxmlformats.org/officeDocument/2006/relationships/customXml" Target="../ink/ink215.xml"/><Relationship Id="rId150" Type="http://schemas.openxmlformats.org/officeDocument/2006/relationships/image" Target="../media/image340.png"/><Relationship Id="rId192" Type="http://schemas.openxmlformats.org/officeDocument/2006/relationships/image" Target="../media/image361.png"/><Relationship Id="rId206" Type="http://schemas.openxmlformats.org/officeDocument/2006/relationships/image" Target="../media/image368.png"/><Relationship Id="rId248" Type="http://schemas.openxmlformats.org/officeDocument/2006/relationships/image" Target="../media/image389.png"/><Relationship Id="rId12" Type="http://schemas.openxmlformats.org/officeDocument/2006/relationships/image" Target="../media/image1750.png"/><Relationship Id="rId108" Type="http://schemas.openxmlformats.org/officeDocument/2006/relationships/image" Target="../media/image319.png"/><Relationship Id="rId315" Type="http://schemas.openxmlformats.org/officeDocument/2006/relationships/customXml" Target="../ink/ink330.xml"/><Relationship Id="rId54" Type="http://schemas.openxmlformats.org/officeDocument/2006/relationships/image" Target="../media/image1960.png"/><Relationship Id="rId96" Type="http://schemas.openxmlformats.org/officeDocument/2006/relationships/image" Target="../media/image313.png"/><Relationship Id="rId161" Type="http://schemas.openxmlformats.org/officeDocument/2006/relationships/customXml" Target="../ink/ink253.xml"/><Relationship Id="rId217" Type="http://schemas.openxmlformats.org/officeDocument/2006/relationships/customXml" Target="../ink/ink281.xml"/><Relationship Id="rId259" Type="http://schemas.openxmlformats.org/officeDocument/2006/relationships/customXml" Target="../ink/ink302.xml"/><Relationship Id="rId23" Type="http://schemas.openxmlformats.org/officeDocument/2006/relationships/customXml" Target="../ink/ink184.xml"/><Relationship Id="rId119" Type="http://schemas.openxmlformats.org/officeDocument/2006/relationships/customXml" Target="../ink/ink232.xml"/><Relationship Id="rId270" Type="http://schemas.openxmlformats.org/officeDocument/2006/relationships/image" Target="../media/image400.png"/><Relationship Id="rId326" Type="http://schemas.openxmlformats.org/officeDocument/2006/relationships/image" Target="../media/image428.png"/><Relationship Id="rId65" Type="http://schemas.openxmlformats.org/officeDocument/2006/relationships/customXml" Target="../ink/ink205.xml"/><Relationship Id="rId130" Type="http://schemas.openxmlformats.org/officeDocument/2006/relationships/image" Target="../media/image330.png"/><Relationship Id="rId172" Type="http://schemas.openxmlformats.org/officeDocument/2006/relationships/image" Target="../media/image351.png"/><Relationship Id="rId228" Type="http://schemas.openxmlformats.org/officeDocument/2006/relationships/image" Target="../media/image379.png"/><Relationship Id="rId281" Type="http://schemas.openxmlformats.org/officeDocument/2006/relationships/customXml" Target="../ink/ink313.xml"/><Relationship Id="rId337" Type="http://schemas.openxmlformats.org/officeDocument/2006/relationships/customXml" Target="../ink/ink341.xml"/><Relationship Id="rId34" Type="http://schemas.openxmlformats.org/officeDocument/2006/relationships/image" Target="../media/image1860.png"/><Relationship Id="rId76" Type="http://schemas.openxmlformats.org/officeDocument/2006/relationships/image" Target="../media/image2070.png"/><Relationship Id="rId141" Type="http://schemas.openxmlformats.org/officeDocument/2006/relationships/customXml" Target="../ink/ink243.xml"/><Relationship Id="rId7" Type="http://schemas.openxmlformats.org/officeDocument/2006/relationships/image" Target="../media/image240.wmf"/><Relationship Id="rId183" Type="http://schemas.openxmlformats.org/officeDocument/2006/relationships/customXml" Target="../ink/ink264.xml"/><Relationship Id="rId239" Type="http://schemas.openxmlformats.org/officeDocument/2006/relationships/customXml" Target="../ink/ink292.xml"/><Relationship Id="rId250" Type="http://schemas.openxmlformats.org/officeDocument/2006/relationships/image" Target="../media/image390.png"/><Relationship Id="rId292" Type="http://schemas.openxmlformats.org/officeDocument/2006/relationships/image" Target="../media/image411.png"/><Relationship Id="rId306" Type="http://schemas.openxmlformats.org/officeDocument/2006/relationships/image" Target="../media/image418.png"/><Relationship Id="rId45" Type="http://schemas.openxmlformats.org/officeDocument/2006/relationships/customXml" Target="../ink/ink195.xml"/><Relationship Id="rId87" Type="http://schemas.openxmlformats.org/officeDocument/2006/relationships/customXml" Target="../ink/ink216.xml"/><Relationship Id="rId110" Type="http://schemas.openxmlformats.org/officeDocument/2006/relationships/image" Target="../media/image320.png"/><Relationship Id="rId348" Type="http://schemas.openxmlformats.org/officeDocument/2006/relationships/image" Target="../media/image439.png"/><Relationship Id="rId152" Type="http://schemas.openxmlformats.org/officeDocument/2006/relationships/image" Target="../media/image341.png"/><Relationship Id="rId194" Type="http://schemas.openxmlformats.org/officeDocument/2006/relationships/image" Target="../media/image362.png"/><Relationship Id="rId208" Type="http://schemas.openxmlformats.org/officeDocument/2006/relationships/image" Target="../media/image369.png"/><Relationship Id="rId261" Type="http://schemas.openxmlformats.org/officeDocument/2006/relationships/customXml" Target="../ink/ink303.xml"/><Relationship Id="rId14" Type="http://schemas.openxmlformats.org/officeDocument/2006/relationships/image" Target="../media/image1760.png"/><Relationship Id="rId56" Type="http://schemas.openxmlformats.org/officeDocument/2006/relationships/image" Target="../media/image1970.png"/><Relationship Id="rId317" Type="http://schemas.openxmlformats.org/officeDocument/2006/relationships/customXml" Target="../ink/ink331.xml"/><Relationship Id="rId98" Type="http://schemas.openxmlformats.org/officeDocument/2006/relationships/image" Target="../media/image314.png"/><Relationship Id="rId121" Type="http://schemas.openxmlformats.org/officeDocument/2006/relationships/customXml" Target="../ink/ink233.xml"/><Relationship Id="rId163" Type="http://schemas.openxmlformats.org/officeDocument/2006/relationships/customXml" Target="../ink/ink254.xml"/><Relationship Id="rId219" Type="http://schemas.openxmlformats.org/officeDocument/2006/relationships/customXml" Target="../ink/ink282.xml"/><Relationship Id="rId230" Type="http://schemas.openxmlformats.org/officeDocument/2006/relationships/image" Target="../media/image380.png"/><Relationship Id="rId251" Type="http://schemas.openxmlformats.org/officeDocument/2006/relationships/customXml" Target="../ink/ink298.xml"/><Relationship Id="rId25" Type="http://schemas.openxmlformats.org/officeDocument/2006/relationships/customXml" Target="../ink/ink185.xml"/><Relationship Id="rId46" Type="http://schemas.openxmlformats.org/officeDocument/2006/relationships/image" Target="../media/image1920.png"/><Relationship Id="rId67" Type="http://schemas.openxmlformats.org/officeDocument/2006/relationships/customXml" Target="../ink/ink206.xml"/><Relationship Id="rId272" Type="http://schemas.openxmlformats.org/officeDocument/2006/relationships/image" Target="../media/image401.png"/><Relationship Id="rId293" Type="http://schemas.openxmlformats.org/officeDocument/2006/relationships/customXml" Target="../ink/ink319.xml"/><Relationship Id="rId307" Type="http://schemas.openxmlformats.org/officeDocument/2006/relationships/customXml" Target="../ink/ink326.xml"/><Relationship Id="rId328" Type="http://schemas.openxmlformats.org/officeDocument/2006/relationships/image" Target="../media/image429.png"/><Relationship Id="rId349" Type="http://schemas.openxmlformats.org/officeDocument/2006/relationships/customXml" Target="../ink/ink347.xml"/><Relationship Id="rId88" Type="http://schemas.openxmlformats.org/officeDocument/2006/relationships/image" Target="../media/image309.png"/><Relationship Id="rId111" Type="http://schemas.openxmlformats.org/officeDocument/2006/relationships/customXml" Target="../ink/ink228.xml"/><Relationship Id="rId132" Type="http://schemas.openxmlformats.org/officeDocument/2006/relationships/image" Target="../media/image331.png"/><Relationship Id="rId153" Type="http://schemas.openxmlformats.org/officeDocument/2006/relationships/customXml" Target="../ink/ink249.xml"/><Relationship Id="rId174" Type="http://schemas.openxmlformats.org/officeDocument/2006/relationships/image" Target="../media/image352.png"/><Relationship Id="rId195" Type="http://schemas.openxmlformats.org/officeDocument/2006/relationships/customXml" Target="../ink/ink270.xml"/><Relationship Id="rId209" Type="http://schemas.openxmlformats.org/officeDocument/2006/relationships/customXml" Target="../ink/ink277.xml"/><Relationship Id="rId220" Type="http://schemas.openxmlformats.org/officeDocument/2006/relationships/image" Target="../media/image375.png"/><Relationship Id="rId241" Type="http://schemas.openxmlformats.org/officeDocument/2006/relationships/customXml" Target="../ink/ink293.xml"/><Relationship Id="rId15" Type="http://schemas.openxmlformats.org/officeDocument/2006/relationships/customXml" Target="../ink/ink180.xml"/><Relationship Id="rId36" Type="http://schemas.openxmlformats.org/officeDocument/2006/relationships/image" Target="../media/image187.png"/><Relationship Id="rId57" Type="http://schemas.openxmlformats.org/officeDocument/2006/relationships/customXml" Target="../ink/ink201.xml"/><Relationship Id="rId262" Type="http://schemas.openxmlformats.org/officeDocument/2006/relationships/image" Target="../media/image396.png"/><Relationship Id="rId283" Type="http://schemas.openxmlformats.org/officeDocument/2006/relationships/customXml" Target="../ink/ink314.xml"/><Relationship Id="rId318" Type="http://schemas.openxmlformats.org/officeDocument/2006/relationships/image" Target="../media/image424.png"/><Relationship Id="rId339" Type="http://schemas.openxmlformats.org/officeDocument/2006/relationships/customXml" Target="../ink/ink342.xml"/><Relationship Id="rId78" Type="http://schemas.openxmlformats.org/officeDocument/2006/relationships/image" Target="../media/image2080.png"/><Relationship Id="rId99" Type="http://schemas.openxmlformats.org/officeDocument/2006/relationships/customXml" Target="../ink/ink222.xml"/><Relationship Id="rId101" Type="http://schemas.openxmlformats.org/officeDocument/2006/relationships/customXml" Target="../ink/ink223.xml"/><Relationship Id="rId122" Type="http://schemas.openxmlformats.org/officeDocument/2006/relationships/image" Target="../media/image326.png"/><Relationship Id="rId143" Type="http://schemas.openxmlformats.org/officeDocument/2006/relationships/customXml" Target="../ink/ink244.xml"/><Relationship Id="rId164" Type="http://schemas.openxmlformats.org/officeDocument/2006/relationships/image" Target="../media/image347.png"/><Relationship Id="rId185" Type="http://schemas.openxmlformats.org/officeDocument/2006/relationships/customXml" Target="../ink/ink265.xml"/><Relationship Id="rId350" Type="http://schemas.openxmlformats.org/officeDocument/2006/relationships/image" Target="../media/image440.png"/><Relationship Id="rId9" Type="http://schemas.openxmlformats.org/officeDocument/2006/relationships/image" Target="../media/image241.wmf"/><Relationship Id="rId210" Type="http://schemas.openxmlformats.org/officeDocument/2006/relationships/image" Target="../media/image370.png"/><Relationship Id="rId26" Type="http://schemas.openxmlformats.org/officeDocument/2006/relationships/image" Target="../media/image1820.png"/><Relationship Id="rId231" Type="http://schemas.openxmlformats.org/officeDocument/2006/relationships/customXml" Target="../ink/ink288.xml"/><Relationship Id="rId252" Type="http://schemas.openxmlformats.org/officeDocument/2006/relationships/image" Target="../media/image391.png"/><Relationship Id="rId273" Type="http://schemas.openxmlformats.org/officeDocument/2006/relationships/customXml" Target="../ink/ink309.xml"/><Relationship Id="rId294" Type="http://schemas.openxmlformats.org/officeDocument/2006/relationships/image" Target="../media/image412.png"/><Relationship Id="rId308" Type="http://schemas.openxmlformats.org/officeDocument/2006/relationships/image" Target="../media/image419.png"/><Relationship Id="rId329" Type="http://schemas.openxmlformats.org/officeDocument/2006/relationships/customXml" Target="../ink/ink337.xml"/><Relationship Id="rId47" Type="http://schemas.openxmlformats.org/officeDocument/2006/relationships/customXml" Target="../ink/ink196.xml"/><Relationship Id="rId68" Type="http://schemas.openxmlformats.org/officeDocument/2006/relationships/image" Target="../media/image2030.png"/><Relationship Id="rId89" Type="http://schemas.openxmlformats.org/officeDocument/2006/relationships/customXml" Target="../ink/ink217.xml"/><Relationship Id="rId112" Type="http://schemas.openxmlformats.org/officeDocument/2006/relationships/image" Target="../media/image321.png"/><Relationship Id="rId133" Type="http://schemas.openxmlformats.org/officeDocument/2006/relationships/customXml" Target="../ink/ink239.xml"/><Relationship Id="rId154" Type="http://schemas.openxmlformats.org/officeDocument/2006/relationships/image" Target="../media/image342.png"/><Relationship Id="rId175" Type="http://schemas.openxmlformats.org/officeDocument/2006/relationships/customXml" Target="../ink/ink260.xml"/><Relationship Id="rId340" Type="http://schemas.openxmlformats.org/officeDocument/2006/relationships/image" Target="../media/image435.png"/><Relationship Id="rId196" Type="http://schemas.openxmlformats.org/officeDocument/2006/relationships/image" Target="../media/image363.png"/><Relationship Id="rId200" Type="http://schemas.openxmlformats.org/officeDocument/2006/relationships/image" Target="../media/image365.png"/><Relationship Id="rId16" Type="http://schemas.openxmlformats.org/officeDocument/2006/relationships/image" Target="../media/image1770.png"/><Relationship Id="rId221" Type="http://schemas.openxmlformats.org/officeDocument/2006/relationships/customXml" Target="../ink/ink283.xml"/><Relationship Id="rId242" Type="http://schemas.openxmlformats.org/officeDocument/2006/relationships/image" Target="../media/image386.png"/><Relationship Id="rId263" Type="http://schemas.openxmlformats.org/officeDocument/2006/relationships/customXml" Target="../ink/ink304.xml"/><Relationship Id="rId284" Type="http://schemas.openxmlformats.org/officeDocument/2006/relationships/image" Target="../media/image407.png"/><Relationship Id="rId319" Type="http://schemas.openxmlformats.org/officeDocument/2006/relationships/customXml" Target="../ink/ink332.xml"/><Relationship Id="rId37" Type="http://schemas.openxmlformats.org/officeDocument/2006/relationships/customXml" Target="../ink/ink191.xml"/><Relationship Id="rId58" Type="http://schemas.openxmlformats.org/officeDocument/2006/relationships/image" Target="../media/image1980.png"/><Relationship Id="rId79" Type="http://schemas.openxmlformats.org/officeDocument/2006/relationships/customXml" Target="../ink/ink212.xml"/><Relationship Id="rId102" Type="http://schemas.openxmlformats.org/officeDocument/2006/relationships/image" Target="../media/image316.png"/><Relationship Id="rId123" Type="http://schemas.openxmlformats.org/officeDocument/2006/relationships/customXml" Target="../ink/ink234.xml"/><Relationship Id="rId144" Type="http://schemas.openxmlformats.org/officeDocument/2006/relationships/image" Target="../media/image337.png"/><Relationship Id="rId330" Type="http://schemas.openxmlformats.org/officeDocument/2006/relationships/image" Target="../media/image430.png"/><Relationship Id="rId90" Type="http://schemas.openxmlformats.org/officeDocument/2006/relationships/image" Target="../media/image310.png"/><Relationship Id="rId165" Type="http://schemas.openxmlformats.org/officeDocument/2006/relationships/customXml" Target="../ink/ink255.xml"/><Relationship Id="rId186" Type="http://schemas.openxmlformats.org/officeDocument/2006/relationships/image" Target="../media/image358.png"/><Relationship Id="rId351" Type="http://schemas.openxmlformats.org/officeDocument/2006/relationships/customXml" Target="../ink/ink348.xml"/><Relationship Id="rId211" Type="http://schemas.openxmlformats.org/officeDocument/2006/relationships/customXml" Target="../ink/ink278.xml"/><Relationship Id="rId232" Type="http://schemas.openxmlformats.org/officeDocument/2006/relationships/image" Target="../media/image381.png"/><Relationship Id="rId253" Type="http://schemas.openxmlformats.org/officeDocument/2006/relationships/customXml" Target="../ink/ink299.xml"/><Relationship Id="rId274" Type="http://schemas.openxmlformats.org/officeDocument/2006/relationships/image" Target="../media/image402.png"/><Relationship Id="rId295" Type="http://schemas.openxmlformats.org/officeDocument/2006/relationships/customXml" Target="../ink/ink320.xml"/><Relationship Id="rId309" Type="http://schemas.openxmlformats.org/officeDocument/2006/relationships/customXml" Target="../ink/ink327.xml"/><Relationship Id="rId27" Type="http://schemas.openxmlformats.org/officeDocument/2006/relationships/customXml" Target="../ink/ink186.xml"/><Relationship Id="rId48" Type="http://schemas.openxmlformats.org/officeDocument/2006/relationships/image" Target="../media/image1930.png"/><Relationship Id="rId69" Type="http://schemas.openxmlformats.org/officeDocument/2006/relationships/customXml" Target="../ink/ink207.xml"/><Relationship Id="rId113" Type="http://schemas.openxmlformats.org/officeDocument/2006/relationships/customXml" Target="../ink/ink229.xml"/><Relationship Id="rId134" Type="http://schemas.openxmlformats.org/officeDocument/2006/relationships/image" Target="../media/image332.png"/><Relationship Id="rId320" Type="http://schemas.openxmlformats.org/officeDocument/2006/relationships/image" Target="../media/image425.png"/><Relationship Id="rId80" Type="http://schemas.openxmlformats.org/officeDocument/2006/relationships/image" Target="../media/image2090.png"/><Relationship Id="rId155" Type="http://schemas.openxmlformats.org/officeDocument/2006/relationships/customXml" Target="../ink/ink250.xml"/><Relationship Id="rId176" Type="http://schemas.openxmlformats.org/officeDocument/2006/relationships/image" Target="../media/image353.png"/><Relationship Id="rId197" Type="http://schemas.openxmlformats.org/officeDocument/2006/relationships/customXml" Target="../ink/ink271.xml"/><Relationship Id="rId341" Type="http://schemas.openxmlformats.org/officeDocument/2006/relationships/customXml" Target="../ink/ink343.xml"/><Relationship Id="rId201" Type="http://schemas.openxmlformats.org/officeDocument/2006/relationships/customXml" Target="../ink/ink273.xml"/><Relationship Id="rId222" Type="http://schemas.openxmlformats.org/officeDocument/2006/relationships/image" Target="../media/image376.png"/><Relationship Id="rId243" Type="http://schemas.openxmlformats.org/officeDocument/2006/relationships/customXml" Target="../ink/ink294.xml"/><Relationship Id="rId264" Type="http://schemas.openxmlformats.org/officeDocument/2006/relationships/image" Target="../media/image397.png"/><Relationship Id="rId285" Type="http://schemas.openxmlformats.org/officeDocument/2006/relationships/customXml" Target="../ink/ink315.xml"/><Relationship Id="rId17" Type="http://schemas.openxmlformats.org/officeDocument/2006/relationships/customXml" Target="../ink/ink181.xml"/><Relationship Id="rId38" Type="http://schemas.openxmlformats.org/officeDocument/2006/relationships/image" Target="../media/image188.png"/><Relationship Id="rId59" Type="http://schemas.openxmlformats.org/officeDocument/2006/relationships/customXml" Target="../ink/ink202.xml"/><Relationship Id="rId103" Type="http://schemas.openxmlformats.org/officeDocument/2006/relationships/customXml" Target="../ink/ink224.xml"/><Relationship Id="rId124" Type="http://schemas.openxmlformats.org/officeDocument/2006/relationships/image" Target="../media/image327.png"/><Relationship Id="rId310" Type="http://schemas.openxmlformats.org/officeDocument/2006/relationships/image" Target="../media/image420.png"/><Relationship Id="rId70" Type="http://schemas.openxmlformats.org/officeDocument/2006/relationships/image" Target="../media/image2040.png"/><Relationship Id="rId91" Type="http://schemas.openxmlformats.org/officeDocument/2006/relationships/customXml" Target="../ink/ink218.xml"/><Relationship Id="rId145" Type="http://schemas.openxmlformats.org/officeDocument/2006/relationships/customXml" Target="../ink/ink245.xml"/><Relationship Id="rId166" Type="http://schemas.openxmlformats.org/officeDocument/2006/relationships/image" Target="../media/image348.png"/><Relationship Id="rId187" Type="http://schemas.openxmlformats.org/officeDocument/2006/relationships/customXml" Target="../ink/ink266.xml"/><Relationship Id="rId331" Type="http://schemas.openxmlformats.org/officeDocument/2006/relationships/customXml" Target="../ink/ink338.xml"/><Relationship Id="rId352" Type="http://schemas.openxmlformats.org/officeDocument/2006/relationships/image" Target="../media/image441.png"/><Relationship Id="rId1" Type="http://schemas.openxmlformats.org/officeDocument/2006/relationships/slideLayout" Target="../slideLayouts/slideLayout2.xml"/><Relationship Id="rId212" Type="http://schemas.openxmlformats.org/officeDocument/2006/relationships/image" Target="../media/image371.png"/><Relationship Id="rId233" Type="http://schemas.openxmlformats.org/officeDocument/2006/relationships/customXml" Target="../ink/ink289.xml"/><Relationship Id="rId254" Type="http://schemas.openxmlformats.org/officeDocument/2006/relationships/image" Target="../media/image392.png"/><Relationship Id="rId28" Type="http://schemas.openxmlformats.org/officeDocument/2006/relationships/image" Target="../media/image1830.png"/><Relationship Id="rId49" Type="http://schemas.openxmlformats.org/officeDocument/2006/relationships/customXml" Target="../ink/ink197.xml"/><Relationship Id="rId114" Type="http://schemas.openxmlformats.org/officeDocument/2006/relationships/image" Target="../media/image322.png"/><Relationship Id="rId275" Type="http://schemas.openxmlformats.org/officeDocument/2006/relationships/customXml" Target="../ink/ink310.xml"/><Relationship Id="rId296" Type="http://schemas.openxmlformats.org/officeDocument/2006/relationships/image" Target="../media/image413.png"/><Relationship Id="rId300" Type="http://schemas.openxmlformats.org/officeDocument/2006/relationships/image" Target="../media/image415.png"/><Relationship Id="rId60" Type="http://schemas.openxmlformats.org/officeDocument/2006/relationships/image" Target="../media/image1990.png"/><Relationship Id="rId81" Type="http://schemas.openxmlformats.org/officeDocument/2006/relationships/customXml" Target="../ink/ink213.xml"/><Relationship Id="rId135" Type="http://schemas.openxmlformats.org/officeDocument/2006/relationships/customXml" Target="../ink/ink240.xml"/><Relationship Id="rId156" Type="http://schemas.openxmlformats.org/officeDocument/2006/relationships/image" Target="../media/image343.png"/><Relationship Id="rId177" Type="http://schemas.openxmlformats.org/officeDocument/2006/relationships/customXml" Target="../ink/ink261.xml"/><Relationship Id="rId198" Type="http://schemas.openxmlformats.org/officeDocument/2006/relationships/image" Target="../media/image364.png"/><Relationship Id="rId321" Type="http://schemas.openxmlformats.org/officeDocument/2006/relationships/customXml" Target="../ink/ink333.xml"/><Relationship Id="rId342" Type="http://schemas.openxmlformats.org/officeDocument/2006/relationships/image" Target="../media/image436.png"/><Relationship Id="rId202" Type="http://schemas.openxmlformats.org/officeDocument/2006/relationships/image" Target="../media/image366.png"/><Relationship Id="rId223" Type="http://schemas.openxmlformats.org/officeDocument/2006/relationships/customXml" Target="../ink/ink284.xml"/><Relationship Id="rId244" Type="http://schemas.openxmlformats.org/officeDocument/2006/relationships/image" Target="../media/image387.png"/><Relationship Id="rId18" Type="http://schemas.openxmlformats.org/officeDocument/2006/relationships/image" Target="../media/image178.png"/><Relationship Id="rId39" Type="http://schemas.openxmlformats.org/officeDocument/2006/relationships/customXml" Target="../ink/ink192.xml"/><Relationship Id="rId265" Type="http://schemas.openxmlformats.org/officeDocument/2006/relationships/customXml" Target="../ink/ink305.xml"/><Relationship Id="rId286" Type="http://schemas.openxmlformats.org/officeDocument/2006/relationships/image" Target="../media/image408.png"/><Relationship Id="rId50" Type="http://schemas.openxmlformats.org/officeDocument/2006/relationships/image" Target="../media/image1940.png"/><Relationship Id="rId104" Type="http://schemas.openxmlformats.org/officeDocument/2006/relationships/image" Target="../media/image317.png"/><Relationship Id="rId125" Type="http://schemas.openxmlformats.org/officeDocument/2006/relationships/customXml" Target="../ink/ink235.xml"/><Relationship Id="rId146" Type="http://schemas.openxmlformats.org/officeDocument/2006/relationships/image" Target="../media/image338.png"/><Relationship Id="rId167" Type="http://schemas.openxmlformats.org/officeDocument/2006/relationships/customXml" Target="../ink/ink256.xml"/><Relationship Id="rId188" Type="http://schemas.openxmlformats.org/officeDocument/2006/relationships/image" Target="../media/image359.png"/><Relationship Id="rId311" Type="http://schemas.openxmlformats.org/officeDocument/2006/relationships/customXml" Target="../ink/ink328.xml"/><Relationship Id="rId332" Type="http://schemas.openxmlformats.org/officeDocument/2006/relationships/image" Target="../media/image431.png"/><Relationship Id="rId353" Type="http://schemas.openxmlformats.org/officeDocument/2006/relationships/customXml" Target="../ink/ink349.xml"/><Relationship Id="rId71" Type="http://schemas.openxmlformats.org/officeDocument/2006/relationships/customXml" Target="../ink/ink208.xml"/><Relationship Id="rId92" Type="http://schemas.openxmlformats.org/officeDocument/2006/relationships/image" Target="../media/image311.png"/><Relationship Id="rId213" Type="http://schemas.openxmlformats.org/officeDocument/2006/relationships/customXml" Target="../ink/ink279.xml"/><Relationship Id="rId234" Type="http://schemas.openxmlformats.org/officeDocument/2006/relationships/image" Target="../media/image382.png"/><Relationship Id="rId2" Type="http://schemas.openxmlformats.org/officeDocument/2006/relationships/oleObject" Target="../embeddings/oleObject114.bin"/><Relationship Id="rId29" Type="http://schemas.openxmlformats.org/officeDocument/2006/relationships/customXml" Target="../ink/ink187.xml"/><Relationship Id="rId255" Type="http://schemas.openxmlformats.org/officeDocument/2006/relationships/customXml" Target="../ink/ink300.xml"/><Relationship Id="rId276" Type="http://schemas.openxmlformats.org/officeDocument/2006/relationships/image" Target="../media/image403.png"/><Relationship Id="rId297" Type="http://schemas.openxmlformats.org/officeDocument/2006/relationships/customXml" Target="../ink/ink321.xml"/><Relationship Id="rId40" Type="http://schemas.openxmlformats.org/officeDocument/2006/relationships/image" Target="../media/image189.png"/><Relationship Id="rId115" Type="http://schemas.openxmlformats.org/officeDocument/2006/relationships/customXml" Target="../ink/ink230.xml"/><Relationship Id="rId136" Type="http://schemas.openxmlformats.org/officeDocument/2006/relationships/image" Target="../media/image333.png"/><Relationship Id="rId157" Type="http://schemas.openxmlformats.org/officeDocument/2006/relationships/customXml" Target="../ink/ink251.xml"/><Relationship Id="rId178" Type="http://schemas.openxmlformats.org/officeDocument/2006/relationships/image" Target="../media/image354.png"/><Relationship Id="rId301" Type="http://schemas.openxmlformats.org/officeDocument/2006/relationships/customXml" Target="../ink/ink323.xml"/><Relationship Id="rId322" Type="http://schemas.openxmlformats.org/officeDocument/2006/relationships/image" Target="../media/image426.png"/><Relationship Id="rId343" Type="http://schemas.openxmlformats.org/officeDocument/2006/relationships/customXml" Target="../ink/ink344.xml"/><Relationship Id="rId61" Type="http://schemas.openxmlformats.org/officeDocument/2006/relationships/customXml" Target="../ink/ink203.xml"/><Relationship Id="rId82" Type="http://schemas.openxmlformats.org/officeDocument/2006/relationships/image" Target="../media/image2100.png"/><Relationship Id="rId199" Type="http://schemas.openxmlformats.org/officeDocument/2006/relationships/customXml" Target="../ink/ink272.xml"/><Relationship Id="rId203" Type="http://schemas.openxmlformats.org/officeDocument/2006/relationships/customXml" Target="../ink/ink274.xml"/><Relationship Id="rId19" Type="http://schemas.openxmlformats.org/officeDocument/2006/relationships/customXml" Target="../ink/ink182.xml"/><Relationship Id="rId224" Type="http://schemas.openxmlformats.org/officeDocument/2006/relationships/image" Target="../media/image377.png"/><Relationship Id="rId245" Type="http://schemas.openxmlformats.org/officeDocument/2006/relationships/customXml" Target="../ink/ink295.xml"/><Relationship Id="rId266" Type="http://schemas.openxmlformats.org/officeDocument/2006/relationships/image" Target="../media/image398.png"/><Relationship Id="rId287" Type="http://schemas.openxmlformats.org/officeDocument/2006/relationships/customXml" Target="../ink/ink316.xml"/><Relationship Id="rId30" Type="http://schemas.openxmlformats.org/officeDocument/2006/relationships/image" Target="../media/image1840.png"/><Relationship Id="rId105" Type="http://schemas.openxmlformats.org/officeDocument/2006/relationships/customXml" Target="../ink/ink225.xml"/><Relationship Id="rId126" Type="http://schemas.openxmlformats.org/officeDocument/2006/relationships/image" Target="../media/image328.png"/><Relationship Id="rId147" Type="http://schemas.openxmlformats.org/officeDocument/2006/relationships/customXml" Target="../ink/ink246.xml"/><Relationship Id="rId168" Type="http://schemas.openxmlformats.org/officeDocument/2006/relationships/image" Target="../media/image349.png"/><Relationship Id="rId312" Type="http://schemas.openxmlformats.org/officeDocument/2006/relationships/image" Target="../media/image421.png"/><Relationship Id="rId333" Type="http://schemas.openxmlformats.org/officeDocument/2006/relationships/customXml" Target="../ink/ink339.xml"/><Relationship Id="rId354" Type="http://schemas.openxmlformats.org/officeDocument/2006/relationships/image" Target="../media/image442.png"/><Relationship Id="rId51" Type="http://schemas.openxmlformats.org/officeDocument/2006/relationships/customXml" Target="../ink/ink198.xml"/><Relationship Id="rId72" Type="http://schemas.openxmlformats.org/officeDocument/2006/relationships/image" Target="../media/image2050.png"/><Relationship Id="rId93" Type="http://schemas.openxmlformats.org/officeDocument/2006/relationships/customXml" Target="../ink/ink219.xml"/><Relationship Id="rId189" Type="http://schemas.openxmlformats.org/officeDocument/2006/relationships/customXml" Target="../ink/ink267.xml"/><Relationship Id="rId3" Type="http://schemas.openxmlformats.org/officeDocument/2006/relationships/image" Target="../media/image238.wmf"/><Relationship Id="rId214" Type="http://schemas.openxmlformats.org/officeDocument/2006/relationships/image" Target="../media/image372.png"/><Relationship Id="rId235" Type="http://schemas.openxmlformats.org/officeDocument/2006/relationships/customXml" Target="../ink/ink290.xml"/><Relationship Id="rId256" Type="http://schemas.openxmlformats.org/officeDocument/2006/relationships/image" Target="../media/image393.png"/><Relationship Id="rId277" Type="http://schemas.openxmlformats.org/officeDocument/2006/relationships/customXml" Target="../ink/ink311.xml"/><Relationship Id="rId298" Type="http://schemas.openxmlformats.org/officeDocument/2006/relationships/image" Target="../media/image414.png"/><Relationship Id="rId116" Type="http://schemas.openxmlformats.org/officeDocument/2006/relationships/image" Target="../media/image323.png"/><Relationship Id="rId137" Type="http://schemas.openxmlformats.org/officeDocument/2006/relationships/customXml" Target="../ink/ink241.xml"/><Relationship Id="rId158" Type="http://schemas.openxmlformats.org/officeDocument/2006/relationships/image" Target="../media/image344.png"/><Relationship Id="rId302" Type="http://schemas.openxmlformats.org/officeDocument/2006/relationships/image" Target="../media/image416.png"/><Relationship Id="rId323" Type="http://schemas.openxmlformats.org/officeDocument/2006/relationships/customXml" Target="../ink/ink334.xml"/><Relationship Id="rId344" Type="http://schemas.openxmlformats.org/officeDocument/2006/relationships/image" Target="../media/image437.png"/><Relationship Id="rId20" Type="http://schemas.openxmlformats.org/officeDocument/2006/relationships/image" Target="../media/image1790.png"/><Relationship Id="rId41" Type="http://schemas.openxmlformats.org/officeDocument/2006/relationships/customXml" Target="../ink/ink193.xml"/><Relationship Id="rId62" Type="http://schemas.openxmlformats.org/officeDocument/2006/relationships/image" Target="../media/image2000.png"/><Relationship Id="rId83" Type="http://schemas.openxmlformats.org/officeDocument/2006/relationships/customXml" Target="../ink/ink214.xml"/><Relationship Id="rId179" Type="http://schemas.openxmlformats.org/officeDocument/2006/relationships/customXml" Target="../ink/ink262.xml"/><Relationship Id="rId190" Type="http://schemas.openxmlformats.org/officeDocument/2006/relationships/image" Target="../media/image360.png"/><Relationship Id="rId204" Type="http://schemas.openxmlformats.org/officeDocument/2006/relationships/image" Target="../media/image367.png"/><Relationship Id="rId225" Type="http://schemas.openxmlformats.org/officeDocument/2006/relationships/customXml" Target="../ink/ink285.xml"/><Relationship Id="rId246" Type="http://schemas.openxmlformats.org/officeDocument/2006/relationships/image" Target="../media/image388.png"/><Relationship Id="rId267" Type="http://schemas.openxmlformats.org/officeDocument/2006/relationships/customXml" Target="../ink/ink306.xml"/><Relationship Id="rId288" Type="http://schemas.openxmlformats.org/officeDocument/2006/relationships/image" Target="../media/image409.png"/><Relationship Id="rId106" Type="http://schemas.openxmlformats.org/officeDocument/2006/relationships/image" Target="../media/image318.png"/><Relationship Id="rId127" Type="http://schemas.openxmlformats.org/officeDocument/2006/relationships/customXml" Target="../ink/ink236.xml"/><Relationship Id="rId313" Type="http://schemas.openxmlformats.org/officeDocument/2006/relationships/customXml" Target="../ink/ink329.xml"/><Relationship Id="rId10" Type="http://schemas.openxmlformats.org/officeDocument/2006/relationships/customXml" Target="../ink/ink178.xml"/><Relationship Id="rId31" Type="http://schemas.openxmlformats.org/officeDocument/2006/relationships/customXml" Target="../ink/ink188.xml"/><Relationship Id="rId52" Type="http://schemas.openxmlformats.org/officeDocument/2006/relationships/image" Target="../media/image1950.png"/><Relationship Id="rId73" Type="http://schemas.openxmlformats.org/officeDocument/2006/relationships/customXml" Target="../ink/ink209.xml"/><Relationship Id="rId94" Type="http://schemas.openxmlformats.org/officeDocument/2006/relationships/image" Target="../media/image312.png"/><Relationship Id="rId148" Type="http://schemas.openxmlformats.org/officeDocument/2006/relationships/image" Target="../media/image339.png"/><Relationship Id="rId169" Type="http://schemas.openxmlformats.org/officeDocument/2006/relationships/customXml" Target="../ink/ink257.xml"/><Relationship Id="rId334" Type="http://schemas.openxmlformats.org/officeDocument/2006/relationships/image" Target="../media/image432.png"/><Relationship Id="rId355" Type="http://schemas.openxmlformats.org/officeDocument/2006/relationships/customXml" Target="../ink/ink350.xml"/><Relationship Id="rId4" Type="http://schemas.openxmlformats.org/officeDocument/2006/relationships/oleObject" Target="../embeddings/oleObject115.bin"/><Relationship Id="rId180" Type="http://schemas.openxmlformats.org/officeDocument/2006/relationships/image" Target="../media/image355.png"/><Relationship Id="rId215" Type="http://schemas.openxmlformats.org/officeDocument/2006/relationships/customXml" Target="../ink/ink280.xml"/><Relationship Id="rId236" Type="http://schemas.openxmlformats.org/officeDocument/2006/relationships/image" Target="../media/image383.png"/><Relationship Id="rId257" Type="http://schemas.openxmlformats.org/officeDocument/2006/relationships/customXml" Target="../ink/ink301.xml"/><Relationship Id="rId278" Type="http://schemas.openxmlformats.org/officeDocument/2006/relationships/image" Target="../media/image404.png"/><Relationship Id="rId303" Type="http://schemas.openxmlformats.org/officeDocument/2006/relationships/customXml" Target="../ink/ink324.xml"/><Relationship Id="rId42" Type="http://schemas.openxmlformats.org/officeDocument/2006/relationships/image" Target="../media/image1900.png"/><Relationship Id="rId84" Type="http://schemas.openxmlformats.org/officeDocument/2006/relationships/image" Target="../media/image2110.png"/><Relationship Id="rId138" Type="http://schemas.openxmlformats.org/officeDocument/2006/relationships/image" Target="../media/image334.png"/><Relationship Id="rId345" Type="http://schemas.openxmlformats.org/officeDocument/2006/relationships/customXml" Target="../ink/ink345.xml"/><Relationship Id="rId191" Type="http://schemas.openxmlformats.org/officeDocument/2006/relationships/customXml" Target="../ink/ink268.xml"/><Relationship Id="rId205" Type="http://schemas.openxmlformats.org/officeDocument/2006/relationships/customXml" Target="../ink/ink275.xml"/><Relationship Id="rId247" Type="http://schemas.openxmlformats.org/officeDocument/2006/relationships/customXml" Target="../ink/ink296.xml"/><Relationship Id="rId107" Type="http://schemas.openxmlformats.org/officeDocument/2006/relationships/customXml" Target="../ink/ink226.xml"/><Relationship Id="rId289" Type="http://schemas.openxmlformats.org/officeDocument/2006/relationships/customXml" Target="../ink/ink317.xml"/><Relationship Id="rId53" Type="http://schemas.openxmlformats.org/officeDocument/2006/relationships/customXml" Target="../ink/ink199.xml"/><Relationship Id="rId149" Type="http://schemas.openxmlformats.org/officeDocument/2006/relationships/customXml" Target="../ink/ink247.xml"/><Relationship Id="rId314" Type="http://schemas.openxmlformats.org/officeDocument/2006/relationships/image" Target="../media/image422.png"/><Relationship Id="rId356" Type="http://schemas.openxmlformats.org/officeDocument/2006/relationships/image" Target="../media/image443.png"/><Relationship Id="rId95" Type="http://schemas.openxmlformats.org/officeDocument/2006/relationships/customXml" Target="../ink/ink220.xml"/><Relationship Id="rId160" Type="http://schemas.openxmlformats.org/officeDocument/2006/relationships/image" Target="../media/image345.png"/><Relationship Id="rId216" Type="http://schemas.openxmlformats.org/officeDocument/2006/relationships/image" Target="../media/image373.png"/><Relationship Id="rId258" Type="http://schemas.openxmlformats.org/officeDocument/2006/relationships/image" Target="../media/image394.png"/><Relationship Id="rId22" Type="http://schemas.openxmlformats.org/officeDocument/2006/relationships/image" Target="../media/image180.png"/><Relationship Id="rId64" Type="http://schemas.openxmlformats.org/officeDocument/2006/relationships/image" Target="../media/image2010.png"/><Relationship Id="rId118" Type="http://schemas.openxmlformats.org/officeDocument/2006/relationships/image" Target="../media/image324.png"/><Relationship Id="rId325" Type="http://schemas.openxmlformats.org/officeDocument/2006/relationships/customXml" Target="../ink/ink335.xml"/><Relationship Id="rId171" Type="http://schemas.openxmlformats.org/officeDocument/2006/relationships/customXml" Target="../ink/ink258.xml"/><Relationship Id="rId227" Type="http://schemas.openxmlformats.org/officeDocument/2006/relationships/customXml" Target="../ink/ink286.xml"/><Relationship Id="rId269" Type="http://schemas.openxmlformats.org/officeDocument/2006/relationships/customXml" Target="../ink/ink307.xml"/><Relationship Id="rId33" Type="http://schemas.openxmlformats.org/officeDocument/2006/relationships/customXml" Target="../ink/ink189.xml"/><Relationship Id="rId129" Type="http://schemas.openxmlformats.org/officeDocument/2006/relationships/customXml" Target="../ink/ink237.xml"/><Relationship Id="rId280" Type="http://schemas.openxmlformats.org/officeDocument/2006/relationships/image" Target="../media/image405.png"/><Relationship Id="rId336" Type="http://schemas.openxmlformats.org/officeDocument/2006/relationships/image" Target="../media/image433.png"/><Relationship Id="rId75" Type="http://schemas.openxmlformats.org/officeDocument/2006/relationships/customXml" Target="../ink/ink210.xml"/><Relationship Id="rId140" Type="http://schemas.openxmlformats.org/officeDocument/2006/relationships/image" Target="../media/image335.png"/><Relationship Id="rId182" Type="http://schemas.openxmlformats.org/officeDocument/2006/relationships/image" Target="../media/image356.png"/><Relationship Id="rId6" Type="http://schemas.openxmlformats.org/officeDocument/2006/relationships/oleObject" Target="../embeddings/oleObject116.bin"/><Relationship Id="rId238" Type="http://schemas.openxmlformats.org/officeDocument/2006/relationships/image" Target="../media/image384.png"/><Relationship Id="rId291" Type="http://schemas.openxmlformats.org/officeDocument/2006/relationships/customXml" Target="../ink/ink318.xml"/><Relationship Id="rId305" Type="http://schemas.openxmlformats.org/officeDocument/2006/relationships/customXml" Target="../ink/ink325.xml"/><Relationship Id="rId347" Type="http://schemas.openxmlformats.org/officeDocument/2006/relationships/customXml" Target="../ink/ink346.xml"/><Relationship Id="rId44" Type="http://schemas.openxmlformats.org/officeDocument/2006/relationships/image" Target="../media/image191.png"/><Relationship Id="rId86" Type="http://schemas.openxmlformats.org/officeDocument/2006/relationships/image" Target="../media/image308.png"/><Relationship Id="rId151" Type="http://schemas.openxmlformats.org/officeDocument/2006/relationships/customXml" Target="../ink/ink248.xml"/><Relationship Id="rId193" Type="http://schemas.openxmlformats.org/officeDocument/2006/relationships/customXml" Target="../ink/ink269.xml"/><Relationship Id="rId207" Type="http://schemas.openxmlformats.org/officeDocument/2006/relationships/customXml" Target="../ink/ink276.xml"/><Relationship Id="rId249" Type="http://schemas.openxmlformats.org/officeDocument/2006/relationships/customXml" Target="../ink/ink297.xml"/><Relationship Id="rId13" Type="http://schemas.openxmlformats.org/officeDocument/2006/relationships/customXml" Target="../ink/ink179.xml"/><Relationship Id="rId109" Type="http://schemas.openxmlformats.org/officeDocument/2006/relationships/customXml" Target="../ink/ink227.xml"/><Relationship Id="rId260" Type="http://schemas.openxmlformats.org/officeDocument/2006/relationships/image" Target="../media/image395.png"/><Relationship Id="rId316" Type="http://schemas.openxmlformats.org/officeDocument/2006/relationships/image" Target="../media/image423.png"/><Relationship Id="rId55" Type="http://schemas.openxmlformats.org/officeDocument/2006/relationships/customXml" Target="../ink/ink200.xml"/><Relationship Id="rId97" Type="http://schemas.openxmlformats.org/officeDocument/2006/relationships/customXml" Target="../ink/ink221.xml"/><Relationship Id="rId120" Type="http://schemas.openxmlformats.org/officeDocument/2006/relationships/image" Target="../media/image325.png"/><Relationship Id="rId162" Type="http://schemas.openxmlformats.org/officeDocument/2006/relationships/image" Target="../media/image346.png"/><Relationship Id="rId218" Type="http://schemas.openxmlformats.org/officeDocument/2006/relationships/image" Target="../media/image374.png"/><Relationship Id="rId271" Type="http://schemas.openxmlformats.org/officeDocument/2006/relationships/customXml" Target="../ink/ink308.xml"/><Relationship Id="rId24" Type="http://schemas.openxmlformats.org/officeDocument/2006/relationships/image" Target="../media/image181.png"/><Relationship Id="rId66" Type="http://schemas.openxmlformats.org/officeDocument/2006/relationships/image" Target="../media/image2020.png"/><Relationship Id="rId131" Type="http://schemas.openxmlformats.org/officeDocument/2006/relationships/customXml" Target="../ink/ink238.xml"/><Relationship Id="rId327" Type="http://schemas.openxmlformats.org/officeDocument/2006/relationships/customXml" Target="../ink/ink336.xml"/><Relationship Id="rId173" Type="http://schemas.openxmlformats.org/officeDocument/2006/relationships/customXml" Target="../ink/ink259.xml"/><Relationship Id="rId229" Type="http://schemas.openxmlformats.org/officeDocument/2006/relationships/customXml" Target="../ink/ink287.xml"/><Relationship Id="rId240" Type="http://schemas.openxmlformats.org/officeDocument/2006/relationships/image" Target="../media/image385.png"/><Relationship Id="rId35" Type="http://schemas.openxmlformats.org/officeDocument/2006/relationships/customXml" Target="../ink/ink190.xml"/><Relationship Id="rId77" Type="http://schemas.openxmlformats.org/officeDocument/2006/relationships/customXml" Target="../ink/ink211.xml"/><Relationship Id="rId100" Type="http://schemas.openxmlformats.org/officeDocument/2006/relationships/image" Target="../media/image315.png"/><Relationship Id="rId282" Type="http://schemas.openxmlformats.org/officeDocument/2006/relationships/image" Target="../media/image406.png"/><Relationship Id="rId338" Type="http://schemas.openxmlformats.org/officeDocument/2006/relationships/image" Target="../media/image434.png"/><Relationship Id="rId8" Type="http://schemas.openxmlformats.org/officeDocument/2006/relationships/oleObject" Target="../embeddings/oleObject117.bin"/><Relationship Id="rId142" Type="http://schemas.openxmlformats.org/officeDocument/2006/relationships/image" Target="../media/image336.png"/><Relationship Id="rId184" Type="http://schemas.openxmlformats.org/officeDocument/2006/relationships/image" Target="../media/image35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05.png"/><Relationship Id="rId2" Type="http://schemas.openxmlformats.org/officeDocument/2006/relationships/image" Target="../media/image30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CF04565-2698-3A41-93C0-EF86E693639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5031"/>
            <a:ext cx="4537300" cy="1017918"/>
          </a:xfrm>
          <a:prstGeom prst="rect">
            <a:avLst/>
          </a:prstGeom>
        </p:spPr>
      </p:pic>
      <p:sp>
        <p:nvSpPr>
          <p:cNvPr id="11" name="Title 1"/>
          <p:cNvSpPr>
            <a:spLocks noGrp="1"/>
          </p:cNvSpPr>
          <p:nvPr>
            <p:ph type="ctrTitle"/>
          </p:nvPr>
        </p:nvSpPr>
        <p:spPr>
          <a:xfrm>
            <a:off x="1524000" y="1038284"/>
            <a:ext cx="9144000" cy="1306710"/>
          </a:xfrm>
        </p:spPr>
        <p:txBody>
          <a:bodyPr>
            <a:normAutofit/>
          </a:bodyPr>
          <a:lstStyle/>
          <a:p>
            <a:r>
              <a:rPr lang="en-US" altLang="zh-CN" sz="4000" dirty="0">
                <a:latin typeface="Times New Roman" panose="02020603050405020304" pitchFamily="18" charset="0"/>
                <a:ea typeface="DengXian" panose="02010600030101010101" pitchFamily="2" charset="-122"/>
                <a:cs typeface="Times New Roman" panose="02020603050405020304" pitchFamily="18" charset="0"/>
              </a:rPr>
              <a:t>EIE 2001 Basic Circuit Theory</a:t>
            </a:r>
            <a:endParaRPr lang="zh-CN" altLang="en-US" sz="4000" dirty="0">
              <a:latin typeface="Times New Roman" panose="02020603050405020304" pitchFamily="18" charset="0"/>
              <a:cs typeface="Times New Roman" panose="02020603050405020304" pitchFamily="18" charset="0"/>
            </a:endParaRPr>
          </a:p>
        </p:txBody>
      </p:sp>
      <p:sp>
        <p:nvSpPr>
          <p:cNvPr id="12" name="Subtitle 2"/>
          <p:cNvSpPr>
            <a:spLocks noGrp="1"/>
          </p:cNvSpPr>
          <p:nvPr>
            <p:ph type="subTitle" idx="1"/>
          </p:nvPr>
        </p:nvSpPr>
        <p:spPr>
          <a:xfrm>
            <a:off x="1066800" y="2861186"/>
            <a:ext cx="10058400" cy="2480699"/>
          </a:xfrm>
        </p:spPr>
        <p:txBody>
          <a:bodyPr>
            <a:normAutofit/>
          </a:bodyPr>
          <a:lstStyle/>
          <a:p>
            <a:r>
              <a:rPr lang="en-US" altLang="zh-CN" sz="4800" dirty="0">
                <a:solidFill>
                  <a:srgbClr val="7030A0"/>
                </a:solidFill>
                <a:latin typeface="Times New Roman" panose="02020603050405020304" pitchFamily="18" charset="0"/>
                <a:cs typeface="Times New Roman" panose="02020603050405020304" pitchFamily="18" charset="0"/>
              </a:rPr>
              <a:t>Lecture 6</a:t>
            </a:r>
          </a:p>
          <a:p>
            <a:r>
              <a:rPr lang="en-US" altLang="zh-CN" sz="4800" dirty="0">
                <a:solidFill>
                  <a:srgbClr val="7030A0"/>
                </a:solidFill>
                <a:latin typeface="Times New Roman" panose="02020603050405020304" pitchFamily="18" charset="0"/>
                <a:cs typeface="Times New Roman" panose="02020603050405020304" pitchFamily="18" charset="0"/>
              </a:rPr>
              <a:t>RLC Second-order Circuits</a:t>
            </a:r>
            <a:endParaRPr lang="zh-CN" altLang="en-US" sz="4800" dirty="0">
              <a:solidFill>
                <a:srgbClr val="7030A0"/>
              </a:solidFill>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9283513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Overview</a:t>
            </a:r>
            <a:endParaRPr lang="en-GB" dirty="0"/>
          </a:p>
        </p:txBody>
      </p:sp>
      <p:sp>
        <p:nvSpPr>
          <p:cNvPr id="5" name="Slide Number Placeholder 4"/>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1</a:t>
            </a:fld>
            <a:endParaRPr lang="en-US" altLang="zh-CN" dirty="0">
              <a:ea typeface="黑体" panose="02010609060101010101" pitchFamily="49" charset="-122"/>
            </a:endParaRPr>
          </a:p>
        </p:txBody>
      </p:sp>
      <p:sp>
        <p:nvSpPr>
          <p:cNvPr id="8" name="Content Placeholder 2"/>
          <p:cNvSpPr txBox="1">
            <a:spLocks/>
          </p:cNvSpPr>
          <p:nvPr/>
        </p:nvSpPr>
        <p:spPr>
          <a:xfrm>
            <a:off x="869430" y="1708879"/>
            <a:ext cx="10103370" cy="4647471"/>
          </a:xfrm>
          <a:prstGeom prst="rect">
            <a:avLst/>
          </a:prstGeom>
        </p:spPr>
        <p:txBody>
          <a:bodyPr vert="horz" lIns="91440" tIns="45720" rIns="91440" bIns="45720" rtlCol="0">
            <a:normAutofit/>
          </a:bodyPr>
          <a:lstStyle/>
          <a:p>
            <a:pPr marL="228600" lvl="0" indent="-228600" algn="just">
              <a:spcBef>
                <a:spcPts val="1000"/>
              </a:spcBef>
              <a:buFont typeface="Arial" panose="020B0604020202020204" pitchFamily="34" charset="0"/>
              <a:buChar char="•"/>
            </a:pPr>
            <a:r>
              <a:rPr lang="en-US" altLang="en-US" sz="2800" dirty="0"/>
              <a:t>The previous chapter introduced the concept of first order circuits.</a:t>
            </a:r>
          </a:p>
          <a:p>
            <a:pPr marL="228600" lvl="0" indent="-228600" algn="just">
              <a:spcBef>
                <a:spcPts val="1000"/>
              </a:spcBef>
              <a:buFont typeface="Arial" panose="020B0604020202020204" pitchFamily="34" charset="0"/>
              <a:buChar char="•"/>
            </a:pPr>
            <a:r>
              <a:rPr lang="en-US" altLang="en-US" sz="2800" dirty="0"/>
              <a:t>This chapter looks into second order circuits.</a:t>
            </a:r>
          </a:p>
          <a:p>
            <a:pPr marL="228600" lvl="0" indent="-228600" algn="just">
              <a:spcBef>
                <a:spcPts val="1000"/>
              </a:spcBef>
              <a:buFont typeface="Arial" panose="020B0604020202020204" pitchFamily="34" charset="0"/>
              <a:buChar char="•"/>
            </a:pPr>
            <a:r>
              <a:rPr lang="en-US" altLang="en-US" sz="2800" dirty="0"/>
              <a:t>When the circuits contain both Capacitor and Inductor (RLC circuits), the response needs to be expressed as a second order differential equation.</a:t>
            </a:r>
            <a:endParaRPr lang="en-US" altLang="en-US" sz="2000" dirty="0"/>
          </a:p>
          <a:p>
            <a:pPr marL="685800" lvl="1" indent="-228600" algn="just">
              <a:spcBef>
                <a:spcPts val="1000"/>
              </a:spcBef>
              <a:buFont typeface="Arial" panose="020B0604020202020204" pitchFamily="34" charset="0"/>
              <a:buChar char="•"/>
            </a:pPr>
            <a:r>
              <a:rPr lang="en-US" altLang="en-US" sz="2400" dirty="0"/>
              <a:t>RLC series and parallel circuits; </a:t>
            </a:r>
            <a:r>
              <a:rPr lang="en-US" altLang="en-US" sz="2400"/>
              <a:t>natural response </a:t>
            </a:r>
            <a:endParaRPr lang="en-US" altLang="en-US" sz="2400" dirty="0"/>
          </a:p>
          <a:p>
            <a:pPr marL="685800" lvl="1" indent="-228600" algn="just">
              <a:spcBef>
                <a:spcPts val="1000"/>
              </a:spcBef>
              <a:buFont typeface="Arial" panose="020B0604020202020204" pitchFamily="34" charset="0"/>
              <a:buChar char="•"/>
            </a:pPr>
            <a:r>
              <a:rPr lang="en-US" altLang="en-US" sz="2400" dirty="0"/>
              <a:t>Step response</a:t>
            </a:r>
          </a:p>
        </p:txBody>
      </p:sp>
    </p:spTree>
    <p:extLst>
      <p:ext uri="{BB962C8B-B14F-4D97-AF65-F5344CB8AC3E}">
        <p14:creationId xmlns:p14="http://schemas.microsoft.com/office/powerpoint/2010/main" val="3711590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en-US" altLang="en-US" dirty="0"/>
              <a:t>Second Order Circuits</a:t>
            </a:r>
          </a:p>
        </p:txBody>
      </p:sp>
      <p:sp>
        <p:nvSpPr>
          <p:cNvPr id="8195" name="Content Placeholder 2"/>
          <p:cNvSpPr>
            <a:spLocks noGrp="1"/>
          </p:cNvSpPr>
          <p:nvPr>
            <p:ph idx="1"/>
          </p:nvPr>
        </p:nvSpPr>
        <p:spPr>
          <a:xfrm>
            <a:off x="838200" y="1690687"/>
            <a:ext cx="7322389" cy="5030787"/>
          </a:xfrm>
        </p:spPr>
        <p:txBody>
          <a:bodyPr>
            <a:noAutofit/>
          </a:bodyPr>
          <a:lstStyle/>
          <a:p>
            <a:pPr algn="just"/>
            <a:r>
              <a:rPr lang="en-US" altLang="en-US" sz="2400" dirty="0"/>
              <a:t>RC or RL circuits only require first order differential equations to solve.</a:t>
            </a:r>
          </a:p>
          <a:p>
            <a:pPr algn="just"/>
            <a:endParaRPr lang="en-US" altLang="en-US" sz="1000" dirty="0"/>
          </a:p>
          <a:p>
            <a:pPr algn="just"/>
            <a:r>
              <a:rPr lang="en-US" altLang="en-US" sz="2400" dirty="0"/>
              <a:t>But when more than one “storage element”, </a:t>
            </a:r>
            <a:r>
              <a:rPr lang="en-US" altLang="en-US" sz="2400" i="1" dirty="0"/>
              <a:t>i.e.</a:t>
            </a:r>
            <a:r>
              <a:rPr lang="en-US" altLang="en-US" sz="2400" dirty="0"/>
              <a:t> multiple capacitors or inductors are present, the response require higher order differential equations to solve.</a:t>
            </a:r>
          </a:p>
          <a:p>
            <a:pPr algn="just"/>
            <a:endParaRPr lang="en-US" altLang="en-US" sz="1000" dirty="0"/>
          </a:p>
          <a:p>
            <a:pPr algn="just"/>
            <a:r>
              <a:rPr lang="en-US" sz="2400" dirty="0"/>
              <a:t>A second-order circuit is characterized by a second-order differential equation. It consists of resistors and the equivalent of two energy storage elements.</a:t>
            </a:r>
          </a:p>
          <a:p>
            <a:pPr algn="just"/>
            <a:endParaRPr lang="en-US" altLang="en-US" sz="1000" dirty="0"/>
          </a:p>
          <a:p>
            <a:pPr algn="just"/>
            <a:r>
              <a:rPr lang="en-US" altLang="en-US" sz="2400" dirty="0"/>
              <a:t>Here we will only consider DC independent sources for the second order circuits.</a:t>
            </a:r>
          </a:p>
        </p:txBody>
      </p:sp>
      <p:pic>
        <p:nvPicPr>
          <p:cNvPr id="8197" name="Picture 5" descr="C:\Users\Joel\Documents\Teaching\McGraw Hill\Fundamentals of Electric Circuits 5e\figures\Ch08\Color Labeled\ale80571_08_001.jpg"/>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753026" y="232295"/>
            <a:ext cx="3392303" cy="648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5"/>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2</a:t>
            </a:fld>
            <a:endParaRPr lang="en-US" altLang="zh-CN" dirty="0">
              <a:ea typeface="黑体" panose="02010609060101010101" pitchFamily="49" charset="-122"/>
            </a:endParaRPr>
          </a:p>
        </p:txBody>
      </p:sp>
    </p:spTree>
    <p:extLst>
      <p:ext uri="{BB962C8B-B14F-4D97-AF65-F5344CB8AC3E}">
        <p14:creationId xmlns:p14="http://schemas.microsoft.com/office/powerpoint/2010/main" val="4713066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altLang="zh-CN" dirty="0"/>
              <a:t>RLC Circuits Analysis</a:t>
            </a:r>
            <a:endParaRPr lang="en-US" altLang="en-US" dirty="0"/>
          </a:p>
        </p:txBody>
      </p:sp>
      <p:sp>
        <p:nvSpPr>
          <p:cNvPr id="10243" name="Content Placeholder 2"/>
          <p:cNvSpPr>
            <a:spLocks noGrp="1"/>
          </p:cNvSpPr>
          <p:nvPr>
            <p:ph idx="1"/>
          </p:nvPr>
        </p:nvSpPr>
        <p:spPr>
          <a:xfrm>
            <a:off x="838200" y="1690688"/>
            <a:ext cx="10515600" cy="4665662"/>
          </a:xfrm>
        </p:spPr>
        <p:txBody>
          <a:bodyPr>
            <a:noAutofit/>
          </a:bodyPr>
          <a:lstStyle/>
          <a:p>
            <a:pPr algn="just"/>
            <a:r>
              <a:rPr lang="en-US" altLang="en-US" dirty="0"/>
              <a:t>The analysis is similar to the first order circuits, we will still start with source free response analysis, then response analysis with external power source. </a:t>
            </a:r>
          </a:p>
          <a:p>
            <a:pPr algn="just"/>
            <a:r>
              <a:rPr lang="en-US" altLang="zh-CN" dirty="0"/>
              <a:t>Identify the variable of interest: </a:t>
            </a:r>
            <a:r>
              <a:rPr lang="en-US" altLang="zh-CN" i="1" dirty="0" err="1"/>
              <a:t>i</a:t>
            </a:r>
            <a:r>
              <a:rPr lang="en-US" altLang="zh-CN" i="1" baseline="-25000" dirty="0" err="1"/>
              <a:t>L</a:t>
            </a:r>
            <a:r>
              <a:rPr lang="en-US" altLang="zh-CN" dirty="0"/>
              <a:t>(t) for inductor, </a:t>
            </a:r>
            <a:r>
              <a:rPr lang="en-US" altLang="zh-CN" i="1" dirty="0" err="1"/>
              <a:t>v</a:t>
            </a:r>
            <a:r>
              <a:rPr lang="en-US" altLang="zh-CN" i="1" baseline="-25000" dirty="0" err="1"/>
              <a:t>C</a:t>
            </a:r>
            <a:r>
              <a:rPr lang="en-US" altLang="zh-CN" dirty="0"/>
              <a:t>(t) for capacitor</a:t>
            </a:r>
          </a:p>
          <a:p>
            <a:pPr lvl="1" algn="just"/>
            <a:r>
              <a:rPr lang="en-US" altLang="en-US" dirty="0"/>
              <a:t>Setting the voltage polarity across a capacitor and the direction of current through an inductor is critical.</a:t>
            </a:r>
          </a:p>
          <a:p>
            <a:pPr lvl="1" algn="just"/>
            <a:r>
              <a:rPr lang="en-US" altLang="en-US" dirty="0"/>
              <a:t>Remember that capacitor voltage and inductor current are always continuous.</a:t>
            </a:r>
          </a:p>
          <a:p>
            <a:pPr algn="just"/>
            <a:r>
              <a:rPr lang="en-US" altLang="en-US" dirty="0"/>
              <a:t>Determine the initial value of the variable(s)</a:t>
            </a:r>
          </a:p>
          <a:p>
            <a:pPr lvl="1" algn="just"/>
            <a:r>
              <a:rPr lang="en-US" altLang="en-US" dirty="0"/>
              <a:t>Working on second order system is harder than first order in terms of finding initial and final conditions.</a:t>
            </a:r>
          </a:p>
          <a:p>
            <a:pPr lvl="1" algn="just"/>
            <a:r>
              <a:rPr lang="en-US" altLang="en-US" dirty="0"/>
              <a:t>Need to know the initial values for derivatives, </a:t>
            </a:r>
            <a:r>
              <a:rPr lang="en-US" altLang="en-US" i="1" dirty="0"/>
              <a:t>dv/</a:t>
            </a:r>
            <a:r>
              <a:rPr lang="en-US" altLang="en-US" i="1"/>
              <a:t>dt</a:t>
            </a:r>
            <a:r>
              <a:rPr lang="en-US" altLang="en-US"/>
              <a:t> or </a:t>
            </a:r>
            <a:r>
              <a:rPr lang="en-US" altLang="en-US" i="1" dirty="0"/>
              <a:t>di</a:t>
            </a:r>
            <a:r>
              <a:rPr lang="en-US" altLang="en-US" i="1"/>
              <a:t>/dt</a:t>
            </a:r>
            <a:r>
              <a:rPr lang="en-US" altLang="en-US"/>
              <a:t>.</a:t>
            </a:r>
            <a:endParaRPr lang="en-US" altLang="en-US" dirty="0"/>
          </a:p>
          <a:p>
            <a:pPr algn="just"/>
            <a:endParaRPr lang="en-US" altLang="en-US" dirty="0"/>
          </a:p>
        </p:txBody>
      </p:sp>
      <p:sp>
        <p:nvSpPr>
          <p:cNvPr id="5" name="Slide Number Placeholder 4"/>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3</a:t>
            </a:fld>
            <a:endParaRPr lang="en-US" altLang="zh-CN" dirty="0">
              <a:ea typeface="黑体" panose="02010609060101010101" pitchFamily="49" charset="-122"/>
            </a:endParaRPr>
          </a:p>
        </p:txBody>
      </p:sp>
    </p:spTree>
    <p:extLst>
      <p:ext uri="{BB962C8B-B14F-4D97-AF65-F5344CB8AC3E}">
        <p14:creationId xmlns:p14="http://schemas.microsoft.com/office/powerpoint/2010/main" val="34929617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Example 1</a:t>
            </a:r>
            <a:endParaRPr lang="zh-CN" altLang="en-US" dirty="0"/>
          </a:p>
        </p:txBody>
      </p:sp>
      <p:pic>
        <p:nvPicPr>
          <p:cNvPr id="5" name="Content Placeholder 4"/>
          <p:cNvPicPr>
            <a:picLocks noGrp="1" noChangeAspect="1"/>
          </p:cNvPicPr>
          <p:nvPr>
            <p:ph idx="1"/>
          </p:nvPr>
        </p:nvPicPr>
        <p:blipFill>
          <a:blip r:embed="rId2" cstate="print"/>
          <a:stretch>
            <a:fillRect/>
          </a:stretch>
        </p:blipFill>
        <p:spPr>
          <a:xfrm>
            <a:off x="838200" y="2983832"/>
            <a:ext cx="5614194" cy="2553749"/>
          </a:xfrm>
          <a:prstGeom prst="rect">
            <a:avLst/>
          </a:prstGeom>
        </p:spPr>
      </p:pic>
      <p:sp>
        <p:nvSpPr>
          <p:cNvPr id="4" name="Slide Number Placeholder 3"/>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4</a:t>
            </a:fld>
            <a:endParaRPr lang="en-US" altLang="zh-CN" dirty="0">
              <a:ea typeface="黑体" panose="02010609060101010101" pitchFamily="49" charset="-122"/>
            </a:endParaRPr>
          </a:p>
        </p:txBody>
      </p:sp>
      <p:pic>
        <p:nvPicPr>
          <p:cNvPr id="7" name="Picture 6"/>
          <p:cNvPicPr>
            <a:picLocks noChangeAspect="1"/>
          </p:cNvPicPr>
          <p:nvPr/>
        </p:nvPicPr>
        <p:blipFill>
          <a:blip r:embed="rId3" cstate="print"/>
          <a:stretch>
            <a:fillRect/>
          </a:stretch>
        </p:blipFill>
        <p:spPr>
          <a:xfrm>
            <a:off x="6615606" y="2349003"/>
            <a:ext cx="3653186" cy="2051174"/>
          </a:xfrm>
          <a:prstGeom prst="rect">
            <a:avLst/>
          </a:prstGeom>
        </p:spPr>
      </p:pic>
      <p:pic>
        <p:nvPicPr>
          <p:cNvPr id="8" name="Picture 7"/>
          <p:cNvPicPr>
            <a:picLocks noChangeAspect="1"/>
          </p:cNvPicPr>
          <p:nvPr/>
        </p:nvPicPr>
        <p:blipFill>
          <a:blip r:embed="rId4" cstate="print"/>
          <a:stretch>
            <a:fillRect/>
          </a:stretch>
        </p:blipFill>
        <p:spPr>
          <a:xfrm>
            <a:off x="6952408" y="4853032"/>
            <a:ext cx="3316384" cy="1830764"/>
          </a:xfrm>
          <a:prstGeom prst="rect">
            <a:avLst/>
          </a:prstGeom>
        </p:spPr>
      </p:pic>
      <p:sp>
        <p:nvSpPr>
          <p:cNvPr id="9" name="TextBox 8"/>
          <p:cNvSpPr txBox="1"/>
          <p:nvPr/>
        </p:nvSpPr>
        <p:spPr>
          <a:xfrm>
            <a:off x="10383924" y="3409996"/>
            <a:ext cx="777777" cy="461665"/>
          </a:xfrm>
          <a:prstGeom prst="rect">
            <a:avLst/>
          </a:prstGeom>
          <a:noFill/>
        </p:spPr>
        <p:txBody>
          <a:bodyPr wrap="none" rtlCol="0">
            <a:spAutoFit/>
          </a:bodyPr>
          <a:lstStyle/>
          <a:p>
            <a:r>
              <a:rPr lang="en-US" altLang="zh-CN" sz="2400" i="1" dirty="0"/>
              <a:t>t=0 </a:t>
            </a:r>
            <a:r>
              <a:rPr lang="en-US" altLang="zh-CN" sz="2400" i="1" baseline="30000" dirty="0"/>
              <a:t>-</a:t>
            </a:r>
            <a:endParaRPr lang="zh-CN" altLang="en-US" sz="2400" i="1" baseline="30000" dirty="0"/>
          </a:p>
        </p:txBody>
      </p:sp>
      <p:sp>
        <p:nvSpPr>
          <p:cNvPr id="10" name="Rectangle 9"/>
          <p:cNvSpPr/>
          <p:nvPr/>
        </p:nvSpPr>
        <p:spPr>
          <a:xfrm>
            <a:off x="10391938" y="5537581"/>
            <a:ext cx="769763" cy="461665"/>
          </a:xfrm>
          <a:prstGeom prst="rect">
            <a:avLst/>
          </a:prstGeom>
        </p:spPr>
        <p:txBody>
          <a:bodyPr wrap="none">
            <a:spAutoFit/>
          </a:bodyPr>
          <a:lstStyle/>
          <a:p>
            <a:r>
              <a:rPr lang="en-US" altLang="zh-CN" sz="2400" i="1" dirty="0"/>
              <a:t>t=0</a:t>
            </a:r>
            <a:r>
              <a:rPr lang="en-US" altLang="zh-CN" sz="2400" i="1" baseline="30000" dirty="0"/>
              <a:t>+</a:t>
            </a:r>
            <a:endParaRPr lang="zh-CN" altLang="en-US" sz="2400" baseline="30000" dirty="0"/>
          </a:p>
        </p:txBody>
      </p:sp>
      <p:pic>
        <p:nvPicPr>
          <p:cNvPr id="11" name="Picture 10"/>
          <p:cNvPicPr>
            <a:picLocks noChangeAspect="1"/>
          </p:cNvPicPr>
          <p:nvPr/>
        </p:nvPicPr>
        <p:blipFill>
          <a:blip r:embed="rId5" cstate="print"/>
          <a:stretch>
            <a:fillRect/>
          </a:stretch>
        </p:blipFill>
        <p:spPr>
          <a:xfrm>
            <a:off x="838200" y="1663713"/>
            <a:ext cx="8449727" cy="768157"/>
          </a:xfrm>
          <a:prstGeom prst="rect">
            <a:avLst/>
          </a:prstGeom>
        </p:spPr>
      </p:pic>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415254E0-D3BD-5E38-7855-2AF46FF89EE8}"/>
                  </a:ext>
                </a:extLst>
              </p14:cNvPr>
              <p14:cNvContentPartPr/>
              <p14:nvPr/>
            </p14:nvContentPartPr>
            <p14:xfrm>
              <a:off x="3751920" y="385200"/>
              <a:ext cx="5337000" cy="900360"/>
            </p14:xfrm>
          </p:contentPart>
        </mc:Choice>
        <mc:Fallback xmlns="">
          <p:pic>
            <p:nvPicPr>
              <p:cNvPr id="3" name="Ink 2">
                <a:extLst>
                  <a:ext uri="{FF2B5EF4-FFF2-40B4-BE49-F238E27FC236}">
                    <a16:creationId xmlns:a16="http://schemas.microsoft.com/office/drawing/2014/main" id="{415254E0-D3BD-5E38-7855-2AF46FF89EE8}"/>
                  </a:ext>
                </a:extLst>
              </p:cNvPr>
              <p:cNvPicPr/>
              <p:nvPr/>
            </p:nvPicPr>
            <p:blipFill>
              <a:blip r:embed="rId7"/>
              <a:stretch>
                <a:fillRect/>
              </a:stretch>
            </p:blipFill>
            <p:spPr>
              <a:xfrm>
                <a:off x="3742560" y="375840"/>
                <a:ext cx="5355720" cy="919080"/>
              </a:xfrm>
              <a:prstGeom prst="rect">
                <a:avLst/>
              </a:prstGeom>
            </p:spPr>
          </p:pic>
        </mc:Fallback>
      </mc:AlternateContent>
    </p:spTree>
    <p:extLst>
      <p:ext uri="{BB962C8B-B14F-4D97-AF65-F5344CB8AC3E}">
        <p14:creationId xmlns:p14="http://schemas.microsoft.com/office/powerpoint/2010/main" val="981698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par>
                                <p:cTn id="8" presetID="14" presetClass="entr" presetSubtype="1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randombar(horizontal)">
                                      <p:cBhvr>
                                        <p:cTn id="10" dur="500"/>
                                        <p:tgtEl>
                                          <p:spTgt spid="8"/>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randombar(horizontal)">
                                      <p:cBhvr>
                                        <p:cTn id="13" dur="500"/>
                                        <p:tgtEl>
                                          <p:spTgt spid="9"/>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randombar(horizontal)">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Example 2</a:t>
            </a:r>
            <a:endParaRPr lang="zh-CN" altLang="en-US" dirty="0"/>
          </a:p>
        </p:txBody>
      </p:sp>
      <p:pic>
        <p:nvPicPr>
          <p:cNvPr id="5" name="Content Placeholder 4"/>
          <p:cNvPicPr>
            <a:picLocks noGrp="1" noChangeAspect="1"/>
          </p:cNvPicPr>
          <p:nvPr>
            <p:ph idx="1"/>
          </p:nvPr>
        </p:nvPicPr>
        <p:blipFill>
          <a:blip r:embed="rId2" cstate="print">
            <a:clrChange>
              <a:clrFrom>
                <a:srgbClr val="FFFFFF"/>
              </a:clrFrom>
              <a:clrTo>
                <a:srgbClr val="FFFFFF">
                  <a:alpha val="0"/>
                </a:srgbClr>
              </a:clrTo>
            </a:clrChange>
          </a:blip>
          <a:stretch>
            <a:fillRect/>
          </a:stretch>
        </p:blipFill>
        <p:spPr>
          <a:xfrm>
            <a:off x="564267" y="1208129"/>
            <a:ext cx="6069143" cy="2517315"/>
          </a:xfrm>
          <a:prstGeom prst="rect">
            <a:avLst/>
          </a:prstGeom>
        </p:spPr>
      </p:pic>
      <p:sp>
        <p:nvSpPr>
          <p:cNvPr id="4" name="Slide Number Placeholder 3"/>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5</a:t>
            </a:fld>
            <a:endParaRPr lang="en-US" altLang="zh-CN" dirty="0">
              <a:ea typeface="黑体" panose="02010609060101010101" pitchFamily="49" charset="-122"/>
            </a:endParaRPr>
          </a:p>
        </p:txBody>
      </p:sp>
      <p:pic>
        <p:nvPicPr>
          <p:cNvPr id="7" name="Picture 6"/>
          <p:cNvPicPr>
            <a:picLocks noChangeAspect="1"/>
          </p:cNvPicPr>
          <p:nvPr/>
        </p:nvPicPr>
        <p:blipFill>
          <a:blip r:embed="rId3" cstate="print"/>
          <a:stretch>
            <a:fillRect/>
          </a:stretch>
        </p:blipFill>
        <p:spPr>
          <a:xfrm>
            <a:off x="6633410" y="1778480"/>
            <a:ext cx="5324475" cy="1057275"/>
          </a:xfrm>
          <a:prstGeom prst="rect">
            <a:avLst/>
          </a:prstGeom>
        </p:spPr>
      </p:pic>
      <p:pic>
        <p:nvPicPr>
          <p:cNvPr id="8" name="Picture 7"/>
          <p:cNvPicPr>
            <a:picLocks noChangeAspect="1"/>
          </p:cNvPicPr>
          <p:nvPr/>
        </p:nvPicPr>
        <p:blipFill>
          <a:blip r:embed="rId4" cstate="print"/>
          <a:stretch>
            <a:fillRect/>
          </a:stretch>
        </p:blipFill>
        <p:spPr>
          <a:xfrm>
            <a:off x="989097" y="4110292"/>
            <a:ext cx="3598946" cy="2246058"/>
          </a:xfrm>
          <a:prstGeom prst="rect">
            <a:avLst/>
          </a:prstGeom>
        </p:spPr>
      </p:pic>
      <p:pic>
        <p:nvPicPr>
          <p:cNvPr id="9" name="Picture 8"/>
          <p:cNvPicPr>
            <a:picLocks noChangeAspect="1"/>
          </p:cNvPicPr>
          <p:nvPr/>
        </p:nvPicPr>
        <p:blipFill>
          <a:blip r:embed="rId5" cstate="print"/>
          <a:stretch>
            <a:fillRect/>
          </a:stretch>
        </p:blipFill>
        <p:spPr>
          <a:xfrm>
            <a:off x="6096000" y="4110292"/>
            <a:ext cx="4492116" cy="2246058"/>
          </a:xfrm>
          <a:prstGeom prst="rect">
            <a:avLst/>
          </a:prstGeom>
        </p:spPr>
      </p:pic>
      <p:sp>
        <p:nvSpPr>
          <p:cNvPr id="10" name="TextBox 9"/>
          <p:cNvSpPr txBox="1"/>
          <p:nvPr/>
        </p:nvSpPr>
        <p:spPr>
          <a:xfrm>
            <a:off x="4647019" y="5075915"/>
            <a:ext cx="777777" cy="461665"/>
          </a:xfrm>
          <a:prstGeom prst="rect">
            <a:avLst/>
          </a:prstGeom>
          <a:noFill/>
        </p:spPr>
        <p:txBody>
          <a:bodyPr wrap="none" rtlCol="0">
            <a:spAutoFit/>
          </a:bodyPr>
          <a:lstStyle/>
          <a:p>
            <a:r>
              <a:rPr lang="en-US" altLang="zh-CN" sz="2400" i="1" dirty="0"/>
              <a:t>t=0 </a:t>
            </a:r>
            <a:r>
              <a:rPr lang="en-US" altLang="zh-CN" sz="2400" i="1" baseline="30000" dirty="0"/>
              <a:t>-</a:t>
            </a:r>
            <a:endParaRPr lang="zh-CN" altLang="en-US" sz="2400" i="1" baseline="30000" dirty="0"/>
          </a:p>
        </p:txBody>
      </p:sp>
      <p:sp>
        <p:nvSpPr>
          <p:cNvPr id="11" name="Rectangle 10"/>
          <p:cNvSpPr/>
          <p:nvPr/>
        </p:nvSpPr>
        <p:spPr>
          <a:xfrm>
            <a:off x="10968918" y="5075915"/>
            <a:ext cx="769763" cy="461665"/>
          </a:xfrm>
          <a:prstGeom prst="rect">
            <a:avLst/>
          </a:prstGeom>
        </p:spPr>
        <p:txBody>
          <a:bodyPr wrap="none">
            <a:spAutoFit/>
          </a:bodyPr>
          <a:lstStyle/>
          <a:p>
            <a:r>
              <a:rPr lang="en-US" altLang="zh-CN" sz="2400" i="1" dirty="0"/>
              <a:t>t=0</a:t>
            </a:r>
            <a:r>
              <a:rPr lang="en-US" altLang="zh-CN" sz="2400" i="1" baseline="30000" dirty="0"/>
              <a:t>+</a:t>
            </a:r>
            <a:endParaRPr lang="zh-CN" altLang="en-US" sz="2400" baseline="30000" dirty="0"/>
          </a:p>
        </p:txBody>
      </p:sp>
    </p:spTree>
    <p:extLst>
      <p:ext uri="{BB962C8B-B14F-4D97-AF65-F5344CB8AC3E}">
        <p14:creationId xmlns:p14="http://schemas.microsoft.com/office/powerpoint/2010/main" val="20090681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CD30C9B-C56B-DE4C-44BD-D78558085EFD}"/>
              </a:ext>
            </a:extLst>
          </p:cNvPr>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6</a:t>
            </a:fld>
            <a:endParaRPr lang="en-US" altLang="zh-CN" dirty="0">
              <a:ea typeface="黑体" panose="02010609060101010101" pitchFamily="49" charset="-122"/>
            </a:endParaRPr>
          </a:p>
        </p:txBody>
      </p:sp>
      <p:pic>
        <p:nvPicPr>
          <p:cNvPr id="5" name="Picture 4">
            <a:extLst>
              <a:ext uri="{FF2B5EF4-FFF2-40B4-BE49-F238E27FC236}">
                <a16:creationId xmlns:a16="http://schemas.microsoft.com/office/drawing/2014/main" id="{7258DFA3-D9BF-8097-1966-80DEF4F5A9D0}"/>
              </a:ext>
            </a:extLst>
          </p:cNvPr>
          <p:cNvPicPr>
            <a:picLocks noChangeAspect="1"/>
          </p:cNvPicPr>
          <p:nvPr/>
        </p:nvPicPr>
        <p:blipFill>
          <a:blip r:embed="rId2" cstate="print"/>
          <a:stretch>
            <a:fillRect/>
          </a:stretch>
        </p:blipFill>
        <p:spPr>
          <a:xfrm>
            <a:off x="547955" y="653038"/>
            <a:ext cx="4492116" cy="2246058"/>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A693C30A-CDFB-0FE2-EF21-CC735DA90A39}"/>
                  </a:ext>
                </a:extLst>
              </p14:cNvPr>
              <p14:cNvContentPartPr/>
              <p14:nvPr/>
            </p14:nvContentPartPr>
            <p14:xfrm>
              <a:off x="500760" y="23040"/>
              <a:ext cx="11624400" cy="6865560"/>
            </p14:xfrm>
          </p:contentPart>
        </mc:Choice>
        <mc:Fallback xmlns="">
          <p:pic>
            <p:nvPicPr>
              <p:cNvPr id="6" name="Ink 5">
                <a:extLst>
                  <a:ext uri="{FF2B5EF4-FFF2-40B4-BE49-F238E27FC236}">
                    <a16:creationId xmlns:a16="http://schemas.microsoft.com/office/drawing/2014/main" id="{A693C30A-CDFB-0FE2-EF21-CC735DA90A39}"/>
                  </a:ext>
                </a:extLst>
              </p:cNvPr>
              <p:cNvPicPr/>
              <p:nvPr/>
            </p:nvPicPr>
            <p:blipFill>
              <a:blip r:embed="rId4"/>
              <a:stretch>
                <a:fillRect/>
              </a:stretch>
            </p:blipFill>
            <p:spPr>
              <a:xfrm>
                <a:off x="491400" y="13680"/>
                <a:ext cx="11643120" cy="6884280"/>
              </a:xfrm>
              <a:prstGeom prst="rect">
                <a:avLst/>
              </a:prstGeom>
            </p:spPr>
          </p:pic>
        </mc:Fallback>
      </mc:AlternateContent>
    </p:spTree>
    <p:extLst>
      <p:ext uri="{BB962C8B-B14F-4D97-AF65-F5344CB8AC3E}">
        <p14:creationId xmlns:p14="http://schemas.microsoft.com/office/powerpoint/2010/main" val="13625719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Recall the Response of RL/RC Circuits</a:t>
            </a:r>
            <a:endParaRPr lang="zh-CN" altLang="en-US" dirty="0"/>
          </a:p>
        </p:txBody>
      </p:sp>
      <p:sp>
        <p:nvSpPr>
          <p:cNvPr id="4" name="Slide Number Placeholder 3"/>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7</a:t>
            </a:fld>
            <a:endParaRPr lang="en-US" altLang="zh-CN" dirty="0">
              <a:ea typeface="黑体" panose="02010609060101010101" pitchFamily="49" charset="-122"/>
            </a:endParaRPr>
          </a:p>
        </p:txBody>
      </p:sp>
      <p:pic>
        <p:nvPicPr>
          <p:cNvPr id="5" name="Picture 2" descr="AAEHZYQ0.jpg"/>
          <p:cNvPicPr>
            <a:picLocks noChangeAspect="1"/>
          </p:cNvPicPr>
          <p:nvPr/>
        </p:nvPicPr>
        <p:blipFill rotWithShape="1">
          <a:blip r:embed="rId2" cstate="print">
            <a:extLst>
              <a:ext uri="{28A0092B-C50C-407E-A947-70E740481C1C}">
                <a14:useLocalDpi xmlns:a14="http://schemas.microsoft.com/office/drawing/2010/main" val="0"/>
              </a:ext>
            </a:extLst>
          </a:blip>
          <a:srcRect r="52170" b="20476"/>
          <a:stretch/>
        </p:blipFill>
        <p:spPr bwMode="auto">
          <a:xfrm>
            <a:off x="4110883" y="1963164"/>
            <a:ext cx="1751479" cy="1171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2" descr="AAEHZYQ0.jpg"/>
          <p:cNvPicPr>
            <a:picLocks noChangeAspect="1"/>
          </p:cNvPicPr>
          <p:nvPr/>
        </p:nvPicPr>
        <p:blipFill rotWithShape="1">
          <a:blip r:embed="rId3" cstate="print">
            <a:extLst>
              <a:ext uri="{28A0092B-C50C-407E-A947-70E740481C1C}">
                <a14:useLocalDpi xmlns:a14="http://schemas.microsoft.com/office/drawing/2010/main" val="0"/>
              </a:ext>
            </a:extLst>
          </a:blip>
          <a:srcRect l="51522" t="-1905" r="648" b="22380"/>
          <a:stretch/>
        </p:blipFill>
        <p:spPr bwMode="auto">
          <a:xfrm>
            <a:off x="6539886" y="1959687"/>
            <a:ext cx="1745697" cy="1167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3890483" y="1385918"/>
            <a:ext cx="1854482" cy="523220"/>
          </a:xfrm>
          <a:prstGeom prst="rect">
            <a:avLst/>
          </a:prstGeom>
          <a:noFill/>
        </p:spPr>
        <p:txBody>
          <a:bodyPr wrap="none" rtlCol="0">
            <a:spAutoFit/>
          </a:bodyPr>
          <a:lstStyle/>
          <a:p>
            <a:r>
              <a:rPr lang="en-US" altLang="zh-CN" sz="2800" dirty="0">
                <a:latin typeface="Times New Roman" panose="02020603050405020304" pitchFamily="18" charset="0"/>
                <a:cs typeface="Times New Roman" panose="02020603050405020304" pitchFamily="18" charset="0"/>
              </a:rPr>
              <a:t>RL Circuits</a:t>
            </a:r>
            <a:endParaRPr lang="zh-CN" altLang="en-US" sz="2800" dirty="0">
              <a:latin typeface="Times New Roman" panose="02020603050405020304" pitchFamily="18" charset="0"/>
              <a:cs typeface="Times New Roman" panose="02020603050405020304" pitchFamily="18" charset="0"/>
            </a:endParaRPr>
          </a:p>
        </p:txBody>
      </p:sp>
      <p:sp>
        <p:nvSpPr>
          <p:cNvPr id="8" name="TextBox 7"/>
          <p:cNvSpPr txBox="1"/>
          <p:nvPr/>
        </p:nvSpPr>
        <p:spPr>
          <a:xfrm>
            <a:off x="6539886" y="1390300"/>
            <a:ext cx="1887055" cy="523220"/>
          </a:xfrm>
          <a:prstGeom prst="rect">
            <a:avLst/>
          </a:prstGeom>
          <a:noFill/>
        </p:spPr>
        <p:txBody>
          <a:bodyPr wrap="none" rtlCol="0">
            <a:spAutoFit/>
          </a:bodyPr>
          <a:lstStyle/>
          <a:p>
            <a:r>
              <a:rPr lang="en-US" altLang="zh-CN" sz="2800" dirty="0">
                <a:latin typeface="Times New Roman" panose="02020603050405020304" pitchFamily="18" charset="0"/>
                <a:cs typeface="Times New Roman" panose="02020603050405020304" pitchFamily="18" charset="0"/>
              </a:rPr>
              <a:t>RC Circuits</a:t>
            </a:r>
            <a:endParaRPr lang="zh-CN" altLang="en-US" sz="2800" dirty="0">
              <a:latin typeface="Times New Roman" panose="02020603050405020304" pitchFamily="18" charset="0"/>
              <a:cs typeface="Times New Roman" panose="02020603050405020304" pitchFamily="18" charset="0"/>
            </a:endParaRPr>
          </a:p>
        </p:txBody>
      </p:sp>
      <p:sp>
        <p:nvSpPr>
          <p:cNvPr id="9" name="TextBox 8"/>
          <p:cNvSpPr txBox="1"/>
          <p:nvPr/>
        </p:nvSpPr>
        <p:spPr>
          <a:xfrm>
            <a:off x="724698" y="3396759"/>
            <a:ext cx="2292807" cy="523220"/>
          </a:xfrm>
          <a:prstGeom prst="rect">
            <a:avLst/>
          </a:prstGeom>
          <a:noFill/>
        </p:spPr>
        <p:txBody>
          <a:bodyPr wrap="none" rtlCol="0">
            <a:spAutoFit/>
          </a:bodyPr>
          <a:lstStyle/>
          <a:p>
            <a:r>
              <a:rPr lang="en-US" altLang="zh-CN" sz="2800" dirty="0">
                <a:latin typeface="Times New Roman" panose="02020603050405020304" pitchFamily="18" charset="0"/>
                <a:cs typeface="Times New Roman" panose="02020603050405020304" pitchFamily="18" charset="0"/>
              </a:rPr>
              <a:t>Time Constant</a:t>
            </a:r>
            <a:endParaRPr lang="zh-CN" altLang="en-US" sz="2800" dirty="0">
              <a:latin typeface="Times New Roman" panose="02020603050405020304" pitchFamily="18" charset="0"/>
              <a:cs typeface="Times New Roman" panose="02020603050405020304" pitchFamily="18" charset="0"/>
            </a:endParaRPr>
          </a:p>
        </p:txBody>
      </p:sp>
      <p:graphicFrame>
        <p:nvGraphicFramePr>
          <p:cNvPr id="10" name="Object 9"/>
          <p:cNvGraphicFramePr>
            <a:graphicFrameLocks noChangeAspect="1"/>
          </p:cNvGraphicFramePr>
          <p:nvPr>
            <p:extLst>
              <p:ext uri="{D42A27DB-BD31-4B8C-83A1-F6EECF244321}">
                <p14:modId xmlns:p14="http://schemas.microsoft.com/office/powerpoint/2010/main" val="220669543"/>
              </p:ext>
            </p:extLst>
          </p:nvPr>
        </p:nvGraphicFramePr>
        <p:xfrm>
          <a:off x="6903482" y="3584033"/>
          <a:ext cx="1159861" cy="320699"/>
        </p:xfrm>
        <a:graphic>
          <a:graphicData uri="http://schemas.openxmlformats.org/presentationml/2006/ole">
            <mc:AlternateContent xmlns:mc="http://schemas.openxmlformats.org/markup-compatibility/2006">
              <mc:Choice xmlns:v="urn:schemas-microsoft-com:vml" Requires="v">
                <p:oleObj name="Equation" r:id="rId4" imgW="482181" imgH="177646" progId="Equation.DSMT4">
                  <p:embed/>
                </p:oleObj>
              </mc:Choice>
              <mc:Fallback>
                <p:oleObj name="Equation" r:id="rId4" imgW="482181" imgH="177646" progId="Equation.DSMT4">
                  <p:embed/>
                  <p:pic>
                    <p:nvPicPr>
                      <p:cNvPr id="1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03482" y="3584033"/>
                        <a:ext cx="1159861" cy="320699"/>
                      </a:xfrm>
                      <a:prstGeom prst="rect">
                        <a:avLst/>
                      </a:prstGeom>
                      <a:solidFill>
                        <a:schemeClr val="bg1"/>
                      </a:solidFill>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2654821330"/>
              </p:ext>
            </p:extLst>
          </p:nvPr>
        </p:nvGraphicFramePr>
        <p:xfrm>
          <a:off x="6791411" y="4485792"/>
          <a:ext cx="1976993" cy="548555"/>
        </p:xfrm>
        <a:graphic>
          <a:graphicData uri="http://schemas.openxmlformats.org/presentationml/2006/ole">
            <mc:AlternateContent xmlns:mc="http://schemas.openxmlformats.org/markup-compatibility/2006">
              <mc:Choice xmlns:v="urn:schemas-microsoft-com:vml" Requires="v">
                <p:oleObj name="Equation" r:id="rId6" imgW="812447" imgH="253890" progId="Equation.DSMT4">
                  <p:embed/>
                </p:oleObj>
              </mc:Choice>
              <mc:Fallback>
                <p:oleObj name="Equation" r:id="rId6" imgW="812447" imgH="253890" progId="Equation.DSMT4">
                  <p:embed/>
                  <p:pic>
                    <p:nvPicPr>
                      <p:cNvPr id="11"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91411" y="4485792"/>
                        <a:ext cx="1976993" cy="548555"/>
                      </a:xfrm>
                      <a:prstGeom prst="rect">
                        <a:avLst/>
                      </a:prstGeom>
                      <a:solidFill>
                        <a:schemeClr val="bg1"/>
                      </a:solidFill>
                    </p:spPr>
                  </p:pic>
                </p:oleObj>
              </mc:Fallback>
            </mc:AlternateContent>
          </a:graphicData>
        </a:graphic>
      </p:graphicFrame>
      <p:sp>
        <p:nvSpPr>
          <p:cNvPr id="12" name="TextBox 11"/>
          <p:cNvSpPr txBox="1"/>
          <p:nvPr/>
        </p:nvSpPr>
        <p:spPr>
          <a:xfrm>
            <a:off x="724698" y="4393573"/>
            <a:ext cx="2723823" cy="523220"/>
          </a:xfrm>
          <a:prstGeom prst="rect">
            <a:avLst/>
          </a:prstGeom>
          <a:noFill/>
        </p:spPr>
        <p:txBody>
          <a:bodyPr wrap="none" rtlCol="0">
            <a:spAutoFit/>
          </a:bodyPr>
          <a:lstStyle/>
          <a:p>
            <a:r>
              <a:rPr lang="en-US" altLang="zh-CN" sz="2800" dirty="0">
                <a:latin typeface="Times New Roman" panose="02020603050405020304" pitchFamily="18" charset="0"/>
                <a:cs typeface="Times New Roman" panose="02020603050405020304" pitchFamily="18" charset="0"/>
              </a:rPr>
              <a:t>Natural Response</a:t>
            </a:r>
            <a:endParaRPr lang="zh-CN" altLang="en-US" sz="2800" dirty="0">
              <a:latin typeface="Times New Roman" panose="02020603050405020304" pitchFamily="18" charset="0"/>
              <a:cs typeface="Times New Roman" panose="02020603050405020304" pitchFamily="18" charset="0"/>
            </a:endParaRPr>
          </a:p>
        </p:txBody>
      </p:sp>
      <p:graphicFrame>
        <p:nvGraphicFramePr>
          <p:cNvPr id="13" name="Object 5"/>
          <p:cNvGraphicFramePr>
            <a:graphicFrameLocks noChangeAspect="1"/>
          </p:cNvGraphicFramePr>
          <p:nvPr>
            <p:extLst>
              <p:ext uri="{D42A27DB-BD31-4B8C-83A1-F6EECF244321}">
                <p14:modId xmlns:p14="http://schemas.microsoft.com/office/powerpoint/2010/main" val="1951823070"/>
              </p:ext>
            </p:extLst>
          </p:nvPr>
        </p:nvGraphicFramePr>
        <p:xfrm>
          <a:off x="3822903" y="4485792"/>
          <a:ext cx="2269768" cy="508051"/>
        </p:xfrm>
        <a:graphic>
          <a:graphicData uri="http://schemas.openxmlformats.org/presentationml/2006/ole">
            <mc:AlternateContent xmlns:mc="http://schemas.openxmlformats.org/markup-compatibility/2006">
              <mc:Choice xmlns:v="urn:schemas-microsoft-com:vml" Requires="v">
                <p:oleObj name="Equation" r:id="rId8" imgW="850531" imgH="253890" progId="Equation.DSMT4">
                  <p:embed/>
                </p:oleObj>
              </mc:Choice>
              <mc:Fallback>
                <p:oleObj name="Equation" r:id="rId8" imgW="850531" imgH="253890" progId="Equation.DSMT4">
                  <p:embed/>
                  <p:pic>
                    <p:nvPicPr>
                      <p:cNvPr id="13"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22903" y="4485792"/>
                        <a:ext cx="2269768" cy="508051"/>
                      </a:xfrm>
                      <a:prstGeom prst="rect">
                        <a:avLst/>
                      </a:prstGeom>
                      <a:solidFill>
                        <a:schemeClr val="bg1"/>
                      </a:solidFill>
                    </p:spPr>
                  </p:pic>
                </p:oleObj>
              </mc:Fallback>
            </mc:AlternateContent>
          </a:graphicData>
        </a:graphic>
      </p:graphicFrame>
      <p:graphicFrame>
        <p:nvGraphicFramePr>
          <p:cNvPr id="14" name="Object 6"/>
          <p:cNvGraphicFramePr>
            <a:graphicFrameLocks noChangeAspect="1"/>
          </p:cNvGraphicFramePr>
          <p:nvPr>
            <p:extLst>
              <p:ext uri="{D42A27DB-BD31-4B8C-83A1-F6EECF244321}">
                <p14:modId xmlns:p14="http://schemas.microsoft.com/office/powerpoint/2010/main" val="2973621357"/>
              </p:ext>
            </p:extLst>
          </p:nvPr>
        </p:nvGraphicFramePr>
        <p:xfrm>
          <a:off x="4341274" y="3362652"/>
          <a:ext cx="952899" cy="692240"/>
        </p:xfrm>
        <a:graphic>
          <a:graphicData uri="http://schemas.openxmlformats.org/presentationml/2006/ole">
            <mc:AlternateContent xmlns:mc="http://schemas.openxmlformats.org/markup-compatibility/2006">
              <mc:Choice xmlns:v="urn:schemas-microsoft-com:vml" Requires="v">
                <p:oleObj name="Equation" r:id="rId10" imgW="406048" imgH="393359" progId="Equation.DSMT4">
                  <p:embed/>
                </p:oleObj>
              </mc:Choice>
              <mc:Fallback>
                <p:oleObj name="Equation" r:id="rId10" imgW="406048" imgH="393359" progId="Equation.DSMT4">
                  <p:embed/>
                  <p:pic>
                    <p:nvPicPr>
                      <p:cNvPr id="14"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41274" y="3362652"/>
                        <a:ext cx="952899" cy="692240"/>
                      </a:xfrm>
                      <a:prstGeom prst="rect">
                        <a:avLst/>
                      </a:prstGeom>
                      <a:solidFill>
                        <a:schemeClr val="bg1"/>
                      </a:solidFill>
                    </p:spPr>
                  </p:pic>
                </p:oleObj>
              </mc:Fallback>
            </mc:AlternateContent>
          </a:graphicData>
        </a:graphic>
      </p:graphicFrame>
      <p:sp>
        <p:nvSpPr>
          <p:cNvPr id="15" name="TextBox 14"/>
          <p:cNvSpPr txBox="1"/>
          <p:nvPr/>
        </p:nvSpPr>
        <p:spPr>
          <a:xfrm>
            <a:off x="724698" y="5390387"/>
            <a:ext cx="2286203" cy="523220"/>
          </a:xfrm>
          <a:prstGeom prst="rect">
            <a:avLst/>
          </a:prstGeom>
          <a:noFill/>
        </p:spPr>
        <p:txBody>
          <a:bodyPr wrap="none" rtlCol="0">
            <a:spAutoFit/>
          </a:bodyPr>
          <a:lstStyle/>
          <a:p>
            <a:r>
              <a:rPr lang="en-US" altLang="zh-CN" sz="2800" dirty="0">
                <a:latin typeface="Times New Roman" panose="02020603050405020304" pitchFamily="18" charset="0"/>
                <a:cs typeface="Times New Roman" panose="02020603050405020304" pitchFamily="18" charset="0"/>
              </a:rPr>
              <a:t>Step Response</a:t>
            </a:r>
            <a:endParaRPr lang="zh-CN" altLang="en-US" sz="2800" dirty="0">
              <a:latin typeface="Times New Roman" panose="02020603050405020304" pitchFamily="18" charset="0"/>
              <a:cs typeface="Times New Roman" panose="02020603050405020304" pitchFamily="18" charset="0"/>
            </a:endParaRPr>
          </a:p>
        </p:txBody>
      </p:sp>
      <p:pic>
        <p:nvPicPr>
          <p:cNvPr id="16" name="Picture 15"/>
          <p:cNvPicPr>
            <a:picLocks noChangeAspect="1"/>
          </p:cNvPicPr>
          <p:nvPr/>
        </p:nvPicPr>
        <p:blipFill>
          <a:blip r:embed="rId12" cstate="print"/>
          <a:stretch>
            <a:fillRect/>
          </a:stretch>
        </p:blipFill>
        <p:spPr>
          <a:xfrm>
            <a:off x="3573096" y="5491237"/>
            <a:ext cx="5298066" cy="598754"/>
          </a:xfrm>
          <a:prstGeom prst="rect">
            <a:avLst/>
          </a:prstGeom>
        </p:spPr>
      </p:pic>
      <p:sp>
        <p:nvSpPr>
          <p:cNvPr id="17" name="TextBox 16"/>
          <p:cNvSpPr txBox="1"/>
          <p:nvPr/>
        </p:nvSpPr>
        <p:spPr>
          <a:xfrm>
            <a:off x="4663230" y="6013392"/>
            <a:ext cx="1319593" cy="646331"/>
          </a:xfrm>
          <a:prstGeom prst="rect">
            <a:avLst/>
          </a:prstGeom>
          <a:noFill/>
        </p:spPr>
        <p:txBody>
          <a:bodyPr wrap="none" rtlCol="0">
            <a:spAutoFit/>
          </a:bodyPr>
          <a:lstStyle/>
          <a:p>
            <a:pPr algn="ctr"/>
            <a:r>
              <a:rPr lang="en-US" altLang="zh-CN" i="1" dirty="0">
                <a:latin typeface="Times New Roman" panose="02020603050405020304" pitchFamily="18" charset="0"/>
                <a:cs typeface="Times New Roman" panose="02020603050405020304" pitchFamily="18" charset="0"/>
              </a:rPr>
              <a:t>Steady State</a:t>
            </a:r>
          </a:p>
          <a:p>
            <a:pPr algn="ctr"/>
            <a:r>
              <a:rPr lang="en-US" altLang="zh-CN" i="1" dirty="0">
                <a:latin typeface="Times New Roman" panose="02020603050405020304" pitchFamily="18" charset="0"/>
                <a:cs typeface="Times New Roman" panose="02020603050405020304" pitchFamily="18" charset="0"/>
              </a:rPr>
              <a:t>Response</a:t>
            </a:r>
            <a:endParaRPr lang="zh-CN" altLang="en-US" i="1" dirty="0">
              <a:latin typeface="Times New Roman" panose="02020603050405020304" pitchFamily="18" charset="0"/>
              <a:cs typeface="Times New Roman" panose="02020603050405020304" pitchFamily="18" charset="0"/>
            </a:endParaRPr>
          </a:p>
        </p:txBody>
      </p:sp>
      <p:sp>
        <p:nvSpPr>
          <p:cNvPr id="18" name="TextBox 17"/>
          <p:cNvSpPr txBox="1"/>
          <p:nvPr/>
        </p:nvSpPr>
        <p:spPr>
          <a:xfrm>
            <a:off x="5850950" y="6013969"/>
            <a:ext cx="3429144" cy="646331"/>
          </a:xfrm>
          <a:prstGeom prst="rect">
            <a:avLst/>
          </a:prstGeom>
          <a:noFill/>
        </p:spPr>
        <p:txBody>
          <a:bodyPr wrap="none" rtlCol="0">
            <a:spAutoFit/>
          </a:bodyPr>
          <a:lstStyle/>
          <a:p>
            <a:pPr algn="ctr"/>
            <a:r>
              <a:rPr lang="en-US" altLang="zh-CN" i="1" dirty="0">
                <a:latin typeface="Times New Roman" panose="02020603050405020304" pitchFamily="18" charset="0"/>
                <a:cs typeface="Times New Roman" panose="02020603050405020304" pitchFamily="18" charset="0"/>
              </a:rPr>
              <a:t>Transient Response</a:t>
            </a:r>
          </a:p>
          <a:p>
            <a:pPr algn="ctr"/>
            <a:r>
              <a:rPr lang="zh-CN" altLang="en-US" i="1"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same</a:t>
            </a:r>
            <a:r>
              <a:rPr lang="zh-CN" altLang="en-US" i="1" dirty="0">
                <a:latin typeface="Times New Roman" panose="02020603050405020304" pitchFamily="18" charset="0"/>
                <a:cs typeface="Times New Roman" panose="02020603050405020304" pitchFamily="18" charset="0"/>
              </a:rPr>
              <a:t> </a:t>
            </a:r>
            <a:r>
              <a:rPr lang="en-US" altLang="zh-CN" i="1" dirty="0">
                <a:latin typeface="Times New Roman" panose="02020603050405020304" pitchFamily="18" charset="0"/>
                <a:cs typeface="Times New Roman" panose="02020603050405020304" pitchFamily="18" charset="0"/>
              </a:rPr>
              <a:t>form as Natural Response)</a:t>
            </a:r>
            <a:endParaRPr lang="zh-CN" altLang="en-US"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5391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1000"/>
                                        <p:tgtEl>
                                          <p:spTgt spid="13"/>
                                        </p:tgtEl>
                                      </p:cBhvr>
                                    </p:animEffect>
                                    <p:anim calcmode="lin" valueType="num">
                                      <p:cBhvr>
                                        <p:cTn id="20" dur="1000" fill="hold"/>
                                        <p:tgtEl>
                                          <p:spTgt spid="13"/>
                                        </p:tgtEl>
                                        <p:attrNameLst>
                                          <p:attrName>ppt_x</p:attrName>
                                        </p:attrNameLst>
                                      </p:cBhvr>
                                      <p:tavLst>
                                        <p:tav tm="0">
                                          <p:val>
                                            <p:strVal val="#ppt_x"/>
                                          </p:val>
                                        </p:tav>
                                        <p:tav tm="100000">
                                          <p:val>
                                            <p:strVal val="#ppt_x"/>
                                          </p:val>
                                        </p:tav>
                                      </p:tavLst>
                                    </p:anim>
                                    <p:anim calcmode="lin" valueType="num">
                                      <p:cBhvr>
                                        <p:cTn id="21" dur="1000" fill="hold"/>
                                        <p:tgtEl>
                                          <p:spTgt spid="13"/>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1000"/>
                                        <p:tgtEl>
                                          <p:spTgt spid="11"/>
                                        </p:tgtEl>
                                      </p:cBhvr>
                                    </p:animEffect>
                                    <p:anim calcmode="lin" valueType="num">
                                      <p:cBhvr>
                                        <p:cTn id="25" dur="1000" fill="hold"/>
                                        <p:tgtEl>
                                          <p:spTgt spid="11"/>
                                        </p:tgtEl>
                                        <p:attrNameLst>
                                          <p:attrName>ppt_x</p:attrName>
                                        </p:attrNameLst>
                                      </p:cBhvr>
                                      <p:tavLst>
                                        <p:tav tm="0">
                                          <p:val>
                                            <p:strVal val="#ppt_x"/>
                                          </p:val>
                                        </p:tav>
                                        <p:tav tm="100000">
                                          <p:val>
                                            <p:strVal val="#ppt_x"/>
                                          </p:val>
                                        </p:tav>
                                      </p:tavLst>
                                    </p:anim>
                                    <p:anim calcmode="lin" valueType="num">
                                      <p:cBhvr>
                                        <p:cTn id="2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1000"/>
                                        <p:tgtEl>
                                          <p:spTgt spid="16"/>
                                        </p:tgtEl>
                                      </p:cBhvr>
                                    </p:animEffect>
                                    <p:anim calcmode="lin" valueType="num">
                                      <p:cBhvr>
                                        <p:cTn id="32" dur="1000" fill="hold"/>
                                        <p:tgtEl>
                                          <p:spTgt spid="16"/>
                                        </p:tgtEl>
                                        <p:attrNameLst>
                                          <p:attrName>ppt_x</p:attrName>
                                        </p:attrNameLst>
                                      </p:cBhvr>
                                      <p:tavLst>
                                        <p:tav tm="0">
                                          <p:val>
                                            <p:strVal val="#ppt_x"/>
                                          </p:val>
                                        </p:tav>
                                        <p:tav tm="100000">
                                          <p:val>
                                            <p:strVal val="#ppt_x"/>
                                          </p:val>
                                        </p:tav>
                                      </p:tavLst>
                                    </p:anim>
                                    <p:anim calcmode="lin" valueType="num">
                                      <p:cBhvr>
                                        <p:cTn id="33" dur="1000" fill="hold"/>
                                        <p:tgtEl>
                                          <p:spTgt spid="16"/>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1000"/>
                                        <p:tgtEl>
                                          <p:spTgt spid="17"/>
                                        </p:tgtEl>
                                      </p:cBhvr>
                                    </p:animEffect>
                                    <p:anim calcmode="lin" valueType="num">
                                      <p:cBhvr>
                                        <p:cTn id="37" dur="1000" fill="hold"/>
                                        <p:tgtEl>
                                          <p:spTgt spid="17"/>
                                        </p:tgtEl>
                                        <p:attrNameLst>
                                          <p:attrName>ppt_x</p:attrName>
                                        </p:attrNameLst>
                                      </p:cBhvr>
                                      <p:tavLst>
                                        <p:tav tm="0">
                                          <p:val>
                                            <p:strVal val="#ppt_x"/>
                                          </p:val>
                                        </p:tav>
                                        <p:tav tm="100000">
                                          <p:val>
                                            <p:strVal val="#ppt_x"/>
                                          </p:val>
                                        </p:tav>
                                      </p:tavLst>
                                    </p:anim>
                                    <p:anim calcmode="lin" valueType="num">
                                      <p:cBhvr>
                                        <p:cTn id="38" dur="1000" fill="hold"/>
                                        <p:tgtEl>
                                          <p:spTgt spid="17"/>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1000"/>
                                        <p:tgtEl>
                                          <p:spTgt spid="18"/>
                                        </p:tgtEl>
                                      </p:cBhvr>
                                    </p:animEffect>
                                    <p:anim calcmode="lin" valueType="num">
                                      <p:cBhvr>
                                        <p:cTn id="42" dur="1000" fill="hold"/>
                                        <p:tgtEl>
                                          <p:spTgt spid="18"/>
                                        </p:tgtEl>
                                        <p:attrNameLst>
                                          <p:attrName>ppt_x</p:attrName>
                                        </p:attrNameLst>
                                      </p:cBhvr>
                                      <p:tavLst>
                                        <p:tav tm="0">
                                          <p:val>
                                            <p:strVal val="#ppt_x"/>
                                          </p:val>
                                        </p:tav>
                                        <p:tav tm="100000">
                                          <p:val>
                                            <p:strVal val="#ppt_x"/>
                                          </p:val>
                                        </p:tav>
                                      </p:tavLst>
                                    </p:anim>
                                    <p:anim calcmode="lin" valueType="num">
                                      <p:cBhvr>
                                        <p:cTn id="43"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altLang="en-US" dirty="0"/>
              <a:t>Source Free Series RLC</a:t>
            </a:r>
          </a:p>
        </p:txBody>
      </p:sp>
      <p:sp>
        <p:nvSpPr>
          <p:cNvPr id="12291" name="Content Placeholder 2"/>
          <p:cNvSpPr>
            <a:spLocks noGrp="1"/>
          </p:cNvSpPr>
          <p:nvPr>
            <p:ph idx="1"/>
          </p:nvPr>
        </p:nvSpPr>
        <p:spPr>
          <a:xfrm>
            <a:off x="838200" y="1690688"/>
            <a:ext cx="7270630" cy="4435476"/>
          </a:xfrm>
        </p:spPr>
        <p:txBody>
          <a:bodyPr>
            <a:normAutofit/>
          </a:bodyPr>
          <a:lstStyle/>
          <a:p>
            <a:r>
              <a:rPr lang="en-US" altLang="en-US" sz="2400" dirty="0"/>
              <a:t>Source free, inductor and capacitor in series connection.</a:t>
            </a:r>
          </a:p>
          <a:p>
            <a:r>
              <a:rPr lang="en-US" altLang="en-US" sz="2400" dirty="0"/>
              <a:t>Assume at </a:t>
            </a:r>
            <a:r>
              <a:rPr lang="en-US" altLang="en-US" sz="2400" i="1" dirty="0"/>
              <a:t>t</a:t>
            </a:r>
            <a:r>
              <a:rPr lang="en-US" altLang="en-US" sz="2400" dirty="0"/>
              <a:t>=0, the energy is stored in the capacitor, represented by </a:t>
            </a:r>
            <a:r>
              <a:rPr lang="en-US" altLang="en-US" sz="2400" i="1" dirty="0"/>
              <a:t>V</a:t>
            </a:r>
            <a:r>
              <a:rPr lang="en-US" altLang="en-US" sz="2400" i="1" baseline="-25000" dirty="0"/>
              <a:t>0</a:t>
            </a:r>
            <a:r>
              <a:rPr lang="en-US" altLang="en-US" sz="2400" dirty="0"/>
              <a:t> and in the inductor, represented by </a:t>
            </a:r>
            <a:r>
              <a:rPr lang="en-US" altLang="en-US" sz="2400" i="1" dirty="0"/>
              <a:t>I</a:t>
            </a:r>
            <a:r>
              <a:rPr lang="en-US" altLang="en-US" sz="2400" i="1" baseline="-25000" dirty="0"/>
              <a:t>0</a:t>
            </a:r>
            <a:r>
              <a:rPr lang="en-US" altLang="en-US" sz="2400" dirty="0"/>
              <a:t>.</a:t>
            </a:r>
          </a:p>
          <a:p>
            <a:endParaRPr lang="en-US" altLang="en-US" sz="2400" dirty="0"/>
          </a:p>
          <a:p>
            <a:endParaRPr lang="en-US" altLang="en-US" sz="2400" dirty="0"/>
          </a:p>
          <a:p>
            <a:endParaRPr lang="en-US" altLang="en-US" sz="2400" dirty="0"/>
          </a:p>
          <a:p>
            <a:r>
              <a:rPr lang="en-US" altLang="en-US" sz="2400" dirty="0"/>
              <a:t>Applying KVL around the loop</a:t>
            </a:r>
          </a:p>
          <a:p>
            <a:endParaRPr lang="en-US" altLang="en-US" sz="2400" dirty="0"/>
          </a:p>
          <a:p>
            <a:r>
              <a:rPr lang="en-US" altLang="en-US" sz="2400" dirty="0"/>
              <a:t>Differentiating gives a second order equation   </a:t>
            </a:r>
            <a:br>
              <a:rPr lang="en-US" altLang="en-US" sz="2400" dirty="0"/>
            </a:br>
            <a:endParaRPr lang="en-US" altLang="en-US" sz="2400" dirty="0"/>
          </a:p>
          <a:p>
            <a:pPr>
              <a:buNone/>
            </a:pPr>
            <a:endParaRPr lang="en-US" altLang="en-US" dirty="0"/>
          </a:p>
        </p:txBody>
      </p:sp>
      <p:pic>
        <p:nvPicPr>
          <p:cNvPr id="12293" name="Picture 5" descr="C:\Users\Joel\Documents\Teaching\McGraw Hill\Fundamentals of Electric Circuits 5e\figures\Ch08\Color Labeled\ale80571_08_008.jpg"/>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968765" y="563379"/>
            <a:ext cx="4026870" cy="2520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2294" name="Object 6"/>
          <p:cNvGraphicFramePr>
            <a:graphicFrameLocks noChangeAspect="1"/>
          </p:cNvGraphicFramePr>
          <p:nvPr>
            <p:extLst>
              <p:ext uri="{D42A27DB-BD31-4B8C-83A1-F6EECF244321}">
                <p14:modId xmlns:p14="http://schemas.microsoft.com/office/powerpoint/2010/main" val="3582027546"/>
              </p:ext>
            </p:extLst>
          </p:nvPr>
        </p:nvGraphicFramePr>
        <p:xfrm>
          <a:off x="3438831" y="2894117"/>
          <a:ext cx="2586532" cy="1345317"/>
        </p:xfrm>
        <a:graphic>
          <a:graphicData uri="http://schemas.openxmlformats.org/presentationml/2006/ole">
            <mc:AlternateContent xmlns:mc="http://schemas.openxmlformats.org/markup-compatibility/2006">
              <mc:Choice xmlns:v="urn:schemas-microsoft-com:vml" Requires="v">
                <p:oleObj name="Equation" r:id="rId4" imgW="1269449" imgH="660113" progId="Equation.DSMT4">
                  <p:embed/>
                </p:oleObj>
              </mc:Choice>
              <mc:Fallback>
                <p:oleObj name="Equation" r:id="rId4" imgW="1269449" imgH="660113" progId="Equation.DSMT4">
                  <p:embed/>
                  <p:pic>
                    <p:nvPicPr>
                      <p:cNvPr id="12294"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38831" y="2894117"/>
                        <a:ext cx="2586532" cy="134531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1" name="Object 7"/>
          <p:cNvGraphicFramePr>
            <a:graphicFrameLocks noChangeAspect="1"/>
          </p:cNvGraphicFramePr>
          <p:nvPr>
            <p:extLst>
              <p:ext uri="{D42A27DB-BD31-4B8C-83A1-F6EECF244321}">
                <p14:modId xmlns:p14="http://schemas.microsoft.com/office/powerpoint/2010/main" val="1915532100"/>
              </p:ext>
            </p:extLst>
          </p:nvPr>
        </p:nvGraphicFramePr>
        <p:xfrm>
          <a:off x="6848144" y="4053083"/>
          <a:ext cx="3676654" cy="832450"/>
        </p:xfrm>
        <a:graphic>
          <a:graphicData uri="http://schemas.openxmlformats.org/presentationml/2006/ole">
            <mc:AlternateContent xmlns:mc="http://schemas.openxmlformats.org/markup-compatibility/2006">
              <mc:Choice xmlns:v="urn:schemas-microsoft-com:vml" Requires="v">
                <p:oleObj name="Equation" r:id="rId6" imgW="1739900" imgH="393700" progId="Equation.DSMT4">
                  <p:embed/>
                </p:oleObj>
              </mc:Choice>
              <mc:Fallback>
                <p:oleObj name="Equation" r:id="rId6" imgW="1739900" imgH="393700" progId="Equation.DSMT4">
                  <p:embed/>
                  <p:pic>
                    <p:nvPicPr>
                      <p:cNvPr id="1031"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48144" y="4053083"/>
                        <a:ext cx="3676654" cy="832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3" name="Object 9"/>
          <p:cNvGraphicFramePr>
            <a:graphicFrameLocks noChangeAspect="1"/>
          </p:cNvGraphicFramePr>
          <p:nvPr>
            <p:extLst>
              <p:ext uri="{D42A27DB-BD31-4B8C-83A1-F6EECF244321}">
                <p14:modId xmlns:p14="http://schemas.microsoft.com/office/powerpoint/2010/main" val="3157711031"/>
              </p:ext>
            </p:extLst>
          </p:nvPr>
        </p:nvGraphicFramePr>
        <p:xfrm>
          <a:off x="7320711" y="5079616"/>
          <a:ext cx="2731521" cy="888567"/>
        </p:xfrm>
        <a:graphic>
          <a:graphicData uri="http://schemas.openxmlformats.org/presentationml/2006/ole">
            <mc:AlternateContent xmlns:mc="http://schemas.openxmlformats.org/markup-compatibility/2006">
              <mc:Choice xmlns:v="urn:schemas-microsoft-com:vml" Requires="v">
                <p:oleObj name="Equation" r:id="rId8" imgW="1295400" imgH="419100" progId="Equation.DSMT4">
                  <p:embed/>
                </p:oleObj>
              </mc:Choice>
              <mc:Fallback>
                <p:oleObj name="Equation" r:id="rId8" imgW="1295400" imgH="419100" progId="Equation.DSMT4">
                  <p:embed/>
                  <p:pic>
                    <p:nvPicPr>
                      <p:cNvPr id="1033"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320711" y="5079616"/>
                        <a:ext cx="2731521" cy="88856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Slide Number Placeholder 8"/>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8</a:t>
            </a:fld>
            <a:endParaRPr lang="en-US" altLang="zh-CN" dirty="0">
              <a:ea typeface="黑体" panose="02010609060101010101" pitchFamily="49" charset="-122"/>
            </a:endParaRPr>
          </a:p>
        </p:txBody>
      </p:sp>
      <p:sp>
        <p:nvSpPr>
          <p:cNvPr id="2" name="TextBox 1"/>
          <p:cNvSpPr txBox="1"/>
          <p:nvPr/>
        </p:nvSpPr>
        <p:spPr>
          <a:xfrm>
            <a:off x="1056986" y="3363237"/>
            <a:ext cx="2154757" cy="461665"/>
          </a:xfrm>
          <a:prstGeom prst="rect">
            <a:avLst/>
          </a:prstGeom>
          <a:noFill/>
        </p:spPr>
        <p:txBody>
          <a:bodyPr wrap="none" rtlCol="0">
            <a:spAutoFit/>
          </a:bodyPr>
          <a:lstStyle/>
          <a:p>
            <a:r>
              <a:rPr lang="en-US" altLang="zh-CN" sz="2400" i="1" dirty="0"/>
              <a:t>Initial condition</a:t>
            </a:r>
            <a:endParaRPr lang="zh-CN" altLang="en-US" sz="2400" i="1" dirty="0"/>
          </a:p>
        </p:txBody>
      </p:sp>
    </p:spTree>
    <p:extLst>
      <p:ext uri="{BB962C8B-B14F-4D97-AF65-F5344CB8AC3E}">
        <p14:creationId xmlns:p14="http://schemas.microsoft.com/office/powerpoint/2010/main" val="25305460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altLang="en-US" dirty="0"/>
              <a:t>Source Free Series RLC </a:t>
            </a:r>
            <a:r>
              <a:rPr lang="en-US" altLang="zh-CN" dirty="0"/>
              <a:t>– Initial Values</a:t>
            </a:r>
            <a:endParaRPr lang="en-US" altLang="en-US" dirty="0"/>
          </a:p>
        </p:txBody>
      </p:sp>
      <mc:AlternateContent xmlns:mc="http://schemas.openxmlformats.org/markup-compatibility/2006" xmlns:a14="http://schemas.microsoft.com/office/drawing/2010/main">
        <mc:Choice Requires="a14">
          <p:sp>
            <p:nvSpPr>
              <p:cNvPr id="16387" name="Content Placeholder 2"/>
              <p:cNvSpPr>
                <a:spLocks noGrp="1"/>
              </p:cNvSpPr>
              <p:nvPr>
                <p:ph idx="1"/>
              </p:nvPr>
            </p:nvSpPr>
            <p:spPr>
              <a:xfrm>
                <a:off x="838201" y="1690688"/>
                <a:ext cx="7305136" cy="4486275"/>
              </a:xfrm>
            </p:spPr>
            <p:txBody>
              <a:bodyPr>
                <a:noAutofit/>
              </a:bodyPr>
              <a:lstStyle/>
              <a:p>
                <a:pPr algn="just"/>
                <a:r>
                  <a:rPr lang="en-US" altLang="en-US" sz="2400" dirty="0">
                    <a:solidFill>
                      <a:schemeClr val="tx1"/>
                    </a:solidFill>
                  </a:rPr>
                  <a:t>Two initial conditions (</a:t>
                </a:r>
                <a14:m>
                  <m:oMath xmlns:m="http://schemas.openxmlformats.org/officeDocument/2006/math">
                    <m:r>
                      <a:rPr lang="en-US" altLang="en-US" sz="2400" b="0" i="1" dirty="0" smtClean="0">
                        <a:solidFill>
                          <a:schemeClr val="tx1"/>
                        </a:solidFill>
                        <a:latin typeface="Cambria Math" panose="02040503050406030204" pitchFamily="18" charset="0"/>
                      </a:rPr>
                      <m:t>𝑖</m:t>
                    </m:r>
                    <m:d>
                      <m:dPr>
                        <m:ctrlPr>
                          <a:rPr lang="en-US" altLang="en-US" sz="2400" b="0" i="1" dirty="0" smtClean="0">
                            <a:solidFill>
                              <a:schemeClr val="tx1"/>
                            </a:solidFill>
                            <a:latin typeface="Cambria Math" panose="02040503050406030204" pitchFamily="18" charset="0"/>
                          </a:rPr>
                        </m:ctrlPr>
                      </m:dPr>
                      <m:e>
                        <m:r>
                          <a:rPr lang="en-US" altLang="en-US" sz="2400" b="0" i="1" dirty="0" smtClean="0">
                            <a:solidFill>
                              <a:schemeClr val="tx1"/>
                            </a:solidFill>
                            <a:latin typeface="Cambria Math" panose="02040503050406030204" pitchFamily="18" charset="0"/>
                          </a:rPr>
                          <m:t>0</m:t>
                        </m:r>
                      </m:e>
                    </m:d>
                    <m:r>
                      <a:rPr lang="en-US" altLang="en-US" sz="2400" b="0" i="1" dirty="0" smtClean="0">
                        <a:solidFill>
                          <a:schemeClr val="tx1"/>
                        </a:solidFill>
                        <a:latin typeface="Cambria Math" panose="02040503050406030204" pitchFamily="18" charset="0"/>
                      </a:rPr>
                      <m:t> &amp; </m:t>
                    </m:r>
                    <m:f>
                      <m:fPr>
                        <m:ctrlPr>
                          <a:rPr lang="en-US" altLang="en-US" sz="2400" b="0" i="1" dirty="0" smtClean="0">
                            <a:solidFill>
                              <a:schemeClr val="tx1"/>
                            </a:solidFill>
                            <a:latin typeface="Cambria Math" panose="02040503050406030204" pitchFamily="18" charset="0"/>
                          </a:rPr>
                        </m:ctrlPr>
                      </m:fPr>
                      <m:num>
                        <m:r>
                          <a:rPr lang="en-US" altLang="en-US" sz="2400" b="0" i="1" dirty="0" smtClean="0">
                            <a:solidFill>
                              <a:schemeClr val="tx1"/>
                            </a:solidFill>
                            <a:latin typeface="Cambria Math" panose="02040503050406030204" pitchFamily="18" charset="0"/>
                          </a:rPr>
                          <m:t>𝑑𝑖</m:t>
                        </m:r>
                        <m:d>
                          <m:dPr>
                            <m:ctrlPr>
                              <a:rPr lang="en-US" altLang="en-US" sz="2400" b="0" i="1" dirty="0" smtClean="0">
                                <a:solidFill>
                                  <a:schemeClr val="tx1"/>
                                </a:solidFill>
                                <a:latin typeface="Cambria Math" panose="02040503050406030204" pitchFamily="18" charset="0"/>
                              </a:rPr>
                            </m:ctrlPr>
                          </m:dPr>
                          <m:e>
                            <m:r>
                              <a:rPr lang="en-US" altLang="en-US" sz="2400" b="0" i="1" dirty="0" smtClean="0">
                                <a:solidFill>
                                  <a:schemeClr val="tx1"/>
                                </a:solidFill>
                                <a:latin typeface="Cambria Math" panose="02040503050406030204" pitchFamily="18" charset="0"/>
                              </a:rPr>
                              <m:t>0</m:t>
                            </m:r>
                          </m:e>
                        </m:d>
                      </m:num>
                      <m:den>
                        <m:r>
                          <a:rPr lang="en-US" altLang="en-US" sz="2400" b="0" i="1" dirty="0" smtClean="0">
                            <a:solidFill>
                              <a:schemeClr val="tx1"/>
                            </a:solidFill>
                            <a:latin typeface="Cambria Math" panose="02040503050406030204" pitchFamily="18" charset="0"/>
                          </a:rPr>
                          <m:t>𝑑𝑡</m:t>
                        </m:r>
                      </m:den>
                    </m:f>
                    <m:r>
                      <a:rPr lang="en-US" altLang="en-US" sz="2400" i="1" dirty="0" smtClean="0">
                        <a:solidFill>
                          <a:schemeClr val="tx1"/>
                        </a:solidFill>
                        <a:latin typeface="Cambria Math" panose="02040503050406030204" pitchFamily="18" charset="0"/>
                      </a:rPr>
                      <m:t> </m:t>
                    </m:r>
                  </m:oMath>
                </a14:m>
                <a:r>
                  <a:rPr lang="en-US" altLang="en-US" sz="2400" dirty="0">
                    <a:solidFill>
                      <a:schemeClr val="tx1"/>
                    </a:solidFill>
                  </a:rPr>
                  <a:t>) are needed for solving this problem.</a:t>
                </a:r>
              </a:p>
              <a:p>
                <a:pPr algn="just"/>
                <a:r>
                  <a:rPr lang="en-US" altLang="en-US" sz="2400" dirty="0">
                    <a:solidFill>
                      <a:schemeClr val="tx1"/>
                    </a:solidFill>
                  </a:rPr>
                  <a:t>The initial current is </a:t>
                </a:r>
                <a14:m>
                  <m:oMath xmlns:m="http://schemas.openxmlformats.org/officeDocument/2006/math">
                    <m:r>
                      <a:rPr lang="en-US" altLang="en-US" sz="2400" i="1" dirty="0">
                        <a:solidFill>
                          <a:schemeClr val="tx1"/>
                        </a:solidFill>
                        <a:latin typeface="Cambria Math" panose="02040503050406030204" pitchFamily="18" charset="0"/>
                      </a:rPr>
                      <m:t>𝑖</m:t>
                    </m:r>
                    <m:d>
                      <m:dPr>
                        <m:ctrlPr>
                          <a:rPr lang="en-US" altLang="en-US" sz="2400" i="1" dirty="0">
                            <a:solidFill>
                              <a:schemeClr val="tx1"/>
                            </a:solidFill>
                            <a:latin typeface="Cambria Math" panose="02040503050406030204" pitchFamily="18" charset="0"/>
                          </a:rPr>
                        </m:ctrlPr>
                      </m:dPr>
                      <m:e>
                        <m:r>
                          <a:rPr lang="en-US" altLang="en-US" sz="2400" i="1" dirty="0">
                            <a:solidFill>
                              <a:schemeClr val="tx1"/>
                            </a:solidFill>
                            <a:latin typeface="Cambria Math" panose="02040503050406030204" pitchFamily="18" charset="0"/>
                          </a:rPr>
                          <m:t>0</m:t>
                        </m:r>
                      </m:e>
                    </m:d>
                    <m:r>
                      <a:rPr lang="en-US" altLang="en-US" sz="2400" b="0" i="1" dirty="0" smtClean="0">
                        <a:solidFill>
                          <a:schemeClr val="tx1"/>
                        </a:solidFill>
                        <a:latin typeface="Cambria Math" panose="02040503050406030204" pitchFamily="18" charset="0"/>
                      </a:rPr>
                      <m:t>=</m:t>
                    </m:r>
                    <m:sSub>
                      <m:sSubPr>
                        <m:ctrlPr>
                          <a:rPr lang="en-US" altLang="en-US" sz="2400" b="0" i="1" dirty="0" smtClean="0">
                            <a:solidFill>
                              <a:schemeClr val="tx1"/>
                            </a:solidFill>
                            <a:latin typeface="Cambria Math" panose="02040503050406030204" pitchFamily="18" charset="0"/>
                          </a:rPr>
                        </m:ctrlPr>
                      </m:sSubPr>
                      <m:e>
                        <m:r>
                          <a:rPr lang="en-US" altLang="en-US" sz="2400" b="0" i="1" dirty="0" smtClean="0">
                            <a:solidFill>
                              <a:schemeClr val="tx1"/>
                            </a:solidFill>
                            <a:latin typeface="Cambria Math" panose="02040503050406030204" pitchFamily="18" charset="0"/>
                          </a:rPr>
                          <m:t>𝐼</m:t>
                        </m:r>
                      </m:e>
                      <m:sub>
                        <m:r>
                          <a:rPr lang="en-US" altLang="en-US" sz="2400" b="0" i="1" dirty="0" smtClean="0">
                            <a:solidFill>
                              <a:schemeClr val="tx1"/>
                            </a:solidFill>
                            <a:latin typeface="Cambria Math" panose="02040503050406030204" pitchFamily="18" charset="0"/>
                          </a:rPr>
                          <m:t>0</m:t>
                        </m:r>
                      </m:sub>
                    </m:sSub>
                  </m:oMath>
                </a14:m>
                <a:r>
                  <a:rPr lang="en-US" altLang="en-US" sz="2400" dirty="0">
                    <a:solidFill>
                      <a:schemeClr val="tx1"/>
                    </a:solidFill>
                  </a:rPr>
                  <a:t>.</a:t>
                </a:r>
              </a:p>
              <a:p>
                <a:pPr algn="just"/>
                <a:r>
                  <a:rPr lang="en-US" altLang="en-US" sz="2400" dirty="0">
                    <a:solidFill>
                      <a:schemeClr val="tx1"/>
                    </a:solidFill>
                  </a:rPr>
                  <a:t>The first derivative of the current is found from KVL:</a:t>
                </a:r>
              </a:p>
              <a:p>
                <a:pPr algn="just"/>
                <a:endParaRPr lang="en-US" altLang="en-US" sz="2400" dirty="0">
                  <a:solidFill>
                    <a:schemeClr val="tx1"/>
                  </a:solidFill>
                </a:endParaRPr>
              </a:p>
              <a:p>
                <a:pPr algn="just"/>
                <a:endParaRPr lang="en-US" altLang="en-US" sz="2400" dirty="0">
                  <a:solidFill>
                    <a:schemeClr val="tx1"/>
                  </a:solidFill>
                </a:endParaRPr>
              </a:p>
              <a:p>
                <a:pPr algn="just"/>
                <a:endParaRPr lang="en-US" altLang="en-US" sz="2400" dirty="0"/>
              </a:p>
              <a:p>
                <a:pPr algn="just"/>
                <a:r>
                  <a:rPr lang="en-US" altLang="en-US" sz="2400" dirty="0">
                    <a:solidFill>
                      <a:schemeClr val="tx1"/>
                    </a:solidFill>
                  </a:rPr>
                  <a:t>Rearranging</a:t>
                </a:r>
              </a:p>
              <a:p>
                <a:pPr algn="just"/>
                <a:endParaRPr lang="en-US" altLang="en-US" sz="2400" i="1" dirty="0">
                  <a:solidFill>
                    <a:schemeClr val="tx1"/>
                  </a:solidFill>
                </a:endParaRPr>
              </a:p>
            </p:txBody>
          </p:sp>
        </mc:Choice>
        <mc:Fallback xmlns="">
          <p:sp>
            <p:nvSpPr>
              <p:cNvPr id="16387" name="Content Placeholder 2"/>
              <p:cNvSpPr>
                <a:spLocks noGrp="1" noRot="1" noChangeAspect="1" noMove="1" noResize="1" noEditPoints="1" noAdjustHandles="1" noChangeArrowheads="1" noChangeShapeType="1" noTextEdit="1"/>
              </p:cNvSpPr>
              <p:nvPr>
                <p:ph idx="1"/>
              </p:nvPr>
            </p:nvSpPr>
            <p:spPr>
              <a:xfrm>
                <a:off x="838201" y="1690688"/>
                <a:ext cx="7305136" cy="4486275"/>
              </a:xfrm>
              <a:blipFill>
                <a:blip r:embed="rId4" cstate="print"/>
                <a:stretch>
                  <a:fillRect l="-1169" r="-1252"/>
                </a:stretch>
              </a:blipFill>
            </p:spPr>
            <p:txBody>
              <a:bodyPr/>
              <a:lstStyle/>
              <a:p>
                <a:r>
                  <a:rPr lang="zh-CN" altLang="en-US">
                    <a:noFill/>
                  </a:rPr>
                  <a:t> </a:t>
                </a:r>
              </a:p>
            </p:txBody>
          </p:sp>
        </mc:Fallback>
      </mc:AlternateContent>
      <p:graphicFrame>
        <p:nvGraphicFramePr>
          <p:cNvPr id="16389" name="Object 5"/>
          <p:cNvGraphicFramePr>
            <a:graphicFrameLocks noChangeAspect="1"/>
          </p:cNvGraphicFramePr>
          <p:nvPr>
            <p:extLst>
              <p:ext uri="{D42A27DB-BD31-4B8C-83A1-F6EECF244321}">
                <p14:modId xmlns:p14="http://schemas.microsoft.com/office/powerpoint/2010/main" val="3290441621"/>
              </p:ext>
            </p:extLst>
          </p:nvPr>
        </p:nvGraphicFramePr>
        <p:xfrm>
          <a:off x="3743305" y="3637511"/>
          <a:ext cx="3073150" cy="859497"/>
        </p:xfrm>
        <a:graphic>
          <a:graphicData uri="http://schemas.openxmlformats.org/presentationml/2006/ole">
            <mc:AlternateContent xmlns:mc="http://schemas.openxmlformats.org/markup-compatibility/2006">
              <mc:Choice xmlns:v="urn:schemas-microsoft-com:vml" Requires="v">
                <p:oleObj name="Equation" r:id="rId5" imgW="1498600" imgH="419100" progId="Equation.DSMT4">
                  <p:embed/>
                </p:oleObj>
              </mc:Choice>
              <mc:Fallback>
                <p:oleObj name="Equation" r:id="rId5" imgW="1498600" imgH="419100" progId="Equation.DSMT4">
                  <p:embed/>
                  <p:pic>
                    <p:nvPicPr>
                      <p:cNvPr id="16389"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43305" y="3637511"/>
                        <a:ext cx="3073150" cy="8594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390" name="Object 6"/>
          <p:cNvGraphicFramePr>
            <a:graphicFrameLocks noChangeAspect="1"/>
          </p:cNvGraphicFramePr>
          <p:nvPr>
            <p:extLst>
              <p:ext uri="{D42A27DB-BD31-4B8C-83A1-F6EECF244321}">
                <p14:modId xmlns:p14="http://schemas.microsoft.com/office/powerpoint/2010/main" val="2465221898"/>
              </p:ext>
            </p:extLst>
          </p:nvPr>
        </p:nvGraphicFramePr>
        <p:xfrm>
          <a:off x="4058306" y="4789526"/>
          <a:ext cx="2758149" cy="827445"/>
        </p:xfrm>
        <a:graphic>
          <a:graphicData uri="http://schemas.openxmlformats.org/presentationml/2006/ole">
            <mc:AlternateContent xmlns:mc="http://schemas.openxmlformats.org/markup-compatibility/2006">
              <mc:Choice xmlns:v="urn:schemas-microsoft-com:vml" Requires="v">
                <p:oleObj name="Equation" r:id="rId7" imgW="1397000" imgH="419100" progId="Equation.DSMT4">
                  <p:embed/>
                </p:oleObj>
              </mc:Choice>
              <mc:Fallback>
                <p:oleObj name="Equation" r:id="rId7" imgW="1397000" imgH="419100" progId="Equation.DSMT4">
                  <p:embed/>
                  <p:pic>
                    <p:nvPicPr>
                      <p:cNvPr id="1639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58306" y="4789526"/>
                        <a:ext cx="2758149" cy="82744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Slide Number Placeholder 6"/>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9</a:t>
            </a:fld>
            <a:endParaRPr lang="en-US" altLang="zh-CN" dirty="0">
              <a:ea typeface="黑体" panose="02010609060101010101" pitchFamily="49" charset="-122"/>
            </a:endParaRPr>
          </a:p>
        </p:txBody>
      </p:sp>
      <p:pic>
        <p:nvPicPr>
          <p:cNvPr id="8" name="Picture 5" descr="C:\Users\Joel\Documents\Teaching\McGraw Hill\Fundamentals of Electric Circuits 5e\figures\Ch08\Color Labeled\ale80571_08_008.jpg"/>
          <p:cNvPicPr>
            <a:picLocks noChangeAspect="1" noChangeArrowheads="1"/>
          </p:cNvPicPr>
          <p:nvPr/>
        </p:nvPicPr>
        <p:blipFill>
          <a:blip r:embed="rId9"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143337" y="1964195"/>
            <a:ext cx="4026870" cy="2520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838200" y="5890478"/>
            <a:ext cx="9772712" cy="830997"/>
          </a:xfrm>
          <a:prstGeom prst="rect">
            <a:avLst/>
          </a:prstGeom>
        </p:spPr>
        <p:txBody>
          <a:bodyPr wrap="square">
            <a:spAutoFit/>
          </a:bodyPr>
          <a:lstStyle/>
          <a:p>
            <a:pPr algn="just"/>
            <a:r>
              <a:rPr lang="en-US" altLang="en-US" sz="2400" i="1" dirty="0"/>
              <a:t>Remark: I</a:t>
            </a:r>
            <a:r>
              <a:rPr lang="en-US" altLang="en-US" sz="2400" i="1" baseline="-25000" dirty="0"/>
              <a:t>0</a:t>
            </a:r>
            <a:r>
              <a:rPr lang="en-US" altLang="en-US" sz="2400" i="1" dirty="0"/>
              <a:t>, V</a:t>
            </a:r>
            <a:r>
              <a:rPr lang="en-US" altLang="en-US" sz="2400" i="1" baseline="-25000" dirty="0"/>
              <a:t>0</a:t>
            </a:r>
            <a:r>
              <a:rPr lang="en-US" altLang="en-US" sz="2400" i="1" dirty="0"/>
              <a:t> and 𝑑𝑖(0)/𝑑𝑡 </a:t>
            </a:r>
            <a:r>
              <a:rPr lang="en-US" altLang="en-US" sz="2400" i="1" u="sng" dirty="0">
                <a:solidFill>
                  <a:srgbClr val="FF0000"/>
                </a:solidFill>
              </a:rPr>
              <a:t>CANNOT ALL</a:t>
            </a:r>
            <a:r>
              <a:rPr lang="en-US" altLang="en-US" sz="2400" i="1" dirty="0">
                <a:solidFill>
                  <a:srgbClr val="FF0000"/>
                </a:solidFill>
              </a:rPr>
              <a:t> </a:t>
            </a:r>
            <a:r>
              <a:rPr lang="en-US" altLang="en-US" sz="2400" i="1" dirty="0"/>
              <a:t>be independently specified. </a:t>
            </a:r>
            <a:r>
              <a:rPr lang="en-US" altLang="zh-CN" sz="2400" dirty="0"/>
              <a:t>Only two of the three can.</a:t>
            </a:r>
          </a:p>
        </p:txBody>
      </p:sp>
    </p:spTree>
    <p:extLst>
      <p:ext uri="{BB962C8B-B14F-4D97-AF65-F5344CB8AC3E}">
        <p14:creationId xmlns:p14="http://schemas.microsoft.com/office/powerpoint/2010/main" val="40087877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altLang="en-US"/>
              <a:t>Source Free Series RLC</a:t>
            </a:r>
          </a:p>
        </p:txBody>
      </p:sp>
      <p:sp>
        <p:nvSpPr>
          <p:cNvPr id="9219" name="Content Placeholder 2"/>
          <p:cNvSpPr>
            <a:spLocks noGrp="1"/>
          </p:cNvSpPr>
          <p:nvPr>
            <p:ph idx="1"/>
          </p:nvPr>
        </p:nvSpPr>
        <p:spPr>
          <a:xfrm>
            <a:off x="838200" y="1825624"/>
            <a:ext cx="11011930" cy="4321175"/>
          </a:xfrm>
        </p:spPr>
        <p:txBody>
          <a:bodyPr>
            <a:noAutofit/>
          </a:bodyPr>
          <a:lstStyle/>
          <a:p>
            <a:pPr algn="just"/>
            <a:r>
              <a:rPr lang="en-US" altLang="en-US" sz="2400" dirty="0"/>
              <a:t>Based on the first order solutions, we can expect that the solution is of exponential form. So we let                  , where </a:t>
            </a:r>
            <a:r>
              <a:rPr lang="en-US" altLang="en-US" sz="2400" i="1" dirty="0"/>
              <a:t>A</a:t>
            </a:r>
            <a:r>
              <a:rPr lang="en-US" altLang="en-US" sz="2400" dirty="0"/>
              <a:t> and </a:t>
            </a:r>
            <a:r>
              <a:rPr lang="en-US" altLang="en-US" sz="2400" i="1" dirty="0"/>
              <a:t>s </a:t>
            </a:r>
            <a:r>
              <a:rPr lang="en-US" altLang="en-US" sz="2400" dirty="0"/>
              <a:t>are constants to be determined.</a:t>
            </a:r>
          </a:p>
          <a:p>
            <a:pPr algn="just"/>
            <a:r>
              <a:rPr lang="en-US" altLang="en-US" sz="2400" dirty="0"/>
              <a:t>Substitute                    into the second order differential equation </a:t>
            </a:r>
          </a:p>
          <a:p>
            <a:pPr marL="0" indent="0" algn="just">
              <a:buNone/>
            </a:pPr>
            <a:r>
              <a:rPr lang="en-US" altLang="en-US" sz="2400" dirty="0"/>
              <a:t>   we obtain </a:t>
            </a:r>
          </a:p>
          <a:p>
            <a:pPr marL="0" indent="0" algn="just">
              <a:buNone/>
            </a:pPr>
            <a:endParaRPr lang="en-US" altLang="en-US" sz="2400" dirty="0"/>
          </a:p>
          <a:p>
            <a:pPr algn="just"/>
            <a:r>
              <a:rPr lang="en-US" altLang="en-US" sz="2400" dirty="0"/>
              <a:t>In this equation, only the expression in parentheses can be zero.</a:t>
            </a:r>
          </a:p>
          <a:p>
            <a:pPr algn="just"/>
            <a:endParaRPr lang="en-US" altLang="en-US" sz="2400" dirty="0"/>
          </a:p>
          <a:p>
            <a:pPr algn="just"/>
            <a:endParaRPr lang="en-US" altLang="en-US" sz="2400" dirty="0"/>
          </a:p>
          <a:p>
            <a:pPr algn="just"/>
            <a:r>
              <a:rPr lang="en-US" altLang="en-US" sz="2400" dirty="0"/>
              <a:t>Two roots of the characteristic equation are</a:t>
            </a:r>
          </a:p>
        </p:txBody>
      </p:sp>
      <p:graphicFrame>
        <p:nvGraphicFramePr>
          <p:cNvPr id="10" name="Object 9"/>
          <p:cNvGraphicFramePr>
            <a:graphicFrameLocks noChangeAspect="1"/>
          </p:cNvGraphicFramePr>
          <p:nvPr>
            <p:extLst>
              <p:ext uri="{D42A27DB-BD31-4B8C-83A1-F6EECF244321}">
                <p14:modId xmlns:p14="http://schemas.microsoft.com/office/powerpoint/2010/main" val="2714033531"/>
              </p:ext>
            </p:extLst>
          </p:nvPr>
        </p:nvGraphicFramePr>
        <p:xfrm>
          <a:off x="3165168" y="2169698"/>
          <a:ext cx="1224000" cy="432000"/>
        </p:xfrm>
        <a:graphic>
          <a:graphicData uri="http://schemas.openxmlformats.org/presentationml/2006/ole">
            <mc:AlternateContent xmlns:mc="http://schemas.openxmlformats.org/markup-compatibility/2006">
              <mc:Choice xmlns:v="urn:schemas-microsoft-com:vml" Requires="v">
                <p:oleObj name="Equation" r:id="rId3" imgW="647700" imgH="228600" progId="Equation.DSMT4">
                  <p:embed/>
                </p:oleObj>
              </mc:Choice>
              <mc:Fallback>
                <p:oleObj name="Equation" r:id="rId3" imgW="647700" imgH="228600" progId="Equation.DSMT4">
                  <p:embed/>
                  <p:pic>
                    <p:nvPicPr>
                      <p:cNvPr id="1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65168" y="2169698"/>
                        <a:ext cx="1224000" cy="432000"/>
                      </a:xfrm>
                      <a:prstGeom prst="rect">
                        <a:avLst/>
                      </a:prstGeom>
                      <a:solidFill>
                        <a:srgbClr val="C5E0B4"/>
                      </a:solidFill>
                    </p:spPr>
                  </p:pic>
                </p:oleObj>
              </mc:Fallback>
            </mc:AlternateContent>
          </a:graphicData>
        </a:graphic>
      </p:graphicFrame>
      <p:sp>
        <p:nvSpPr>
          <p:cNvPr id="11" name="Slide Number Placeholder 10"/>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10</a:t>
            </a:fld>
            <a:endParaRPr lang="en-US" altLang="zh-CN" dirty="0">
              <a:ea typeface="黑体" panose="02010609060101010101" pitchFamily="49" charset="-122"/>
            </a:endParaRPr>
          </a:p>
        </p:txBody>
      </p:sp>
      <p:graphicFrame>
        <p:nvGraphicFramePr>
          <p:cNvPr id="18" name="Object 9"/>
          <p:cNvGraphicFramePr>
            <a:graphicFrameLocks noChangeAspect="1"/>
          </p:cNvGraphicFramePr>
          <p:nvPr>
            <p:extLst>
              <p:ext uri="{D42A27DB-BD31-4B8C-83A1-F6EECF244321}">
                <p14:modId xmlns:p14="http://schemas.microsoft.com/office/powerpoint/2010/main" val="1622326936"/>
              </p:ext>
            </p:extLst>
          </p:nvPr>
        </p:nvGraphicFramePr>
        <p:xfrm>
          <a:off x="9237143" y="2436497"/>
          <a:ext cx="2731521" cy="888567"/>
        </p:xfrm>
        <a:graphic>
          <a:graphicData uri="http://schemas.openxmlformats.org/presentationml/2006/ole">
            <mc:AlternateContent xmlns:mc="http://schemas.openxmlformats.org/markup-compatibility/2006">
              <mc:Choice xmlns:v="urn:schemas-microsoft-com:vml" Requires="v">
                <p:oleObj name="Equation" r:id="rId5" imgW="1295400" imgH="419100" progId="Equation.DSMT4">
                  <p:embed/>
                </p:oleObj>
              </mc:Choice>
              <mc:Fallback>
                <p:oleObj name="Equation" r:id="rId5" imgW="1295400" imgH="419100" progId="Equation.DSMT4">
                  <p:embed/>
                  <p:pic>
                    <p:nvPicPr>
                      <p:cNvPr id="18"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37143" y="2436497"/>
                        <a:ext cx="2731521" cy="88856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Object 18"/>
          <p:cNvGraphicFramePr>
            <a:graphicFrameLocks noChangeAspect="1"/>
          </p:cNvGraphicFramePr>
          <p:nvPr>
            <p:extLst>
              <p:ext uri="{D42A27DB-BD31-4B8C-83A1-F6EECF244321}">
                <p14:modId xmlns:p14="http://schemas.microsoft.com/office/powerpoint/2010/main" val="3681809618"/>
              </p:ext>
            </p:extLst>
          </p:nvPr>
        </p:nvGraphicFramePr>
        <p:xfrm>
          <a:off x="2553168" y="2619580"/>
          <a:ext cx="1224000" cy="432000"/>
        </p:xfrm>
        <a:graphic>
          <a:graphicData uri="http://schemas.openxmlformats.org/presentationml/2006/ole">
            <mc:AlternateContent xmlns:mc="http://schemas.openxmlformats.org/markup-compatibility/2006">
              <mc:Choice xmlns:v="urn:schemas-microsoft-com:vml" Requires="v">
                <p:oleObj name="Equation" r:id="rId7" imgW="647700" imgH="228600" progId="Equation.DSMT4">
                  <p:embed/>
                </p:oleObj>
              </mc:Choice>
              <mc:Fallback>
                <p:oleObj name="Equation" r:id="rId7" imgW="647700" imgH="228600" progId="Equation.DSMT4">
                  <p:embed/>
                  <p:pic>
                    <p:nvPicPr>
                      <p:cNvPr id="19" name="Object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3168" y="2619580"/>
                        <a:ext cx="1224000" cy="43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Box 6"/>
          <p:cNvSpPr txBox="1"/>
          <p:nvPr/>
        </p:nvSpPr>
        <p:spPr>
          <a:xfrm>
            <a:off x="7938530" y="4592812"/>
            <a:ext cx="3595767" cy="646331"/>
          </a:xfrm>
          <a:prstGeom prst="rect">
            <a:avLst/>
          </a:prstGeom>
          <a:noFill/>
        </p:spPr>
        <p:txBody>
          <a:bodyPr wrap="square" rtlCol="0">
            <a:spAutoFit/>
          </a:bodyPr>
          <a:lstStyle/>
          <a:p>
            <a:pPr algn="just"/>
            <a:r>
              <a:rPr lang="en-US" altLang="zh-CN" dirty="0">
                <a:solidFill>
                  <a:srgbClr val="FF0000"/>
                </a:solidFill>
              </a:rPr>
              <a:t>This is known as the characteristic equation of the differential equation</a:t>
            </a:r>
            <a:endParaRPr lang="zh-CN" altLang="en-US" dirty="0">
              <a:solidFill>
                <a:srgbClr val="FF0000"/>
              </a:solidFill>
            </a:endParaRPr>
          </a:p>
        </p:txBody>
      </p:sp>
      <mc:AlternateContent xmlns:mc="http://schemas.openxmlformats.org/markup-compatibility/2006" xmlns:a14="http://schemas.microsoft.com/office/drawing/2010/main">
        <mc:Choice Requires="a14">
          <p:sp>
            <p:nvSpPr>
              <p:cNvPr id="2" name="TextBox 1"/>
              <p:cNvSpPr txBox="1"/>
              <p:nvPr/>
            </p:nvSpPr>
            <p:spPr>
              <a:xfrm>
                <a:off x="4487201" y="3090696"/>
                <a:ext cx="3451329" cy="8298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𝐴</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𝑒</m:t>
                          </m:r>
                        </m:e>
                        <m:sup>
                          <m:r>
                            <a:rPr lang="en-US" altLang="zh-CN" sz="2400" b="0" i="1" smtClean="0">
                              <a:latin typeface="Cambria Math" panose="02040503050406030204" pitchFamily="18" charset="0"/>
                            </a:rPr>
                            <m:t>𝑠𝑡</m:t>
                          </m:r>
                        </m:sup>
                      </m:sSup>
                      <m:d>
                        <m:dPr>
                          <m:ctrlPr>
                            <a:rPr lang="en-US" altLang="zh-CN" sz="2400" b="0" i="1" smtClean="0">
                              <a:latin typeface="Cambria Math" panose="02040503050406030204" pitchFamily="18" charset="0"/>
                            </a:rPr>
                          </m:ctrlPr>
                        </m:dPr>
                        <m:e>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𝑠</m:t>
                              </m:r>
                            </m:e>
                            <m:sup>
                              <m:r>
                                <a:rPr lang="en-US" altLang="zh-CN" sz="2400" b="0" i="1" smtClean="0">
                                  <a:latin typeface="Cambria Math" panose="02040503050406030204" pitchFamily="18" charset="0"/>
                                </a:rPr>
                                <m:t>2</m:t>
                              </m:r>
                            </m:sup>
                          </m:sSup>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𝑅</m:t>
                              </m:r>
                            </m:num>
                            <m:den>
                              <m:r>
                                <a:rPr lang="en-US" altLang="zh-CN" sz="2400" b="0" i="1" smtClean="0">
                                  <a:latin typeface="Cambria Math" panose="02040503050406030204" pitchFamily="18" charset="0"/>
                                </a:rPr>
                                <m:t>𝐿</m:t>
                              </m:r>
                            </m:den>
                          </m:f>
                          <m:r>
                            <a:rPr lang="en-US" altLang="zh-CN" sz="2400" b="0" i="1" smtClean="0">
                              <a:latin typeface="Cambria Math" panose="02040503050406030204" pitchFamily="18" charset="0"/>
                            </a:rPr>
                            <m:t>𝑠</m:t>
                          </m:r>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1</m:t>
                              </m:r>
                            </m:num>
                            <m:den>
                              <m:r>
                                <a:rPr lang="en-US" altLang="zh-CN" sz="2400" b="0" i="1" smtClean="0">
                                  <a:latin typeface="Cambria Math" panose="02040503050406030204" pitchFamily="18" charset="0"/>
                                </a:rPr>
                                <m:t>𝐿𝐶</m:t>
                              </m:r>
                            </m:den>
                          </m:f>
                        </m:e>
                      </m:d>
                      <m:r>
                        <a:rPr lang="en-US" altLang="zh-CN" sz="2400" b="0" i="1" smtClean="0">
                          <a:latin typeface="Cambria Math" panose="02040503050406030204" pitchFamily="18" charset="0"/>
                        </a:rPr>
                        <m:t>=0</m:t>
                      </m:r>
                    </m:oMath>
                  </m:oMathPara>
                </a14:m>
                <a:endParaRPr lang="zh-CN" altLang="en-US" sz="2400" dirty="0"/>
              </a:p>
            </p:txBody>
          </p:sp>
        </mc:Choice>
        <mc:Fallback xmlns="">
          <p:sp>
            <p:nvSpPr>
              <p:cNvPr id="2" name="TextBox 1"/>
              <p:cNvSpPr txBox="1">
                <a:spLocks noRot="1" noChangeAspect="1" noMove="1" noResize="1" noEditPoints="1" noAdjustHandles="1" noChangeArrowheads="1" noChangeShapeType="1" noTextEdit="1"/>
              </p:cNvSpPr>
              <p:nvPr/>
            </p:nvSpPr>
            <p:spPr>
              <a:xfrm>
                <a:off x="4487201" y="3090696"/>
                <a:ext cx="3451329" cy="829843"/>
              </a:xfrm>
              <a:prstGeom prst="rect">
                <a:avLst/>
              </a:prstGeom>
              <a:blipFill>
                <a:blip r:embed="rId9" cstate="print"/>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4379186" y="4537882"/>
                <a:ext cx="2445221" cy="6938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𝑠</m:t>
                          </m:r>
                        </m:e>
                        <m:sup>
                          <m:r>
                            <a:rPr lang="en-US" altLang="zh-CN" sz="2400" i="1">
                              <a:latin typeface="Cambria Math" panose="02040503050406030204" pitchFamily="18" charset="0"/>
                            </a:rPr>
                            <m:t>2</m:t>
                          </m:r>
                        </m:sup>
                      </m:sSup>
                      <m:r>
                        <a:rPr lang="en-US" altLang="zh-CN" sz="2400" i="1">
                          <a:latin typeface="Cambria Math" panose="02040503050406030204" pitchFamily="18" charset="0"/>
                        </a:rPr>
                        <m:t>+</m:t>
                      </m:r>
                      <m:f>
                        <m:fPr>
                          <m:ctrlPr>
                            <a:rPr lang="en-US" altLang="zh-CN" sz="2400" i="1">
                              <a:latin typeface="Cambria Math" panose="02040503050406030204" pitchFamily="18" charset="0"/>
                            </a:rPr>
                          </m:ctrlPr>
                        </m:fPr>
                        <m:num>
                          <m:r>
                            <a:rPr lang="en-US" altLang="zh-CN" sz="2400" i="1">
                              <a:latin typeface="Cambria Math" panose="02040503050406030204" pitchFamily="18" charset="0"/>
                            </a:rPr>
                            <m:t>𝑅</m:t>
                          </m:r>
                        </m:num>
                        <m:den>
                          <m:r>
                            <a:rPr lang="en-US" altLang="zh-CN" sz="2400" i="1">
                              <a:latin typeface="Cambria Math" panose="02040503050406030204" pitchFamily="18" charset="0"/>
                            </a:rPr>
                            <m:t>𝐿</m:t>
                          </m:r>
                        </m:den>
                      </m:f>
                      <m:r>
                        <a:rPr lang="en-US" altLang="zh-CN" sz="2400" i="1">
                          <a:latin typeface="Cambria Math" panose="02040503050406030204" pitchFamily="18" charset="0"/>
                        </a:rPr>
                        <m:t>𝑠</m:t>
                      </m:r>
                      <m:r>
                        <a:rPr lang="en-US" altLang="zh-CN" sz="2400" i="1">
                          <a:latin typeface="Cambria Math" panose="02040503050406030204" pitchFamily="18" charset="0"/>
                        </a:rPr>
                        <m:t>+</m:t>
                      </m:r>
                      <m:f>
                        <m:fPr>
                          <m:ctrlPr>
                            <a:rPr lang="en-US" altLang="zh-CN" sz="2400" i="1">
                              <a:latin typeface="Cambria Math" panose="02040503050406030204" pitchFamily="18" charset="0"/>
                            </a:rPr>
                          </m:ctrlPr>
                        </m:fPr>
                        <m:num>
                          <m:r>
                            <a:rPr lang="en-US" altLang="zh-CN" sz="2400" i="1">
                              <a:latin typeface="Cambria Math" panose="02040503050406030204" pitchFamily="18" charset="0"/>
                            </a:rPr>
                            <m:t>1</m:t>
                          </m:r>
                        </m:num>
                        <m:den>
                          <m:r>
                            <a:rPr lang="en-US" altLang="zh-CN" sz="2400" i="1">
                              <a:latin typeface="Cambria Math" panose="02040503050406030204" pitchFamily="18" charset="0"/>
                            </a:rPr>
                            <m:t>𝐿𝐶</m:t>
                          </m:r>
                        </m:den>
                      </m:f>
                      <m:r>
                        <a:rPr lang="en-US" altLang="zh-CN" sz="2400" b="0" i="1" smtClean="0">
                          <a:latin typeface="Cambria Math" panose="02040503050406030204" pitchFamily="18" charset="0"/>
                        </a:rPr>
                        <m:t>=0</m:t>
                      </m:r>
                    </m:oMath>
                  </m:oMathPara>
                </a14:m>
                <a:endParaRPr lang="zh-CN" altLang="en-US" sz="2400" dirty="0"/>
              </a:p>
            </p:txBody>
          </p:sp>
        </mc:Choice>
        <mc:Fallback xmlns="">
          <p:sp>
            <p:nvSpPr>
              <p:cNvPr id="14" name="TextBox 13"/>
              <p:cNvSpPr txBox="1">
                <a:spLocks noRot="1" noChangeAspect="1" noMove="1" noResize="1" noEditPoints="1" noAdjustHandles="1" noChangeArrowheads="1" noChangeShapeType="1" noTextEdit="1"/>
              </p:cNvSpPr>
              <p:nvPr/>
            </p:nvSpPr>
            <p:spPr>
              <a:xfrm>
                <a:off x="4379186" y="4537882"/>
                <a:ext cx="2445221" cy="693844"/>
              </a:xfrm>
              <a:prstGeom prst="rect">
                <a:avLst/>
              </a:prstGeom>
              <a:blipFill>
                <a:blip r:embed="rId10" cstate="print"/>
                <a:stretch>
                  <a:fillRect/>
                </a:stretch>
              </a:blipFill>
            </p:spPr>
            <p:txBody>
              <a:bodyPr/>
              <a:lstStyle/>
              <a:p>
                <a:r>
                  <a:rPr lang="zh-CN" altLang="en-US">
                    <a:noFill/>
                  </a:rPr>
                  <a:t> </a:t>
                </a:r>
              </a:p>
            </p:txBody>
          </p:sp>
        </mc:Fallback>
      </mc:AlternateContent>
      <p:pic>
        <p:nvPicPr>
          <p:cNvPr id="3" name="Picture 2"/>
          <p:cNvPicPr>
            <a:picLocks noChangeAspect="1"/>
          </p:cNvPicPr>
          <p:nvPr/>
        </p:nvPicPr>
        <p:blipFill>
          <a:blip r:embed="rId11" cstate="print">
            <a:clrChange>
              <a:clrFrom>
                <a:srgbClr val="FFFFFF"/>
              </a:clrFrom>
              <a:clrTo>
                <a:srgbClr val="FFFFFF">
                  <a:alpha val="0"/>
                </a:srgbClr>
              </a:clrTo>
            </a:clrChange>
          </a:blip>
          <a:stretch>
            <a:fillRect/>
          </a:stretch>
        </p:blipFill>
        <p:spPr>
          <a:xfrm>
            <a:off x="3909525" y="5820471"/>
            <a:ext cx="3553255" cy="90100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altLang="en-US" dirty="0"/>
              <a:t>Source Free Series RLC</a:t>
            </a:r>
          </a:p>
        </p:txBody>
      </p:sp>
      <p:sp>
        <p:nvSpPr>
          <p:cNvPr id="9219" name="Content Placeholder 2"/>
          <p:cNvSpPr>
            <a:spLocks noGrp="1"/>
          </p:cNvSpPr>
          <p:nvPr>
            <p:ph idx="1"/>
          </p:nvPr>
        </p:nvSpPr>
        <p:spPr>
          <a:xfrm>
            <a:off x="838200" y="1825624"/>
            <a:ext cx="11011930" cy="4034293"/>
          </a:xfrm>
        </p:spPr>
        <p:txBody>
          <a:bodyPr>
            <a:noAutofit/>
          </a:bodyPr>
          <a:lstStyle/>
          <a:p>
            <a:r>
              <a:rPr lang="en-US" altLang="en-US" sz="2400" dirty="0"/>
              <a:t>A more compact way of expression is </a:t>
            </a:r>
          </a:p>
          <a:p>
            <a:r>
              <a:rPr lang="en-US" altLang="en-US" sz="2400" dirty="0"/>
              <a:t>Let </a:t>
            </a:r>
          </a:p>
          <a:p>
            <a:endParaRPr lang="en-US" altLang="en-US" sz="2400" dirty="0"/>
          </a:p>
          <a:p>
            <a:endParaRPr lang="en-US" altLang="en-US" sz="2400" dirty="0"/>
          </a:p>
          <a:p>
            <a:endParaRPr lang="en-US" altLang="en-US" sz="2400" dirty="0"/>
          </a:p>
          <a:p>
            <a:pPr>
              <a:lnSpc>
                <a:spcPct val="100000"/>
              </a:lnSpc>
              <a:spcBef>
                <a:spcPts val="1200"/>
              </a:spcBef>
              <a:spcAft>
                <a:spcPts val="600"/>
              </a:spcAft>
            </a:pPr>
            <a:r>
              <a:rPr lang="en-US" altLang="en-US" sz="2400" dirty="0"/>
              <a:t>The characteristic equation to solve becomes:  </a:t>
            </a:r>
          </a:p>
          <a:p>
            <a:pPr>
              <a:lnSpc>
                <a:spcPct val="100000"/>
              </a:lnSpc>
              <a:spcBef>
                <a:spcPts val="1200"/>
              </a:spcBef>
              <a:spcAft>
                <a:spcPts val="600"/>
              </a:spcAft>
            </a:pPr>
            <a:r>
              <a:rPr lang="en-US" altLang="en-US" sz="2400" dirty="0"/>
              <a:t>For which the solutions are:</a:t>
            </a:r>
          </a:p>
          <a:p>
            <a:endParaRPr lang="en-US" altLang="en-US" sz="2400" dirty="0"/>
          </a:p>
          <a:p>
            <a:pPr marL="0" indent="0">
              <a:buNone/>
            </a:pPr>
            <a:endParaRPr lang="en-US" altLang="en-US" sz="2400" dirty="0"/>
          </a:p>
        </p:txBody>
      </p:sp>
      <p:graphicFrame>
        <p:nvGraphicFramePr>
          <p:cNvPr id="64716" name="Object 204"/>
          <p:cNvGraphicFramePr>
            <a:graphicFrameLocks noChangeAspect="1"/>
          </p:cNvGraphicFramePr>
          <p:nvPr>
            <p:extLst>
              <p:ext uri="{D42A27DB-BD31-4B8C-83A1-F6EECF244321}">
                <p14:modId xmlns:p14="http://schemas.microsoft.com/office/powerpoint/2010/main" val="1216705349"/>
              </p:ext>
            </p:extLst>
          </p:nvPr>
        </p:nvGraphicFramePr>
        <p:xfrm>
          <a:off x="4134465" y="2491054"/>
          <a:ext cx="6628140" cy="1004334"/>
        </p:xfrm>
        <a:graphic>
          <a:graphicData uri="http://schemas.openxmlformats.org/presentationml/2006/ole">
            <mc:AlternateContent xmlns:mc="http://schemas.openxmlformats.org/markup-compatibility/2006">
              <mc:Choice xmlns:v="urn:schemas-microsoft-com:vml" Requires="v">
                <p:oleObj name="Equation" r:id="rId3" imgW="2781300" imgH="419100" progId="Equation.DSMT4">
                  <p:embed/>
                </p:oleObj>
              </mc:Choice>
              <mc:Fallback>
                <p:oleObj name="Equation" r:id="rId3" imgW="2781300" imgH="419100" progId="Equation.DSMT4">
                  <p:embed/>
                  <p:pic>
                    <p:nvPicPr>
                      <p:cNvPr id="64716" name="Object 20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34465" y="2491054"/>
                        <a:ext cx="6628140" cy="10043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Slide Number Placeholder 10"/>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11</a:t>
            </a:fld>
            <a:endParaRPr lang="en-US" altLang="zh-CN" dirty="0">
              <a:ea typeface="黑体" panose="02010609060101010101" pitchFamily="49" charset="-122"/>
            </a:endParaRPr>
          </a:p>
        </p:txBody>
      </p:sp>
      <p:graphicFrame>
        <p:nvGraphicFramePr>
          <p:cNvPr id="13" name="Object 6"/>
          <p:cNvGraphicFramePr>
            <a:graphicFrameLocks noChangeAspect="1"/>
          </p:cNvGraphicFramePr>
          <p:nvPr>
            <p:extLst>
              <p:ext uri="{D42A27DB-BD31-4B8C-83A1-F6EECF244321}">
                <p14:modId xmlns:p14="http://schemas.microsoft.com/office/powerpoint/2010/main" val="4150747129"/>
              </p:ext>
            </p:extLst>
          </p:nvPr>
        </p:nvGraphicFramePr>
        <p:xfrm>
          <a:off x="7027333" y="4077932"/>
          <a:ext cx="2629416" cy="612000"/>
        </p:xfrm>
        <a:graphic>
          <a:graphicData uri="http://schemas.openxmlformats.org/presentationml/2006/ole">
            <mc:AlternateContent xmlns:mc="http://schemas.openxmlformats.org/markup-compatibility/2006">
              <mc:Choice xmlns:v="urn:schemas-microsoft-com:vml" Requires="v">
                <p:oleObj name="Equation" r:id="rId5" imgW="1206500" imgH="279400" progId="Equation.DSMT4">
                  <p:embed/>
                </p:oleObj>
              </mc:Choice>
              <mc:Fallback>
                <p:oleObj name="Equation" r:id="rId5" imgW="1206500" imgH="279400" progId="Equation.DSMT4">
                  <p:embed/>
                  <p:pic>
                    <p:nvPicPr>
                      <p:cNvPr id="13"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27333" y="4077932"/>
                        <a:ext cx="2629416" cy="612000"/>
                      </a:xfrm>
                      <a:prstGeom prst="rect">
                        <a:avLst/>
                      </a:prstGeom>
                      <a:solidFill>
                        <a:srgbClr val="C5E0B4"/>
                      </a:solidFill>
                    </p:spPr>
                  </p:pic>
                </p:oleObj>
              </mc:Fallback>
            </mc:AlternateContent>
          </a:graphicData>
        </a:graphic>
      </p:graphicFrame>
      <p:graphicFrame>
        <p:nvGraphicFramePr>
          <p:cNvPr id="15" name="Object 8"/>
          <p:cNvGraphicFramePr>
            <a:graphicFrameLocks noChangeAspect="1"/>
          </p:cNvGraphicFramePr>
          <p:nvPr>
            <p:extLst>
              <p:ext uri="{D42A27DB-BD31-4B8C-83A1-F6EECF244321}">
                <p14:modId xmlns:p14="http://schemas.microsoft.com/office/powerpoint/2010/main" val="299630097"/>
              </p:ext>
            </p:extLst>
          </p:nvPr>
        </p:nvGraphicFramePr>
        <p:xfrm>
          <a:off x="2565103" y="5490298"/>
          <a:ext cx="7558124" cy="648611"/>
        </p:xfrm>
        <a:graphic>
          <a:graphicData uri="http://schemas.openxmlformats.org/presentationml/2006/ole">
            <mc:AlternateContent xmlns:mc="http://schemas.openxmlformats.org/markup-compatibility/2006">
              <mc:Choice xmlns:v="urn:schemas-microsoft-com:vml" Requires="v">
                <p:oleObj name="Equation" r:id="rId7" imgW="2552700" imgH="292100" progId="Equation.DSMT4">
                  <p:embed/>
                </p:oleObj>
              </mc:Choice>
              <mc:Fallback>
                <p:oleObj name="Equation" r:id="rId7" imgW="2552700" imgH="292100" progId="Equation.DSMT4">
                  <p:embed/>
                  <p:pic>
                    <p:nvPicPr>
                      <p:cNvPr id="15"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65103" y="5490298"/>
                        <a:ext cx="7558124" cy="64861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 name="Picture 3"/>
          <p:cNvPicPr>
            <a:picLocks noChangeAspect="1"/>
          </p:cNvPicPr>
          <p:nvPr/>
        </p:nvPicPr>
        <p:blipFill>
          <a:blip r:embed="rId9" cstate="print">
            <a:clrChange>
              <a:clrFrom>
                <a:srgbClr val="FFFFFF"/>
              </a:clrFrom>
              <a:clrTo>
                <a:srgbClr val="FFFFFF">
                  <a:alpha val="0"/>
                </a:srgbClr>
              </a:clrTo>
            </a:clrChange>
          </a:blip>
          <a:stretch>
            <a:fillRect/>
          </a:stretch>
        </p:blipFill>
        <p:spPr>
          <a:xfrm>
            <a:off x="1833150" y="2168691"/>
            <a:ext cx="1306365" cy="1531026"/>
          </a:xfrm>
          <a:prstGeom prst="rect">
            <a:avLst/>
          </a:prstGeom>
        </p:spPr>
      </p:pic>
    </p:spTree>
    <p:extLst>
      <p:ext uri="{BB962C8B-B14F-4D97-AF65-F5344CB8AC3E}">
        <p14:creationId xmlns:p14="http://schemas.microsoft.com/office/powerpoint/2010/main" val="3449863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Solutions of the second order ODE</a:t>
            </a:r>
          </a:p>
        </p:txBody>
      </p:sp>
      <p:sp>
        <p:nvSpPr>
          <p:cNvPr id="3" name="Content Placeholder 2"/>
          <p:cNvSpPr>
            <a:spLocks noGrp="1"/>
          </p:cNvSpPr>
          <p:nvPr>
            <p:ph idx="1"/>
          </p:nvPr>
        </p:nvSpPr>
        <p:spPr>
          <a:xfrm>
            <a:off x="838200" y="2977549"/>
            <a:ext cx="10515600" cy="3199414"/>
          </a:xfrm>
        </p:spPr>
        <p:txBody>
          <a:bodyPr>
            <a:normAutofit/>
          </a:bodyPr>
          <a:lstStyle/>
          <a:p>
            <a:pPr algn="just">
              <a:lnSpc>
                <a:spcPct val="100000"/>
              </a:lnSpc>
              <a:spcBef>
                <a:spcPts val="1200"/>
              </a:spcBef>
              <a:spcAft>
                <a:spcPts val="600"/>
              </a:spcAft>
            </a:pPr>
            <a:r>
              <a:rPr lang="en-US" sz="2400" dirty="0"/>
              <a:t>Any </a:t>
            </a:r>
            <a:r>
              <a:rPr lang="en-US" sz="2400" i="1" dirty="0" err="1"/>
              <a:t>i</a:t>
            </a:r>
            <a:r>
              <a:rPr lang="en-US" sz="2400" dirty="0"/>
              <a:t> of the form                 , where </a:t>
            </a:r>
            <a:r>
              <a:rPr lang="en-US" sz="2400" i="1" dirty="0"/>
              <a:t>s</a:t>
            </a:r>
            <a:r>
              <a:rPr lang="en-US" sz="2400" dirty="0"/>
              <a:t> satisfies the characteristic equation of the ODE.  As there are two such </a:t>
            </a:r>
            <a:r>
              <a:rPr lang="en-US" sz="2400" i="1" dirty="0" err="1"/>
              <a:t>i</a:t>
            </a:r>
            <a:r>
              <a:rPr lang="en-US" sz="2400" dirty="0" err="1"/>
              <a:t>’s</a:t>
            </a:r>
            <a:r>
              <a:rPr lang="en-US" sz="2400" dirty="0"/>
              <a:t>, each of them is a solution.</a:t>
            </a:r>
          </a:p>
          <a:p>
            <a:pPr algn="just">
              <a:lnSpc>
                <a:spcPct val="100000"/>
              </a:lnSpc>
              <a:spcBef>
                <a:spcPts val="1200"/>
              </a:spcBef>
              <a:spcAft>
                <a:spcPts val="600"/>
              </a:spcAft>
            </a:pPr>
            <a:r>
              <a:rPr lang="en-US" sz="2400" dirty="0"/>
              <a:t>By superposition, a linear combination of them is also a solution. The general solution of the ODE is</a:t>
            </a:r>
          </a:p>
          <a:p>
            <a:pPr marL="0" indent="0">
              <a:lnSpc>
                <a:spcPct val="100000"/>
              </a:lnSpc>
              <a:spcBef>
                <a:spcPts val="1200"/>
              </a:spcBef>
              <a:spcAft>
                <a:spcPts val="600"/>
              </a:spcAft>
              <a:buNone/>
            </a:pPr>
            <a:r>
              <a:rPr lang="en-US" sz="2400" dirty="0"/>
              <a:t> </a:t>
            </a:r>
            <a:br>
              <a:rPr lang="en-US" sz="2400" dirty="0"/>
            </a:br>
            <a:r>
              <a:rPr lang="en-US" sz="2400" dirty="0"/>
              <a:t>   where </a:t>
            </a:r>
            <a:r>
              <a:rPr lang="en-US" sz="2400" i="1" dirty="0"/>
              <a:t>A</a:t>
            </a:r>
            <a:r>
              <a:rPr lang="en-US" sz="2400" baseline="-25000" dirty="0"/>
              <a:t>1</a:t>
            </a:r>
            <a:r>
              <a:rPr lang="en-US" sz="2400" dirty="0"/>
              <a:t> and </a:t>
            </a:r>
            <a:r>
              <a:rPr lang="en-US" sz="2400" i="1" dirty="0"/>
              <a:t>A</a:t>
            </a:r>
            <a:r>
              <a:rPr lang="en-US" sz="2400" baseline="-25000" dirty="0"/>
              <a:t>2</a:t>
            </a:r>
            <a:r>
              <a:rPr lang="en-US" sz="2400" dirty="0"/>
              <a:t> are constants to be determined by initial conditions, recall that</a:t>
            </a:r>
          </a:p>
        </p:txBody>
      </p:sp>
      <p:graphicFrame>
        <p:nvGraphicFramePr>
          <p:cNvPr id="108548" name="Object 4"/>
          <p:cNvGraphicFramePr>
            <a:graphicFrameLocks noChangeAspect="1"/>
          </p:cNvGraphicFramePr>
          <p:nvPr>
            <p:extLst>
              <p:ext uri="{D42A27DB-BD31-4B8C-83A1-F6EECF244321}">
                <p14:modId xmlns:p14="http://schemas.microsoft.com/office/powerpoint/2010/main" val="2231673476"/>
              </p:ext>
            </p:extLst>
          </p:nvPr>
        </p:nvGraphicFramePr>
        <p:xfrm>
          <a:off x="3523264" y="3006461"/>
          <a:ext cx="1322454" cy="468000"/>
        </p:xfrm>
        <a:graphic>
          <a:graphicData uri="http://schemas.openxmlformats.org/presentationml/2006/ole">
            <mc:AlternateContent xmlns:mc="http://schemas.openxmlformats.org/markup-compatibility/2006">
              <mc:Choice xmlns:v="urn:schemas-microsoft-com:vml" Requires="v">
                <p:oleObj name="Equation" r:id="rId2" imgW="647700" imgH="228600" progId="Equation.DSMT4">
                  <p:embed/>
                </p:oleObj>
              </mc:Choice>
              <mc:Fallback>
                <p:oleObj name="Equation" r:id="rId2" imgW="647700" imgH="228600" progId="Equation.DSMT4">
                  <p:embed/>
                  <p:pic>
                    <p:nvPicPr>
                      <p:cNvPr id="108548"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3264" y="3006461"/>
                        <a:ext cx="1322454" cy="46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8550" name="Object 6"/>
          <p:cNvGraphicFramePr>
            <a:graphicFrameLocks noChangeAspect="1"/>
          </p:cNvGraphicFramePr>
          <p:nvPr>
            <p:extLst>
              <p:ext uri="{D42A27DB-BD31-4B8C-83A1-F6EECF244321}">
                <p14:modId xmlns:p14="http://schemas.microsoft.com/office/powerpoint/2010/main" val="324486769"/>
              </p:ext>
            </p:extLst>
          </p:nvPr>
        </p:nvGraphicFramePr>
        <p:xfrm>
          <a:off x="4333073" y="4595926"/>
          <a:ext cx="2932316" cy="612000"/>
        </p:xfrm>
        <a:graphic>
          <a:graphicData uri="http://schemas.openxmlformats.org/presentationml/2006/ole">
            <mc:AlternateContent xmlns:mc="http://schemas.openxmlformats.org/markup-compatibility/2006">
              <mc:Choice xmlns:v="urn:schemas-microsoft-com:vml" Requires="v">
                <p:oleObj name="Equation" r:id="rId4" imgW="1155700" imgH="241300" progId="Equation.DSMT4">
                  <p:embed/>
                </p:oleObj>
              </mc:Choice>
              <mc:Fallback>
                <p:oleObj name="Equation" r:id="rId4" imgW="1155700" imgH="241300" progId="Equation.DSMT4">
                  <p:embed/>
                  <p:pic>
                    <p:nvPicPr>
                      <p:cNvPr id="10855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33073" y="4595926"/>
                        <a:ext cx="2932316" cy="612000"/>
                      </a:xfrm>
                      <a:prstGeom prst="rect">
                        <a:avLst/>
                      </a:prstGeom>
                      <a:solidFill>
                        <a:srgbClr val="C5E0B4"/>
                      </a:solidFill>
                    </p:spPr>
                  </p:pic>
                </p:oleObj>
              </mc:Fallback>
            </mc:AlternateContent>
          </a:graphicData>
        </a:graphic>
      </p:graphicFrame>
      <p:sp>
        <p:nvSpPr>
          <p:cNvPr id="10" name="Slide Number Placeholder 9"/>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12</a:t>
            </a:fld>
            <a:endParaRPr lang="en-US" altLang="zh-CN" dirty="0">
              <a:ea typeface="黑体" panose="02010609060101010101" pitchFamily="49" charset="-122"/>
            </a:endParaRPr>
          </a:p>
        </p:txBody>
      </p:sp>
      <p:pic>
        <p:nvPicPr>
          <p:cNvPr id="13" name="Picture 12"/>
          <p:cNvPicPr>
            <a:picLocks noChangeAspect="1"/>
          </p:cNvPicPr>
          <p:nvPr/>
        </p:nvPicPr>
        <p:blipFill>
          <a:blip r:embed="rId6" cstate="print"/>
          <a:stretch>
            <a:fillRect/>
          </a:stretch>
        </p:blipFill>
        <p:spPr>
          <a:xfrm>
            <a:off x="1080929" y="1626587"/>
            <a:ext cx="3905250" cy="1171575"/>
          </a:xfrm>
          <a:prstGeom prst="rect">
            <a:avLst/>
          </a:prstGeom>
        </p:spPr>
      </p:pic>
      <p:graphicFrame>
        <p:nvGraphicFramePr>
          <p:cNvPr id="14" name="Object 10"/>
          <p:cNvGraphicFramePr>
            <a:graphicFrameLocks noChangeAspect="1"/>
          </p:cNvGraphicFramePr>
          <p:nvPr>
            <p:extLst>
              <p:ext uri="{D42A27DB-BD31-4B8C-83A1-F6EECF244321}">
                <p14:modId xmlns:p14="http://schemas.microsoft.com/office/powerpoint/2010/main" val="1444481316"/>
              </p:ext>
            </p:extLst>
          </p:nvPr>
        </p:nvGraphicFramePr>
        <p:xfrm>
          <a:off x="5388310" y="1835635"/>
          <a:ext cx="2664883" cy="862103"/>
        </p:xfrm>
        <a:graphic>
          <a:graphicData uri="http://schemas.openxmlformats.org/presentationml/2006/ole">
            <mc:AlternateContent xmlns:mc="http://schemas.openxmlformats.org/markup-compatibility/2006">
              <mc:Choice xmlns:v="urn:schemas-microsoft-com:vml" Requires="v">
                <p:oleObj name="Equation" r:id="rId7" imgW="1295400" imgH="419100" progId="Equation.DSMT4">
                  <p:embed/>
                </p:oleObj>
              </mc:Choice>
              <mc:Fallback>
                <p:oleObj name="Equation" r:id="rId7" imgW="1295400" imgH="419100" progId="Equation.DSMT4">
                  <p:embed/>
                  <p:pic>
                    <p:nvPicPr>
                      <p:cNvPr id="14"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88310" y="1835635"/>
                        <a:ext cx="2664883" cy="86210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 name="Picture 3"/>
          <p:cNvPicPr>
            <a:picLocks noChangeAspect="1"/>
          </p:cNvPicPr>
          <p:nvPr/>
        </p:nvPicPr>
        <p:blipFill>
          <a:blip r:embed="rId9" cstate="print"/>
          <a:stretch>
            <a:fillRect/>
          </a:stretch>
        </p:blipFill>
        <p:spPr>
          <a:xfrm>
            <a:off x="8455324" y="1503691"/>
            <a:ext cx="2686050" cy="704850"/>
          </a:xfrm>
          <a:prstGeom prst="rect">
            <a:avLst/>
          </a:prstGeom>
        </p:spPr>
      </p:pic>
      <p:pic>
        <p:nvPicPr>
          <p:cNvPr id="5" name="Picture 4"/>
          <p:cNvPicPr>
            <a:picLocks noChangeAspect="1"/>
          </p:cNvPicPr>
          <p:nvPr/>
        </p:nvPicPr>
        <p:blipFill>
          <a:blip r:embed="rId10" cstate="print"/>
          <a:stretch>
            <a:fillRect/>
          </a:stretch>
        </p:blipFill>
        <p:spPr>
          <a:xfrm>
            <a:off x="8418138" y="2266687"/>
            <a:ext cx="2695575" cy="647700"/>
          </a:xfrm>
          <a:prstGeom prst="rect">
            <a:avLst/>
          </a:prstGeom>
        </p:spPr>
      </p:pic>
      <p:pic>
        <p:nvPicPr>
          <p:cNvPr id="7" name="Picture 6"/>
          <p:cNvPicPr>
            <a:picLocks noChangeAspect="1"/>
          </p:cNvPicPr>
          <p:nvPr/>
        </p:nvPicPr>
        <p:blipFill>
          <a:blip r:embed="rId11" cstate="print"/>
          <a:stretch>
            <a:fillRect/>
          </a:stretch>
        </p:blipFill>
        <p:spPr>
          <a:xfrm>
            <a:off x="2552355" y="5869571"/>
            <a:ext cx="2433824" cy="584543"/>
          </a:xfrm>
          <a:prstGeom prst="rect">
            <a:avLst/>
          </a:prstGeom>
        </p:spPr>
      </p:pic>
      <p:pic>
        <p:nvPicPr>
          <p:cNvPr id="8" name="Picture 7"/>
          <p:cNvPicPr>
            <a:picLocks noChangeAspect="1"/>
          </p:cNvPicPr>
          <p:nvPr/>
        </p:nvPicPr>
        <p:blipFill>
          <a:blip r:embed="rId12" cstate="print"/>
          <a:stretch>
            <a:fillRect/>
          </a:stretch>
        </p:blipFill>
        <p:spPr>
          <a:xfrm>
            <a:off x="5598054" y="5791200"/>
            <a:ext cx="4010025" cy="771525"/>
          </a:xfrm>
          <a:prstGeom prst="rect">
            <a:avLst/>
          </a:prstGeom>
        </p:spPr>
      </p:pic>
      <mc:AlternateContent xmlns:mc="http://schemas.openxmlformats.org/markup-compatibility/2006" xmlns:a14="http://schemas.microsoft.com/office/drawing/2010/main">
        <mc:Choice Requires="a14">
          <p:sp>
            <p:nvSpPr>
              <p:cNvPr id="9" name="TextBox 8"/>
              <p:cNvSpPr txBox="1"/>
              <p:nvPr/>
            </p:nvSpPr>
            <p:spPr>
              <a:xfrm>
                <a:off x="7778862" y="4671093"/>
                <a:ext cx="2784352" cy="461665"/>
              </a:xfrm>
              <a:prstGeom prst="rect">
                <a:avLst/>
              </a:prstGeom>
              <a:noFill/>
            </p:spPr>
            <p:txBody>
              <a:bodyPr wrap="none" rtlCol="0">
                <a:spAutoFit/>
              </a:bodyPr>
              <a:lstStyle/>
              <a:p>
                <a:r>
                  <a:rPr lang="en-US" altLang="zh-CN" sz="2400" dirty="0">
                    <a:solidFill>
                      <a:srgbClr val="FF0000"/>
                    </a:solidFill>
                  </a:rPr>
                  <a:t>when </a:t>
                </a:r>
                <a14:m>
                  <m:oMath xmlns:m="http://schemas.openxmlformats.org/officeDocument/2006/math">
                    <m:sSub>
                      <m:sSubPr>
                        <m:ctrlPr>
                          <a:rPr lang="en-US" altLang="zh-CN" sz="2400" i="1" smtClean="0">
                            <a:solidFill>
                              <a:srgbClr val="FF0000"/>
                            </a:solidFill>
                            <a:latin typeface="Cambria Math" panose="02040503050406030204" pitchFamily="18" charset="0"/>
                          </a:rPr>
                        </m:ctrlPr>
                      </m:sSubPr>
                      <m:e>
                        <m:r>
                          <a:rPr lang="en-US" altLang="zh-CN" sz="2400" b="0" i="1" smtClean="0">
                            <a:solidFill>
                              <a:srgbClr val="FF0000"/>
                            </a:solidFill>
                            <a:latin typeface="Cambria Math" panose="02040503050406030204" pitchFamily="18" charset="0"/>
                          </a:rPr>
                          <m:t>𝑠</m:t>
                        </m:r>
                      </m:e>
                      <m:sub>
                        <m:r>
                          <a:rPr lang="en-US" altLang="zh-CN" sz="2400" b="0" i="1" smtClean="0">
                            <a:solidFill>
                              <a:srgbClr val="FF0000"/>
                            </a:solidFill>
                            <a:latin typeface="Cambria Math" panose="02040503050406030204" pitchFamily="18" charset="0"/>
                          </a:rPr>
                          <m:t>1</m:t>
                        </m:r>
                      </m:sub>
                    </m:sSub>
                    <m:r>
                      <a:rPr lang="en-US" altLang="zh-CN" sz="2400" i="1" smtClean="0">
                        <a:solidFill>
                          <a:srgbClr val="FF0000"/>
                        </a:solidFill>
                        <a:latin typeface="Cambria Math" panose="02040503050406030204" pitchFamily="18" charset="0"/>
                        <a:ea typeface="Cambria Math" panose="02040503050406030204" pitchFamily="18" charset="0"/>
                      </a:rPr>
                      <m:t>≠</m:t>
                    </m:r>
                    <m:sSub>
                      <m:sSubPr>
                        <m:ctrlPr>
                          <a:rPr lang="en-US" altLang="zh-CN" sz="2400" i="1" smtClean="0">
                            <a:solidFill>
                              <a:srgbClr val="FF0000"/>
                            </a:solidFill>
                            <a:latin typeface="Cambria Math" panose="02040503050406030204" pitchFamily="18" charset="0"/>
                            <a:ea typeface="Cambria Math" panose="02040503050406030204" pitchFamily="18" charset="0"/>
                          </a:rPr>
                        </m:ctrlPr>
                      </m:sSubPr>
                      <m:e>
                        <m:r>
                          <a:rPr lang="en-US" altLang="zh-CN" sz="2400" b="0" i="1" smtClean="0">
                            <a:solidFill>
                              <a:srgbClr val="FF0000"/>
                            </a:solidFill>
                            <a:latin typeface="Cambria Math" panose="02040503050406030204" pitchFamily="18" charset="0"/>
                            <a:ea typeface="Cambria Math" panose="02040503050406030204" pitchFamily="18" charset="0"/>
                          </a:rPr>
                          <m:t>𝑠</m:t>
                        </m:r>
                      </m:e>
                      <m:sub>
                        <m:r>
                          <a:rPr lang="en-US" altLang="zh-CN" sz="2400" b="0" i="1" smtClean="0">
                            <a:solidFill>
                              <a:srgbClr val="FF0000"/>
                            </a:solidFill>
                            <a:latin typeface="Cambria Math" panose="02040503050406030204" pitchFamily="18" charset="0"/>
                            <a:ea typeface="Cambria Math" panose="02040503050406030204" pitchFamily="18" charset="0"/>
                          </a:rPr>
                          <m:t>2</m:t>
                        </m:r>
                      </m:sub>
                    </m:sSub>
                    <m:r>
                      <a:rPr lang="en-US" altLang="zh-CN" sz="2400" b="0" i="1" smtClean="0">
                        <a:solidFill>
                          <a:srgbClr val="FF0000"/>
                        </a:solidFill>
                        <a:latin typeface="Cambria Math" panose="02040503050406030204" pitchFamily="18" charset="0"/>
                        <a:ea typeface="Cambria Math" panose="02040503050406030204" pitchFamily="18" charset="0"/>
                      </a:rPr>
                      <m:t>,</m:t>
                    </m:r>
                    <m:r>
                      <m:rPr>
                        <m:nor/>
                      </m:rPr>
                      <a:rPr lang="el-GR" altLang="en-US" sz="2400" dirty="0">
                        <a:solidFill>
                          <a:srgbClr val="FF0000"/>
                        </a:solidFill>
                      </a:rPr>
                      <m:t>α</m:t>
                    </m:r>
                    <m:r>
                      <m:rPr>
                        <m:nor/>
                      </m:rPr>
                      <a:rPr lang="en-US" altLang="en-US" sz="2400" dirty="0">
                        <a:solidFill>
                          <a:srgbClr val="FF0000"/>
                        </a:solidFill>
                      </a:rPr>
                      <m:t> &gt; </m:t>
                    </m:r>
                    <m:r>
                      <m:rPr>
                        <m:nor/>
                      </m:rPr>
                      <a:rPr lang="el-GR" altLang="en-US" sz="2400" dirty="0">
                        <a:solidFill>
                          <a:srgbClr val="FF0000"/>
                        </a:solidFill>
                      </a:rPr>
                      <m:t>ω</m:t>
                    </m:r>
                    <m:r>
                      <m:rPr>
                        <m:nor/>
                      </m:rPr>
                      <a:rPr lang="en-US" altLang="en-US" sz="2400" baseline="-25000" dirty="0">
                        <a:solidFill>
                          <a:srgbClr val="FF0000"/>
                        </a:solidFill>
                      </a:rPr>
                      <m:t>0</m:t>
                    </m:r>
                  </m:oMath>
                </a14:m>
                <a:endParaRPr lang="zh-CN" altLang="en-US" sz="2400" dirty="0">
                  <a:solidFill>
                    <a:srgbClr val="FF0000"/>
                  </a:solidFill>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7778862" y="4671093"/>
                <a:ext cx="2784352" cy="461665"/>
              </a:xfrm>
              <a:prstGeom prst="rect">
                <a:avLst/>
              </a:prstGeom>
              <a:blipFill>
                <a:blip r:embed="rId14" cstate="print"/>
                <a:stretch>
                  <a:fillRect l="-3282" t="-10526" b="-28947"/>
                </a:stretch>
              </a:blipFill>
            </p:spPr>
            <p:txBody>
              <a:bodyPr/>
              <a:lstStyle/>
              <a:p>
                <a:r>
                  <a:rPr lang="zh-CN" altLang="en-US">
                    <a:noFill/>
                  </a:rPr>
                  <a:t> </a:t>
                </a:r>
              </a:p>
            </p:txBody>
          </p:sp>
        </mc:Fallback>
      </mc:AlternateContent>
      <p:sp>
        <p:nvSpPr>
          <p:cNvPr id="6" name="TextBox 5"/>
          <p:cNvSpPr txBox="1"/>
          <p:nvPr/>
        </p:nvSpPr>
        <p:spPr>
          <a:xfrm>
            <a:off x="9822396" y="982746"/>
            <a:ext cx="1281120" cy="369332"/>
          </a:xfrm>
          <a:prstGeom prst="rect">
            <a:avLst/>
          </a:prstGeom>
          <a:noFill/>
        </p:spPr>
        <p:txBody>
          <a:bodyPr wrap="none" rtlCol="0">
            <a:spAutoFit/>
          </a:bodyPr>
          <a:lstStyle/>
          <a:p>
            <a:r>
              <a:rPr lang="en-US" altLang="zh-CN" dirty="0">
                <a:solidFill>
                  <a:srgbClr val="FF0000"/>
                </a:solidFill>
              </a:rPr>
              <a:t>Units: </a:t>
            </a:r>
            <a:r>
              <a:rPr lang="en-US" altLang="zh-CN" i="1" dirty="0">
                <a:solidFill>
                  <a:srgbClr val="FF0000"/>
                </a:solidFill>
              </a:rPr>
              <a:t>rad/s</a:t>
            </a:r>
            <a:endParaRPr lang="zh-CN" altLang="en-US" dirty="0">
              <a:solidFill>
                <a:srgbClr val="FF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Characteristic Equation of 2</a:t>
            </a:r>
            <a:r>
              <a:rPr lang="en-US" altLang="en-US" baseline="30000" dirty="0"/>
              <a:t>nd</a:t>
            </a:r>
            <a:r>
              <a:rPr lang="en-US" altLang="en-US" dirty="0"/>
              <a:t> Order System</a:t>
            </a:r>
            <a:endParaRPr lang="en-US" dirty="0"/>
          </a:p>
        </p:txBody>
      </p:sp>
      <p:sp>
        <p:nvSpPr>
          <p:cNvPr id="3" name="Content Placeholder 2"/>
          <p:cNvSpPr>
            <a:spLocks noGrp="1"/>
          </p:cNvSpPr>
          <p:nvPr>
            <p:ph idx="1"/>
          </p:nvPr>
        </p:nvSpPr>
        <p:spPr>
          <a:xfrm>
            <a:off x="838200" y="1690688"/>
            <a:ext cx="10515600" cy="4665662"/>
          </a:xfrm>
        </p:spPr>
        <p:txBody>
          <a:bodyPr>
            <a:normAutofit/>
          </a:bodyPr>
          <a:lstStyle/>
          <a:p>
            <a:r>
              <a:rPr lang="en-US" altLang="en-US" dirty="0"/>
              <a:t>For a second-order system, the characteristic equation is </a:t>
            </a:r>
          </a:p>
          <a:p>
            <a:endParaRPr lang="en-US" altLang="en-US" dirty="0"/>
          </a:p>
          <a:p>
            <a:endParaRPr lang="en-US" altLang="en-US" dirty="0"/>
          </a:p>
          <a:p>
            <a:r>
              <a:rPr lang="en-US" altLang="en-US" dirty="0"/>
              <a:t>Three type of solutions to discuss, depending on the value of</a:t>
            </a:r>
          </a:p>
          <a:p>
            <a:endParaRPr lang="en-US" altLang="en-US" dirty="0"/>
          </a:p>
          <a:p>
            <a:endParaRPr lang="en-US" altLang="en-US" dirty="0"/>
          </a:p>
          <a:p>
            <a:endParaRPr lang="en-US" altLang="en-US" dirty="0"/>
          </a:p>
        </p:txBody>
      </p:sp>
      <p:graphicFrame>
        <p:nvGraphicFramePr>
          <p:cNvPr id="107523" name="Object 3"/>
          <p:cNvGraphicFramePr>
            <a:graphicFrameLocks noChangeAspect="1"/>
          </p:cNvGraphicFramePr>
          <p:nvPr>
            <p:extLst>
              <p:ext uri="{D42A27DB-BD31-4B8C-83A1-F6EECF244321}">
                <p14:modId xmlns:p14="http://schemas.microsoft.com/office/powerpoint/2010/main" val="3020389826"/>
              </p:ext>
            </p:extLst>
          </p:nvPr>
        </p:nvGraphicFramePr>
        <p:xfrm>
          <a:off x="2226153" y="4023519"/>
          <a:ext cx="7277100" cy="952500"/>
        </p:xfrm>
        <a:graphic>
          <a:graphicData uri="http://schemas.openxmlformats.org/presentationml/2006/ole">
            <mc:AlternateContent xmlns:mc="http://schemas.openxmlformats.org/markup-compatibility/2006">
              <mc:Choice xmlns:v="urn:schemas-microsoft-com:vml" Requires="v">
                <p:oleObj name="Equation" r:id="rId2" imgW="2616200" imgH="457200" progId="Equation.DSMT4">
                  <p:embed/>
                </p:oleObj>
              </mc:Choice>
              <mc:Fallback>
                <p:oleObj name="Equation" r:id="rId2" imgW="2616200" imgH="457200" progId="Equation.DSMT4">
                  <p:embed/>
                  <p:pic>
                    <p:nvPicPr>
                      <p:cNvPr id="107523"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6153" y="4023519"/>
                        <a:ext cx="7277100" cy="952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Slide Number Placeholder 7"/>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13</a:t>
            </a:fld>
            <a:endParaRPr lang="en-US" altLang="zh-CN" dirty="0">
              <a:ea typeface="黑体" panose="02010609060101010101" pitchFamily="49" charset="-122"/>
            </a:endParaRPr>
          </a:p>
        </p:txBody>
      </p:sp>
      <p:graphicFrame>
        <p:nvGraphicFramePr>
          <p:cNvPr id="9" name="Object 6"/>
          <p:cNvGraphicFramePr>
            <a:graphicFrameLocks noChangeAspect="1"/>
          </p:cNvGraphicFramePr>
          <p:nvPr>
            <p:extLst>
              <p:ext uri="{D42A27DB-BD31-4B8C-83A1-F6EECF244321}">
                <p14:modId xmlns:p14="http://schemas.microsoft.com/office/powerpoint/2010/main" val="123560242"/>
              </p:ext>
            </p:extLst>
          </p:nvPr>
        </p:nvGraphicFramePr>
        <p:xfrm>
          <a:off x="4280860" y="2278968"/>
          <a:ext cx="3167686" cy="737283"/>
        </p:xfrm>
        <a:graphic>
          <a:graphicData uri="http://schemas.openxmlformats.org/presentationml/2006/ole">
            <mc:AlternateContent xmlns:mc="http://schemas.openxmlformats.org/markup-compatibility/2006">
              <mc:Choice xmlns:v="urn:schemas-microsoft-com:vml" Requires="v">
                <p:oleObj name="Equation" r:id="rId4" imgW="1206500" imgH="279400" progId="Equation.DSMT4">
                  <p:embed/>
                </p:oleObj>
              </mc:Choice>
              <mc:Fallback>
                <p:oleObj name="Equation" r:id="rId4" imgW="1206500" imgH="279400" progId="Equation.DSMT4">
                  <p:embed/>
                  <p:pic>
                    <p:nvPicPr>
                      <p:cNvPr id="9"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80860" y="2278968"/>
                        <a:ext cx="3167686" cy="7372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2184400"/>
                <a:ext cx="10515600" cy="3992563"/>
              </a:xfrm>
            </p:spPr>
            <p:txBody>
              <a:bodyPr>
                <a:normAutofit/>
              </a:bodyPr>
              <a:lstStyle/>
              <a:p>
                <a:pPr>
                  <a:lnSpc>
                    <a:spcPct val="100000"/>
                  </a:lnSpc>
                </a:pPr>
                <a:r>
                  <a:rPr lang="en-US" b="1" i="1" dirty="0"/>
                  <a:t>Over-damped case: </a:t>
                </a:r>
                <a:r>
                  <a:rPr lang="en-US" dirty="0"/>
                  <a:t> </a:t>
                </a:r>
                <a:r>
                  <a:rPr lang="el-GR" altLang="en-US" dirty="0"/>
                  <a:t>α</a:t>
                </a:r>
                <a:r>
                  <a:rPr lang="en-US" altLang="en-US" dirty="0"/>
                  <a:t> &gt; </a:t>
                </a:r>
                <a:r>
                  <a:rPr lang="el-GR" altLang="en-US" dirty="0"/>
                  <a:t>ω</a:t>
                </a:r>
                <a:r>
                  <a:rPr lang="en-US" altLang="en-US" baseline="-25000" dirty="0"/>
                  <a:t>0 </a:t>
                </a:r>
                <a:r>
                  <a:rPr lang="en-US" altLang="en-US" dirty="0"/>
                  <a:t>or </a:t>
                </a:r>
                <a14:m>
                  <m:oMath xmlns:m="http://schemas.openxmlformats.org/officeDocument/2006/math">
                    <m:r>
                      <a:rPr lang="en-US" altLang="en-US" b="0" i="1" smtClean="0">
                        <a:latin typeface="Cambria Math" panose="02040503050406030204" pitchFamily="18" charset="0"/>
                      </a:rPr>
                      <m:t>𝑅</m:t>
                    </m:r>
                    <m:r>
                      <a:rPr lang="en-US" altLang="en-US" b="0" i="1" smtClean="0">
                        <a:latin typeface="Cambria Math" panose="02040503050406030204" pitchFamily="18" charset="0"/>
                      </a:rPr>
                      <m:t>&gt;2</m:t>
                    </m:r>
                    <m:rad>
                      <m:radPr>
                        <m:degHide m:val="on"/>
                        <m:ctrlPr>
                          <a:rPr lang="en-US" altLang="en-US" b="0" i="1" smtClean="0">
                            <a:latin typeface="Cambria Math" panose="02040503050406030204" pitchFamily="18" charset="0"/>
                          </a:rPr>
                        </m:ctrlPr>
                      </m:radPr>
                      <m:deg/>
                      <m:e>
                        <m:f>
                          <m:fPr>
                            <m:type m:val="lin"/>
                            <m:ctrlPr>
                              <a:rPr lang="en-US" altLang="en-US" b="0" i="1" smtClean="0">
                                <a:latin typeface="Cambria Math" panose="02040503050406030204" pitchFamily="18" charset="0"/>
                              </a:rPr>
                            </m:ctrlPr>
                          </m:fPr>
                          <m:num>
                            <m:r>
                              <a:rPr lang="en-US" altLang="en-US" b="0" i="1" smtClean="0">
                                <a:latin typeface="Cambria Math" panose="02040503050406030204" pitchFamily="18" charset="0"/>
                              </a:rPr>
                              <m:t>𝐿</m:t>
                            </m:r>
                          </m:num>
                          <m:den>
                            <m:r>
                              <a:rPr lang="en-US" altLang="en-US" b="0" i="1" smtClean="0">
                                <a:latin typeface="Cambria Math" panose="02040503050406030204" pitchFamily="18" charset="0"/>
                              </a:rPr>
                              <m:t>𝐶</m:t>
                            </m:r>
                          </m:den>
                        </m:f>
                      </m:e>
                    </m:rad>
                  </m:oMath>
                </a14:m>
                <a:endParaRPr lang="en-US" dirty="0"/>
              </a:p>
              <a:p>
                <a:pPr lvl="1">
                  <a:lnSpc>
                    <a:spcPct val="100000"/>
                  </a:lnSpc>
                </a:pPr>
                <a:r>
                  <a:rPr lang="en-US" dirty="0"/>
                  <a:t>Dissipation dominates over storage. Current decays to zero eventually.</a:t>
                </a:r>
              </a:p>
              <a:p>
                <a:pPr>
                  <a:lnSpc>
                    <a:spcPct val="100000"/>
                  </a:lnSpc>
                </a:pPr>
                <a:r>
                  <a:rPr lang="en-US" b="1" i="1" dirty="0"/>
                  <a:t>Critically damped case: </a:t>
                </a:r>
                <a:r>
                  <a:rPr lang="el-GR" altLang="en-US" dirty="0"/>
                  <a:t>α</a:t>
                </a:r>
                <a:r>
                  <a:rPr lang="en-US" altLang="en-US" dirty="0"/>
                  <a:t> = </a:t>
                </a:r>
                <a:r>
                  <a:rPr lang="el-GR" altLang="en-US" dirty="0"/>
                  <a:t>ω</a:t>
                </a:r>
                <a:r>
                  <a:rPr lang="en-US" altLang="en-US" baseline="-25000" dirty="0"/>
                  <a:t>0 </a:t>
                </a:r>
                <a:r>
                  <a:rPr lang="en-US" altLang="en-US" dirty="0"/>
                  <a:t>or </a:t>
                </a:r>
                <a14:m>
                  <m:oMath xmlns:m="http://schemas.openxmlformats.org/officeDocument/2006/math">
                    <m:r>
                      <a:rPr lang="en-US" altLang="en-US" i="1">
                        <a:latin typeface="Cambria Math" panose="02040503050406030204" pitchFamily="18" charset="0"/>
                      </a:rPr>
                      <m:t>𝑅</m:t>
                    </m:r>
                    <m:r>
                      <a:rPr lang="en-US" altLang="en-US" b="0" i="1" smtClean="0">
                        <a:latin typeface="Cambria Math" panose="02040503050406030204" pitchFamily="18" charset="0"/>
                      </a:rPr>
                      <m:t>=</m:t>
                    </m:r>
                    <m:r>
                      <a:rPr lang="en-US" altLang="en-US" i="1">
                        <a:latin typeface="Cambria Math" panose="02040503050406030204" pitchFamily="18" charset="0"/>
                      </a:rPr>
                      <m:t>2</m:t>
                    </m:r>
                    <m:rad>
                      <m:radPr>
                        <m:degHide m:val="on"/>
                        <m:ctrlPr>
                          <a:rPr lang="en-US" altLang="en-US" i="1">
                            <a:latin typeface="Cambria Math" panose="02040503050406030204" pitchFamily="18" charset="0"/>
                          </a:rPr>
                        </m:ctrlPr>
                      </m:radPr>
                      <m:deg/>
                      <m:e>
                        <m:f>
                          <m:fPr>
                            <m:type m:val="lin"/>
                            <m:ctrlPr>
                              <a:rPr lang="en-US" altLang="en-US" i="1">
                                <a:latin typeface="Cambria Math" panose="02040503050406030204" pitchFamily="18" charset="0"/>
                              </a:rPr>
                            </m:ctrlPr>
                          </m:fPr>
                          <m:num>
                            <m:r>
                              <a:rPr lang="en-US" altLang="en-US" i="1">
                                <a:latin typeface="Cambria Math" panose="02040503050406030204" pitchFamily="18" charset="0"/>
                              </a:rPr>
                              <m:t>𝐿</m:t>
                            </m:r>
                          </m:num>
                          <m:den>
                            <m:r>
                              <a:rPr lang="en-US" altLang="en-US" i="1">
                                <a:latin typeface="Cambria Math" panose="02040503050406030204" pitchFamily="18" charset="0"/>
                              </a:rPr>
                              <m:t>𝐶</m:t>
                            </m:r>
                          </m:den>
                        </m:f>
                      </m:e>
                    </m:rad>
                  </m:oMath>
                </a14:m>
                <a:endParaRPr lang="en-GB" dirty="0"/>
              </a:p>
              <a:p>
                <a:pPr lvl="1">
                  <a:lnSpc>
                    <a:spcPct val="100000"/>
                  </a:lnSpc>
                </a:pPr>
                <a:r>
                  <a:rPr lang="en-US" dirty="0"/>
                  <a:t>Dissipation and storage are at a critical point, where the current begins to decay monotonically without oscillations.</a:t>
                </a:r>
                <a:endParaRPr lang="en-GB" dirty="0"/>
              </a:p>
              <a:p>
                <a:pPr>
                  <a:lnSpc>
                    <a:spcPct val="100000"/>
                  </a:lnSpc>
                </a:pPr>
                <a:r>
                  <a:rPr lang="en-US" b="1" i="1" dirty="0"/>
                  <a:t>Under-damped case:</a:t>
                </a:r>
                <a:r>
                  <a:rPr lang="en-US" dirty="0"/>
                  <a:t> </a:t>
                </a:r>
                <a:r>
                  <a:rPr lang="el-GR" altLang="en-US" dirty="0"/>
                  <a:t>α</a:t>
                </a:r>
                <a:r>
                  <a:rPr lang="en-US" altLang="en-US" dirty="0"/>
                  <a:t> &lt; </a:t>
                </a:r>
                <a:r>
                  <a:rPr lang="el-GR" altLang="en-US" dirty="0"/>
                  <a:t>ω</a:t>
                </a:r>
                <a:r>
                  <a:rPr lang="en-US" altLang="en-US" baseline="-25000" dirty="0"/>
                  <a:t>0 </a:t>
                </a:r>
                <a:r>
                  <a:rPr lang="en-US" altLang="en-US" dirty="0"/>
                  <a:t>or </a:t>
                </a:r>
                <a14:m>
                  <m:oMath xmlns:m="http://schemas.openxmlformats.org/officeDocument/2006/math">
                    <m:r>
                      <a:rPr lang="en-US" altLang="en-US" i="1">
                        <a:latin typeface="Cambria Math" panose="02040503050406030204" pitchFamily="18" charset="0"/>
                      </a:rPr>
                      <m:t>𝑅</m:t>
                    </m:r>
                    <m:r>
                      <a:rPr lang="en-US" altLang="en-US" b="0" i="1" smtClean="0">
                        <a:latin typeface="Cambria Math" panose="02040503050406030204" pitchFamily="18" charset="0"/>
                      </a:rPr>
                      <m:t>&lt;</m:t>
                    </m:r>
                    <m:r>
                      <a:rPr lang="en-US" altLang="en-US" i="1">
                        <a:latin typeface="Cambria Math" panose="02040503050406030204" pitchFamily="18" charset="0"/>
                      </a:rPr>
                      <m:t>2</m:t>
                    </m:r>
                    <m:rad>
                      <m:radPr>
                        <m:degHide m:val="on"/>
                        <m:ctrlPr>
                          <a:rPr lang="en-US" altLang="en-US" i="1">
                            <a:latin typeface="Cambria Math" panose="02040503050406030204" pitchFamily="18" charset="0"/>
                          </a:rPr>
                        </m:ctrlPr>
                      </m:radPr>
                      <m:deg/>
                      <m:e>
                        <m:f>
                          <m:fPr>
                            <m:type m:val="lin"/>
                            <m:ctrlPr>
                              <a:rPr lang="en-US" altLang="en-US" i="1">
                                <a:latin typeface="Cambria Math" panose="02040503050406030204" pitchFamily="18" charset="0"/>
                              </a:rPr>
                            </m:ctrlPr>
                          </m:fPr>
                          <m:num>
                            <m:r>
                              <a:rPr lang="en-US" altLang="en-US" i="1">
                                <a:latin typeface="Cambria Math" panose="02040503050406030204" pitchFamily="18" charset="0"/>
                              </a:rPr>
                              <m:t>𝐿</m:t>
                            </m:r>
                          </m:num>
                          <m:den>
                            <m:r>
                              <a:rPr lang="en-US" altLang="en-US" i="1">
                                <a:latin typeface="Cambria Math" panose="02040503050406030204" pitchFamily="18" charset="0"/>
                              </a:rPr>
                              <m:t>𝐶</m:t>
                            </m:r>
                          </m:den>
                        </m:f>
                      </m:e>
                    </m:rad>
                  </m:oMath>
                </a14:m>
                <a:endParaRPr lang="en-GB" dirty="0"/>
              </a:p>
              <a:p>
                <a:pPr lvl="1">
                  <a:lnSpc>
                    <a:spcPct val="100000"/>
                  </a:lnSpc>
                </a:pPr>
                <a:r>
                  <a:rPr lang="en-US" dirty="0"/>
                  <a:t>Dissipation is small, energy transfers back and forth between L and C.  Current oscillates for a while before it eventually dies.</a:t>
                </a:r>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2184400"/>
                <a:ext cx="10515600" cy="3992563"/>
              </a:xfrm>
              <a:blipFill>
                <a:blip r:embed="rId3" cstate="print"/>
                <a:stretch>
                  <a:fillRect l="-1043" r="-1507" b="-1679"/>
                </a:stretch>
              </a:blipFill>
            </p:spPr>
            <p:txBody>
              <a:bodyPr/>
              <a:lstStyle/>
              <a:p>
                <a:r>
                  <a:rPr lang="zh-CN" altLang="en-US">
                    <a:noFill/>
                  </a:rPr>
                  <a:t> </a:t>
                </a:r>
              </a:p>
            </p:txBody>
          </p:sp>
        </mc:Fallback>
      </mc:AlternateContent>
      <p:sp>
        <p:nvSpPr>
          <p:cNvPr id="5" name="Slide Number Placeholder 4"/>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14</a:t>
            </a:fld>
            <a:endParaRPr lang="en-US" altLang="zh-CN" dirty="0">
              <a:ea typeface="黑体" panose="02010609060101010101" pitchFamily="49" charset="-122"/>
            </a:endParaRPr>
          </a:p>
        </p:txBody>
      </p:sp>
      <p:graphicFrame>
        <p:nvGraphicFramePr>
          <p:cNvPr id="6" name="Object 3"/>
          <p:cNvGraphicFramePr>
            <a:graphicFrameLocks noChangeAspect="1"/>
          </p:cNvGraphicFramePr>
          <p:nvPr>
            <p:extLst>
              <p:ext uri="{D42A27DB-BD31-4B8C-83A1-F6EECF244321}">
                <p14:modId xmlns:p14="http://schemas.microsoft.com/office/powerpoint/2010/main" val="1841215314"/>
              </p:ext>
            </p:extLst>
          </p:nvPr>
        </p:nvGraphicFramePr>
        <p:xfrm>
          <a:off x="2327753" y="1052513"/>
          <a:ext cx="7277100" cy="952500"/>
        </p:xfrm>
        <a:graphic>
          <a:graphicData uri="http://schemas.openxmlformats.org/presentationml/2006/ole">
            <mc:AlternateContent xmlns:mc="http://schemas.openxmlformats.org/markup-compatibility/2006">
              <mc:Choice xmlns:v="urn:schemas-microsoft-com:vml" Requires="v">
                <p:oleObj name="Equation" r:id="rId4" imgW="2616200" imgH="457200" progId="Equation.DSMT4">
                  <p:embed/>
                </p:oleObj>
              </mc:Choice>
              <mc:Fallback>
                <p:oleObj name="Equation" r:id="rId4" imgW="2616200" imgH="457200" progId="Equation.DSMT4">
                  <p:embed/>
                  <p:pic>
                    <p:nvPicPr>
                      <p:cNvPr id="6"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27753" y="1052513"/>
                        <a:ext cx="7277100" cy="952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8976553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8DC1A-BA90-CC49-B4BF-E1FF9604E24D}"/>
              </a:ext>
            </a:extLst>
          </p:cNvPr>
          <p:cNvSpPr>
            <a:spLocks noGrp="1"/>
          </p:cNvSpPr>
          <p:nvPr>
            <p:ph type="title"/>
          </p:nvPr>
        </p:nvSpPr>
        <p:spPr>
          <a:xfrm>
            <a:off x="823332" y="75193"/>
            <a:ext cx="10515600" cy="1325563"/>
          </a:xfrm>
        </p:spPr>
        <p:txBody>
          <a:bodyPr>
            <a:normAutofit/>
          </a:bodyPr>
          <a:lstStyle/>
          <a:p>
            <a:r>
              <a:rPr lang="en-US" sz="3600" dirty="0"/>
              <a:t>Critically damped system is the quickest to reach the steady state</a:t>
            </a:r>
          </a:p>
        </p:txBody>
      </p:sp>
      <p:sp>
        <p:nvSpPr>
          <p:cNvPr id="4" name="Slide Number Placeholder 3">
            <a:extLst>
              <a:ext uri="{FF2B5EF4-FFF2-40B4-BE49-F238E27FC236}">
                <a16:creationId xmlns:a16="http://schemas.microsoft.com/office/drawing/2014/main" id="{5E839871-23AB-274A-9DA3-6D6010FA8698}"/>
              </a:ext>
            </a:extLst>
          </p:cNvPr>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15</a:t>
            </a:fld>
            <a:endParaRPr lang="en-US" altLang="zh-CN" dirty="0">
              <a:ea typeface="黑体" panose="02010609060101010101" pitchFamily="49" charset="-122"/>
            </a:endParaRPr>
          </a:p>
        </p:txBody>
      </p:sp>
      <p:pic>
        <p:nvPicPr>
          <p:cNvPr id="8" name="Content Placeholder 7">
            <a:extLst>
              <a:ext uri="{FF2B5EF4-FFF2-40B4-BE49-F238E27FC236}">
                <a16:creationId xmlns:a16="http://schemas.microsoft.com/office/drawing/2014/main" id="{61563EB7-A51F-1746-A502-ED2A60977F49}"/>
              </a:ext>
            </a:extLst>
          </p:cNvPr>
          <p:cNvPicPr>
            <a:picLocks noGrp="1" noChangeAspect="1"/>
          </p:cNvPicPr>
          <p:nvPr>
            <p:ph idx="1"/>
          </p:nvPr>
        </p:nvPicPr>
        <p:blipFill>
          <a:blip r:embed="rId2"/>
          <a:stretch>
            <a:fillRect/>
          </a:stretch>
        </p:blipFill>
        <p:spPr>
          <a:xfrm>
            <a:off x="2256393" y="1308410"/>
            <a:ext cx="7147802" cy="5343368"/>
          </a:xfrm>
          <a:prstGeom prst="rect">
            <a:avLst/>
          </a:prstGeom>
        </p:spPr>
      </p:pic>
    </p:spTree>
    <p:extLst>
      <p:ext uri="{BB962C8B-B14F-4D97-AF65-F5344CB8AC3E}">
        <p14:creationId xmlns:p14="http://schemas.microsoft.com/office/powerpoint/2010/main" val="40301412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54650" y="3318933"/>
            <a:ext cx="7586133" cy="931333"/>
          </a:xfrm>
          <a:prstGeom prst="rect">
            <a:avLst/>
          </a:prstGeom>
          <a:solidFill>
            <a:schemeClr val="accent6">
              <a:lumMod val="40000"/>
              <a:lumOff val="6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482" name="Title 1"/>
          <p:cNvSpPr>
            <a:spLocks noGrp="1"/>
          </p:cNvSpPr>
          <p:nvPr>
            <p:ph type="title"/>
          </p:nvPr>
        </p:nvSpPr>
        <p:spPr/>
        <p:txBody>
          <a:bodyPr/>
          <a:lstStyle/>
          <a:p>
            <a:r>
              <a:rPr lang="en-US" altLang="zh-CN" dirty="0">
                <a:solidFill>
                  <a:prstClr val="black"/>
                </a:solidFill>
              </a:rPr>
              <a:t>Solutions of the second order ODE</a:t>
            </a:r>
            <a:endParaRPr lang="en-US" altLang="en-US" sz="3200" dirty="0"/>
          </a:p>
        </p:txBody>
      </p:sp>
      <p:sp>
        <p:nvSpPr>
          <p:cNvPr id="20483" name="Content Placeholder 2"/>
          <p:cNvSpPr>
            <a:spLocks noGrp="1"/>
          </p:cNvSpPr>
          <p:nvPr>
            <p:ph idx="1"/>
          </p:nvPr>
        </p:nvSpPr>
        <p:spPr>
          <a:xfrm>
            <a:off x="838200" y="1690688"/>
            <a:ext cx="10208741" cy="4435476"/>
          </a:xfrm>
        </p:spPr>
        <p:txBody>
          <a:bodyPr>
            <a:normAutofit/>
          </a:bodyPr>
          <a:lstStyle/>
          <a:p>
            <a:pPr marL="0" indent="0">
              <a:buNone/>
            </a:pPr>
            <a:r>
              <a:rPr lang="en-US" altLang="en-US" sz="3200" u="sng" dirty="0"/>
              <a:t>Over-damped case (</a:t>
            </a:r>
            <a:r>
              <a:rPr lang="el-GR" altLang="en-US" sz="3200" u="sng" dirty="0"/>
              <a:t>α</a:t>
            </a:r>
            <a:r>
              <a:rPr lang="en-US" altLang="en-US" sz="3200" u="sng" dirty="0"/>
              <a:t> &gt; </a:t>
            </a:r>
            <a:r>
              <a:rPr lang="el-GR" altLang="en-US" sz="3200" u="sng" dirty="0"/>
              <a:t>ω</a:t>
            </a:r>
            <a:r>
              <a:rPr lang="en-US" altLang="en-US" sz="3200" u="sng" baseline="-25000" dirty="0"/>
              <a:t>0</a:t>
            </a:r>
            <a:r>
              <a:rPr lang="en-US" altLang="en-US" sz="3200" u="sng" dirty="0"/>
              <a:t>)</a:t>
            </a:r>
          </a:p>
          <a:p>
            <a:r>
              <a:rPr lang="en-US" altLang="en-US" dirty="0"/>
              <a:t>Both </a:t>
            </a:r>
            <a:r>
              <a:rPr lang="en-US" altLang="en-US" i="1" dirty="0"/>
              <a:t>s</a:t>
            </a:r>
            <a:r>
              <a:rPr lang="en-US" altLang="en-US" baseline="-25000" dirty="0"/>
              <a:t>1</a:t>
            </a:r>
            <a:r>
              <a:rPr lang="en-US" altLang="en-US" dirty="0"/>
              <a:t> and </a:t>
            </a:r>
            <a:r>
              <a:rPr lang="en-US" altLang="en-US" i="1" dirty="0"/>
              <a:t>s</a:t>
            </a:r>
            <a:r>
              <a:rPr lang="en-US" altLang="en-US" baseline="-25000" dirty="0"/>
              <a:t>2</a:t>
            </a:r>
            <a:r>
              <a:rPr lang="en-US" altLang="en-US" dirty="0"/>
              <a:t> are real and negative.</a:t>
            </a:r>
          </a:p>
          <a:p>
            <a:r>
              <a:rPr lang="en-US" altLang="en-US" dirty="0"/>
              <a:t>The response of the system is:</a:t>
            </a:r>
          </a:p>
          <a:p>
            <a:endParaRPr lang="en-US" altLang="en-US" dirty="0"/>
          </a:p>
          <a:p>
            <a:endParaRPr lang="en-US" altLang="en-US" dirty="0"/>
          </a:p>
          <a:p>
            <a:endParaRPr lang="en-US" altLang="en-US" dirty="0"/>
          </a:p>
          <a:p>
            <a:endParaRPr lang="en-US" altLang="en-US" dirty="0"/>
          </a:p>
          <a:p>
            <a:r>
              <a:rPr lang="en-US" altLang="en-US" dirty="0"/>
              <a:t>It decays and approaches zero as </a:t>
            </a:r>
            <a:r>
              <a:rPr lang="en-US" altLang="en-US" i="1" dirty="0"/>
              <a:t>t</a:t>
            </a:r>
            <a:r>
              <a:rPr lang="en-US" altLang="en-US" dirty="0"/>
              <a:t> increases. </a:t>
            </a:r>
          </a:p>
        </p:txBody>
      </p:sp>
      <p:sp>
        <p:nvSpPr>
          <p:cNvPr id="6" name="Slide Number Placeholder 5"/>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16</a:t>
            </a:fld>
            <a:endParaRPr lang="en-US" altLang="zh-CN" dirty="0">
              <a:ea typeface="黑体" panose="02010609060101010101" pitchFamily="49" charset="-122"/>
            </a:endParaRPr>
          </a:p>
        </p:txBody>
      </p:sp>
      <p:pic>
        <p:nvPicPr>
          <p:cNvPr id="2" name="Picture 1"/>
          <p:cNvPicPr>
            <a:picLocks noChangeAspect="1"/>
          </p:cNvPicPr>
          <p:nvPr/>
        </p:nvPicPr>
        <p:blipFill>
          <a:blip r:embed="rId3" cstate="print">
            <a:clrChange>
              <a:clrFrom>
                <a:srgbClr val="FFFFFF"/>
              </a:clrFrom>
              <a:clrTo>
                <a:srgbClr val="FFFFFF">
                  <a:alpha val="0"/>
                </a:srgbClr>
              </a:clrTo>
            </a:clrChange>
          </a:blip>
          <a:stretch>
            <a:fillRect/>
          </a:stretch>
        </p:blipFill>
        <p:spPr>
          <a:xfrm>
            <a:off x="2338269" y="3345459"/>
            <a:ext cx="7515462" cy="927498"/>
          </a:xfrm>
          <a:prstGeom prst="rect">
            <a:avLst/>
          </a:prstGeom>
        </p:spPr>
      </p:pic>
      <p:pic>
        <p:nvPicPr>
          <p:cNvPr id="3" name="Picture 2"/>
          <p:cNvPicPr>
            <a:picLocks noChangeAspect="1"/>
          </p:cNvPicPr>
          <p:nvPr/>
        </p:nvPicPr>
        <p:blipFill>
          <a:blip r:embed="rId4" cstate="print"/>
          <a:stretch>
            <a:fillRect/>
          </a:stretch>
        </p:blipFill>
        <p:spPr>
          <a:xfrm>
            <a:off x="1453145" y="4382661"/>
            <a:ext cx="3839425" cy="816899"/>
          </a:xfrm>
          <a:prstGeom prst="rect">
            <a:avLst/>
          </a:prstGeom>
        </p:spPr>
      </p:pic>
    </p:spTree>
    <p:extLst>
      <p:ext uri="{BB962C8B-B14F-4D97-AF65-F5344CB8AC3E}">
        <p14:creationId xmlns:p14="http://schemas.microsoft.com/office/powerpoint/2010/main" val="16886613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838200" y="304800"/>
            <a:ext cx="10656672" cy="1143000"/>
          </a:xfrm>
        </p:spPr>
        <p:txBody>
          <a:bodyPr>
            <a:normAutofit/>
          </a:bodyPr>
          <a:lstStyle/>
          <a:p>
            <a:r>
              <a:rPr lang="en-US" altLang="zh-CN" dirty="0">
                <a:solidFill>
                  <a:prstClr val="black"/>
                </a:solidFill>
              </a:rPr>
              <a:t>Solutions of the second order ODE</a:t>
            </a:r>
            <a:endParaRPr lang="en-US" altLang="en-US" sz="3200" dirty="0"/>
          </a:p>
        </p:txBody>
      </p:sp>
      <mc:AlternateContent xmlns:mc="http://schemas.openxmlformats.org/markup-compatibility/2006" xmlns:a14="http://schemas.microsoft.com/office/drawing/2010/main">
        <mc:Choice Requires="a14">
          <p:sp>
            <p:nvSpPr>
              <p:cNvPr id="22531" name="Content Placeholder 2"/>
              <p:cNvSpPr>
                <a:spLocks noGrp="1"/>
              </p:cNvSpPr>
              <p:nvPr>
                <p:ph idx="1"/>
              </p:nvPr>
            </p:nvSpPr>
            <p:spPr>
              <a:xfrm>
                <a:off x="838200" y="1600202"/>
                <a:ext cx="10515600" cy="2853265"/>
              </a:xfrm>
            </p:spPr>
            <p:txBody>
              <a:bodyPr>
                <a:noAutofit/>
              </a:bodyPr>
              <a:lstStyle/>
              <a:p>
                <a:pPr algn="just"/>
                <a:r>
                  <a:rPr lang="en-US" altLang="en-US" sz="3200" u="sng" dirty="0"/>
                  <a:t>Critically Damped (</a:t>
                </a:r>
                <a:r>
                  <a:rPr lang="el-GR" altLang="en-US" sz="3200" u="sng" dirty="0"/>
                  <a:t>α</a:t>
                </a:r>
                <a:r>
                  <a:rPr lang="en-US" altLang="en-US" sz="3200" u="sng" dirty="0"/>
                  <a:t>=</a:t>
                </a:r>
                <a:r>
                  <a:rPr lang="el-GR" altLang="en-US" sz="3200" u="sng" dirty="0"/>
                  <a:t>ω</a:t>
                </a:r>
                <a:r>
                  <a:rPr lang="en-US" altLang="en-US" sz="3200" u="sng" baseline="-25000" dirty="0"/>
                  <a:t>0</a:t>
                </a:r>
                <a:r>
                  <a:rPr lang="en-US" altLang="en-US" sz="3200" u="sng" dirty="0"/>
                  <a:t>)</a:t>
                </a:r>
              </a:p>
              <a:p>
                <a:pPr algn="just">
                  <a:lnSpc>
                    <a:spcPct val="100000"/>
                  </a:lnSpc>
                </a:pPr>
                <a14:m>
                  <m:oMath xmlns:m="http://schemas.openxmlformats.org/officeDocument/2006/math">
                    <m:sSub>
                      <m:sSubPr>
                        <m:ctrlPr>
                          <a:rPr lang="en-US" altLang="en-US" i="1" smtClean="0">
                            <a:latin typeface="Cambria Math" panose="02040503050406030204" pitchFamily="18" charset="0"/>
                          </a:rPr>
                        </m:ctrlPr>
                      </m:sSubPr>
                      <m:e>
                        <m:r>
                          <a:rPr lang="en-US" altLang="en-US" b="0" i="1" smtClean="0">
                            <a:latin typeface="Cambria Math" panose="02040503050406030204" pitchFamily="18" charset="0"/>
                          </a:rPr>
                          <m:t>𝑠</m:t>
                        </m:r>
                      </m:e>
                      <m:sub>
                        <m:r>
                          <a:rPr lang="en-US" altLang="en-US" b="0" i="1" smtClean="0">
                            <a:latin typeface="Cambria Math" panose="02040503050406030204" pitchFamily="18" charset="0"/>
                          </a:rPr>
                          <m:t>1</m:t>
                        </m:r>
                      </m:sub>
                    </m:sSub>
                    <m:r>
                      <a:rPr lang="en-US" altLang="en-US" b="0" i="1" smtClean="0">
                        <a:latin typeface="Cambria Math" panose="02040503050406030204" pitchFamily="18" charset="0"/>
                      </a:rPr>
                      <m:t>=</m:t>
                    </m:r>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𝑠</m:t>
                        </m:r>
                      </m:e>
                      <m:sub>
                        <m:r>
                          <a:rPr lang="en-US" altLang="en-US" b="0" i="1" smtClean="0">
                            <a:latin typeface="Cambria Math" panose="02040503050406030204" pitchFamily="18" charset="0"/>
                          </a:rPr>
                          <m:t>2</m:t>
                        </m:r>
                      </m:sub>
                    </m:sSub>
                    <m:r>
                      <a:rPr lang="en-US" altLang="en-US" b="0" i="1" smtClean="0">
                        <a:latin typeface="Cambria Math" panose="02040503050406030204" pitchFamily="18" charset="0"/>
                      </a:rPr>
                      <m:t>=−</m:t>
                    </m:r>
                    <m:r>
                      <a:rPr lang="en-US" altLang="en-US" b="0" i="1" smtClean="0">
                        <a:latin typeface="Cambria Math" panose="02040503050406030204" pitchFamily="18" charset="0"/>
                        <a:ea typeface="Cambria Math" panose="02040503050406030204" pitchFamily="18" charset="0"/>
                      </a:rPr>
                      <m:t>𝛼</m:t>
                    </m:r>
                  </m:oMath>
                </a14:m>
                <a:r>
                  <a:rPr lang="en-US" altLang="en-US" dirty="0"/>
                  <a:t> , if use the same assumption, then we have </a:t>
                </a:r>
              </a:p>
              <a:p>
                <a:pPr marL="0" indent="0" algn="ctr">
                  <a:lnSpc>
                    <a:spcPct val="100000"/>
                  </a:lnSpc>
                  <a:buNone/>
                </a:pPr>
                <a14:m>
                  <m:oMath xmlns:m="http://schemas.openxmlformats.org/officeDocument/2006/math">
                    <m:r>
                      <a:rPr lang="en-US" altLang="en-US" b="0" i="1" smtClean="0">
                        <a:latin typeface="Cambria Math" panose="02040503050406030204" pitchFamily="18" charset="0"/>
                      </a:rPr>
                      <m:t>𝑖</m:t>
                    </m:r>
                    <m:d>
                      <m:dPr>
                        <m:ctrlPr>
                          <a:rPr lang="en-US" altLang="en-US" b="0" i="1" smtClean="0">
                            <a:latin typeface="Cambria Math" panose="02040503050406030204" pitchFamily="18" charset="0"/>
                          </a:rPr>
                        </m:ctrlPr>
                      </m:dPr>
                      <m:e>
                        <m:r>
                          <a:rPr lang="en-US" altLang="en-US" b="0" i="1" smtClean="0">
                            <a:latin typeface="Cambria Math" panose="02040503050406030204" pitchFamily="18" charset="0"/>
                          </a:rPr>
                          <m:t>𝑡</m:t>
                        </m:r>
                      </m:e>
                    </m:d>
                    <m:r>
                      <a:rPr lang="en-US" altLang="en-US" b="0" i="1" smtClean="0">
                        <a:latin typeface="Cambria Math" panose="02040503050406030204" pitchFamily="18" charset="0"/>
                      </a:rPr>
                      <m:t>=</m:t>
                    </m:r>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𝐴</m:t>
                        </m:r>
                      </m:e>
                      <m:sub>
                        <m:r>
                          <a:rPr lang="en-US" altLang="en-US" b="0" i="1" smtClean="0">
                            <a:latin typeface="Cambria Math" panose="02040503050406030204" pitchFamily="18" charset="0"/>
                          </a:rPr>
                          <m:t>1</m:t>
                        </m:r>
                      </m:sub>
                    </m:sSub>
                    <m:sSup>
                      <m:sSupPr>
                        <m:ctrlPr>
                          <a:rPr lang="en-US" altLang="en-US" i="1">
                            <a:latin typeface="Cambria Math" panose="02040503050406030204" pitchFamily="18" charset="0"/>
                          </a:rPr>
                        </m:ctrlPr>
                      </m:sSupPr>
                      <m:e>
                        <m:r>
                          <a:rPr lang="en-US" altLang="en-US" i="1">
                            <a:latin typeface="Cambria Math" panose="02040503050406030204" pitchFamily="18" charset="0"/>
                          </a:rPr>
                          <m:t>𝑒</m:t>
                        </m:r>
                      </m:e>
                      <m:sup>
                        <m:r>
                          <a:rPr lang="en-US" altLang="en-US" i="1">
                            <a:latin typeface="Cambria Math" panose="02040503050406030204" pitchFamily="18" charset="0"/>
                          </a:rPr>
                          <m:t>−</m:t>
                        </m:r>
                        <m:r>
                          <a:rPr lang="en-US" altLang="en-US" i="1">
                            <a:latin typeface="Cambria Math" panose="02040503050406030204" pitchFamily="18" charset="0"/>
                            <a:ea typeface="Cambria Math" panose="02040503050406030204" pitchFamily="18" charset="0"/>
                          </a:rPr>
                          <m:t>𝛼</m:t>
                        </m:r>
                        <m:r>
                          <a:rPr lang="en-US" altLang="en-US" i="1">
                            <a:latin typeface="Cambria Math" panose="02040503050406030204" pitchFamily="18" charset="0"/>
                          </a:rPr>
                          <m:t>𝑡</m:t>
                        </m:r>
                      </m:sup>
                    </m:sSup>
                    <m:r>
                      <a:rPr lang="en-US" altLang="en-US" b="0" i="1" smtClean="0">
                        <a:latin typeface="Cambria Math" panose="02040503050406030204" pitchFamily="18" charset="0"/>
                      </a:rPr>
                      <m:t>+</m:t>
                    </m:r>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𝐴</m:t>
                        </m:r>
                      </m:e>
                      <m:sub>
                        <m:r>
                          <a:rPr lang="en-US" altLang="en-US" b="0" i="1" smtClean="0">
                            <a:latin typeface="Cambria Math" panose="02040503050406030204" pitchFamily="18" charset="0"/>
                          </a:rPr>
                          <m:t>2</m:t>
                        </m:r>
                      </m:sub>
                    </m:sSub>
                    <m:sSup>
                      <m:sSupPr>
                        <m:ctrlPr>
                          <a:rPr lang="en-US" altLang="en-US" b="0" i="1" smtClean="0">
                            <a:latin typeface="Cambria Math" panose="02040503050406030204" pitchFamily="18" charset="0"/>
                          </a:rPr>
                        </m:ctrlPr>
                      </m:sSupPr>
                      <m:e>
                        <m:r>
                          <a:rPr lang="en-US" altLang="en-US" b="0" i="1" smtClean="0">
                            <a:latin typeface="Cambria Math" panose="02040503050406030204" pitchFamily="18" charset="0"/>
                          </a:rPr>
                          <m:t>𝑒</m:t>
                        </m:r>
                      </m:e>
                      <m:sup>
                        <m:r>
                          <a:rPr lang="en-US" altLang="en-US" b="0" i="1" smtClean="0">
                            <a:latin typeface="Cambria Math" panose="02040503050406030204" pitchFamily="18" charset="0"/>
                          </a:rPr>
                          <m:t>−</m:t>
                        </m:r>
                        <m:r>
                          <a:rPr lang="en-US" altLang="en-US" b="0" i="1" smtClean="0">
                            <a:latin typeface="Cambria Math" panose="02040503050406030204" pitchFamily="18" charset="0"/>
                            <a:ea typeface="Cambria Math" panose="02040503050406030204" pitchFamily="18" charset="0"/>
                          </a:rPr>
                          <m:t>𝛼</m:t>
                        </m:r>
                        <m:r>
                          <a:rPr lang="en-US" altLang="en-US" b="0" i="1" smtClean="0">
                            <a:latin typeface="Cambria Math" panose="02040503050406030204" pitchFamily="18" charset="0"/>
                          </a:rPr>
                          <m:t>𝑡</m:t>
                        </m:r>
                      </m:sup>
                    </m:sSup>
                    <m:r>
                      <a:rPr lang="en-US" altLang="en-US" b="0" i="1" smtClean="0">
                        <a:latin typeface="Cambria Math" panose="02040503050406030204" pitchFamily="18" charset="0"/>
                      </a:rPr>
                      <m:t>=(</m:t>
                    </m:r>
                    <m:sSub>
                      <m:sSubPr>
                        <m:ctrlPr>
                          <a:rPr lang="en-US" altLang="en-US" i="1">
                            <a:latin typeface="Cambria Math" panose="02040503050406030204" pitchFamily="18" charset="0"/>
                          </a:rPr>
                        </m:ctrlPr>
                      </m:sSubPr>
                      <m:e>
                        <m:r>
                          <a:rPr lang="en-US" altLang="en-US" i="1">
                            <a:latin typeface="Cambria Math" panose="02040503050406030204" pitchFamily="18" charset="0"/>
                          </a:rPr>
                          <m:t>𝐴</m:t>
                        </m:r>
                      </m:e>
                      <m:sub>
                        <m:r>
                          <a:rPr lang="en-US" altLang="en-US" i="1">
                            <a:latin typeface="Cambria Math" panose="02040503050406030204" pitchFamily="18" charset="0"/>
                          </a:rPr>
                          <m:t>1</m:t>
                        </m:r>
                      </m:sub>
                    </m:sSub>
                    <m:r>
                      <a:rPr lang="en-US" altLang="en-US" b="0" i="1" smtClean="0">
                        <a:latin typeface="Cambria Math" panose="02040503050406030204" pitchFamily="18" charset="0"/>
                      </a:rPr>
                      <m:t>+</m:t>
                    </m:r>
                    <m:sSub>
                      <m:sSubPr>
                        <m:ctrlPr>
                          <a:rPr lang="en-US" altLang="en-US" i="1">
                            <a:latin typeface="Cambria Math" panose="02040503050406030204" pitchFamily="18" charset="0"/>
                          </a:rPr>
                        </m:ctrlPr>
                      </m:sSubPr>
                      <m:e>
                        <m:r>
                          <a:rPr lang="en-US" altLang="en-US" i="1">
                            <a:latin typeface="Cambria Math" panose="02040503050406030204" pitchFamily="18" charset="0"/>
                          </a:rPr>
                          <m:t>𝐴</m:t>
                        </m:r>
                      </m:e>
                      <m:sub>
                        <m:r>
                          <a:rPr lang="en-US" altLang="en-US" i="1">
                            <a:latin typeface="Cambria Math" panose="02040503050406030204" pitchFamily="18" charset="0"/>
                          </a:rPr>
                          <m:t>2</m:t>
                        </m:r>
                      </m:sub>
                    </m:sSub>
                    <m:sSup>
                      <m:sSupPr>
                        <m:ctrlPr>
                          <a:rPr lang="en-US" altLang="en-US" i="1">
                            <a:latin typeface="Cambria Math" panose="02040503050406030204" pitchFamily="18" charset="0"/>
                          </a:rPr>
                        </m:ctrlPr>
                      </m:sSupPr>
                      <m:e>
                        <m:r>
                          <a:rPr lang="en-US" altLang="en-US" b="0" i="1" smtClean="0">
                            <a:latin typeface="Cambria Math" panose="02040503050406030204" pitchFamily="18" charset="0"/>
                          </a:rPr>
                          <m:t>)</m:t>
                        </m:r>
                        <m:r>
                          <a:rPr lang="en-US" altLang="en-US" i="1">
                            <a:latin typeface="Cambria Math" panose="02040503050406030204" pitchFamily="18" charset="0"/>
                          </a:rPr>
                          <m:t>𝑒</m:t>
                        </m:r>
                      </m:e>
                      <m:sup>
                        <m:r>
                          <a:rPr lang="en-US" altLang="en-US" i="1">
                            <a:latin typeface="Cambria Math" panose="02040503050406030204" pitchFamily="18" charset="0"/>
                          </a:rPr>
                          <m:t>−</m:t>
                        </m:r>
                        <m:r>
                          <a:rPr lang="en-US" altLang="en-US" i="1">
                            <a:latin typeface="Cambria Math" panose="02040503050406030204" pitchFamily="18" charset="0"/>
                            <a:ea typeface="Cambria Math" panose="02040503050406030204" pitchFamily="18" charset="0"/>
                          </a:rPr>
                          <m:t>𝛼</m:t>
                        </m:r>
                        <m:r>
                          <a:rPr lang="en-US" altLang="en-US" i="1">
                            <a:latin typeface="Cambria Math" panose="02040503050406030204" pitchFamily="18" charset="0"/>
                          </a:rPr>
                          <m:t>𝑡</m:t>
                        </m:r>
                      </m:sup>
                    </m:sSup>
                    <m:r>
                      <a:rPr lang="en-US" altLang="en-US" i="1">
                        <a:latin typeface="Cambria Math" panose="02040503050406030204" pitchFamily="18" charset="0"/>
                      </a:rPr>
                      <m:t>=</m:t>
                    </m:r>
                    <m:sSub>
                      <m:sSubPr>
                        <m:ctrlPr>
                          <a:rPr lang="en-US" altLang="en-US" i="1">
                            <a:latin typeface="Cambria Math" panose="02040503050406030204" pitchFamily="18" charset="0"/>
                          </a:rPr>
                        </m:ctrlPr>
                      </m:sSubPr>
                      <m:e>
                        <m:r>
                          <a:rPr lang="en-US" altLang="en-US" i="1">
                            <a:latin typeface="Cambria Math" panose="02040503050406030204" pitchFamily="18" charset="0"/>
                          </a:rPr>
                          <m:t>𝐴</m:t>
                        </m:r>
                      </m:e>
                      <m:sub>
                        <m:r>
                          <a:rPr lang="en-US" altLang="en-US" b="0" i="1" smtClean="0">
                            <a:latin typeface="Cambria Math" panose="02040503050406030204" pitchFamily="18" charset="0"/>
                          </a:rPr>
                          <m:t>3</m:t>
                        </m:r>
                      </m:sub>
                    </m:sSub>
                    <m:sSup>
                      <m:sSupPr>
                        <m:ctrlPr>
                          <a:rPr lang="en-US" altLang="en-US" i="1">
                            <a:latin typeface="Cambria Math" panose="02040503050406030204" pitchFamily="18" charset="0"/>
                          </a:rPr>
                        </m:ctrlPr>
                      </m:sSupPr>
                      <m:e>
                        <m:r>
                          <a:rPr lang="en-US" altLang="en-US" i="1">
                            <a:latin typeface="Cambria Math" panose="02040503050406030204" pitchFamily="18" charset="0"/>
                          </a:rPr>
                          <m:t>𝑒</m:t>
                        </m:r>
                      </m:e>
                      <m:sup>
                        <m:r>
                          <a:rPr lang="en-US" altLang="en-US" i="1">
                            <a:latin typeface="Cambria Math" panose="02040503050406030204" pitchFamily="18" charset="0"/>
                          </a:rPr>
                          <m:t>−</m:t>
                        </m:r>
                        <m:r>
                          <a:rPr lang="en-US" altLang="en-US" i="1">
                            <a:latin typeface="Cambria Math" panose="02040503050406030204" pitchFamily="18" charset="0"/>
                            <a:ea typeface="Cambria Math" panose="02040503050406030204" pitchFamily="18" charset="0"/>
                          </a:rPr>
                          <m:t>𝛼</m:t>
                        </m:r>
                        <m:r>
                          <a:rPr lang="en-US" altLang="en-US" i="1">
                            <a:latin typeface="Cambria Math" panose="02040503050406030204" pitchFamily="18" charset="0"/>
                          </a:rPr>
                          <m:t>𝑡</m:t>
                        </m:r>
                      </m:sup>
                    </m:sSup>
                  </m:oMath>
                </a14:m>
                <a:r>
                  <a:rPr lang="en-US" altLang="en-US" dirty="0"/>
                  <a:t> </a:t>
                </a:r>
              </a:p>
              <a:p>
                <a:pPr marL="0" indent="0" algn="just">
                  <a:lnSpc>
                    <a:spcPct val="100000"/>
                  </a:lnSpc>
                  <a:buNone/>
                </a:pPr>
                <a:r>
                  <a:rPr lang="en-US" altLang="en-US" dirty="0"/>
                  <a:t>This cannot be the solution, because the two initial conditions cannot be satisfied with the single constant here. e.g.</a:t>
                </a:r>
              </a:p>
              <a:p>
                <a:pPr marL="0" indent="0" algn="just">
                  <a:buNone/>
                </a:pPr>
                <a:endParaRPr lang="en-US" altLang="en-US" dirty="0"/>
              </a:p>
            </p:txBody>
          </p:sp>
        </mc:Choice>
        <mc:Fallback xmlns="">
          <p:sp>
            <p:nvSpPr>
              <p:cNvPr id="22531" name="Content Placeholder 2"/>
              <p:cNvSpPr>
                <a:spLocks noGrp="1" noRot="1" noChangeAspect="1" noMove="1" noResize="1" noEditPoints="1" noAdjustHandles="1" noChangeArrowheads="1" noChangeShapeType="1" noTextEdit="1"/>
              </p:cNvSpPr>
              <p:nvPr>
                <p:ph idx="1"/>
              </p:nvPr>
            </p:nvSpPr>
            <p:spPr>
              <a:xfrm>
                <a:off x="838200" y="1600202"/>
                <a:ext cx="10515600" cy="2853265"/>
              </a:xfrm>
              <a:blipFill>
                <a:blip r:embed="rId3" cstate="print"/>
                <a:stretch>
                  <a:fillRect l="-1333" t="-4701" r="-1159"/>
                </a:stretch>
              </a:blipFill>
            </p:spPr>
            <p:txBody>
              <a:bodyPr/>
              <a:lstStyle/>
              <a:p>
                <a:r>
                  <a:rPr lang="zh-CN" altLang="en-US">
                    <a:noFill/>
                  </a:rPr>
                  <a:t> </a:t>
                </a:r>
              </a:p>
            </p:txBody>
          </p:sp>
        </mc:Fallback>
      </mc:AlternateContent>
      <p:sp>
        <p:nvSpPr>
          <p:cNvPr id="10" name="Slide Number Placeholder 9"/>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17</a:t>
            </a:fld>
            <a:endParaRPr lang="en-US" altLang="zh-CN" dirty="0">
              <a:ea typeface="黑体" panose="02010609060101010101" pitchFamily="49" charset="-122"/>
            </a:endParaRPr>
          </a:p>
        </p:txBody>
      </p:sp>
      <p:sp>
        <p:nvSpPr>
          <p:cNvPr id="2" name="TextBox 1"/>
          <p:cNvSpPr txBox="1"/>
          <p:nvPr/>
        </p:nvSpPr>
        <p:spPr>
          <a:xfrm>
            <a:off x="3413667" y="5357412"/>
            <a:ext cx="4647426" cy="646331"/>
          </a:xfrm>
          <a:prstGeom prst="rect">
            <a:avLst/>
          </a:prstGeom>
          <a:noFill/>
        </p:spPr>
        <p:txBody>
          <a:bodyPr wrap="none" rtlCol="0">
            <a:spAutoFit/>
          </a:bodyPr>
          <a:lstStyle/>
          <a:p>
            <a:r>
              <a:rPr lang="en-US" altLang="zh-CN" sz="3600" dirty="0">
                <a:solidFill>
                  <a:srgbClr val="FF0000"/>
                </a:solidFill>
              </a:rPr>
              <a:t>So what is the problem?</a:t>
            </a:r>
            <a:endParaRPr lang="zh-CN" altLang="en-US" sz="3600" dirty="0">
              <a:solidFill>
                <a:srgbClr val="FF0000"/>
              </a:solidFill>
            </a:endParaRPr>
          </a:p>
        </p:txBody>
      </p:sp>
      <p:pic>
        <p:nvPicPr>
          <p:cNvPr id="11" name="Picture 10"/>
          <p:cNvPicPr>
            <a:picLocks noChangeAspect="1"/>
          </p:cNvPicPr>
          <p:nvPr/>
        </p:nvPicPr>
        <p:blipFill>
          <a:blip r:embed="rId4" cstate="print"/>
          <a:stretch>
            <a:fillRect/>
          </a:stretch>
        </p:blipFill>
        <p:spPr>
          <a:xfrm>
            <a:off x="2196755" y="4311652"/>
            <a:ext cx="2433824" cy="584543"/>
          </a:xfrm>
          <a:prstGeom prst="rect">
            <a:avLst/>
          </a:prstGeom>
        </p:spPr>
      </p:pic>
      <p:pic>
        <p:nvPicPr>
          <p:cNvPr id="13" name="Picture 12"/>
          <p:cNvPicPr>
            <a:picLocks noChangeAspect="1"/>
          </p:cNvPicPr>
          <p:nvPr/>
        </p:nvPicPr>
        <p:blipFill>
          <a:blip r:embed="rId5" cstate="print"/>
          <a:stretch>
            <a:fillRect/>
          </a:stretch>
        </p:blipFill>
        <p:spPr>
          <a:xfrm>
            <a:off x="5242454" y="4233281"/>
            <a:ext cx="4010025" cy="771525"/>
          </a:xfrm>
          <a:prstGeom prst="rect">
            <a:avLst/>
          </a:prstGeom>
        </p:spPr>
      </p:pic>
    </p:spTree>
    <p:extLst>
      <p:ext uri="{BB962C8B-B14F-4D97-AF65-F5344CB8AC3E}">
        <p14:creationId xmlns:p14="http://schemas.microsoft.com/office/powerpoint/2010/main" val="29132415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491067"/>
                <a:ext cx="10515600" cy="5685896"/>
              </a:xfrm>
            </p:spPr>
            <p:txBody>
              <a:bodyPr>
                <a:noAutofit/>
              </a:bodyPr>
              <a:lstStyle/>
              <a:p>
                <a:pPr algn="just"/>
                <a:r>
                  <a:rPr lang="en-US" altLang="en-US" dirty="0"/>
                  <a:t>Taking this special case when </a:t>
                </a:r>
                <a14:m>
                  <m:oMath xmlns:m="http://schemas.openxmlformats.org/officeDocument/2006/math">
                    <m:sSub>
                      <m:sSubPr>
                        <m:ctrlPr>
                          <a:rPr lang="en-US" altLang="en-US" i="1">
                            <a:latin typeface="Cambria Math" panose="02040503050406030204" pitchFamily="18" charset="0"/>
                          </a:rPr>
                        </m:ctrlPr>
                      </m:sSubPr>
                      <m:e>
                        <m:r>
                          <a:rPr lang="en-US" altLang="en-US" i="1">
                            <a:latin typeface="Cambria Math" panose="02040503050406030204" pitchFamily="18" charset="0"/>
                          </a:rPr>
                          <m:t>𝑠</m:t>
                        </m:r>
                      </m:e>
                      <m:sub>
                        <m:r>
                          <a:rPr lang="en-US" altLang="en-US" i="1">
                            <a:latin typeface="Cambria Math" panose="02040503050406030204" pitchFamily="18" charset="0"/>
                          </a:rPr>
                          <m:t>1</m:t>
                        </m:r>
                      </m:sub>
                    </m:sSub>
                    <m:r>
                      <a:rPr lang="en-US" altLang="en-US" i="1">
                        <a:latin typeface="Cambria Math" panose="02040503050406030204" pitchFamily="18" charset="0"/>
                      </a:rPr>
                      <m:t>=</m:t>
                    </m:r>
                    <m:sSub>
                      <m:sSubPr>
                        <m:ctrlPr>
                          <a:rPr lang="en-US" altLang="en-US" i="1">
                            <a:latin typeface="Cambria Math" panose="02040503050406030204" pitchFamily="18" charset="0"/>
                          </a:rPr>
                        </m:ctrlPr>
                      </m:sSubPr>
                      <m:e>
                        <m:r>
                          <a:rPr lang="en-US" altLang="en-US" i="1">
                            <a:latin typeface="Cambria Math" panose="02040503050406030204" pitchFamily="18" charset="0"/>
                          </a:rPr>
                          <m:t>𝑠</m:t>
                        </m:r>
                      </m:e>
                      <m:sub>
                        <m:r>
                          <a:rPr lang="en-US" altLang="en-US" i="1">
                            <a:latin typeface="Cambria Math" panose="02040503050406030204" pitchFamily="18" charset="0"/>
                          </a:rPr>
                          <m:t>2</m:t>
                        </m:r>
                      </m:sub>
                    </m:sSub>
                  </m:oMath>
                </a14:m>
                <a:r>
                  <a:rPr lang="en-US" altLang="en-US" dirty="0"/>
                  <a:t>, CE is   </a:t>
                </a:r>
                <a14:m>
                  <m:oMath xmlns:m="http://schemas.openxmlformats.org/officeDocument/2006/math">
                    <m:f>
                      <m:fPr>
                        <m:ctrlPr>
                          <a:rPr lang="en-US" altLang="en-US" i="1">
                            <a:latin typeface="Cambria Math" panose="02040503050406030204" pitchFamily="18" charset="0"/>
                          </a:rPr>
                        </m:ctrlPr>
                      </m:fPr>
                      <m:num>
                        <m:sSup>
                          <m:sSupPr>
                            <m:ctrlPr>
                              <a:rPr lang="en-US" altLang="en-US" i="1">
                                <a:latin typeface="Cambria Math" panose="02040503050406030204" pitchFamily="18" charset="0"/>
                              </a:rPr>
                            </m:ctrlPr>
                          </m:sSupPr>
                          <m:e>
                            <m:r>
                              <a:rPr lang="en-US" altLang="en-US" i="1">
                                <a:latin typeface="Cambria Math" panose="02040503050406030204" pitchFamily="18" charset="0"/>
                              </a:rPr>
                              <m:t>𝑑</m:t>
                            </m:r>
                          </m:e>
                          <m:sup>
                            <m:r>
                              <a:rPr lang="en-US" altLang="en-US" i="1">
                                <a:latin typeface="Cambria Math" panose="02040503050406030204" pitchFamily="18" charset="0"/>
                              </a:rPr>
                              <m:t>2</m:t>
                            </m:r>
                          </m:sup>
                        </m:sSup>
                        <m:r>
                          <a:rPr lang="en-US" altLang="en-US" i="1">
                            <a:latin typeface="Cambria Math" panose="02040503050406030204" pitchFamily="18" charset="0"/>
                          </a:rPr>
                          <m:t>𝑖</m:t>
                        </m:r>
                      </m:num>
                      <m:den>
                        <m:r>
                          <a:rPr lang="en-US" altLang="en-US" i="1">
                            <a:latin typeface="Cambria Math" panose="02040503050406030204" pitchFamily="18" charset="0"/>
                          </a:rPr>
                          <m:t>𝑑</m:t>
                        </m:r>
                        <m:sSup>
                          <m:sSupPr>
                            <m:ctrlPr>
                              <a:rPr lang="en-US" altLang="en-US" i="1">
                                <a:latin typeface="Cambria Math" panose="02040503050406030204" pitchFamily="18" charset="0"/>
                              </a:rPr>
                            </m:ctrlPr>
                          </m:sSupPr>
                          <m:e>
                            <m:r>
                              <a:rPr lang="en-US" altLang="en-US" i="1">
                                <a:latin typeface="Cambria Math" panose="02040503050406030204" pitchFamily="18" charset="0"/>
                              </a:rPr>
                              <m:t>𝑡</m:t>
                            </m:r>
                          </m:e>
                          <m:sup>
                            <m:r>
                              <a:rPr lang="en-US" altLang="en-US" i="1">
                                <a:latin typeface="Cambria Math" panose="02040503050406030204" pitchFamily="18" charset="0"/>
                              </a:rPr>
                              <m:t>2</m:t>
                            </m:r>
                          </m:sup>
                        </m:sSup>
                      </m:den>
                    </m:f>
                    <m:r>
                      <a:rPr lang="en-US" altLang="en-US" i="1">
                        <a:latin typeface="Cambria Math" panose="02040503050406030204" pitchFamily="18" charset="0"/>
                      </a:rPr>
                      <m:t>+2</m:t>
                    </m:r>
                    <m:r>
                      <a:rPr lang="en-US" altLang="en-US" i="1">
                        <a:latin typeface="Cambria Math" panose="02040503050406030204" pitchFamily="18" charset="0"/>
                        <a:ea typeface="Cambria Math" panose="02040503050406030204" pitchFamily="18" charset="0"/>
                      </a:rPr>
                      <m:t>𝛼</m:t>
                    </m:r>
                    <m:f>
                      <m:fPr>
                        <m:ctrlPr>
                          <a:rPr lang="en-US" altLang="en-US" i="1">
                            <a:latin typeface="Cambria Math" panose="02040503050406030204" pitchFamily="18" charset="0"/>
                            <a:ea typeface="Cambria Math" panose="02040503050406030204" pitchFamily="18" charset="0"/>
                          </a:rPr>
                        </m:ctrlPr>
                      </m:fPr>
                      <m:num>
                        <m:r>
                          <a:rPr lang="en-US" altLang="en-US" i="1">
                            <a:latin typeface="Cambria Math" panose="02040503050406030204" pitchFamily="18" charset="0"/>
                            <a:ea typeface="Cambria Math" panose="02040503050406030204" pitchFamily="18" charset="0"/>
                          </a:rPr>
                          <m:t>𝑑𝑖</m:t>
                        </m:r>
                      </m:num>
                      <m:den>
                        <m:r>
                          <a:rPr lang="en-US" altLang="en-US" i="1">
                            <a:latin typeface="Cambria Math" panose="02040503050406030204" pitchFamily="18" charset="0"/>
                            <a:ea typeface="Cambria Math" panose="02040503050406030204" pitchFamily="18" charset="0"/>
                          </a:rPr>
                          <m:t>𝑑𝑡</m:t>
                        </m:r>
                      </m:den>
                    </m:f>
                    <m:r>
                      <a:rPr lang="en-US" altLang="en-US" i="1">
                        <a:latin typeface="Cambria Math" panose="02040503050406030204" pitchFamily="18" charset="0"/>
                        <a:ea typeface="Cambria Math" panose="02040503050406030204" pitchFamily="18" charset="0"/>
                      </a:rPr>
                      <m:t>+</m:t>
                    </m:r>
                    <m:sSup>
                      <m:sSupPr>
                        <m:ctrlPr>
                          <a:rPr lang="en-US" altLang="en-US" i="1">
                            <a:latin typeface="Cambria Math" panose="02040503050406030204" pitchFamily="18" charset="0"/>
                            <a:ea typeface="Cambria Math" panose="02040503050406030204" pitchFamily="18" charset="0"/>
                          </a:rPr>
                        </m:ctrlPr>
                      </m:sSupPr>
                      <m:e>
                        <m:r>
                          <a:rPr lang="en-US" altLang="en-US" i="1">
                            <a:latin typeface="Cambria Math" panose="02040503050406030204" pitchFamily="18" charset="0"/>
                            <a:ea typeface="Cambria Math" panose="02040503050406030204" pitchFamily="18" charset="0"/>
                          </a:rPr>
                          <m:t>𝑖</m:t>
                        </m:r>
                        <m:r>
                          <a:rPr lang="en-US" altLang="en-US" i="1">
                            <a:latin typeface="Cambria Math" panose="02040503050406030204" pitchFamily="18" charset="0"/>
                            <a:ea typeface="Cambria Math" panose="02040503050406030204" pitchFamily="18" charset="0"/>
                          </a:rPr>
                          <m:t>𝛼</m:t>
                        </m:r>
                      </m:e>
                      <m:sup>
                        <m:r>
                          <a:rPr lang="en-US" altLang="en-US" i="1">
                            <a:latin typeface="Cambria Math" panose="02040503050406030204" pitchFamily="18" charset="0"/>
                            <a:ea typeface="Cambria Math" panose="02040503050406030204" pitchFamily="18" charset="0"/>
                          </a:rPr>
                          <m:t>2</m:t>
                        </m:r>
                      </m:sup>
                    </m:sSup>
                    <m:r>
                      <a:rPr lang="en-US" altLang="en-US" i="1">
                        <a:latin typeface="Cambria Math" panose="02040503050406030204" pitchFamily="18" charset="0"/>
                        <a:ea typeface="Cambria Math" panose="02040503050406030204" pitchFamily="18" charset="0"/>
                      </a:rPr>
                      <m:t>=0</m:t>
                    </m:r>
                  </m:oMath>
                </a14:m>
                <a:endParaRPr lang="en-US" altLang="en-US" i="1" dirty="0">
                  <a:latin typeface="Cambria Math" panose="02040503050406030204" pitchFamily="18" charset="0"/>
                  <a:ea typeface="Cambria Math" panose="02040503050406030204" pitchFamily="18" charset="0"/>
                </a:endParaRPr>
              </a:p>
              <a:p>
                <a:pPr marL="457200" lvl="1" indent="0" algn="ctr">
                  <a:lnSpc>
                    <a:spcPct val="100000"/>
                  </a:lnSpc>
                  <a:spcBef>
                    <a:spcPts val="1200"/>
                  </a:spcBef>
                  <a:spcAft>
                    <a:spcPts val="1200"/>
                  </a:spcAft>
                  <a:buNone/>
                </a:pPr>
                <a14:m>
                  <m:oMath xmlns:m="http://schemas.openxmlformats.org/officeDocument/2006/math">
                    <m:f>
                      <m:fPr>
                        <m:ctrlPr>
                          <a:rPr lang="en-US" altLang="en-US" sz="2800" i="1">
                            <a:latin typeface="Cambria Math" panose="02040503050406030204" pitchFamily="18" charset="0"/>
                            <a:ea typeface="Cambria Math" panose="02040503050406030204" pitchFamily="18" charset="0"/>
                          </a:rPr>
                        </m:ctrlPr>
                      </m:fPr>
                      <m:num>
                        <m:r>
                          <a:rPr lang="en-US" altLang="en-US" sz="2800" i="1">
                            <a:latin typeface="Cambria Math" panose="02040503050406030204" pitchFamily="18" charset="0"/>
                            <a:ea typeface="Cambria Math" panose="02040503050406030204" pitchFamily="18" charset="0"/>
                          </a:rPr>
                          <m:t>𝑑</m:t>
                        </m:r>
                      </m:num>
                      <m:den>
                        <m:r>
                          <a:rPr lang="en-US" altLang="en-US" sz="2800" i="1">
                            <a:latin typeface="Cambria Math" panose="02040503050406030204" pitchFamily="18" charset="0"/>
                            <a:ea typeface="Cambria Math" panose="02040503050406030204" pitchFamily="18" charset="0"/>
                          </a:rPr>
                          <m:t>𝑑𝑡</m:t>
                        </m:r>
                      </m:den>
                    </m:f>
                    <m:d>
                      <m:dPr>
                        <m:ctrlPr>
                          <a:rPr lang="en-US" altLang="en-US" sz="2800" i="1">
                            <a:latin typeface="Cambria Math" panose="02040503050406030204" pitchFamily="18" charset="0"/>
                            <a:ea typeface="Cambria Math" panose="02040503050406030204" pitchFamily="18" charset="0"/>
                          </a:rPr>
                        </m:ctrlPr>
                      </m:dPr>
                      <m:e>
                        <m:f>
                          <m:fPr>
                            <m:ctrlPr>
                              <a:rPr lang="en-US" altLang="en-US" sz="2800" i="1">
                                <a:latin typeface="Cambria Math" panose="02040503050406030204" pitchFamily="18" charset="0"/>
                              </a:rPr>
                            </m:ctrlPr>
                          </m:fPr>
                          <m:num>
                            <m:r>
                              <a:rPr lang="en-US" altLang="en-US" sz="2800" i="1">
                                <a:latin typeface="Cambria Math" panose="02040503050406030204" pitchFamily="18" charset="0"/>
                              </a:rPr>
                              <m:t>𝑑𝑖</m:t>
                            </m:r>
                          </m:num>
                          <m:den>
                            <m:r>
                              <a:rPr lang="en-US" altLang="en-US" sz="2800" i="1">
                                <a:latin typeface="Cambria Math" panose="02040503050406030204" pitchFamily="18" charset="0"/>
                              </a:rPr>
                              <m:t>𝑑𝑡</m:t>
                            </m:r>
                          </m:den>
                        </m:f>
                        <m:r>
                          <a:rPr lang="en-US" altLang="en-US" sz="2800" i="1">
                            <a:latin typeface="Cambria Math" panose="02040503050406030204" pitchFamily="18" charset="0"/>
                          </a:rPr>
                          <m:t>+</m:t>
                        </m:r>
                        <m:r>
                          <a:rPr lang="en-US" altLang="en-US" sz="2800" i="1">
                            <a:latin typeface="Cambria Math" panose="02040503050406030204" pitchFamily="18" charset="0"/>
                            <a:ea typeface="Cambria Math" panose="02040503050406030204" pitchFamily="18" charset="0"/>
                          </a:rPr>
                          <m:t>𝛼</m:t>
                        </m:r>
                        <m:r>
                          <a:rPr lang="en-US" altLang="en-US" sz="2800" i="1">
                            <a:latin typeface="Cambria Math" panose="02040503050406030204" pitchFamily="18" charset="0"/>
                            <a:ea typeface="Cambria Math" panose="02040503050406030204" pitchFamily="18" charset="0"/>
                          </a:rPr>
                          <m:t>𝑖</m:t>
                        </m:r>
                      </m:e>
                    </m:d>
                    <m:r>
                      <a:rPr lang="en-US" altLang="en-US" sz="2800" i="1">
                        <a:latin typeface="Cambria Math" panose="02040503050406030204" pitchFamily="18" charset="0"/>
                        <a:ea typeface="Cambria Math" panose="02040503050406030204" pitchFamily="18" charset="0"/>
                      </a:rPr>
                      <m:t>+</m:t>
                    </m:r>
                    <m:r>
                      <a:rPr lang="en-US" altLang="en-US" sz="2800" i="1">
                        <a:latin typeface="Cambria Math" panose="02040503050406030204" pitchFamily="18" charset="0"/>
                        <a:ea typeface="Cambria Math" panose="02040503050406030204" pitchFamily="18" charset="0"/>
                      </a:rPr>
                      <m:t>𝛼</m:t>
                    </m:r>
                    <m:d>
                      <m:dPr>
                        <m:ctrlPr>
                          <a:rPr lang="en-US" altLang="en-US" sz="2800" i="1">
                            <a:latin typeface="Cambria Math" panose="02040503050406030204" pitchFamily="18" charset="0"/>
                            <a:ea typeface="Cambria Math" panose="02040503050406030204" pitchFamily="18" charset="0"/>
                          </a:rPr>
                        </m:ctrlPr>
                      </m:dPr>
                      <m:e>
                        <m:f>
                          <m:fPr>
                            <m:ctrlPr>
                              <a:rPr lang="en-US" altLang="en-US" sz="2800" i="1">
                                <a:latin typeface="Cambria Math" panose="02040503050406030204" pitchFamily="18" charset="0"/>
                              </a:rPr>
                            </m:ctrlPr>
                          </m:fPr>
                          <m:num>
                            <m:r>
                              <a:rPr lang="en-US" altLang="en-US" sz="2800" i="1">
                                <a:latin typeface="Cambria Math" panose="02040503050406030204" pitchFamily="18" charset="0"/>
                              </a:rPr>
                              <m:t>𝑑𝑖</m:t>
                            </m:r>
                          </m:num>
                          <m:den>
                            <m:r>
                              <a:rPr lang="en-US" altLang="en-US" sz="2800" i="1">
                                <a:latin typeface="Cambria Math" panose="02040503050406030204" pitchFamily="18" charset="0"/>
                              </a:rPr>
                              <m:t>𝑑𝑡</m:t>
                            </m:r>
                          </m:den>
                        </m:f>
                        <m:r>
                          <a:rPr lang="en-US" altLang="en-US" sz="2800" i="1">
                            <a:latin typeface="Cambria Math" panose="02040503050406030204" pitchFamily="18" charset="0"/>
                          </a:rPr>
                          <m:t>+</m:t>
                        </m:r>
                        <m:r>
                          <a:rPr lang="en-US" altLang="en-US" sz="2800" i="1">
                            <a:latin typeface="Cambria Math" panose="02040503050406030204" pitchFamily="18" charset="0"/>
                            <a:ea typeface="Cambria Math" panose="02040503050406030204" pitchFamily="18" charset="0"/>
                          </a:rPr>
                          <m:t>𝛼</m:t>
                        </m:r>
                        <m:r>
                          <a:rPr lang="en-US" altLang="en-US" sz="2800" i="1">
                            <a:latin typeface="Cambria Math" panose="02040503050406030204" pitchFamily="18" charset="0"/>
                            <a:ea typeface="Cambria Math" panose="02040503050406030204" pitchFamily="18" charset="0"/>
                          </a:rPr>
                          <m:t>𝑖</m:t>
                        </m:r>
                      </m:e>
                    </m:d>
                    <m:r>
                      <a:rPr lang="en-US" altLang="en-US" sz="2800" i="1">
                        <a:latin typeface="Cambria Math" panose="02040503050406030204" pitchFamily="18" charset="0"/>
                        <a:ea typeface="Cambria Math" panose="02040503050406030204" pitchFamily="18" charset="0"/>
                      </a:rPr>
                      <m:t>=0</m:t>
                    </m:r>
                  </m:oMath>
                </a14:m>
                <a:r>
                  <a:rPr lang="en-US" altLang="en-US" sz="2800" dirty="0"/>
                  <a:t>, </a:t>
                </a:r>
              </a:p>
              <a:p>
                <a:pPr marL="457200" lvl="1" indent="0" algn="just">
                  <a:lnSpc>
                    <a:spcPct val="100000"/>
                  </a:lnSpc>
                  <a:spcBef>
                    <a:spcPts val="1200"/>
                  </a:spcBef>
                  <a:spcAft>
                    <a:spcPts val="1200"/>
                  </a:spcAft>
                  <a:buNone/>
                </a:pPr>
                <a:r>
                  <a:rPr lang="en-US" altLang="en-US" dirty="0"/>
                  <a:t>If we let </a:t>
                </a:r>
                <a14:m>
                  <m:oMath xmlns:m="http://schemas.openxmlformats.org/officeDocument/2006/math">
                    <m:r>
                      <a:rPr lang="en-US" altLang="en-US" i="1">
                        <a:latin typeface="Cambria Math" panose="02040503050406030204" pitchFamily="18" charset="0"/>
                        <a:ea typeface="Cambria Math" panose="02040503050406030204" pitchFamily="18" charset="0"/>
                      </a:rPr>
                      <m:t>𝑓</m:t>
                    </m:r>
                    <m:r>
                      <a:rPr lang="en-US" altLang="en-US" b="0" i="1" smtClean="0">
                        <a:latin typeface="Cambria Math" panose="02040503050406030204" pitchFamily="18" charset="0"/>
                        <a:ea typeface="Cambria Math" panose="02040503050406030204" pitchFamily="18" charset="0"/>
                      </a:rPr>
                      <m:t>=</m:t>
                    </m:r>
                    <m:d>
                      <m:dPr>
                        <m:ctrlPr>
                          <a:rPr lang="en-US" altLang="en-US" i="1">
                            <a:latin typeface="Cambria Math" panose="02040503050406030204" pitchFamily="18" charset="0"/>
                            <a:ea typeface="Cambria Math" panose="02040503050406030204" pitchFamily="18" charset="0"/>
                          </a:rPr>
                        </m:ctrlPr>
                      </m:dPr>
                      <m:e>
                        <m:f>
                          <m:fPr>
                            <m:ctrlPr>
                              <a:rPr lang="en-US" altLang="en-US" i="1">
                                <a:latin typeface="Cambria Math" panose="02040503050406030204" pitchFamily="18" charset="0"/>
                              </a:rPr>
                            </m:ctrlPr>
                          </m:fPr>
                          <m:num>
                            <m:r>
                              <a:rPr lang="en-US" altLang="en-US" i="1">
                                <a:latin typeface="Cambria Math" panose="02040503050406030204" pitchFamily="18" charset="0"/>
                              </a:rPr>
                              <m:t>𝑑𝑖</m:t>
                            </m:r>
                          </m:num>
                          <m:den>
                            <m:r>
                              <a:rPr lang="en-US" altLang="en-US" i="1">
                                <a:latin typeface="Cambria Math" panose="02040503050406030204" pitchFamily="18" charset="0"/>
                              </a:rPr>
                              <m:t>𝑑𝑡</m:t>
                            </m:r>
                          </m:den>
                        </m:f>
                        <m:r>
                          <a:rPr lang="en-US" altLang="en-US" i="1">
                            <a:latin typeface="Cambria Math" panose="02040503050406030204" pitchFamily="18" charset="0"/>
                          </a:rPr>
                          <m:t>+</m:t>
                        </m:r>
                        <m:r>
                          <a:rPr lang="en-US" altLang="en-US" i="1">
                            <a:latin typeface="Cambria Math" panose="02040503050406030204" pitchFamily="18" charset="0"/>
                            <a:ea typeface="Cambria Math" panose="02040503050406030204" pitchFamily="18" charset="0"/>
                          </a:rPr>
                          <m:t>𝛼</m:t>
                        </m:r>
                        <m:r>
                          <a:rPr lang="en-US" altLang="en-US" i="1">
                            <a:latin typeface="Cambria Math" panose="02040503050406030204" pitchFamily="18" charset="0"/>
                            <a:ea typeface="Cambria Math" panose="02040503050406030204" pitchFamily="18" charset="0"/>
                          </a:rPr>
                          <m:t>𝑖</m:t>
                        </m:r>
                      </m:e>
                    </m:d>
                    <m:r>
                      <a:rPr lang="en-US" altLang="en-US" b="0" i="1" smtClean="0">
                        <a:latin typeface="Cambria Math" panose="02040503050406030204" pitchFamily="18" charset="0"/>
                        <a:ea typeface="Cambria Math" panose="02040503050406030204" pitchFamily="18" charset="0"/>
                      </a:rPr>
                      <m:t>,</m:t>
                    </m:r>
                  </m:oMath>
                </a14:m>
                <a:r>
                  <a:rPr lang="en-US" altLang="en-US" dirty="0"/>
                  <a:t> then the equation above becomes  </a:t>
                </a:r>
                <a14:m>
                  <m:oMath xmlns:m="http://schemas.openxmlformats.org/officeDocument/2006/math">
                    <m:f>
                      <m:fPr>
                        <m:ctrlPr>
                          <a:rPr lang="en-US" altLang="en-US" i="1">
                            <a:latin typeface="Cambria Math" panose="02040503050406030204" pitchFamily="18" charset="0"/>
                            <a:ea typeface="Cambria Math" panose="02040503050406030204" pitchFamily="18" charset="0"/>
                          </a:rPr>
                        </m:ctrlPr>
                      </m:fPr>
                      <m:num>
                        <m:r>
                          <a:rPr lang="en-US" altLang="en-US" i="1">
                            <a:latin typeface="Cambria Math" panose="02040503050406030204" pitchFamily="18" charset="0"/>
                            <a:ea typeface="Cambria Math" panose="02040503050406030204" pitchFamily="18" charset="0"/>
                          </a:rPr>
                          <m:t>𝑑𝑓</m:t>
                        </m:r>
                      </m:num>
                      <m:den>
                        <m:r>
                          <a:rPr lang="en-US" altLang="en-US" i="1">
                            <a:latin typeface="Cambria Math" panose="02040503050406030204" pitchFamily="18" charset="0"/>
                            <a:ea typeface="Cambria Math" panose="02040503050406030204" pitchFamily="18" charset="0"/>
                          </a:rPr>
                          <m:t>𝑑𝑡</m:t>
                        </m:r>
                      </m:den>
                    </m:f>
                    <m:r>
                      <a:rPr lang="en-US" altLang="en-US" i="1">
                        <a:latin typeface="Cambria Math" panose="02040503050406030204" pitchFamily="18" charset="0"/>
                        <a:ea typeface="Cambria Math" panose="02040503050406030204" pitchFamily="18" charset="0"/>
                      </a:rPr>
                      <m:t>+</m:t>
                    </m:r>
                    <m:r>
                      <a:rPr lang="en-US" altLang="en-US" i="1">
                        <a:latin typeface="Cambria Math" panose="02040503050406030204" pitchFamily="18" charset="0"/>
                        <a:ea typeface="Cambria Math" panose="02040503050406030204" pitchFamily="18" charset="0"/>
                      </a:rPr>
                      <m:t>𝛼</m:t>
                    </m:r>
                    <m:r>
                      <a:rPr lang="en-US" altLang="en-US" i="1">
                        <a:latin typeface="Cambria Math" panose="02040503050406030204" pitchFamily="18" charset="0"/>
                        <a:ea typeface="Cambria Math" panose="02040503050406030204" pitchFamily="18" charset="0"/>
                      </a:rPr>
                      <m:t>𝑓</m:t>
                    </m:r>
                    <m:r>
                      <a:rPr lang="en-US" altLang="en-US" i="1">
                        <a:latin typeface="Cambria Math" panose="02040503050406030204" pitchFamily="18" charset="0"/>
                        <a:ea typeface="Cambria Math" panose="02040503050406030204" pitchFamily="18" charset="0"/>
                      </a:rPr>
                      <m:t>=0</m:t>
                    </m:r>
                  </m:oMath>
                </a14:m>
                <a:endParaRPr lang="en-US" altLang="en-US" dirty="0"/>
              </a:p>
              <a:p>
                <a:pPr marL="457200" lvl="1" indent="0" algn="just">
                  <a:lnSpc>
                    <a:spcPct val="100000"/>
                  </a:lnSpc>
                  <a:spcBef>
                    <a:spcPts val="1200"/>
                  </a:spcBef>
                  <a:spcAft>
                    <a:spcPts val="1200"/>
                  </a:spcAft>
                  <a:buNone/>
                </a:pPr>
                <a:r>
                  <a:rPr lang="en-US" altLang="en-US" dirty="0">
                    <a:latin typeface="Cambria Math" panose="02040503050406030204" pitchFamily="18" charset="0"/>
                    <a:ea typeface="Cambria Math" panose="02040503050406030204" pitchFamily="18" charset="0"/>
                  </a:rPr>
                  <a:t>which is a first-order differential equation with solution </a:t>
                </a:r>
                <a14:m>
                  <m:oMath xmlns:m="http://schemas.openxmlformats.org/officeDocument/2006/math">
                    <m:r>
                      <a:rPr lang="en-US" altLang="en-US" b="0" i="0" smtClean="0">
                        <a:latin typeface="Cambria Math" panose="02040503050406030204" pitchFamily="18" charset="0"/>
                        <a:ea typeface="Cambria Math" panose="02040503050406030204" pitchFamily="18" charset="0"/>
                      </a:rPr>
                      <m:t>  </m:t>
                    </m:r>
                    <m:r>
                      <a:rPr lang="en-US" altLang="en-US" b="0" i="1" smtClean="0">
                        <a:latin typeface="Cambria Math" panose="02040503050406030204" pitchFamily="18" charset="0"/>
                        <a:ea typeface="Cambria Math" panose="02040503050406030204" pitchFamily="18" charset="0"/>
                      </a:rPr>
                      <m:t>𝑓</m:t>
                    </m:r>
                    <m:r>
                      <a:rPr lang="en-US" altLang="en-US" i="1">
                        <a:latin typeface="Cambria Math" panose="02040503050406030204" pitchFamily="18" charset="0"/>
                        <a:ea typeface="Cambria Math" panose="02040503050406030204" pitchFamily="18" charset="0"/>
                      </a:rPr>
                      <m:t>=</m:t>
                    </m:r>
                    <m:sSub>
                      <m:sSubPr>
                        <m:ctrlPr>
                          <a:rPr lang="en-US" altLang="en-US" i="1">
                            <a:latin typeface="Cambria Math" panose="02040503050406030204" pitchFamily="18" charset="0"/>
                            <a:ea typeface="Cambria Math" panose="02040503050406030204" pitchFamily="18" charset="0"/>
                          </a:rPr>
                        </m:ctrlPr>
                      </m:sSubPr>
                      <m:e>
                        <m:r>
                          <a:rPr lang="en-US" altLang="en-US" i="1">
                            <a:latin typeface="Cambria Math" panose="02040503050406030204" pitchFamily="18" charset="0"/>
                            <a:ea typeface="Cambria Math" panose="02040503050406030204" pitchFamily="18" charset="0"/>
                          </a:rPr>
                          <m:t>𝐴</m:t>
                        </m:r>
                      </m:e>
                      <m:sub>
                        <m:r>
                          <a:rPr lang="en-US" altLang="en-US" i="1">
                            <a:latin typeface="Cambria Math" panose="02040503050406030204" pitchFamily="18" charset="0"/>
                            <a:ea typeface="Cambria Math" panose="02040503050406030204" pitchFamily="18" charset="0"/>
                          </a:rPr>
                          <m:t>1</m:t>
                        </m:r>
                      </m:sub>
                    </m:sSub>
                    <m:sSup>
                      <m:sSupPr>
                        <m:ctrlPr>
                          <a:rPr lang="en-US" altLang="en-US" i="1">
                            <a:latin typeface="Cambria Math" panose="02040503050406030204" pitchFamily="18" charset="0"/>
                            <a:ea typeface="Cambria Math" panose="02040503050406030204" pitchFamily="18" charset="0"/>
                          </a:rPr>
                        </m:ctrlPr>
                      </m:sSupPr>
                      <m:e>
                        <m:r>
                          <a:rPr lang="en-US" altLang="en-US" i="1">
                            <a:latin typeface="Cambria Math" panose="02040503050406030204" pitchFamily="18" charset="0"/>
                            <a:ea typeface="Cambria Math" panose="02040503050406030204" pitchFamily="18" charset="0"/>
                          </a:rPr>
                          <m:t>𝑒</m:t>
                        </m:r>
                      </m:e>
                      <m:sup>
                        <m:r>
                          <a:rPr lang="en-US" altLang="en-US" i="1">
                            <a:latin typeface="Cambria Math" panose="02040503050406030204" pitchFamily="18" charset="0"/>
                            <a:ea typeface="Cambria Math" panose="02040503050406030204" pitchFamily="18" charset="0"/>
                          </a:rPr>
                          <m:t>−</m:t>
                        </m:r>
                        <m:r>
                          <a:rPr lang="en-US" altLang="en-US" i="1">
                            <a:latin typeface="Cambria Math" panose="02040503050406030204" pitchFamily="18" charset="0"/>
                            <a:ea typeface="Cambria Math" panose="02040503050406030204" pitchFamily="18" charset="0"/>
                          </a:rPr>
                          <m:t>𝛼</m:t>
                        </m:r>
                        <m:r>
                          <a:rPr lang="en-US" altLang="en-US" i="1">
                            <a:latin typeface="Cambria Math" panose="02040503050406030204" pitchFamily="18" charset="0"/>
                            <a:ea typeface="Cambria Math" panose="02040503050406030204" pitchFamily="18" charset="0"/>
                          </a:rPr>
                          <m:t>𝑡</m:t>
                        </m:r>
                      </m:sup>
                    </m:sSup>
                  </m:oMath>
                </a14:m>
                <a:r>
                  <a:rPr lang="en-US" altLang="en-US" dirty="0"/>
                  <a:t>.</a:t>
                </a:r>
              </a:p>
              <a:p>
                <a:pPr algn="just"/>
                <a:r>
                  <a:rPr lang="en-US" altLang="en-US" dirty="0"/>
                  <a:t>Now the differential equation becomes:  </a:t>
                </a:r>
                <a14:m>
                  <m:oMath xmlns:m="http://schemas.openxmlformats.org/officeDocument/2006/math">
                    <m:f>
                      <m:fPr>
                        <m:ctrlPr>
                          <a:rPr lang="en-US" altLang="en-US" i="1">
                            <a:latin typeface="Cambria Math" panose="02040503050406030204" pitchFamily="18" charset="0"/>
                          </a:rPr>
                        </m:ctrlPr>
                      </m:fPr>
                      <m:num>
                        <m:r>
                          <a:rPr lang="en-US" altLang="en-US" i="1">
                            <a:latin typeface="Cambria Math" panose="02040503050406030204" pitchFamily="18" charset="0"/>
                          </a:rPr>
                          <m:t>𝑑𝑖</m:t>
                        </m:r>
                      </m:num>
                      <m:den>
                        <m:r>
                          <a:rPr lang="en-US" altLang="en-US" i="1">
                            <a:latin typeface="Cambria Math" panose="02040503050406030204" pitchFamily="18" charset="0"/>
                          </a:rPr>
                          <m:t>𝑑𝑡</m:t>
                        </m:r>
                      </m:den>
                    </m:f>
                    <m:r>
                      <a:rPr lang="en-US" altLang="en-US" i="1">
                        <a:latin typeface="Cambria Math" panose="02040503050406030204" pitchFamily="18" charset="0"/>
                      </a:rPr>
                      <m:t>+</m:t>
                    </m:r>
                    <m:r>
                      <a:rPr lang="en-US" altLang="en-US" i="1">
                        <a:latin typeface="Cambria Math" panose="02040503050406030204" pitchFamily="18" charset="0"/>
                        <a:ea typeface="Cambria Math" panose="02040503050406030204" pitchFamily="18" charset="0"/>
                      </a:rPr>
                      <m:t>𝛼</m:t>
                    </m:r>
                    <m:r>
                      <a:rPr lang="en-US" altLang="en-US" i="1">
                        <a:latin typeface="Cambria Math" panose="02040503050406030204" pitchFamily="18" charset="0"/>
                        <a:ea typeface="Cambria Math" panose="02040503050406030204" pitchFamily="18" charset="0"/>
                      </a:rPr>
                      <m:t>𝑖</m:t>
                    </m:r>
                  </m:oMath>
                </a14:m>
                <a:r>
                  <a:rPr lang="en-US" altLang="en-US" dirty="0"/>
                  <a:t> = </a:t>
                </a:r>
                <a14:m>
                  <m:oMath xmlns:m="http://schemas.openxmlformats.org/officeDocument/2006/math">
                    <m:sSub>
                      <m:sSubPr>
                        <m:ctrlPr>
                          <a:rPr lang="en-US" altLang="en-US" i="1">
                            <a:latin typeface="Cambria Math" panose="02040503050406030204" pitchFamily="18" charset="0"/>
                            <a:ea typeface="Cambria Math" panose="02040503050406030204" pitchFamily="18" charset="0"/>
                          </a:rPr>
                        </m:ctrlPr>
                      </m:sSubPr>
                      <m:e>
                        <m:r>
                          <a:rPr lang="en-US" altLang="en-US" i="1">
                            <a:latin typeface="Cambria Math" panose="02040503050406030204" pitchFamily="18" charset="0"/>
                            <a:ea typeface="Cambria Math" panose="02040503050406030204" pitchFamily="18" charset="0"/>
                          </a:rPr>
                          <m:t>𝐴</m:t>
                        </m:r>
                      </m:e>
                      <m:sub>
                        <m:r>
                          <a:rPr lang="en-US" altLang="en-US" i="1">
                            <a:latin typeface="Cambria Math" panose="02040503050406030204" pitchFamily="18" charset="0"/>
                            <a:ea typeface="Cambria Math" panose="02040503050406030204" pitchFamily="18" charset="0"/>
                          </a:rPr>
                          <m:t>1</m:t>
                        </m:r>
                      </m:sub>
                    </m:sSub>
                    <m:sSup>
                      <m:sSupPr>
                        <m:ctrlPr>
                          <a:rPr lang="en-US" altLang="en-US" i="1">
                            <a:latin typeface="Cambria Math" panose="02040503050406030204" pitchFamily="18" charset="0"/>
                            <a:ea typeface="Cambria Math" panose="02040503050406030204" pitchFamily="18" charset="0"/>
                          </a:rPr>
                        </m:ctrlPr>
                      </m:sSupPr>
                      <m:e>
                        <m:r>
                          <a:rPr lang="en-US" altLang="en-US" i="1">
                            <a:latin typeface="Cambria Math" panose="02040503050406030204" pitchFamily="18" charset="0"/>
                            <a:ea typeface="Cambria Math" panose="02040503050406030204" pitchFamily="18" charset="0"/>
                          </a:rPr>
                          <m:t>𝑒</m:t>
                        </m:r>
                      </m:e>
                      <m:sup>
                        <m:r>
                          <a:rPr lang="en-US" altLang="en-US" i="1">
                            <a:latin typeface="Cambria Math" panose="02040503050406030204" pitchFamily="18" charset="0"/>
                            <a:ea typeface="Cambria Math" panose="02040503050406030204" pitchFamily="18" charset="0"/>
                          </a:rPr>
                          <m:t>−</m:t>
                        </m:r>
                        <m:r>
                          <a:rPr lang="en-US" altLang="en-US" i="1">
                            <a:latin typeface="Cambria Math" panose="02040503050406030204" pitchFamily="18" charset="0"/>
                            <a:ea typeface="Cambria Math" panose="02040503050406030204" pitchFamily="18" charset="0"/>
                          </a:rPr>
                          <m:t>𝛼</m:t>
                        </m:r>
                        <m:r>
                          <a:rPr lang="en-US" altLang="en-US" i="1">
                            <a:latin typeface="Cambria Math" panose="02040503050406030204" pitchFamily="18" charset="0"/>
                            <a:ea typeface="Cambria Math" panose="02040503050406030204" pitchFamily="18" charset="0"/>
                          </a:rPr>
                          <m:t>𝑡</m:t>
                        </m:r>
                      </m:sup>
                    </m:sSup>
                  </m:oMath>
                </a14:m>
                <a:r>
                  <a:rPr lang="en-US" altLang="en-US" dirty="0"/>
                  <a:t> → </a:t>
                </a:r>
              </a:p>
              <a:p>
                <a:pPr algn="just"/>
                <a:r>
                  <a:rPr lang="en-US" altLang="en-US" dirty="0"/>
                  <a:t>Integrating both sides from 0 to t yields</a:t>
                </a:r>
              </a:p>
              <a:p>
                <a:pPr algn="just"/>
                <a:endParaRPr lang="en-US" altLang="en-US" dirty="0"/>
              </a:p>
              <a:p>
                <a:pPr algn="just"/>
                <a:r>
                  <a:rPr lang="en-US" altLang="en-US" dirty="0"/>
                  <a:t>There are two components to the response, an exponential decay and an exponential decay multiplied by a linear term.</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491067"/>
                <a:ext cx="10515600" cy="5685896"/>
              </a:xfrm>
              <a:blipFill>
                <a:blip r:embed="rId3"/>
                <a:stretch>
                  <a:fillRect l="-1043" r="-1159" b="-4399"/>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18</a:t>
            </a:fld>
            <a:endParaRPr lang="en-US" altLang="zh-CN" dirty="0">
              <a:ea typeface="黑体" panose="02010609060101010101" pitchFamily="49" charset="-122"/>
            </a:endParaRPr>
          </a:p>
        </p:txBody>
      </p:sp>
      <p:graphicFrame>
        <p:nvGraphicFramePr>
          <p:cNvPr id="5" name="Object 6"/>
          <p:cNvGraphicFramePr>
            <a:graphicFrameLocks noChangeAspect="1"/>
          </p:cNvGraphicFramePr>
          <p:nvPr>
            <p:extLst>
              <p:ext uri="{D42A27DB-BD31-4B8C-83A1-F6EECF244321}">
                <p14:modId xmlns:p14="http://schemas.microsoft.com/office/powerpoint/2010/main" val="1344405328"/>
              </p:ext>
            </p:extLst>
          </p:nvPr>
        </p:nvGraphicFramePr>
        <p:xfrm>
          <a:off x="7041430" y="4698335"/>
          <a:ext cx="3217360" cy="656697"/>
        </p:xfrm>
        <a:graphic>
          <a:graphicData uri="http://schemas.openxmlformats.org/presentationml/2006/ole">
            <mc:AlternateContent xmlns:mc="http://schemas.openxmlformats.org/markup-compatibility/2006">
              <mc:Choice xmlns:v="urn:schemas-microsoft-com:vml" Requires="v">
                <p:oleObj name="Equation" r:id="rId4" imgW="1244600" imgH="254000" progId="Equation.DSMT4">
                  <p:embed/>
                </p:oleObj>
              </mc:Choice>
              <mc:Fallback>
                <p:oleObj name="Equation" r:id="rId4" imgW="1244600" imgH="254000" progId="Equation.DSMT4">
                  <p:embed/>
                  <p:pic>
                    <p:nvPicPr>
                      <p:cNvPr id="5"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41430" y="4698335"/>
                        <a:ext cx="3217360" cy="656697"/>
                      </a:xfrm>
                      <a:prstGeom prst="rect">
                        <a:avLst/>
                      </a:prstGeom>
                      <a:solidFill>
                        <a:srgbClr val="C5E0B4"/>
                      </a:solidFill>
                      <a:ln w="28575">
                        <a:solidFill>
                          <a:schemeClr val="tx1"/>
                        </a:solidFill>
                        <a:miter lim="800000"/>
                        <a:headEnd/>
                        <a:tailEnd/>
                      </a:ln>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135335628"/>
              </p:ext>
            </p:extLst>
          </p:nvPr>
        </p:nvGraphicFramePr>
        <p:xfrm>
          <a:off x="10122160" y="3690745"/>
          <a:ext cx="1571366" cy="748906"/>
        </p:xfrm>
        <a:graphic>
          <a:graphicData uri="http://schemas.openxmlformats.org/presentationml/2006/ole">
            <mc:AlternateContent xmlns:mc="http://schemas.openxmlformats.org/markup-compatibility/2006">
              <mc:Choice xmlns:v="urn:schemas-microsoft-com:vml" Requires="v">
                <p:oleObj name="Equation" r:id="rId6" imgW="825500" imgH="393700" progId="Equation.DSMT4">
                  <p:embed/>
                </p:oleObj>
              </mc:Choice>
              <mc:Fallback>
                <p:oleObj name="Equation" r:id="rId6" imgW="825500" imgH="393700" progId="Equation.DSMT4">
                  <p:embed/>
                  <p:pic>
                    <p:nvPicPr>
                      <p:cNvPr id="6"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122160" y="3690745"/>
                        <a:ext cx="1571366" cy="7489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6820005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4579" name="Content Placeholder 2"/>
              <p:cNvSpPr>
                <a:spLocks noGrp="1"/>
              </p:cNvSpPr>
              <p:nvPr>
                <p:ph idx="1"/>
              </p:nvPr>
            </p:nvSpPr>
            <p:spPr>
              <a:xfrm>
                <a:off x="838200" y="1447800"/>
                <a:ext cx="10515600" cy="4729163"/>
              </a:xfrm>
            </p:spPr>
            <p:txBody>
              <a:bodyPr>
                <a:noAutofit/>
              </a:bodyPr>
              <a:lstStyle/>
              <a:p>
                <a:pPr marL="0" indent="0">
                  <a:buNone/>
                </a:pPr>
                <a:r>
                  <a:rPr lang="en-US" altLang="en-US" sz="3200" u="sng" dirty="0"/>
                  <a:t>Underdamped case (</a:t>
                </a:r>
                <a:r>
                  <a:rPr lang="el-GR" altLang="en-US" sz="3200" u="sng" dirty="0"/>
                  <a:t>α</a:t>
                </a:r>
                <a:r>
                  <a:rPr lang="en-US" altLang="en-US" sz="3200" u="sng" dirty="0"/>
                  <a:t>&lt;</a:t>
                </a:r>
                <a:r>
                  <a:rPr lang="el-GR" altLang="en-US" sz="3200" u="sng" dirty="0"/>
                  <a:t>ω</a:t>
                </a:r>
                <a:r>
                  <a:rPr lang="en-US" altLang="en-US" sz="3200" u="sng" baseline="-25000" dirty="0"/>
                  <a:t>0</a:t>
                </a:r>
                <a:r>
                  <a:rPr lang="en-US" altLang="en-US" sz="3200" u="sng" dirty="0"/>
                  <a:t>)</a:t>
                </a:r>
              </a:p>
              <a:p>
                <a:pPr>
                  <a:lnSpc>
                    <a:spcPct val="100000"/>
                  </a:lnSpc>
                </a:pPr>
                <a:r>
                  <a:rPr lang="en-US" altLang="en-US" dirty="0"/>
                  <a:t>The roots have imaginary part, as</a:t>
                </a:r>
              </a:p>
              <a:p>
                <a:pPr marL="0" indent="0">
                  <a:lnSpc>
                    <a:spcPct val="100000"/>
                  </a:lnSpc>
                  <a:buNone/>
                </a:pPr>
                <a:endParaRPr lang="en-US" altLang="en-US" dirty="0"/>
              </a:p>
              <a:p>
                <a:pPr marL="0" indent="0">
                  <a:lnSpc>
                    <a:spcPct val="100000"/>
                  </a:lnSpc>
                  <a:buNone/>
                </a:pPr>
                <a:r>
                  <a:rPr lang="en-US" altLang="en-US" dirty="0"/>
                  <a:t>   where </a:t>
                </a:r>
                <a14:m>
                  <m:oMath xmlns:m="http://schemas.openxmlformats.org/officeDocument/2006/math">
                    <m:sSub>
                      <m:sSubPr>
                        <m:ctrlPr>
                          <a:rPr lang="en-US" altLang="en-US" i="1">
                            <a:latin typeface="Cambria Math" panose="02040503050406030204" pitchFamily="18" charset="0"/>
                          </a:rPr>
                        </m:ctrlPr>
                      </m:sSubPr>
                      <m:e>
                        <m:r>
                          <a:rPr lang="en-US" altLang="en-US" i="1">
                            <a:latin typeface="Cambria Math" panose="02040503050406030204" pitchFamily="18" charset="0"/>
                            <a:ea typeface="Cambria Math" panose="02040503050406030204" pitchFamily="18" charset="0"/>
                          </a:rPr>
                          <m:t>𝜔</m:t>
                        </m:r>
                      </m:e>
                      <m:sub>
                        <m:r>
                          <a:rPr lang="en-US" altLang="en-US" i="1">
                            <a:latin typeface="Cambria Math" panose="02040503050406030204" pitchFamily="18" charset="0"/>
                          </a:rPr>
                          <m:t>𝑑</m:t>
                        </m:r>
                      </m:sub>
                    </m:sSub>
                    <m:r>
                      <a:rPr lang="en-US" altLang="en-US" b="0" i="1" smtClean="0">
                        <a:latin typeface="Cambria Math" panose="02040503050406030204" pitchFamily="18" charset="0"/>
                      </a:rPr>
                      <m:t>=</m:t>
                    </m:r>
                    <m:rad>
                      <m:radPr>
                        <m:degHide m:val="on"/>
                        <m:ctrlPr>
                          <a:rPr lang="en-US" altLang="en-US" i="1">
                            <a:latin typeface="Cambria Math" panose="02040503050406030204" pitchFamily="18" charset="0"/>
                          </a:rPr>
                        </m:ctrlPr>
                      </m:radPr>
                      <m:deg/>
                      <m:e>
                        <m:sSubSup>
                          <m:sSubSupPr>
                            <m:ctrlPr>
                              <a:rPr lang="en-US" altLang="en-US" i="1">
                                <a:latin typeface="Cambria Math" panose="02040503050406030204" pitchFamily="18" charset="0"/>
                              </a:rPr>
                            </m:ctrlPr>
                          </m:sSubSupPr>
                          <m:e>
                            <m:r>
                              <a:rPr lang="en-US" altLang="en-US" i="1">
                                <a:latin typeface="Cambria Math" panose="02040503050406030204" pitchFamily="18" charset="0"/>
                                <a:ea typeface="Cambria Math" panose="02040503050406030204" pitchFamily="18" charset="0"/>
                              </a:rPr>
                              <m:t>𝜔</m:t>
                            </m:r>
                          </m:e>
                          <m:sub>
                            <m:r>
                              <a:rPr lang="en-US" altLang="en-US" i="1">
                                <a:latin typeface="Cambria Math" panose="02040503050406030204" pitchFamily="18" charset="0"/>
                              </a:rPr>
                              <m:t>0</m:t>
                            </m:r>
                          </m:sub>
                          <m:sup>
                            <m:r>
                              <a:rPr lang="en-US" altLang="en-US" i="1">
                                <a:latin typeface="Cambria Math" panose="02040503050406030204" pitchFamily="18" charset="0"/>
                              </a:rPr>
                              <m:t>2</m:t>
                            </m:r>
                          </m:sup>
                        </m:sSubSup>
                        <m:r>
                          <a:rPr lang="en-US" altLang="en-US" i="1">
                            <a:latin typeface="Cambria Math" panose="02040503050406030204" pitchFamily="18" charset="0"/>
                          </a:rPr>
                          <m:t>−</m:t>
                        </m:r>
                        <m:sSup>
                          <m:sSupPr>
                            <m:ctrlPr>
                              <a:rPr lang="en-US" altLang="en-US" i="1">
                                <a:latin typeface="Cambria Math" panose="02040503050406030204" pitchFamily="18" charset="0"/>
                              </a:rPr>
                            </m:ctrlPr>
                          </m:sSupPr>
                          <m:e>
                            <m:r>
                              <a:rPr lang="en-US" altLang="en-US" i="1">
                                <a:latin typeface="Cambria Math" panose="02040503050406030204" pitchFamily="18" charset="0"/>
                                <a:ea typeface="Cambria Math" panose="02040503050406030204" pitchFamily="18" charset="0"/>
                              </a:rPr>
                              <m:t>𝛼</m:t>
                            </m:r>
                          </m:e>
                          <m:sup>
                            <m:r>
                              <a:rPr lang="en-US" altLang="en-US" i="1">
                                <a:latin typeface="Cambria Math" panose="02040503050406030204" pitchFamily="18" charset="0"/>
                              </a:rPr>
                              <m:t>2</m:t>
                            </m:r>
                          </m:sup>
                        </m:sSup>
                      </m:e>
                    </m:rad>
                  </m:oMath>
                </a14:m>
                <a:r>
                  <a:rPr lang="en-US" altLang="en-US" dirty="0"/>
                  <a:t>  and</a:t>
                </a:r>
              </a:p>
              <a:p>
                <a:pPr>
                  <a:lnSpc>
                    <a:spcPct val="100000"/>
                  </a:lnSpc>
                </a:pPr>
                <a:r>
                  <a:rPr lang="el-GR" altLang="en-US" dirty="0"/>
                  <a:t>ω</a:t>
                </a:r>
                <a:r>
                  <a:rPr lang="el-GR" altLang="en-US" baseline="-25000" dirty="0"/>
                  <a:t>0</a:t>
                </a:r>
                <a:r>
                  <a:rPr lang="en-US" altLang="en-US" dirty="0"/>
                  <a:t> is often called the </a:t>
                </a:r>
                <a:r>
                  <a:rPr lang="en-US" altLang="en-US" b="1" i="1" u="sng" dirty="0"/>
                  <a:t>undamped</a:t>
                </a:r>
                <a:r>
                  <a:rPr lang="en-US" altLang="en-US" i="1" u="sng" dirty="0"/>
                  <a:t> natural frequency</a:t>
                </a:r>
                <a:r>
                  <a:rPr lang="en-US" altLang="en-US" dirty="0"/>
                  <a:t>; </a:t>
                </a:r>
                <a:r>
                  <a:rPr lang="el-GR" altLang="en-US" dirty="0"/>
                  <a:t>ω</a:t>
                </a:r>
                <a:r>
                  <a:rPr lang="en-US" altLang="en-US" baseline="-25000" dirty="0"/>
                  <a:t>d</a:t>
                </a:r>
                <a:r>
                  <a:rPr lang="en-US" altLang="en-US" dirty="0"/>
                  <a:t> is called the </a:t>
                </a:r>
                <a:r>
                  <a:rPr lang="en-US" altLang="en-US" b="1" i="1" u="sng" dirty="0"/>
                  <a:t>damped</a:t>
                </a:r>
                <a:r>
                  <a:rPr lang="en-US" altLang="en-US" i="1" u="sng" dirty="0"/>
                  <a:t> natural frequency</a:t>
                </a:r>
                <a:r>
                  <a:rPr lang="en-US" altLang="en-US" dirty="0"/>
                  <a:t>.</a:t>
                </a:r>
              </a:p>
              <a:p>
                <a:pPr>
                  <a:lnSpc>
                    <a:spcPct val="100000"/>
                  </a:lnSpc>
                </a:pPr>
                <a:r>
                  <a:rPr lang="en-US" altLang="en-US" dirty="0"/>
                  <a:t>In this case, the procedures of finding the solution are similar to those in the over-damped case, except </a:t>
                </a:r>
                <a:r>
                  <a:rPr lang="en-US" altLang="en-US" i="1" dirty="0"/>
                  <a:t>j</a:t>
                </a:r>
                <a:r>
                  <a:rPr lang="el-GR" altLang="en-US" i="1" dirty="0"/>
                  <a:t>ω</a:t>
                </a:r>
                <a:r>
                  <a:rPr lang="en-US" altLang="en-US" i="1" baseline="-25000" dirty="0"/>
                  <a:t>d</a:t>
                </a:r>
                <a:r>
                  <a:rPr lang="en-US" altLang="en-US" dirty="0"/>
                  <a:t> replaces </a:t>
                </a:r>
                <a:r>
                  <a:rPr lang="el-GR" altLang="en-US" i="1" dirty="0"/>
                  <a:t>ω</a:t>
                </a:r>
                <a:r>
                  <a:rPr lang="en-US" altLang="en-US" i="1" dirty="0"/>
                  <a:t>’</a:t>
                </a:r>
                <a:r>
                  <a:rPr lang="en-US" altLang="en-US" dirty="0"/>
                  <a:t>.</a:t>
                </a:r>
                <a:r>
                  <a:rPr lang="en-US" altLang="en-US" sz="2400" dirty="0"/>
                  <a:t>		</a:t>
                </a:r>
              </a:p>
              <a:p>
                <a:endParaRPr lang="en-US" altLang="en-US" sz="2400" dirty="0"/>
              </a:p>
              <a:p>
                <a:endParaRPr lang="en-US" altLang="en-US" sz="2400" dirty="0"/>
              </a:p>
            </p:txBody>
          </p:sp>
        </mc:Choice>
        <mc:Fallback xmlns="">
          <p:sp>
            <p:nvSpPr>
              <p:cNvPr id="24579" name="Content Placeholder 2"/>
              <p:cNvSpPr>
                <a:spLocks noGrp="1" noRot="1" noChangeAspect="1" noMove="1" noResize="1" noEditPoints="1" noAdjustHandles="1" noChangeArrowheads="1" noChangeShapeType="1" noTextEdit="1"/>
              </p:cNvSpPr>
              <p:nvPr>
                <p:ph idx="1"/>
              </p:nvPr>
            </p:nvSpPr>
            <p:spPr>
              <a:xfrm>
                <a:off x="838200" y="1447800"/>
                <a:ext cx="10515600" cy="4729163"/>
              </a:xfrm>
              <a:blipFill>
                <a:blip r:embed="rId4"/>
                <a:stretch>
                  <a:fillRect l="-1507" t="-2839" r="-232" b="-774"/>
                </a:stretch>
              </a:blipFill>
            </p:spPr>
            <p:txBody>
              <a:bodyPr/>
              <a:lstStyle/>
              <a:p>
                <a:r>
                  <a:rPr lang="zh-CN" altLang="en-US">
                    <a:noFill/>
                  </a:rPr>
                  <a:t> </a:t>
                </a:r>
              </a:p>
            </p:txBody>
          </p:sp>
        </mc:Fallback>
      </mc:AlternateContent>
      <p:graphicFrame>
        <p:nvGraphicFramePr>
          <p:cNvPr id="24581" name="Object 5"/>
          <p:cNvGraphicFramePr>
            <a:graphicFrameLocks noChangeAspect="1"/>
          </p:cNvGraphicFramePr>
          <p:nvPr>
            <p:extLst>
              <p:ext uri="{D42A27DB-BD31-4B8C-83A1-F6EECF244321}">
                <p14:modId xmlns:p14="http://schemas.microsoft.com/office/powerpoint/2010/main" val="3791985816"/>
              </p:ext>
            </p:extLst>
          </p:nvPr>
        </p:nvGraphicFramePr>
        <p:xfrm>
          <a:off x="5553172" y="3345593"/>
          <a:ext cx="1226727" cy="541867"/>
        </p:xfrm>
        <a:graphic>
          <a:graphicData uri="http://schemas.openxmlformats.org/presentationml/2006/ole">
            <mc:AlternateContent xmlns:mc="http://schemas.openxmlformats.org/markup-compatibility/2006">
              <mc:Choice xmlns:v="urn:schemas-microsoft-com:vml" Requires="v">
                <p:oleObj name="Equation" r:id="rId5" imgW="545863" imgH="241195" progId="Equation.3">
                  <p:embed/>
                </p:oleObj>
              </mc:Choice>
              <mc:Fallback>
                <p:oleObj name="Equation" r:id="rId5" imgW="545863" imgH="241195" progId="Equation.3">
                  <p:embed/>
                  <p:pic>
                    <p:nvPicPr>
                      <p:cNvPr id="24581"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53172" y="3345593"/>
                        <a:ext cx="1226727" cy="54186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Slide Number Placeholder 9"/>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19</a:t>
            </a:fld>
            <a:endParaRPr lang="en-US" altLang="zh-CN" dirty="0">
              <a:ea typeface="黑体" panose="02010609060101010101" pitchFamily="49" charset="-122"/>
            </a:endParaRPr>
          </a:p>
        </p:txBody>
      </p:sp>
      <p:sp>
        <p:nvSpPr>
          <p:cNvPr id="13" name="Title 1"/>
          <p:cNvSpPr>
            <a:spLocks noGrp="1"/>
          </p:cNvSpPr>
          <p:nvPr>
            <p:ph type="title"/>
          </p:nvPr>
        </p:nvSpPr>
        <p:spPr>
          <a:xfrm>
            <a:off x="838200" y="304800"/>
            <a:ext cx="10656672" cy="1143000"/>
          </a:xfrm>
        </p:spPr>
        <p:txBody>
          <a:bodyPr>
            <a:normAutofit/>
          </a:bodyPr>
          <a:lstStyle/>
          <a:p>
            <a:r>
              <a:rPr lang="en-US" altLang="zh-CN" dirty="0">
                <a:solidFill>
                  <a:prstClr val="black"/>
                </a:solidFill>
              </a:rPr>
              <a:t>Solutions of the second order ODE</a:t>
            </a:r>
            <a:endParaRPr lang="en-US" altLang="en-US" sz="3200" dirty="0"/>
          </a:p>
        </p:txBody>
      </p:sp>
      <p:pic>
        <p:nvPicPr>
          <p:cNvPr id="3" name="Picture 2"/>
          <p:cNvPicPr>
            <a:picLocks noChangeAspect="1"/>
          </p:cNvPicPr>
          <p:nvPr/>
        </p:nvPicPr>
        <p:blipFill>
          <a:blip r:embed="rId7" cstate="print">
            <a:clrChange>
              <a:clrFrom>
                <a:srgbClr val="FFFFFF"/>
              </a:clrFrom>
              <a:clrTo>
                <a:srgbClr val="FFFFFF">
                  <a:alpha val="0"/>
                </a:srgbClr>
              </a:clrTo>
            </a:clrChange>
            <a:biLevel thresh="75000"/>
          </a:blip>
          <a:stretch>
            <a:fillRect/>
          </a:stretch>
        </p:blipFill>
        <p:spPr>
          <a:xfrm>
            <a:off x="5981792" y="2048720"/>
            <a:ext cx="5271966" cy="1087663"/>
          </a:xfrm>
          <a:prstGeom prst="rect">
            <a:avLst/>
          </a:prstGeom>
        </p:spPr>
      </p:pic>
    </p:spTree>
    <p:extLst>
      <p:ext uri="{BB962C8B-B14F-4D97-AF65-F5344CB8AC3E}">
        <p14:creationId xmlns:p14="http://schemas.microsoft.com/office/powerpoint/2010/main" val="11895550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838200" y="3454401"/>
            <a:ext cx="4445000" cy="643466"/>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Content Placeholder 2"/>
          <p:cNvSpPr>
            <a:spLocks noGrp="1"/>
          </p:cNvSpPr>
          <p:nvPr>
            <p:ph idx="1"/>
          </p:nvPr>
        </p:nvSpPr>
        <p:spPr>
          <a:xfrm>
            <a:off x="838200" y="1015134"/>
            <a:ext cx="10515600" cy="5161829"/>
          </a:xfrm>
        </p:spPr>
        <p:txBody>
          <a:bodyPr/>
          <a:lstStyle/>
          <a:p>
            <a:r>
              <a:rPr lang="en-US" altLang="zh-CN" dirty="0"/>
              <a:t>The natural response is </a:t>
            </a:r>
            <a:endParaRPr lang="zh-CN" altLang="en-US" dirty="0"/>
          </a:p>
        </p:txBody>
      </p:sp>
      <p:sp>
        <p:nvSpPr>
          <p:cNvPr id="4" name="Slide Number Placeholder 3"/>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20</a:t>
            </a:fld>
            <a:endParaRPr lang="en-US" altLang="zh-CN" dirty="0">
              <a:ea typeface="黑体" panose="02010609060101010101" pitchFamily="49" charset="-122"/>
            </a:endParaRPr>
          </a:p>
        </p:txBody>
      </p:sp>
      <p:sp>
        <p:nvSpPr>
          <p:cNvPr id="6" name="TextBox 5"/>
          <p:cNvSpPr txBox="1"/>
          <p:nvPr/>
        </p:nvSpPr>
        <p:spPr>
          <a:xfrm>
            <a:off x="873003" y="4430730"/>
            <a:ext cx="10445993" cy="1815882"/>
          </a:xfrm>
          <a:prstGeom prst="rect">
            <a:avLst/>
          </a:prstGeom>
          <a:noFill/>
        </p:spPr>
        <p:txBody>
          <a:bodyPr wrap="square" rtlCol="0">
            <a:spAutoFit/>
          </a:bodyPr>
          <a:lstStyle/>
          <a:p>
            <a:pPr algn="just"/>
            <a:r>
              <a:rPr lang="en-US" sz="2800" i="1" dirty="0">
                <a:latin typeface="Times New Roman" pitchFamily="18" charset="0"/>
                <a:cs typeface="Times New Roman" pitchFamily="18" charset="0"/>
              </a:rPr>
              <a:t>Remark: </a:t>
            </a:r>
            <a:r>
              <a:rPr lang="en-US" sz="2800" i="1" dirty="0" err="1">
                <a:latin typeface="Times New Roman" pitchFamily="18" charset="0"/>
                <a:cs typeface="Times New Roman" pitchFamily="18" charset="0"/>
              </a:rPr>
              <a:t>i</a:t>
            </a:r>
            <a:r>
              <a:rPr lang="en-US" sz="2800" i="1" dirty="0">
                <a:latin typeface="Times New Roman" pitchFamily="18" charset="0"/>
                <a:cs typeface="Times New Roman" pitchFamily="18" charset="0"/>
              </a:rPr>
              <a:t> is real and oscillatory with an angular frequency </a:t>
            </a:r>
            <a:r>
              <a:rPr lang="en-US" sz="2800" i="1" dirty="0" err="1">
                <a:latin typeface="Symbol" pitchFamily="18" charset="2"/>
                <a:cs typeface="Times New Roman" pitchFamily="18" charset="0"/>
              </a:rPr>
              <a:t>w</a:t>
            </a:r>
            <a:r>
              <a:rPr lang="en-US" sz="2800" i="1" baseline="-25000" dirty="0" err="1">
                <a:latin typeface="Times New Roman" pitchFamily="18" charset="0"/>
                <a:cs typeface="Times New Roman" pitchFamily="18" charset="0"/>
              </a:rPr>
              <a:t>d</a:t>
            </a:r>
            <a:r>
              <a:rPr lang="en-US" sz="2800" i="1" baseline="-25000" dirty="0">
                <a:latin typeface="Times New Roman" pitchFamily="18" charset="0"/>
                <a:cs typeface="Times New Roman" pitchFamily="18" charset="0"/>
              </a:rPr>
              <a:t> </a:t>
            </a:r>
            <a:r>
              <a:rPr lang="en-US" sz="2800" i="1" dirty="0">
                <a:latin typeface="Times New Roman" pitchFamily="18" charset="0"/>
                <a:cs typeface="Times New Roman" pitchFamily="18" charset="0"/>
              </a:rPr>
              <a:t>, though it appears complex in the expression above; but</a:t>
            </a:r>
            <a:r>
              <a:rPr lang="en-US" sz="2800" i="1" dirty="0">
                <a:solidFill>
                  <a:srgbClr val="FF0000"/>
                </a:solidFill>
                <a:latin typeface="Times New Roman" pitchFamily="18" charset="0"/>
                <a:cs typeface="Times New Roman" pitchFamily="18" charset="0"/>
              </a:rPr>
              <a:t> </a:t>
            </a:r>
            <a:r>
              <a:rPr lang="en-US" sz="2800" i="1" dirty="0">
                <a:latin typeface="Times New Roman" pitchFamily="18" charset="0"/>
                <a:cs typeface="Times New Roman" pitchFamily="18" charset="0"/>
              </a:rPr>
              <a:t>actually the constant </a:t>
            </a:r>
          </a:p>
          <a:p>
            <a:pPr marL="457200" indent="-457200" algn="just">
              <a:buFont typeface="Arial" panose="020B0604020202020204" pitchFamily="34" charset="0"/>
              <a:buChar char="•"/>
            </a:pPr>
            <a:r>
              <a:rPr lang="en-US" sz="2800" i="1" u="sng" dirty="0">
                <a:solidFill>
                  <a:srgbClr val="FF0000"/>
                </a:solidFill>
                <a:latin typeface="Times New Roman" pitchFamily="18" charset="0"/>
                <a:cs typeface="Times New Roman" pitchFamily="18" charset="0"/>
              </a:rPr>
              <a:t>A1 and A2 are taken as complex conjugate</a:t>
            </a:r>
            <a:endParaRPr lang="en-US" sz="2800" i="1" dirty="0">
              <a:solidFill>
                <a:srgbClr val="FF0000"/>
              </a:solidFill>
              <a:latin typeface="Times New Roman" pitchFamily="18" charset="0"/>
              <a:cs typeface="Times New Roman" pitchFamily="18" charset="0"/>
            </a:endParaRPr>
          </a:p>
          <a:p>
            <a:pPr marL="457200" indent="-457200" algn="just">
              <a:buFont typeface="Arial" panose="020B0604020202020204" pitchFamily="34" charset="0"/>
              <a:buChar char="•"/>
            </a:pPr>
            <a:r>
              <a:rPr lang="en-US" sz="2800" b="1" i="1" u="sng" dirty="0">
                <a:solidFill>
                  <a:srgbClr val="FF0000"/>
                </a:solidFill>
                <a:latin typeface="Times New Roman" pitchFamily="18" charset="0"/>
                <a:cs typeface="Times New Roman" pitchFamily="18" charset="0"/>
              </a:rPr>
              <a:t>B1 and B2 are real</a:t>
            </a:r>
            <a:r>
              <a:rPr lang="en-US" sz="2800" i="1" dirty="0">
                <a:latin typeface="Times New Roman" pitchFamily="18" charset="0"/>
                <a:cs typeface="Times New Roman" pitchFamily="18" charset="0"/>
              </a:rPr>
              <a:t>. </a:t>
            </a:r>
          </a:p>
        </p:txBody>
      </p:sp>
      <p:pic>
        <p:nvPicPr>
          <p:cNvPr id="2" name="Picture 1"/>
          <p:cNvPicPr>
            <a:picLocks noChangeAspect="1"/>
          </p:cNvPicPr>
          <p:nvPr/>
        </p:nvPicPr>
        <p:blipFill>
          <a:blip r:embed="rId2">
            <a:clrChange>
              <a:clrFrom>
                <a:srgbClr val="FFFFFF"/>
              </a:clrFrom>
              <a:clrTo>
                <a:srgbClr val="FFFFFF">
                  <a:alpha val="0"/>
                </a:srgbClr>
              </a:clrTo>
            </a:clrChange>
          </a:blip>
          <a:stretch>
            <a:fillRect/>
          </a:stretch>
        </p:blipFill>
        <p:spPr>
          <a:xfrm>
            <a:off x="838200" y="1504542"/>
            <a:ext cx="10601325" cy="2714625"/>
          </a:xfrm>
          <a:prstGeom prst="rect">
            <a:avLst/>
          </a:prstGeom>
        </p:spPr>
      </p:pic>
    </p:spTree>
    <p:extLst>
      <p:ext uri="{BB962C8B-B14F-4D97-AF65-F5344CB8AC3E}">
        <p14:creationId xmlns:p14="http://schemas.microsoft.com/office/powerpoint/2010/main" val="6929719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502229" y="4040155"/>
            <a:ext cx="8721525" cy="1683419"/>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p:txBody>
          <a:bodyPr/>
          <a:lstStyle/>
          <a:p>
            <a:r>
              <a:rPr lang="en-US" altLang="zh-CN" dirty="0">
                <a:solidFill>
                  <a:prstClr val="black"/>
                </a:solidFill>
              </a:rPr>
              <a:t>Solutions of the second order ODE</a:t>
            </a:r>
            <a:endParaRPr lang="zh-CN" altLang="en-US" dirty="0"/>
          </a:p>
        </p:txBody>
      </p:sp>
      <p:sp>
        <p:nvSpPr>
          <p:cNvPr id="3" name="Content Placeholder 2"/>
          <p:cNvSpPr>
            <a:spLocks noGrp="1"/>
          </p:cNvSpPr>
          <p:nvPr>
            <p:ph idx="1"/>
          </p:nvPr>
        </p:nvSpPr>
        <p:spPr>
          <a:xfrm>
            <a:off x="838200" y="1690688"/>
            <a:ext cx="10515600" cy="4486275"/>
          </a:xfrm>
        </p:spPr>
        <p:txBody>
          <a:bodyPr/>
          <a:lstStyle/>
          <a:p>
            <a:r>
              <a:rPr lang="en-US" altLang="zh-CN" dirty="0"/>
              <a:t>For a second order differential equation </a:t>
            </a:r>
          </a:p>
          <a:p>
            <a:r>
              <a:rPr lang="en-US" altLang="zh-CN" dirty="0"/>
              <a:t>The C.E. is  </a:t>
            </a:r>
          </a:p>
          <a:p>
            <a:endParaRPr lang="en-US" altLang="zh-CN" dirty="0"/>
          </a:p>
          <a:p>
            <a:r>
              <a:rPr lang="en-US" altLang="zh-CN" dirty="0"/>
              <a:t>And the general solution will be in the form of</a:t>
            </a:r>
          </a:p>
          <a:p>
            <a:endParaRPr lang="en-US" altLang="zh-CN" dirty="0"/>
          </a:p>
        </p:txBody>
      </p:sp>
      <p:sp>
        <p:nvSpPr>
          <p:cNvPr id="4" name="Slide Number Placeholder 3"/>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21</a:t>
            </a:fld>
            <a:endParaRPr lang="en-US" altLang="zh-CN" dirty="0">
              <a:ea typeface="黑体" panose="02010609060101010101" pitchFamily="49" charset="-122"/>
            </a:endParaRPr>
          </a:p>
        </p:txBody>
      </p:sp>
      <p:graphicFrame>
        <p:nvGraphicFramePr>
          <p:cNvPr id="5" name="Object 6"/>
          <p:cNvGraphicFramePr>
            <a:graphicFrameLocks noChangeAspect="1"/>
          </p:cNvGraphicFramePr>
          <p:nvPr>
            <p:extLst>
              <p:ext uri="{D42A27DB-BD31-4B8C-83A1-F6EECF244321}">
                <p14:modId xmlns:p14="http://schemas.microsoft.com/office/powerpoint/2010/main" val="875847669"/>
              </p:ext>
            </p:extLst>
          </p:nvPr>
        </p:nvGraphicFramePr>
        <p:xfrm>
          <a:off x="3531820" y="2331828"/>
          <a:ext cx="3167686" cy="737283"/>
        </p:xfrm>
        <a:graphic>
          <a:graphicData uri="http://schemas.openxmlformats.org/presentationml/2006/ole">
            <mc:AlternateContent xmlns:mc="http://schemas.openxmlformats.org/markup-compatibility/2006">
              <mc:Choice xmlns:v="urn:schemas-microsoft-com:vml" Requires="v">
                <p:oleObj name="Equation" r:id="rId2" imgW="1206500" imgH="279400" progId="Equation.DSMT4">
                  <p:embed/>
                </p:oleObj>
              </mc:Choice>
              <mc:Fallback>
                <p:oleObj name="Equation" r:id="rId2" imgW="1206500" imgH="279400" progId="Equation.DSMT4">
                  <p:embed/>
                  <p:pic>
                    <p:nvPicPr>
                      <p:cNvPr id="5"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31820" y="2331828"/>
                        <a:ext cx="3167686" cy="7372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7" name="Picture 6"/>
          <p:cNvPicPr>
            <a:picLocks noChangeAspect="1"/>
          </p:cNvPicPr>
          <p:nvPr/>
        </p:nvPicPr>
        <p:blipFill>
          <a:blip r:embed="rId4" cstate="print">
            <a:clrChange>
              <a:clrFrom>
                <a:srgbClr val="FFFFFF"/>
              </a:clrFrom>
              <a:clrTo>
                <a:srgbClr val="FFFFFF">
                  <a:alpha val="0"/>
                </a:srgbClr>
              </a:clrTo>
            </a:clrChange>
            <a:grayscl/>
          </a:blip>
          <a:stretch>
            <a:fillRect/>
          </a:stretch>
        </p:blipFill>
        <p:spPr>
          <a:xfrm>
            <a:off x="1558212" y="4131262"/>
            <a:ext cx="7549322" cy="1565480"/>
          </a:xfrm>
          <a:prstGeom prst="rect">
            <a:avLst/>
          </a:prstGeom>
        </p:spPr>
      </p:pic>
      <p:pic>
        <p:nvPicPr>
          <p:cNvPr id="8" name="Picture 7"/>
          <p:cNvPicPr>
            <a:picLocks noChangeAspect="1"/>
          </p:cNvPicPr>
          <p:nvPr/>
        </p:nvPicPr>
        <p:blipFill>
          <a:blip r:embed="rId5" cstate="print"/>
          <a:stretch>
            <a:fillRect/>
          </a:stretch>
        </p:blipFill>
        <p:spPr>
          <a:xfrm>
            <a:off x="7474078" y="1528925"/>
            <a:ext cx="3105150" cy="962025"/>
          </a:xfrm>
          <a:prstGeom prst="rect">
            <a:avLst/>
          </a:prstGeom>
        </p:spPr>
      </p:pic>
      <p:sp>
        <p:nvSpPr>
          <p:cNvPr id="9" name="Rectangle 8"/>
          <p:cNvSpPr/>
          <p:nvPr/>
        </p:nvSpPr>
        <p:spPr>
          <a:xfrm>
            <a:off x="7098696" y="4131262"/>
            <a:ext cx="978153" cy="461665"/>
          </a:xfrm>
          <a:prstGeom prst="rect">
            <a:avLst/>
          </a:prstGeom>
        </p:spPr>
        <p:txBody>
          <a:bodyPr wrap="none">
            <a:spAutoFit/>
          </a:bodyPr>
          <a:lstStyle/>
          <a:p>
            <a:r>
              <a:rPr lang="el-GR" altLang="en-US" sz="2400" dirty="0">
                <a:solidFill>
                  <a:srgbClr val="FF0000"/>
                </a:solidFill>
              </a:rPr>
              <a:t>α</a:t>
            </a:r>
            <a:r>
              <a:rPr lang="en-US" altLang="en-US" sz="2400" dirty="0">
                <a:solidFill>
                  <a:srgbClr val="FF0000"/>
                </a:solidFill>
              </a:rPr>
              <a:t> &gt; </a:t>
            </a:r>
            <a:r>
              <a:rPr lang="el-GR" altLang="en-US" sz="2400" dirty="0">
                <a:solidFill>
                  <a:srgbClr val="FF0000"/>
                </a:solidFill>
              </a:rPr>
              <a:t>ω</a:t>
            </a:r>
            <a:r>
              <a:rPr lang="en-US" altLang="en-US" sz="2400" baseline="-25000" dirty="0">
                <a:solidFill>
                  <a:srgbClr val="FF0000"/>
                </a:solidFill>
              </a:rPr>
              <a:t>0</a:t>
            </a:r>
            <a:endParaRPr lang="zh-CN" altLang="en-US" sz="2400" dirty="0">
              <a:solidFill>
                <a:srgbClr val="FF0000"/>
              </a:solidFill>
            </a:endParaRPr>
          </a:p>
        </p:txBody>
      </p:sp>
      <p:sp>
        <p:nvSpPr>
          <p:cNvPr id="10" name="Rectangle 9"/>
          <p:cNvSpPr/>
          <p:nvPr/>
        </p:nvSpPr>
        <p:spPr>
          <a:xfrm>
            <a:off x="7843510" y="5230939"/>
            <a:ext cx="978153" cy="461665"/>
          </a:xfrm>
          <a:prstGeom prst="rect">
            <a:avLst/>
          </a:prstGeom>
        </p:spPr>
        <p:txBody>
          <a:bodyPr wrap="none">
            <a:spAutoFit/>
          </a:bodyPr>
          <a:lstStyle/>
          <a:p>
            <a:r>
              <a:rPr lang="el-GR" altLang="en-US" sz="2400" dirty="0">
                <a:solidFill>
                  <a:srgbClr val="FF0000"/>
                </a:solidFill>
              </a:rPr>
              <a:t>α</a:t>
            </a:r>
            <a:r>
              <a:rPr lang="en-US" altLang="en-US" sz="2400" dirty="0">
                <a:solidFill>
                  <a:srgbClr val="FF0000"/>
                </a:solidFill>
              </a:rPr>
              <a:t> = </a:t>
            </a:r>
            <a:r>
              <a:rPr lang="el-GR" altLang="en-US" sz="2400" dirty="0">
                <a:solidFill>
                  <a:srgbClr val="FF0000"/>
                </a:solidFill>
              </a:rPr>
              <a:t>ω</a:t>
            </a:r>
            <a:r>
              <a:rPr lang="en-US" altLang="en-US" sz="2400" baseline="-25000" dirty="0">
                <a:solidFill>
                  <a:srgbClr val="FF0000"/>
                </a:solidFill>
              </a:rPr>
              <a:t>0</a:t>
            </a:r>
            <a:endParaRPr lang="zh-CN" altLang="en-US" sz="2400" dirty="0">
              <a:solidFill>
                <a:srgbClr val="FF0000"/>
              </a:solidFill>
            </a:endParaRPr>
          </a:p>
        </p:txBody>
      </p:sp>
      <p:sp>
        <p:nvSpPr>
          <p:cNvPr id="11" name="Rectangle 10"/>
          <p:cNvSpPr/>
          <p:nvPr/>
        </p:nvSpPr>
        <p:spPr>
          <a:xfrm>
            <a:off x="9163517" y="4609584"/>
            <a:ext cx="978153" cy="461665"/>
          </a:xfrm>
          <a:prstGeom prst="rect">
            <a:avLst/>
          </a:prstGeom>
        </p:spPr>
        <p:txBody>
          <a:bodyPr wrap="none">
            <a:spAutoFit/>
          </a:bodyPr>
          <a:lstStyle/>
          <a:p>
            <a:r>
              <a:rPr lang="el-GR" altLang="en-US" sz="2400" dirty="0">
                <a:solidFill>
                  <a:srgbClr val="FF0000"/>
                </a:solidFill>
              </a:rPr>
              <a:t>α</a:t>
            </a:r>
            <a:r>
              <a:rPr lang="en-US" altLang="en-US" sz="2400" dirty="0">
                <a:solidFill>
                  <a:srgbClr val="FF0000"/>
                </a:solidFill>
              </a:rPr>
              <a:t> &lt; </a:t>
            </a:r>
            <a:r>
              <a:rPr lang="el-GR" altLang="en-US" sz="2400" dirty="0">
                <a:solidFill>
                  <a:srgbClr val="FF0000"/>
                </a:solidFill>
              </a:rPr>
              <a:t>ω</a:t>
            </a:r>
            <a:r>
              <a:rPr lang="en-US" altLang="en-US" sz="2400" baseline="-25000" dirty="0">
                <a:solidFill>
                  <a:srgbClr val="FF0000"/>
                </a:solidFill>
              </a:rPr>
              <a:t>0</a:t>
            </a:r>
            <a:endParaRPr lang="zh-CN" altLang="en-US" sz="2400" dirty="0">
              <a:solidFill>
                <a:srgbClr val="FF0000"/>
              </a:solidFill>
            </a:endParaRPr>
          </a:p>
        </p:txBody>
      </p:sp>
      <p:grpSp>
        <p:nvGrpSpPr>
          <p:cNvPr id="35" name="Group 34">
            <a:extLst>
              <a:ext uri="{FF2B5EF4-FFF2-40B4-BE49-F238E27FC236}">
                <a16:creationId xmlns:a16="http://schemas.microsoft.com/office/drawing/2014/main" id="{1097A6CB-A9FA-00BC-8483-2431E3324C7E}"/>
              </a:ext>
            </a:extLst>
          </p:cNvPr>
          <p:cNvGrpSpPr/>
          <p:nvPr/>
        </p:nvGrpSpPr>
        <p:grpSpPr>
          <a:xfrm>
            <a:off x="10423756" y="4561192"/>
            <a:ext cx="1676160" cy="505800"/>
            <a:chOff x="10423756" y="4561192"/>
            <a:chExt cx="1676160" cy="505800"/>
          </a:xfrm>
        </p:grpSpPr>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32DDE837-DB6A-613C-E7F4-4144127BDD61}"/>
                    </a:ext>
                  </a:extLst>
                </p14:cNvPr>
                <p14:cNvContentPartPr/>
                <p14:nvPr/>
              </p14:nvContentPartPr>
              <p14:xfrm>
                <a:off x="10423756" y="4764232"/>
                <a:ext cx="244080" cy="187920"/>
              </p14:xfrm>
            </p:contentPart>
          </mc:Choice>
          <mc:Fallback xmlns="">
            <p:pic>
              <p:nvPicPr>
                <p:cNvPr id="12" name="Ink 11">
                  <a:extLst>
                    <a:ext uri="{FF2B5EF4-FFF2-40B4-BE49-F238E27FC236}">
                      <a16:creationId xmlns:a16="http://schemas.microsoft.com/office/drawing/2014/main" id="{32DDE837-DB6A-613C-E7F4-4144127BDD61}"/>
                    </a:ext>
                  </a:extLst>
                </p:cNvPr>
                <p:cNvPicPr/>
                <p:nvPr/>
              </p:nvPicPr>
              <p:blipFill>
                <a:blip r:embed="rId8"/>
                <a:stretch>
                  <a:fillRect/>
                </a:stretch>
              </p:blipFill>
              <p:spPr>
                <a:xfrm>
                  <a:off x="10415116" y="4755592"/>
                  <a:ext cx="26172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3" name="Ink 12">
                  <a:extLst>
                    <a:ext uri="{FF2B5EF4-FFF2-40B4-BE49-F238E27FC236}">
                      <a16:creationId xmlns:a16="http://schemas.microsoft.com/office/drawing/2014/main" id="{D720A199-E8DF-EAD5-B496-82E4B337B9CC}"/>
                    </a:ext>
                  </a:extLst>
                </p14:cNvPr>
                <p14:cNvContentPartPr/>
                <p14:nvPr/>
              </p14:nvContentPartPr>
              <p14:xfrm>
                <a:off x="10676836" y="4785112"/>
                <a:ext cx="101160" cy="249840"/>
              </p14:xfrm>
            </p:contentPart>
          </mc:Choice>
          <mc:Fallback xmlns="">
            <p:pic>
              <p:nvPicPr>
                <p:cNvPr id="13" name="Ink 12">
                  <a:extLst>
                    <a:ext uri="{FF2B5EF4-FFF2-40B4-BE49-F238E27FC236}">
                      <a16:creationId xmlns:a16="http://schemas.microsoft.com/office/drawing/2014/main" id="{D720A199-E8DF-EAD5-B496-82E4B337B9CC}"/>
                    </a:ext>
                  </a:extLst>
                </p:cNvPr>
                <p:cNvPicPr/>
                <p:nvPr/>
              </p:nvPicPr>
              <p:blipFill>
                <a:blip r:embed="rId10"/>
                <a:stretch>
                  <a:fillRect/>
                </a:stretch>
              </p:blipFill>
              <p:spPr>
                <a:xfrm>
                  <a:off x="10668196" y="4776472"/>
                  <a:ext cx="118800" cy="2674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4" name="Ink 13">
                  <a:extLst>
                    <a:ext uri="{FF2B5EF4-FFF2-40B4-BE49-F238E27FC236}">
                      <a16:creationId xmlns:a16="http://schemas.microsoft.com/office/drawing/2014/main" id="{B924E990-3D8C-AF71-E58E-6B8DDA26D5B5}"/>
                    </a:ext>
                  </a:extLst>
                </p14:cNvPr>
                <p14:cNvContentPartPr/>
                <p14:nvPr/>
              </p14:nvContentPartPr>
              <p14:xfrm>
                <a:off x="10892476" y="4802392"/>
                <a:ext cx="54360" cy="15120"/>
              </p14:xfrm>
            </p:contentPart>
          </mc:Choice>
          <mc:Fallback xmlns="">
            <p:pic>
              <p:nvPicPr>
                <p:cNvPr id="14" name="Ink 13">
                  <a:extLst>
                    <a:ext uri="{FF2B5EF4-FFF2-40B4-BE49-F238E27FC236}">
                      <a16:creationId xmlns:a16="http://schemas.microsoft.com/office/drawing/2014/main" id="{B924E990-3D8C-AF71-E58E-6B8DDA26D5B5}"/>
                    </a:ext>
                  </a:extLst>
                </p:cNvPr>
                <p:cNvPicPr/>
                <p:nvPr/>
              </p:nvPicPr>
              <p:blipFill>
                <a:blip r:embed="rId12"/>
                <a:stretch>
                  <a:fillRect/>
                </a:stretch>
              </p:blipFill>
              <p:spPr>
                <a:xfrm>
                  <a:off x="10883836" y="4793752"/>
                  <a:ext cx="7200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5" name="Ink 14">
                  <a:extLst>
                    <a:ext uri="{FF2B5EF4-FFF2-40B4-BE49-F238E27FC236}">
                      <a16:creationId xmlns:a16="http://schemas.microsoft.com/office/drawing/2014/main" id="{5A3728D9-3994-064C-DB8A-FF60E2B222FE}"/>
                    </a:ext>
                  </a:extLst>
                </p14:cNvPr>
                <p14:cNvContentPartPr/>
                <p14:nvPr/>
              </p14:nvContentPartPr>
              <p14:xfrm>
                <a:off x="10853596" y="4907872"/>
                <a:ext cx="90720" cy="8640"/>
              </p14:xfrm>
            </p:contentPart>
          </mc:Choice>
          <mc:Fallback xmlns="">
            <p:pic>
              <p:nvPicPr>
                <p:cNvPr id="15" name="Ink 14">
                  <a:extLst>
                    <a:ext uri="{FF2B5EF4-FFF2-40B4-BE49-F238E27FC236}">
                      <a16:creationId xmlns:a16="http://schemas.microsoft.com/office/drawing/2014/main" id="{5A3728D9-3994-064C-DB8A-FF60E2B222FE}"/>
                    </a:ext>
                  </a:extLst>
                </p:cNvPr>
                <p:cNvPicPr/>
                <p:nvPr/>
              </p:nvPicPr>
              <p:blipFill>
                <a:blip r:embed="rId14"/>
                <a:stretch>
                  <a:fillRect/>
                </a:stretch>
              </p:blipFill>
              <p:spPr>
                <a:xfrm>
                  <a:off x="10844956" y="4899232"/>
                  <a:ext cx="10836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6" name="Ink 15">
                  <a:extLst>
                    <a:ext uri="{FF2B5EF4-FFF2-40B4-BE49-F238E27FC236}">
                      <a16:creationId xmlns:a16="http://schemas.microsoft.com/office/drawing/2014/main" id="{228B6A83-7319-584E-4ED7-6969C5D3AFD1}"/>
                    </a:ext>
                  </a:extLst>
                </p14:cNvPr>
                <p14:cNvContentPartPr/>
                <p14:nvPr/>
              </p14:nvContentPartPr>
              <p14:xfrm>
                <a:off x="11011996" y="4561192"/>
                <a:ext cx="684360" cy="438840"/>
              </p14:xfrm>
            </p:contentPart>
          </mc:Choice>
          <mc:Fallback xmlns="">
            <p:pic>
              <p:nvPicPr>
                <p:cNvPr id="16" name="Ink 15">
                  <a:extLst>
                    <a:ext uri="{FF2B5EF4-FFF2-40B4-BE49-F238E27FC236}">
                      <a16:creationId xmlns:a16="http://schemas.microsoft.com/office/drawing/2014/main" id="{228B6A83-7319-584E-4ED7-6969C5D3AFD1}"/>
                    </a:ext>
                  </a:extLst>
                </p:cNvPr>
                <p:cNvPicPr/>
                <p:nvPr/>
              </p:nvPicPr>
              <p:blipFill>
                <a:blip r:embed="rId16"/>
                <a:stretch>
                  <a:fillRect/>
                </a:stretch>
              </p:blipFill>
              <p:spPr>
                <a:xfrm>
                  <a:off x="11003356" y="4552192"/>
                  <a:ext cx="702000" cy="4564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7" name="Ink 16">
                  <a:extLst>
                    <a:ext uri="{FF2B5EF4-FFF2-40B4-BE49-F238E27FC236}">
                      <a16:creationId xmlns:a16="http://schemas.microsoft.com/office/drawing/2014/main" id="{AB0647C0-B942-5695-C8EA-64B83880394B}"/>
                    </a:ext>
                  </a:extLst>
                </p14:cNvPr>
                <p14:cNvContentPartPr/>
                <p14:nvPr/>
              </p14:nvContentPartPr>
              <p14:xfrm>
                <a:off x="11195236" y="4785832"/>
                <a:ext cx="204840" cy="169560"/>
              </p14:xfrm>
            </p:contentPart>
          </mc:Choice>
          <mc:Fallback xmlns="">
            <p:pic>
              <p:nvPicPr>
                <p:cNvPr id="17" name="Ink 16">
                  <a:extLst>
                    <a:ext uri="{FF2B5EF4-FFF2-40B4-BE49-F238E27FC236}">
                      <a16:creationId xmlns:a16="http://schemas.microsoft.com/office/drawing/2014/main" id="{AB0647C0-B942-5695-C8EA-64B83880394B}"/>
                    </a:ext>
                  </a:extLst>
                </p:cNvPr>
                <p:cNvPicPr/>
                <p:nvPr/>
              </p:nvPicPr>
              <p:blipFill>
                <a:blip r:embed="rId18"/>
                <a:stretch>
                  <a:fillRect/>
                </a:stretch>
              </p:blipFill>
              <p:spPr>
                <a:xfrm>
                  <a:off x="11186236" y="4776832"/>
                  <a:ext cx="222480" cy="1872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9" name="Ink 28">
                  <a:extLst>
                    <a:ext uri="{FF2B5EF4-FFF2-40B4-BE49-F238E27FC236}">
                      <a16:creationId xmlns:a16="http://schemas.microsoft.com/office/drawing/2014/main" id="{D93243F5-9CCB-C908-D575-A323B167F753}"/>
                    </a:ext>
                  </a:extLst>
                </p14:cNvPr>
                <p14:cNvContentPartPr/>
                <p14:nvPr/>
              </p14:nvContentPartPr>
              <p14:xfrm>
                <a:off x="11376316" y="4912912"/>
                <a:ext cx="98640" cy="154080"/>
              </p14:xfrm>
            </p:contentPart>
          </mc:Choice>
          <mc:Fallback xmlns="">
            <p:pic>
              <p:nvPicPr>
                <p:cNvPr id="29" name="Ink 28">
                  <a:extLst>
                    <a:ext uri="{FF2B5EF4-FFF2-40B4-BE49-F238E27FC236}">
                      <a16:creationId xmlns:a16="http://schemas.microsoft.com/office/drawing/2014/main" id="{D93243F5-9CCB-C908-D575-A323B167F753}"/>
                    </a:ext>
                  </a:extLst>
                </p:cNvPr>
                <p:cNvPicPr/>
                <p:nvPr/>
              </p:nvPicPr>
              <p:blipFill>
                <a:blip r:embed="rId20"/>
                <a:stretch>
                  <a:fillRect/>
                </a:stretch>
              </p:blipFill>
              <p:spPr>
                <a:xfrm>
                  <a:off x="11367676" y="4903912"/>
                  <a:ext cx="11628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30" name="Ink 29">
                  <a:extLst>
                    <a:ext uri="{FF2B5EF4-FFF2-40B4-BE49-F238E27FC236}">
                      <a16:creationId xmlns:a16="http://schemas.microsoft.com/office/drawing/2014/main" id="{1E614F01-AF76-2803-71DE-4D1DB60E01F7}"/>
                    </a:ext>
                  </a:extLst>
                </p14:cNvPr>
                <p14:cNvContentPartPr/>
                <p14:nvPr/>
              </p14:nvContentPartPr>
              <p14:xfrm>
                <a:off x="11455156" y="4679632"/>
                <a:ext cx="80640" cy="111960"/>
              </p14:xfrm>
            </p:contentPart>
          </mc:Choice>
          <mc:Fallback xmlns="">
            <p:pic>
              <p:nvPicPr>
                <p:cNvPr id="30" name="Ink 29">
                  <a:extLst>
                    <a:ext uri="{FF2B5EF4-FFF2-40B4-BE49-F238E27FC236}">
                      <a16:creationId xmlns:a16="http://schemas.microsoft.com/office/drawing/2014/main" id="{1E614F01-AF76-2803-71DE-4D1DB60E01F7}"/>
                    </a:ext>
                  </a:extLst>
                </p:cNvPr>
                <p:cNvPicPr/>
                <p:nvPr/>
              </p:nvPicPr>
              <p:blipFill>
                <a:blip r:embed="rId22"/>
                <a:stretch>
                  <a:fillRect/>
                </a:stretch>
              </p:blipFill>
              <p:spPr>
                <a:xfrm>
                  <a:off x="11446156" y="4670992"/>
                  <a:ext cx="9828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31" name="Ink 30">
                  <a:extLst>
                    <a:ext uri="{FF2B5EF4-FFF2-40B4-BE49-F238E27FC236}">
                      <a16:creationId xmlns:a16="http://schemas.microsoft.com/office/drawing/2014/main" id="{38A4EB65-D81E-69AB-4342-872B9F0151C1}"/>
                    </a:ext>
                  </a:extLst>
                </p14:cNvPr>
                <p14:cNvContentPartPr/>
                <p14:nvPr/>
              </p14:nvContentPartPr>
              <p14:xfrm>
                <a:off x="11631556" y="4866832"/>
                <a:ext cx="127080" cy="20160"/>
              </p14:xfrm>
            </p:contentPart>
          </mc:Choice>
          <mc:Fallback xmlns="">
            <p:pic>
              <p:nvPicPr>
                <p:cNvPr id="31" name="Ink 30">
                  <a:extLst>
                    <a:ext uri="{FF2B5EF4-FFF2-40B4-BE49-F238E27FC236}">
                      <a16:creationId xmlns:a16="http://schemas.microsoft.com/office/drawing/2014/main" id="{38A4EB65-D81E-69AB-4342-872B9F0151C1}"/>
                    </a:ext>
                  </a:extLst>
                </p:cNvPr>
                <p:cNvPicPr/>
                <p:nvPr/>
              </p:nvPicPr>
              <p:blipFill>
                <a:blip r:embed="rId24"/>
                <a:stretch>
                  <a:fillRect/>
                </a:stretch>
              </p:blipFill>
              <p:spPr>
                <a:xfrm>
                  <a:off x="11622916" y="4857832"/>
                  <a:ext cx="14472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32" name="Ink 31">
                  <a:extLst>
                    <a:ext uri="{FF2B5EF4-FFF2-40B4-BE49-F238E27FC236}">
                      <a16:creationId xmlns:a16="http://schemas.microsoft.com/office/drawing/2014/main" id="{00F6CC23-D1F1-FDD8-A8C4-F66547FE0EA5}"/>
                    </a:ext>
                  </a:extLst>
                </p14:cNvPr>
                <p14:cNvContentPartPr/>
                <p14:nvPr/>
              </p14:nvContentPartPr>
              <p14:xfrm>
                <a:off x="11810116" y="4764952"/>
                <a:ext cx="173520" cy="248760"/>
              </p14:xfrm>
            </p:contentPart>
          </mc:Choice>
          <mc:Fallback xmlns="">
            <p:pic>
              <p:nvPicPr>
                <p:cNvPr id="32" name="Ink 31">
                  <a:extLst>
                    <a:ext uri="{FF2B5EF4-FFF2-40B4-BE49-F238E27FC236}">
                      <a16:creationId xmlns:a16="http://schemas.microsoft.com/office/drawing/2014/main" id="{00F6CC23-D1F1-FDD8-A8C4-F66547FE0EA5}"/>
                    </a:ext>
                  </a:extLst>
                </p:cNvPr>
                <p:cNvPicPr/>
                <p:nvPr/>
              </p:nvPicPr>
              <p:blipFill>
                <a:blip r:embed="rId26"/>
                <a:stretch>
                  <a:fillRect/>
                </a:stretch>
              </p:blipFill>
              <p:spPr>
                <a:xfrm>
                  <a:off x="11801116" y="4756312"/>
                  <a:ext cx="191160" cy="2664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33" name="Ink 32">
                  <a:extLst>
                    <a:ext uri="{FF2B5EF4-FFF2-40B4-BE49-F238E27FC236}">
                      <a16:creationId xmlns:a16="http://schemas.microsoft.com/office/drawing/2014/main" id="{F16FF6D1-E313-958C-4487-B0043E15A512}"/>
                    </a:ext>
                  </a:extLst>
                </p14:cNvPr>
                <p14:cNvContentPartPr/>
                <p14:nvPr/>
              </p14:nvContentPartPr>
              <p14:xfrm>
                <a:off x="12007756" y="4723912"/>
                <a:ext cx="92160" cy="84240"/>
              </p14:xfrm>
            </p:contentPart>
          </mc:Choice>
          <mc:Fallback xmlns="">
            <p:pic>
              <p:nvPicPr>
                <p:cNvPr id="33" name="Ink 32">
                  <a:extLst>
                    <a:ext uri="{FF2B5EF4-FFF2-40B4-BE49-F238E27FC236}">
                      <a16:creationId xmlns:a16="http://schemas.microsoft.com/office/drawing/2014/main" id="{F16FF6D1-E313-958C-4487-B0043E15A512}"/>
                    </a:ext>
                  </a:extLst>
                </p:cNvPr>
                <p:cNvPicPr/>
                <p:nvPr/>
              </p:nvPicPr>
              <p:blipFill>
                <a:blip r:embed="rId28"/>
                <a:stretch>
                  <a:fillRect/>
                </a:stretch>
              </p:blipFill>
              <p:spPr>
                <a:xfrm>
                  <a:off x="11998756" y="4715272"/>
                  <a:ext cx="10980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4" name="Ink 33">
                  <a:extLst>
                    <a:ext uri="{FF2B5EF4-FFF2-40B4-BE49-F238E27FC236}">
                      <a16:creationId xmlns:a16="http://schemas.microsoft.com/office/drawing/2014/main" id="{1F2E2309-23C5-360D-080B-6ADE1B128B81}"/>
                    </a:ext>
                  </a:extLst>
                </p14:cNvPr>
                <p14:cNvContentPartPr/>
                <p14:nvPr/>
              </p14:nvContentPartPr>
              <p14:xfrm>
                <a:off x="11662156" y="4566232"/>
                <a:ext cx="422640" cy="82440"/>
              </p14:xfrm>
            </p:contentPart>
          </mc:Choice>
          <mc:Fallback xmlns="">
            <p:pic>
              <p:nvPicPr>
                <p:cNvPr id="34" name="Ink 33">
                  <a:extLst>
                    <a:ext uri="{FF2B5EF4-FFF2-40B4-BE49-F238E27FC236}">
                      <a16:creationId xmlns:a16="http://schemas.microsoft.com/office/drawing/2014/main" id="{1F2E2309-23C5-360D-080B-6ADE1B128B81}"/>
                    </a:ext>
                  </a:extLst>
                </p:cNvPr>
                <p:cNvPicPr/>
                <p:nvPr/>
              </p:nvPicPr>
              <p:blipFill>
                <a:blip r:embed="rId30"/>
                <a:stretch>
                  <a:fillRect/>
                </a:stretch>
              </p:blipFill>
              <p:spPr>
                <a:xfrm>
                  <a:off x="11653156" y="4557232"/>
                  <a:ext cx="440280" cy="100080"/>
                </a:xfrm>
                <a:prstGeom prst="rect">
                  <a:avLst/>
                </a:prstGeom>
              </p:spPr>
            </p:pic>
          </mc:Fallback>
        </mc:AlternateContent>
      </p:grpSp>
    </p:spTree>
    <p:extLst>
      <p:ext uri="{BB962C8B-B14F-4D97-AF65-F5344CB8AC3E}">
        <p14:creationId xmlns:p14="http://schemas.microsoft.com/office/powerpoint/2010/main" val="8501809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Source Free Series RLC</a:t>
            </a:r>
            <a:endParaRPr lang="zh-CN" altLang="en-US" dirty="0"/>
          </a:p>
        </p:txBody>
      </p:sp>
      <p:sp>
        <p:nvSpPr>
          <p:cNvPr id="3" name="Content Placeholder 2"/>
          <p:cNvSpPr>
            <a:spLocks noGrp="1"/>
          </p:cNvSpPr>
          <p:nvPr>
            <p:ph idx="1"/>
          </p:nvPr>
        </p:nvSpPr>
        <p:spPr>
          <a:xfrm>
            <a:off x="838200" y="1690688"/>
            <a:ext cx="10515600" cy="5030787"/>
          </a:xfrm>
        </p:spPr>
        <p:txBody>
          <a:bodyPr>
            <a:noAutofit/>
          </a:bodyPr>
          <a:lstStyle/>
          <a:p>
            <a:r>
              <a:rPr lang="en-US" altLang="zh-CN" dirty="0"/>
              <a:t>Now let’s look back at the source free series RLC</a:t>
            </a:r>
          </a:p>
          <a:p>
            <a:endParaRPr lang="en-US" altLang="zh-CN" dirty="0"/>
          </a:p>
          <a:p>
            <a:endParaRPr lang="en-US" altLang="zh-CN" dirty="0"/>
          </a:p>
          <a:p>
            <a:endParaRPr lang="en-US" altLang="zh-CN" dirty="0"/>
          </a:p>
          <a:p>
            <a:endParaRPr lang="en-US" altLang="zh-CN" dirty="0"/>
          </a:p>
          <a:p>
            <a:endParaRPr lang="en-US" altLang="zh-CN" sz="1800" dirty="0"/>
          </a:p>
          <a:p>
            <a:r>
              <a:rPr lang="en-US" altLang="zh-CN" dirty="0"/>
              <a:t>By adjusting the value of </a:t>
            </a:r>
            <a:r>
              <a:rPr lang="zh-CN" altLang="en-US" dirty="0"/>
              <a:t>𝑅</a:t>
            </a:r>
            <a:r>
              <a:rPr lang="en-US" altLang="zh-CN" dirty="0"/>
              <a:t>, response may be made </a:t>
            </a:r>
          </a:p>
          <a:p>
            <a:pPr lvl="1"/>
            <a:r>
              <a:rPr lang="en-US" altLang="zh-CN" dirty="0" err="1"/>
              <a:t>Undamped</a:t>
            </a:r>
            <a:r>
              <a:rPr lang="en-US" altLang="zh-CN" dirty="0"/>
              <a:t> (</a:t>
            </a:r>
            <a:r>
              <a:rPr lang="en-US" altLang="zh-CN" i="1" dirty="0"/>
              <a:t>R=0</a:t>
            </a:r>
            <a:r>
              <a:rPr lang="en-US" altLang="zh-CN" dirty="0"/>
              <a:t>), </a:t>
            </a:r>
          </a:p>
          <a:p>
            <a:pPr lvl="1"/>
            <a:r>
              <a:rPr lang="en-US" altLang="zh-CN" dirty="0"/>
              <a:t>Underdamped</a:t>
            </a:r>
          </a:p>
          <a:p>
            <a:pPr lvl="1"/>
            <a:r>
              <a:rPr lang="en-US" altLang="zh-CN" dirty="0"/>
              <a:t>Critically damped </a:t>
            </a:r>
          </a:p>
          <a:p>
            <a:pPr lvl="1"/>
            <a:r>
              <a:rPr lang="en-US" altLang="zh-CN" dirty="0"/>
              <a:t>Overdamped.</a:t>
            </a:r>
          </a:p>
        </p:txBody>
      </p:sp>
      <p:sp>
        <p:nvSpPr>
          <p:cNvPr id="4" name="Slide Number Placeholder 3"/>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22</a:t>
            </a:fld>
            <a:endParaRPr lang="en-US" altLang="zh-CN" dirty="0">
              <a:ea typeface="黑体" panose="02010609060101010101" pitchFamily="49" charset="-122"/>
            </a:endParaRPr>
          </a:p>
        </p:txBody>
      </p:sp>
      <p:pic>
        <p:nvPicPr>
          <p:cNvPr id="5" name="Picture 5" descr="C:\Users\Joel\Documents\Teaching\McGraw Hill\Fundamentals of Electric Circuits 5e\figures\Ch08\Color Labeled\ale80571_08_008.jpg"/>
          <p:cNvPicPr>
            <a:picLocks noChangeAspect="1" noChangeArrowheads="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t="4520"/>
          <a:stretch/>
        </p:blipFill>
        <p:spPr bwMode="auto">
          <a:xfrm>
            <a:off x="1133647" y="2133248"/>
            <a:ext cx="3856751" cy="2305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p:cNvPicPr>
            <a:picLocks noChangeAspect="1"/>
          </p:cNvPicPr>
          <p:nvPr/>
        </p:nvPicPr>
        <p:blipFill>
          <a:blip r:embed="rId3" cstate="print">
            <a:clrChange>
              <a:clrFrom>
                <a:srgbClr val="FFFFFF"/>
              </a:clrFrom>
              <a:clrTo>
                <a:srgbClr val="FFFFFF">
                  <a:alpha val="0"/>
                </a:srgbClr>
              </a:clrTo>
            </a:clrChange>
          </a:blip>
          <a:stretch>
            <a:fillRect/>
          </a:stretch>
        </p:blipFill>
        <p:spPr>
          <a:xfrm>
            <a:off x="5072322" y="2371769"/>
            <a:ext cx="1670426" cy="1957696"/>
          </a:xfrm>
          <a:prstGeom prst="rect">
            <a:avLst/>
          </a:prstGeom>
        </p:spPr>
      </p:pic>
      <mc:AlternateContent xmlns:mc="http://schemas.openxmlformats.org/markup-compatibility/2006" xmlns:a14="http://schemas.microsoft.com/office/drawing/2010/main">
        <mc:Choice Requires="a14">
          <p:sp>
            <p:nvSpPr>
              <p:cNvPr id="8" name="TextBox 7"/>
              <p:cNvSpPr txBox="1"/>
              <p:nvPr/>
            </p:nvSpPr>
            <p:spPr>
              <a:xfrm>
                <a:off x="6191476" y="2405900"/>
                <a:ext cx="1223649" cy="8799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800" b="0" i="1" smtClean="0">
                          <a:solidFill>
                            <a:schemeClr val="tx1"/>
                          </a:solidFill>
                          <a:latin typeface="Cambria Math" panose="02040503050406030204" pitchFamily="18" charset="0"/>
                        </a:rPr>
                        <m:t>=</m:t>
                      </m:r>
                      <m:f>
                        <m:fPr>
                          <m:ctrlPr>
                            <a:rPr lang="en-US" altLang="zh-CN" sz="2800" b="0" i="1" smtClean="0">
                              <a:solidFill>
                                <a:schemeClr val="tx1"/>
                              </a:solidFill>
                              <a:latin typeface="Cambria Math" panose="02040503050406030204" pitchFamily="18" charset="0"/>
                            </a:rPr>
                          </m:ctrlPr>
                        </m:fPr>
                        <m:num>
                          <m:r>
                            <a:rPr lang="en-US" altLang="zh-CN" sz="2800" b="0" i="1" smtClean="0">
                              <a:solidFill>
                                <a:schemeClr val="tx1"/>
                              </a:solidFill>
                              <a:latin typeface="Cambria Math" panose="02040503050406030204" pitchFamily="18" charset="0"/>
                            </a:rPr>
                            <m:t>1</m:t>
                          </m:r>
                        </m:num>
                        <m:den>
                          <m:r>
                            <a:rPr lang="en-US" altLang="zh-CN" sz="2800" b="0" i="1" smtClean="0">
                              <a:solidFill>
                                <a:schemeClr val="tx1"/>
                              </a:solidFill>
                              <a:latin typeface="Cambria Math" panose="02040503050406030204" pitchFamily="18" charset="0"/>
                            </a:rPr>
                            <m:t>2</m:t>
                          </m:r>
                          <m:sSub>
                            <m:sSubPr>
                              <m:ctrlPr>
                                <a:rPr lang="en-US" altLang="zh-CN" sz="2800" b="0" i="1" smtClean="0">
                                  <a:solidFill>
                                    <a:schemeClr val="tx1"/>
                                  </a:solidFill>
                                  <a:latin typeface="Cambria Math" panose="02040503050406030204" pitchFamily="18" charset="0"/>
                                </a:rPr>
                              </m:ctrlPr>
                            </m:sSubPr>
                            <m:e>
                              <m:r>
                                <a:rPr lang="zh-CN" altLang="en-US" sz="2800" b="0" i="1" smtClean="0">
                                  <a:solidFill>
                                    <a:schemeClr val="tx1"/>
                                  </a:solidFill>
                                  <a:latin typeface="Cambria Math" panose="02040503050406030204" pitchFamily="18" charset="0"/>
                                </a:rPr>
                                <m:t>𝜏</m:t>
                              </m:r>
                            </m:e>
                            <m:sub>
                              <m:r>
                                <a:rPr lang="en-US" altLang="zh-CN" sz="2800" b="0" i="1" smtClean="0">
                                  <a:solidFill>
                                    <a:schemeClr val="tx1"/>
                                  </a:solidFill>
                                  <a:latin typeface="Cambria Math" panose="02040503050406030204" pitchFamily="18" charset="0"/>
                                </a:rPr>
                                <m:t>𝑅𝐿</m:t>
                              </m:r>
                            </m:sub>
                          </m:sSub>
                        </m:den>
                      </m:f>
                    </m:oMath>
                  </m:oMathPara>
                </a14:m>
                <a:endParaRPr lang="zh-CN" altLang="en-US" sz="2800" dirty="0">
                  <a:solidFill>
                    <a:schemeClr val="tx1"/>
                  </a:solidFill>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6191476" y="2405900"/>
                <a:ext cx="1223649" cy="879921"/>
              </a:xfrm>
              <a:prstGeom prst="rect">
                <a:avLst/>
              </a:prstGeom>
              <a:blipFill>
                <a:blip r:embed="rId4" cstate="print"/>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8318912" y="2304037"/>
                <a:ext cx="120738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800" i="1" smtClean="0">
                          <a:latin typeface="Cambria Math" panose="02040503050406030204" pitchFamily="18" charset="0"/>
                        </a:rPr>
                        <m:t>𝛼</m:t>
                      </m:r>
                      <m:r>
                        <a:rPr lang="zh-CN" altLang="en-US" sz="2800" i="1" smtClean="0">
                          <a:latin typeface="Cambria Math" panose="02040503050406030204" pitchFamily="18" charset="0"/>
                        </a:rPr>
                        <m:t>⟷</m:t>
                      </m:r>
                      <m:r>
                        <a:rPr lang="zh-CN" altLang="en-US" sz="2800" i="1" smtClean="0">
                          <a:latin typeface="Cambria Math" panose="02040503050406030204" pitchFamily="18" charset="0"/>
                        </a:rPr>
                        <m:t>𝜔</m:t>
                      </m:r>
                    </m:oMath>
                  </m:oMathPara>
                </a14:m>
                <a:endParaRPr lang="zh-CN" altLang="en-US" sz="2800" dirty="0"/>
              </a:p>
            </p:txBody>
          </p:sp>
        </mc:Choice>
        <mc:Fallback xmlns="">
          <p:sp>
            <p:nvSpPr>
              <p:cNvPr id="10" name="TextBox 9"/>
              <p:cNvSpPr txBox="1">
                <a:spLocks noRot="1" noChangeAspect="1" noMove="1" noResize="1" noEditPoints="1" noAdjustHandles="1" noChangeArrowheads="1" noChangeShapeType="1" noTextEdit="1"/>
              </p:cNvSpPr>
              <p:nvPr/>
            </p:nvSpPr>
            <p:spPr>
              <a:xfrm>
                <a:off x="8318912" y="2304037"/>
                <a:ext cx="1207382" cy="430887"/>
              </a:xfrm>
              <a:prstGeom prst="rect">
                <a:avLst/>
              </a:prstGeom>
              <a:blipFill>
                <a:blip r:embed="rId5" cstate="print"/>
                <a:stretch>
                  <a:fillRect/>
                </a:stretch>
              </a:blipFill>
            </p:spPr>
            <p:txBody>
              <a:bodyPr/>
              <a:lstStyle/>
              <a:p>
                <a:r>
                  <a:rPr lang="zh-CN" altLang="en-US">
                    <a:noFill/>
                  </a:rPr>
                  <a:t> </a:t>
                </a:r>
              </a:p>
            </p:txBody>
          </p:sp>
        </mc:Fallback>
      </mc:AlternateContent>
      <p:sp>
        <p:nvSpPr>
          <p:cNvPr id="11" name="Down Arrow 10"/>
          <p:cNvSpPr/>
          <p:nvPr/>
        </p:nvSpPr>
        <p:spPr>
          <a:xfrm>
            <a:off x="8777391" y="2795062"/>
            <a:ext cx="290424" cy="50684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2" name="TextBox 11"/>
              <p:cNvSpPr txBox="1"/>
              <p:nvPr/>
            </p:nvSpPr>
            <p:spPr>
              <a:xfrm>
                <a:off x="8318912" y="3048485"/>
                <a:ext cx="1656159" cy="127304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𝑅</m:t>
                      </m:r>
                      <m:r>
                        <a:rPr lang="zh-CN" altLang="en-US" sz="2800" i="1" smtClean="0">
                          <a:latin typeface="Cambria Math" panose="02040503050406030204" pitchFamily="18" charset="0"/>
                        </a:rPr>
                        <m:t>⟷</m:t>
                      </m:r>
                      <m:r>
                        <a:rPr lang="en-US" altLang="zh-CN" sz="2800" b="0" i="1" smtClean="0">
                          <a:latin typeface="Cambria Math" panose="02040503050406030204" pitchFamily="18" charset="0"/>
                        </a:rPr>
                        <m:t>2</m:t>
                      </m:r>
                      <m:rad>
                        <m:radPr>
                          <m:degHide m:val="on"/>
                          <m:ctrlPr>
                            <a:rPr lang="zh-CN" altLang="en-US" sz="2800" i="1" smtClean="0">
                              <a:latin typeface="Cambria Math" panose="02040503050406030204" pitchFamily="18" charset="0"/>
                            </a:rPr>
                          </m:ctrlPr>
                        </m:radPr>
                        <m:deg/>
                        <m:e>
                          <m:f>
                            <m:fPr>
                              <m:ctrlPr>
                                <a:rPr lang="en-US" altLang="zh-CN" sz="2800" i="1" smtClean="0">
                                  <a:latin typeface="Cambria Math" panose="02040503050406030204" pitchFamily="18" charset="0"/>
                                </a:rPr>
                              </m:ctrlPr>
                            </m:fPr>
                            <m:num>
                              <m:r>
                                <a:rPr lang="en-US" altLang="zh-CN" sz="2800" b="0" i="1" smtClean="0">
                                  <a:latin typeface="Cambria Math" panose="02040503050406030204" pitchFamily="18" charset="0"/>
                                </a:rPr>
                                <m:t>𝐿</m:t>
                              </m:r>
                            </m:num>
                            <m:den>
                              <m:r>
                                <a:rPr lang="en-US" altLang="zh-CN" sz="2800" b="0" i="1" smtClean="0">
                                  <a:latin typeface="Cambria Math" panose="02040503050406030204" pitchFamily="18" charset="0"/>
                                </a:rPr>
                                <m:t>𝐶</m:t>
                              </m:r>
                            </m:den>
                          </m:f>
                        </m:e>
                      </m:rad>
                    </m:oMath>
                  </m:oMathPara>
                </a14:m>
                <a:endParaRPr lang="zh-CN" altLang="en-US" sz="2800" dirty="0"/>
              </a:p>
            </p:txBody>
          </p:sp>
        </mc:Choice>
        <mc:Fallback xmlns="">
          <p:sp>
            <p:nvSpPr>
              <p:cNvPr id="12" name="TextBox 11"/>
              <p:cNvSpPr txBox="1">
                <a:spLocks noRot="1" noChangeAspect="1" noMove="1" noResize="1" noEditPoints="1" noAdjustHandles="1" noChangeArrowheads="1" noChangeShapeType="1" noTextEdit="1"/>
              </p:cNvSpPr>
              <p:nvPr/>
            </p:nvSpPr>
            <p:spPr>
              <a:xfrm>
                <a:off x="8318912" y="3048485"/>
                <a:ext cx="1656159" cy="1273041"/>
              </a:xfrm>
              <a:prstGeom prst="rect">
                <a:avLst/>
              </a:prstGeom>
              <a:blipFill>
                <a:blip r:embed="rId6" cstate="print"/>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3670720" y="6225997"/>
                <a:ext cx="1661545" cy="465064"/>
              </a:xfrm>
              <a:prstGeom prst="rect">
                <a:avLst/>
              </a:prstGeom>
            </p:spPr>
            <p:txBody>
              <a:bodyPr wrap="none">
                <a:spAutoFit/>
              </a:bodyPr>
              <a:lstStyle/>
              <a:p>
                <a:r>
                  <a:rPr lang="en-US" altLang="en-US" sz="2000" dirty="0"/>
                  <a:t>(</a:t>
                </a:r>
                <a14:m>
                  <m:oMath xmlns:m="http://schemas.openxmlformats.org/officeDocument/2006/math">
                    <m:r>
                      <a:rPr lang="en-US" altLang="en-US" sz="2000" i="1">
                        <a:latin typeface="Cambria Math" panose="02040503050406030204" pitchFamily="18" charset="0"/>
                      </a:rPr>
                      <m:t>𝑅</m:t>
                    </m:r>
                    <m:r>
                      <a:rPr lang="en-US" altLang="en-US" sz="2000" i="1">
                        <a:latin typeface="Cambria Math" panose="02040503050406030204" pitchFamily="18" charset="0"/>
                      </a:rPr>
                      <m:t>&gt;2</m:t>
                    </m:r>
                    <m:rad>
                      <m:radPr>
                        <m:degHide m:val="on"/>
                        <m:ctrlPr>
                          <a:rPr lang="en-US" altLang="en-US" sz="2000" i="1">
                            <a:latin typeface="Cambria Math" panose="02040503050406030204" pitchFamily="18" charset="0"/>
                          </a:rPr>
                        </m:ctrlPr>
                      </m:radPr>
                      <m:deg/>
                      <m:e>
                        <m:f>
                          <m:fPr>
                            <m:type m:val="lin"/>
                            <m:ctrlPr>
                              <a:rPr lang="en-US" altLang="en-US" sz="2000" i="1">
                                <a:latin typeface="Cambria Math" panose="02040503050406030204" pitchFamily="18" charset="0"/>
                              </a:rPr>
                            </m:ctrlPr>
                          </m:fPr>
                          <m:num>
                            <m:r>
                              <a:rPr lang="en-US" altLang="en-US" sz="2000" i="1">
                                <a:latin typeface="Cambria Math" panose="02040503050406030204" pitchFamily="18" charset="0"/>
                              </a:rPr>
                              <m:t>𝐿</m:t>
                            </m:r>
                          </m:num>
                          <m:den>
                            <m:r>
                              <a:rPr lang="en-US" altLang="en-US" sz="2000" i="1">
                                <a:latin typeface="Cambria Math" panose="02040503050406030204" pitchFamily="18" charset="0"/>
                              </a:rPr>
                              <m:t>𝐶</m:t>
                            </m:r>
                          </m:den>
                        </m:f>
                      </m:e>
                    </m:rad>
                    <m:r>
                      <a:rPr lang="en-US" altLang="en-US" sz="2000" b="0" i="1" smtClean="0">
                        <a:latin typeface="Cambria Math" panose="02040503050406030204" pitchFamily="18" charset="0"/>
                      </a:rPr>
                      <m:t>)</m:t>
                    </m:r>
                  </m:oMath>
                </a14:m>
                <a:endParaRPr lang="zh-CN" altLang="en-US" sz="2000" dirty="0"/>
              </a:p>
            </p:txBody>
          </p:sp>
        </mc:Choice>
        <mc:Fallback xmlns="">
          <p:sp>
            <p:nvSpPr>
              <p:cNvPr id="13" name="Rectangle 12"/>
              <p:cNvSpPr>
                <a:spLocks noRot="1" noChangeAspect="1" noMove="1" noResize="1" noEditPoints="1" noAdjustHandles="1" noChangeArrowheads="1" noChangeShapeType="1" noTextEdit="1"/>
              </p:cNvSpPr>
              <p:nvPr/>
            </p:nvSpPr>
            <p:spPr>
              <a:xfrm>
                <a:off x="3670720" y="6225997"/>
                <a:ext cx="1661545" cy="465064"/>
              </a:xfrm>
              <a:prstGeom prst="rect">
                <a:avLst/>
              </a:prstGeom>
              <a:blipFill>
                <a:blip r:embed="rId7" cstate="print"/>
                <a:stretch>
                  <a:fillRect l="-3663" t="-87013" r="-25641" b="-1506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4009387" y="5825412"/>
                <a:ext cx="1661545" cy="465064"/>
              </a:xfrm>
              <a:prstGeom prst="rect">
                <a:avLst/>
              </a:prstGeom>
            </p:spPr>
            <p:txBody>
              <a:bodyPr wrap="none">
                <a:spAutoFit/>
              </a:bodyPr>
              <a:lstStyle/>
              <a:p>
                <a:r>
                  <a:rPr lang="en-US" altLang="en-US" sz="2000" dirty="0"/>
                  <a:t>(</a:t>
                </a:r>
                <a14:m>
                  <m:oMath xmlns:m="http://schemas.openxmlformats.org/officeDocument/2006/math">
                    <m:r>
                      <a:rPr lang="en-US" altLang="en-US" sz="2000" i="1">
                        <a:latin typeface="Cambria Math" panose="02040503050406030204" pitchFamily="18" charset="0"/>
                      </a:rPr>
                      <m:t>𝑅</m:t>
                    </m:r>
                    <m:r>
                      <a:rPr lang="en-US" altLang="en-US" sz="2000" b="0" i="1" smtClean="0">
                        <a:latin typeface="Cambria Math" panose="02040503050406030204" pitchFamily="18" charset="0"/>
                      </a:rPr>
                      <m:t>=</m:t>
                    </m:r>
                    <m:r>
                      <a:rPr lang="en-US" altLang="en-US" sz="2000" i="1">
                        <a:latin typeface="Cambria Math" panose="02040503050406030204" pitchFamily="18" charset="0"/>
                      </a:rPr>
                      <m:t>2</m:t>
                    </m:r>
                    <m:rad>
                      <m:radPr>
                        <m:degHide m:val="on"/>
                        <m:ctrlPr>
                          <a:rPr lang="en-US" altLang="en-US" sz="2000" i="1">
                            <a:latin typeface="Cambria Math" panose="02040503050406030204" pitchFamily="18" charset="0"/>
                          </a:rPr>
                        </m:ctrlPr>
                      </m:radPr>
                      <m:deg/>
                      <m:e>
                        <m:f>
                          <m:fPr>
                            <m:type m:val="lin"/>
                            <m:ctrlPr>
                              <a:rPr lang="en-US" altLang="en-US" sz="2000" i="1">
                                <a:latin typeface="Cambria Math" panose="02040503050406030204" pitchFamily="18" charset="0"/>
                              </a:rPr>
                            </m:ctrlPr>
                          </m:fPr>
                          <m:num>
                            <m:r>
                              <a:rPr lang="en-US" altLang="en-US" sz="2000" i="1">
                                <a:latin typeface="Cambria Math" panose="02040503050406030204" pitchFamily="18" charset="0"/>
                              </a:rPr>
                              <m:t>𝐿</m:t>
                            </m:r>
                          </m:num>
                          <m:den>
                            <m:r>
                              <a:rPr lang="en-US" altLang="en-US" sz="2000" i="1">
                                <a:latin typeface="Cambria Math" panose="02040503050406030204" pitchFamily="18" charset="0"/>
                              </a:rPr>
                              <m:t>𝐶</m:t>
                            </m:r>
                          </m:den>
                        </m:f>
                      </m:e>
                    </m:rad>
                    <m:r>
                      <a:rPr lang="en-US" altLang="en-US" sz="2000" b="0" i="1" smtClean="0">
                        <a:latin typeface="Cambria Math" panose="02040503050406030204" pitchFamily="18" charset="0"/>
                      </a:rPr>
                      <m:t>)</m:t>
                    </m:r>
                  </m:oMath>
                </a14:m>
                <a:endParaRPr lang="zh-CN" altLang="en-US" sz="2000" dirty="0"/>
              </a:p>
            </p:txBody>
          </p:sp>
        </mc:Choice>
        <mc:Fallback xmlns="">
          <p:sp>
            <p:nvSpPr>
              <p:cNvPr id="14" name="Rectangle 13"/>
              <p:cNvSpPr>
                <a:spLocks noRot="1" noChangeAspect="1" noMove="1" noResize="1" noEditPoints="1" noAdjustHandles="1" noChangeArrowheads="1" noChangeShapeType="1" noTextEdit="1"/>
              </p:cNvSpPr>
              <p:nvPr/>
            </p:nvSpPr>
            <p:spPr>
              <a:xfrm>
                <a:off x="4009387" y="5825412"/>
                <a:ext cx="1661545" cy="465064"/>
              </a:xfrm>
              <a:prstGeom prst="rect">
                <a:avLst/>
              </a:prstGeom>
              <a:blipFill>
                <a:blip r:embed="rId8" cstate="print"/>
                <a:stretch>
                  <a:fillRect l="-4044" t="-88158" r="-25735" b="-1539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3670720" y="5422496"/>
                <a:ext cx="1661545" cy="465064"/>
              </a:xfrm>
              <a:prstGeom prst="rect">
                <a:avLst/>
              </a:prstGeom>
            </p:spPr>
            <p:txBody>
              <a:bodyPr wrap="none">
                <a:spAutoFit/>
              </a:bodyPr>
              <a:lstStyle/>
              <a:p>
                <a:r>
                  <a:rPr lang="en-US" altLang="en-US" sz="2000" dirty="0"/>
                  <a:t>(</a:t>
                </a:r>
                <a14:m>
                  <m:oMath xmlns:m="http://schemas.openxmlformats.org/officeDocument/2006/math">
                    <m:r>
                      <a:rPr lang="en-US" altLang="en-US" sz="2000" i="1">
                        <a:latin typeface="Cambria Math" panose="02040503050406030204" pitchFamily="18" charset="0"/>
                      </a:rPr>
                      <m:t>𝑅</m:t>
                    </m:r>
                    <m:r>
                      <a:rPr lang="en-US" altLang="en-US" sz="2000" b="0" i="1" smtClean="0">
                        <a:latin typeface="Cambria Math" panose="02040503050406030204" pitchFamily="18" charset="0"/>
                      </a:rPr>
                      <m:t>&lt;</m:t>
                    </m:r>
                    <m:r>
                      <a:rPr lang="en-US" altLang="en-US" sz="2000" i="1">
                        <a:latin typeface="Cambria Math" panose="02040503050406030204" pitchFamily="18" charset="0"/>
                      </a:rPr>
                      <m:t>2</m:t>
                    </m:r>
                    <m:rad>
                      <m:radPr>
                        <m:degHide m:val="on"/>
                        <m:ctrlPr>
                          <a:rPr lang="en-US" altLang="en-US" sz="2000" i="1">
                            <a:latin typeface="Cambria Math" panose="02040503050406030204" pitchFamily="18" charset="0"/>
                          </a:rPr>
                        </m:ctrlPr>
                      </m:radPr>
                      <m:deg/>
                      <m:e>
                        <m:f>
                          <m:fPr>
                            <m:type m:val="lin"/>
                            <m:ctrlPr>
                              <a:rPr lang="en-US" altLang="en-US" sz="2000" i="1">
                                <a:latin typeface="Cambria Math" panose="02040503050406030204" pitchFamily="18" charset="0"/>
                              </a:rPr>
                            </m:ctrlPr>
                          </m:fPr>
                          <m:num>
                            <m:r>
                              <a:rPr lang="en-US" altLang="en-US" sz="2000" i="1">
                                <a:latin typeface="Cambria Math" panose="02040503050406030204" pitchFamily="18" charset="0"/>
                              </a:rPr>
                              <m:t>𝐿</m:t>
                            </m:r>
                          </m:num>
                          <m:den>
                            <m:r>
                              <a:rPr lang="en-US" altLang="en-US" sz="2000" i="1">
                                <a:latin typeface="Cambria Math" panose="02040503050406030204" pitchFamily="18" charset="0"/>
                              </a:rPr>
                              <m:t>𝐶</m:t>
                            </m:r>
                          </m:den>
                        </m:f>
                      </m:e>
                    </m:rad>
                    <m:r>
                      <a:rPr lang="en-US" altLang="en-US" sz="2000" b="0" i="1" smtClean="0">
                        <a:latin typeface="Cambria Math" panose="02040503050406030204" pitchFamily="18" charset="0"/>
                      </a:rPr>
                      <m:t>)</m:t>
                    </m:r>
                  </m:oMath>
                </a14:m>
                <a:endParaRPr lang="zh-CN" altLang="en-US" sz="2000" dirty="0"/>
              </a:p>
            </p:txBody>
          </p:sp>
        </mc:Choice>
        <mc:Fallback xmlns="">
          <p:sp>
            <p:nvSpPr>
              <p:cNvPr id="15" name="Rectangle 14"/>
              <p:cNvSpPr>
                <a:spLocks noRot="1" noChangeAspect="1" noMove="1" noResize="1" noEditPoints="1" noAdjustHandles="1" noChangeArrowheads="1" noChangeShapeType="1" noTextEdit="1"/>
              </p:cNvSpPr>
              <p:nvPr/>
            </p:nvSpPr>
            <p:spPr>
              <a:xfrm>
                <a:off x="3670720" y="5422496"/>
                <a:ext cx="1661545" cy="465064"/>
              </a:xfrm>
              <a:prstGeom prst="rect">
                <a:avLst/>
              </a:prstGeom>
              <a:blipFill>
                <a:blip r:embed="rId9" cstate="print"/>
                <a:stretch>
                  <a:fillRect l="-3663" t="-88158" r="-25641" b="-153947"/>
                </a:stretch>
              </a:blipFill>
            </p:spPr>
            <p:txBody>
              <a:bodyPr/>
              <a:lstStyle/>
              <a:p>
                <a:r>
                  <a:rPr lang="zh-CN" altLang="en-US">
                    <a:noFill/>
                  </a:rPr>
                  <a:t> </a:t>
                </a:r>
              </a:p>
            </p:txBody>
          </p:sp>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6A7A7385-72ED-BFFC-BC68-893865210815}"/>
                  </a:ext>
                </a:extLst>
              </p14:cNvPr>
              <p14:cNvContentPartPr/>
              <p14:nvPr/>
            </p14:nvContentPartPr>
            <p14:xfrm>
              <a:off x="9449236" y="2590192"/>
              <a:ext cx="119880" cy="120600"/>
            </p14:xfrm>
          </p:contentPart>
        </mc:Choice>
        <mc:Fallback xmlns="">
          <p:pic>
            <p:nvPicPr>
              <p:cNvPr id="6" name="Ink 5">
                <a:extLst>
                  <a:ext uri="{FF2B5EF4-FFF2-40B4-BE49-F238E27FC236}">
                    <a16:creationId xmlns:a16="http://schemas.microsoft.com/office/drawing/2014/main" id="{6A7A7385-72ED-BFFC-BC68-893865210815}"/>
                  </a:ext>
                </a:extLst>
              </p:cNvPr>
              <p:cNvPicPr/>
              <p:nvPr/>
            </p:nvPicPr>
            <p:blipFill>
              <a:blip r:embed="rId11"/>
              <a:stretch>
                <a:fillRect/>
              </a:stretch>
            </p:blipFill>
            <p:spPr>
              <a:xfrm>
                <a:off x="9440236" y="2581552"/>
                <a:ext cx="137520" cy="138240"/>
              </a:xfrm>
              <a:prstGeom prst="rect">
                <a:avLst/>
              </a:prstGeom>
            </p:spPr>
          </p:pic>
        </mc:Fallback>
      </mc:AlternateContent>
      <p:grpSp>
        <p:nvGrpSpPr>
          <p:cNvPr id="22" name="Group 21">
            <a:extLst>
              <a:ext uri="{FF2B5EF4-FFF2-40B4-BE49-F238E27FC236}">
                <a16:creationId xmlns:a16="http://schemas.microsoft.com/office/drawing/2014/main" id="{960755D6-9BC9-9B87-5714-7A8BAF4E6411}"/>
              </a:ext>
            </a:extLst>
          </p:cNvPr>
          <p:cNvGrpSpPr/>
          <p:nvPr/>
        </p:nvGrpSpPr>
        <p:grpSpPr>
          <a:xfrm>
            <a:off x="8751196" y="2177632"/>
            <a:ext cx="367200" cy="189360"/>
            <a:chOff x="8751196" y="2177632"/>
            <a:chExt cx="367200" cy="189360"/>
          </a:xfrm>
        </p:grpSpPr>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1D925C45-08D7-5837-EA2E-13B35B50C350}"/>
                    </a:ext>
                  </a:extLst>
                </p14:cNvPr>
                <p14:cNvContentPartPr/>
                <p14:nvPr/>
              </p14:nvContentPartPr>
              <p14:xfrm>
                <a:off x="8751196" y="2177632"/>
                <a:ext cx="117000" cy="189360"/>
              </p14:xfrm>
            </p:contentPart>
          </mc:Choice>
          <mc:Fallback xmlns="">
            <p:pic>
              <p:nvPicPr>
                <p:cNvPr id="9" name="Ink 8">
                  <a:extLst>
                    <a:ext uri="{FF2B5EF4-FFF2-40B4-BE49-F238E27FC236}">
                      <a16:creationId xmlns:a16="http://schemas.microsoft.com/office/drawing/2014/main" id="{1D925C45-08D7-5837-EA2E-13B35B50C350}"/>
                    </a:ext>
                  </a:extLst>
                </p:cNvPr>
                <p:cNvPicPr/>
                <p:nvPr/>
              </p:nvPicPr>
              <p:blipFill>
                <a:blip r:embed="rId13"/>
                <a:stretch>
                  <a:fillRect/>
                </a:stretch>
              </p:blipFill>
              <p:spPr>
                <a:xfrm>
                  <a:off x="8742196" y="2168992"/>
                  <a:ext cx="134640" cy="207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6" name="Ink 15">
                  <a:extLst>
                    <a:ext uri="{FF2B5EF4-FFF2-40B4-BE49-F238E27FC236}">
                      <a16:creationId xmlns:a16="http://schemas.microsoft.com/office/drawing/2014/main" id="{A6BC1E6F-3A55-36B5-F409-34827DE70F9B}"/>
                    </a:ext>
                  </a:extLst>
                </p14:cNvPr>
                <p14:cNvContentPartPr/>
                <p14:nvPr/>
              </p14:nvContentPartPr>
              <p14:xfrm>
                <a:off x="8938756" y="2202832"/>
                <a:ext cx="93240" cy="144720"/>
              </p14:xfrm>
            </p:contentPart>
          </mc:Choice>
          <mc:Fallback xmlns="">
            <p:pic>
              <p:nvPicPr>
                <p:cNvPr id="16" name="Ink 15">
                  <a:extLst>
                    <a:ext uri="{FF2B5EF4-FFF2-40B4-BE49-F238E27FC236}">
                      <a16:creationId xmlns:a16="http://schemas.microsoft.com/office/drawing/2014/main" id="{A6BC1E6F-3A55-36B5-F409-34827DE70F9B}"/>
                    </a:ext>
                  </a:extLst>
                </p:cNvPr>
                <p:cNvPicPr/>
                <p:nvPr/>
              </p:nvPicPr>
              <p:blipFill>
                <a:blip r:embed="rId15"/>
                <a:stretch>
                  <a:fillRect/>
                </a:stretch>
              </p:blipFill>
              <p:spPr>
                <a:xfrm>
                  <a:off x="8930116" y="2193832"/>
                  <a:ext cx="11088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7" name="Ink 16">
                  <a:extLst>
                    <a:ext uri="{FF2B5EF4-FFF2-40B4-BE49-F238E27FC236}">
                      <a16:creationId xmlns:a16="http://schemas.microsoft.com/office/drawing/2014/main" id="{DC92C7D0-79CB-17A5-7704-F3ADCAED1104}"/>
                    </a:ext>
                  </a:extLst>
                </p14:cNvPr>
                <p14:cNvContentPartPr/>
                <p14:nvPr/>
              </p14:nvContentPartPr>
              <p14:xfrm>
                <a:off x="9106516" y="2323072"/>
                <a:ext cx="11880" cy="7560"/>
              </p14:xfrm>
            </p:contentPart>
          </mc:Choice>
          <mc:Fallback xmlns="">
            <p:pic>
              <p:nvPicPr>
                <p:cNvPr id="17" name="Ink 16">
                  <a:extLst>
                    <a:ext uri="{FF2B5EF4-FFF2-40B4-BE49-F238E27FC236}">
                      <a16:creationId xmlns:a16="http://schemas.microsoft.com/office/drawing/2014/main" id="{DC92C7D0-79CB-17A5-7704-F3ADCAED1104}"/>
                    </a:ext>
                  </a:extLst>
                </p:cNvPr>
                <p:cNvPicPr/>
                <p:nvPr/>
              </p:nvPicPr>
              <p:blipFill>
                <a:blip r:embed="rId17"/>
                <a:stretch>
                  <a:fillRect/>
                </a:stretch>
              </p:blipFill>
              <p:spPr>
                <a:xfrm>
                  <a:off x="9097876" y="2314072"/>
                  <a:ext cx="29520" cy="25200"/>
                </a:xfrm>
                <a:prstGeom prst="rect">
                  <a:avLst/>
                </a:prstGeom>
              </p:spPr>
            </p:pic>
          </mc:Fallback>
        </mc:AlternateContent>
      </p:grpSp>
      <p:grpSp>
        <p:nvGrpSpPr>
          <p:cNvPr id="21" name="Group 20">
            <a:extLst>
              <a:ext uri="{FF2B5EF4-FFF2-40B4-BE49-F238E27FC236}">
                <a16:creationId xmlns:a16="http://schemas.microsoft.com/office/drawing/2014/main" id="{F3EEDAA5-5A99-9697-B494-294D30862295}"/>
              </a:ext>
            </a:extLst>
          </p:cNvPr>
          <p:cNvGrpSpPr/>
          <p:nvPr/>
        </p:nvGrpSpPr>
        <p:grpSpPr>
          <a:xfrm>
            <a:off x="8729956" y="3419272"/>
            <a:ext cx="366840" cy="190800"/>
            <a:chOff x="8729956" y="3419272"/>
            <a:chExt cx="366840" cy="190800"/>
          </a:xfrm>
        </p:grpSpPr>
        <mc:AlternateContent xmlns:mc="http://schemas.openxmlformats.org/markup-compatibility/2006" xmlns:p14="http://schemas.microsoft.com/office/powerpoint/2010/main">
          <mc:Choice Requires="p14">
            <p:contentPart p14:bwMode="auto" r:id="rId18">
              <p14:nvContentPartPr>
                <p14:cNvPr id="18" name="Ink 17">
                  <a:extLst>
                    <a:ext uri="{FF2B5EF4-FFF2-40B4-BE49-F238E27FC236}">
                      <a16:creationId xmlns:a16="http://schemas.microsoft.com/office/drawing/2014/main" id="{8B187033-F07A-5CE7-E789-AE10B2489ADF}"/>
                    </a:ext>
                  </a:extLst>
                </p14:cNvPr>
                <p14:cNvContentPartPr/>
                <p14:nvPr/>
              </p14:nvContentPartPr>
              <p14:xfrm>
                <a:off x="8729956" y="3432952"/>
                <a:ext cx="129240" cy="177120"/>
              </p14:xfrm>
            </p:contentPart>
          </mc:Choice>
          <mc:Fallback xmlns="">
            <p:pic>
              <p:nvPicPr>
                <p:cNvPr id="18" name="Ink 17">
                  <a:extLst>
                    <a:ext uri="{FF2B5EF4-FFF2-40B4-BE49-F238E27FC236}">
                      <a16:creationId xmlns:a16="http://schemas.microsoft.com/office/drawing/2014/main" id="{8B187033-F07A-5CE7-E789-AE10B2489ADF}"/>
                    </a:ext>
                  </a:extLst>
                </p:cNvPr>
                <p:cNvPicPr/>
                <p:nvPr/>
              </p:nvPicPr>
              <p:blipFill>
                <a:blip r:embed="rId19"/>
                <a:stretch>
                  <a:fillRect/>
                </a:stretch>
              </p:blipFill>
              <p:spPr>
                <a:xfrm>
                  <a:off x="8721316" y="3424312"/>
                  <a:ext cx="146880" cy="1947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9" name="Ink 18">
                  <a:extLst>
                    <a:ext uri="{FF2B5EF4-FFF2-40B4-BE49-F238E27FC236}">
                      <a16:creationId xmlns:a16="http://schemas.microsoft.com/office/drawing/2014/main" id="{E31D029E-F918-066A-DCA8-57912CF49690}"/>
                    </a:ext>
                  </a:extLst>
                </p14:cNvPr>
                <p14:cNvContentPartPr/>
                <p14:nvPr/>
              </p14:nvContentPartPr>
              <p14:xfrm>
                <a:off x="8941996" y="3419272"/>
                <a:ext cx="90360" cy="137880"/>
              </p14:xfrm>
            </p:contentPart>
          </mc:Choice>
          <mc:Fallback xmlns="">
            <p:pic>
              <p:nvPicPr>
                <p:cNvPr id="19" name="Ink 18">
                  <a:extLst>
                    <a:ext uri="{FF2B5EF4-FFF2-40B4-BE49-F238E27FC236}">
                      <a16:creationId xmlns:a16="http://schemas.microsoft.com/office/drawing/2014/main" id="{E31D029E-F918-066A-DCA8-57912CF49690}"/>
                    </a:ext>
                  </a:extLst>
                </p:cNvPr>
                <p:cNvPicPr/>
                <p:nvPr/>
              </p:nvPicPr>
              <p:blipFill>
                <a:blip r:embed="rId21"/>
                <a:stretch>
                  <a:fillRect/>
                </a:stretch>
              </p:blipFill>
              <p:spPr>
                <a:xfrm>
                  <a:off x="8933356" y="3410632"/>
                  <a:ext cx="10800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0" name="Ink 19">
                  <a:extLst>
                    <a:ext uri="{FF2B5EF4-FFF2-40B4-BE49-F238E27FC236}">
                      <a16:creationId xmlns:a16="http://schemas.microsoft.com/office/drawing/2014/main" id="{233277DA-27EF-EED9-FB07-B31F4C75E3B8}"/>
                    </a:ext>
                  </a:extLst>
                </p14:cNvPr>
                <p14:cNvContentPartPr/>
                <p14:nvPr/>
              </p14:nvContentPartPr>
              <p14:xfrm>
                <a:off x="9089236" y="3573352"/>
                <a:ext cx="7560" cy="16200"/>
              </p14:xfrm>
            </p:contentPart>
          </mc:Choice>
          <mc:Fallback xmlns="">
            <p:pic>
              <p:nvPicPr>
                <p:cNvPr id="20" name="Ink 19">
                  <a:extLst>
                    <a:ext uri="{FF2B5EF4-FFF2-40B4-BE49-F238E27FC236}">
                      <a16:creationId xmlns:a16="http://schemas.microsoft.com/office/drawing/2014/main" id="{233277DA-27EF-EED9-FB07-B31F4C75E3B8}"/>
                    </a:ext>
                  </a:extLst>
                </p:cNvPr>
                <p:cNvPicPr/>
                <p:nvPr/>
              </p:nvPicPr>
              <p:blipFill>
                <a:blip r:embed="rId23"/>
                <a:stretch>
                  <a:fillRect/>
                </a:stretch>
              </p:blipFill>
              <p:spPr>
                <a:xfrm>
                  <a:off x="9080596" y="3564352"/>
                  <a:ext cx="25200" cy="33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
            <p14:nvContentPartPr>
              <p14:cNvPr id="23" name="Ink 22">
                <a:extLst>
                  <a:ext uri="{FF2B5EF4-FFF2-40B4-BE49-F238E27FC236}">
                    <a16:creationId xmlns:a16="http://schemas.microsoft.com/office/drawing/2014/main" id="{957E2326-E452-2A4D-DC40-D7DC8C571694}"/>
                  </a:ext>
                </a:extLst>
              </p14:cNvPr>
              <p14:cNvContentPartPr/>
              <p14:nvPr/>
            </p14:nvContentPartPr>
            <p14:xfrm>
              <a:off x="4225276" y="5170672"/>
              <a:ext cx="93600" cy="164520"/>
            </p14:xfrm>
          </p:contentPart>
        </mc:Choice>
        <mc:Fallback xmlns="">
          <p:pic>
            <p:nvPicPr>
              <p:cNvPr id="23" name="Ink 22">
                <a:extLst>
                  <a:ext uri="{FF2B5EF4-FFF2-40B4-BE49-F238E27FC236}">
                    <a16:creationId xmlns:a16="http://schemas.microsoft.com/office/drawing/2014/main" id="{957E2326-E452-2A4D-DC40-D7DC8C571694}"/>
                  </a:ext>
                </a:extLst>
              </p:cNvPr>
              <p:cNvPicPr/>
              <p:nvPr/>
            </p:nvPicPr>
            <p:blipFill>
              <a:blip r:embed="rId25"/>
              <a:stretch>
                <a:fillRect/>
              </a:stretch>
            </p:blipFill>
            <p:spPr>
              <a:xfrm>
                <a:off x="4216636" y="5161672"/>
                <a:ext cx="11124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4" name="Ink 23">
                <a:extLst>
                  <a:ext uri="{FF2B5EF4-FFF2-40B4-BE49-F238E27FC236}">
                    <a16:creationId xmlns:a16="http://schemas.microsoft.com/office/drawing/2014/main" id="{BFC78004-D686-DEC0-46C6-1AC20FFEE237}"/>
                  </a:ext>
                </a:extLst>
              </p14:cNvPr>
              <p14:cNvContentPartPr/>
              <p14:nvPr/>
            </p14:nvContentPartPr>
            <p14:xfrm>
              <a:off x="4352356" y="5051872"/>
              <a:ext cx="6840" cy="16560"/>
            </p14:xfrm>
          </p:contentPart>
        </mc:Choice>
        <mc:Fallback xmlns="">
          <p:pic>
            <p:nvPicPr>
              <p:cNvPr id="24" name="Ink 23">
                <a:extLst>
                  <a:ext uri="{FF2B5EF4-FFF2-40B4-BE49-F238E27FC236}">
                    <a16:creationId xmlns:a16="http://schemas.microsoft.com/office/drawing/2014/main" id="{BFC78004-D686-DEC0-46C6-1AC20FFEE237}"/>
                  </a:ext>
                </a:extLst>
              </p:cNvPr>
              <p:cNvPicPr/>
              <p:nvPr/>
            </p:nvPicPr>
            <p:blipFill>
              <a:blip r:embed="rId27"/>
              <a:stretch>
                <a:fillRect/>
              </a:stretch>
            </p:blipFill>
            <p:spPr>
              <a:xfrm>
                <a:off x="4343716" y="5042872"/>
                <a:ext cx="2448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5" name="Ink 24">
                <a:extLst>
                  <a:ext uri="{FF2B5EF4-FFF2-40B4-BE49-F238E27FC236}">
                    <a16:creationId xmlns:a16="http://schemas.microsoft.com/office/drawing/2014/main" id="{D7C48A3F-3359-DFC5-582E-155A6EF93ECF}"/>
                  </a:ext>
                </a:extLst>
              </p14:cNvPr>
              <p14:cNvContentPartPr/>
              <p14:nvPr/>
            </p14:nvContentPartPr>
            <p14:xfrm>
              <a:off x="4478716" y="5189392"/>
              <a:ext cx="112320" cy="53280"/>
            </p14:xfrm>
          </p:contentPart>
        </mc:Choice>
        <mc:Fallback xmlns="">
          <p:pic>
            <p:nvPicPr>
              <p:cNvPr id="25" name="Ink 24">
                <a:extLst>
                  <a:ext uri="{FF2B5EF4-FFF2-40B4-BE49-F238E27FC236}">
                    <a16:creationId xmlns:a16="http://schemas.microsoft.com/office/drawing/2014/main" id="{D7C48A3F-3359-DFC5-582E-155A6EF93ECF}"/>
                  </a:ext>
                </a:extLst>
              </p:cNvPr>
              <p:cNvPicPr/>
              <p:nvPr/>
            </p:nvPicPr>
            <p:blipFill>
              <a:blip r:embed="rId29"/>
              <a:stretch>
                <a:fillRect/>
              </a:stretch>
            </p:blipFill>
            <p:spPr>
              <a:xfrm>
                <a:off x="4469716" y="5180392"/>
                <a:ext cx="129960" cy="70920"/>
              </a:xfrm>
              <a:prstGeom prst="rect">
                <a:avLst/>
              </a:prstGeom>
            </p:spPr>
          </p:pic>
        </mc:Fallback>
      </mc:AlternateContent>
      <p:grpSp>
        <p:nvGrpSpPr>
          <p:cNvPr id="29" name="Group 28">
            <a:extLst>
              <a:ext uri="{FF2B5EF4-FFF2-40B4-BE49-F238E27FC236}">
                <a16:creationId xmlns:a16="http://schemas.microsoft.com/office/drawing/2014/main" id="{24B32E23-9EA6-FF66-E2CF-A82913828D62}"/>
              </a:ext>
            </a:extLst>
          </p:cNvPr>
          <p:cNvGrpSpPr/>
          <p:nvPr/>
        </p:nvGrpSpPr>
        <p:grpSpPr>
          <a:xfrm>
            <a:off x="4784356" y="5097232"/>
            <a:ext cx="210960" cy="230040"/>
            <a:chOff x="4784356" y="5097232"/>
            <a:chExt cx="210960" cy="230040"/>
          </a:xfrm>
        </p:grpSpPr>
        <mc:AlternateContent xmlns:mc="http://schemas.openxmlformats.org/markup-compatibility/2006" xmlns:p14="http://schemas.microsoft.com/office/powerpoint/2010/main">
          <mc:Choice Requires="p14">
            <p:contentPart p14:bwMode="auto" r:id="rId30">
              <p14:nvContentPartPr>
                <p14:cNvPr id="26" name="Ink 25">
                  <a:extLst>
                    <a:ext uri="{FF2B5EF4-FFF2-40B4-BE49-F238E27FC236}">
                      <a16:creationId xmlns:a16="http://schemas.microsoft.com/office/drawing/2014/main" id="{83ABE9A8-3B33-8A42-A97F-9FD94574EBB1}"/>
                    </a:ext>
                  </a:extLst>
                </p14:cNvPr>
                <p14:cNvContentPartPr/>
                <p14:nvPr/>
              </p14:nvContentPartPr>
              <p14:xfrm>
                <a:off x="4784356" y="5105512"/>
                <a:ext cx="18000" cy="221040"/>
              </p14:xfrm>
            </p:contentPart>
          </mc:Choice>
          <mc:Fallback xmlns="">
            <p:pic>
              <p:nvPicPr>
                <p:cNvPr id="26" name="Ink 25">
                  <a:extLst>
                    <a:ext uri="{FF2B5EF4-FFF2-40B4-BE49-F238E27FC236}">
                      <a16:creationId xmlns:a16="http://schemas.microsoft.com/office/drawing/2014/main" id="{83ABE9A8-3B33-8A42-A97F-9FD94574EBB1}"/>
                    </a:ext>
                  </a:extLst>
                </p:cNvPr>
                <p:cNvPicPr/>
                <p:nvPr/>
              </p:nvPicPr>
              <p:blipFill>
                <a:blip r:embed="rId31"/>
                <a:stretch>
                  <a:fillRect/>
                </a:stretch>
              </p:blipFill>
              <p:spPr>
                <a:xfrm>
                  <a:off x="4775356" y="5096512"/>
                  <a:ext cx="35640"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7" name="Ink 26">
                  <a:extLst>
                    <a:ext uri="{FF2B5EF4-FFF2-40B4-BE49-F238E27FC236}">
                      <a16:creationId xmlns:a16="http://schemas.microsoft.com/office/drawing/2014/main" id="{16082C98-7A0B-D73F-B2F6-79A802ECA7DB}"/>
                    </a:ext>
                  </a:extLst>
                </p14:cNvPr>
                <p14:cNvContentPartPr/>
                <p14:nvPr/>
              </p14:nvContentPartPr>
              <p14:xfrm>
                <a:off x="4787236" y="5097232"/>
                <a:ext cx="112680" cy="213120"/>
              </p14:xfrm>
            </p:contentPart>
          </mc:Choice>
          <mc:Fallback xmlns="">
            <p:pic>
              <p:nvPicPr>
                <p:cNvPr id="27" name="Ink 26">
                  <a:extLst>
                    <a:ext uri="{FF2B5EF4-FFF2-40B4-BE49-F238E27FC236}">
                      <a16:creationId xmlns:a16="http://schemas.microsoft.com/office/drawing/2014/main" id="{16082C98-7A0B-D73F-B2F6-79A802ECA7DB}"/>
                    </a:ext>
                  </a:extLst>
                </p:cNvPr>
                <p:cNvPicPr/>
                <p:nvPr/>
              </p:nvPicPr>
              <p:blipFill>
                <a:blip r:embed="rId33"/>
                <a:stretch>
                  <a:fillRect/>
                </a:stretch>
              </p:blipFill>
              <p:spPr>
                <a:xfrm>
                  <a:off x="4778236" y="5088232"/>
                  <a:ext cx="130320" cy="2307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8" name="Ink 27">
                  <a:extLst>
                    <a:ext uri="{FF2B5EF4-FFF2-40B4-BE49-F238E27FC236}">
                      <a16:creationId xmlns:a16="http://schemas.microsoft.com/office/drawing/2014/main" id="{A6695F2E-29EF-E9B6-8297-AC4FD3F0B8FC}"/>
                    </a:ext>
                  </a:extLst>
                </p14:cNvPr>
                <p14:cNvContentPartPr/>
                <p14:nvPr/>
              </p14:nvContentPartPr>
              <p14:xfrm>
                <a:off x="4969396" y="5247352"/>
                <a:ext cx="25920" cy="79920"/>
              </p14:xfrm>
            </p:contentPart>
          </mc:Choice>
          <mc:Fallback xmlns="">
            <p:pic>
              <p:nvPicPr>
                <p:cNvPr id="28" name="Ink 27">
                  <a:extLst>
                    <a:ext uri="{FF2B5EF4-FFF2-40B4-BE49-F238E27FC236}">
                      <a16:creationId xmlns:a16="http://schemas.microsoft.com/office/drawing/2014/main" id="{A6695F2E-29EF-E9B6-8297-AC4FD3F0B8FC}"/>
                    </a:ext>
                  </a:extLst>
                </p:cNvPr>
                <p:cNvPicPr/>
                <p:nvPr/>
              </p:nvPicPr>
              <p:blipFill>
                <a:blip r:embed="rId35"/>
                <a:stretch>
                  <a:fillRect/>
                </a:stretch>
              </p:blipFill>
              <p:spPr>
                <a:xfrm>
                  <a:off x="4960396" y="5238352"/>
                  <a:ext cx="43560" cy="97560"/>
                </a:xfrm>
                <a:prstGeom prst="rect">
                  <a:avLst/>
                </a:prstGeom>
              </p:spPr>
            </p:pic>
          </mc:Fallback>
        </mc:AlternateContent>
      </p:grpSp>
      <p:grpSp>
        <p:nvGrpSpPr>
          <p:cNvPr id="53" name="Group 52">
            <a:extLst>
              <a:ext uri="{FF2B5EF4-FFF2-40B4-BE49-F238E27FC236}">
                <a16:creationId xmlns:a16="http://schemas.microsoft.com/office/drawing/2014/main" id="{71E3D3E5-2362-8FDC-FB6E-0A35556F3A42}"/>
              </a:ext>
            </a:extLst>
          </p:cNvPr>
          <p:cNvGrpSpPr/>
          <p:nvPr/>
        </p:nvGrpSpPr>
        <p:grpSpPr>
          <a:xfrm>
            <a:off x="5140036" y="5102272"/>
            <a:ext cx="327960" cy="217800"/>
            <a:chOff x="5140036" y="5102272"/>
            <a:chExt cx="327960" cy="217800"/>
          </a:xfrm>
        </p:grpSpPr>
        <mc:AlternateContent xmlns:mc="http://schemas.openxmlformats.org/markup-compatibility/2006" xmlns:p14="http://schemas.microsoft.com/office/powerpoint/2010/main">
          <mc:Choice Requires="p14">
            <p:contentPart p14:bwMode="auto" r:id="rId36">
              <p14:nvContentPartPr>
                <p14:cNvPr id="30" name="Ink 29">
                  <a:extLst>
                    <a:ext uri="{FF2B5EF4-FFF2-40B4-BE49-F238E27FC236}">
                      <a16:creationId xmlns:a16="http://schemas.microsoft.com/office/drawing/2014/main" id="{B4656299-B9EE-E625-9CA4-855189792BDA}"/>
                    </a:ext>
                  </a:extLst>
                </p14:cNvPr>
                <p14:cNvContentPartPr/>
                <p14:nvPr/>
              </p14:nvContentPartPr>
              <p14:xfrm>
                <a:off x="5140036" y="5102272"/>
                <a:ext cx="95400" cy="200160"/>
              </p14:xfrm>
            </p:contentPart>
          </mc:Choice>
          <mc:Fallback xmlns="">
            <p:pic>
              <p:nvPicPr>
                <p:cNvPr id="30" name="Ink 29">
                  <a:extLst>
                    <a:ext uri="{FF2B5EF4-FFF2-40B4-BE49-F238E27FC236}">
                      <a16:creationId xmlns:a16="http://schemas.microsoft.com/office/drawing/2014/main" id="{B4656299-B9EE-E625-9CA4-855189792BDA}"/>
                    </a:ext>
                  </a:extLst>
                </p:cNvPr>
                <p:cNvPicPr/>
                <p:nvPr/>
              </p:nvPicPr>
              <p:blipFill>
                <a:blip r:embed="rId37"/>
                <a:stretch>
                  <a:fillRect/>
                </a:stretch>
              </p:blipFill>
              <p:spPr>
                <a:xfrm>
                  <a:off x="5131396" y="5093272"/>
                  <a:ext cx="113040"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1" name="Ink 30">
                  <a:extLst>
                    <a:ext uri="{FF2B5EF4-FFF2-40B4-BE49-F238E27FC236}">
                      <a16:creationId xmlns:a16="http://schemas.microsoft.com/office/drawing/2014/main" id="{623B5A41-F202-391A-DCD9-DCF6F14813D3}"/>
                    </a:ext>
                  </a:extLst>
                </p14:cNvPr>
                <p14:cNvContentPartPr/>
                <p14:nvPr/>
              </p14:nvContentPartPr>
              <p14:xfrm>
                <a:off x="5291236" y="5156992"/>
                <a:ext cx="61200" cy="119160"/>
              </p14:xfrm>
            </p:contentPart>
          </mc:Choice>
          <mc:Fallback xmlns="">
            <p:pic>
              <p:nvPicPr>
                <p:cNvPr id="31" name="Ink 30">
                  <a:extLst>
                    <a:ext uri="{FF2B5EF4-FFF2-40B4-BE49-F238E27FC236}">
                      <a16:creationId xmlns:a16="http://schemas.microsoft.com/office/drawing/2014/main" id="{623B5A41-F202-391A-DCD9-DCF6F14813D3}"/>
                    </a:ext>
                  </a:extLst>
                </p:cNvPr>
                <p:cNvPicPr/>
                <p:nvPr/>
              </p:nvPicPr>
              <p:blipFill>
                <a:blip r:embed="rId39"/>
                <a:stretch>
                  <a:fillRect/>
                </a:stretch>
              </p:blipFill>
              <p:spPr>
                <a:xfrm>
                  <a:off x="5282596" y="5147992"/>
                  <a:ext cx="7884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2" name="Ink 31">
                  <a:extLst>
                    <a:ext uri="{FF2B5EF4-FFF2-40B4-BE49-F238E27FC236}">
                      <a16:creationId xmlns:a16="http://schemas.microsoft.com/office/drawing/2014/main" id="{7DF96CB0-00D1-BECE-600E-9F0CFDE4FDFE}"/>
                    </a:ext>
                  </a:extLst>
                </p14:cNvPr>
                <p14:cNvContentPartPr/>
                <p14:nvPr/>
              </p14:nvContentPartPr>
              <p14:xfrm>
                <a:off x="5392396" y="5115232"/>
                <a:ext cx="75600" cy="204840"/>
              </p14:xfrm>
            </p:contentPart>
          </mc:Choice>
          <mc:Fallback xmlns="">
            <p:pic>
              <p:nvPicPr>
                <p:cNvPr id="32" name="Ink 31">
                  <a:extLst>
                    <a:ext uri="{FF2B5EF4-FFF2-40B4-BE49-F238E27FC236}">
                      <a16:creationId xmlns:a16="http://schemas.microsoft.com/office/drawing/2014/main" id="{7DF96CB0-00D1-BECE-600E-9F0CFDE4FDFE}"/>
                    </a:ext>
                  </a:extLst>
                </p:cNvPr>
                <p:cNvPicPr/>
                <p:nvPr/>
              </p:nvPicPr>
              <p:blipFill>
                <a:blip r:embed="rId41"/>
                <a:stretch>
                  <a:fillRect/>
                </a:stretch>
              </p:blipFill>
              <p:spPr>
                <a:xfrm>
                  <a:off x="5383396" y="5106232"/>
                  <a:ext cx="93240" cy="222480"/>
                </a:xfrm>
                <a:prstGeom prst="rect">
                  <a:avLst/>
                </a:prstGeom>
              </p:spPr>
            </p:pic>
          </mc:Fallback>
        </mc:AlternateContent>
      </p:grpSp>
      <p:grpSp>
        <p:nvGrpSpPr>
          <p:cNvPr id="52" name="Group 51">
            <a:extLst>
              <a:ext uri="{FF2B5EF4-FFF2-40B4-BE49-F238E27FC236}">
                <a16:creationId xmlns:a16="http://schemas.microsoft.com/office/drawing/2014/main" id="{9ED29F73-3BC9-0D58-8111-111DC77A47B5}"/>
              </a:ext>
            </a:extLst>
          </p:cNvPr>
          <p:cNvGrpSpPr/>
          <p:nvPr/>
        </p:nvGrpSpPr>
        <p:grpSpPr>
          <a:xfrm>
            <a:off x="5605156" y="5086072"/>
            <a:ext cx="423360" cy="212760"/>
            <a:chOff x="5605156" y="5086072"/>
            <a:chExt cx="423360" cy="212760"/>
          </a:xfrm>
        </p:grpSpPr>
        <mc:AlternateContent xmlns:mc="http://schemas.openxmlformats.org/markup-compatibility/2006" xmlns:p14="http://schemas.microsoft.com/office/powerpoint/2010/main">
          <mc:Choice Requires="p14">
            <p:contentPart p14:bwMode="auto" r:id="rId42">
              <p14:nvContentPartPr>
                <p14:cNvPr id="33" name="Ink 32">
                  <a:extLst>
                    <a:ext uri="{FF2B5EF4-FFF2-40B4-BE49-F238E27FC236}">
                      <a16:creationId xmlns:a16="http://schemas.microsoft.com/office/drawing/2014/main" id="{2DF3F71A-E545-F719-B119-19E05DABB6AC}"/>
                    </a:ext>
                  </a:extLst>
                </p14:cNvPr>
                <p14:cNvContentPartPr/>
                <p14:nvPr/>
              </p14:nvContentPartPr>
              <p14:xfrm>
                <a:off x="5605156" y="5120992"/>
                <a:ext cx="128160" cy="154800"/>
              </p14:xfrm>
            </p:contentPart>
          </mc:Choice>
          <mc:Fallback xmlns="">
            <p:pic>
              <p:nvPicPr>
                <p:cNvPr id="33" name="Ink 32">
                  <a:extLst>
                    <a:ext uri="{FF2B5EF4-FFF2-40B4-BE49-F238E27FC236}">
                      <a16:creationId xmlns:a16="http://schemas.microsoft.com/office/drawing/2014/main" id="{2DF3F71A-E545-F719-B119-19E05DABB6AC}"/>
                    </a:ext>
                  </a:extLst>
                </p:cNvPr>
                <p:cNvPicPr/>
                <p:nvPr/>
              </p:nvPicPr>
              <p:blipFill>
                <a:blip r:embed="rId43"/>
                <a:stretch>
                  <a:fillRect/>
                </a:stretch>
              </p:blipFill>
              <p:spPr>
                <a:xfrm>
                  <a:off x="5596156" y="5112352"/>
                  <a:ext cx="14580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4" name="Ink 33">
                  <a:extLst>
                    <a:ext uri="{FF2B5EF4-FFF2-40B4-BE49-F238E27FC236}">
                      <a16:creationId xmlns:a16="http://schemas.microsoft.com/office/drawing/2014/main" id="{70F404D8-ED6B-F677-F0CE-86C5F8FE0B96}"/>
                    </a:ext>
                  </a:extLst>
                </p14:cNvPr>
                <p14:cNvContentPartPr/>
                <p14:nvPr/>
              </p14:nvContentPartPr>
              <p14:xfrm>
                <a:off x="5809636" y="5215672"/>
                <a:ext cx="32040" cy="48600"/>
              </p14:xfrm>
            </p:contentPart>
          </mc:Choice>
          <mc:Fallback xmlns="">
            <p:pic>
              <p:nvPicPr>
                <p:cNvPr id="34" name="Ink 33">
                  <a:extLst>
                    <a:ext uri="{FF2B5EF4-FFF2-40B4-BE49-F238E27FC236}">
                      <a16:creationId xmlns:a16="http://schemas.microsoft.com/office/drawing/2014/main" id="{70F404D8-ED6B-F677-F0CE-86C5F8FE0B96}"/>
                    </a:ext>
                  </a:extLst>
                </p:cNvPr>
                <p:cNvPicPr/>
                <p:nvPr/>
              </p:nvPicPr>
              <p:blipFill>
                <a:blip r:embed="rId45"/>
                <a:stretch>
                  <a:fillRect/>
                </a:stretch>
              </p:blipFill>
              <p:spPr>
                <a:xfrm>
                  <a:off x="5800636" y="5207032"/>
                  <a:ext cx="4968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5" name="Ink 34">
                  <a:extLst>
                    <a:ext uri="{FF2B5EF4-FFF2-40B4-BE49-F238E27FC236}">
                      <a16:creationId xmlns:a16="http://schemas.microsoft.com/office/drawing/2014/main" id="{23F66011-39AA-C7A7-BCCC-342C229D0D32}"/>
                    </a:ext>
                  </a:extLst>
                </p14:cNvPr>
                <p14:cNvContentPartPr/>
                <p14:nvPr/>
              </p14:nvContentPartPr>
              <p14:xfrm>
                <a:off x="5959396" y="5086072"/>
                <a:ext cx="34200" cy="212760"/>
              </p14:xfrm>
            </p:contentPart>
          </mc:Choice>
          <mc:Fallback xmlns="">
            <p:pic>
              <p:nvPicPr>
                <p:cNvPr id="35" name="Ink 34">
                  <a:extLst>
                    <a:ext uri="{FF2B5EF4-FFF2-40B4-BE49-F238E27FC236}">
                      <a16:creationId xmlns:a16="http://schemas.microsoft.com/office/drawing/2014/main" id="{23F66011-39AA-C7A7-BCCC-342C229D0D32}"/>
                    </a:ext>
                  </a:extLst>
                </p:cNvPr>
                <p:cNvPicPr/>
                <p:nvPr/>
              </p:nvPicPr>
              <p:blipFill>
                <a:blip r:embed="rId47"/>
                <a:stretch>
                  <a:fillRect/>
                </a:stretch>
              </p:blipFill>
              <p:spPr>
                <a:xfrm>
                  <a:off x="5950756" y="5077072"/>
                  <a:ext cx="5184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6" name="Ink 35">
                  <a:extLst>
                    <a:ext uri="{FF2B5EF4-FFF2-40B4-BE49-F238E27FC236}">
                      <a16:creationId xmlns:a16="http://schemas.microsoft.com/office/drawing/2014/main" id="{C527836C-6680-147E-7738-31941DCA398F}"/>
                    </a:ext>
                  </a:extLst>
                </p14:cNvPr>
                <p14:cNvContentPartPr/>
                <p14:nvPr/>
              </p14:nvContentPartPr>
              <p14:xfrm>
                <a:off x="5910076" y="5144752"/>
                <a:ext cx="118440" cy="23760"/>
              </p14:xfrm>
            </p:contentPart>
          </mc:Choice>
          <mc:Fallback xmlns="">
            <p:pic>
              <p:nvPicPr>
                <p:cNvPr id="36" name="Ink 35">
                  <a:extLst>
                    <a:ext uri="{FF2B5EF4-FFF2-40B4-BE49-F238E27FC236}">
                      <a16:creationId xmlns:a16="http://schemas.microsoft.com/office/drawing/2014/main" id="{C527836C-6680-147E-7738-31941DCA398F}"/>
                    </a:ext>
                  </a:extLst>
                </p:cNvPr>
                <p:cNvPicPr/>
                <p:nvPr/>
              </p:nvPicPr>
              <p:blipFill>
                <a:blip r:embed="rId49"/>
                <a:stretch>
                  <a:fillRect/>
                </a:stretch>
              </p:blipFill>
              <p:spPr>
                <a:xfrm>
                  <a:off x="5901076" y="5136112"/>
                  <a:ext cx="136080" cy="41400"/>
                </a:xfrm>
                <a:prstGeom prst="rect">
                  <a:avLst/>
                </a:prstGeom>
              </p:spPr>
            </p:pic>
          </mc:Fallback>
        </mc:AlternateContent>
      </p:grpSp>
      <p:grpSp>
        <p:nvGrpSpPr>
          <p:cNvPr id="51" name="Group 50">
            <a:extLst>
              <a:ext uri="{FF2B5EF4-FFF2-40B4-BE49-F238E27FC236}">
                <a16:creationId xmlns:a16="http://schemas.microsoft.com/office/drawing/2014/main" id="{6097EA0F-6E10-A173-4806-C20C07C01BF3}"/>
              </a:ext>
            </a:extLst>
          </p:cNvPr>
          <p:cNvGrpSpPr/>
          <p:nvPr/>
        </p:nvGrpSpPr>
        <p:grpSpPr>
          <a:xfrm>
            <a:off x="6168196" y="5077792"/>
            <a:ext cx="292680" cy="309240"/>
            <a:chOff x="6168196" y="5077792"/>
            <a:chExt cx="292680" cy="309240"/>
          </a:xfrm>
        </p:grpSpPr>
        <mc:AlternateContent xmlns:mc="http://schemas.openxmlformats.org/markup-compatibility/2006" xmlns:p14="http://schemas.microsoft.com/office/powerpoint/2010/main">
          <mc:Choice Requires="p14">
            <p:contentPart p14:bwMode="auto" r:id="rId50">
              <p14:nvContentPartPr>
                <p14:cNvPr id="37" name="Ink 36">
                  <a:extLst>
                    <a:ext uri="{FF2B5EF4-FFF2-40B4-BE49-F238E27FC236}">
                      <a16:creationId xmlns:a16="http://schemas.microsoft.com/office/drawing/2014/main" id="{33237F5E-6A95-7B8F-766A-ECC878182712}"/>
                    </a:ext>
                  </a:extLst>
                </p14:cNvPr>
                <p14:cNvContentPartPr/>
                <p14:nvPr/>
              </p14:nvContentPartPr>
              <p14:xfrm>
                <a:off x="6168196" y="5198032"/>
                <a:ext cx="292680" cy="43560"/>
              </p14:xfrm>
            </p:contentPart>
          </mc:Choice>
          <mc:Fallback xmlns="">
            <p:pic>
              <p:nvPicPr>
                <p:cNvPr id="37" name="Ink 36">
                  <a:extLst>
                    <a:ext uri="{FF2B5EF4-FFF2-40B4-BE49-F238E27FC236}">
                      <a16:creationId xmlns:a16="http://schemas.microsoft.com/office/drawing/2014/main" id="{33237F5E-6A95-7B8F-766A-ECC878182712}"/>
                    </a:ext>
                  </a:extLst>
                </p:cNvPr>
                <p:cNvPicPr/>
                <p:nvPr/>
              </p:nvPicPr>
              <p:blipFill>
                <a:blip r:embed="rId51"/>
                <a:stretch>
                  <a:fillRect/>
                </a:stretch>
              </p:blipFill>
              <p:spPr>
                <a:xfrm>
                  <a:off x="6159556" y="5189032"/>
                  <a:ext cx="310320" cy="612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8" name="Ink 37">
                  <a:extLst>
                    <a:ext uri="{FF2B5EF4-FFF2-40B4-BE49-F238E27FC236}">
                      <a16:creationId xmlns:a16="http://schemas.microsoft.com/office/drawing/2014/main" id="{CD4A4628-EFD0-9C52-E1FD-6E4175D5EB9A}"/>
                    </a:ext>
                  </a:extLst>
                </p14:cNvPr>
                <p14:cNvContentPartPr/>
                <p14:nvPr/>
              </p14:nvContentPartPr>
              <p14:xfrm>
                <a:off x="6318676" y="5077792"/>
                <a:ext cx="19800" cy="309240"/>
              </p14:xfrm>
            </p:contentPart>
          </mc:Choice>
          <mc:Fallback xmlns="">
            <p:pic>
              <p:nvPicPr>
                <p:cNvPr id="38" name="Ink 37">
                  <a:extLst>
                    <a:ext uri="{FF2B5EF4-FFF2-40B4-BE49-F238E27FC236}">
                      <a16:creationId xmlns:a16="http://schemas.microsoft.com/office/drawing/2014/main" id="{CD4A4628-EFD0-9C52-E1FD-6E4175D5EB9A}"/>
                    </a:ext>
                  </a:extLst>
                </p:cNvPr>
                <p:cNvPicPr/>
                <p:nvPr/>
              </p:nvPicPr>
              <p:blipFill>
                <a:blip r:embed="rId53"/>
                <a:stretch>
                  <a:fillRect/>
                </a:stretch>
              </p:blipFill>
              <p:spPr>
                <a:xfrm>
                  <a:off x="6309676" y="5069152"/>
                  <a:ext cx="37440" cy="326880"/>
                </a:xfrm>
                <a:prstGeom prst="rect">
                  <a:avLst/>
                </a:prstGeom>
              </p:spPr>
            </p:pic>
          </mc:Fallback>
        </mc:AlternateContent>
      </p:grpSp>
      <p:grpSp>
        <p:nvGrpSpPr>
          <p:cNvPr id="50" name="Group 49">
            <a:extLst>
              <a:ext uri="{FF2B5EF4-FFF2-40B4-BE49-F238E27FC236}">
                <a16:creationId xmlns:a16="http://schemas.microsoft.com/office/drawing/2014/main" id="{03E749BE-4410-C99C-D6E4-0E4EC88D3E3D}"/>
              </a:ext>
            </a:extLst>
          </p:cNvPr>
          <p:cNvGrpSpPr/>
          <p:nvPr/>
        </p:nvGrpSpPr>
        <p:grpSpPr>
          <a:xfrm>
            <a:off x="6580396" y="5046832"/>
            <a:ext cx="758520" cy="310320"/>
            <a:chOff x="6580396" y="5046832"/>
            <a:chExt cx="758520" cy="310320"/>
          </a:xfrm>
        </p:grpSpPr>
        <mc:AlternateContent xmlns:mc="http://schemas.openxmlformats.org/markup-compatibility/2006" xmlns:p14="http://schemas.microsoft.com/office/powerpoint/2010/main">
          <mc:Choice Requires="p14">
            <p:contentPart p14:bwMode="auto" r:id="rId54">
              <p14:nvContentPartPr>
                <p14:cNvPr id="39" name="Ink 38">
                  <a:extLst>
                    <a:ext uri="{FF2B5EF4-FFF2-40B4-BE49-F238E27FC236}">
                      <a16:creationId xmlns:a16="http://schemas.microsoft.com/office/drawing/2014/main" id="{F755A638-B4F1-DC96-122B-E08A0165454E}"/>
                    </a:ext>
                  </a:extLst>
                </p14:cNvPr>
                <p14:cNvContentPartPr/>
                <p14:nvPr/>
              </p14:nvContentPartPr>
              <p14:xfrm>
                <a:off x="6580396" y="5106952"/>
                <a:ext cx="45360" cy="181080"/>
              </p14:xfrm>
            </p:contentPart>
          </mc:Choice>
          <mc:Fallback xmlns="">
            <p:pic>
              <p:nvPicPr>
                <p:cNvPr id="39" name="Ink 38">
                  <a:extLst>
                    <a:ext uri="{FF2B5EF4-FFF2-40B4-BE49-F238E27FC236}">
                      <a16:creationId xmlns:a16="http://schemas.microsoft.com/office/drawing/2014/main" id="{F755A638-B4F1-DC96-122B-E08A0165454E}"/>
                    </a:ext>
                  </a:extLst>
                </p:cNvPr>
                <p:cNvPicPr/>
                <p:nvPr/>
              </p:nvPicPr>
              <p:blipFill>
                <a:blip r:embed="rId55"/>
                <a:stretch>
                  <a:fillRect/>
                </a:stretch>
              </p:blipFill>
              <p:spPr>
                <a:xfrm>
                  <a:off x="6571756" y="5098312"/>
                  <a:ext cx="6300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40" name="Ink 39">
                  <a:extLst>
                    <a:ext uri="{FF2B5EF4-FFF2-40B4-BE49-F238E27FC236}">
                      <a16:creationId xmlns:a16="http://schemas.microsoft.com/office/drawing/2014/main" id="{68B0E0F1-05A5-3A6D-339D-17C5B55BC834}"/>
                    </a:ext>
                  </a:extLst>
                </p14:cNvPr>
                <p14:cNvContentPartPr/>
                <p14:nvPr/>
              </p14:nvContentPartPr>
              <p14:xfrm>
                <a:off x="6598036" y="5127472"/>
                <a:ext cx="92880" cy="210960"/>
              </p14:xfrm>
            </p:contentPart>
          </mc:Choice>
          <mc:Fallback xmlns="">
            <p:pic>
              <p:nvPicPr>
                <p:cNvPr id="40" name="Ink 39">
                  <a:extLst>
                    <a:ext uri="{FF2B5EF4-FFF2-40B4-BE49-F238E27FC236}">
                      <a16:creationId xmlns:a16="http://schemas.microsoft.com/office/drawing/2014/main" id="{68B0E0F1-05A5-3A6D-339D-17C5B55BC834}"/>
                    </a:ext>
                  </a:extLst>
                </p:cNvPr>
                <p:cNvPicPr/>
                <p:nvPr/>
              </p:nvPicPr>
              <p:blipFill>
                <a:blip r:embed="rId57"/>
                <a:stretch>
                  <a:fillRect/>
                </a:stretch>
              </p:blipFill>
              <p:spPr>
                <a:xfrm>
                  <a:off x="6589396" y="5118472"/>
                  <a:ext cx="110520" cy="2286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1" name="Ink 40">
                  <a:extLst>
                    <a:ext uri="{FF2B5EF4-FFF2-40B4-BE49-F238E27FC236}">
                      <a16:creationId xmlns:a16="http://schemas.microsoft.com/office/drawing/2014/main" id="{0DB85C24-4003-C740-8A15-53BC033BBBB5}"/>
                    </a:ext>
                  </a:extLst>
                </p14:cNvPr>
                <p14:cNvContentPartPr/>
                <p14:nvPr/>
              </p14:nvContentPartPr>
              <p14:xfrm>
                <a:off x="6729796" y="5241592"/>
                <a:ext cx="102960" cy="115560"/>
              </p14:xfrm>
            </p:contentPart>
          </mc:Choice>
          <mc:Fallback xmlns="">
            <p:pic>
              <p:nvPicPr>
                <p:cNvPr id="41" name="Ink 40">
                  <a:extLst>
                    <a:ext uri="{FF2B5EF4-FFF2-40B4-BE49-F238E27FC236}">
                      <a16:creationId xmlns:a16="http://schemas.microsoft.com/office/drawing/2014/main" id="{0DB85C24-4003-C740-8A15-53BC033BBBB5}"/>
                    </a:ext>
                  </a:extLst>
                </p:cNvPr>
                <p:cNvPicPr/>
                <p:nvPr/>
              </p:nvPicPr>
              <p:blipFill>
                <a:blip r:embed="rId59"/>
                <a:stretch>
                  <a:fillRect/>
                </a:stretch>
              </p:blipFill>
              <p:spPr>
                <a:xfrm>
                  <a:off x="6721156" y="5232952"/>
                  <a:ext cx="12060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2" name="Ink 41">
                  <a:extLst>
                    <a:ext uri="{FF2B5EF4-FFF2-40B4-BE49-F238E27FC236}">
                      <a16:creationId xmlns:a16="http://schemas.microsoft.com/office/drawing/2014/main" id="{95633A98-FEE2-D7FC-2D17-E713C8D3E462}"/>
                    </a:ext>
                  </a:extLst>
                </p14:cNvPr>
                <p14:cNvContentPartPr/>
                <p14:nvPr/>
              </p14:nvContentPartPr>
              <p14:xfrm>
                <a:off x="6940396" y="5153392"/>
                <a:ext cx="95400" cy="174960"/>
              </p14:xfrm>
            </p:contentPart>
          </mc:Choice>
          <mc:Fallback xmlns="">
            <p:pic>
              <p:nvPicPr>
                <p:cNvPr id="42" name="Ink 41">
                  <a:extLst>
                    <a:ext uri="{FF2B5EF4-FFF2-40B4-BE49-F238E27FC236}">
                      <a16:creationId xmlns:a16="http://schemas.microsoft.com/office/drawing/2014/main" id="{95633A98-FEE2-D7FC-2D17-E713C8D3E462}"/>
                    </a:ext>
                  </a:extLst>
                </p:cNvPr>
                <p:cNvPicPr/>
                <p:nvPr/>
              </p:nvPicPr>
              <p:blipFill>
                <a:blip r:embed="rId61"/>
                <a:stretch>
                  <a:fillRect/>
                </a:stretch>
              </p:blipFill>
              <p:spPr>
                <a:xfrm>
                  <a:off x="6931396" y="5144392"/>
                  <a:ext cx="11304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3" name="Ink 42">
                  <a:extLst>
                    <a:ext uri="{FF2B5EF4-FFF2-40B4-BE49-F238E27FC236}">
                      <a16:creationId xmlns:a16="http://schemas.microsoft.com/office/drawing/2014/main" id="{0875BF08-F060-2509-74AD-41B0CD9C99A2}"/>
                    </a:ext>
                  </a:extLst>
                </p14:cNvPr>
                <p14:cNvContentPartPr/>
                <p14:nvPr/>
              </p14:nvContentPartPr>
              <p14:xfrm>
                <a:off x="7094116" y="5046832"/>
                <a:ext cx="33840" cy="257400"/>
              </p14:xfrm>
            </p:contentPart>
          </mc:Choice>
          <mc:Fallback xmlns="">
            <p:pic>
              <p:nvPicPr>
                <p:cNvPr id="43" name="Ink 42">
                  <a:extLst>
                    <a:ext uri="{FF2B5EF4-FFF2-40B4-BE49-F238E27FC236}">
                      <a16:creationId xmlns:a16="http://schemas.microsoft.com/office/drawing/2014/main" id="{0875BF08-F060-2509-74AD-41B0CD9C99A2}"/>
                    </a:ext>
                  </a:extLst>
                </p:cNvPr>
                <p:cNvPicPr/>
                <p:nvPr/>
              </p:nvPicPr>
              <p:blipFill>
                <a:blip r:embed="rId63"/>
                <a:stretch>
                  <a:fillRect/>
                </a:stretch>
              </p:blipFill>
              <p:spPr>
                <a:xfrm>
                  <a:off x="7085116" y="5038192"/>
                  <a:ext cx="51480" cy="2750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4" name="Ink 43">
                  <a:extLst>
                    <a:ext uri="{FF2B5EF4-FFF2-40B4-BE49-F238E27FC236}">
                      <a16:creationId xmlns:a16="http://schemas.microsoft.com/office/drawing/2014/main" id="{E82E027E-EB66-C13E-193F-03D19D2AABF0}"/>
                    </a:ext>
                  </a:extLst>
                </p14:cNvPr>
                <p14:cNvContentPartPr/>
                <p14:nvPr/>
              </p14:nvContentPartPr>
              <p14:xfrm>
                <a:off x="7225876" y="5200192"/>
                <a:ext cx="113040" cy="112680"/>
              </p14:xfrm>
            </p:contentPart>
          </mc:Choice>
          <mc:Fallback xmlns="">
            <p:pic>
              <p:nvPicPr>
                <p:cNvPr id="44" name="Ink 43">
                  <a:extLst>
                    <a:ext uri="{FF2B5EF4-FFF2-40B4-BE49-F238E27FC236}">
                      <a16:creationId xmlns:a16="http://schemas.microsoft.com/office/drawing/2014/main" id="{E82E027E-EB66-C13E-193F-03D19D2AABF0}"/>
                    </a:ext>
                  </a:extLst>
                </p:cNvPr>
                <p:cNvPicPr/>
                <p:nvPr/>
              </p:nvPicPr>
              <p:blipFill>
                <a:blip r:embed="rId65"/>
                <a:stretch>
                  <a:fillRect/>
                </a:stretch>
              </p:blipFill>
              <p:spPr>
                <a:xfrm>
                  <a:off x="7217236" y="5191192"/>
                  <a:ext cx="130680" cy="130320"/>
                </a:xfrm>
                <a:prstGeom prst="rect">
                  <a:avLst/>
                </a:prstGeom>
              </p:spPr>
            </p:pic>
          </mc:Fallback>
        </mc:AlternateContent>
      </p:grpSp>
      <p:grpSp>
        <p:nvGrpSpPr>
          <p:cNvPr id="49" name="Group 48">
            <a:extLst>
              <a:ext uri="{FF2B5EF4-FFF2-40B4-BE49-F238E27FC236}">
                <a16:creationId xmlns:a16="http://schemas.microsoft.com/office/drawing/2014/main" id="{89057F20-93E4-72F5-1628-897A23C775CE}"/>
              </a:ext>
            </a:extLst>
          </p:cNvPr>
          <p:cNvGrpSpPr/>
          <p:nvPr/>
        </p:nvGrpSpPr>
        <p:grpSpPr>
          <a:xfrm>
            <a:off x="7467436" y="5098312"/>
            <a:ext cx="387000" cy="251280"/>
            <a:chOff x="7467436" y="5098312"/>
            <a:chExt cx="387000" cy="251280"/>
          </a:xfrm>
        </p:grpSpPr>
        <mc:AlternateContent xmlns:mc="http://schemas.openxmlformats.org/markup-compatibility/2006" xmlns:p14="http://schemas.microsoft.com/office/powerpoint/2010/main">
          <mc:Choice Requires="p14">
            <p:contentPart p14:bwMode="auto" r:id="rId66">
              <p14:nvContentPartPr>
                <p14:cNvPr id="45" name="Ink 44">
                  <a:extLst>
                    <a:ext uri="{FF2B5EF4-FFF2-40B4-BE49-F238E27FC236}">
                      <a16:creationId xmlns:a16="http://schemas.microsoft.com/office/drawing/2014/main" id="{24DF0E82-A984-879B-961F-1B0267DE8415}"/>
                    </a:ext>
                  </a:extLst>
                </p14:cNvPr>
                <p14:cNvContentPartPr/>
                <p14:nvPr/>
              </p14:nvContentPartPr>
              <p14:xfrm>
                <a:off x="7467436" y="5147992"/>
                <a:ext cx="120600" cy="201600"/>
              </p14:xfrm>
            </p:contentPart>
          </mc:Choice>
          <mc:Fallback xmlns="">
            <p:pic>
              <p:nvPicPr>
                <p:cNvPr id="45" name="Ink 44">
                  <a:extLst>
                    <a:ext uri="{FF2B5EF4-FFF2-40B4-BE49-F238E27FC236}">
                      <a16:creationId xmlns:a16="http://schemas.microsoft.com/office/drawing/2014/main" id="{24DF0E82-A984-879B-961F-1B0267DE8415}"/>
                    </a:ext>
                  </a:extLst>
                </p:cNvPr>
                <p:cNvPicPr/>
                <p:nvPr/>
              </p:nvPicPr>
              <p:blipFill>
                <a:blip r:embed="rId67"/>
                <a:stretch>
                  <a:fillRect/>
                </a:stretch>
              </p:blipFill>
              <p:spPr>
                <a:xfrm>
                  <a:off x="7458436" y="5139352"/>
                  <a:ext cx="13824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6" name="Ink 45">
                  <a:extLst>
                    <a:ext uri="{FF2B5EF4-FFF2-40B4-BE49-F238E27FC236}">
                      <a16:creationId xmlns:a16="http://schemas.microsoft.com/office/drawing/2014/main" id="{97C629C6-9CB8-1115-670E-F02846B5D9DD}"/>
                    </a:ext>
                  </a:extLst>
                </p14:cNvPr>
                <p14:cNvContentPartPr/>
                <p14:nvPr/>
              </p14:nvContentPartPr>
              <p14:xfrm>
                <a:off x="7647796" y="5241592"/>
                <a:ext cx="60120" cy="61920"/>
              </p14:xfrm>
            </p:contentPart>
          </mc:Choice>
          <mc:Fallback xmlns="">
            <p:pic>
              <p:nvPicPr>
                <p:cNvPr id="46" name="Ink 45">
                  <a:extLst>
                    <a:ext uri="{FF2B5EF4-FFF2-40B4-BE49-F238E27FC236}">
                      <a16:creationId xmlns:a16="http://schemas.microsoft.com/office/drawing/2014/main" id="{97C629C6-9CB8-1115-670E-F02846B5D9DD}"/>
                    </a:ext>
                  </a:extLst>
                </p:cNvPr>
                <p:cNvPicPr/>
                <p:nvPr/>
              </p:nvPicPr>
              <p:blipFill>
                <a:blip r:embed="rId69"/>
                <a:stretch>
                  <a:fillRect/>
                </a:stretch>
              </p:blipFill>
              <p:spPr>
                <a:xfrm>
                  <a:off x="7639156" y="5232592"/>
                  <a:ext cx="7776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7" name="Ink 46">
                  <a:extLst>
                    <a:ext uri="{FF2B5EF4-FFF2-40B4-BE49-F238E27FC236}">
                      <a16:creationId xmlns:a16="http://schemas.microsoft.com/office/drawing/2014/main" id="{C7D1E899-4AE4-1687-5BCF-B7B289EFEE88}"/>
                    </a:ext>
                  </a:extLst>
                </p14:cNvPr>
                <p14:cNvContentPartPr/>
                <p14:nvPr/>
              </p14:nvContentPartPr>
              <p14:xfrm>
                <a:off x="7809436" y="5098312"/>
                <a:ext cx="32760" cy="234360"/>
              </p14:xfrm>
            </p:contentPart>
          </mc:Choice>
          <mc:Fallback xmlns="">
            <p:pic>
              <p:nvPicPr>
                <p:cNvPr id="47" name="Ink 46">
                  <a:extLst>
                    <a:ext uri="{FF2B5EF4-FFF2-40B4-BE49-F238E27FC236}">
                      <a16:creationId xmlns:a16="http://schemas.microsoft.com/office/drawing/2014/main" id="{C7D1E899-4AE4-1687-5BCF-B7B289EFEE88}"/>
                    </a:ext>
                  </a:extLst>
                </p:cNvPr>
                <p:cNvPicPr/>
                <p:nvPr/>
              </p:nvPicPr>
              <p:blipFill>
                <a:blip r:embed="rId71"/>
                <a:stretch>
                  <a:fillRect/>
                </a:stretch>
              </p:blipFill>
              <p:spPr>
                <a:xfrm>
                  <a:off x="7800436" y="5089672"/>
                  <a:ext cx="5040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8" name="Ink 47">
                  <a:extLst>
                    <a:ext uri="{FF2B5EF4-FFF2-40B4-BE49-F238E27FC236}">
                      <a16:creationId xmlns:a16="http://schemas.microsoft.com/office/drawing/2014/main" id="{4EA16EC4-C44D-A087-9CAA-76CF9EE39AB0}"/>
                    </a:ext>
                  </a:extLst>
                </p14:cNvPr>
                <p14:cNvContentPartPr/>
                <p14:nvPr/>
              </p14:nvContentPartPr>
              <p14:xfrm>
                <a:off x="7738156" y="5169592"/>
                <a:ext cx="116280" cy="8280"/>
              </p14:xfrm>
            </p:contentPart>
          </mc:Choice>
          <mc:Fallback xmlns="">
            <p:pic>
              <p:nvPicPr>
                <p:cNvPr id="48" name="Ink 47">
                  <a:extLst>
                    <a:ext uri="{FF2B5EF4-FFF2-40B4-BE49-F238E27FC236}">
                      <a16:creationId xmlns:a16="http://schemas.microsoft.com/office/drawing/2014/main" id="{4EA16EC4-C44D-A087-9CAA-76CF9EE39AB0}"/>
                    </a:ext>
                  </a:extLst>
                </p:cNvPr>
                <p:cNvPicPr/>
                <p:nvPr/>
              </p:nvPicPr>
              <p:blipFill>
                <a:blip r:embed="rId73"/>
                <a:stretch>
                  <a:fillRect/>
                </a:stretch>
              </p:blipFill>
              <p:spPr>
                <a:xfrm>
                  <a:off x="7729516" y="5160952"/>
                  <a:ext cx="133920" cy="25920"/>
                </a:xfrm>
                <a:prstGeom prst="rect">
                  <a:avLst/>
                </a:prstGeom>
              </p:spPr>
            </p:pic>
          </mc:Fallback>
        </mc:AlternateContent>
      </p:grpSp>
    </p:spTree>
    <p:extLst>
      <p:ext uri="{BB962C8B-B14F-4D97-AF65-F5344CB8AC3E}">
        <p14:creationId xmlns:p14="http://schemas.microsoft.com/office/powerpoint/2010/main" val="10982980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altLang="en-US" dirty="0"/>
              <a:t>Damping and RLC networks</a:t>
            </a:r>
          </a:p>
        </p:txBody>
      </p:sp>
      <p:sp>
        <p:nvSpPr>
          <p:cNvPr id="26627" name="Content Placeholder 2"/>
          <p:cNvSpPr>
            <a:spLocks noGrp="1"/>
          </p:cNvSpPr>
          <p:nvPr>
            <p:ph idx="1"/>
          </p:nvPr>
        </p:nvSpPr>
        <p:spPr>
          <a:xfrm>
            <a:off x="838200" y="1456268"/>
            <a:ext cx="10515600" cy="5265208"/>
          </a:xfrm>
        </p:spPr>
        <p:txBody>
          <a:bodyPr>
            <a:noAutofit/>
          </a:bodyPr>
          <a:lstStyle/>
          <a:p>
            <a:pPr marL="0" indent="0" algn="just">
              <a:buNone/>
            </a:pPr>
            <a:r>
              <a:rPr lang="en-US" altLang="en-US" dirty="0"/>
              <a:t>RLC networks can be characterized by the following:</a:t>
            </a:r>
          </a:p>
          <a:p>
            <a:pPr algn="just">
              <a:lnSpc>
                <a:spcPct val="100000"/>
              </a:lnSpc>
              <a:spcBef>
                <a:spcPts val="1200"/>
              </a:spcBef>
              <a:buFontTx/>
              <a:buAutoNum type="arabicPeriod"/>
            </a:pPr>
            <a:r>
              <a:rPr lang="en-US" altLang="en-US" dirty="0"/>
              <a:t> The behavior of these networks is captured by the idea of </a:t>
            </a:r>
            <a:r>
              <a:rPr lang="en-US" altLang="en-US" i="1" dirty="0">
                <a:solidFill>
                  <a:srgbClr val="FF0000"/>
                </a:solidFill>
              </a:rPr>
              <a:t>damping</a:t>
            </a:r>
            <a:r>
              <a:rPr lang="en-US" altLang="en-US" dirty="0"/>
              <a:t>. </a:t>
            </a:r>
          </a:p>
          <a:p>
            <a:pPr marL="355600" indent="-355600" algn="just">
              <a:lnSpc>
                <a:spcPct val="100000"/>
              </a:lnSpc>
              <a:spcBef>
                <a:spcPts val="1200"/>
              </a:spcBef>
              <a:buFontTx/>
              <a:buAutoNum type="arabicPeriod"/>
            </a:pPr>
            <a:r>
              <a:rPr lang="en-US" altLang="en-US" dirty="0"/>
              <a:t>Oscillatory response is possible due to the presence of two types of energy storage elements. </a:t>
            </a:r>
            <a:r>
              <a:rPr lang="en-US" altLang="en-US" i="1" dirty="0"/>
              <a:t>L</a:t>
            </a:r>
            <a:r>
              <a:rPr lang="en-US" altLang="en-US" dirty="0"/>
              <a:t> and </a:t>
            </a:r>
            <a:r>
              <a:rPr lang="en-US" altLang="en-US" i="1" dirty="0"/>
              <a:t>C</a:t>
            </a:r>
            <a:r>
              <a:rPr lang="en-US" altLang="en-US" dirty="0"/>
              <a:t> allows the flow of energy back and forth between the two.</a:t>
            </a:r>
          </a:p>
          <a:p>
            <a:pPr marL="355600" indent="-355600" algn="just">
              <a:lnSpc>
                <a:spcPct val="100000"/>
              </a:lnSpc>
              <a:spcBef>
                <a:spcPts val="1200"/>
              </a:spcBef>
              <a:buFontTx/>
              <a:buAutoNum type="arabicPeriod"/>
            </a:pPr>
            <a:r>
              <a:rPr lang="en-US" altLang="en-US" dirty="0"/>
              <a:t>It is typically difficult to tell the difference between overdamped and critically damped responses.</a:t>
            </a:r>
          </a:p>
          <a:p>
            <a:pPr lvl="1" algn="just">
              <a:lnSpc>
                <a:spcPct val="100000"/>
              </a:lnSpc>
              <a:spcBef>
                <a:spcPts val="1200"/>
              </a:spcBef>
            </a:pPr>
            <a:r>
              <a:rPr lang="en-US" altLang="en-US" dirty="0"/>
              <a:t>Critically damped response is the borderline between the other two, and it decays the fastest.</a:t>
            </a:r>
          </a:p>
          <a:p>
            <a:pPr lvl="1" algn="just">
              <a:lnSpc>
                <a:spcPct val="100000"/>
              </a:lnSpc>
              <a:spcBef>
                <a:spcPts val="1200"/>
              </a:spcBef>
            </a:pPr>
            <a:r>
              <a:rPr lang="en-US" altLang="en-US" dirty="0"/>
              <a:t>With the same initial conditions, the overdamped case has longer settling time. </a:t>
            </a:r>
          </a:p>
        </p:txBody>
      </p:sp>
      <p:sp>
        <p:nvSpPr>
          <p:cNvPr id="5" name="Slide Number Placeholder 4"/>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23</a:t>
            </a:fld>
            <a:endParaRPr lang="en-US" altLang="zh-CN" dirty="0">
              <a:ea typeface="黑体" panose="02010609060101010101" pitchFamily="49" charset="-122"/>
            </a:endParaRPr>
          </a:p>
        </p:txBody>
      </p:sp>
    </p:spTree>
    <p:extLst>
      <p:ext uri="{BB962C8B-B14F-4D97-AF65-F5344CB8AC3E}">
        <p14:creationId xmlns:p14="http://schemas.microsoft.com/office/powerpoint/2010/main" val="36340281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3</a:t>
            </a:r>
          </a:p>
        </p:txBody>
      </p:sp>
      <p:sp>
        <p:nvSpPr>
          <p:cNvPr id="3" name="Content Placeholder 2"/>
          <p:cNvSpPr>
            <a:spLocks noGrp="1"/>
          </p:cNvSpPr>
          <p:nvPr>
            <p:ph idx="1"/>
          </p:nvPr>
        </p:nvSpPr>
        <p:spPr/>
        <p:txBody>
          <a:bodyPr>
            <a:noAutofit/>
          </a:bodyPr>
          <a:lstStyle/>
          <a:p>
            <a:pPr marL="0" indent="0">
              <a:buNone/>
            </a:pPr>
            <a:r>
              <a:rPr lang="en-US" sz="2400" dirty="0"/>
              <a:t>Find </a:t>
            </a:r>
            <a:r>
              <a:rPr lang="en-US" sz="2400" i="1" dirty="0" err="1"/>
              <a:t>i</a:t>
            </a:r>
            <a:r>
              <a:rPr lang="en-US" sz="2400" dirty="0"/>
              <a:t>(t) in the circuit, assume the switch opens at </a:t>
            </a:r>
            <a:r>
              <a:rPr lang="en-US" sz="2400" i="1" dirty="0"/>
              <a:t>t</a:t>
            </a:r>
            <a:r>
              <a:rPr lang="en-US" sz="2400" dirty="0"/>
              <a:t>=0.</a:t>
            </a:r>
          </a:p>
          <a:p>
            <a:r>
              <a:rPr lang="en-US" sz="2400" i="1" dirty="0"/>
              <a:t>t</a:t>
            </a:r>
            <a:r>
              <a:rPr lang="en-US" sz="2400" dirty="0"/>
              <a:t> &lt;0, C is open and L is short. Voltage across C and </a:t>
            </a:r>
            <a:br>
              <a:rPr lang="en-US" sz="2400" dirty="0"/>
            </a:br>
            <a:r>
              <a:rPr lang="en-US" sz="2400" dirty="0"/>
              <a:t>current through L are those across and through R in (a)</a:t>
            </a:r>
          </a:p>
          <a:p>
            <a:r>
              <a:rPr lang="en-US" sz="2400" dirty="0"/>
              <a:t>Initial conditions: from (a)</a:t>
            </a:r>
          </a:p>
          <a:p>
            <a:r>
              <a:rPr lang="en-US" sz="2400" i="1" dirty="0"/>
              <a:t>t</a:t>
            </a:r>
            <a:r>
              <a:rPr lang="en-US" sz="2400" dirty="0"/>
              <a:t>&gt;0, the circuit to consider is (b)</a:t>
            </a:r>
          </a:p>
          <a:p>
            <a:endParaRPr lang="en-US" sz="2400" dirty="0"/>
          </a:p>
          <a:p>
            <a:endParaRPr lang="en-US" sz="2400" dirty="0"/>
          </a:p>
          <a:p>
            <a:endParaRPr lang="en-US" sz="2400" dirty="0"/>
          </a:p>
          <a:p>
            <a:endParaRPr lang="en-US" sz="2400" dirty="0"/>
          </a:p>
          <a:p>
            <a:r>
              <a:rPr lang="en-US" sz="2400" dirty="0"/>
              <a:t>The characteristic roots are complex and </a:t>
            </a:r>
            <a:r>
              <a:rPr lang="en-US" sz="2400" i="1" dirty="0" err="1"/>
              <a:t>i</a:t>
            </a:r>
            <a:r>
              <a:rPr lang="en-US" sz="2400" dirty="0"/>
              <a:t>(t) is under-damped</a:t>
            </a:r>
          </a:p>
        </p:txBody>
      </p:sp>
      <p:pic>
        <p:nvPicPr>
          <p:cNvPr id="152578" name="Picture 2"/>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7629634" y="1071663"/>
            <a:ext cx="4342636" cy="2375945"/>
          </a:xfrm>
          <a:prstGeom prst="rect">
            <a:avLst/>
          </a:prstGeom>
          <a:noFill/>
          <a:ln w="9525">
            <a:noFill/>
            <a:miter lim="800000"/>
            <a:headEnd/>
            <a:tailEnd/>
          </a:ln>
        </p:spPr>
      </p:pic>
      <p:pic>
        <p:nvPicPr>
          <p:cNvPr id="152579" name="Picture 3"/>
          <p:cNvPicPr>
            <a:picLocks noChangeAspect="1" noChangeArrowheads="1"/>
          </p:cNvPicPr>
          <p:nvPr/>
        </p:nvPicPr>
        <p:blipFill>
          <a:blip r:embed="rId4" cstate="print"/>
          <a:srcRect/>
          <a:stretch>
            <a:fillRect/>
          </a:stretch>
        </p:blipFill>
        <p:spPr bwMode="auto">
          <a:xfrm>
            <a:off x="6564162" y="3611583"/>
            <a:ext cx="2812456" cy="2000808"/>
          </a:xfrm>
          <a:prstGeom prst="rect">
            <a:avLst/>
          </a:prstGeom>
          <a:noFill/>
          <a:ln w="9525">
            <a:noFill/>
            <a:miter lim="800000"/>
            <a:headEnd/>
            <a:tailEnd/>
          </a:ln>
        </p:spPr>
      </p:pic>
      <p:pic>
        <p:nvPicPr>
          <p:cNvPr id="152580" name="Picture 4"/>
          <p:cNvPicPr>
            <a:picLocks noChangeAspect="1" noChangeArrowheads="1"/>
          </p:cNvPicPr>
          <p:nvPr/>
        </p:nvPicPr>
        <p:blipFill>
          <a:blip r:embed="rId5" cstate="print"/>
          <a:srcRect/>
          <a:stretch>
            <a:fillRect/>
          </a:stretch>
        </p:blipFill>
        <p:spPr bwMode="auto">
          <a:xfrm>
            <a:off x="9659144" y="3582545"/>
            <a:ext cx="2182673" cy="2098723"/>
          </a:xfrm>
          <a:prstGeom prst="rect">
            <a:avLst/>
          </a:prstGeom>
          <a:noFill/>
          <a:ln w="9525">
            <a:noFill/>
            <a:miter lim="800000"/>
            <a:headEnd/>
            <a:tailEnd/>
          </a:ln>
        </p:spPr>
      </p:pic>
      <p:graphicFrame>
        <p:nvGraphicFramePr>
          <p:cNvPr id="152583" name="Object 7"/>
          <p:cNvGraphicFramePr>
            <a:graphicFrameLocks noChangeAspect="1"/>
          </p:cNvGraphicFramePr>
          <p:nvPr>
            <p:extLst>
              <p:ext uri="{D42A27DB-BD31-4B8C-83A1-F6EECF244321}">
                <p14:modId xmlns:p14="http://schemas.microsoft.com/office/powerpoint/2010/main" val="2200020591"/>
              </p:ext>
            </p:extLst>
          </p:nvPr>
        </p:nvGraphicFramePr>
        <p:xfrm>
          <a:off x="1091256" y="4088391"/>
          <a:ext cx="4424362" cy="1524000"/>
        </p:xfrm>
        <a:graphic>
          <a:graphicData uri="http://schemas.openxmlformats.org/presentationml/2006/ole">
            <mc:AlternateContent xmlns:mc="http://schemas.openxmlformats.org/markup-compatibility/2006">
              <mc:Choice xmlns:v="urn:schemas-microsoft-com:vml" Requires="v">
                <p:oleObj name="Equation" r:id="rId6" imgW="2209800" imgH="762000" progId="Equation.DSMT4">
                  <p:embed/>
                </p:oleObj>
              </mc:Choice>
              <mc:Fallback>
                <p:oleObj name="Equation" r:id="rId6" imgW="2209800" imgH="762000" progId="Equation.DSMT4">
                  <p:embed/>
                  <p:pic>
                    <p:nvPicPr>
                      <p:cNvPr id="152583"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91256" y="4088391"/>
                        <a:ext cx="4424362" cy="152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Slide Number Placeholder 9"/>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24</a:t>
            </a:fld>
            <a:endParaRPr lang="en-US" altLang="zh-CN" dirty="0">
              <a:ea typeface="黑体" panose="02010609060101010101" pitchFamily="49" charset="-122"/>
            </a:endParaRPr>
          </a:p>
        </p:txBody>
      </p:sp>
      <p:sp>
        <p:nvSpPr>
          <p:cNvPr id="11" name="TextBox 10"/>
          <p:cNvSpPr txBox="1"/>
          <p:nvPr/>
        </p:nvSpPr>
        <p:spPr>
          <a:xfrm>
            <a:off x="8280389" y="5285663"/>
            <a:ext cx="777777" cy="461665"/>
          </a:xfrm>
          <a:prstGeom prst="rect">
            <a:avLst/>
          </a:prstGeom>
          <a:solidFill>
            <a:schemeClr val="bg1"/>
          </a:solidFill>
        </p:spPr>
        <p:txBody>
          <a:bodyPr wrap="none" rtlCol="0">
            <a:spAutoFit/>
          </a:bodyPr>
          <a:lstStyle/>
          <a:p>
            <a:r>
              <a:rPr lang="en-US" altLang="zh-CN" sz="2400" i="1" dirty="0"/>
              <a:t>t=0 </a:t>
            </a:r>
            <a:r>
              <a:rPr lang="en-US" altLang="zh-CN" sz="2400" i="1" baseline="30000" dirty="0"/>
              <a:t>-</a:t>
            </a:r>
            <a:endParaRPr lang="zh-CN" altLang="en-US" sz="2400" i="1" baseline="30000" dirty="0"/>
          </a:p>
        </p:txBody>
      </p:sp>
      <p:sp>
        <p:nvSpPr>
          <p:cNvPr id="12" name="Rectangle 11"/>
          <p:cNvSpPr/>
          <p:nvPr/>
        </p:nvSpPr>
        <p:spPr>
          <a:xfrm>
            <a:off x="10968918" y="5285662"/>
            <a:ext cx="769763" cy="461665"/>
          </a:xfrm>
          <a:prstGeom prst="rect">
            <a:avLst/>
          </a:prstGeom>
          <a:solidFill>
            <a:schemeClr val="bg1"/>
          </a:solidFill>
        </p:spPr>
        <p:txBody>
          <a:bodyPr wrap="none">
            <a:spAutoFit/>
          </a:bodyPr>
          <a:lstStyle/>
          <a:p>
            <a:r>
              <a:rPr lang="en-US" altLang="zh-CN" sz="2400" i="1" dirty="0"/>
              <a:t>t=0</a:t>
            </a:r>
            <a:r>
              <a:rPr lang="en-US" altLang="zh-CN" sz="2400" i="1" baseline="30000" dirty="0"/>
              <a:t>+</a:t>
            </a:r>
            <a:endParaRPr lang="zh-CN" altLang="en-US" sz="2400" baseline="30000" dirty="0"/>
          </a:p>
        </p:txBody>
      </p:sp>
      <p:pic>
        <p:nvPicPr>
          <p:cNvPr id="4" name="Picture 3"/>
          <p:cNvPicPr>
            <a:picLocks noChangeAspect="1"/>
          </p:cNvPicPr>
          <p:nvPr/>
        </p:nvPicPr>
        <p:blipFill>
          <a:blip r:embed="rId8"/>
          <a:stretch>
            <a:fillRect/>
          </a:stretch>
        </p:blipFill>
        <p:spPr>
          <a:xfrm>
            <a:off x="4448939" y="3074842"/>
            <a:ext cx="2562225" cy="40957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3 (cont’d)</a:t>
            </a:r>
          </a:p>
        </p:txBody>
      </p:sp>
      <p:sp>
        <p:nvSpPr>
          <p:cNvPr id="3" name="Content Placeholder 2"/>
          <p:cNvSpPr>
            <a:spLocks noGrp="1"/>
          </p:cNvSpPr>
          <p:nvPr>
            <p:ph idx="1"/>
          </p:nvPr>
        </p:nvSpPr>
        <p:spPr/>
        <p:txBody>
          <a:bodyPr/>
          <a:lstStyle/>
          <a:p>
            <a:r>
              <a:rPr lang="en-US" dirty="0"/>
              <a:t>The two characteristic roots are:</a:t>
            </a:r>
          </a:p>
          <a:p>
            <a:endParaRPr lang="en-US" dirty="0"/>
          </a:p>
          <a:p>
            <a:endParaRPr lang="en-US" dirty="0"/>
          </a:p>
          <a:p>
            <a:endParaRPr lang="en-US" dirty="0"/>
          </a:p>
          <a:p>
            <a:r>
              <a:rPr lang="en-US" dirty="0"/>
              <a:t>And the current is:</a:t>
            </a:r>
          </a:p>
          <a:p>
            <a:endParaRPr lang="en-US" dirty="0"/>
          </a:p>
          <a:p>
            <a:endParaRPr lang="en-US" dirty="0"/>
          </a:p>
        </p:txBody>
      </p:sp>
      <p:graphicFrame>
        <p:nvGraphicFramePr>
          <p:cNvPr id="153603" name="Object 3"/>
          <p:cNvGraphicFramePr>
            <a:graphicFrameLocks noChangeAspect="1"/>
          </p:cNvGraphicFramePr>
          <p:nvPr>
            <p:extLst>
              <p:ext uri="{D42A27DB-BD31-4B8C-83A1-F6EECF244321}">
                <p14:modId xmlns:p14="http://schemas.microsoft.com/office/powerpoint/2010/main" val="939520984"/>
              </p:ext>
            </p:extLst>
          </p:nvPr>
        </p:nvGraphicFramePr>
        <p:xfrm>
          <a:off x="1292225" y="2355850"/>
          <a:ext cx="8137525" cy="1320800"/>
        </p:xfrm>
        <a:graphic>
          <a:graphicData uri="http://schemas.openxmlformats.org/presentationml/2006/ole">
            <mc:AlternateContent xmlns:mc="http://schemas.openxmlformats.org/markup-compatibility/2006">
              <mc:Choice xmlns:v="urn:schemas-microsoft-com:vml" Requires="v">
                <p:oleObj name="Equation" r:id="rId2" imgW="4064000" imgH="660400" progId="Equation.DSMT4">
                  <p:embed/>
                </p:oleObj>
              </mc:Choice>
              <mc:Fallback>
                <p:oleObj name="Equation" r:id="rId2" imgW="4064000" imgH="660400" progId="Equation.DSMT4">
                  <p:embed/>
                  <p:pic>
                    <p:nvPicPr>
                      <p:cNvPr id="153603"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2225" y="2355850"/>
                        <a:ext cx="8137525" cy="1320800"/>
                      </a:xfrm>
                      <a:prstGeom prst="rect">
                        <a:avLst/>
                      </a:prstGeom>
                      <a:solidFill>
                        <a:schemeClr val="bg1"/>
                      </a:solidFill>
                    </p:spPr>
                  </p:pic>
                </p:oleObj>
              </mc:Fallback>
            </mc:AlternateContent>
          </a:graphicData>
        </a:graphic>
      </p:graphicFrame>
      <p:graphicFrame>
        <p:nvGraphicFramePr>
          <p:cNvPr id="153606" name="Object 6"/>
          <p:cNvGraphicFramePr>
            <a:graphicFrameLocks noChangeAspect="1"/>
          </p:cNvGraphicFramePr>
          <p:nvPr>
            <p:extLst>
              <p:ext uri="{D42A27DB-BD31-4B8C-83A1-F6EECF244321}">
                <p14:modId xmlns:p14="http://schemas.microsoft.com/office/powerpoint/2010/main" val="3137002944"/>
              </p:ext>
            </p:extLst>
          </p:nvPr>
        </p:nvGraphicFramePr>
        <p:xfrm>
          <a:off x="1204139" y="4365538"/>
          <a:ext cx="10052867" cy="1926875"/>
        </p:xfrm>
        <a:graphic>
          <a:graphicData uri="http://schemas.openxmlformats.org/presentationml/2006/ole">
            <mc:AlternateContent xmlns:mc="http://schemas.openxmlformats.org/markup-compatibility/2006">
              <mc:Choice xmlns:v="urn:schemas-microsoft-com:vml" Requires="v">
                <p:oleObj name="Equation" r:id="rId4" imgW="5295900" imgH="1016000" progId="Equation.DSMT4">
                  <p:embed/>
                </p:oleObj>
              </mc:Choice>
              <mc:Fallback>
                <p:oleObj name="Equation" r:id="rId4" imgW="5295900" imgH="1016000" progId="Equation.DSMT4">
                  <p:embed/>
                  <p:pic>
                    <p:nvPicPr>
                      <p:cNvPr id="153606"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04139" y="4365538"/>
                        <a:ext cx="10052867" cy="1926875"/>
                      </a:xfrm>
                      <a:prstGeom prst="rect">
                        <a:avLst/>
                      </a:prstGeom>
                      <a:solidFill>
                        <a:schemeClr val="bg1"/>
                      </a:solidFill>
                    </p:spPr>
                  </p:pic>
                </p:oleObj>
              </mc:Fallback>
            </mc:AlternateContent>
          </a:graphicData>
        </a:graphic>
      </p:graphicFrame>
      <p:sp>
        <p:nvSpPr>
          <p:cNvPr id="7" name="Slide Number Placeholder 6"/>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25</a:t>
            </a:fld>
            <a:endParaRPr lang="en-US" altLang="zh-CN" dirty="0">
              <a:ea typeface="黑体" panose="02010609060101010101" pitchFamily="49" charset="-122"/>
            </a:endParaRPr>
          </a:p>
        </p:txBody>
      </p:sp>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78CDBC21-A1E6-159C-D887-6A183197CEB1}"/>
                  </a:ext>
                </a:extLst>
              </p14:cNvPr>
              <p14:cNvContentPartPr/>
              <p14:nvPr/>
            </p14:nvContentPartPr>
            <p14:xfrm>
              <a:off x="3446640" y="3223080"/>
              <a:ext cx="412200" cy="456120"/>
            </p14:xfrm>
          </p:contentPart>
        </mc:Choice>
        <mc:Fallback xmlns="">
          <p:pic>
            <p:nvPicPr>
              <p:cNvPr id="4" name="Ink 3">
                <a:extLst>
                  <a:ext uri="{FF2B5EF4-FFF2-40B4-BE49-F238E27FC236}">
                    <a16:creationId xmlns:a16="http://schemas.microsoft.com/office/drawing/2014/main" id="{78CDBC21-A1E6-159C-D887-6A183197CEB1}"/>
                  </a:ext>
                </a:extLst>
              </p:cNvPr>
              <p:cNvPicPr/>
              <p:nvPr/>
            </p:nvPicPr>
            <p:blipFill>
              <a:blip r:embed="rId8"/>
              <a:stretch>
                <a:fillRect/>
              </a:stretch>
            </p:blipFill>
            <p:spPr>
              <a:xfrm>
                <a:off x="3437280" y="3213720"/>
                <a:ext cx="430920" cy="474840"/>
              </a:xfrm>
              <a:prstGeom prst="rect">
                <a:avLst/>
              </a:prstGeom>
            </p:spPr>
          </p:pic>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3 (cont’d)</a:t>
            </a:r>
          </a:p>
        </p:txBody>
      </p:sp>
      <p:sp>
        <p:nvSpPr>
          <p:cNvPr id="3" name="Content Placeholder 2"/>
          <p:cNvSpPr>
            <a:spLocks noGrp="1"/>
          </p:cNvSpPr>
          <p:nvPr>
            <p:ph idx="1"/>
          </p:nvPr>
        </p:nvSpPr>
        <p:spPr/>
        <p:txBody>
          <a:bodyPr/>
          <a:lstStyle/>
          <a:p>
            <a:r>
              <a:rPr lang="en-US" dirty="0"/>
              <a:t>Initial conditions</a:t>
            </a:r>
          </a:p>
          <a:p>
            <a:endParaRPr lang="en-US" dirty="0"/>
          </a:p>
          <a:p>
            <a:endParaRPr lang="en-US" dirty="0"/>
          </a:p>
          <a:p>
            <a:endParaRPr lang="en-US" dirty="0"/>
          </a:p>
          <a:p>
            <a:endParaRPr lang="en-US" dirty="0"/>
          </a:p>
          <a:p>
            <a:r>
              <a:rPr lang="en-US" dirty="0"/>
              <a:t>The final form of the current is </a:t>
            </a:r>
          </a:p>
        </p:txBody>
      </p:sp>
      <p:graphicFrame>
        <p:nvGraphicFramePr>
          <p:cNvPr id="154626" name="Object 2"/>
          <p:cNvGraphicFramePr>
            <a:graphicFrameLocks noChangeAspect="1"/>
          </p:cNvGraphicFramePr>
          <p:nvPr>
            <p:extLst>
              <p:ext uri="{D42A27DB-BD31-4B8C-83A1-F6EECF244321}">
                <p14:modId xmlns:p14="http://schemas.microsoft.com/office/powerpoint/2010/main" val="2213402810"/>
              </p:ext>
            </p:extLst>
          </p:nvPr>
        </p:nvGraphicFramePr>
        <p:xfrm>
          <a:off x="1150165" y="2379448"/>
          <a:ext cx="7712075" cy="1973263"/>
        </p:xfrm>
        <a:graphic>
          <a:graphicData uri="http://schemas.openxmlformats.org/presentationml/2006/ole">
            <mc:AlternateContent xmlns:mc="http://schemas.openxmlformats.org/markup-compatibility/2006">
              <mc:Choice xmlns:v="urn:schemas-microsoft-com:vml" Requires="v">
                <p:oleObj name="Equation" r:id="rId2" imgW="4064000" imgH="1041400" progId="Equation.DSMT4">
                  <p:embed/>
                </p:oleObj>
              </mc:Choice>
              <mc:Fallback>
                <p:oleObj name="Equation" r:id="rId2" imgW="4064000" imgH="1041400" progId="Equation.DSMT4">
                  <p:embed/>
                  <p:pic>
                    <p:nvPicPr>
                      <p:cNvPr id="154626"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0165" y="2379448"/>
                        <a:ext cx="7712075" cy="1973263"/>
                      </a:xfrm>
                      <a:prstGeom prst="rect">
                        <a:avLst/>
                      </a:prstGeom>
                      <a:solidFill>
                        <a:schemeClr val="bg1"/>
                      </a:solidFill>
                    </p:spPr>
                  </p:pic>
                </p:oleObj>
              </mc:Fallback>
            </mc:AlternateContent>
          </a:graphicData>
        </a:graphic>
      </p:graphicFrame>
      <p:graphicFrame>
        <p:nvGraphicFramePr>
          <p:cNvPr id="154627" name="Object 3"/>
          <p:cNvGraphicFramePr>
            <a:graphicFrameLocks noChangeAspect="1"/>
          </p:cNvGraphicFramePr>
          <p:nvPr>
            <p:extLst>
              <p:ext uri="{D42A27DB-BD31-4B8C-83A1-F6EECF244321}">
                <p14:modId xmlns:p14="http://schemas.microsoft.com/office/powerpoint/2010/main" val="1335787408"/>
              </p:ext>
            </p:extLst>
          </p:nvPr>
        </p:nvGraphicFramePr>
        <p:xfrm>
          <a:off x="1150165" y="5048143"/>
          <a:ext cx="5060950" cy="433388"/>
        </p:xfrm>
        <a:graphic>
          <a:graphicData uri="http://schemas.openxmlformats.org/presentationml/2006/ole">
            <mc:AlternateContent xmlns:mc="http://schemas.openxmlformats.org/markup-compatibility/2006">
              <mc:Choice xmlns:v="urn:schemas-microsoft-com:vml" Requires="v">
                <p:oleObj name="Equation" r:id="rId4" imgW="2667000" imgH="228600" progId="Equation.DSMT4">
                  <p:embed/>
                </p:oleObj>
              </mc:Choice>
              <mc:Fallback>
                <p:oleObj name="Equation" r:id="rId4" imgW="2667000" imgH="228600" progId="Equation.DSMT4">
                  <p:embed/>
                  <p:pic>
                    <p:nvPicPr>
                      <p:cNvPr id="154627"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0165" y="5048143"/>
                        <a:ext cx="5060950" cy="433388"/>
                      </a:xfrm>
                      <a:prstGeom prst="rect">
                        <a:avLst/>
                      </a:prstGeom>
                      <a:solidFill>
                        <a:schemeClr val="bg1"/>
                      </a:solidFill>
                    </p:spPr>
                  </p:pic>
                </p:oleObj>
              </mc:Fallback>
            </mc:AlternateContent>
          </a:graphicData>
        </a:graphic>
      </p:graphicFrame>
      <p:sp>
        <p:nvSpPr>
          <p:cNvPr id="7" name="Slide Number Placeholder 6"/>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26</a:t>
            </a:fld>
            <a:endParaRPr lang="en-US" altLang="zh-CN" dirty="0">
              <a:ea typeface="黑体" panose="02010609060101010101" pitchFamily="49" charset="-122"/>
            </a:endParaRPr>
          </a:p>
        </p:txBody>
      </p:sp>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6A553D7C-6F96-9BFB-4103-07DAE5CE973A}"/>
                  </a:ext>
                </a:extLst>
              </p14:cNvPr>
              <p14:cNvContentPartPr/>
              <p14:nvPr/>
            </p14:nvContentPartPr>
            <p14:xfrm>
              <a:off x="6826636" y="3127312"/>
              <a:ext cx="25560" cy="208080"/>
            </p14:xfrm>
          </p:contentPart>
        </mc:Choice>
        <mc:Fallback xmlns="">
          <p:pic>
            <p:nvPicPr>
              <p:cNvPr id="4" name="Ink 3">
                <a:extLst>
                  <a:ext uri="{FF2B5EF4-FFF2-40B4-BE49-F238E27FC236}">
                    <a16:creationId xmlns:a16="http://schemas.microsoft.com/office/drawing/2014/main" id="{6A553D7C-6F96-9BFB-4103-07DAE5CE973A}"/>
                  </a:ext>
                </a:extLst>
              </p:cNvPr>
              <p:cNvPicPr/>
              <p:nvPr/>
            </p:nvPicPr>
            <p:blipFill>
              <a:blip r:embed="rId8"/>
              <a:stretch>
                <a:fillRect/>
              </a:stretch>
            </p:blipFill>
            <p:spPr>
              <a:xfrm>
                <a:off x="6817996" y="3118312"/>
                <a:ext cx="4320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 name="Ink 4">
                <a:extLst>
                  <a:ext uri="{FF2B5EF4-FFF2-40B4-BE49-F238E27FC236}">
                    <a16:creationId xmlns:a16="http://schemas.microsoft.com/office/drawing/2014/main" id="{A2C1054A-CAEC-CC33-0F97-B07CAE8B56B7}"/>
                  </a:ext>
                </a:extLst>
              </p14:cNvPr>
              <p14:cNvContentPartPr/>
              <p14:nvPr/>
            </p14:nvContentPartPr>
            <p14:xfrm>
              <a:off x="6248836" y="3212632"/>
              <a:ext cx="34920" cy="13320"/>
            </p14:xfrm>
          </p:contentPart>
        </mc:Choice>
        <mc:Fallback xmlns="">
          <p:pic>
            <p:nvPicPr>
              <p:cNvPr id="5" name="Ink 4">
                <a:extLst>
                  <a:ext uri="{FF2B5EF4-FFF2-40B4-BE49-F238E27FC236}">
                    <a16:creationId xmlns:a16="http://schemas.microsoft.com/office/drawing/2014/main" id="{A2C1054A-CAEC-CC33-0F97-B07CAE8B56B7}"/>
                  </a:ext>
                </a:extLst>
              </p:cNvPr>
              <p:cNvPicPr/>
              <p:nvPr/>
            </p:nvPicPr>
            <p:blipFill>
              <a:blip r:embed="rId10"/>
              <a:stretch>
                <a:fillRect/>
              </a:stretch>
            </p:blipFill>
            <p:spPr>
              <a:xfrm>
                <a:off x="6240196" y="3203992"/>
                <a:ext cx="5256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6" name="Ink 5">
                <a:extLst>
                  <a:ext uri="{FF2B5EF4-FFF2-40B4-BE49-F238E27FC236}">
                    <a16:creationId xmlns:a16="http://schemas.microsoft.com/office/drawing/2014/main" id="{494FC719-C7A8-C15D-09AB-9057AEDAAE9F}"/>
                  </a:ext>
                </a:extLst>
              </p14:cNvPr>
              <p14:cNvContentPartPr/>
              <p14:nvPr/>
            </p14:nvContentPartPr>
            <p14:xfrm>
              <a:off x="4279276" y="3212272"/>
              <a:ext cx="63360" cy="10440"/>
            </p14:xfrm>
          </p:contentPart>
        </mc:Choice>
        <mc:Fallback xmlns="">
          <p:pic>
            <p:nvPicPr>
              <p:cNvPr id="6" name="Ink 5">
                <a:extLst>
                  <a:ext uri="{FF2B5EF4-FFF2-40B4-BE49-F238E27FC236}">
                    <a16:creationId xmlns:a16="http://schemas.microsoft.com/office/drawing/2014/main" id="{494FC719-C7A8-C15D-09AB-9057AEDAAE9F}"/>
                  </a:ext>
                </a:extLst>
              </p:cNvPr>
              <p:cNvPicPr/>
              <p:nvPr/>
            </p:nvPicPr>
            <p:blipFill>
              <a:blip r:embed="rId12"/>
              <a:stretch>
                <a:fillRect/>
              </a:stretch>
            </p:blipFill>
            <p:spPr>
              <a:xfrm>
                <a:off x="4270636" y="3203272"/>
                <a:ext cx="8100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8" name="Ink 7">
                <a:extLst>
                  <a:ext uri="{FF2B5EF4-FFF2-40B4-BE49-F238E27FC236}">
                    <a16:creationId xmlns:a16="http://schemas.microsoft.com/office/drawing/2014/main" id="{84D7C4DC-840D-4710-3524-97EBD2A027A7}"/>
                  </a:ext>
                </a:extLst>
              </p14:cNvPr>
              <p14:cNvContentPartPr/>
              <p14:nvPr/>
            </p14:nvContentPartPr>
            <p14:xfrm>
              <a:off x="6226516" y="3196792"/>
              <a:ext cx="56520" cy="20520"/>
            </p14:xfrm>
          </p:contentPart>
        </mc:Choice>
        <mc:Fallback xmlns="">
          <p:pic>
            <p:nvPicPr>
              <p:cNvPr id="8" name="Ink 7">
                <a:extLst>
                  <a:ext uri="{FF2B5EF4-FFF2-40B4-BE49-F238E27FC236}">
                    <a16:creationId xmlns:a16="http://schemas.microsoft.com/office/drawing/2014/main" id="{84D7C4DC-840D-4710-3524-97EBD2A027A7}"/>
                  </a:ext>
                </a:extLst>
              </p:cNvPr>
              <p:cNvPicPr/>
              <p:nvPr/>
            </p:nvPicPr>
            <p:blipFill>
              <a:blip r:embed="rId14"/>
              <a:stretch>
                <a:fillRect/>
              </a:stretch>
            </p:blipFill>
            <p:spPr>
              <a:xfrm>
                <a:off x="6217876" y="3187792"/>
                <a:ext cx="7416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1" name="Ink 10">
                <a:extLst>
                  <a:ext uri="{FF2B5EF4-FFF2-40B4-BE49-F238E27FC236}">
                    <a16:creationId xmlns:a16="http://schemas.microsoft.com/office/drawing/2014/main" id="{0C50A163-A4F8-03DB-6DF7-761E2AC411A5}"/>
                  </a:ext>
                </a:extLst>
              </p14:cNvPr>
              <p14:cNvContentPartPr/>
              <p14:nvPr/>
            </p14:nvContentPartPr>
            <p14:xfrm>
              <a:off x="7059196" y="5219632"/>
              <a:ext cx="112320" cy="192960"/>
            </p14:xfrm>
          </p:contentPart>
        </mc:Choice>
        <mc:Fallback xmlns="">
          <p:pic>
            <p:nvPicPr>
              <p:cNvPr id="11" name="Ink 10">
                <a:extLst>
                  <a:ext uri="{FF2B5EF4-FFF2-40B4-BE49-F238E27FC236}">
                    <a16:creationId xmlns:a16="http://schemas.microsoft.com/office/drawing/2014/main" id="{0C50A163-A4F8-03DB-6DF7-761E2AC411A5}"/>
                  </a:ext>
                </a:extLst>
              </p:cNvPr>
              <p:cNvPicPr/>
              <p:nvPr/>
            </p:nvPicPr>
            <p:blipFill>
              <a:blip r:embed="rId16"/>
              <a:stretch>
                <a:fillRect/>
              </a:stretch>
            </p:blipFill>
            <p:spPr>
              <a:xfrm>
                <a:off x="7050556" y="5210632"/>
                <a:ext cx="12996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2" name="Ink 11">
                <a:extLst>
                  <a:ext uri="{FF2B5EF4-FFF2-40B4-BE49-F238E27FC236}">
                    <a16:creationId xmlns:a16="http://schemas.microsoft.com/office/drawing/2014/main" id="{CC4A68D5-8782-3B6B-3E91-B0450898E573}"/>
                  </a:ext>
                </a:extLst>
              </p14:cNvPr>
              <p14:cNvContentPartPr/>
              <p14:nvPr/>
            </p14:nvContentPartPr>
            <p14:xfrm>
              <a:off x="7343956" y="5261392"/>
              <a:ext cx="61920" cy="157320"/>
            </p14:xfrm>
          </p:contentPart>
        </mc:Choice>
        <mc:Fallback xmlns="">
          <p:pic>
            <p:nvPicPr>
              <p:cNvPr id="12" name="Ink 11">
                <a:extLst>
                  <a:ext uri="{FF2B5EF4-FFF2-40B4-BE49-F238E27FC236}">
                    <a16:creationId xmlns:a16="http://schemas.microsoft.com/office/drawing/2014/main" id="{CC4A68D5-8782-3B6B-3E91-B0450898E573}"/>
                  </a:ext>
                </a:extLst>
              </p:cNvPr>
              <p:cNvPicPr/>
              <p:nvPr/>
            </p:nvPicPr>
            <p:blipFill>
              <a:blip r:embed="rId18"/>
              <a:stretch>
                <a:fillRect/>
              </a:stretch>
            </p:blipFill>
            <p:spPr>
              <a:xfrm>
                <a:off x="7334956" y="5252392"/>
                <a:ext cx="79560" cy="174960"/>
              </a:xfrm>
              <a:prstGeom prst="rect">
                <a:avLst/>
              </a:prstGeom>
            </p:spPr>
          </p:pic>
        </mc:Fallback>
      </mc:AlternateContent>
      <p:grpSp>
        <p:nvGrpSpPr>
          <p:cNvPr id="14" name="Group 13">
            <a:extLst>
              <a:ext uri="{FF2B5EF4-FFF2-40B4-BE49-F238E27FC236}">
                <a16:creationId xmlns:a16="http://schemas.microsoft.com/office/drawing/2014/main" id="{D4529A58-B7A2-4212-A018-5974E1C5C8E1}"/>
              </a:ext>
            </a:extLst>
          </p:cNvPr>
          <p:cNvGrpSpPr/>
          <p:nvPr/>
        </p:nvGrpSpPr>
        <p:grpSpPr>
          <a:xfrm>
            <a:off x="6692356" y="5125312"/>
            <a:ext cx="224640" cy="327960"/>
            <a:chOff x="6692356" y="5125312"/>
            <a:chExt cx="224640" cy="327960"/>
          </a:xfrm>
        </p:grpSpPr>
        <mc:AlternateContent xmlns:mc="http://schemas.openxmlformats.org/markup-compatibility/2006" xmlns:p14="http://schemas.microsoft.com/office/powerpoint/2010/main">
          <mc:Choice Requires="p14">
            <p:contentPart p14:bwMode="auto" r:id="rId19">
              <p14:nvContentPartPr>
                <p14:cNvPr id="9" name="Ink 8">
                  <a:extLst>
                    <a:ext uri="{FF2B5EF4-FFF2-40B4-BE49-F238E27FC236}">
                      <a16:creationId xmlns:a16="http://schemas.microsoft.com/office/drawing/2014/main" id="{27FA72C7-1F78-117D-6B19-5F3B5C4C4525}"/>
                    </a:ext>
                  </a:extLst>
                </p14:cNvPr>
                <p14:cNvContentPartPr/>
                <p14:nvPr/>
              </p14:nvContentPartPr>
              <p14:xfrm>
                <a:off x="6800716" y="5125312"/>
                <a:ext cx="80280" cy="327960"/>
              </p14:xfrm>
            </p:contentPart>
          </mc:Choice>
          <mc:Fallback xmlns="">
            <p:pic>
              <p:nvPicPr>
                <p:cNvPr id="9" name="Ink 8">
                  <a:extLst>
                    <a:ext uri="{FF2B5EF4-FFF2-40B4-BE49-F238E27FC236}">
                      <a16:creationId xmlns:a16="http://schemas.microsoft.com/office/drawing/2014/main" id="{27FA72C7-1F78-117D-6B19-5F3B5C4C4525}"/>
                    </a:ext>
                  </a:extLst>
                </p:cNvPr>
                <p:cNvPicPr/>
                <p:nvPr/>
              </p:nvPicPr>
              <p:blipFill>
                <a:blip r:embed="rId20"/>
                <a:stretch>
                  <a:fillRect/>
                </a:stretch>
              </p:blipFill>
              <p:spPr>
                <a:xfrm>
                  <a:off x="6792076" y="5116672"/>
                  <a:ext cx="97920" cy="3456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0" name="Ink 9">
                  <a:extLst>
                    <a:ext uri="{FF2B5EF4-FFF2-40B4-BE49-F238E27FC236}">
                      <a16:creationId xmlns:a16="http://schemas.microsoft.com/office/drawing/2014/main" id="{ADDDFA29-6B5D-7CEB-3910-0D080767E294}"/>
                    </a:ext>
                  </a:extLst>
                </p14:cNvPr>
                <p14:cNvContentPartPr/>
                <p14:nvPr/>
              </p14:nvContentPartPr>
              <p14:xfrm>
                <a:off x="6692356" y="5255272"/>
                <a:ext cx="143640" cy="8640"/>
              </p14:xfrm>
            </p:contentPart>
          </mc:Choice>
          <mc:Fallback xmlns="">
            <p:pic>
              <p:nvPicPr>
                <p:cNvPr id="10" name="Ink 9">
                  <a:extLst>
                    <a:ext uri="{FF2B5EF4-FFF2-40B4-BE49-F238E27FC236}">
                      <a16:creationId xmlns:a16="http://schemas.microsoft.com/office/drawing/2014/main" id="{ADDDFA29-6B5D-7CEB-3910-0D080767E294}"/>
                    </a:ext>
                  </a:extLst>
                </p:cNvPr>
                <p:cNvPicPr/>
                <p:nvPr/>
              </p:nvPicPr>
              <p:blipFill>
                <a:blip r:embed="rId22"/>
                <a:stretch>
                  <a:fillRect/>
                </a:stretch>
              </p:blipFill>
              <p:spPr>
                <a:xfrm>
                  <a:off x="6683716" y="5246632"/>
                  <a:ext cx="16128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3" name="Ink 12">
                  <a:extLst>
                    <a:ext uri="{FF2B5EF4-FFF2-40B4-BE49-F238E27FC236}">
                      <a16:creationId xmlns:a16="http://schemas.microsoft.com/office/drawing/2014/main" id="{34226F1F-3E6C-C231-DCB9-8D62611D29CE}"/>
                    </a:ext>
                  </a:extLst>
                </p14:cNvPr>
                <p14:cNvContentPartPr/>
                <p14:nvPr/>
              </p14:nvContentPartPr>
              <p14:xfrm>
                <a:off x="6760756" y="5262472"/>
                <a:ext cx="156240" cy="15120"/>
              </p14:xfrm>
            </p:contentPart>
          </mc:Choice>
          <mc:Fallback xmlns="">
            <p:pic>
              <p:nvPicPr>
                <p:cNvPr id="13" name="Ink 12">
                  <a:extLst>
                    <a:ext uri="{FF2B5EF4-FFF2-40B4-BE49-F238E27FC236}">
                      <a16:creationId xmlns:a16="http://schemas.microsoft.com/office/drawing/2014/main" id="{34226F1F-3E6C-C231-DCB9-8D62611D29CE}"/>
                    </a:ext>
                  </a:extLst>
                </p:cNvPr>
                <p:cNvPicPr/>
                <p:nvPr/>
              </p:nvPicPr>
              <p:blipFill>
                <a:blip r:embed="rId24"/>
                <a:stretch>
                  <a:fillRect/>
                </a:stretch>
              </p:blipFill>
              <p:spPr>
                <a:xfrm>
                  <a:off x="6751756" y="5253472"/>
                  <a:ext cx="173880" cy="327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5">
            <p14:nvContentPartPr>
              <p14:cNvPr id="15" name="Ink 14">
                <a:extLst>
                  <a:ext uri="{FF2B5EF4-FFF2-40B4-BE49-F238E27FC236}">
                    <a16:creationId xmlns:a16="http://schemas.microsoft.com/office/drawing/2014/main" id="{9D84FA53-AC3F-EE58-1FCE-CE84DBE2946B}"/>
                  </a:ext>
                </a:extLst>
              </p14:cNvPr>
              <p14:cNvContentPartPr/>
              <p14:nvPr/>
            </p14:nvContentPartPr>
            <p14:xfrm>
              <a:off x="6300676" y="5375872"/>
              <a:ext cx="32760" cy="79200"/>
            </p14:xfrm>
          </p:contentPart>
        </mc:Choice>
        <mc:Fallback xmlns="">
          <p:pic>
            <p:nvPicPr>
              <p:cNvPr id="15" name="Ink 14">
                <a:extLst>
                  <a:ext uri="{FF2B5EF4-FFF2-40B4-BE49-F238E27FC236}">
                    <a16:creationId xmlns:a16="http://schemas.microsoft.com/office/drawing/2014/main" id="{9D84FA53-AC3F-EE58-1FCE-CE84DBE2946B}"/>
                  </a:ext>
                </a:extLst>
              </p:cNvPr>
              <p:cNvPicPr/>
              <p:nvPr/>
            </p:nvPicPr>
            <p:blipFill>
              <a:blip r:embed="rId26"/>
              <a:stretch>
                <a:fillRect/>
              </a:stretch>
            </p:blipFill>
            <p:spPr>
              <a:xfrm>
                <a:off x="6292036" y="5367232"/>
                <a:ext cx="50400" cy="96840"/>
              </a:xfrm>
              <a:prstGeom prst="rect">
                <a:avLst/>
              </a:prstGeom>
            </p:spPr>
          </p:pic>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r>
              <a:rPr lang="en-US" altLang="en-US" dirty="0"/>
              <a:t>Step Response of a Series RLC Circuit</a:t>
            </a:r>
          </a:p>
        </p:txBody>
      </p:sp>
      <p:sp>
        <p:nvSpPr>
          <p:cNvPr id="40963" name="Content Placeholder 2"/>
          <p:cNvSpPr>
            <a:spLocks noGrp="1"/>
          </p:cNvSpPr>
          <p:nvPr>
            <p:ph idx="1"/>
          </p:nvPr>
        </p:nvSpPr>
        <p:spPr>
          <a:xfrm>
            <a:off x="838200" y="1600201"/>
            <a:ext cx="10515600" cy="4969932"/>
          </a:xfrm>
        </p:spPr>
        <p:txBody>
          <a:bodyPr>
            <a:noAutofit/>
          </a:bodyPr>
          <a:lstStyle/>
          <a:p>
            <a:pPr algn="just"/>
            <a:r>
              <a:rPr lang="en-US" altLang="en-US" dirty="0"/>
              <a:t>Now let us consider what happens when a DC voltage is suddenly applied to a second order circuit.</a:t>
            </a:r>
          </a:p>
          <a:p>
            <a:pPr algn="just"/>
            <a:r>
              <a:rPr lang="en-US" altLang="en-US" dirty="0"/>
              <a:t>Consider the circuit shown. The switch closes at </a:t>
            </a:r>
            <a:r>
              <a:rPr lang="en-US" altLang="en-US" i="1" dirty="0"/>
              <a:t>t</a:t>
            </a:r>
            <a:r>
              <a:rPr lang="en-US" altLang="en-US" dirty="0"/>
              <a:t>=0.</a:t>
            </a:r>
          </a:p>
          <a:p>
            <a:pPr algn="just"/>
            <a:r>
              <a:rPr lang="en-US" altLang="en-US" dirty="0"/>
              <a:t>Applying KVL around the loop for </a:t>
            </a:r>
            <a:r>
              <a:rPr lang="en-US" altLang="en-US" i="1" dirty="0"/>
              <a:t>t</a:t>
            </a:r>
            <a:r>
              <a:rPr lang="en-US" altLang="en-US" dirty="0"/>
              <a:t>&gt;0:</a:t>
            </a:r>
          </a:p>
          <a:p>
            <a:pPr algn="just"/>
            <a:endParaRPr lang="en-US" altLang="en-US" sz="3600" dirty="0"/>
          </a:p>
          <a:p>
            <a:pPr algn="just"/>
            <a:r>
              <a:rPr lang="en-US" altLang="en-US" dirty="0"/>
              <a:t>Substituting for </a:t>
            </a:r>
            <a:r>
              <a:rPr lang="en-US" altLang="en-US" i="1" dirty="0" err="1"/>
              <a:t>i</a:t>
            </a:r>
            <a:r>
              <a:rPr lang="en-US" altLang="en-US" i="1" dirty="0"/>
              <a:t> </a:t>
            </a:r>
            <a:r>
              <a:rPr lang="en-US" altLang="en-US" dirty="0"/>
              <a:t>gives:</a:t>
            </a:r>
          </a:p>
          <a:p>
            <a:pPr algn="just"/>
            <a:endParaRPr lang="en-US" altLang="en-US" dirty="0"/>
          </a:p>
          <a:p>
            <a:pPr algn="just"/>
            <a:endParaRPr lang="en-US" altLang="en-US" dirty="0"/>
          </a:p>
          <a:p>
            <a:pPr algn="just"/>
            <a:r>
              <a:rPr lang="en-US" altLang="en-US" dirty="0"/>
              <a:t>This is similar to the response for the source free version of the series circuit, except the variable is different, and the RHS is not zero.</a:t>
            </a:r>
          </a:p>
          <a:p>
            <a:pPr algn="just"/>
            <a:endParaRPr lang="en-US" altLang="en-US" dirty="0"/>
          </a:p>
        </p:txBody>
      </p:sp>
      <p:pic>
        <p:nvPicPr>
          <p:cNvPr id="40965" name="Picture 5" descr="C:\Users\Joel\Documents\Teaching\McGraw Hill\Fundamentals of Electric Circuits 5e\figures\Ch08\Color Labeled\ale80571_08_018.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46069" y="3291747"/>
            <a:ext cx="4029945" cy="1805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0966" name="Object 6"/>
          <p:cNvGraphicFramePr>
            <a:graphicFrameLocks noChangeAspect="1"/>
          </p:cNvGraphicFramePr>
          <p:nvPr>
            <p:extLst>
              <p:ext uri="{D42A27DB-BD31-4B8C-83A1-F6EECF244321}">
                <p14:modId xmlns:p14="http://schemas.microsoft.com/office/powerpoint/2010/main" val="3138839794"/>
              </p:ext>
            </p:extLst>
          </p:nvPr>
        </p:nvGraphicFramePr>
        <p:xfrm>
          <a:off x="2265841" y="3419081"/>
          <a:ext cx="2067696" cy="762923"/>
        </p:xfrm>
        <a:graphic>
          <a:graphicData uri="http://schemas.openxmlformats.org/presentationml/2006/ole">
            <mc:AlternateContent xmlns:mc="http://schemas.openxmlformats.org/markup-compatibility/2006">
              <mc:Choice xmlns:v="urn:schemas-microsoft-com:vml" Requires="v">
                <p:oleObj name="Equation" r:id="rId4" imgW="1066337" imgH="393529" progId="Equation.DSMT4">
                  <p:embed/>
                </p:oleObj>
              </mc:Choice>
              <mc:Fallback>
                <p:oleObj name="Equation" r:id="rId4" imgW="1066337" imgH="393529" progId="Equation.DSMT4">
                  <p:embed/>
                  <p:pic>
                    <p:nvPicPr>
                      <p:cNvPr id="40966"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65841" y="3419081"/>
                        <a:ext cx="2067696" cy="7629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67" name="Object 7"/>
          <p:cNvGraphicFramePr>
            <a:graphicFrameLocks noChangeAspect="1"/>
          </p:cNvGraphicFramePr>
          <p:nvPr>
            <p:extLst>
              <p:ext uri="{D42A27DB-BD31-4B8C-83A1-F6EECF244321}">
                <p14:modId xmlns:p14="http://schemas.microsoft.com/office/powerpoint/2010/main" val="546569339"/>
              </p:ext>
            </p:extLst>
          </p:nvPr>
        </p:nvGraphicFramePr>
        <p:xfrm>
          <a:off x="5157306" y="3494070"/>
          <a:ext cx="893858" cy="644609"/>
        </p:xfrm>
        <a:graphic>
          <a:graphicData uri="http://schemas.openxmlformats.org/presentationml/2006/ole">
            <mc:AlternateContent xmlns:mc="http://schemas.openxmlformats.org/markup-compatibility/2006">
              <mc:Choice xmlns:v="urn:schemas-microsoft-com:vml" Requires="v">
                <p:oleObj name="Equation" r:id="rId6" imgW="545863" imgH="393529" progId="Equation.DSMT4">
                  <p:embed/>
                </p:oleObj>
              </mc:Choice>
              <mc:Fallback>
                <p:oleObj name="Equation" r:id="rId6" imgW="545863" imgH="393529" progId="Equation.DSMT4">
                  <p:embed/>
                  <p:pic>
                    <p:nvPicPr>
                      <p:cNvPr id="40967"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57306" y="3494070"/>
                        <a:ext cx="893858" cy="6446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75" name="Object 63"/>
          <p:cNvGraphicFramePr>
            <a:graphicFrameLocks noChangeAspect="1"/>
          </p:cNvGraphicFramePr>
          <p:nvPr>
            <p:extLst>
              <p:ext uri="{D42A27DB-BD31-4B8C-83A1-F6EECF244321}">
                <p14:modId xmlns:p14="http://schemas.microsoft.com/office/powerpoint/2010/main" val="1220060566"/>
              </p:ext>
            </p:extLst>
          </p:nvPr>
        </p:nvGraphicFramePr>
        <p:xfrm>
          <a:off x="1898648" y="4686457"/>
          <a:ext cx="2920457" cy="824600"/>
        </p:xfrm>
        <a:graphic>
          <a:graphicData uri="http://schemas.openxmlformats.org/presentationml/2006/ole">
            <mc:AlternateContent xmlns:mc="http://schemas.openxmlformats.org/markup-compatibility/2006">
              <mc:Choice xmlns:v="urn:schemas-microsoft-com:vml" Requires="v">
                <p:oleObj name="Equation" r:id="rId8" imgW="1485900" imgH="419100" progId="Equation.DSMT4">
                  <p:embed/>
                </p:oleObj>
              </mc:Choice>
              <mc:Fallback>
                <p:oleObj name="Equation" r:id="rId8" imgW="1485900" imgH="419100" progId="Equation.DSMT4">
                  <p:embed/>
                  <p:pic>
                    <p:nvPicPr>
                      <p:cNvPr id="13375" name="Object 6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98648" y="4686457"/>
                        <a:ext cx="2920457" cy="824600"/>
                      </a:xfrm>
                      <a:prstGeom prst="rect">
                        <a:avLst/>
                      </a:prstGeom>
                      <a:solidFill>
                        <a:schemeClr val="bg1"/>
                      </a:solidFill>
                    </p:spPr>
                  </p:pic>
                </p:oleObj>
              </mc:Fallback>
            </mc:AlternateContent>
          </a:graphicData>
        </a:graphic>
      </p:graphicFrame>
      <p:graphicFrame>
        <p:nvGraphicFramePr>
          <p:cNvPr id="13377" name="Object 65"/>
          <p:cNvGraphicFramePr>
            <a:graphicFrameLocks noChangeAspect="1"/>
          </p:cNvGraphicFramePr>
          <p:nvPr>
            <p:extLst>
              <p:ext uri="{D42A27DB-BD31-4B8C-83A1-F6EECF244321}">
                <p14:modId xmlns:p14="http://schemas.microsoft.com/office/powerpoint/2010/main" val="2136713229"/>
              </p:ext>
            </p:extLst>
          </p:nvPr>
        </p:nvGraphicFramePr>
        <p:xfrm>
          <a:off x="5407025" y="4813069"/>
          <a:ext cx="2165350" cy="674687"/>
        </p:xfrm>
        <a:graphic>
          <a:graphicData uri="http://schemas.openxmlformats.org/presentationml/2006/ole">
            <mc:AlternateContent xmlns:mc="http://schemas.openxmlformats.org/markup-compatibility/2006">
              <mc:Choice xmlns:v="urn:schemas-microsoft-com:vml" Requires="v">
                <p:oleObj name="Equation" r:id="rId10" imgW="1346200" imgH="419100" progId="Equation.DSMT4">
                  <p:embed/>
                </p:oleObj>
              </mc:Choice>
              <mc:Fallback>
                <p:oleObj name="Equation" r:id="rId10" imgW="1346200" imgH="419100" progId="Equation.DSMT4">
                  <p:embed/>
                  <p:pic>
                    <p:nvPicPr>
                      <p:cNvPr id="13377" name="Object 6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407025" y="4813069"/>
                        <a:ext cx="2165350" cy="674687"/>
                      </a:xfrm>
                      <a:prstGeom prst="rect">
                        <a:avLst/>
                      </a:prstGeom>
                      <a:solidFill>
                        <a:schemeClr val="bg1"/>
                      </a:solidFill>
                    </p:spPr>
                  </p:pic>
                </p:oleObj>
              </mc:Fallback>
            </mc:AlternateContent>
          </a:graphicData>
        </a:graphic>
      </p:graphicFrame>
      <p:sp>
        <p:nvSpPr>
          <p:cNvPr id="10" name="Slide Number Placeholder 9"/>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27</a:t>
            </a:fld>
            <a:endParaRPr lang="en-US" altLang="zh-CN" dirty="0">
              <a:ea typeface="黑体" panose="02010609060101010101" pitchFamily="49" charset="-122"/>
            </a:endParaRPr>
          </a:p>
        </p:txBody>
      </p:sp>
      <mc:AlternateContent xmlns:mc="http://schemas.openxmlformats.org/markup-compatibility/2006" xmlns:p14="http://schemas.microsoft.com/office/powerpoint/2010/main">
        <mc:Choice Requires="p14">
          <p:contentPart p14:bwMode="auto" r:id="rId12">
            <p14:nvContentPartPr>
              <p14:cNvPr id="2" name="Ink 1">
                <a:extLst>
                  <a:ext uri="{FF2B5EF4-FFF2-40B4-BE49-F238E27FC236}">
                    <a16:creationId xmlns:a16="http://schemas.microsoft.com/office/drawing/2014/main" id="{07B2F4F7-BCED-A243-4597-942D28EB7362}"/>
                  </a:ext>
                </a:extLst>
              </p14:cNvPr>
              <p14:cNvContentPartPr/>
              <p14:nvPr/>
            </p14:nvContentPartPr>
            <p14:xfrm>
              <a:off x="4828680" y="4208400"/>
              <a:ext cx="2616840" cy="671400"/>
            </p14:xfrm>
          </p:contentPart>
        </mc:Choice>
        <mc:Fallback xmlns="">
          <p:pic>
            <p:nvPicPr>
              <p:cNvPr id="2" name="Ink 1">
                <a:extLst>
                  <a:ext uri="{FF2B5EF4-FFF2-40B4-BE49-F238E27FC236}">
                    <a16:creationId xmlns:a16="http://schemas.microsoft.com/office/drawing/2014/main" id="{07B2F4F7-BCED-A243-4597-942D28EB7362}"/>
                  </a:ext>
                </a:extLst>
              </p:cNvPr>
              <p:cNvPicPr/>
              <p:nvPr/>
            </p:nvPicPr>
            <p:blipFill>
              <a:blip r:embed="rId14"/>
              <a:stretch>
                <a:fillRect/>
              </a:stretch>
            </p:blipFill>
            <p:spPr>
              <a:xfrm>
                <a:off x="4819320" y="4199040"/>
                <a:ext cx="2635560" cy="690120"/>
              </a:xfrm>
              <a:prstGeom prst="rect">
                <a:avLst/>
              </a:prstGeom>
            </p:spPr>
          </p:pic>
        </mc:Fallback>
      </mc:AlternateContent>
    </p:spTree>
    <p:extLst>
      <p:ext uri="{BB962C8B-B14F-4D97-AF65-F5344CB8AC3E}">
        <p14:creationId xmlns:p14="http://schemas.microsoft.com/office/powerpoint/2010/main" val="29527548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lstStyle/>
          <a:p>
            <a:r>
              <a:rPr lang="en-US" altLang="en-US" dirty="0"/>
              <a:t>Step Response of a Series RLC Circuit</a:t>
            </a:r>
          </a:p>
        </p:txBody>
      </p:sp>
      <p:sp>
        <p:nvSpPr>
          <p:cNvPr id="43011" name="Content Placeholder 2"/>
          <p:cNvSpPr>
            <a:spLocks noGrp="1"/>
          </p:cNvSpPr>
          <p:nvPr>
            <p:ph idx="1"/>
          </p:nvPr>
        </p:nvSpPr>
        <p:spPr>
          <a:xfrm>
            <a:off x="838200" y="1690688"/>
            <a:ext cx="10515600" cy="4862511"/>
          </a:xfrm>
        </p:spPr>
        <p:txBody>
          <a:bodyPr>
            <a:normAutofit/>
          </a:bodyPr>
          <a:lstStyle/>
          <a:p>
            <a:pPr algn="just"/>
            <a:r>
              <a:rPr lang="en-US" altLang="en-US" dirty="0"/>
              <a:t>Recall in the first-order circuit, for the step response, we can break it up into the transient response and steady state response. Here we can do the same.</a:t>
            </a:r>
          </a:p>
          <a:p>
            <a:pPr algn="just"/>
            <a:endParaRPr lang="en-US" altLang="en-US" dirty="0"/>
          </a:p>
          <a:p>
            <a:pPr algn="just"/>
            <a:r>
              <a:rPr lang="en-US" altLang="en-US" dirty="0"/>
              <a:t>The solution to this equation is a combination of transient response and steady state</a:t>
            </a:r>
          </a:p>
          <a:p>
            <a:pPr algn="just"/>
            <a:endParaRPr lang="en-US" altLang="en-US" dirty="0"/>
          </a:p>
          <a:p>
            <a:pPr lvl="1" algn="just"/>
            <a:r>
              <a:rPr lang="en-US" altLang="en-US" dirty="0"/>
              <a:t>The transient response </a:t>
            </a:r>
            <a:r>
              <a:rPr lang="en-US" altLang="en-US" i="1" dirty="0" err="1"/>
              <a:t>v</a:t>
            </a:r>
            <a:r>
              <a:rPr lang="en-US" altLang="en-US" baseline="-25000" dirty="0" err="1"/>
              <a:t>t</a:t>
            </a:r>
            <a:r>
              <a:rPr lang="en-US" altLang="en-US" dirty="0"/>
              <a:t>(t) is in the same form as the solutions for the source free version.</a:t>
            </a:r>
          </a:p>
          <a:p>
            <a:pPr lvl="1" algn="just"/>
            <a:r>
              <a:rPr lang="en-US" altLang="en-US" dirty="0"/>
              <a:t>The steady state </a:t>
            </a:r>
            <a:r>
              <a:rPr lang="en-US" altLang="en-US" i="1" dirty="0" err="1"/>
              <a:t>v</a:t>
            </a:r>
            <a:r>
              <a:rPr lang="en-US" altLang="en-US" baseline="-25000" dirty="0" err="1"/>
              <a:t>ss</a:t>
            </a:r>
            <a:r>
              <a:rPr lang="en-US" altLang="en-US" dirty="0"/>
              <a:t>(t) is the value of </a:t>
            </a:r>
            <a:r>
              <a:rPr lang="en-US" altLang="en-US" i="1" dirty="0"/>
              <a:t>v</a:t>
            </a:r>
            <a:r>
              <a:rPr lang="en-US" altLang="en-US" dirty="0"/>
              <a:t>(t</a:t>
            </a:r>
            <a:r>
              <a:rPr lang="en-US" altLang="en-US" dirty="0">
                <a:sym typeface="Symbol"/>
              </a:rPr>
              <a:t></a:t>
            </a:r>
            <a:r>
              <a:rPr lang="en-US" altLang="en-US" dirty="0"/>
              <a:t>). In series RLC, the capacitor voltage will equal the source voltage.</a:t>
            </a:r>
          </a:p>
          <a:p>
            <a:pPr algn="just">
              <a:buNone/>
            </a:pPr>
            <a:endParaRPr lang="en-US" altLang="en-US" sz="2400" dirty="0"/>
          </a:p>
          <a:p>
            <a:pPr algn="just"/>
            <a:endParaRPr lang="en-US" altLang="en-US" sz="2400" dirty="0"/>
          </a:p>
        </p:txBody>
      </p:sp>
      <p:graphicFrame>
        <p:nvGraphicFramePr>
          <p:cNvPr id="43014" name="Object 7"/>
          <p:cNvGraphicFramePr>
            <a:graphicFrameLocks noChangeAspect="1"/>
          </p:cNvGraphicFramePr>
          <p:nvPr>
            <p:extLst>
              <p:ext uri="{D42A27DB-BD31-4B8C-83A1-F6EECF244321}">
                <p14:modId xmlns:p14="http://schemas.microsoft.com/office/powerpoint/2010/main" val="686466286"/>
              </p:ext>
            </p:extLst>
          </p:nvPr>
        </p:nvGraphicFramePr>
        <p:xfrm>
          <a:off x="4454217" y="4131733"/>
          <a:ext cx="2712449" cy="565257"/>
        </p:xfrm>
        <a:graphic>
          <a:graphicData uri="http://schemas.openxmlformats.org/presentationml/2006/ole">
            <mc:AlternateContent xmlns:mc="http://schemas.openxmlformats.org/markup-compatibility/2006">
              <mc:Choice xmlns:v="urn:schemas-microsoft-com:vml" Requires="v">
                <p:oleObj name="Equation" r:id="rId3" imgW="1218671" imgH="253890" progId="Equation.DSMT4">
                  <p:embed/>
                </p:oleObj>
              </mc:Choice>
              <mc:Fallback>
                <p:oleObj name="Equation" r:id="rId3" imgW="1218671" imgH="253890" progId="Equation.DSMT4">
                  <p:embed/>
                  <p:pic>
                    <p:nvPicPr>
                      <p:cNvPr id="43014"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54217" y="4131733"/>
                        <a:ext cx="2712449" cy="56525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Slide Number Placeholder 6"/>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28</a:t>
            </a:fld>
            <a:endParaRPr lang="en-US" altLang="zh-CN" dirty="0">
              <a:ea typeface="黑体" panose="02010609060101010101" pitchFamily="49" charset="-122"/>
            </a:endParaRPr>
          </a:p>
        </p:txBody>
      </p:sp>
      <p:graphicFrame>
        <p:nvGraphicFramePr>
          <p:cNvPr id="8" name="Object 63"/>
          <p:cNvGraphicFramePr>
            <a:graphicFrameLocks noChangeAspect="1"/>
          </p:cNvGraphicFramePr>
          <p:nvPr>
            <p:extLst>
              <p:ext uri="{D42A27DB-BD31-4B8C-83A1-F6EECF244321}">
                <p14:modId xmlns:p14="http://schemas.microsoft.com/office/powerpoint/2010/main" val="3712401675"/>
              </p:ext>
            </p:extLst>
          </p:nvPr>
        </p:nvGraphicFramePr>
        <p:xfrm>
          <a:off x="4350212" y="2644352"/>
          <a:ext cx="2920457" cy="824600"/>
        </p:xfrm>
        <a:graphic>
          <a:graphicData uri="http://schemas.openxmlformats.org/presentationml/2006/ole">
            <mc:AlternateContent xmlns:mc="http://schemas.openxmlformats.org/markup-compatibility/2006">
              <mc:Choice xmlns:v="urn:schemas-microsoft-com:vml" Requires="v">
                <p:oleObj name="Equation" r:id="rId5" imgW="1485900" imgH="419100" progId="Equation.DSMT4">
                  <p:embed/>
                </p:oleObj>
              </mc:Choice>
              <mc:Fallback>
                <p:oleObj name="Equation" r:id="rId5" imgW="1485900" imgH="419100" progId="Equation.DSMT4">
                  <p:embed/>
                  <p:pic>
                    <p:nvPicPr>
                      <p:cNvPr id="8" name="Object 6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50212" y="2644352"/>
                        <a:ext cx="2920457" cy="824600"/>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32189722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lstStyle/>
          <a:p>
            <a:r>
              <a:rPr lang="en-US" altLang="en-US" dirty="0"/>
              <a:t>Step Response of a Series RLC Circuit</a:t>
            </a:r>
          </a:p>
        </p:txBody>
      </p:sp>
      <p:sp>
        <p:nvSpPr>
          <p:cNvPr id="43011" name="Content Placeholder 2"/>
          <p:cNvSpPr>
            <a:spLocks noGrp="1"/>
          </p:cNvSpPr>
          <p:nvPr>
            <p:ph idx="1"/>
          </p:nvPr>
        </p:nvSpPr>
        <p:spPr>
          <a:xfrm>
            <a:off x="838200" y="2854325"/>
            <a:ext cx="10515600" cy="3502026"/>
          </a:xfrm>
        </p:spPr>
        <p:txBody>
          <a:bodyPr>
            <a:normAutofit/>
          </a:bodyPr>
          <a:lstStyle/>
          <a:p>
            <a:r>
              <a:rPr lang="en-US" altLang="en-US" dirty="0"/>
              <a:t>The complete solutions for the three conditions of damping are:</a:t>
            </a:r>
          </a:p>
          <a:p>
            <a:endParaRPr lang="en-US" altLang="en-US" dirty="0"/>
          </a:p>
          <a:p>
            <a:endParaRPr lang="en-US" altLang="en-US" dirty="0"/>
          </a:p>
          <a:p>
            <a:endParaRPr lang="en-US" altLang="en-US" dirty="0"/>
          </a:p>
          <a:p>
            <a:endParaRPr lang="en-US" altLang="en-US" dirty="0"/>
          </a:p>
          <a:p>
            <a:r>
              <a:rPr lang="en-US" altLang="en-US" dirty="0"/>
              <a:t>The variables </a:t>
            </a:r>
            <a:r>
              <a:rPr lang="en-US" altLang="en-US" i="1" dirty="0"/>
              <a:t>A</a:t>
            </a:r>
            <a:r>
              <a:rPr lang="en-US" altLang="en-US" i="1" baseline="-25000" dirty="0"/>
              <a:t>1</a:t>
            </a:r>
            <a:r>
              <a:rPr lang="en-US" altLang="en-US" dirty="0"/>
              <a:t> and </a:t>
            </a:r>
            <a:r>
              <a:rPr lang="en-US" altLang="en-US" i="1" dirty="0"/>
              <a:t>A</a:t>
            </a:r>
            <a:r>
              <a:rPr lang="en-US" altLang="en-US" i="1" baseline="-25000" dirty="0"/>
              <a:t>2</a:t>
            </a:r>
            <a:r>
              <a:rPr lang="en-US" altLang="en-US" dirty="0"/>
              <a:t> are obtained from the initial conditions, </a:t>
            </a:r>
            <a:r>
              <a:rPr lang="en-US" altLang="en-US" i="1" dirty="0"/>
              <a:t>v(0)</a:t>
            </a:r>
            <a:r>
              <a:rPr lang="en-US" altLang="en-US" dirty="0"/>
              <a:t> and </a:t>
            </a:r>
            <a:r>
              <a:rPr lang="en-US" altLang="en-US" i="1" dirty="0"/>
              <a:t>dv(0)/</a:t>
            </a:r>
            <a:r>
              <a:rPr lang="en-US" altLang="en-US" i="1" dirty="0" err="1"/>
              <a:t>dt</a:t>
            </a:r>
            <a:r>
              <a:rPr lang="en-US" altLang="en-US" dirty="0" err="1"/>
              <a:t>.</a:t>
            </a:r>
            <a:endParaRPr lang="en-US" altLang="en-US" dirty="0"/>
          </a:p>
        </p:txBody>
      </p:sp>
      <p:graphicFrame>
        <p:nvGraphicFramePr>
          <p:cNvPr id="14398" name="Object 62"/>
          <p:cNvGraphicFramePr>
            <a:graphicFrameLocks noChangeAspect="1"/>
          </p:cNvGraphicFramePr>
          <p:nvPr>
            <p:extLst>
              <p:ext uri="{D42A27DB-BD31-4B8C-83A1-F6EECF244321}">
                <p14:modId xmlns:p14="http://schemas.microsoft.com/office/powerpoint/2010/main" val="2965737135"/>
              </p:ext>
            </p:extLst>
          </p:nvPr>
        </p:nvGraphicFramePr>
        <p:xfrm>
          <a:off x="2311856" y="3477513"/>
          <a:ext cx="7179440" cy="1578239"/>
        </p:xfrm>
        <a:graphic>
          <a:graphicData uri="http://schemas.openxmlformats.org/presentationml/2006/ole">
            <mc:AlternateContent xmlns:mc="http://schemas.openxmlformats.org/markup-compatibility/2006">
              <mc:Choice xmlns:v="urn:schemas-microsoft-com:vml" Requires="v">
                <p:oleObj name="Equation" r:id="rId3" imgW="3238500" imgH="711200" progId="Equation.DSMT4">
                  <p:embed/>
                </p:oleObj>
              </mc:Choice>
              <mc:Fallback>
                <p:oleObj name="Equation" r:id="rId3" imgW="3238500" imgH="711200" progId="Equation.DSMT4">
                  <p:embed/>
                  <p:pic>
                    <p:nvPicPr>
                      <p:cNvPr id="14398" name="Object 6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1856" y="3477513"/>
                        <a:ext cx="7179440" cy="1578239"/>
                      </a:xfrm>
                      <a:prstGeom prst="rect">
                        <a:avLst/>
                      </a:prstGeom>
                      <a:noFill/>
                    </p:spPr>
                  </p:pic>
                </p:oleObj>
              </mc:Fallback>
            </mc:AlternateContent>
          </a:graphicData>
        </a:graphic>
      </p:graphicFrame>
      <p:sp>
        <p:nvSpPr>
          <p:cNvPr id="7" name="Slide Number Placeholder 6"/>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29</a:t>
            </a:fld>
            <a:endParaRPr lang="en-US" altLang="zh-CN" dirty="0">
              <a:ea typeface="黑体" panose="02010609060101010101" pitchFamily="49" charset="-122"/>
            </a:endParaRPr>
          </a:p>
        </p:txBody>
      </p:sp>
      <p:graphicFrame>
        <p:nvGraphicFramePr>
          <p:cNvPr id="8" name="Object 63"/>
          <p:cNvGraphicFramePr>
            <a:graphicFrameLocks noChangeAspect="1"/>
          </p:cNvGraphicFramePr>
          <p:nvPr>
            <p:extLst>
              <p:ext uri="{D42A27DB-BD31-4B8C-83A1-F6EECF244321}">
                <p14:modId xmlns:p14="http://schemas.microsoft.com/office/powerpoint/2010/main" val="4272422203"/>
              </p:ext>
            </p:extLst>
          </p:nvPr>
        </p:nvGraphicFramePr>
        <p:xfrm>
          <a:off x="4441348" y="1841474"/>
          <a:ext cx="2920457" cy="824600"/>
        </p:xfrm>
        <a:graphic>
          <a:graphicData uri="http://schemas.openxmlformats.org/presentationml/2006/ole">
            <mc:AlternateContent xmlns:mc="http://schemas.openxmlformats.org/markup-compatibility/2006">
              <mc:Choice xmlns:v="urn:schemas-microsoft-com:vml" Requires="v">
                <p:oleObj name="Equation" r:id="rId5" imgW="1485900" imgH="419100" progId="Equation.DSMT4">
                  <p:embed/>
                </p:oleObj>
              </mc:Choice>
              <mc:Fallback>
                <p:oleObj name="Equation" r:id="rId5" imgW="1485900" imgH="419100" progId="Equation.DSMT4">
                  <p:embed/>
                  <p:pic>
                    <p:nvPicPr>
                      <p:cNvPr id="8" name="Object 6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41348" y="1841474"/>
                        <a:ext cx="2920457" cy="824600"/>
                      </a:xfrm>
                      <a:prstGeom prst="rect">
                        <a:avLst/>
                      </a:prstGeom>
                      <a:solidFill>
                        <a:schemeClr val="bg1"/>
                      </a:solidFill>
                    </p:spPr>
                  </p:pic>
                </p:oleObj>
              </mc:Fallback>
            </mc:AlternateContent>
          </a:graphicData>
        </a:graphic>
      </p:graphicFrame>
      <mc:AlternateContent xmlns:mc="http://schemas.openxmlformats.org/markup-compatibility/2006" xmlns:p14="http://schemas.microsoft.com/office/powerpoint/2010/main">
        <mc:Choice Requires="p14">
          <p:contentPart p14:bwMode="auto" r:id="rId7">
            <p14:nvContentPartPr>
              <p14:cNvPr id="2" name="Ink 1">
                <a:extLst>
                  <a:ext uri="{FF2B5EF4-FFF2-40B4-BE49-F238E27FC236}">
                    <a16:creationId xmlns:a16="http://schemas.microsoft.com/office/drawing/2014/main" id="{7545C15C-7B4E-36F9-8843-672F49B63134}"/>
                  </a:ext>
                </a:extLst>
              </p14:cNvPr>
              <p14:cNvContentPartPr/>
              <p14:nvPr/>
            </p14:nvContentPartPr>
            <p14:xfrm>
              <a:off x="5011200" y="1931040"/>
              <a:ext cx="5727240" cy="3156120"/>
            </p14:xfrm>
          </p:contentPart>
        </mc:Choice>
        <mc:Fallback xmlns="">
          <p:pic>
            <p:nvPicPr>
              <p:cNvPr id="2" name="Ink 1">
                <a:extLst>
                  <a:ext uri="{FF2B5EF4-FFF2-40B4-BE49-F238E27FC236}">
                    <a16:creationId xmlns:a16="http://schemas.microsoft.com/office/drawing/2014/main" id="{7545C15C-7B4E-36F9-8843-672F49B63134}"/>
                  </a:ext>
                </a:extLst>
              </p:cNvPr>
              <p:cNvPicPr/>
              <p:nvPr/>
            </p:nvPicPr>
            <p:blipFill>
              <a:blip r:embed="rId9"/>
              <a:stretch>
                <a:fillRect/>
              </a:stretch>
            </p:blipFill>
            <p:spPr>
              <a:xfrm>
                <a:off x="5001840" y="1921680"/>
                <a:ext cx="5745960" cy="31748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2" name="Ink 21">
                <a:extLst>
                  <a:ext uri="{FF2B5EF4-FFF2-40B4-BE49-F238E27FC236}">
                    <a16:creationId xmlns:a16="http://schemas.microsoft.com/office/drawing/2014/main" id="{0A1EFFF5-855E-18B9-2C5F-B0A59CE1CFE4}"/>
                  </a:ext>
                </a:extLst>
              </p14:cNvPr>
              <p14:cNvContentPartPr/>
              <p14:nvPr/>
            </p14:nvContentPartPr>
            <p14:xfrm>
              <a:off x="5011516" y="4789432"/>
              <a:ext cx="97200" cy="171720"/>
            </p14:xfrm>
          </p:contentPart>
        </mc:Choice>
        <mc:Fallback xmlns="">
          <p:pic>
            <p:nvPicPr>
              <p:cNvPr id="22" name="Ink 21">
                <a:extLst>
                  <a:ext uri="{FF2B5EF4-FFF2-40B4-BE49-F238E27FC236}">
                    <a16:creationId xmlns:a16="http://schemas.microsoft.com/office/drawing/2014/main" id="{0A1EFFF5-855E-18B9-2C5F-B0A59CE1CFE4}"/>
                  </a:ext>
                </a:extLst>
              </p:cNvPr>
              <p:cNvPicPr/>
              <p:nvPr/>
            </p:nvPicPr>
            <p:blipFill>
              <a:blip r:embed="rId11"/>
              <a:stretch>
                <a:fillRect/>
              </a:stretch>
            </p:blipFill>
            <p:spPr>
              <a:xfrm>
                <a:off x="5002876" y="4780792"/>
                <a:ext cx="11484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3" name="Ink 22">
                <a:extLst>
                  <a:ext uri="{FF2B5EF4-FFF2-40B4-BE49-F238E27FC236}">
                    <a16:creationId xmlns:a16="http://schemas.microsoft.com/office/drawing/2014/main" id="{A2FDD9F0-727B-6F34-7A5D-CAF312D89788}"/>
                  </a:ext>
                </a:extLst>
              </p14:cNvPr>
              <p14:cNvContentPartPr/>
              <p14:nvPr/>
            </p14:nvContentPartPr>
            <p14:xfrm>
              <a:off x="6610996" y="4758112"/>
              <a:ext cx="78480" cy="198000"/>
            </p14:xfrm>
          </p:contentPart>
        </mc:Choice>
        <mc:Fallback xmlns="">
          <p:pic>
            <p:nvPicPr>
              <p:cNvPr id="23" name="Ink 22">
                <a:extLst>
                  <a:ext uri="{FF2B5EF4-FFF2-40B4-BE49-F238E27FC236}">
                    <a16:creationId xmlns:a16="http://schemas.microsoft.com/office/drawing/2014/main" id="{A2FDD9F0-727B-6F34-7A5D-CAF312D89788}"/>
                  </a:ext>
                </a:extLst>
              </p:cNvPr>
              <p:cNvPicPr/>
              <p:nvPr/>
            </p:nvPicPr>
            <p:blipFill>
              <a:blip r:embed="rId13"/>
              <a:stretch>
                <a:fillRect/>
              </a:stretch>
            </p:blipFill>
            <p:spPr>
              <a:xfrm>
                <a:off x="6602356" y="4749112"/>
                <a:ext cx="96120" cy="215640"/>
              </a:xfrm>
              <a:prstGeom prst="rect">
                <a:avLst/>
              </a:prstGeom>
            </p:spPr>
          </p:pic>
        </mc:Fallback>
      </mc:AlternateContent>
      <p:grpSp>
        <p:nvGrpSpPr>
          <p:cNvPr id="36" name="Group 35">
            <a:extLst>
              <a:ext uri="{FF2B5EF4-FFF2-40B4-BE49-F238E27FC236}">
                <a16:creationId xmlns:a16="http://schemas.microsoft.com/office/drawing/2014/main" id="{B7BD3AA7-079D-1D3C-514B-9B2DCDD7B18D}"/>
              </a:ext>
            </a:extLst>
          </p:cNvPr>
          <p:cNvGrpSpPr/>
          <p:nvPr/>
        </p:nvGrpSpPr>
        <p:grpSpPr>
          <a:xfrm>
            <a:off x="7753996" y="5041432"/>
            <a:ext cx="1407960" cy="365400"/>
            <a:chOff x="7753996" y="5041432"/>
            <a:chExt cx="1407960" cy="365400"/>
          </a:xfrm>
        </p:grpSpPr>
        <mc:AlternateContent xmlns:mc="http://schemas.openxmlformats.org/markup-compatibility/2006" xmlns:p14="http://schemas.microsoft.com/office/powerpoint/2010/main">
          <mc:Choice Requires="p14">
            <p:contentPart p14:bwMode="auto" r:id="rId14">
              <p14:nvContentPartPr>
                <p14:cNvPr id="24" name="Ink 23">
                  <a:extLst>
                    <a:ext uri="{FF2B5EF4-FFF2-40B4-BE49-F238E27FC236}">
                      <a16:creationId xmlns:a16="http://schemas.microsoft.com/office/drawing/2014/main" id="{B4E5CE89-CEE7-AEA7-F749-898C51BD2EA2}"/>
                    </a:ext>
                  </a:extLst>
                </p14:cNvPr>
                <p14:cNvContentPartPr/>
                <p14:nvPr/>
              </p14:nvContentPartPr>
              <p14:xfrm>
                <a:off x="7753996" y="5142592"/>
                <a:ext cx="192240" cy="190800"/>
              </p14:xfrm>
            </p:contentPart>
          </mc:Choice>
          <mc:Fallback xmlns="">
            <p:pic>
              <p:nvPicPr>
                <p:cNvPr id="24" name="Ink 23">
                  <a:extLst>
                    <a:ext uri="{FF2B5EF4-FFF2-40B4-BE49-F238E27FC236}">
                      <a16:creationId xmlns:a16="http://schemas.microsoft.com/office/drawing/2014/main" id="{B4E5CE89-CEE7-AEA7-F749-898C51BD2EA2}"/>
                    </a:ext>
                  </a:extLst>
                </p:cNvPr>
                <p:cNvPicPr/>
                <p:nvPr/>
              </p:nvPicPr>
              <p:blipFill>
                <a:blip r:embed="rId15"/>
                <a:stretch>
                  <a:fillRect/>
                </a:stretch>
              </p:blipFill>
              <p:spPr>
                <a:xfrm>
                  <a:off x="7745356" y="5133952"/>
                  <a:ext cx="209880" cy="2084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5" name="Ink 24">
                  <a:extLst>
                    <a:ext uri="{FF2B5EF4-FFF2-40B4-BE49-F238E27FC236}">
                      <a16:creationId xmlns:a16="http://schemas.microsoft.com/office/drawing/2014/main" id="{9BB55850-567E-53F9-ECE6-B6096A8B1FBB}"/>
                    </a:ext>
                  </a:extLst>
                </p14:cNvPr>
                <p14:cNvContentPartPr/>
                <p14:nvPr/>
              </p14:nvContentPartPr>
              <p14:xfrm>
                <a:off x="7974676" y="5181112"/>
                <a:ext cx="76680" cy="183600"/>
              </p14:xfrm>
            </p:contentPart>
          </mc:Choice>
          <mc:Fallback xmlns="">
            <p:pic>
              <p:nvPicPr>
                <p:cNvPr id="25" name="Ink 24">
                  <a:extLst>
                    <a:ext uri="{FF2B5EF4-FFF2-40B4-BE49-F238E27FC236}">
                      <a16:creationId xmlns:a16="http://schemas.microsoft.com/office/drawing/2014/main" id="{9BB55850-567E-53F9-ECE6-B6096A8B1FBB}"/>
                    </a:ext>
                  </a:extLst>
                </p:cNvPr>
                <p:cNvPicPr/>
                <p:nvPr/>
              </p:nvPicPr>
              <p:blipFill>
                <a:blip r:embed="rId17"/>
                <a:stretch>
                  <a:fillRect/>
                </a:stretch>
              </p:blipFill>
              <p:spPr>
                <a:xfrm>
                  <a:off x="7966036" y="5172472"/>
                  <a:ext cx="94320" cy="2012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6" name="Ink 25">
                  <a:extLst>
                    <a:ext uri="{FF2B5EF4-FFF2-40B4-BE49-F238E27FC236}">
                      <a16:creationId xmlns:a16="http://schemas.microsoft.com/office/drawing/2014/main" id="{95672DBA-AB8D-8432-09B0-E021A021AF36}"/>
                    </a:ext>
                  </a:extLst>
                </p14:cNvPr>
                <p14:cNvContentPartPr/>
                <p14:nvPr/>
              </p14:nvContentPartPr>
              <p14:xfrm>
                <a:off x="8151076" y="5203432"/>
                <a:ext cx="77040" cy="27000"/>
              </p14:xfrm>
            </p:contentPart>
          </mc:Choice>
          <mc:Fallback xmlns="">
            <p:pic>
              <p:nvPicPr>
                <p:cNvPr id="26" name="Ink 25">
                  <a:extLst>
                    <a:ext uri="{FF2B5EF4-FFF2-40B4-BE49-F238E27FC236}">
                      <a16:creationId xmlns:a16="http://schemas.microsoft.com/office/drawing/2014/main" id="{95672DBA-AB8D-8432-09B0-E021A021AF36}"/>
                    </a:ext>
                  </a:extLst>
                </p:cNvPr>
                <p:cNvPicPr/>
                <p:nvPr/>
              </p:nvPicPr>
              <p:blipFill>
                <a:blip r:embed="rId19"/>
                <a:stretch>
                  <a:fillRect/>
                </a:stretch>
              </p:blipFill>
              <p:spPr>
                <a:xfrm>
                  <a:off x="8142436" y="5194432"/>
                  <a:ext cx="9468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7" name="Ink 26">
                  <a:extLst>
                    <a:ext uri="{FF2B5EF4-FFF2-40B4-BE49-F238E27FC236}">
                      <a16:creationId xmlns:a16="http://schemas.microsoft.com/office/drawing/2014/main" id="{3367E008-5853-15C2-DD38-E249905251E2}"/>
                    </a:ext>
                  </a:extLst>
                </p14:cNvPr>
                <p14:cNvContentPartPr/>
                <p14:nvPr/>
              </p14:nvContentPartPr>
              <p14:xfrm>
                <a:off x="8146396" y="5280112"/>
                <a:ext cx="105840" cy="12240"/>
              </p14:xfrm>
            </p:contentPart>
          </mc:Choice>
          <mc:Fallback xmlns="">
            <p:pic>
              <p:nvPicPr>
                <p:cNvPr id="27" name="Ink 26">
                  <a:extLst>
                    <a:ext uri="{FF2B5EF4-FFF2-40B4-BE49-F238E27FC236}">
                      <a16:creationId xmlns:a16="http://schemas.microsoft.com/office/drawing/2014/main" id="{3367E008-5853-15C2-DD38-E249905251E2}"/>
                    </a:ext>
                  </a:extLst>
                </p:cNvPr>
                <p:cNvPicPr/>
                <p:nvPr/>
              </p:nvPicPr>
              <p:blipFill>
                <a:blip r:embed="rId21"/>
                <a:stretch>
                  <a:fillRect/>
                </a:stretch>
              </p:blipFill>
              <p:spPr>
                <a:xfrm>
                  <a:off x="8137396" y="5271472"/>
                  <a:ext cx="12348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8" name="Ink 27">
                  <a:extLst>
                    <a:ext uri="{FF2B5EF4-FFF2-40B4-BE49-F238E27FC236}">
                      <a16:creationId xmlns:a16="http://schemas.microsoft.com/office/drawing/2014/main" id="{8159408C-82C5-9190-27AA-A4925A708DC6}"/>
                    </a:ext>
                  </a:extLst>
                </p14:cNvPr>
                <p14:cNvContentPartPr/>
                <p14:nvPr/>
              </p14:nvContentPartPr>
              <p14:xfrm>
                <a:off x="8305876" y="5041432"/>
                <a:ext cx="781560" cy="348840"/>
              </p14:xfrm>
            </p:contentPart>
          </mc:Choice>
          <mc:Fallback xmlns="">
            <p:pic>
              <p:nvPicPr>
                <p:cNvPr id="28" name="Ink 27">
                  <a:extLst>
                    <a:ext uri="{FF2B5EF4-FFF2-40B4-BE49-F238E27FC236}">
                      <a16:creationId xmlns:a16="http://schemas.microsoft.com/office/drawing/2014/main" id="{8159408C-82C5-9190-27AA-A4925A708DC6}"/>
                    </a:ext>
                  </a:extLst>
                </p:cNvPr>
                <p:cNvPicPr/>
                <p:nvPr/>
              </p:nvPicPr>
              <p:blipFill>
                <a:blip r:embed="rId23"/>
                <a:stretch>
                  <a:fillRect/>
                </a:stretch>
              </p:blipFill>
              <p:spPr>
                <a:xfrm>
                  <a:off x="8297236" y="5032792"/>
                  <a:ext cx="799200" cy="3664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9" name="Ink 28">
                  <a:extLst>
                    <a:ext uri="{FF2B5EF4-FFF2-40B4-BE49-F238E27FC236}">
                      <a16:creationId xmlns:a16="http://schemas.microsoft.com/office/drawing/2014/main" id="{E1661227-3A4F-6264-AC78-72784DA5C81E}"/>
                    </a:ext>
                  </a:extLst>
                </p14:cNvPr>
                <p14:cNvContentPartPr/>
                <p14:nvPr/>
              </p14:nvContentPartPr>
              <p14:xfrm>
                <a:off x="8483716" y="5196232"/>
                <a:ext cx="162720" cy="120240"/>
              </p14:xfrm>
            </p:contentPart>
          </mc:Choice>
          <mc:Fallback xmlns="">
            <p:pic>
              <p:nvPicPr>
                <p:cNvPr id="29" name="Ink 28">
                  <a:extLst>
                    <a:ext uri="{FF2B5EF4-FFF2-40B4-BE49-F238E27FC236}">
                      <a16:creationId xmlns:a16="http://schemas.microsoft.com/office/drawing/2014/main" id="{E1661227-3A4F-6264-AC78-72784DA5C81E}"/>
                    </a:ext>
                  </a:extLst>
                </p:cNvPr>
                <p:cNvPicPr/>
                <p:nvPr/>
              </p:nvPicPr>
              <p:blipFill>
                <a:blip r:embed="rId25"/>
                <a:stretch>
                  <a:fillRect/>
                </a:stretch>
              </p:blipFill>
              <p:spPr>
                <a:xfrm>
                  <a:off x="8475076" y="5187592"/>
                  <a:ext cx="18036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0" name="Ink 29">
                  <a:extLst>
                    <a:ext uri="{FF2B5EF4-FFF2-40B4-BE49-F238E27FC236}">
                      <a16:creationId xmlns:a16="http://schemas.microsoft.com/office/drawing/2014/main" id="{128413FF-48DB-C4FD-EC19-ADB3B461F9D6}"/>
                    </a:ext>
                  </a:extLst>
                </p14:cNvPr>
                <p14:cNvContentPartPr/>
                <p14:nvPr/>
              </p14:nvContentPartPr>
              <p14:xfrm>
                <a:off x="8674156" y="5273632"/>
                <a:ext cx="56160" cy="81360"/>
              </p14:xfrm>
            </p:contentPart>
          </mc:Choice>
          <mc:Fallback xmlns="">
            <p:pic>
              <p:nvPicPr>
                <p:cNvPr id="30" name="Ink 29">
                  <a:extLst>
                    <a:ext uri="{FF2B5EF4-FFF2-40B4-BE49-F238E27FC236}">
                      <a16:creationId xmlns:a16="http://schemas.microsoft.com/office/drawing/2014/main" id="{128413FF-48DB-C4FD-EC19-ADB3B461F9D6}"/>
                    </a:ext>
                  </a:extLst>
                </p:cNvPr>
                <p:cNvPicPr/>
                <p:nvPr/>
              </p:nvPicPr>
              <p:blipFill>
                <a:blip r:embed="rId27"/>
                <a:stretch>
                  <a:fillRect/>
                </a:stretch>
              </p:blipFill>
              <p:spPr>
                <a:xfrm>
                  <a:off x="8665516" y="5264992"/>
                  <a:ext cx="7380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1" name="Ink 30">
                  <a:extLst>
                    <a:ext uri="{FF2B5EF4-FFF2-40B4-BE49-F238E27FC236}">
                      <a16:creationId xmlns:a16="http://schemas.microsoft.com/office/drawing/2014/main" id="{A22EB8E5-B09E-6825-9548-B882114C7251}"/>
                    </a:ext>
                  </a:extLst>
                </p14:cNvPr>
                <p14:cNvContentPartPr/>
                <p14:nvPr/>
              </p14:nvContentPartPr>
              <p14:xfrm>
                <a:off x="8712316" y="5132872"/>
                <a:ext cx="54000" cy="82440"/>
              </p14:xfrm>
            </p:contentPart>
          </mc:Choice>
          <mc:Fallback xmlns="">
            <p:pic>
              <p:nvPicPr>
                <p:cNvPr id="31" name="Ink 30">
                  <a:extLst>
                    <a:ext uri="{FF2B5EF4-FFF2-40B4-BE49-F238E27FC236}">
                      <a16:creationId xmlns:a16="http://schemas.microsoft.com/office/drawing/2014/main" id="{A22EB8E5-B09E-6825-9548-B882114C7251}"/>
                    </a:ext>
                  </a:extLst>
                </p:cNvPr>
                <p:cNvPicPr/>
                <p:nvPr/>
              </p:nvPicPr>
              <p:blipFill>
                <a:blip r:embed="rId29"/>
                <a:stretch>
                  <a:fillRect/>
                </a:stretch>
              </p:blipFill>
              <p:spPr>
                <a:xfrm>
                  <a:off x="8703316" y="5124232"/>
                  <a:ext cx="7164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2" name="Ink 31">
                  <a:extLst>
                    <a:ext uri="{FF2B5EF4-FFF2-40B4-BE49-F238E27FC236}">
                      <a16:creationId xmlns:a16="http://schemas.microsoft.com/office/drawing/2014/main" id="{045D9084-54D4-B061-EE22-86694B3D4087}"/>
                    </a:ext>
                  </a:extLst>
                </p14:cNvPr>
                <p14:cNvContentPartPr/>
                <p14:nvPr/>
              </p14:nvContentPartPr>
              <p14:xfrm>
                <a:off x="8828596" y="5267872"/>
                <a:ext cx="90720" cy="5400"/>
              </p14:xfrm>
            </p:contentPart>
          </mc:Choice>
          <mc:Fallback xmlns="">
            <p:pic>
              <p:nvPicPr>
                <p:cNvPr id="32" name="Ink 31">
                  <a:extLst>
                    <a:ext uri="{FF2B5EF4-FFF2-40B4-BE49-F238E27FC236}">
                      <a16:creationId xmlns:a16="http://schemas.microsoft.com/office/drawing/2014/main" id="{045D9084-54D4-B061-EE22-86694B3D4087}"/>
                    </a:ext>
                  </a:extLst>
                </p:cNvPr>
                <p:cNvPicPr/>
                <p:nvPr/>
              </p:nvPicPr>
              <p:blipFill>
                <a:blip r:embed="rId31"/>
                <a:stretch>
                  <a:fillRect/>
                </a:stretch>
              </p:blipFill>
              <p:spPr>
                <a:xfrm>
                  <a:off x="8819596" y="5258872"/>
                  <a:ext cx="10836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4" name="Ink 33">
                  <a:extLst>
                    <a:ext uri="{FF2B5EF4-FFF2-40B4-BE49-F238E27FC236}">
                      <a16:creationId xmlns:a16="http://schemas.microsoft.com/office/drawing/2014/main" id="{3CC09391-03E1-67C2-3302-650CC3B5817A}"/>
                    </a:ext>
                  </a:extLst>
                </p14:cNvPr>
                <p14:cNvContentPartPr/>
                <p14:nvPr/>
              </p14:nvContentPartPr>
              <p14:xfrm>
                <a:off x="8927596" y="5182912"/>
                <a:ext cx="189000" cy="223920"/>
              </p14:xfrm>
            </p:contentPart>
          </mc:Choice>
          <mc:Fallback xmlns="">
            <p:pic>
              <p:nvPicPr>
                <p:cNvPr id="34" name="Ink 33">
                  <a:extLst>
                    <a:ext uri="{FF2B5EF4-FFF2-40B4-BE49-F238E27FC236}">
                      <a16:creationId xmlns:a16="http://schemas.microsoft.com/office/drawing/2014/main" id="{3CC09391-03E1-67C2-3302-650CC3B5817A}"/>
                    </a:ext>
                  </a:extLst>
                </p:cNvPr>
                <p:cNvPicPr/>
                <p:nvPr/>
              </p:nvPicPr>
              <p:blipFill>
                <a:blip r:embed="rId33"/>
                <a:stretch>
                  <a:fillRect/>
                </a:stretch>
              </p:blipFill>
              <p:spPr>
                <a:xfrm>
                  <a:off x="8918956" y="5173912"/>
                  <a:ext cx="206640"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5" name="Ink 34">
                  <a:extLst>
                    <a:ext uri="{FF2B5EF4-FFF2-40B4-BE49-F238E27FC236}">
                      <a16:creationId xmlns:a16="http://schemas.microsoft.com/office/drawing/2014/main" id="{036C2256-FBF0-B6CA-FDBB-FA1CE9C18F4C}"/>
                    </a:ext>
                  </a:extLst>
                </p14:cNvPr>
                <p14:cNvContentPartPr/>
                <p14:nvPr/>
              </p14:nvContentPartPr>
              <p14:xfrm>
                <a:off x="9096796" y="5108032"/>
                <a:ext cx="65160" cy="100080"/>
              </p14:xfrm>
            </p:contentPart>
          </mc:Choice>
          <mc:Fallback xmlns="">
            <p:pic>
              <p:nvPicPr>
                <p:cNvPr id="35" name="Ink 34">
                  <a:extLst>
                    <a:ext uri="{FF2B5EF4-FFF2-40B4-BE49-F238E27FC236}">
                      <a16:creationId xmlns:a16="http://schemas.microsoft.com/office/drawing/2014/main" id="{036C2256-FBF0-B6CA-FDBB-FA1CE9C18F4C}"/>
                    </a:ext>
                  </a:extLst>
                </p:cNvPr>
                <p:cNvPicPr/>
                <p:nvPr/>
              </p:nvPicPr>
              <p:blipFill>
                <a:blip r:embed="rId35"/>
                <a:stretch>
                  <a:fillRect/>
                </a:stretch>
              </p:blipFill>
              <p:spPr>
                <a:xfrm>
                  <a:off x="9088156" y="5099392"/>
                  <a:ext cx="82800" cy="117720"/>
                </a:xfrm>
                <a:prstGeom prst="rect">
                  <a:avLst/>
                </a:prstGeom>
              </p:spPr>
            </p:pic>
          </mc:Fallback>
        </mc:AlternateContent>
      </p:grpSp>
      <p:pic>
        <p:nvPicPr>
          <p:cNvPr id="4" name="图片 3">
            <a:extLst>
              <a:ext uri="{FF2B5EF4-FFF2-40B4-BE49-F238E27FC236}">
                <a16:creationId xmlns:a16="http://schemas.microsoft.com/office/drawing/2014/main" id="{4D7760D8-6301-0134-EA94-59F32730F650}"/>
              </a:ext>
            </a:extLst>
          </p:cNvPr>
          <p:cNvPicPr>
            <a:picLocks noChangeAspect="1"/>
          </p:cNvPicPr>
          <p:nvPr/>
        </p:nvPicPr>
        <p:blipFill>
          <a:blip r:embed="rId36">
            <a:extLst>
              <a:ext uri="{28A0092B-C50C-407E-A947-70E740481C1C}">
                <a14:useLocalDpi xmlns:a14="http://schemas.microsoft.com/office/drawing/2010/main" val="0"/>
              </a:ext>
            </a:extLst>
          </a:blip>
          <a:stretch>
            <a:fillRect/>
          </a:stretch>
        </p:blipFill>
        <p:spPr>
          <a:xfrm>
            <a:off x="6954498" y="4647819"/>
            <a:ext cx="304830" cy="308293"/>
          </a:xfrm>
          <a:prstGeom prst="rect">
            <a:avLst/>
          </a:prstGeom>
        </p:spPr>
      </p:pic>
    </p:spTree>
    <p:extLst>
      <p:ext uri="{BB962C8B-B14F-4D97-AF65-F5344CB8AC3E}">
        <p14:creationId xmlns:p14="http://schemas.microsoft.com/office/powerpoint/2010/main" val="42574251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altLang="en-US" dirty="0"/>
              <a:t>Source Free Parallel RLC – Initial Values</a:t>
            </a:r>
          </a:p>
        </p:txBody>
      </p:sp>
      <p:sp>
        <p:nvSpPr>
          <p:cNvPr id="28675" name="Content Placeholder 2"/>
          <p:cNvSpPr>
            <a:spLocks noGrp="1"/>
          </p:cNvSpPr>
          <p:nvPr>
            <p:ph idx="1"/>
          </p:nvPr>
        </p:nvSpPr>
        <p:spPr>
          <a:xfrm>
            <a:off x="838200" y="1690688"/>
            <a:ext cx="6262396" cy="1794384"/>
          </a:xfrm>
        </p:spPr>
        <p:txBody>
          <a:bodyPr/>
          <a:lstStyle/>
          <a:p>
            <a:pPr algn="just"/>
            <a:r>
              <a:rPr lang="en-US" altLang="en-US" dirty="0"/>
              <a:t>Now let us look at parallel forms of RLC circuit as shown here</a:t>
            </a:r>
          </a:p>
          <a:p>
            <a:pPr algn="just"/>
            <a:r>
              <a:rPr lang="en-US" altLang="en-US" dirty="0"/>
              <a:t>Assume the initial current and voltage to be:</a:t>
            </a:r>
          </a:p>
          <a:p>
            <a:pPr algn="just"/>
            <a:endParaRPr lang="en-US" altLang="en-US" dirty="0"/>
          </a:p>
        </p:txBody>
      </p:sp>
      <p:pic>
        <p:nvPicPr>
          <p:cNvPr id="28677" name="Picture 5" descr="C:\Users\Joel\Documents\Teaching\McGraw Hill\Fundamentals of Electric Circuits 5e\figures\Ch08\Color Labeled\ale80571_08_013.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86770" y="1908407"/>
            <a:ext cx="4016551" cy="2673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8678" name="Object 6"/>
          <p:cNvGraphicFramePr>
            <a:graphicFrameLocks noChangeAspect="1"/>
          </p:cNvGraphicFramePr>
          <p:nvPr>
            <p:extLst>
              <p:ext uri="{D42A27DB-BD31-4B8C-83A1-F6EECF244321}">
                <p14:modId xmlns:p14="http://schemas.microsoft.com/office/powerpoint/2010/main" val="26872994"/>
              </p:ext>
            </p:extLst>
          </p:nvPr>
        </p:nvGraphicFramePr>
        <p:xfrm>
          <a:off x="2295144" y="3202746"/>
          <a:ext cx="3555541" cy="1607889"/>
        </p:xfrm>
        <a:graphic>
          <a:graphicData uri="http://schemas.openxmlformats.org/presentationml/2006/ole">
            <mc:AlternateContent xmlns:mc="http://schemas.openxmlformats.org/markup-compatibility/2006">
              <mc:Choice xmlns:v="urn:schemas-microsoft-com:vml" Requires="v">
                <p:oleObj name="Equation" r:id="rId4" imgW="1459866" imgH="660113" progId="Equation.DSMT4">
                  <p:embed/>
                </p:oleObj>
              </mc:Choice>
              <mc:Fallback>
                <p:oleObj name="Equation" r:id="rId4" imgW="1459866" imgH="660113" progId="Equation.DSMT4">
                  <p:embed/>
                  <p:pic>
                    <p:nvPicPr>
                      <p:cNvPr id="28678"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95144" y="3202746"/>
                        <a:ext cx="3555541" cy="1607889"/>
                      </a:xfrm>
                      <a:prstGeom prst="rect">
                        <a:avLst/>
                      </a:prstGeom>
                      <a:solidFill>
                        <a:schemeClr val="bg1"/>
                      </a:solidFill>
                    </p:spPr>
                  </p:pic>
                </p:oleObj>
              </mc:Fallback>
            </mc:AlternateContent>
          </a:graphicData>
        </a:graphic>
      </p:graphicFrame>
      <p:sp>
        <p:nvSpPr>
          <p:cNvPr id="7" name="Slide Number Placeholder 6"/>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30</a:t>
            </a:fld>
            <a:endParaRPr lang="en-US" altLang="zh-CN" dirty="0">
              <a:ea typeface="黑体" panose="02010609060101010101" pitchFamily="49" charset="-122"/>
            </a:endParaRPr>
          </a:p>
        </p:txBody>
      </p:sp>
      <p:sp>
        <p:nvSpPr>
          <p:cNvPr id="2" name="Rectangle 1"/>
          <p:cNvSpPr/>
          <p:nvPr/>
        </p:nvSpPr>
        <p:spPr>
          <a:xfrm>
            <a:off x="838200" y="4825591"/>
            <a:ext cx="10341634" cy="954107"/>
          </a:xfrm>
          <a:prstGeom prst="rect">
            <a:avLst/>
          </a:prstGeom>
        </p:spPr>
        <p:txBody>
          <a:bodyPr wrap="square">
            <a:spAutoFit/>
          </a:bodyPr>
          <a:lstStyle/>
          <a:p>
            <a:r>
              <a:rPr lang="en-US" altLang="en-US" sz="2800" dirty="0"/>
              <a:t>We also need to know the first derivative of the voltage </a:t>
            </a:r>
            <a:r>
              <a:rPr lang="en-US" altLang="en-US" sz="2800" i="1" dirty="0"/>
              <a:t>dv</a:t>
            </a:r>
            <a:r>
              <a:rPr lang="en-US" altLang="en-US" sz="2800" dirty="0"/>
              <a:t>(0)/</a:t>
            </a:r>
            <a:r>
              <a:rPr lang="en-US" altLang="en-US" sz="2800" i="1" dirty="0" err="1"/>
              <a:t>dt</a:t>
            </a:r>
            <a:r>
              <a:rPr lang="en-US" altLang="en-US" sz="2800" dirty="0" err="1"/>
              <a:t>.</a:t>
            </a:r>
            <a:endParaRPr lang="en-US" altLang="en-US" sz="2800" dirty="0"/>
          </a:p>
          <a:p>
            <a:r>
              <a:rPr lang="en-US" altLang="en-US" sz="2800" dirty="0"/>
              <a:t>Apply KCL at top node,  </a:t>
            </a:r>
            <a:endParaRPr lang="zh-CN" altLang="en-US" sz="2800" dirty="0"/>
          </a:p>
        </p:txBody>
      </p:sp>
      <p:graphicFrame>
        <p:nvGraphicFramePr>
          <p:cNvPr id="8" name="Object 6"/>
          <p:cNvGraphicFramePr>
            <a:graphicFrameLocks noChangeAspect="1"/>
          </p:cNvGraphicFramePr>
          <p:nvPr>
            <p:extLst>
              <p:ext uri="{D42A27DB-BD31-4B8C-83A1-F6EECF244321}">
                <p14:modId xmlns:p14="http://schemas.microsoft.com/office/powerpoint/2010/main" val="1502917786"/>
              </p:ext>
            </p:extLst>
          </p:nvPr>
        </p:nvGraphicFramePr>
        <p:xfrm>
          <a:off x="2904727" y="5708780"/>
          <a:ext cx="6382545" cy="988265"/>
        </p:xfrm>
        <a:graphic>
          <a:graphicData uri="http://schemas.openxmlformats.org/presentationml/2006/ole">
            <mc:AlternateContent xmlns:mc="http://schemas.openxmlformats.org/markup-compatibility/2006">
              <mc:Choice xmlns:v="urn:schemas-microsoft-com:vml" Requires="v">
                <p:oleObj name="Equation" r:id="rId6" imgW="2705100" imgH="419100" progId="Equation.DSMT4">
                  <p:embed/>
                </p:oleObj>
              </mc:Choice>
              <mc:Fallback>
                <p:oleObj name="Equation" r:id="rId6" imgW="2705100" imgH="419100" progId="Equation.DSMT4">
                  <p:embed/>
                  <p:pic>
                    <p:nvPicPr>
                      <p:cNvPr id="8"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04727" y="5708780"/>
                        <a:ext cx="6382545" cy="9882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8032462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altLang="en-US" dirty="0"/>
              <a:t>Source Free Parallel RLC Circuit</a:t>
            </a:r>
          </a:p>
        </p:txBody>
      </p:sp>
      <p:sp>
        <p:nvSpPr>
          <p:cNvPr id="30723" name="Content Placeholder 2"/>
          <p:cNvSpPr>
            <a:spLocks noGrp="1"/>
          </p:cNvSpPr>
          <p:nvPr>
            <p:ph idx="1"/>
          </p:nvPr>
        </p:nvSpPr>
        <p:spPr>
          <a:xfrm>
            <a:off x="838200" y="1690688"/>
            <a:ext cx="9509449" cy="4665662"/>
          </a:xfrm>
        </p:spPr>
        <p:txBody>
          <a:bodyPr/>
          <a:lstStyle/>
          <a:p>
            <a:pPr algn="just"/>
            <a:r>
              <a:rPr lang="en-US" altLang="en-US" dirty="0"/>
              <a:t>Applying KCL to the top node we get:</a:t>
            </a:r>
          </a:p>
          <a:p>
            <a:pPr algn="just">
              <a:buNone/>
            </a:pPr>
            <a:endParaRPr lang="en-US" altLang="en-US" sz="6000" dirty="0"/>
          </a:p>
          <a:p>
            <a:pPr algn="just">
              <a:buNone/>
            </a:pPr>
            <a:r>
              <a:rPr lang="en-US" altLang="en-US" dirty="0"/>
              <a:t>Taking the derivative with respect to </a:t>
            </a:r>
            <a:r>
              <a:rPr lang="en-US" altLang="en-US" i="1" dirty="0"/>
              <a:t>t</a:t>
            </a:r>
            <a:r>
              <a:rPr lang="en-US" altLang="en-US" dirty="0"/>
              <a:t> gives:</a:t>
            </a:r>
          </a:p>
          <a:p>
            <a:pPr algn="just"/>
            <a:endParaRPr lang="en-US" altLang="en-US" sz="6000" i="1" dirty="0"/>
          </a:p>
          <a:p>
            <a:pPr algn="just"/>
            <a:r>
              <a:rPr lang="en-US" altLang="en-US" i="1" dirty="0"/>
              <a:t>Remark: second order ODE of the same form as that obtained in series RLC, but v replaces </a:t>
            </a:r>
            <a:r>
              <a:rPr lang="en-US" altLang="en-US" i="1" dirty="0" err="1"/>
              <a:t>i</a:t>
            </a:r>
            <a:r>
              <a:rPr lang="en-US" altLang="en-US" i="1" dirty="0"/>
              <a:t> and the constants are different.</a:t>
            </a:r>
          </a:p>
          <a:p>
            <a:pPr algn="just"/>
            <a:r>
              <a:rPr lang="en-US" altLang="en-US" dirty="0"/>
              <a:t>The characteristic equation for this is:</a:t>
            </a:r>
          </a:p>
          <a:p>
            <a:pPr algn="just"/>
            <a:endParaRPr lang="en-US" altLang="en-US" dirty="0"/>
          </a:p>
        </p:txBody>
      </p:sp>
      <p:graphicFrame>
        <p:nvGraphicFramePr>
          <p:cNvPr id="30725" name="Object 5"/>
          <p:cNvGraphicFramePr>
            <a:graphicFrameLocks noChangeAspect="1"/>
          </p:cNvGraphicFramePr>
          <p:nvPr>
            <p:extLst>
              <p:ext uri="{D42A27DB-BD31-4B8C-83A1-F6EECF244321}">
                <p14:modId xmlns:p14="http://schemas.microsoft.com/office/powerpoint/2010/main" val="4090505794"/>
              </p:ext>
            </p:extLst>
          </p:nvPr>
        </p:nvGraphicFramePr>
        <p:xfrm>
          <a:off x="2439667" y="2238837"/>
          <a:ext cx="3811842" cy="850137"/>
        </p:xfrm>
        <a:graphic>
          <a:graphicData uri="http://schemas.openxmlformats.org/presentationml/2006/ole">
            <mc:AlternateContent xmlns:mc="http://schemas.openxmlformats.org/markup-compatibility/2006">
              <mc:Choice xmlns:v="urn:schemas-microsoft-com:vml" Requires="v">
                <p:oleObj name="Equation" r:id="rId3" imgW="1765300" imgH="393700" progId="Equation.DSMT4">
                  <p:embed/>
                </p:oleObj>
              </mc:Choice>
              <mc:Fallback>
                <p:oleObj name="Equation" r:id="rId3" imgW="1765300" imgH="393700" progId="Equation.DSMT4">
                  <p:embed/>
                  <p:pic>
                    <p:nvPicPr>
                      <p:cNvPr id="30725"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9667" y="2238837"/>
                        <a:ext cx="3811842" cy="850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26" name="Object 6"/>
          <p:cNvGraphicFramePr>
            <a:graphicFrameLocks noChangeAspect="1"/>
          </p:cNvGraphicFramePr>
          <p:nvPr>
            <p:extLst>
              <p:ext uri="{D42A27DB-BD31-4B8C-83A1-F6EECF244321}">
                <p14:modId xmlns:p14="http://schemas.microsoft.com/office/powerpoint/2010/main" val="3632163915"/>
              </p:ext>
            </p:extLst>
          </p:nvPr>
        </p:nvGraphicFramePr>
        <p:xfrm>
          <a:off x="2663999" y="3637123"/>
          <a:ext cx="3432001" cy="936000"/>
        </p:xfrm>
        <a:graphic>
          <a:graphicData uri="http://schemas.openxmlformats.org/presentationml/2006/ole">
            <mc:AlternateContent xmlns:mc="http://schemas.openxmlformats.org/markup-compatibility/2006">
              <mc:Choice xmlns:v="urn:schemas-microsoft-com:vml" Requires="v">
                <p:oleObj name="Equation" r:id="rId5" imgW="1536700" imgH="419100" progId="Equation.DSMT4">
                  <p:embed/>
                </p:oleObj>
              </mc:Choice>
              <mc:Fallback>
                <p:oleObj name="Equation" r:id="rId5" imgW="1536700" imgH="419100" progId="Equation.DSMT4">
                  <p:embed/>
                  <p:pic>
                    <p:nvPicPr>
                      <p:cNvPr id="30726"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63999" y="3637123"/>
                        <a:ext cx="3432001" cy="93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27" name="Object 7"/>
          <p:cNvGraphicFramePr>
            <a:graphicFrameLocks noChangeAspect="1"/>
          </p:cNvGraphicFramePr>
          <p:nvPr>
            <p:extLst>
              <p:ext uri="{D42A27DB-BD31-4B8C-83A1-F6EECF244321}">
                <p14:modId xmlns:p14="http://schemas.microsoft.com/office/powerpoint/2010/main" val="1680018982"/>
              </p:ext>
            </p:extLst>
          </p:nvPr>
        </p:nvGraphicFramePr>
        <p:xfrm>
          <a:off x="6894560" y="5501470"/>
          <a:ext cx="2508148" cy="810033"/>
        </p:xfrm>
        <a:graphic>
          <a:graphicData uri="http://schemas.openxmlformats.org/presentationml/2006/ole">
            <mc:AlternateContent xmlns:mc="http://schemas.openxmlformats.org/markup-compatibility/2006">
              <mc:Choice xmlns:v="urn:schemas-microsoft-com:vml" Requires="v">
                <p:oleObj name="Equation" r:id="rId7" imgW="1218671" imgH="393529" progId="Equation.DSMT4">
                  <p:embed/>
                </p:oleObj>
              </mc:Choice>
              <mc:Fallback>
                <p:oleObj name="Equation" r:id="rId7" imgW="1218671" imgH="393529" progId="Equation.DSMT4">
                  <p:embed/>
                  <p:pic>
                    <p:nvPicPr>
                      <p:cNvPr id="30727"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94560" y="5501470"/>
                        <a:ext cx="2508148" cy="810033"/>
                      </a:xfrm>
                      <a:prstGeom prst="rect">
                        <a:avLst/>
                      </a:prstGeom>
                      <a:solidFill>
                        <a:srgbClr val="C5E0B4"/>
                      </a:solidFill>
                    </p:spPr>
                  </p:pic>
                </p:oleObj>
              </mc:Fallback>
            </mc:AlternateContent>
          </a:graphicData>
        </a:graphic>
      </p:graphicFrame>
      <p:sp>
        <p:nvSpPr>
          <p:cNvPr id="8" name="Slide Number Placeholder 7"/>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31</a:t>
            </a:fld>
            <a:endParaRPr lang="en-US" altLang="zh-CN" dirty="0">
              <a:ea typeface="黑体" panose="02010609060101010101" pitchFamily="49" charset="-122"/>
            </a:endParaRPr>
          </a:p>
        </p:txBody>
      </p:sp>
      <p:pic>
        <p:nvPicPr>
          <p:cNvPr id="9" name="Picture 5" descr="C:\Users\Joel\Documents\Teaching\McGraw Hill\Fundamentals of Electric Circuits 5e\figures\Ch08\Color Labeled\ale80571_08_013.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616597" y="1935282"/>
            <a:ext cx="3572223" cy="2377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613041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altLang="en-US" dirty="0"/>
              <a:t>Source Free Parallel RLC Circuit</a:t>
            </a:r>
          </a:p>
        </p:txBody>
      </p:sp>
      <p:sp>
        <p:nvSpPr>
          <p:cNvPr id="32771" name="Content Placeholder 2"/>
          <p:cNvSpPr>
            <a:spLocks noGrp="1"/>
          </p:cNvSpPr>
          <p:nvPr>
            <p:ph idx="1"/>
          </p:nvPr>
        </p:nvSpPr>
        <p:spPr>
          <a:xfrm>
            <a:off x="838200" y="2873829"/>
            <a:ext cx="10515600" cy="3303134"/>
          </a:xfrm>
        </p:spPr>
        <p:txBody>
          <a:bodyPr/>
          <a:lstStyle/>
          <a:p>
            <a:r>
              <a:rPr lang="en-US" altLang="en-US" dirty="0"/>
              <a:t>From this, we can find the roots of the characteristic equation to be:</a:t>
            </a:r>
          </a:p>
          <a:p>
            <a:endParaRPr lang="en-US" altLang="en-US" dirty="0"/>
          </a:p>
          <a:p>
            <a:endParaRPr lang="en-US" altLang="en-US" dirty="0"/>
          </a:p>
          <a:p>
            <a:endParaRPr lang="en-US" altLang="en-US" dirty="0"/>
          </a:p>
          <a:p>
            <a:pPr>
              <a:buFontTx/>
              <a:buNone/>
            </a:pPr>
            <a:endParaRPr lang="en-US" altLang="en-US" dirty="0"/>
          </a:p>
          <a:p>
            <a:r>
              <a:rPr lang="en-US" altLang="en-US" dirty="0"/>
              <a:t>As in series RLC network, there are three scenarios to consider.</a:t>
            </a:r>
          </a:p>
        </p:txBody>
      </p:sp>
      <p:graphicFrame>
        <p:nvGraphicFramePr>
          <p:cNvPr id="32773" name="Object 6"/>
          <p:cNvGraphicFramePr>
            <a:graphicFrameLocks noChangeAspect="1"/>
          </p:cNvGraphicFramePr>
          <p:nvPr>
            <p:extLst>
              <p:ext uri="{D42A27DB-BD31-4B8C-83A1-F6EECF244321}">
                <p14:modId xmlns:p14="http://schemas.microsoft.com/office/powerpoint/2010/main" val="2382917440"/>
              </p:ext>
            </p:extLst>
          </p:nvPr>
        </p:nvGraphicFramePr>
        <p:xfrm>
          <a:off x="4181186" y="3658508"/>
          <a:ext cx="3229451" cy="1571643"/>
        </p:xfrm>
        <a:graphic>
          <a:graphicData uri="http://schemas.openxmlformats.org/presentationml/2006/ole">
            <mc:AlternateContent xmlns:mc="http://schemas.openxmlformats.org/markup-compatibility/2006">
              <mc:Choice xmlns:v="urn:schemas-microsoft-com:vml" Requires="v">
                <p:oleObj name="Equation" r:id="rId3" imgW="1459866" imgH="710891" progId="Equation.DSMT4">
                  <p:embed/>
                </p:oleObj>
              </mc:Choice>
              <mc:Fallback>
                <p:oleObj name="Equation" r:id="rId3" imgW="1459866" imgH="710891" progId="Equation.DSMT4">
                  <p:embed/>
                  <p:pic>
                    <p:nvPicPr>
                      <p:cNvPr id="32773"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81186" y="3658508"/>
                        <a:ext cx="3229451" cy="157164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Slide Number Placeholder 5"/>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32</a:t>
            </a:fld>
            <a:endParaRPr lang="en-US" altLang="zh-CN" dirty="0">
              <a:ea typeface="黑体" panose="02010609060101010101" pitchFamily="49" charset="-122"/>
            </a:endParaRPr>
          </a:p>
        </p:txBody>
      </p:sp>
      <p:graphicFrame>
        <p:nvGraphicFramePr>
          <p:cNvPr id="7" name="Object 7"/>
          <p:cNvGraphicFramePr>
            <a:graphicFrameLocks noChangeAspect="1"/>
          </p:cNvGraphicFramePr>
          <p:nvPr>
            <p:extLst>
              <p:ext uri="{D42A27DB-BD31-4B8C-83A1-F6EECF244321}">
                <p14:modId xmlns:p14="http://schemas.microsoft.com/office/powerpoint/2010/main" val="80663594"/>
              </p:ext>
            </p:extLst>
          </p:nvPr>
        </p:nvGraphicFramePr>
        <p:xfrm>
          <a:off x="2761098" y="1665334"/>
          <a:ext cx="2508148" cy="810033"/>
        </p:xfrm>
        <a:graphic>
          <a:graphicData uri="http://schemas.openxmlformats.org/presentationml/2006/ole">
            <mc:AlternateContent xmlns:mc="http://schemas.openxmlformats.org/markup-compatibility/2006">
              <mc:Choice xmlns:v="urn:schemas-microsoft-com:vml" Requires="v">
                <p:oleObj name="Equation" r:id="rId5" imgW="1218671" imgH="393529" progId="Equation.DSMT4">
                  <p:embed/>
                </p:oleObj>
              </mc:Choice>
              <mc:Fallback>
                <p:oleObj name="Equation" r:id="rId5" imgW="1218671" imgH="393529" progId="Equation.DSMT4">
                  <p:embed/>
                  <p:pic>
                    <p:nvPicPr>
                      <p:cNvPr id="7"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61098" y="1665334"/>
                        <a:ext cx="2508148" cy="8100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6"/>
          <p:cNvGraphicFramePr>
            <a:graphicFrameLocks noChangeAspect="1"/>
          </p:cNvGraphicFramePr>
          <p:nvPr>
            <p:extLst>
              <p:ext uri="{D42A27DB-BD31-4B8C-83A1-F6EECF244321}">
                <p14:modId xmlns:p14="http://schemas.microsoft.com/office/powerpoint/2010/main" val="1220320090"/>
              </p:ext>
            </p:extLst>
          </p:nvPr>
        </p:nvGraphicFramePr>
        <p:xfrm>
          <a:off x="6682101" y="1783150"/>
          <a:ext cx="2629416" cy="612000"/>
        </p:xfrm>
        <a:graphic>
          <a:graphicData uri="http://schemas.openxmlformats.org/presentationml/2006/ole">
            <mc:AlternateContent xmlns:mc="http://schemas.openxmlformats.org/markup-compatibility/2006">
              <mc:Choice xmlns:v="urn:schemas-microsoft-com:vml" Requires="v">
                <p:oleObj name="Equation" r:id="rId7" imgW="1206500" imgH="279400" progId="Equation.DSMT4">
                  <p:embed/>
                </p:oleObj>
              </mc:Choice>
              <mc:Fallback>
                <p:oleObj name="Equation" r:id="rId7" imgW="1206500" imgH="279400" progId="Equation.DSMT4">
                  <p:embed/>
                  <p:pic>
                    <p:nvPicPr>
                      <p:cNvPr id="8"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82101" y="1783150"/>
                        <a:ext cx="2629416" cy="61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ight Arrow 1"/>
          <p:cNvSpPr/>
          <p:nvPr/>
        </p:nvSpPr>
        <p:spPr>
          <a:xfrm>
            <a:off x="5583787" y="1961852"/>
            <a:ext cx="783772" cy="2423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649591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2"/>
          <p:cNvSpPr>
            <a:spLocks noGrp="1"/>
          </p:cNvSpPr>
          <p:nvPr>
            <p:ph idx="1"/>
          </p:nvPr>
        </p:nvSpPr>
        <p:spPr>
          <a:xfrm>
            <a:off x="838200" y="655608"/>
            <a:ext cx="10515600" cy="5855133"/>
          </a:xfrm>
        </p:spPr>
        <p:txBody>
          <a:bodyPr>
            <a:normAutofit lnSpcReduction="10000"/>
          </a:bodyPr>
          <a:lstStyle/>
          <a:p>
            <a:pPr algn="just"/>
            <a:r>
              <a:rPr lang="en-US" altLang="en-US" dirty="0"/>
              <a:t>For the overdamped case, the roots are real and negative, so the response is:</a:t>
            </a:r>
          </a:p>
          <a:p>
            <a:pPr algn="just"/>
            <a:endParaRPr lang="en-US" altLang="en-US" sz="4000" dirty="0"/>
          </a:p>
          <a:p>
            <a:pPr algn="just"/>
            <a:r>
              <a:rPr lang="en-US" altLang="en-US" dirty="0"/>
              <a:t>For the critically damped, the roots are real and equal, so the response is:</a:t>
            </a:r>
          </a:p>
          <a:p>
            <a:pPr algn="just"/>
            <a:endParaRPr lang="en-US" altLang="en-US" dirty="0"/>
          </a:p>
          <a:p>
            <a:pPr algn="just"/>
            <a:endParaRPr lang="en-US" altLang="en-US" dirty="0"/>
          </a:p>
          <a:p>
            <a:pPr algn="just"/>
            <a:r>
              <a:rPr lang="en-US" altLang="en-US" dirty="0"/>
              <a:t>For the under-damped case, the roots are complex and so the response will be:</a:t>
            </a:r>
          </a:p>
          <a:p>
            <a:pPr algn="just"/>
            <a:endParaRPr lang="en-US" altLang="en-US" dirty="0"/>
          </a:p>
          <a:p>
            <a:pPr algn="just"/>
            <a:endParaRPr lang="en-US" altLang="en-US" sz="4000" dirty="0"/>
          </a:p>
          <a:p>
            <a:pPr marL="0" indent="0" algn="just">
              <a:buNone/>
            </a:pPr>
            <a:r>
              <a:rPr lang="en-US" altLang="en-US" dirty="0"/>
              <a:t>        where </a:t>
            </a:r>
          </a:p>
          <a:p>
            <a:pPr algn="just"/>
            <a:endParaRPr lang="en-US" altLang="en-US" dirty="0"/>
          </a:p>
          <a:p>
            <a:pPr algn="just"/>
            <a:endParaRPr lang="en-US" altLang="en-US" dirty="0"/>
          </a:p>
        </p:txBody>
      </p:sp>
      <p:graphicFrame>
        <p:nvGraphicFramePr>
          <p:cNvPr id="34821" name="Object 5"/>
          <p:cNvGraphicFramePr>
            <a:graphicFrameLocks noChangeAspect="1"/>
          </p:cNvGraphicFramePr>
          <p:nvPr>
            <p:extLst>
              <p:ext uri="{D42A27DB-BD31-4B8C-83A1-F6EECF244321}">
                <p14:modId xmlns:p14="http://schemas.microsoft.com/office/powerpoint/2010/main" val="2863956144"/>
              </p:ext>
            </p:extLst>
          </p:nvPr>
        </p:nvGraphicFramePr>
        <p:xfrm>
          <a:off x="4206982" y="1283128"/>
          <a:ext cx="3762000" cy="792000"/>
        </p:xfrm>
        <a:graphic>
          <a:graphicData uri="http://schemas.openxmlformats.org/presentationml/2006/ole">
            <mc:AlternateContent xmlns:mc="http://schemas.openxmlformats.org/markup-compatibility/2006">
              <mc:Choice xmlns:v="urn:schemas-microsoft-com:vml" Requires="v">
                <p:oleObj name="Equation" r:id="rId3" imgW="1205977" imgH="253890" progId="Equation.DSMT4">
                  <p:embed/>
                </p:oleObj>
              </mc:Choice>
              <mc:Fallback>
                <p:oleObj name="Equation" r:id="rId3" imgW="1205977" imgH="253890" progId="Equation.DSMT4">
                  <p:embed/>
                  <p:pic>
                    <p:nvPicPr>
                      <p:cNvPr id="34821"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06982" y="1283128"/>
                        <a:ext cx="3762000" cy="792000"/>
                      </a:xfrm>
                      <a:prstGeom prst="rect">
                        <a:avLst/>
                      </a:prstGeom>
                      <a:solidFill>
                        <a:srgbClr val="C5E0B4"/>
                      </a:solidFill>
                    </p:spPr>
                  </p:pic>
                </p:oleObj>
              </mc:Fallback>
            </mc:AlternateContent>
          </a:graphicData>
        </a:graphic>
      </p:graphicFrame>
      <p:graphicFrame>
        <p:nvGraphicFramePr>
          <p:cNvPr id="34822" name="Object 6"/>
          <p:cNvGraphicFramePr>
            <a:graphicFrameLocks noChangeAspect="1"/>
          </p:cNvGraphicFramePr>
          <p:nvPr>
            <p:extLst>
              <p:ext uri="{D42A27DB-BD31-4B8C-83A1-F6EECF244321}">
                <p14:modId xmlns:p14="http://schemas.microsoft.com/office/powerpoint/2010/main" val="3827675420"/>
              </p:ext>
            </p:extLst>
          </p:nvPr>
        </p:nvGraphicFramePr>
        <p:xfrm>
          <a:off x="4206982" y="2827174"/>
          <a:ext cx="3778031" cy="756000"/>
        </p:xfrm>
        <a:graphic>
          <a:graphicData uri="http://schemas.openxmlformats.org/presentationml/2006/ole">
            <mc:AlternateContent xmlns:mc="http://schemas.openxmlformats.org/markup-compatibility/2006">
              <mc:Choice xmlns:v="urn:schemas-microsoft-com:vml" Requires="v">
                <p:oleObj name="Equation" r:id="rId5" imgW="1269449" imgH="253890" progId="Equation.DSMT4">
                  <p:embed/>
                </p:oleObj>
              </mc:Choice>
              <mc:Fallback>
                <p:oleObj name="Equation" r:id="rId5" imgW="1269449" imgH="253890" progId="Equation.DSMT4">
                  <p:embed/>
                  <p:pic>
                    <p:nvPicPr>
                      <p:cNvPr id="34822"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06982" y="2827174"/>
                        <a:ext cx="3778031" cy="756000"/>
                      </a:xfrm>
                      <a:prstGeom prst="rect">
                        <a:avLst/>
                      </a:prstGeom>
                      <a:solidFill>
                        <a:srgbClr val="C5E0B4"/>
                      </a:solidFill>
                    </p:spPr>
                  </p:pic>
                </p:oleObj>
              </mc:Fallback>
            </mc:AlternateContent>
          </a:graphicData>
        </a:graphic>
      </p:graphicFrame>
      <p:sp>
        <p:nvSpPr>
          <p:cNvPr id="7" name="Slide Number Placeholder 6"/>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33</a:t>
            </a:fld>
            <a:endParaRPr lang="en-US" altLang="zh-CN" dirty="0">
              <a:ea typeface="黑体" panose="02010609060101010101" pitchFamily="49" charset="-122"/>
            </a:endParaRPr>
          </a:p>
        </p:txBody>
      </p:sp>
      <p:graphicFrame>
        <p:nvGraphicFramePr>
          <p:cNvPr id="8" name="Object 5"/>
          <p:cNvGraphicFramePr>
            <a:graphicFrameLocks noChangeAspect="1"/>
          </p:cNvGraphicFramePr>
          <p:nvPr>
            <p:extLst>
              <p:ext uri="{D42A27DB-BD31-4B8C-83A1-F6EECF244321}">
                <p14:modId xmlns:p14="http://schemas.microsoft.com/office/powerpoint/2010/main" val="1923212018"/>
              </p:ext>
            </p:extLst>
          </p:nvPr>
        </p:nvGraphicFramePr>
        <p:xfrm>
          <a:off x="2909886" y="4571468"/>
          <a:ext cx="6467688" cy="774739"/>
        </p:xfrm>
        <a:graphic>
          <a:graphicData uri="http://schemas.openxmlformats.org/presentationml/2006/ole">
            <mc:AlternateContent xmlns:mc="http://schemas.openxmlformats.org/markup-compatibility/2006">
              <mc:Choice xmlns:v="urn:schemas-microsoft-com:vml" Requires="v">
                <p:oleObj name="Equation" r:id="rId7" imgW="2120900" imgH="254000" progId="Equation.DSMT4">
                  <p:embed/>
                </p:oleObj>
              </mc:Choice>
              <mc:Fallback>
                <p:oleObj name="Equation" r:id="rId7" imgW="2120900" imgH="254000" progId="Equation.DSMT4">
                  <p:embed/>
                  <p:pic>
                    <p:nvPicPr>
                      <p:cNvPr id="8"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09886" y="4571468"/>
                        <a:ext cx="6467688" cy="774739"/>
                      </a:xfrm>
                      <a:prstGeom prst="rect">
                        <a:avLst/>
                      </a:prstGeom>
                      <a:solidFill>
                        <a:srgbClr val="C5E0B4"/>
                      </a:solidFill>
                    </p:spPr>
                  </p:pic>
                </p:oleObj>
              </mc:Fallback>
            </mc:AlternateContent>
          </a:graphicData>
        </a:graphic>
      </p:graphicFrame>
      <p:graphicFrame>
        <p:nvGraphicFramePr>
          <p:cNvPr id="9" name="Object 62"/>
          <p:cNvGraphicFramePr>
            <a:graphicFrameLocks noChangeAspect="1"/>
          </p:cNvGraphicFramePr>
          <p:nvPr>
            <p:extLst>
              <p:ext uri="{D42A27DB-BD31-4B8C-83A1-F6EECF244321}">
                <p14:modId xmlns:p14="http://schemas.microsoft.com/office/powerpoint/2010/main" val="1594666130"/>
              </p:ext>
            </p:extLst>
          </p:nvPr>
        </p:nvGraphicFramePr>
        <p:xfrm>
          <a:off x="2909886" y="5612789"/>
          <a:ext cx="6372225" cy="933450"/>
        </p:xfrm>
        <a:graphic>
          <a:graphicData uri="http://schemas.openxmlformats.org/presentationml/2006/ole">
            <mc:AlternateContent xmlns:mc="http://schemas.openxmlformats.org/markup-compatibility/2006">
              <mc:Choice xmlns:v="urn:schemas-microsoft-com:vml" Requires="v">
                <p:oleObj name="Equation" r:id="rId9" imgW="3035300" imgH="444500" progId="Equation.DSMT4">
                  <p:embed/>
                </p:oleObj>
              </mc:Choice>
              <mc:Fallback>
                <p:oleObj name="Equation" r:id="rId9" imgW="3035300" imgH="444500" progId="Equation.DSMT4">
                  <p:embed/>
                  <p:pic>
                    <p:nvPicPr>
                      <p:cNvPr id="9" name="Object 6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09886" y="5612789"/>
                        <a:ext cx="6372225" cy="933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8560386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4</a:t>
            </a:r>
          </a:p>
        </p:txBody>
      </p:sp>
      <p:sp>
        <p:nvSpPr>
          <p:cNvPr id="3" name="Content Placeholder 2"/>
          <p:cNvSpPr>
            <a:spLocks noGrp="1"/>
          </p:cNvSpPr>
          <p:nvPr>
            <p:ph idx="1"/>
          </p:nvPr>
        </p:nvSpPr>
        <p:spPr>
          <a:xfrm>
            <a:off x="838200" y="1690688"/>
            <a:ext cx="10515600" cy="4486275"/>
          </a:xfrm>
        </p:spPr>
        <p:txBody>
          <a:bodyPr>
            <a:normAutofit/>
          </a:bodyPr>
          <a:lstStyle/>
          <a:p>
            <a:pPr marL="0" indent="0">
              <a:buNone/>
            </a:pPr>
            <a:r>
              <a:rPr lang="en-US" sz="2400" dirty="0"/>
              <a:t>At </a:t>
            </a:r>
            <a:r>
              <a:rPr lang="en-US" sz="2400" i="1" dirty="0"/>
              <a:t>t</a:t>
            </a:r>
            <a:r>
              <a:rPr lang="en-US" sz="2400" dirty="0"/>
              <a:t>=0, switch closes, find </a:t>
            </a:r>
            <a:r>
              <a:rPr lang="en-US" sz="2400" i="1" dirty="0" err="1"/>
              <a:t>v</a:t>
            </a:r>
            <a:r>
              <a:rPr lang="en-US" sz="2400" baseline="-25000" dirty="0" err="1"/>
              <a:t>c</a:t>
            </a:r>
            <a:r>
              <a:rPr lang="en-US" sz="2400" dirty="0"/>
              <a:t>(</a:t>
            </a:r>
            <a:r>
              <a:rPr lang="en-US" sz="2400" i="1" dirty="0"/>
              <a:t>t</a:t>
            </a:r>
            <a:r>
              <a:rPr lang="en-US" sz="2400" dirty="0"/>
              <a:t>) </a:t>
            </a:r>
          </a:p>
          <a:p>
            <a:r>
              <a:rPr lang="en-US" sz="2400" dirty="0"/>
              <a:t>For t&lt;0, L short and C open circuit.</a:t>
            </a:r>
          </a:p>
          <a:p>
            <a:r>
              <a:rPr lang="en-US" sz="2400" dirty="0"/>
              <a:t>Initial conditions: </a:t>
            </a:r>
          </a:p>
          <a:p>
            <a:endParaRPr lang="en-US" sz="2400" dirty="0"/>
          </a:p>
          <a:p>
            <a:pPr>
              <a:buNone/>
            </a:pPr>
            <a:endParaRPr lang="en-US" sz="2400" dirty="0"/>
          </a:p>
          <a:p>
            <a:endParaRPr lang="en-US" sz="2400" dirty="0"/>
          </a:p>
          <a:p>
            <a:r>
              <a:rPr lang="en-US" sz="2400" dirty="0"/>
              <a:t>Parallel RLC circuit C.E. is 			   , the roots are</a:t>
            </a:r>
          </a:p>
          <a:p>
            <a:endParaRPr lang="en-US" sz="2400" dirty="0"/>
          </a:p>
        </p:txBody>
      </p:sp>
      <p:pic>
        <p:nvPicPr>
          <p:cNvPr id="186370" name="Picture 2"/>
          <p:cNvPicPr>
            <a:picLocks noChangeAspect="1" noChangeArrowheads="1"/>
          </p:cNvPicPr>
          <p:nvPr/>
        </p:nvPicPr>
        <p:blipFill>
          <a:blip r:embed="rId2" cstate="print"/>
          <a:srcRect/>
          <a:stretch>
            <a:fillRect/>
          </a:stretch>
        </p:blipFill>
        <p:spPr bwMode="auto">
          <a:xfrm>
            <a:off x="5761908" y="1225485"/>
            <a:ext cx="5665418" cy="2072714"/>
          </a:xfrm>
          <a:prstGeom prst="rect">
            <a:avLst/>
          </a:prstGeom>
          <a:noFill/>
          <a:ln w="9525">
            <a:noFill/>
            <a:miter lim="800000"/>
            <a:headEnd/>
            <a:tailEnd/>
          </a:ln>
        </p:spPr>
      </p:pic>
      <p:graphicFrame>
        <p:nvGraphicFramePr>
          <p:cNvPr id="186372" name="Object 4"/>
          <p:cNvGraphicFramePr>
            <a:graphicFrameLocks noChangeAspect="1"/>
          </p:cNvGraphicFramePr>
          <p:nvPr>
            <p:extLst>
              <p:ext uri="{D42A27DB-BD31-4B8C-83A1-F6EECF244321}">
                <p14:modId xmlns:p14="http://schemas.microsoft.com/office/powerpoint/2010/main" val="1961465488"/>
              </p:ext>
            </p:extLst>
          </p:nvPr>
        </p:nvGraphicFramePr>
        <p:xfrm>
          <a:off x="1204784" y="3064100"/>
          <a:ext cx="2676525" cy="663556"/>
        </p:xfrm>
        <a:graphic>
          <a:graphicData uri="http://schemas.openxmlformats.org/presentationml/2006/ole">
            <mc:AlternateContent xmlns:mc="http://schemas.openxmlformats.org/markup-compatibility/2006">
              <mc:Choice xmlns:v="urn:schemas-microsoft-com:vml" Requires="v">
                <p:oleObj name="Equation" r:id="rId3" imgW="1586811" imgH="393529" progId="Equation.DSMT4">
                  <p:embed/>
                </p:oleObj>
              </mc:Choice>
              <mc:Fallback>
                <p:oleObj name="Equation" r:id="rId3" imgW="1586811" imgH="393529" progId="Equation.DSMT4">
                  <p:embed/>
                  <p:pic>
                    <p:nvPicPr>
                      <p:cNvPr id="18637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4784" y="3064100"/>
                        <a:ext cx="2676525" cy="6635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6373" name="Object 5"/>
          <p:cNvGraphicFramePr>
            <a:graphicFrameLocks noChangeAspect="1"/>
          </p:cNvGraphicFramePr>
          <p:nvPr>
            <p:extLst>
              <p:ext uri="{D42A27DB-BD31-4B8C-83A1-F6EECF244321}">
                <p14:modId xmlns:p14="http://schemas.microsoft.com/office/powerpoint/2010/main" val="3080227802"/>
              </p:ext>
            </p:extLst>
          </p:nvPr>
        </p:nvGraphicFramePr>
        <p:xfrm>
          <a:off x="1138559" y="3669506"/>
          <a:ext cx="5075238" cy="663575"/>
        </p:xfrm>
        <a:graphic>
          <a:graphicData uri="http://schemas.openxmlformats.org/presentationml/2006/ole">
            <mc:AlternateContent xmlns:mc="http://schemas.openxmlformats.org/markup-compatibility/2006">
              <mc:Choice xmlns:v="urn:schemas-microsoft-com:vml" Requires="v">
                <p:oleObj name="Equation" r:id="rId5" imgW="3009900" imgH="393700" progId="Equation.DSMT4">
                  <p:embed/>
                </p:oleObj>
              </mc:Choice>
              <mc:Fallback>
                <p:oleObj name="Equation" r:id="rId5" imgW="3009900" imgH="393700" progId="Equation.DSMT4">
                  <p:embed/>
                  <p:pic>
                    <p:nvPicPr>
                      <p:cNvPr id="186373"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38559" y="3669506"/>
                        <a:ext cx="5075238" cy="663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6377" name="Object 9"/>
          <p:cNvGraphicFramePr>
            <a:graphicFrameLocks noChangeAspect="1"/>
          </p:cNvGraphicFramePr>
          <p:nvPr>
            <p:extLst>
              <p:ext uri="{D42A27DB-BD31-4B8C-83A1-F6EECF244321}">
                <p14:modId xmlns:p14="http://schemas.microsoft.com/office/powerpoint/2010/main" val="4193549628"/>
              </p:ext>
            </p:extLst>
          </p:nvPr>
        </p:nvGraphicFramePr>
        <p:xfrm>
          <a:off x="6514156" y="3644727"/>
          <a:ext cx="4556125" cy="685800"/>
        </p:xfrm>
        <a:graphic>
          <a:graphicData uri="http://schemas.openxmlformats.org/presentationml/2006/ole">
            <mc:AlternateContent xmlns:mc="http://schemas.openxmlformats.org/markup-compatibility/2006">
              <mc:Choice xmlns:v="urn:schemas-microsoft-com:vml" Requires="v">
                <p:oleObj name="Equation" r:id="rId7" imgW="2781000" imgH="419040" progId="Equation.DSMT4">
                  <p:embed/>
                </p:oleObj>
              </mc:Choice>
              <mc:Fallback>
                <p:oleObj name="Equation" r:id="rId7" imgW="2781000" imgH="419040" progId="Equation.DSMT4">
                  <p:embed/>
                  <p:pic>
                    <p:nvPicPr>
                      <p:cNvPr id="186377"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14156" y="3644727"/>
                        <a:ext cx="4556125"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Slide Number Placeholder 11"/>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34</a:t>
            </a:fld>
            <a:endParaRPr lang="en-US" altLang="zh-CN" dirty="0">
              <a:ea typeface="黑体" panose="02010609060101010101" pitchFamily="49" charset="-122"/>
            </a:endParaRPr>
          </a:p>
        </p:txBody>
      </p:sp>
      <p:graphicFrame>
        <p:nvGraphicFramePr>
          <p:cNvPr id="13" name="Object 7"/>
          <p:cNvGraphicFramePr>
            <a:graphicFrameLocks noChangeAspect="1"/>
          </p:cNvGraphicFramePr>
          <p:nvPr>
            <p:extLst>
              <p:ext uri="{D42A27DB-BD31-4B8C-83A1-F6EECF244321}">
                <p14:modId xmlns:p14="http://schemas.microsoft.com/office/powerpoint/2010/main" val="192091740"/>
              </p:ext>
            </p:extLst>
          </p:nvPr>
        </p:nvGraphicFramePr>
        <p:xfrm>
          <a:off x="4664804" y="4344102"/>
          <a:ext cx="1894969" cy="612000"/>
        </p:xfrm>
        <a:graphic>
          <a:graphicData uri="http://schemas.openxmlformats.org/presentationml/2006/ole">
            <mc:AlternateContent xmlns:mc="http://schemas.openxmlformats.org/markup-compatibility/2006">
              <mc:Choice xmlns:v="urn:schemas-microsoft-com:vml" Requires="v">
                <p:oleObj name="Equation" r:id="rId9" imgW="1218671" imgH="393529" progId="Equation.DSMT4">
                  <p:embed/>
                </p:oleObj>
              </mc:Choice>
              <mc:Fallback>
                <p:oleObj name="Equation" r:id="rId9" imgW="1218671" imgH="393529" progId="Equation.DSMT4">
                  <p:embed/>
                  <p:pic>
                    <p:nvPicPr>
                      <p:cNvPr id="13"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64804" y="4344102"/>
                        <a:ext cx="1894969" cy="61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7" name="Picture 6"/>
          <p:cNvPicPr>
            <a:picLocks noChangeAspect="1"/>
          </p:cNvPicPr>
          <p:nvPr/>
        </p:nvPicPr>
        <p:blipFill>
          <a:blip r:embed="rId11" cstate="print"/>
          <a:stretch>
            <a:fillRect/>
          </a:stretch>
        </p:blipFill>
        <p:spPr>
          <a:xfrm>
            <a:off x="1138559" y="4894619"/>
            <a:ext cx="3067050" cy="809625"/>
          </a:xfrm>
          <a:prstGeom prst="rect">
            <a:avLst/>
          </a:prstGeom>
        </p:spPr>
      </p:pic>
      <p:pic>
        <p:nvPicPr>
          <p:cNvPr id="8" name="Picture 7"/>
          <p:cNvPicPr>
            <a:picLocks noChangeAspect="1"/>
          </p:cNvPicPr>
          <p:nvPr/>
        </p:nvPicPr>
        <p:blipFill>
          <a:blip r:embed="rId12" cstate="print">
            <a:clrChange>
              <a:clrFrom>
                <a:srgbClr val="FFFFFF"/>
              </a:clrFrom>
              <a:clrTo>
                <a:srgbClr val="FFFFFF">
                  <a:alpha val="0"/>
                </a:srgbClr>
              </a:clrTo>
            </a:clrChange>
          </a:blip>
          <a:stretch>
            <a:fillRect/>
          </a:stretch>
        </p:blipFill>
        <p:spPr>
          <a:xfrm>
            <a:off x="5369652" y="4894619"/>
            <a:ext cx="3209925" cy="828675"/>
          </a:xfrm>
          <a:prstGeom prst="rect">
            <a:avLst/>
          </a:prstGeom>
        </p:spPr>
      </p:pic>
      <p:pic>
        <p:nvPicPr>
          <p:cNvPr id="9" name="Picture 8"/>
          <p:cNvPicPr>
            <a:picLocks noChangeAspect="1"/>
          </p:cNvPicPr>
          <p:nvPr/>
        </p:nvPicPr>
        <p:blipFill>
          <a:blip r:embed="rId13" cstate="print"/>
          <a:stretch>
            <a:fillRect/>
          </a:stretch>
        </p:blipFill>
        <p:spPr>
          <a:xfrm>
            <a:off x="1119059" y="5812520"/>
            <a:ext cx="5524500" cy="542925"/>
          </a:xfrm>
          <a:prstGeom prst="rect">
            <a:avLst/>
          </a:prstGeom>
        </p:spPr>
      </p:pic>
      <p:pic>
        <p:nvPicPr>
          <p:cNvPr id="10" name="Picture 9"/>
          <p:cNvPicPr>
            <a:picLocks noChangeAspect="1"/>
          </p:cNvPicPr>
          <p:nvPr/>
        </p:nvPicPr>
        <p:blipFill>
          <a:blip r:embed="rId14" cstate="print"/>
          <a:stretch>
            <a:fillRect/>
          </a:stretch>
        </p:blipFill>
        <p:spPr>
          <a:xfrm>
            <a:off x="4105273" y="5088126"/>
            <a:ext cx="647700" cy="314325"/>
          </a:xfrm>
          <a:prstGeom prst="rect">
            <a:avLst/>
          </a:prstGeom>
        </p:spPr>
      </p:pic>
      <p:pic>
        <p:nvPicPr>
          <p:cNvPr id="20" name="Picture 19"/>
          <p:cNvPicPr>
            <a:picLocks noChangeAspect="1"/>
          </p:cNvPicPr>
          <p:nvPr/>
        </p:nvPicPr>
        <p:blipFill>
          <a:blip r:embed="rId14" cstate="print"/>
          <a:stretch>
            <a:fillRect/>
          </a:stretch>
        </p:blipFill>
        <p:spPr>
          <a:xfrm>
            <a:off x="8477795" y="5096582"/>
            <a:ext cx="647700" cy="314325"/>
          </a:xfrm>
          <a:prstGeom prst="rect">
            <a:avLst/>
          </a:prstGeom>
        </p:spPr>
      </p:pic>
      <p:pic>
        <p:nvPicPr>
          <p:cNvPr id="21" name="Picture 20"/>
          <p:cNvPicPr>
            <a:picLocks noChangeAspect="1"/>
          </p:cNvPicPr>
          <p:nvPr/>
        </p:nvPicPr>
        <p:blipFill>
          <a:blip r:embed="rId14" cstate="print"/>
          <a:stretch>
            <a:fillRect/>
          </a:stretch>
        </p:blipFill>
        <p:spPr>
          <a:xfrm>
            <a:off x="6514156" y="5862638"/>
            <a:ext cx="647700" cy="3143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fade">
                                      <p:cBhvr>
                                        <p:cTn id="11" dur="500"/>
                                        <p:tgtEl>
                                          <p:spTgt spid="3">
                                            <p:txEl>
                                              <p:pRg st="2" end="2"/>
                                            </p:txEl>
                                          </p:spTgt>
                                        </p:tgtEl>
                                      </p:cBhvr>
                                    </p:animEffect>
                                  </p:childTnLst>
                                </p:cTn>
                              </p:par>
                            </p:childTnLst>
                          </p:cTn>
                        </p:par>
                        <p:par>
                          <p:cTn id="12" fill="hold">
                            <p:stCondLst>
                              <p:cond delay="1000"/>
                            </p:stCondLst>
                            <p:childTnLst>
                              <p:par>
                                <p:cTn id="13" presetID="42" presetClass="entr" presetSubtype="0" fill="hold" nodeType="afterEffect">
                                  <p:stCondLst>
                                    <p:cond delay="0"/>
                                  </p:stCondLst>
                                  <p:childTnLst>
                                    <p:set>
                                      <p:cBhvr>
                                        <p:cTn id="14" dur="1" fill="hold">
                                          <p:stCondLst>
                                            <p:cond delay="0"/>
                                          </p:stCondLst>
                                        </p:cTn>
                                        <p:tgtEl>
                                          <p:spTgt spid="186372"/>
                                        </p:tgtEl>
                                        <p:attrNameLst>
                                          <p:attrName>style.visibility</p:attrName>
                                        </p:attrNameLst>
                                      </p:cBhvr>
                                      <p:to>
                                        <p:strVal val="visible"/>
                                      </p:to>
                                    </p:set>
                                    <p:animEffect transition="in" filter="fade">
                                      <p:cBhvr>
                                        <p:cTn id="15" dur="1000"/>
                                        <p:tgtEl>
                                          <p:spTgt spid="186372"/>
                                        </p:tgtEl>
                                      </p:cBhvr>
                                    </p:animEffect>
                                    <p:anim calcmode="lin" valueType="num">
                                      <p:cBhvr>
                                        <p:cTn id="16" dur="1000" fill="hold"/>
                                        <p:tgtEl>
                                          <p:spTgt spid="186372"/>
                                        </p:tgtEl>
                                        <p:attrNameLst>
                                          <p:attrName>ppt_x</p:attrName>
                                        </p:attrNameLst>
                                      </p:cBhvr>
                                      <p:tavLst>
                                        <p:tav tm="0">
                                          <p:val>
                                            <p:strVal val="#ppt_x"/>
                                          </p:val>
                                        </p:tav>
                                        <p:tav tm="100000">
                                          <p:val>
                                            <p:strVal val="#ppt_x"/>
                                          </p:val>
                                        </p:tav>
                                      </p:tavLst>
                                    </p:anim>
                                    <p:anim calcmode="lin" valueType="num">
                                      <p:cBhvr>
                                        <p:cTn id="17" dur="1000" fill="hold"/>
                                        <p:tgtEl>
                                          <p:spTgt spid="186372"/>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0"/>
                                  </p:stCondLst>
                                  <p:childTnLst>
                                    <p:set>
                                      <p:cBhvr>
                                        <p:cTn id="19" dur="1" fill="hold">
                                          <p:stCondLst>
                                            <p:cond delay="0"/>
                                          </p:stCondLst>
                                        </p:cTn>
                                        <p:tgtEl>
                                          <p:spTgt spid="186373"/>
                                        </p:tgtEl>
                                        <p:attrNameLst>
                                          <p:attrName>style.visibility</p:attrName>
                                        </p:attrNameLst>
                                      </p:cBhvr>
                                      <p:to>
                                        <p:strVal val="visible"/>
                                      </p:to>
                                    </p:set>
                                    <p:animEffect transition="in" filter="fade">
                                      <p:cBhvr>
                                        <p:cTn id="20" dur="1000"/>
                                        <p:tgtEl>
                                          <p:spTgt spid="186373"/>
                                        </p:tgtEl>
                                      </p:cBhvr>
                                    </p:animEffect>
                                    <p:anim calcmode="lin" valueType="num">
                                      <p:cBhvr>
                                        <p:cTn id="21" dur="1000" fill="hold"/>
                                        <p:tgtEl>
                                          <p:spTgt spid="186373"/>
                                        </p:tgtEl>
                                        <p:attrNameLst>
                                          <p:attrName>ppt_x</p:attrName>
                                        </p:attrNameLst>
                                      </p:cBhvr>
                                      <p:tavLst>
                                        <p:tav tm="0">
                                          <p:val>
                                            <p:strVal val="#ppt_x"/>
                                          </p:val>
                                        </p:tav>
                                        <p:tav tm="100000">
                                          <p:val>
                                            <p:strVal val="#ppt_x"/>
                                          </p:val>
                                        </p:tav>
                                      </p:tavLst>
                                    </p:anim>
                                    <p:anim calcmode="lin" valueType="num">
                                      <p:cBhvr>
                                        <p:cTn id="22" dur="1000" fill="hold"/>
                                        <p:tgtEl>
                                          <p:spTgt spid="186373"/>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186377"/>
                                        </p:tgtEl>
                                        <p:attrNameLst>
                                          <p:attrName>style.visibility</p:attrName>
                                        </p:attrNameLst>
                                      </p:cBhvr>
                                      <p:to>
                                        <p:strVal val="visible"/>
                                      </p:to>
                                    </p:set>
                                    <p:animEffect transition="in" filter="fade">
                                      <p:cBhvr>
                                        <p:cTn id="25" dur="1000"/>
                                        <p:tgtEl>
                                          <p:spTgt spid="186377"/>
                                        </p:tgtEl>
                                      </p:cBhvr>
                                    </p:animEffect>
                                    <p:anim calcmode="lin" valueType="num">
                                      <p:cBhvr>
                                        <p:cTn id="26" dur="1000" fill="hold"/>
                                        <p:tgtEl>
                                          <p:spTgt spid="186377"/>
                                        </p:tgtEl>
                                        <p:attrNameLst>
                                          <p:attrName>ppt_x</p:attrName>
                                        </p:attrNameLst>
                                      </p:cBhvr>
                                      <p:tavLst>
                                        <p:tav tm="0">
                                          <p:val>
                                            <p:strVal val="#ppt_x"/>
                                          </p:val>
                                        </p:tav>
                                        <p:tav tm="100000">
                                          <p:val>
                                            <p:strVal val="#ppt_x"/>
                                          </p:val>
                                        </p:tav>
                                      </p:tavLst>
                                    </p:anim>
                                    <p:anim calcmode="lin" valueType="num">
                                      <p:cBhvr>
                                        <p:cTn id="27" dur="1000" fill="hold"/>
                                        <p:tgtEl>
                                          <p:spTgt spid="18637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4 (cont’d)</a:t>
            </a:r>
          </a:p>
        </p:txBody>
      </p:sp>
      <p:sp>
        <p:nvSpPr>
          <p:cNvPr id="3" name="Content Placeholder 2"/>
          <p:cNvSpPr>
            <a:spLocks noGrp="1"/>
          </p:cNvSpPr>
          <p:nvPr>
            <p:ph idx="1"/>
          </p:nvPr>
        </p:nvSpPr>
        <p:spPr/>
        <p:txBody>
          <a:bodyPr>
            <a:normAutofit/>
          </a:bodyPr>
          <a:lstStyle/>
          <a:p>
            <a:r>
              <a:rPr lang="en-US" sz="2400" dirty="0"/>
              <a:t>Both roots are real, the response is </a:t>
            </a:r>
            <a:r>
              <a:rPr lang="en-US" sz="2400" b="1" i="1" dirty="0"/>
              <a:t>over-damped</a:t>
            </a:r>
            <a:r>
              <a:rPr lang="en-US" sz="2400" dirty="0"/>
              <a:t>.</a:t>
            </a:r>
          </a:p>
          <a:p>
            <a:r>
              <a:rPr lang="en-US" sz="2400" dirty="0"/>
              <a:t>The solution of the ODE is of the form:</a:t>
            </a:r>
          </a:p>
          <a:p>
            <a:endParaRPr lang="en-US" sz="2400" dirty="0"/>
          </a:p>
          <a:p>
            <a:pPr>
              <a:buNone/>
            </a:pPr>
            <a:r>
              <a:rPr lang="en-US" sz="2400" dirty="0"/>
              <a:t>and </a:t>
            </a:r>
          </a:p>
          <a:p>
            <a:endParaRPr lang="en-US" i="1" dirty="0"/>
          </a:p>
          <a:p>
            <a:r>
              <a:rPr lang="en-US" sz="2400" i="1" dirty="0"/>
              <a:t>A</a:t>
            </a:r>
            <a:r>
              <a:rPr lang="en-US" sz="2400" baseline="-25000" dirty="0"/>
              <a:t>1</a:t>
            </a:r>
            <a:r>
              <a:rPr lang="en-US" sz="2400" dirty="0"/>
              <a:t> &amp; </a:t>
            </a:r>
            <a:r>
              <a:rPr lang="en-US" sz="2400" i="1" dirty="0"/>
              <a:t>A</a:t>
            </a:r>
            <a:r>
              <a:rPr lang="en-US" sz="2400" baseline="-25000" dirty="0"/>
              <a:t>2</a:t>
            </a:r>
            <a:r>
              <a:rPr lang="en-US" sz="2400" dirty="0"/>
              <a:t> satisfy the initial conditions</a:t>
            </a:r>
          </a:p>
          <a:p>
            <a:endParaRPr lang="en-US" sz="2400" dirty="0"/>
          </a:p>
          <a:p>
            <a:endParaRPr lang="en-US" sz="2400" dirty="0"/>
          </a:p>
          <a:p>
            <a:r>
              <a:rPr lang="en-US" sz="2400" dirty="0"/>
              <a:t>Finally, </a:t>
            </a:r>
          </a:p>
        </p:txBody>
      </p:sp>
      <p:graphicFrame>
        <p:nvGraphicFramePr>
          <p:cNvPr id="187394" name="Object 2"/>
          <p:cNvGraphicFramePr>
            <a:graphicFrameLocks noChangeAspect="1"/>
          </p:cNvGraphicFramePr>
          <p:nvPr>
            <p:extLst>
              <p:ext uri="{D42A27DB-BD31-4B8C-83A1-F6EECF244321}">
                <p14:modId xmlns:p14="http://schemas.microsoft.com/office/powerpoint/2010/main" val="1980841863"/>
              </p:ext>
            </p:extLst>
          </p:nvPr>
        </p:nvGraphicFramePr>
        <p:xfrm>
          <a:off x="1436688" y="2651125"/>
          <a:ext cx="4689475" cy="500063"/>
        </p:xfrm>
        <a:graphic>
          <a:graphicData uri="http://schemas.openxmlformats.org/presentationml/2006/ole">
            <mc:AlternateContent xmlns:mc="http://schemas.openxmlformats.org/markup-compatibility/2006">
              <mc:Choice xmlns:v="urn:schemas-microsoft-com:vml" Requires="v">
                <p:oleObj name="Equation" r:id="rId2" imgW="2374900" imgH="254000" progId="Equation.DSMT4">
                  <p:embed/>
                </p:oleObj>
              </mc:Choice>
              <mc:Fallback>
                <p:oleObj name="Equation" r:id="rId2" imgW="2374900" imgH="254000" progId="Equation.DSMT4">
                  <p:embed/>
                  <p:pic>
                    <p:nvPicPr>
                      <p:cNvPr id="187394"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6688" y="2651125"/>
                        <a:ext cx="4689475" cy="500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7396" name="Object 4"/>
          <p:cNvGraphicFramePr>
            <a:graphicFrameLocks noChangeAspect="1"/>
          </p:cNvGraphicFramePr>
          <p:nvPr>
            <p:extLst>
              <p:ext uri="{D42A27DB-BD31-4B8C-83A1-F6EECF244321}">
                <p14:modId xmlns:p14="http://schemas.microsoft.com/office/powerpoint/2010/main" val="3055321286"/>
              </p:ext>
            </p:extLst>
          </p:nvPr>
        </p:nvGraphicFramePr>
        <p:xfrm>
          <a:off x="1436688" y="4792362"/>
          <a:ext cx="2584450" cy="500063"/>
        </p:xfrm>
        <a:graphic>
          <a:graphicData uri="http://schemas.openxmlformats.org/presentationml/2006/ole">
            <mc:AlternateContent xmlns:mc="http://schemas.openxmlformats.org/markup-compatibility/2006">
              <mc:Choice xmlns:v="urn:schemas-microsoft-com:vml" Requires="v">
                <p:oleObj name="Equation" r:id="rId4" imgW="1307532" imgH="253890" progId="Equation.DSMT4">
                  <p:embed/>
                </p:oleObj>
              </mc:Choice>
              <mc:Fallback>
                <p:oleObj name="Equation" r:id="rId4" imgW="1307532" imgH="253890" progId="Equation.DSMT4">
                  <p:embed/>
                  <p:pic>
                    <p:nvPicPr>
                      <p:cNvPr id="187396"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36688" y="4792362"/>
                        <a:ext cx="2584450" cy="500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7398" name="Object 6"/>
          <p:cNvGraphicFramePr>
            <a:graphicFrameLocks noChangeAspect="1"/>
          </p:cNvGraphicFramePr>
          <p:nvPr>
            <p:extLst>
              <p:ext uri="{D42A27DB-BD31-4B8C-83A1-F6EECF244321}">
                <p14:modId xmlns:p14="http://schemas.microsoft.com/office/powerpoint/2010/main" val="2230130358"/>
              </p:ext>
            </p:extLst>
          </p:nvPr>
        </p:nvGraphicFramePr>
        <p:xfrm>
          <a:off x="1436688" y="3336838"/>
          <a:ext cx="6596062" cy="825500"/>
        </p:xfrm>
        <a:graphic>
          <a:graphicData uri="http://schemas.openxmlformats.org/presentationml/2006/ole">
            <mc:AlternateContent xmlns:mc="http://schemas.openxmlformats.org/markup-compatibility/2006">
              <mc:Choice xmlns:v="urn:schemas-microsoft-com:vml" Requires="v">
                <p:oleObj name="Equation" r:id="rId6" imgW="3340100" imgH="419100" progId="Equation.DSMT4">
                  <p:embed/>
                </p:oleObj>
              </mc:Choice>
              <mc:Fallback>
                <p:oleObj name="Equation" r:id="rId6" imgW="3340100" imgH="419100" progId="Equation.DSMT4">
                  <p:embed/>
                  <p:pic>
                    <p:nvPicPr>
                      <p:cNvPr id="187398"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36688" y="3336838"/>
                        <a:ext cx="6596062" cy="825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7399" name="Object 7"/>
          <p:cNvGraphicFramePr>
            <a:graphicFrameLocks noChangeAspect="1"/>
          </p:cNvGraphicFramePr>
          <p:nvPr>
            <p:extLst>
              <p:ext uri="{D42A27DB-BD31-4B8C-83A1-F6EECF244321}">
                <p14:modId xmlns:p14="http://schemas.microsoft.com/office/powerpoint/2010/main" val="3702155792"/>
              </p:ext>
            </p:extLst>
          </p:nvPr>
        </p:nvGraphicFramePr>
        <p:xfrm>
          <a:off x="4249567" y="4622111"/>
          <a:ext cx="3687762" cy="825500"/>
        </p:xfrm>
        <a:graphic>
          <a:graphicData uri="http://schemas.openxmlformats.org/presentationml/2006/ole">
            <mc:AlternateContent xmlns:mc="http://schemas.openxmlformats.org/markup-compatibility/2006">
              <mc:Choice xmlns:v="urn:schemas-microsoft-com:vml" Requires="v">
                <p:oleObj name="Equation" r:id="rId8" imgW="1866900" imgH="419100" progId="Equation.DSMT4">
                  <p:embed/>
                </p:oleObj>
              </mc:Choice>
              <mc:Fallback>
                <p:oleObj name="Equation" r:id="rId8" imgW="1866900" imgH="419100" progId="Equation.DSMT4">
                  <p:embed/>
                  <p:pic>
                    <p:nvPicPr>
                      <p:cNvPr id="187399"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49567" y="4622111"/>
                        <a:ext cx="3687762" cy="825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7400" name="Object 8"/>
          <p:cNvGraphicFramePr>
            <a:graphicFrameLocks noChangeAspect="1"/>
          </p:cNvGraphicFramePr>
          <p:nvPr>
            <p:extLst>
              <p:ext uri="{D42A27DB-BD31-4B8C-83A1-F6EECF244321}">
                <p14:modId xmlns:p14="http://schemas.microsoft.com/office/powerpoint/2010/main" val="2172428581"/>
              </p:ext>
            </p:extLst>
          </p:nvPr>
        </p:nvGraphicFramePr>
        <p:xfrm>
          <a:off x="8154903" y="4779133"/>
          <a:ext cx="3313112" cy="450850"/>
        </p:xfrm>
        <a:graphic>
          <a:graphicData uri="http://schemas.openxmlformats.org/presentationml/2006/ole">
            <mc:AlternateContent xmlns:mc="http://schemas.openxmlformats.org/markup-compatibility/2006">
              <mc:Choice xmlns:v="urn:schemas-microsoft-com:vml" Requires="v">
                <p:oleObj name="Equation" r:id="rId10" imgW="1676400" imgH="228600" progId="Equation.DSMT4">
                  <p:embed/>
                </p:oleObj>
              </mc:Choice>
              <mc:Fallback>
                <p:oleObj name="Equation" r:id="rId10" imgW="1676400" imgH="228600" progId="Equation.DSMT4">
                  <p:embed/>
                  <p:pic>
                    <p:nvPicPr>
                      <p:cNvPr id="18740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154903" y="4779133"/>
                        <a:ext cx="3313112" cy="450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7401" name="Object 9"/>
          <p:cNvGraphicFramePr>
            <a:graphicFrameLocks noChangeAspect="1"/>
          </p:cNvGraphicFramePr>
          <p:nvPr>
            <p:extLst>
              <p:ext uri="{D42A27DB-BD31-4B8C-83A1-F6EECF244321}">
                <p14:modId xmlns:p14="http://schemas.microsoft.com/office/powerpoint/2010/main" val="3078505877"/>
              </p:ext>
            </p:extLst>
          </p:nvPr>
        </p:nvGraphicFramePr>
        <p:xfrm>
          <a:off x="1436688" y="6077635"/>
          <a:ext cx="4113212" cy="500062"/>
        </p:xfrm>
        <a:graphic>
          <a:graphicData uri="http://schemas.openxmlformats.org/presentationml/2006/ole">
            <mc:AlternateContent xmlns:mc="http://schemas.openxmlformats.org/markup-compatibility/2006">
              <mc:Choice xmlns:v="urn:schemas-microsoft-com:vml" Requires="v">
                <p:oleObj name="Equation" r:id="rId12" imgW="2082800" imgH="254000" progId="Equation.DSMT4">
                  <p:embed/>
                </p:oleObj>
              </mc:Choice>
              <mc:Fallback>
                <p:oleObj name="Equation" r:id="rId12" imgW="2082800" imgH="254000" progId="Equation.DSMT4">
                  <p:embed/>
                  <p:pic>
                    <p:nvPicPr>
                      <p:cNvPr id="187401"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436688" y="6077635"/>
                        <a:ext cx="4113212" cy="500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Slide Number Placeholder 10"/>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35</a:t>
            </a:fld>
            <a:endParaRPr lang="en-US" altLang="zh-CN" dirty="0">
              <a:ea typeface="黑体" panose="02010609060101010101" pitchFamily="49" charset="-122"/>
            </a:endParaRPr>
          </a:p>
        </p:txBody>
      </p:sp>
      <p:grpSp>
        <p:nvGrpSpPr>
          <p:cNvPr id="8" name="Group 7">
            <a:extLst>
              <a:ext uri="{FF2B5EF4-FFF2-40B4-BE49-F238E27FC236}">
                <a16:creationId xmlns:a16="http://schemas.microsoft.com/office/drawing/2014/main" id="{448202E7-6610-8CA0-063F-3FB79A0198D1}"/>
              </a:ext>
            </a:extLst>
          </p:cNvPr>
          <p:cNvGrpSpPr/>
          <p:nvPr/>
        </p:nvGrpSpPr>
        <p:grpSpPr>
          <a:xfrm>
            <a:off x="5912956" y="6134392"/>
            <a:ext cx="757440" cy="334080"/>
            <a:chOff x="5912956" y="6134392"/>
            <a:chExt cx="757440" cy="334080"/>
          </a:xfrm>
        </p:grpSpPr>
        <mc:AlternateContent xmlns:mc="http://schemas.openxmlformats.org/markup-compatibility/2006" xmlns:p14="http://schemas.microsoft.com/office/powerpoint/2010/main">
          <mc:Choice Requires="p14">
            <p:contentPart p14:bwMode="auto" r:id="rId14">
              <p14:nvContentPartPr>
                <p14:cNvPr id="4" name="Ink 3">
                  <a:extLst>
                    <a:ext uri="{FF2B5EF4-FFF2-40B4-BE49-F238E27FC236}">
                      <a16:creationId xmlns:a16="http://schemas.microsoft.com/office/drawing/2014/main" id="{2952A487-5A8F-23CA-D1DA-B17C4EE10DE0}"/>
                    </a:ext>
                  </a:extLst>
                </p14:cNvPr>
                <p14:cNvContentPartPr/>
                <p14:nvPr/>
              </p14:nvContentPartPr>
              <p14:xfrm>
                <a:off x="5997196" y="6134392"/>
                <a:ext cx="66960" cy="334080"/>
              </p14:xfrm>
            </p:contentPart>
          </mc:Choice>
          <mc:Fallback xmlns="">
            <p:pic>
              <p:nvPicPr>
                <p:cNvPr id="4" name="Ink 3">
                  <a:extLst>
                    <a:ext uri="{FF2B5EF4-FFF2-40B4-BE49-F238E27FC236}">
                      <a16:creationId xmlns:a16="http://schemas.microsoft.com/office/drawing/2014/main" id="{2952A487-5A8F-23CA-D1DA-B17C4EE10DE0}"/>
                    </a:ext>
                  </a:extLst>
                </p:cNvPr>
                <p:cNvPicPr/>
                <p:nvPr/>
              </p:nvPicPr>
              <p:blipFill>
                <a:blip r:embed="rId16"/>
                <a:stretch>
                  <a:fillRect/>
                </a:stretch>
              </p:blipFill>
              <p:spPr>
                <a:xfrm>
                  <a:off x="5988556" y="6125752"/>
                  <a:ext cx="84600" cy="3517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5" name="Ink 4">
                  <a:extLst>
                    <a:ext uri="{FF2B5EF4-FFF2-40B4-BE49-F238E27FC236}">
                      <a16:creationId xmlns:a16="http://schemas.microsoft.com/office/drawing/2014/main" id="{B4A8DC81-5EF9-3F47-AC97-D8A909580C80}"/>
                    </a:ext>
                  </a:extLst>
                </p14:cNvPr>
                <p14:cNvContentPartPr/>
                <p14:nvPr/>
              </p14:nvContentPartPr>
              <p14:xfrm>
                <a:off x="5912956" y="6212152"/>
                <a:ext cx="160920" cy="35640"/>
              </p14:xfrm>
            </p:contentPart>
          </mc:Choice>
          <mc:Fallback xmlns="">
            <p:pic>
              <p:nvPicPr>
                <p:cNvPr id="5" name="Ink 4">
                  <a:extLst>
                    <a:ext uri="{FF2B5EF4-FFF2-40B4-BE49-F238E27FC236}">
                      <a16:creationId xmlns:a16="http://schemas.microsoft.com/office/drawing/2014/main" id="{B4A8DC81-5EF9-3F47-AC97-D8A909580C80}"/>
                    </a:ext>
                  </a:extLst>
                </p:cNvPr>
                <p:cNvPicPr/>
                <p:nvPr/>
              </p:nvPicPr>
              <p:blipFill>
                <a:blip r:embed="rId18"/>
                <a:stretch>
                  <a:fillRect/>
                </a:stretch>
              </p:blipFill>
              <p:spPr>
                <a:xfrm>
                  <a:off x="5903956" y="6203512"/>
                  <a:ext cx="17856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6" name="Ink 5">
                  <a:extLst>
                    <a:ext uri="{FF2B5EF4-FFF2-40B4-BE49-F238E27FC236}">
                      <a16:creationId xmlns:a16="http://schemas.microsoft.com/office/drawing/2014/main" id="{D3017718-275B-8935-8D3A-DEC5333B4343}"/>
                    </a:ext>
                  </a:extLst>
                </p14:cNvPr>
                <p14:cNvContentPartPr/>
                <p14:nvPr/>
              </p14:nvContentPartPr>
              <p14:xfrm>
                <a:off x="6175756" y="6200632"/>
                <a:ext cx="230040" cy="241560"/>
              </p14:xfrm>
            </p:contentPart>
          </mc:Choice>
          <mc:Fallback xmlns="">
            <p:pic>
              <p:nvPicPr>
                <p:cNvPr id="6" name="Ink 5">
                  <a:extLst>
                    <a:ext uri="{FF2B5EF4-FFF2-40B4-BE49-F238E27FC236}">
                      <a16:creationId xmlns:a16="http://schemas.microsoft.com/office/drawing/2014/main" id="{D3017718-275B-8935-8D3A-DEC5333B4343}"/>
                    </a:ext>
                  </a:extLst>
                </p:cNvPr>
                <p:cNvPicPr/>
                <p:nvPr/>
              </p:nvPicPr>
              <p:blipFill>
                <a:blip r:embed="rId20"/>
                <a:stretch>
                  <a:fillRect/>
                </a:stretch>
              </p:blipFill>
              <p:spPr>
                <a:xfrm>
                  <a:off x="6167116" y="6191632"/>
                  <a:ext cx="247680" cy="2592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7" name="Ink 6">
                  <a:extLst>
                    <a:ext uri="{FF2B5EF4-FFF2-40B4-BE49-F238E27FC236}">
                      <a16:creationId xmlns:a16="http://schemas.microsoft.com/office/drawing/2014/main" id="{1474A1BE-896C-A892-92A5-FE63EAD39029}"/>
                    </a:ext>
                  </a:extLst>
                </p14:cNvPr>
                <p14:cNvContentPartPr/>
                <p14:nvPr/>
              </p14:nvContentPartPr>
              <p14:xfrm>
                <a:off x="6526396" y="6206752"/>
                <a:ext cx="144000" cy="187560"/>
              </p14:xfrm>
            </p:contentPart>
          </mc:Choice>
          <mc:Fallback xmlns="">
            <p:pic>
              <p:nvPicPr>
                <p:cNvPr id="7" name="Ink 6">
                  <a:extLst>
                    <a:ext uri="{FF2B5EF4-FFF2-40B4-BE49-F238E27FC236}">
                      <a16:creationId xmlns:a16="http://schemas.microsoft.com/office/drawing/2014/main" id="{1474A1BE-896C-A892-92A5-FE63EAD39029}"/>
                    </a:ext>
                  </a:extLst>
                </p:cNvPr>
                <p:cNvPicPr/>
                <p:nvPr/>
              </p:nvPicPr>
              <p:blipFill>
                <a:blip r:embed="rId22"/>
                <a:stretch>
                  <a:fillRect/>
                </a:stretch>
              </p:blipFill>
              <p:spPr>
                <a:xfrm>
                  <a:off x="6517396" y="6198112"/>
                  <a:ext cx="161640" cy="205200"/>
                </a:xfrm>
                <a:prstGeom prst="rect">
                  <a:avLst/>
                </a:prstGeom>
              </p:spPr>
            </p:pic>
          </mc:Fallback>
        </mc:AlternateContent>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r>
              <a:rPr lang="en-US" altLang="en-US" dirty="0"/>
              <a:t>Step Response of a Parallel RLC Circuit</a:t>
            </a:r>
          </a:p>
        </p:txBody>
      </p:sp>
      <p:sp>
        <p:nvSpPr>
          <p:cNvPr id="49155" name="Content Placeholder 2"/>
          <p:cNvSpPr>
            <a:spLocks noGrp="1"/>
          </p:cNvSpPr>
          <p:nvPr>
            <p:ph idx="1"/>
          </p:nvPr>
        </p:nvSpPr>
        <p:spPr>
          <a:xfrm>
            <a:off x="838200" y="1825625"/>
            <a:ext cx="10515600" cy="4939908"/>
          </a:xfrm>
        </p:spPr>
        <p:txBody>
          <a:bodyPr>
            <a:normAutofit fontScale="92500"/>
          </a:bodyPr>
          <a:lstStyle/>
          <a:p>
            <a:r>
              <a:rPr lang="en-US" altLang="en-US" sz="2400" dirty="0"/>
              <a:t>The same treatment given to the parallel RLC circuit yields the same result.</a:t>
            </a:r>
          </a:p>
          <a:p>
            <a:endParaRPr lang="en-US" altLang="en-US" sz="2400" dirty="0"/>
          </a:p>
          <a:p>
            <a:endParaRPr lang="en-US" altLang="en-US" sz="2400" dirty="0"/>
          </a:p>
          <a:p>
            <a:r>
              <a:rPr lang="en-US" altLang="en-US" sz="2400" dirty="0"/>
              <a:t>The response is a combination of transient and </a:t>
            </a:r>
            <a:br>
              <a:rPr lang="en-US" altLang="en-US" sz="2400" dirty="0"/>
            </a:br>
            <a:r>
              <a:rPr lang="en-US" altLang="en-US" sz="2400" dirty="0"/>
              <a:t>steady state responses:</a:t>
            </a:r>
          </a:p>
          <a:p>
            <a:endParaRPr lang="en-US" altLang="en-US" sz="2400" dirty="0"/>
          </a:p>
          <a:p>
            <a:endParaRPr lang="en-US" altLang="en-US" sz="2400" dirty="0"/>
          </a:p>
          <a:p>
            <a:pPr>
              <a:buFontTx/>
              <a:buNone/>
            </a:pPr>
            <a:endParaRPr lang="en-US" altLang="en-US" sz="2400" dirty="0"/>
          </a:p>
          <a:p>
            <a:endParaRPr lang="en-US" altLang="en-US" sz="2400" dirty="0"/>
          </a:p>
          <a:p>
            <a:r>
              <a:rPr lang="en-US" altLang="en-US" sz="2400" dirty="0"/>
              <a:t>Here the variables </a:t>
            </a:r>
            <a:r>
              <a:rPr lang="en-US" altLang="en-US" sz="2400" i="1" dirty="0"/>
              <a:t>A</a:t>
            </a:r>
            <a:r>
              <a:rPr lang="en-US" altLang="en-US" sz="2400" i="1" baseline="-25000" dirty="0"/>
              <a:t>1</a:t>
            </a:r>
            <a:r>
              <a:rPr lang="en-US" altLang="en-US" sz="2400" dirty="0"/>
              <a:t> and </a:t>
            </a:r>
            <a:r>
              <a:rPr lang="en-US" altLang="en-US" sz="2400" i="1" dirty="0"/>
              <a:t>A</a:t>
            </a:r>
            <a:r>
              <a:rPr lang="en-US" altLang="en-US" sz="2400" i="1" baseline="-25000" dirty="0"/>
              <a:t>2</a:t>
            </a:r>
            <a:r>
              <a:rPr lang="en-US" altLang="en-US" sz="2400" dirty="0"/>
              <a:t> are obtained from the initial conditions, </a:t>
            </a:r>
            <a:r>
              <a:rPr lang="en-US" altLang="en-US" sz="2400" i="1" dirty="0" err="1"/>
              <a:t>i</a:t>
            </a:r>
            <a:r>
              <a:rPr lang="en-US" altLang="en-US" sz="2400" i="1" dirty="0"/>
              <a:t>(0)</a:t>
            </a:r>
            <a:r>
              <a:rPr lang="en-US" altLang="en-US" sz="2400" dirty="0"/>
              <a:t> and </a:t>
            </a:r>
            <a:r>
              <a:rPr lang="en-US" altLang="en-US" sz="2400" i="1" dirty="0"/>
              <a:t>di(0)/dt</a:t>
            </a:r>
            <a:r>
              <a:rPr lang="en-US" altLang="en-US" sz="2400" dirty="0"/>
              <a:t>.</a:t>
            </a:r>
            <a:endParaRPr lang="en-US" altLang="en-US" dirty="0"/>
          </a:p>
          <a:p>
            <a:r>
              <a:rPr lang="en-US" altLang="en-US" sz="2400" dirty="0"/>
              <a:t>Note that the transient response is of the same from as source-free response </a:t>
            </a:r>
            <a:r>
              <a:rPr lang="en-US" altLang="en-US" sz="2400" dirty="0">
                <a:solidFill>
                  <a:srgbClr val="FF0000"/>
                </a:solidFill>
              </a:rPr>
              <a:t>(but with different constants </a:t>
            </a:r>
            <a:r>
              <a:rPr lang="en-US" altLang="en-US" sz="2400" i="1" dirty="0">
                <a:solidFill>
                  <a:srgbClr val="FF0000"/>
                </a:solidFill>
              </a:rPr>
              <a:t>A</a:t>
            </a:r>
            <a:r>
              <a:rPr lang="en-US" altLang="en-US" sz="2400" i="1" baseline="-25000" dirty="0">
                <a:solidFill>
                  <a:srgbClr val="FF0000"/>
                </a:solidFill>
              </a:rPr>
              <a:t>1</a:t>
            </a:r>
            <a:r>
              <a:rPr lang="en-US" altLang="en-US" sz="2400" dirty="0">
                <a:solidFill>
                  <a:srgbClr val="FF0000"/>
                </a:solidFill>
              </a:rPr>
              <a:t> and </a:t>
            </a:r>
            <a:r>
              <a:rPr lang="en-US" altLang="en-US" sz="2400" i="1" dirty="0">
                <a:solidFill>
                  <a:srgbClr val="FF0000"/>
                </a:solidFill>
              </a:rPr>
              <a:t>A</a:t>
            </a:r>
            <a:r>
              <a:rPr lang="en-US" altLang="en-US" sz="2400" i="1" baseline="-25000" dirty="0">
                <a:solidFill>
                  <a:srgbClr val="FF0000"/>
                </a:solidFill>
              </a:rPr>
              <a:t>2</a:t>
            </a:r>
            <a:r>
              <a:rPr lang="en-US" altLang="en-US" sz="2400" dirty="0">
                <a:solidFill>
                  <a:srgbClr val="FF0000"/>
                </a:solidFill>
              </a:rPr>
              <a:t>)</a:t>
            </a:r>
          </a:p>
        </p:txBody>
      </p:sp>
      <p:graphicFrame>
        <p:nvGraphicFramePr>
          <p:cNvPr id="49157" name="Object 5"/>
          <p:cNvGraphicFramePr>
            <a:graphicFrameLocks noChangeAspect="1"/>
          </p:cNvGraphicFramePr>
          <p:nvPr>
            <p:extLst>
              <p:ext uri="{D42A27DB-BD31-4B8C-83A1-F6EECF244321}">
                <p14:modId xmlns:p14="http://schemas.microsoft.com/office/powerpoint/2010/main" val="980741097"/>
              </p:ext>
            </p:extLst>
          </p:nvPr>
        </p:nvGraphicFramePr>
        <p:xfrm>
          <a:off x="1486207" y="3999515"/>
          <a:ext cx="5900738" cy="1219200"/>
        </p:xfrm>
        <a:graphic>
          <a:graphicData uri="http://schemas.openxmlformats.org/presentationml/2006/ole">
            <mc:AlternateContent xmlns:mc="http://schemas.openxmlformats.org/markup-compatibility/2006">
              <mc:Choice xmlns:v="urn:schemas-microsoft-com:vml" Requires="v">
                <p:oleObj name="Equation" r:id="rId3" imgW="3441700" imgH="711200" progId="Equation.DSMT4">
                  <p:embed/>
                </p:oleObj>
              </mc:Choice>
              <mc:Fallback>
                <p:oleObj name="Equation" r:id="rId3" imgW="3441700" imgH="711200" progId="Equation.DSMT4">
                  <p:embed/>
                  <p:pic>
                    <p:nvPicPr>
                      <p:cNvPr id="49157"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6207" y="3999515"/>
                        <a:ext cx="5900738" cy="1219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6417" name="Picture 33"/>
          <p:cNvPicPr>
            <a:picLocks noChangeAspect="1" noChangeArrowheads="1"/>
          </p:cNvPicPr>
          <p:nvPr/>
        </p:nvPicPr>
        <p:blipFill>
          <a:blip r:embed="rId5" cstate="print"/>
          <a:srcRect/>
          <a:stretch>
            <a:fillRect/>
          </a:stretch>
        </p:blipFill>
        <p:spPr bwMode="auto">
          <a:xfrm>
            <a:off x="7687319" y="2296298"/>
            <a:ext cx="3514725" cy="1524000"/>
          </a:xfrm>
          <a:prstGeom prst="rect">
            <a:avLst/>
          </a:prstGeom>
          <a:noFill/>
          <a:ln w="9525">
            <a:noFill/>
            <a:miter lim="800000"/>
            <a:headEnd/>
            <a:tailEnd/>
          </a:ln>
        </p:spPr>
      </p:pic>
      <p:graphicFrame>
        <p:nvGraphicFramePr>
          <p:cNvPr id="16422" name="Object 38"/>
          <p:cNvGraphicFramePr>
            <a:graphicFrameLocks noChangeAspect="1"/>
          </p:cNvGraphicFramePr>
          <p:nvPr>
            <p:extLst>
              <p:ext uri="{D42A27DB-BD31-4B8C-83A1-F6EECF244321}">
                <p14:modId xmlns:p14="http://schemas.microsoft.com/office/powerpoint/2010/main" val="3187860009"/>
              </p:ext>
            </p:extLst>
          </p:nvPr>
        </p:nvGraphicFramePr>
        <p:xfrm>
          <a:off x="8015545" y="4047869"/>
          <a:ext cx="2397327" cy="1166682"/>
        </p:xfrm>
        <a:graphic>
          <a:graphicData uri="http://schemas.openxmlformats.org/presentationml/2006/ole">
            <mc:AlternateContent xmlns:mc="http://schemas.openxmlformats.org/markup-compatibility/2006">
              <mc:Choice xmlns:v="urn:schemas-microsoft-com:vml" Requires="v">
                <p:oleObj name="Equation" r:id="rId6" imgW="1459866" imgH="710891" progId="Equation.DSMT4">
                  <p:embed/>
                </p:oleObj>
              </mc:Choice>
              <mc:Fallback>
                <p:oleObj name="Equation" r:id="rId6" imgW="1459866" imgH="710891" progId="Equation.DSMT4">
                  <p:embed/>
                  <p:pic>
                    <p:nvPicPr>
                      <p:cNvPr id="16422" name="Object 3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15545" y="4047869"/>
                        <a:ext cx="2397327" cy="11666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Slide Number Placeholder 8"/>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36</a:t>
            </a:fld>
            <a:endParaRPr lang="en-US" altLang="zh-CN" dirty="0">
              <a:ea typeface="黑体" panose="02010609060101010101" pitchFamily="49" charset="-122"/>
            </a:endParaRPr>
          </a:p>
        </p:txBody>
      </p:sp>
      <p:pic>
        <p:nvPicPr>
          <p:cNvPr id="2" name="Picture 1"/>
          <p:cNvPicPr>
            <a:picLocks noChangeAspect="1"/>
          </p:cNvPicPr>
          <p:nvPr/>
        </p:nvPicPr>
        <p:blipFill>
          <a:blip r:embed="rId8" cstate="print"/>
          <a:stretch>
            <a:fillRect/>
          </a:stretch>
        </p:blipFill>
        <p:spPr>
          <a:xfrm>
            <a:off x="838200" y="2210279"/>
            <a:ext cx="6334125" cy="876300"/>
          </a:xfrm>
          <a:prstGeom prst="rect">
            <a:avLst/>
          </a:prstGeom>
        </p:spPr>
      </p:pic>
    </p:spTree>
    <p:extLst>
      <p:ext uri="{BB962C8B-B14F-4D97-AF65-F5344CB8AC3E}">
        <p14:creationId xmlns:p14="http://schemas.microsoft.com/office/powerpoint/2010/main" val="27038902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5</a:t>
            </a:r>
          </a:p>
        </p:txBody>
      </p:sp>
      <p:sp>
        <p:nvSpPr>
          <p:cNvPr id="3" name="Content Placeholder 2"/>
          <p:cNvSpPr>
            <a:spLocks noGrp="1"/>
          </p:cNvSpPr>
          <p:nvPr>
            <p:ph idx="1"/>
          </p:nvPr>
        </p:nvSpPr>
        <p:spPr/>
        <p:txBody>
          <a:bodyPr>
            <a:normAutofit/>
          </a:bodyPr>
          <a:lstStyle/>
          <a:p>
            <a:r>
              <a:rPr lang="en-US" sz="2400" dirty="0"/>
              <a:t>Find </a:t>
            </a:r>
            <a:r>
              <a:rPr lang="en-US" sz="2400" i="1" dirty="0"/>
              <a:t>v</a:t>
            </a:r>
            <a:r>
              <a:rPr lang="en-US" sz="2400" dirty="0"/>
              <a:t>(t) and </a:t>
            </a:r>
            <a:r>
              <a:rPr lang="en-US" sz="2400" i="1" dirty="0" err="1"/>
              <a:t>i</a:t>
            </a:r>
            <a:r>
              <a:rPr lang="en-US" sz="2400" dirty="0"/>
              <a:t>(t) for </a:t>
            </a:r>
            <a:r>
              <a:rPr lang="en-US" sz="2400" i="1" dirty="0"/>
              <a:t>t</a:t>
            </a:r>
            <a:r>
              <a:rPr lang="en-US" sz="2400" dirty="0"/>
              <a:t>&gt;0 and different R values.</a:t>
            </a:r>
          </a:p>
          <a:p>
            <a:r>
              <a:rPr lang="en-US" sz="2400" dirty="0"/>
              <a:t>Three cases: R=(</a:t>
            </a:r>
            <a:r>
              <a:rPr lang="en-US" sz="2400" dirty="0">
                <a:solidFill>
                  <a:srgbClr val="FF0000"/>
                </a:solidFill>
              </a:rPr>
              <a:t>5</a:t>
            </a:r>
            <a:r>
              <a:rPr lang="en-US" sz="2400" dirty="0"/>
              <a:t>,</a:t>
            </a:r>
            <a:r>
              <a:rPr lang="en-US" sz="2400" dirty="0">
                <a:solidFill>
                  <a:schemeClr val="accent1"/>
                </a:solidFill>
              </a:rPr>
              <a:t>4</a:t>
            </a:r>
            <a:r>
              <a:rPr lang="en-US" sz="2400" dirty="0"/>
              <a:t>,</a:t>
            </a:r>
            <a:r>
              <a:rPr lang="en-US" sz="2400" dirty="0">
                <a:solidFill>
                  <a:schemeClr val="accent6"/>
                </a:solidFill>
              </a:rPr>
              <a:t>1</a:t>
            </a:r>
            <a:r>
              <a:rPr lang="en-US" sz="2400" dirty="0"/>
              <a:t>)</a:t>
            </a:r>
            <a:r>
              <a:rPr lang="en-US" sz="2400" dirty="0">
                <a:latin typeface="Symbol" pitchFamily="18" charset="2"/>
              </a:rPr>
              <a:t>W.</a:t>
            </a:r>
          </a:p>
          <a:p>
            <a:r>
              <a:rPr lang="en-US" sz="2400" dirty="0"/>
              <a:t>For </a:t>
            </a:r>
            <a:r>
              <a:rPr lang="en-US" sz="2400" i="1" dirty="0"/>
              <a:t>t</a:t>
            </a:r>
            <a:r>
              <a:rPr lang="en-US" sz="2400" dirty="0"/>
              <a:t>&lt;0, inductor short; and capacitor open.</a:t>
            </a:r>
          </a:p>
          <a:p>
            <a:endParaRPr lang="en-US" sz="2400" dirty="0"/>
          </a:p>
          <a:p>
            <a:endParaRPr lang="en-US" sz="2400" dirty="0"/>
          </a:p>
          <a:p>
            <a:r>
              <a:rPr lang="en-US" sz="2400" dirty="0"/>
              <a:t>At </a:t>
            </a:r>
            <a:r>
              <a:rPr lang="en-US" sz="2400" i="1" dirty="0"/>
              <a:t>t</a:t>
            </a:r>
            <a:r>
              <a:rPr lang="en-US" sz="2400" dirty="0"/>
              <a:t>=0</a:t>
            </a:r>
            <a:r>
              <a:rPr lang="en-US" sz="2400" baseline="30000" dirty="0"/>
              <a:t>+</a:t>
            </a:r>
            <a:r>
              <a:rPr lang="en-US" sz="2400" dirty="0"/>
              <a:t>, </a:t>
            </a:r>
          </a:p>
          <a:p>
            <a:r>
              <a:rPr lang="en-US" sz="2400" dirty="0"/>
              <a:t>Since the current of an inductor is continuous,  </a:t>
            </a:r>
          </a:p>
          <a:p>
            <a:r>
              <a:rPr lang="en-US" sz="2400" dirty="0"/>
              <a:t>To find the characteristic roots, consider</a:t>
            </a:r>
          </a:p>
          <a:p>
            <a:pPr marL="0" indent="0">
              <a:buNone/>
            </a:pPr>
            <a:endParaRPr lang="en-US" sz="2400" dirty="0"/>
          </a:p>
        </p:txBody>
      </p:sp>
      <p:pic>
        <p:nvPicPr>
          <p:cNvPr id="206850" name="Picture 2"/>
          <p:cNvPicPr>
            <a:picLocks noChangeAspect="1" noChangeArrowheads="1"/>
          </p:cNvPicPr>
          <p:nvPr/>
        </p:nvPicPr>
        <p:blipFill>
          <a:blip r:embed="rId2" cstate="print"/>
          <a:srcRect/>
          <a:stretch>
            <a:fillRect/>
          </a:stretch>
        </p:blipFill>
        <p:spPr bwMode="auto">
          <a:xfrm>
            <a:off x="7389007" y="1752127"/>
            <a:ext cx="3964793" cy="1708407"/>
          </a:xfrm>
          <a:prstGeom prst="rect">
            <a:avLst/>
          </a:prstGeom>
          <a:noFill/>
          <a:ln w="9525">
            <a:noFill/>
            <a:miter lim="800000"/>
            <a:headEnd/>
            <a:tailEnd/>
          </a:ln>
        </p:spPr>
      </p:pic>
      <p:graphicFrame>
        <p:nvGraphicFramePr>
          <p:cNvPr id="206852" name="Object 4"/>
          <p:cNvGraphicFramePr>
            <a:graphicFrameLocks noChangeAspect="1"/>
          </p:cNvGraphicFramePr>
          <p:nvPr>
            <p:extLst>
              <p:ext uri="{D42A27DB-BD31-4B8C-83A1-F6EECF244321}">
                <p14:modId xmlns:p14="http://schemas.microsoft.com/office/powerpoint/2010/main" val="928883619"/>
              </p:ext>
            </p:extLst>
          </p:nvPr>
        </p:nvGraphicFramePr>
        <p:xfrm>
          <a:off x="1097426" y="3176937"/>
          <a:ext cx="5508625" cy="644525"/>
        </p:xfrm>
        <a:graphic>
          <a:graphicData uri="http://schemas.openxmlformats.org/presentationml/2006/ole">
            <mc:AlternateContent xmlns:mc="http://schemas.openxmlformats.org/markup-compatibility/2006">
              <mc:Choice xmlns:v="urn:schemas-microsoft-com:vml" Requires="v">
                <p:oleObj name="Equation" r:id="rId3" imgW="3365500" imgH="393700" progId="Equation.DSMT4">
                  <p:embed/>
                </p:oleObj>
              </mc:Choice>
              <mc:Fallback>
                <p:oleObj name="Equation" r:id="rId3" imgW="3365500" imgH="393700" progId="Equation.DSMT4">
                  <p:embed/>
                  <p:pic>
                    <p:nvPicPr>
                      <p:cNvPr id="20685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7426" y="3176937"/>
                        <a:ext cx="5508625" cy="644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6857" name="Object 9"/>
          <p:cNvGraphicFramePr>
            <a:graphicFrameLocks noChangeAspect="1"/>
          </p:cNvGraphicFramePr>
          <p:nvPr>
            <p:extLst>
              <p:ext uri="{D42A27DB-BD31-4B8C-83A1-F6EECF244321}">
                <p14:modId xmlns:p14="http://schemas.microsoft.com/office/powerpoint/2010/main" val="3116749619"/>
              </p:ext>
            </p:extLst>
          </p:nvPr>
        </p:nvGraphicFramePr>
        <p:xfrm>
          <a:off x="2311144" y="3953511"/>
          <a:ext cx="3533775" cy="687388"/>
        </p:xfrm>
        <a:graphic>
          <a:graphicData uri="http://schemas.openxmlformats.org/presentationml/2006/ole">
            <mc:AlternateContent xmlns:mc="http://schemas.openxmlformats.org/markup-compatibility/2006">
              <mc:Choice xmlns:v="urn:schemas-microsoft-com:vml" Requires="v">
                <p:oleObj name="Equation" r:id="rId5" imgW="2159000" imgH="419100" progId="Equation.DSMT4">
                  <p:embed/>
                </p:oleObj>
              </mc:Choice>
              <mc:Fallback>
                <p:oleObj name="Equation" r:id="rId5" imgW="2159000" imgH="419100" progId="Equation.DSMT4">
                  <p:embed/>
                  <p:pic>
                    <p:nvPicPr>
                      <p:cNvPr id="206857"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11144" y="3953511"/>
                        <a:ext cx="3533775" cy="687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6858" name="Object 10"/>
          <p:cNvGraphicFramePr>
            <a:graphicFrameLocks noChangeAspect="1"/>
          </p:cNvGraphicFramePr>
          <p:nvPr>
            <p:extLst>
              <p:ext uri="{D42A27DB-BD31-4B8C-83A1-F6EECF244321}">
                <p14:modId xmlns:p14="http://schemas.microsoft.com/office/powerpoint/2010/main" val="3061691756"/>
              </p:ext>
            </p:extLst>
          </p:nvPr>
        </p:nvGraphicFramePr>
        <p:xfrm>
          <a:off x="6943038" y="4496486"/>
          <a:ext cx="4033838" cy="644525"/>
        </p:xfrm>
        <a:graphic>
          <a:graphicData uri="http://schemas.openxmlformats.org/presentationml/2006/ole">
            <mc:AlternateContent xmlns:mc="http://schemas.openxmlformats.org/markup-compatibility/2006">
              <mc:Choice xmlns:v="urn:schemas-microsoft-com:vml" Requires="v">
                <p:oleObj name="Equation" r:id="rId7" imgW="2463800" imgH="393700" progId="Equation.DSMT4">
                  <p:embed/>
                </p:oleObj>
              </mc:Choice>
              <mc:Fallback>
                <p:oleObj name="Equation" r:id="rId7" imgW="2463800" imgH="393700" progId="Equation.DSMT4">
                  <p:embed/>
                  <p:pic>
                    <p:nvPicPr>
                      <p:cNvPr id="206858"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43038" y="4496486"/>
                        <a:ext cx="4033838" cy="644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Slide Number Placeholder 9"/>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37</a:t>
            </a:fld>
            <a:endParaRPr lang="en-US" altLang="zh-CN" dirty="0">
              <a:ea typeface="黑体" panose="02010609060101010101" pitchFamily="49" charset="-122"/>
            </a:endParaRPr>
          </a:p>
        </p:txBody>
      </p:sp>
      <p:sp>
        <p:nvSpPr>
          <p:cNvPr id="4" name="Rectangle 3"/>
          <p:cNvSpPr/>
          <p:nvPr/>
        </p:nvSpPr>
        <p:spPr>
          <a:xfrm>
            <a:off x="2352870" y="3277348"/>
            <a:ext cx="1188146" cy="400110"/>
          </a:xfrm>
          <a:prstGeom prst="rect">
            <a:avLst/>
          </a:prstGeom>
          <a:solidFill>
            <a:schemeClr val="bg1"/>
          </a:solidFill>
        </p:spPr>
        <p:txBody>
          <a:bodyPr wrap="none">
            <a:spAutoFit/>
          </a:bodyPr>
          <a:lstStyle/>
          <a:p>
            <a:r>
              <a:rPr lang="en-US" altLang="zh-CN" sz="2000" dirty="0"/>
              <a:t>(</a:t>
            </a:r>
            <a:r>
              <a:rPr lang="en-US" altLang="zh-CN" sz="2000" dirty="0">
                <a:solidFill>
                  <a:srgbClr val="FF0000"/>
                </a:solidFill>
              </a:rPr>
              <a:t>4</a:t>
            </a:r>
            <a:r>
              <a:rPr lang="en-US" altLang="zh-CN" sz="2000" dirty="0"/>
              <a:t>,</a:t>
            </a:r>
            <a:r>
              <a:rPr lang="en-US" altLang="zh-CN" sz="2000" dirty="0">
                <a:solidFill>
                  <a:schemeClr val="accent1"/>
                </a:solidFill>
              </a:rPr>
              <a:t>4.8</a:t>
            </a:r>
            <a:r>
              <a:rPr lang="en-US" altLang="zh-CN" sz="2000" dirty="0"/>
              <a:t>,</a:t>
            </a:r>
            <a:r>
              <a:rPr lang="en-US" altLang="zh-CN" sz="2000" dirty="0">
                <a:solidFill>
                  <a:schemeClr val="accent6"/>
                </a:solidFill>
              </a:rPr>
              <a:t>12</a:t>
            </a:r>
            <a:r>
              <a:rPr lang="en-US" altLang="zh-CN" sz="2000" dirty="0"/>
              <a:t>)</a:t>
            </a:r>
            <a:endParaRPr lang="zh-CN" altLang="en-US" sz="2000" dirty="0"/>
          </a:p>
        </p:txBody>
      </p:sp>
      <p:sp>
        <p:nvSpPr>
          <p:cNvPr id="11" name="Rectangle 10"/>
          <p:cNvSpPr/>
          <p:nvPr/>
        </p:nvSpPr>
        <p:spPr>
          <a:xfrm>
            <a:off x="5291295" y="3286436"/>
            <a:ext cx="1345240" cy="400110"/>
          </a:xfrm>
          <a:prstGeom prst="rect">
            <a:avLst/>
          </a:prstGeom>
          <a:solidFill>
            <a:schemeClr val="bg1"/>
          </a:solidFill>
        </p:spPr>
        <p:txBody>
          <a:bodyPr wrap="none">
            <a:spAutoFit/>
          </a:bodyPr>
          <a:lstStyle/>
          <a:p>
            <a:r>
              <a:rPr lang="en-US" altLang="zh-CN" sz="2000" dirty="0"/>
              <a:t>(</a:t>
            </a:r>
            <a:r>
              <a:rPr lang="en-US" altLang="zh-CN" sz="2000" dirty="0">
                <a:solidFill>
                  <a:srgbClr val="FF0000"/>
                </a:solidFill>
              </a:rPr>
              <a:t>4</a:t>
            </a:r>
            <a:r>
              <a:rPr lang="en-US" altLang="zh-CN" sz="2000" dirty="0"/>
              <a:t>,</a:t>
            </a:r>
            <a:r>
              <a:rPr lang="en-US" altLang="zh-CN" sz="2000" dirty="0">
                <a:solidFill>
                  <a:schemeClr val="accent1"/>
                </a:solidFill>
              </a:rPr>
              <a:t>4.8</a:t>
            </a:r>
            <a:r>
              <a:rPr lang="en-US" altLang="zh-CN" sz="2000" dirty="0"/>
              <a:t>,</a:t>
            </a:r>
            <a:r>
              <a:rPr lang="en-US" altLang="zh-CN" sz="2000" dirty="0">
                <a:solidFill>
                  <a:schemeClr val="accent6"/>
                </a:solidFill>
              </a:rPr>
              <a:t>12</a:t>
            </a:r>
            <a:r>
              <a:rPr lang="en-US" altLang="zh-CN" sz="2000" dirty="0"/>
              <a:t>)</a:t>
            </a:r>
            <a:r>
              <a:rPr lang="en-US" altLang="zh-CN" sz="2000" i="1" dirty="0"/>
              <a:t>V</a:t>
            </a:r>
            <a:endParaRPr lang="zh-CN" altLang="en-US" sz="2000" dirty="0"/>
          </a:p>
        </p:txBody>
      </p:sp>
      <p:sp>
        <p:nvSpPr>
          <p:cNvPr id="12" name="Rectangle 11"/>
          <p:cNvSpPr/>
          <p:nvPr/>
        </p:nvSpPr>
        <p:spPr>
          <a:xfrm>
            <a:off x="9232512" y="4618693"/>
            <a:ext cx="1835759" cy="400110"/>
          </a:xfrm>
          <a:prstGeom prst="rect">
            <a:avLst/>
          </a:prstGeom>
          <a:solidFill>
            <a:schemeClr val="bg1"/>
          </a:solidFill>
        </p:spPr>
        <p:txBody>
          <a:bodyPr wrap="none">
            <a:spAutoFit/>
          </a:bodyPr>
          <a:lstStyle/>
          <a:p>
            <a:r>
              <a:rPr lang="en-US" altLang="zh-CN" sz="2000" dirty="0"/>
              <a:t>(</a:t>
            </a:r>
            <a:r>
              <a:rPr lang="en-US" altLang="zh-CN" sz="2000" dirty="0">
                <a:solidFill>
                  <a:srgbClr val="FF0000"/>
                </a:solidFill>
              </a:rPr>
              <a:t>16</a:t>
            </a:r>
            <a:r>
              <a:rPr lang="en-US" altLang="zh-CN" sz="2000" dirty="0"/>
              <a:t>,</a:t>
            </a:r>
            <a:r>
              <a:rPr lang="en-US" altLang="zh-CN" sz="2000" dirty="0">
                <a:solidFill>
                  <a:schemeClr val="accent1"/>
                </a:solidFill>
              </a:rPr>
              <a:t>19.2</a:t>
            </a:r>
            <a:r>
              <a:rPr lang="en-US" altLang="zh-CN" sz="2000" dirty="0"/>
              <a:t>,</a:t>
            </a:r>
            <a:r>
              <a:rPr lang="en-US" altLang="zh-CN" sz="2000" dirty="0">
                <a:solidFill>
                  <a:schemeClr val="accent6"/>
                </a:solidFill>
              </a:rPr>
              <a:t>48</a:t>
            </a:r>
            <a:r>
              <a:rPr lang="en-US" altLang="zh-CN" sz="2000" dirty="0"/>
              <a:t>) </a:t>
            </a:r>
            <a:r>
              <a:rPr lang="en-US" altLang="zh-CN" sz="2000" i="1" dirty="0"/>
              <a:t>V/s</a:t>
            </a:r>
            <a:endParaRPr lang="zh-CN" altLang="en-US" sz="2000" i="1" dirty="0"/>
          </a:p>
        </p:txBody>
      </p:sp>
      <p:pic>
        <p:nvPicPr>
          <p:cNvPr id="5" name="Picture 4"/>
          <p:cNvPicPr>
            <a:picLocks noChangeAspect="1"/>
          </p:cNvPicPr>
          <p:nvPr/>
        </p:nvPicPr>
        <p:blipFill>
          <a:blip r:embed="rId9" cstate="print"/>
          <a:stretch>
            <a:fillRect/>
          </a:stretch>
        </p:blipFill>
        <p:spPr>
          <a:xfrm>
            <a:off x="2611181" y="5451475"/>
            <a:ext cx="6467475" cy="904875"/>
          </a:xfrm>
          <a:prstGeom prst="rect">
            <a:avLst/>
          </a:prstGeom>
        </p:spPr>
      </p:pic>
      <mc:AlternateContent xmlns:mc="http://schemas.openxmlformats.org/markup-compatibility/2006" xmlns:p14="http://schemas.microsoft.com/office/powerpoint/2010/main">
        <mc:Choice Requires="p14">
          <p:contentPart p14:bwMode="auto" r:id="rId10">
            <p14:nvContentPartPr>
              <p14:cNvPr id="16" name="Ink 15">
                <a:extLst>
                  <a:ext uri="{FF2B5EF4-FFF2-40B4-BE49-F238E27FC236}">
                    <a16:creationId xmlns:a16="http://schemas.microsoft.com/office/drawing/2014/main" id="{EC583FE1-03AD-734D-7181-0E49F8438C67}"/>
                  </a:ext>
                </a:extLst>
              </p14:cNvPr>
              <p14:cNvContentPartPr/>
              <p14:nvPr/>
            </p14:nvContentPartPr>
            <p14:xfrm>
              <a:off x="2267956" y="3463912"/>
              <a:ext cx="158400" cy="10440"/>
            </p14:xfrm>
          </p:contentPart>
        </mc:Choice>
        <mc:Fallback xmlns="">
          <p:pic>
            <p:nvPicPr>
              <p:cNvPr id="16" name="Ink 15">
                <a:extLst>
                  <a:ext uri="{FF2B5EF4-FFF2-40B4-BE49-F238E27FC236}">
                    <a16:creationId xmlns:a16="http://schemas.microsoft.com/office/drawing/2014/main" id="{EC583FE1-03AD-734D-7181-0E49F8438C67}"/>
                  </a:ext>
                </a:extLst>
              </p:cNvPr>
              <p:cNvPicPr/>
              <p:nvPr/>
            </p:nvPicPr>
            <p:blipFill>
              <a:blip r:embed="rId12"/>
              <a:stretch>
                <a:fillRect/>
              </a:stretch>
            </p:blipFill>
            <p:spPr>
              <a:xfrm>
                <a:off x="2258956" y="3455272"/>
                <a:ext cx="17604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7" name="Ink 16">
                <a:extLst>
                  <a:ext uri="{FF2B5EF4-FFF2-40B4-BE49-F238E27FC236}">
                    <a16:creationId xmlns:a16="http://schemas.microsoft.com/office/drawing/2014/main" id="{6F560AF0-A802-0CA5-6AAB-8DED8E11CCD1}"/>
                  </a:ext>
                </a:extLst>
              </p14:cNvPr>
              <p14:cNvContentPartPr/>
              <p14:nvPr/>
            </p14:nvContentPartPr>
            <p14:xfrm>
              <a:off x="2264716" y="3535192"/>
              <a:ext cx="164160" cy="33840"/>
            </p14:xfrm>
          </p:contentPart>
        </mc:Choice>
        <mc:Fallback xmlns="">
          <p:pic>
            <p:nvPicPr>
              <p:cNvPr id="17" name="Ink 16">
                <a:extLst>
                  <a:ext uri="{FF2B5EF4-FFF2-40B4-BE49-F238E27FC236}">
                    <a16:creationId xmlns:a16="http://schemas.microsoft.com/office/drawing/2014/main" id="{6F560AF0-A802-0CA5-6AAB-8DED8E11CCD1}"/>
                  </a:ext>
                </a:extLst>
              </p:cNvPr>
              <p:cNvPicPr/>
              <p:nvPr/>
            </p:nvPicPr>
            <p:blipFill>
              <a:blip r:embed="rId14"/>
              <a:stretch>
                <a:fillRect/>
              </a:stretch>
            </p:blipFill>
            <p:spPr>
              <a:xfrm>
                <a:off x="2255716" y="3526192"/>
                <a:ext cx="18180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8" name="Ink 17">
                <a:extLst>
                  <a:ext uri="{FF2B5EF4-FFF2-40B4-BE49-F238E27FC236}">
                    <a16:creationId xmlns:a16="http://schemas.microsoft.com/office/drawing/2014/main" id="{23BD0214-02D8-6508-AC87-3F1194D3BE10}"/>
                  </a:ext>
                </a:extLst>
              </p14:cNvPr>
              <p14:cNvContentPartPr/>
              <p14:nvPr/>
            </p14:nvContentPartPr>
            <p14:xfrm>
              <a:off x="1367236" y="3373552"/>
              <a:ext cx="56880" cy="33480"/>
            </p14:xfrm>
          </p:contentPart>
        </mc:Choice>
        <mc:Fallback xmlns="">
          <p:pic>
            <p:nvPicPr>
              <p:cNvPr id="18" name="Ink 17">
                <a:extLst>
                  <a:ext uri="{FF2B5EF4-FFF2-40B4-BE49-F238E27FC236}">
                    <a16:creationId xmlns:a16="http://schemas.microsoft.com/office/drawing/2014/main" id="{23BD0214-02D8-6508-AC87-3F1194D3BE10}"/>
                  </a:ext>
                </a:extLst>
              </p:cNvPr>
              <p:cNvPicPr/>
              <p:nvPr/>
            </p:nvPicPr>
            <p:blipFill>
              <a:blip r:embed="rId16"/>
              <a:stretch>
                <a:fillRect/>
              </a:stretch>
            </p:blipFill>
            <p:spPr>
              <a:xfrm>
                <a:off x="1358596" y="3364912"/>
                <a:ext cx="74520" cy="511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9" name="Ink 18">
                <a:extLst>
                  <a:ext uri="{FF2B5EF4-FFF2-40B4-BE49-F238E27FC236}">
                    <a16:creationId xmlns:a16="http://schemas.microsoft.com/office/drawing/2014/main" id="{B94791AC-29E7-0325-383D-4615460C0C46}"/>
                  </a:ext>
                </a:extLst>
              </p14:cNvPr>
              <p14:cNvContentPartPr/>
              <p14:nvPr/>
            </p14:nvContentPartPr>
            <p14:xfrm>
              <a:off x="7211836" y="4681792"/>
              <a:ext cx="55080" cy="20520"/>
            </p14:xfrm>
          </p:contentPart>
        </mc:Choice>
        <mc:Fallback xmlns="">
          <p:pic>
            <p:nvPicPr>
              <p:cNvPr id="19" name="Ink 18">
                <a:extLst>
                  <a:ext uri="{FF2B5EF4-FFF2-40B4-BE49-F238E27FC236}">
                    <a16:creationId xmlns:a16="http://schemas.microsoft.com/office/drawing/2014/main" id="{B94791AC-29E7-0325-383D-4615460C0C46}"/>
                  </a:ext>
                </a:extLst>
              </p:cNvPr>
              <p:cNvPicPr/>
              <p:nvPr/>
            </p:nvPicPr>
            <p:blipFill>
              <a:blip r:embed="rId18"/>
              <a:stretch>
                <a:fillRect/>
              </a:stretch>
            </p:blipFill>
            <p:spPr>
              <a:xfrm>
                <a:off x="7203196" y="4672792"/>
                <a:ext cx="72720" cy="38160"/>
              </a:xfrm>
              <a:prstGeom prst="rect">
                <a:avLst/>
              </a:prstGeom>
            </p:spPr>
          </p:pic>
        </mc:Fallback>
      </mc:AlternateContent>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5 (cont’d)</a:t>
            </a:r>
          </a:p>
        </p:txBody>
      </p:sp>
      <p:sp>
        <p:nvSpPr>
          <p:cNvPr id="3" name="Content Placeholder 2"/>
          <p:cNvSpPr>
            <a:spLocks noGrp="1"/>
          </p:cNvSpPr>
          <p:nvPr>
            <p:ph idx="1"/>
          </p:nvPr>
        </p:nvSpPr>
        <p:spPr>
          <a:xfrm>
            <a:off x="838200" y="1690688"/>
            <a:ext cx="10515600" cy="4486275"/>
          </a:xfrm>
        </p:spPr>
        <p:txBody>
          <a:bodyPr>
            <a:noAutofit/>
          </a:bodyPr>
          <a:lstStyle/>
          <a:p>
            <a:r>
              <a:rPr lang="en-US" dirty="0"/>
              <a:t>The roots are</a:t>
            </a:r>
          </a:p>
          <a:p>
            <a:endParaRPr lang="en-US" dirty="0"/>
          </a:p>
          <a:p>
            <a:endParaRPr lang="en-US" dirty="0"/>
          </a:p>
          <a:p>
            <a:r>
              <a:rPr lang="en-US" dirty="0"/>
              <a:t>Case 1: both roots are real and different</a:t>
            </a:r>
          </a:p>
          <a:p>
            <a:pPr lvl="1"/>
            <a:r>
              <a:rPr lang="en-US" dirty="0"/>
              <a:t>The response is over-damped</a:t>
            </a:r>
          </a:p>
          <a:p>
            <a:pPr lvl="1"/>
            <a:r>
              <a:rPr lang="en-US" dirty="0"/>
              <a:t>At steady state, the transients die out, so</a:t>
            </a:r>
          </a:p>
          <a:p>
            <a:pPr lvl="1"/>
            <a:r>
              <a:rPr lang="en-US" dirty="0"/>
              <a:t>Initial conditions: </a:t>
            </a:r>
          </a:p>
          <a:p>
            <a:pPr lvl="1"/>
            <a:endParaRPr lang="en-US" dirty="0"/>
          </a:p>
          <a:p>
            <a:pPr lvl="1"/>
            <a:endParaRPr lang="en-US" dirty="0"/>
          </a:p>
          <a:p>
            <a:pPr lvl="1"/>
            <a:endParaRPr lang="en-US" dirty="0"/>
          </a:p>
          <a:p>
            <a:pPr lvl="1"/>
            <a:r>
              <a:rPr lang="en-US" dirty="0"/>
              <a:t>The response is</a:t>
            </a:r>
          </a:p>
        </p:txBody>
      </p:sp>
      <p:graphicFrame>
        <p:nvGraphicFramePr>
          <p:cNvPr id="208898" name="Object 2"/>
          <p:cNvGraphicFramePr>
            <a:graphicFrameLocks noChangeAspect="1"/>
          </p:cNvGraphicFramePr>
          <p:nvPr>
            <p:extLst>
              <p:ext uri="{D42A27DB-BD31-4B8C-83A1-F6EECF244321}">
                <p14:modId xmlns:p14="http://schemas.microsoft.com/office/powerpoint/2010/main" val="610487063"/>
              </p:ext>
            </p:extLst>
          </p:nvPr>
        </p:nvGraphicFramePr>
        <p:xfrm>
          <a:off x="7069935" y="3260072"/>
          <a:ext cx="4060223" cy="413926"/>
        </p:xfrm>
        <a:graphic>
          <a:graphicData uri="http://schemas.openxmlformats.org/presentationml/2006/ole">
            <mc:AlternateContent xmlns:mc="http://schemas.openxmlformats.org/markup-compatibility/2006">
              <mc:Choice xmlns:v="urn:schemas-microsoft-com:vml" Requires="v">
                <p:oleObj name="Equation" r:id="rId2" imgW="2362200" imgH="241300" progId="Equation.DSMT4">
                  <p:embed/>
                </p:oleObj>
              </mc:Choice>
              <mc:Fallback>
                <p:oleObj name="Equation" r:id="rId2" imgW="2362200" imgH="241300" progId="Equation.DSMT4">
                  <p:embed/>
                  <p:pic>
                    <p:nvPicPr>
                      <p:cNvPr id="208898"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9935" y="3260072"/>
                        <a:ext cx="4060223" cy="4139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8900" name="Object 4"/>
          <p:cNvGraphicFramePr>
            <a:graphicFrameLocks noChangeAspect="1"/>
          </p:cNvGraphicFramePr>
          <p:nvPr>
            <p:extLst>
              <p:ext uri="{D42A27DB-BD31-4B8C-83A1-F6EECF244321}">
                <p14:modId xmlns:p14="http://schemas.microsoft.com/office/powerpoint/2010/main" val="2942636413"/>
              </p:ext>
            </p:extLst>
          </p:nvPr>
        </p:nvGraphicFramePr>
        <p:xfrm>
          <a:off x="5293799" y="3680370"/>
          <a:ext cx="2367392" cy="394086"/>
        </p:xfrm>
        <a:graphic>
          <a:graphicData uri="http://schemas.openxmlformats.org/presentationml/2006/ole">
            <mc:AlternateContent xmlns:mc="http://schemas.openxmlformats.org/markup-compatibility/2006">
              <mc:Choice xmlns:v="urn:schemas-microsoft-com:vml" Requires="v">
                <p:oleObj name="Equation" r:id="rId4" imgW="1524000" imgH="254000" progId="Equation.DSMT4">
                  <p:embed/>
                </p:oleObj>
              </mc:Choice>
              <mc:Fallback>
                <p:oleObj name="Equation" r:id="rId4" imgW="1524000" imgH="254000" progId="Equation.DSMT4">
                  <p:embed/>
                  <p:pic>
                    <p:nvPicPr>
                      <p:cNvPr id="20890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93799" y="3680370"/>
                        <a:ext cx="2367392" cy="39408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8902" name="Object 6"/>
          <p:cNvGraphicFramePr>
            <a:graphicFrameLocks noChangeAspect="1"/>
          </p:cNvGraphicFramePr>
          <p:nvPr>
            <p:extLst>
              <p:ext uri="{D42A27DB-BD31-4B8C-83A1-F6EECF244321}">
                <p14:modId xmlns:p14="http://schemas.microsoft.com/office/powerpoint/2010/main" val="2501397191"/>
              </p:ext>
            </p:extLst>
          </p:nvPr>
        </p:nvGraphicFramePr>
        <p:xfrm>
          <a:off x="6831127" y="4087201"/>
          <a:ext cx="2151155" cy="409317"/>
        </p:xfrm>
        <a:graphic>
          <a:graphicData uri="http://schemas.openxmlformats.org/presentationml/2006/ole">
            <mc:AlternateContent xmlns:mc="http://schemas.openxmlformats.org/markup-compatibility/2006">
              <mc:Choice xmlns:v="urn:schemas-microsoft-com:vml" Requires="v">
                <p:oleObj name="Equation" r:id="rId6" imgW="1333500" imgH="254000" progId="Equation.DSMT4">
                  <p:embed/>
                </p:oleObj>
              </mc:Choice>
              <mc:Fallback>
                <p:oleObj name="Equation" r:id="rId6" imgW="1333500" imgH="254000" progId="Equation.DSMT4">
                  <p:embed/>
                  <p:pic>
                    <p:nvPicPr>
                      <p:cNvPr id="208902"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31127" y="4087201"/>
                        <a:ext cx="2151155" cy="40931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8904" name="Object 8"/>
          <p:cNvGraphicFramePr>
            <a:graphicFrameLocks noChangeAspect="1"/>
          </p:cNvGraphicFramePr>
          <p:nvPr>
            <p:extLst>
              <p:ext uri="{D42A27DB-BD31-4B8C-83A1-F6EECF244321}">
                <p14:modId xmlns:p14="http://schemas.microsoft.com/office/powerpoint/2010/main" val="3493061180"/>
              </p:ext>
            </p:extLst>
          </p:nvPr>
        </p:nvGraphicFramePr>
        <p:xfrm>
          <a:off x="3861295" y="4682332"/>
          <a:ext cx="2470150" cy="1041400"/>
        </p:xfrm>
        <a:graphic>
          <a:graphicData uri="http://schemas.openxmlformats.org/presentationml/2006/ole">
            <mc:AlternateContent xmlns:mc="http://schemas.openxmlformats.org/markup-compatibility/2006">
              <mc:Choice xmlns:v="urn:schemas-microsoft-com:vml" Requires="v">
                <p:oleObj name="Equation" r:id="rId8" imgW="1625600" imgH="685800" progId="Equation.DSMT4">
                  <p:embed/>
                </p:oleObj>
              </mc:Choice>
              <mc:Fallback>
                <p:oleObj name="Equation" r:id="rId8" imgW="1625600" imgH="685800" progId="Equation.DSMT4">
                  <p:embed/>
                  <p:pic>
                    <p:nvPicPr>
                      <p:cNvPr id="208904"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61295" y="4682332"/>
                        <a:ext cx="2470150" cy="1041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8906" name="Object 10"/>
          <p:cNvGraphicFramePr>
            <a:graphicFrameLocks noChangeAspect="1"/>
          </p:cNvGraphicFramePr>
          <p:nvPr>
            <p:extLst>
              <p:ext uri="{D42A27DB-BD31-4B8C-83A1-F6EECF244321}">
                <p14:modId xmlns:p14="http://schemas.microsoft.com/office/powerpoint/2010/main" val="1944824808"/>
              </p:ext>
            </p:extLst>
          </p:nvPr>
        </p:nvGraphicFramePr>
        <p:xfrm>
          <a:off x="6700624" y="4593292"/>
          <a:ext cx="960567" cy="1060029"/>
        </p:xfrm>
        <a:graphic>
          <a:graphicData uri="http://schemas.openxmlformats.org/presentationml/2006/ole">
            <mc:AlternateContent xmlns:mc="http://schemas.openxmlformats.org/markup-compatibility/2006">
              <mc:Choice xmlns:v="urn:schemas-microsoft-com:vml" Requires="v">
                <p:oleObj name="Equation" r:id="rId10" imgW="736600" imgH="812800" progId="Equation.DSMT4">
                  <p:embed/>
                </p:oleObj>
              </mc:Choice>
              <mc:Fallback>
                <p:oleObj name="Equation" r:id="rId10" imgW="736600" imgH="812800" progId="Equation.DSMT4">
                  <p:embed/>
                  <p:pic>
                    <p:nvPicPr>
                      <p:cNvPr id="208906"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700624" y="4593292"/>
                        <a:ext cx="960567" cy="10600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8909" name="Object 13"/>
          <p:cNvGraphicFramePr>
            <a:graphicFrameLocks noChangeAspect="1"/>
          </p:cNvGraphicFramePr>
          <p:nvPr>
            <p:extLst>
              <p:ext uri="{D42A27DB-BD31-4B8C-83A1-F6EECF244321}">
                <p14:modId xmlns:p14="http://schemas.microsoft.com/office/powerpoint/2010/main" val="4063693835"/>
              </p:ext>
            </p:extLst>
          </p:nvPr>
        </p:nvGraphicFramePr>
        <p:xfrm>
          <a:off x="3790659" y="5929312"/>
          <a:ext cx="2762250" cy="609600"/>
        </p:xfrm>
        <a:graphic>
          <a:graphicData uri="http://schemas.openxmlformats.org/presentationml/2006/ole">
            <mc:AlternateContent xmlns:mc="http://schemas.openxmlformats.org/markup-compatibility/2006">
              <mc:Choice xmlns:v="urn:schemas-microsoft-com:vml" Requires="v">
                <p:oleObj name="Equation" r:id="rId12" imgW="1777229" imgH="393529" progId="Equation.DSMT4">
                  <p:embed/>
                </p:oleObj>
              </mc:Choice>
              <mc:Fallback>
                <p:oleObj name="Equation" r:id="rId12" imgW="1777229" imgH="393529" progId="Equation.DSMT4">
                  <p:embed/>
                  <p:pic>
                    <p:nvPicPr>
                      <p:cNvPr id="208909" name="Object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790659" y="5929312"/>
                        <a:ext cx="2762250"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Slide Number Placeholder 11"/>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38</a:t>
            </a:fld>
            <a:endParaRPr lang="en-US" altLang="zh-CN" dirty="0">
              <a:ea typeface="黑体" panose="02010609060101010101" pitchFamily="49" charset="-122"/>
            </a:endParaRPr>
          </a:p>
        </p:txBody>
      </p:sp>
      <p:pic>
        <p:nvPicPr>
          <p:cNvPr id="8" name="Picture 7"/>
          <p:cNvPicPr>
            <a:picLocks noChangeAspect="1"/>
          </p:cNvPicPr>
          <p:nvPr/>
        </p:nvPicPr>
        <p:blipFill>
          <a:blip r:embed="rId14" cstate="print">
            <a:clrChange>
              <a:clrFrom>
                <a:srgbClr val="FFFFFF"/>
              </a:clrFrom>
              <a:clrTo>
                <a:srgbClr val="FFFFFF">
                  <a:alpha val="0"/>
                </a:srgbClr>
              </a:clrTo>
            </a:clrChange>
          </a:blip>
          <a:stretch>
            <a:fillRect/>
          </a:stretch>
        </p:blipFill>
        <p:spPr>
          <a:xfrm>
            <a:off x="1957387" y="1954494"/>
            <a:ext cx="8277225" cy="1038225"/>
          </a:xfrm>
          <a:prstGeom prst="rect">
            <a:avLst/>
          </a:prstGeom>
        </p:spPr>
      </p:pic>
      <p:grpSp>
        <p:nvGrpSpPr>
          <p:cNvPr id="10" name="Group 9">
            <a:extLst>
              <a:ext uri="{FF2B5EF4-FFF2-40B4-BE49-F238E27FC236}">
                <a16:creationId xmlns:a16="http://schemas.microsoft.com/office/drawing/2014/main" id="{E7C133F6-0F30-4430-5AAC-081AE0156C67}"/>
              </a:ext>
            </a:extLst>
          </p:cNvPr>
          <p:cNvGrpSpPr/>
          <p:nvPr/>
        </p:nvGrpSpPr>
        <p:grpSpPr>
          <a:xfrm>
            <a:off x="4164796" y="4613752"/>
            <a:ext cx="78480" cy="128520"/>
            <a:chOff x="4164796" y="4613752"/>
            <a:chExt cx="78480" cy="128520"/>
          </a:xfrm>
        </p:grpSpPr>
        <mc:AlternateContent xmlns:mc="http://schemas.openxmlformats.org/markup-compatibility/2006" xmlns:p14="http://schemas.microsoft.com/office/powerpoint/2010/main">
          <mc:Choice Requires="p14">
            <p:contentPart p14:bwMode="auto" r:id="rId15">
              <p14:nvContentPartPr>
                <p14:cNvPr id="7" name="Ink 6">
                  <a:extLst>
                    <a:ext uri="{FF2B5EF4-FFF2-40B4-BE49-F238E27FC236}">
                      <a16:creationId xmlns:a16="http://schemas.microsoft.com/office/drawing/2014/main" id="{EA7E132A-A26E-62F3-4EFB-A67BFF8B89D3}"/>
                    </a:ext>
                  </a:extLst>
                </p14:cNvPr>
                <p14:cNvContentPartPr/>
                <p14:nvPr/>
              </p14:nvContentPartPr>
              <p14:xfrm>
                <a:off x="4164796" y="4701232"/>
                <a:ext cx="78480" cy="19080"/>
              </p14:xfrm>
            </p:contentPart>
          </mc:Choice>
          <mc:Fallback xmlns="">
            <p:pic>
              <p:nvPicPr>
                <p:cNvPr id="7" name="Ink 6">
                  <a:extLst>
                    <a:ext uri="{FF2B5EF4-FFF2-40B4-BE49-F238E27FC236}">
                      <a16:creationId xmlns:a16="http://schemas.microsoft.com/office/drawing/2014/main" id="{EA7E132A-A26E-62F3-4EFB-A67BFF8B89D3}"/>
                    </a:ext>
                  </a:extLst>
                </p:cNvPr>
                <p:cNvPicPr/>
                <p:nvPr/>
              </p:nvPicPr>
              <p:blipFill>
                <a:blip r:embed="rId17"/>
                <a:stretch>
                  <a:fillRect/>
                </a:stretch>
              </p:blipFill>
              <p:spPr>
                <a:xfrm>
                  <a:off x="4155796" y="4692592"/>
                  <a:ext cx="9612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9" name="Ink 8">
                  <a:extLst>
                    <a:ext uri="{FF2B5EF4-FFF2-40B4-BE49-F238E27FC236}">
                      <a16:creationId xmlns:a16="http://schemas.microsoft.com/office/drawing/2014/main" id="{A72C4C3B-987E-56ED-D800-D5934D588A5B}"/>
                    </a:ext>
                  </a:extLst>
                </p14:cNvPr>
                <p14:cNvContentPartPr/>
                <p14:nvPr/>
              </p14:nvContentPartPr>
              <p14:xfrm>
                <a:off x="4214476" y="4613752"/>
                <a:ext cx="17280" cy="128520"/>
              </p14:xfrm>
            </p:contentPart>
          </mc:Choice>
          <mc:Fallback xmlns="">
            <p:pic>
              <p:nvPicPr>
                <p:cNvPr id="9" name="Ink 8">
                  <a:extLst>
                    <a:ext uri="{FF2B5EF4-FFF2-40B4-BE49-F238E27FC236}">
                      <a16:creationId xmlns:a16="http://schemas.microsoft.com/office/drawing/2014/main" id="{A72C4C3B-987E-56ED-D800-D5934D588A5B}"/>
                    </a:ext>
                  </a:extLst>
                </p:cNvPr>
                <p:cNvPicPr/>
                <p:nvPr/>
              </p:nvPicPr>
              <p:blipFill>
                <a:blip r:embed="rId19"/>
                <a:stretch>
                  <a:fillRect/>
                </a:stretch>
              </p:blipFill>
              <p:spPr>
                <a:xfrm>
                  <a:off x="4205476" y="4604752"/>
                  <a:ext cx="34920" cy="146160"/>
                </a:xfrm>
                <a:prstGeom prst="rect">
                  <a:avLst/>
                </a:prstGeom>
              </p:spPr>
            </p:pic>
          </mc:Fallback>
        </mc:AlternateContent>
      </p:grpSp>
      <p:grpSp>
        <p:nvGrpSpPr>
          <p:cNvPr id="14" name="Group 13">
            <a:extLst>
              <a:ext uri="{FF2B5EF4-FFF2-40B4-BE49-F238E27FC236}">
                <a16:creationId xmlns:a16="http://schemas.microsoft.com/office/drawing/2014/main" id="{37018173-FF88-E0DC-271D-9DE1623E9B7D}"/>
              </a:ext>
            </a:extLst>
          </p:cNvPr>
          <p:cNvGrpSpPr/>
          <p:nvPr/>
        </p:nvGrpSpPr>
        <p:grpSpPr>
          <a:xfrm>
            <a:off x="4308076" y="5025952"/>
            <a:ext cx="62640" cy="150840"/>
            <a:chOff x="4308076" y="5025952"/>
            <a:chExt cx="62640" cy="150840"/>
          </a:xfrm>
        </p:grpSpPr>
        <mc:AlternateContent xmlns:mc="http://schemas.openxmlformats.org/markup-compatibility/2006" xmlns:p14="http://schemas.microsoft.com/office/powerpoint/2010/main">
          <mc:Choice Requires="p14">
            <p:contentPart p14:bwMode="auto" r:id="rId20">
              <p14:nvContentPartPr>
                <p14:cNvPr id="11" name="Ink 10">
                  <a:extLst>
                    <a:ext uri="{FF2B5EF4-FFF2-40B4-BE49-F238E27FC236}">
                      <a16:creationId xmlns:a16="http://schemas.microsoft.com/office/drawing/2014/main" id="{4E9F314E-EDBC-AA15-5958-22A825B9A699}"/>
                    </a:ext>
                  </a:extLst>
                </p14:cNvPr>
                <p14:cNvContentPartPr/>
                <p14:nvPr/>
              </p14:nvContentPartPr>
              <p14:xfrm>
                <a:off x="4308076" y="5090752"/>
                <a:ext cx="62640" cy="25200"/>
              </p14:xfrm>
            </p:contentPart>
          </mc:Choice>
          <mc:Fallback xmlns="">
            <p:pic>
              <p:nvPicPr>
                <p:cNvPr id="11" name="Ink 10">
                  <a:extLst>
                    <a:ext uri="{FF2B5EF4-FFF2-40B4-BE49-F238E27FC236}">
                      <a16:creationId xmlns:a16="http://schemas.microsoft.com/office/drawing/2014/main" id="{4E9F314E-EDBC-AA15-5958-22A825B9A699}"/>
                    </a:ext>
                  </a:extLst>
                </p:cNvPr>
                <p:cNvPicPr/>
                <p:nvPr/>
              </p:nvPicPr>
              <p:blipFill>
                <a:blip r:embed="rId21"/>
                <a:stretch>
                  <a:fillRect/>
                </a:stretch>
              </p:blipFill>
              <p:spPr>
                <a:xfrm>
                  <a:off x="4299436" y="5082112"/>
                  <a:ext cx="8028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 name="Ink 12">
                  <a:extLst>
                    <a:ext uri="{FF2B5EF4-FFF2-40B4-BE49-F238E27FC236}">
                      <a16:creationId xmlns:a16="http://schemas.microsoft.com/office/drawing/2014/main" id="{55383A7B-44FA-45A9-F1F3-1E84B690867A}"/>
                    </a:ext>
                  </a:extLst>
                </p14:cNvPr>
                <p14:cNvContentPartPr/>
                <p14:nvPr/>
              </p14:nvContentPartPr>
              <p14:xfrm>
                <a:off x="4342996" y="5025952"/>
                <a:ext cx="5040" cy="150840"/>
              </p14:xfrm>
            </p:contentPart>
          </mc:Choice>
          <mc:Fallback xmlns="">
            <p:pic>
              <p:nvPicPr>
                <p:cNvPr id="13" name="Ink 12">
                  <a:extLst>
                    <a:ext uri="{FF2B5EF4-FFF2-40B4-BE49-F238E27FC236}">
                      <a16:creationId xmlns:a16="http://schemas.microsoft.com/office/drawing/2014/main" id="{55383A7B-44FA-45A9-F1F3-1E84B690867A}"/>
                    </a:ext>
                  </a:extLst>
                </p:cNvPr>
                <p:cNvPicPr/>
                <p:nvPr/>
              </p:nvPicPr>
              <p:blipFill>
                <a:blip r:embed="rId23"/>
                <a:stretch>
                  <a:fillRect/>
                </a:stretch>
              </p:blipFill>
              <p:spPr>
                <a:xfrm>
                  <a:off x="4333996" y="5016952"/>
                  <a:ext cx="22680" cy="168480"/>
                </a:xfrm>
                <a:prstGeom prst="rect">
                  <a:avLst/>
                </a:prstGeom>
              </p:spPr>
            </p:pic>
          </mc:Fallback>
        </mc:AlternateContent>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Example 5 (cont’d)</a:t>
            </a:r>
            <a:endParaRPr lang="en-US" dirty="0"/>
          </a:p>
        </p:txBody>
      </p:sp>
      <p:sp>
        <p:nvSpPr>
          <p:cNvPr id="3" name="Content Placeholder 2"/>
          <p:cNvSpPr>
            <a:spLocks noGrp="1"/>
          </p:cNvSpPr>
          <p:nvPr>
            <p:ph idx="1"/>
          </p:nvPr>
        </p:nvSpPr>
        <p:spPr/>
        <p:txBody>
          <a:bodyPr>
            <a:normAutofit/>
          </a:bodyPr>
          <a:lstStyle/>
          <a:p>
            <a:r>
              <a:rPr lang="en-US" dirty="0"/>
              <a:t>Case 2: the roots are real and equal</a:t>
            </a:r>
          </a:p>
          <a:p>
            <a:pPr lvl="1">
              <a:lnSpc>
                <a:spcPct val="100000"/>
              </a:lnSpc>
            </a:pPr>
            <a:r>
              <a:rPr lang="en-US" dirty="0"/>
              <a:t>The response is critically-damped</a:t>
            </a:r>
          </a:p>
          <a:p>
            <a:pPr lvl="1">
              <a:lnSpc>
                <a:spcPct val="100000"/>
              </a:lnSpc>
            </a:pPr>
            <a:r>
              <a:rPr lang="en-US" dirty="0"/>
              <a:t>At steady state, the transients die out, so</a:t>
            </a:r>
          </a:p>
          <a:p>
            <a:pPr lvl="1">
              <a:lnSpc>
                <a:spcPct val="100000"/>
              </a:lnSpc>
            </a:pPr>
            <a:r>
              <a:rPr lang="en-US" dirty="0"/>
              <a:t>Initial conditions: </a:t>
            </a:r>
          </a:p>
          <a:p>
            <a:pPr lvl="1">
              <a:lnSpc>
                <a:spcPct val="100000"/>
              </a:lnSpc>
            </a:pPr>
            <a:endParaRPr lang="en-US" dirty="0"/>
          </a:p>
          <a:p>
            <a:pPr lvl="1">
              <a:lnSpc>
                <a:spcPct val="100000"/>
              </a:lnSpc>
            </a:pPr>
            <a:endParaRPr lang="en-US" dirty="0"/>
          </a:p>
          <a:p>
            <a:pPr lvl="1">
              <a:lnSpc>
                <a:spcPct val="100000"/>
              </a:lnSpc>
            </a:pPr>
            <a:endParaRPr lang="en-US" dirty="0"/>
          </a:p>
          <a:p>
            <a:pPr lvl="1">
              <a:lnSpc>
                <a:spcPct val="100000"/>
              </a:lnSpc>
            </a:pPr>
            <a:r>
              <a:rPr lang="en-US" dirty="0"/>
              <a:t>The response is</a:t>
            </a:r>
          </a:p>
        </p:txBody>
      </p:sp>
      <p:graphicFrame>
        <p:nvGraphicFramePr>
          <p:cNvPr id="208898" name="Object 2"/>
          <p:cNvGraphicFramePr>
            <a:graphicFrameLocks noChangeAspect="1"/>
          </p:cNvGraphicFramePr>
          <p:nvPr>
            <p:extLst>
              <p:ext uri="{D42A27DB-BD31-4B8C-83A1-F6EECF244321}">
                <p14:modId xmlns:p14="http://schemas.microsoft.com/office/powerpoint/2010/main" val="3739827920"/>
              </p:ext>
            </p:extLst>
          </p:nvPr>
        </p:nvGraphicFramePr>
        <p:xfrm>
          <a:off x="6490536" y="1872436"/>
          <a:ext cx="1616075" cy="414337"/>
        </p:xfrm>
        <a:graphic>
          <a:graphicData uri="http://schemas.openxmlformats.org/presentationml/2006/ole">
            <mc:AlternateContent xmlns:mc="http://schemas.openxmlformats.org/markup-compatibility/2006">
              <mc:Choice xmlns:v="urn:schemas-microsoft-com:vml" Requires="v">
                <p:oleObj name="Equation" r:id="rId2" imgW="939392" imgH="241195" progId="Equation.DSMT4">
                  <p:embed/>
                </p:oleObj>
              </mc:Choice>
              <mc:Fallback>
                <p:oleObj name="Equation" r:id="rId2" imgW="939392" imgH="241195" progId="Equation.DSMT4">
                  <p:embed/>
                  <p:pic>
                    <p:nvPicPr>
                      <p:cNvPr id="208898"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0536" y="1872436"/>
                        <a:ext cx="1616075" cy="414337"/>
                      </a:xfrm>
                      <a:prstGeom prst="rect">
                        <a:avLst/>
                      </a:prstGeom>
                      <a:solidFill>
                        <a:schemeClr val="bg1"/>
                      </a:solidFill>
                    </p:spPr>
                  </p:pic>
                </p:oleObj>
              </mc:Fallback>
            </mc:AlternateContent>
          </a:graphicData>
        </a:graphic>
      </p:graphicFrame>
      <p:graphicFrame>
        <p:nvGraphicFramePr>
          <p:cNvPr id="208900" name="Object 4"/>
          <p:cNvGraphicFramePr>
            <a:graphicFrameLocks noChangeAspect="1"/>
          </p:cNvGraphicFramePr>
          <p:nvPr>
            <p:extLst>
              <p:ext uri="{D42A27DB-BD31-4B8C-83A1-F6EECF244321}">
                <p14:modId xmlns:p14="http://schemas.microsoft.com/office/powerpoint/2010/main" val="1529167264"/>
              </p:ext>
            </p:extLst>
          </p:nvPr>
        </p:nvGraphicFramePr>
        <p:xfrm>
          <a:off x="6264275" y="2304277"/>
          <a:ext cx="2346325" cy="393700"/>
        </p:xfrm>
        <a:graphic>
          <a:graphicData uri="http://schemas.openxmlformats.org/presentationml/2006/ole">
            <mc:AlternateContent xmlns:mc="http://schemas.openxmlformats.org/markup-compatibility/2006">
              <mc:Choice xmlns:v="urn:schemas-microsoft-com:vml" Requires="v">
                <p:oleObj name="Equation" r:id="rId4" imgW="1511300" imgH="254000" progId="Equation.DSMT4">
                  <p:embed/>
                </p:oleObj>
              </mc:Choice>
              <mc:Fallback>
                <p:oleObj name="Equation" r:id="rId4" imgW="1511300" imgH="254000" progId="Equation.DSMT4">
                  <p:embed/>
                  <p:pic>
                    <p:nvPicPr>
                      <p:cNvPr id="20890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64275" y="2304277"/>
                        <a:ext cx="2346325" cy="393700"/>
                      </a:xfrm>
                      <a:prstGeom prst="rect">
                        <a:avLst/>
                      </a:prstGeom>
                      <a:solidFill>
                        <a:schemeClr val="bg1"/>
                      </a:solidFill>
                    </p:spPr>
                  </p:pic>
                </p:oleObj>
              </mc:Fallback>
            </mc:AlternateContent>
          </a:graphicData>
        </a:graphic>
      </p:graphicFrame>
      <p:graphicFrame>
        <p:nvGraphicFramePr>
          <p:cNvPr id="208902" name="Object 6"/>
          <p:cNvGraphicFramePr>
            <a:graphicFrameLocks noChangeAspect="1"/>
          </p:cNvGraphicFramePr>
          <p:nvPr>
            <p:extLst>
              <p:ext uri="{D42A27DB-BD31-4B8C-83A1-F6EECF244321}">
                <p14:modId xmlns:p14="http://schemas.microsoft.com/office/powerpoint/2010/main" val="4099754552"/>
              </p:ext>
            </p:extLst>
          </p:nvPr>
        </p:nvGraphicFramePr>
        <p:xfrm>
          <a:off x="6939410" y="2742666"/>
          <a:ext cx="2151155" cy="409317"/>
        </p:xfrm>
        <a:graphic>
          <a:graphicData uri="http://schemas.openxmlformats.org/presentationml/2006/ole">
            <mc:AlternateContent xmlns:mc="http://schemas.openxmlformats.org/markup-compatibility/2006">
              <mc:Choice xmlns:v="urn:schemas-microsoft-com:vml" Requires="v">
                <p:oleObj name="Equation" r:id="rId6" imgW="1333500" imgH="254000" progId="Equation.DSMT4">
                  <p:embed/>
                </p:oleObj>
              </mc:Choice>
              <mc:Fallback>
                <p:oleObj name="Equation" r:id="rId6" imgW="1333500" imgH="254000" progId="Equation.DSMT4">
                  <p:embed/>
                  <p:pic>
                    <p:nvPicPr>
                      <p:cNvPr id="208902"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39410" y="2742666"/>
                        <a:ext cx="2151155" cy="409317"/>
                      </a:xfrm>
                      <a:prstGeom prst="rect">
                        <a:avLst/>
                      </a:prstGeom>
                      <a:solidFill>
                        <a:schemeClr val="bg1"/>
                      </a:solidFill>
                    </p:spPr>
                  </p:pic>
                </p:oleObj>
              </mc:Fallback>
            </mc:AlternateContent>
          </a:graphicData>
        </a:graphic>
      </p:graphicFrame>
      <p:graphicFrame>
        <p:nvGraphicFramePr>
          <p:cNvPr id="208904" name="Object 8"/>
          <p:cNvGraphicFramePr>
            <a:graphicFrameLocks noChangeAspect="1"/>
          </p:cNvGraphicFramePr>
          <p:nvPr>
            <p:extLst>
              <p:ext uri="{D42A27DB-BD31-4B8C-83A1-F6EECF244321}">
                <p14:modId xmlns:p14="http://schemas.microsoft.com/office/powerpoint/2010/main" val="3083720399"/>
              </p:ext>
            </p:extLst>
          </p:nvPr>
        </p:nvGraphicFramePr>
        <p:xfrm>
          <a:off x="3942599" y="3460024"/>
          <a:ext cx="2547937" cy="1041400"/>
        </p:xfrm>
        <a:graphic>
          <a:graphicData uri="http://schemas.openxmlformats.org/presentationml/2006/ole">
            <mc:AlternateContent xmlns:mc="http://schemas.openxmlformats.org/markup-compatibility/2006">
              <mc:Choice xmlns:v="urn:schemas-microsoft-com:vml" Requires="v">
                <p:oleObj name="Equation" r:id="rId8" imgW="1676400" imgH="685800" progId="Equation.DSMT4">
                  <p:embed/>
                </p:oleObj>
              </mc:Choice>
              <mc:Fallback>
                <p:oleObj name="Equation" r:id="rId8" imgW="1676400" imgH="685800" progId="Equation.DSMT4">
                  <p:embed/>
                  <p:pic>
                    <p:nvPicPr>
                      <p:cNvPr id="208904"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42599" y="3460024"/>
                        <a:ext cx="2547937" cy="1041400"/>
                      </a:xfrm>
                      <a:prstGeom prst="rect">
                        <a:avLst/>
                      </a:prstGeom>
                      <a:solidFill>
                        <a:schemeClr val="bg1"/>
                      </a:solidFill>
                    </p:spPr>
                  </p:pic>
                </p:oleObj>
              </mc:Fallback>
            </mc:AlternateContent>
          </a:graphicData>
        </a:graphic>
      </p:graphicFrame>
      <p:graphicFrame>
        <p:nvGraphicFramePr>
          <p:cNvPr id="208909" name="Object 13"/>
          <p:cNvGraphicFramePr>
            <a:graphicFrameLocks noChangeAspect="1"/>
          </p:cNvGraphicFramePr>
          <p:nvPr>
            <p:extLst>
              <p:ext uri="{D42A27DB-BD31-4B8C-83A1-F6EECF244321}">
                <p14:modId xmlns:p14="http://schemas.microsoft.com/office/powerpoint/2010/main" val="1672287265"/>
              </p:ext>
            </p:extLst>
          </p:nvPr>
        </p:nvGraphicFramePr>
        <p:xfrm>
          <a:off x="3900916" y="4884517"/>
          <a:ext cx="3397657" cy="494785"/>
        </p:xfrm>
        <a:graphic>
          <a:graphicData uri="http://schemas.openxmlformats.org/presentationml/2006/ole">
            <mc:AlternateContent xmlns:mc="http://schemas.openxmlformats.org/markup-compatibility/2006">
              <mc:Choice xmlns:v="urn:schemas-microsoft-com:vml" Requires="v">
                <p:oleObj name="Equation" r:id="rId10" imgW="1739900" imgH="254000" progId="Equation.DSMT4">
                  <p:embed/>
                </p:oleObj>
              </mc:Choice>
              <mc:Fallback>
                <p:oleObj name="Equation" r:id="rId10" imgW="1739900" imgH="254000" progId="Equation.DSMT4">
                  <p:embed/>
                  <p:pic>
                    <p:nvPicPr>
                      <p:cNvPr id="208909"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00916" y="4884517"/>
                        <a:ext cx="3397657" cy="494785"/>
                      </a:xfrm>
                      <a:prstGeom prst="rect">
                        <a:avLst/>
                      </a:prstGeom>
                      <a:solidFill>
                        <a:schemeClr val="bg1"/>
                      </a:solidFill>
                    </p:spPr>
                  </p:pic>
                </p:oleObj>
              </mc:Fallback>
            </mc:AlternateContent>
          </a:graphicData>
        </a:graphic>
      </p:graphicFrame>
      <p:graphicFrame>
        <p:nvGraphicFramePr>
          <p:cNvPr id="210953" name="Object 9"/>
          <p:cNvGraphicFramePr>
            <a:graphicFrameLocks noChangeAspect="1"/>
          </p:cNvGraphicFramePr>
          <p:nvPr>
            <p:extLst>
              <p:ext uri="{D42A27DB-BD31-4B8C-83A1-F6EECF244321}">
                <p14:modId xmlns:p14="http://schemas.microsoft.com/office/powerpoint/2010/main" val="3292059553"/>
              </p:ext>
            </p:extLst>
          </p:nvPr>
        </p:nvGraphicFramePr>
        <p:xfrm>
          <a:off x="6778325" y="3575855"/>
          <a:ext cx="1236662" cy="695325"/>
        </p:xfrm>
        <a:graphic>
          <a:graphicData uri="http://schemas.openxmlformats.org/presentationml/2006/ole">
            <mc:AlternateContent xmlns:mc="http://schemas.openxmlformats.org/markup-compatibility/2006">
              <mc:Choice xmlns:v="urn:schemas-microsoft-com:vml" Requires="v">
                <p:oleObj name="Equation" r:id="rId12" imgW="812447" imgH="457002" progId="Equation.DSMT4">
                  <p:embed/>
                </p:oleObj>
              </mc:Choice>
              <mc:Fallback>
                <p:oleObj name="Equation" r:id="rId12" imgW="812447" imgH="457002" progId="Equation.DSMT4">
                  <p:embed/>
                  <p:pic>
                    <p:nvPicPr>
                      <p:cNvPr id="210953"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778325" y="3575855"/>
                        <a:ext cx="1236662" cy="695325"/>
                      </a:xfrm>
                      <a:prstGeom prst="rect">
                        <a:avLst/>
                      </a:prstGeom>
                      <a:solidFill>
                        <a:schemeClr val="bg1"/>
                      </a:solidFill>
                    </p:spPr>
                  </p:pic>
                </p:oleObj>
              </mc:Fallback>
            </mc:AlternateContent>
          </a:graphicData>
        </a:graphic>
      </p:graphicFrame>
      <p:sp>
        <p:nvSpPr>
          <p:cNvPr id="11" name="Slide Number Placeholder 10"/>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39</a:t>
            </a:fld>
            <a:endParaRPr lang="en-US" altLang="zh-CN" dirty="0">
              <a:ea typeface="黑体" panose="02010609060101010101" pitchFamily="49" charset="-122"/>
            </a:endParaRPr>
          </a:p>
        </p:txBody>
      </p:sp>
      <p:grpSp>
        <p:nvGrpSpPr>
          <p:cNvPr id="6" name="Group 5">
            <a:extLst>
              <a:ext uri="{FF2B5EF4-FFF2-40B4-BE49-F238E27FC236}">
                <a16:creationId xmlns:a16="http://schemas.microsoft.com/office/drawing/2014/main" id="{C8C3909D-DF5C-E15C-988D-714113BB141E}"/>
              </a:ext>
            </a:extLst>
          </p:cNvPr>
          <p:cNvGrpSpPr/>
          <p:nvPr/>
        </p:nvGrpSpPr>
        <p:grpSpPr>
          <a:xfrm>
            <a:off x="4245436" y="3463552"/>
            <a:ext cx="61560" cy="114120"/>
            <a:chOff x="4245436" y="3463552"/>
            <a:chExt cx="61560" cy="114120"/>
          </a:xfrm>
        </p:grpSpPr>
        <mc:AlternateContent xmlns:mc="http://schemas.openxmlformats.org/markup-compatibility/2006" xmlns:p14="http://schemas.microsoft.com/office/powerpoint/2010/main">
          <mc:Choice Requires="p14">
            <p:contentPart p14:bwMode="auto" r:id="rId14">
              <p14:nvContentPartPr>
                <p14:cNvPr id="4" name="Ink 3">
                  <a:extLst>
                    <a:ext uri="{FF2B5EF4-FFF2-40B4-BE49-F238E27FC236}">
                      <a16:creationId xmlns:a16="http://schemas.microsoft.com/office/drawing/2014/main" id="{49AD458E-63AC-B74C-E6BF-C8CF1C51A57B}"/>
                    </a:ext>
                  </a:extLst>
                </p14:cNvPr>
                <p14:cNvContentPartPr/>
                <p14:nvPr/>
              </p14:nvContentPartPr>
              <p14:xfrm>
                <a:off x="4245436" y="3500992"/>
                <a:ext cx="61560" cy="19080"/>
              </p14:xfrm>
            </p:contentPart>
          </mc:Choice>
          <mc:Fallback xmlns="">
            <p:pic>
              <p:nvPicPr>
                <p:cNvPr id="4" name="Ink 3">
                  <a:extLst>
                    <a:ext uri="{FF2B5EF4-FFF2-40B4-BE49-F238E27FC236}">
                      <a16:creationId xmlns:a16="http://schemas.microsoft.com/office/drawing/2014/main" id="{49AD458E-63AC-B74C-E6BF-C8CF1C51A57B}"/>
                    </a:ext>
                  </a:extLst>
                </p:cNvPr>
                <p:cNvPicPr/>
                <p:nvPr/>
              </p:nvPicPr>
              <p:blipFill>
                <a:blip r:embed="rId16"/>
                <a:stretch>
                  <a:fillRect/>
                </a:stretch>
              </p:blipFill>
              <p:spPr>
                <a:xfrm>
                  <a:off x="4236436" y="3492352"/>
                  <a:ext cx="7920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5" name="Ink 4">
                  <a:extLst>
                    <a:ext uri="{FF2B5EF4-FFF2-40B4-BE49-F238E27FC236}">
                      <a16:creationId xmlns:a16="http://schemas.microsoft.com/office/drawing/2014/main" id="{EC186861-0221-51CF-338F-E6B9EC623884}"/>
                    </a:ext>
                  </a:extLst>
                </p14:cNvPr>
                <p14:cNvContentPartPr/>
                <p14:nvPr/>
              </p14:nvContentPartPr>
              <p14:xfrm>
                <a:off x="4270636" y="3463552"/>
                <a:ext cx="14400" cy="114120"/>
              </p14:xfrm>
            </p:contentPart>
          </mc:Choice>
          <mc:Fallback xmlns="">
            <p:pic>
              <p:nvPicPr>
                <p:cNvPr id="5" name="Ink 4">
                  <a:extLst>
                    <a:ext uri="{FF2B5EF4-FFF2-40B4-BE49-F238E27FC236}">
                      <a16:creationId xmlns:a16="http://schemas.microsoft.com/office/drawing/2014/main" id="{EC186861-0221-51CF-338F-E6B9EC623884}"/>
                    </a:ext>
                  </a:extLst>
                </p:cNvPr>
                <p:cNvPicPr/>
                <p:nvPr/>
              </p:nvPicPr>
              <p:blipFill>
                <a:blip r:embed="rId18"/>
                <a:stretch>
                  <a:fillRect/>
                </a:stretch>
              </p:blipFill>
              <p:spPr>
                <a:xfrm>
                  <a:off x="4261996" y="3454552"/>
                  <a:ext cx="32040" cy="131760"/>
                </a:xfrm>
                <a:prstGeom prst="rect">
                  <a:avLst/>
                </a:prstGeom>
              </p:spPr>
            </p:pic>
          </mc:Fallback>
        </mc:AlternateContent>
      </p:grpSp>
      <p:grpSp>
        <p:nvGrpSpPr>
          <p:cNvPr id="9" name="Group 8">
            <a:extLst>
              <a:ext uri="{FF2B5EF4-FFF2-40B4-BE49-F238E27FC236}">
                <a16:creationId xmlns:a16="http://schemas.microsoft.com/office/drawing/2014/main" id="{93BBE974-9628-6F8B-1162-9C77D15938EC}"/>
              </a:ext>
            </a:extLst>
          </p:cNvPr>
          <p:cNvGrpSpPr/>
          <p:nvPr/>
        </p:nvGrpSpPr>
        <p:grpSpPr>
          <a:xfrm>
            <a:off x="4392676" y="3842272"/>
            <a:ext cx="69840" cy="97920"/>
            <a:chOff x="4392676" y="3842272"/>
            <a:chExt cx="69840" cy="97920"/>
          </a:xfrm>
        </p:grpSpPr>
        <mc:AlternateContent xmlns:mc="http://schemas.openxmlformats.org/markup-compatibility/2006" xmlns:p14="http://schemas.microsoft.com/office/powerpoint/2010/main">
          <mc:Choice Requires="p14">
            <p:contentPart p14:bwMode="auto" r:id="rId19">
              <p14:nvContentPartPr>
                <p14:cNvPr id="7" name="Ink 6">
                  <a:extLst>
                    <a:ext uri="{FF2B5EF4-FFF2-40B4-BE49-F238E27FC236}">
                      <a16:creationId xmlns:a16="http://schemas.microsoft.com/office/drawing/2014/main" id="{379C92A2-0DBF-16B3-F513-3A71A66360E2}"/>
                    </a:ext>
                  </a:extLst>
                </p14:cNvPr>
                <p14:cNvContentPartPr/>
                <p14:nvPr/>
              </p14:nvContentPartPr>
              <p14:xfrm>
                <a:off x="4392676" y="3885832"/>
                <a:ext cx="69840" cy="16920"/>
              </p14:xfrm>
            </p:contentPart>
          </mc:Choice>
          <mc:Fallback xmlns="">
            <p:pic>
              <p:nvPicPr>
                <p:cNvPr id="7" name="Ink 6">
                  <a:extLst>
                    <a:ext uri="{FF2B5EF4-FFF2-40B4-BE49-F238E27FC236}">
                      <a16:creationId xmlns:a16="http://schemas.microsoft.com/office/drawing/2014/main" id="{379C92A2-0DBF-16B3-F513-3A71A66360E2}"/>
                    </a:ext>
                  </a:extLst>
                </p:cNvPr>
                <p:cNvPicPr/>
                <p:nvPr/>
              </p:nvPicPr>
              <p:blipFill>
                <a:blip r:embed="rId20"/>
                <a:stretch>
                  <a:fillRect/>
                </a:stretch>
              </p:blipFill>
              <p:spPr>
                <a:xfrm>
                  <a:off x="4383676" y="3877192"/>
                  <a:ext cx="8748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8" name="Ink 7">
                  <a:extLst>
                    <a:ext uri="{FF2B5EF4-FFF2-40B4-BE49-F238E27FC236}">
                      <a16:creationId xmlns:a16="http://schemas.microsoft.com/office/drawing/2014/main" id="{0F1108F7-7830-9E97-2C1E-34C2E8FEB920}"/>
                    </a:ext>
                  </a:extLst>
                </p14:cNvPr>
                <p14:cNvContentPartPr/>
                <p14:nvPr/>
              </p14:nvContentPartPr>
              <p14:xfrm>
                <a:off x="4420036" y="3842272"/>
                <a:ext cx="10800" cy="97920"/>
              </p14:xfrm>
            </p:contentPart>
          </mc:Choice>
          <mc:Fallback xmlns="">
            <p:pic>
              <p:nvPicPr>
                <p:cNvPr id="8" name="Ink 7">
                  <a:extLst>
                    <a:ext uri="{FF2B5EF4-FFF2-40B4-BE49-F238E27FC236}">
                      <a16:creationId xmlns:a16="http://schemas.microsoft.com/office/drawing/2014/main" id="{0F1108F7-7830-9E97-2C1E-34C2E8FEB920}"/>
                    </a:ext>
                  </a:extLst>
                </p:cNvPr>
                <p:cNvPicPr/>
                <p:nvPr/>
              </p:nvPicPr>
              <p:blipFill>
                <a:blip r:embed="rId22"/>
                <a:stretch>
                  <a:fillRect/>
                </a:stretch>
              </p:blipFill>
              <p:spPr>
                <a:xfrm>
                  <a:off x="4411396" y="3833272"/>
                  <a:ext cx="28440" cy="115560"/>
                </a:xfrm>
                <a:prstGeom prst="rect">
                  <a:avLst/>
                </a:prstGeom>
              </p:spPr>
            </p:pic>
          </mc:Fallback>
        </mc:AlternateContent>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Example 5 (cont’d)</a:t>
            </a:r>
            <a:endParaRPr lang="en-US" dirty="0"/>
          </a:p>
        </p:txBody>
      </p:sp>
      <p:sp>
        <p:nvSpPr>
          <p:cNvPr id="3" name="Content Placeholder 2"/>
          <p:cNvSpPr>
            <a:spLocks noGrp="1"/>
          </p:cNvSpPr>
          <p:nvPr>
            <p:ph idx="1"/>
          </p:nvPr>
        </p:nvSpPr>
        <p:spPr/>
        <p:txBody>
          <a:bodyPr>
            <a:noAutofit/>
          </a:bodyPr>
          <a:lstStyle/>
          <a:p>
            <a:r>
              <a:rPr lang="en-US" dirty="0"/>
              <a:t>Case 3: The roots are complex</a:t>
            </a:r>
          </a:p>
          <a:p>
            <a:pPr lvl="1"/>
            <a:r>
              <a:rPr lang="en-US" dirty="0"/>
              <a:t>The response is under-damped and has the form</a:t>
            </a:r>
          </a:p>
          <a:p>
            <a:pPr lvl="1"/>
            <a:endParaRPr lang="en-US" dirty="0"/>
          </a:p>
          <a:p>
            <a:pPr lvl="1"/>
            <a:endParaRPr lang="en-US" dirty="0"/>
          </a:p>
          <a:p>
            <a:pPr lvl="1"/>
            <a:endParaRPr lang="en-US" dirty="0"/>
          </a:p>
          <a:p>
            <a:pPr lvl="1"/>
            <a:endParaRPr lang="en-US" dirty="0"/>
          </a:p>
          <a:p>
            <a:pPr lvl="1"/>
            <a:endParaRPr lang="en-US" dirty="0"/>
          </a:p>
          <a:p>
            <a:pPr lvl="1"/>
            <a:r>
              <a:rPr lang="en-US" dirty="0"/>
              <a:t>Initial conditions</a:t>
            </a:r>
          </a:p>
          <a:p>
            <a:pPr lvl="1"/>
            <a:endParaRPr lang="en-US" dirty="0"/>
          </a:p>
          <a:p>
            <a:pPr lvl="1"/>
            <a:endParaRPr lang="en-US" dirty="0"/>
          </a:p>
          <a:p>
            <a:pPr lvl="1"/>
            <a:r>
              <a:rPr lang="en-US" dirty="0"/>
              <a:t>The response is </a:t>
            </a:r>
          </a:p>
          <a:p>
            <a:pPr lvl="1"/>
            <a:endParaRPr lang="en-US" sz="2000" dirty="0"/>
          </a:p>
        </p:txBody>
      </p:sp>
      <p:graphicFrame>
        <p:nvGraphicFramePr>
          <p:cNvPr id="209923" name="Object 3"/>
          <p:cNvGraphicFramePr>
            <a:graphicFrameLocks noChangeAspect="1"/>
          </p:cNvGraphicFramePr>
          <p:nvPr>
            <p:extLst>
              <p:ext uri="{D42A27DB-BD31-4B8C-83A1-F6EECF244321}">
                <p14:modId xmlns:p14="http://schemas.microsoft.com/office/powerpoint/2010/main" val="1327143724"/>
              </p:ext>
            </p:extLst>
          </p:nvPr>
        </p:nvGraphicFramePr>
        <p:xfrm>
          <a:off x="5731996" y="1815565"/>
          <a:ext cx="3467100" cy="490538"/>
        </p:xfrm>
        <a:graphic>
          <a:graphicData uri="http://schemas.openxmlformats.org/presentationml/2006/ole">
            <mc:AlternateContent xmlns:mc="http://schemas.openxmlformats.org/markup-compatibility/2006">
              <mc:Choice xmlns:v="urn:schemas-microsoft-com:vml" Requires="v">
                <p:oleObj name="Equation" r:id="rId2" imgW="1701800" imgH="241300" progId="Equation.DSMT4">
                  <p:embed/>
                </p:oleObj>
              </mc:Choice>
              <mc:Fallback>
                <p:oleObj name="Equation" r:id="rId2" imgW="1701800" imgH="241300" progId="Equation.DSMT4">
                  <p:embed/>
                  <p:pic>
                    <p:nvPicPr>
                      <p:cNvPr id="209923"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1996" y="1815565"/>
                        <a:ext cx="3467100" cy="490538"/>
                      </a:xfrm>
                      <a:prstGeom prst="rect">
                        <a:avLst/>
                      </a:prstGeom>
                      <a:solidFill>
                        <a:schemeClr val="bg1"/>
                      </a:solidFill>
                    </p:spPr>
                  </p:pic>
                </p:oleObj>
              </mc:Fallback>
            </mc:AlternateContent>
          </a:graphicData>
        </a:graphic>
      </p:graphicFrame>
      <p:graphicFrame>
        <p:nvGraphicFramePr>
          <p:cNvPr id="209924" name="Object 4"/>
          <p:cNvGraphicFramePr>
            <a:graphicFrameLocks noChangeAspect="1"/>
          </p:cNvGraphicFramePr>
          <p:nvPr>
            <p:extLst>
              <p:ext uri="{D42A27DB-BD31-4B8C-83A1-F6EECF244321}">
                <p14:modId xmlns:p14="http://schemas.microsoft.com/office/powerpoint/2010/main" val="3151235531"/>
              </p:ext>
            </p:extLst>
          </p:nvPr>
        </p:nvGraphicFramePr>
        <p:xfrm>
          <a:off x="1797050" y="2636839"/>
          <a:ext cx="6383123" cy="1706060"/>
        </p:xfrm>
        <a:graphic>
          <a:graphicData uri="http://schemas.openxmlformats.org/presentationml/2006/ole">
            <mc:AlternateContent xmlns:mc="http://schemas.openxmlformats.org/markup-compatibility/2006">
              <mc:Choice xmlns:v="urn:schemas-microsoft-com:vml" Requires="v">
                <p:oleObj name="Equation" r:id="rId4" imgW="3505200" imgH="939800" progId="Equation.DSMT4">
                  <p:embed/>
                </p:oleObj>
              </mc:Choice>
              <mc:Fallback>
                <p:oleObj name="Equation" r:id="rId4" imgW="3505200" imgH="939800" progId="Equation.DSMT4">
                  <p:embed/>
                  <p:pic>
                    <p:nvPicPr>
                      <p:cNvPr id="209924"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7050" y="2636839"/>
                        <a:ext cx="6383123" cy="1706060"/>
                      </a:xfrm>
                      <a:prstGeom prst="rect">
                        <a:avLst/>
                      </a:prstGeom>
                      <a:solidFill>
                        <a:schemeClr val="bg1"/>
                      </a:solidFill>
                    </p:spPr>
                  </p:pic>
                </p:oleObj>
              </mc:Fallback>
            </mc:AlternateContent>
          </a:graphicData>
        </a:graphic>
      </p:graphicFrame>
      <p:graphicFrame>
        <p:nvGraphicFramePr>
          <p:cNvPr id="209925" name="Object 5"/>
          <p:cNvGraphicFramePr>
            <a:graphicFrameLocks noChangeAspect="1"/>
          </p:cNvGraphicFramePr>
          <p:nvPr>
            <p:extLst>
              <p:ext uri="{D42A27DB-BD31-4B8C-83A1-F6EECF244321}">
                <p14:modId xmlns:p14="http://schemas.microsoft.com/office/powerpoint/2010/main" val="4251240596"/>
              </p:ext>
            </p:extLst>
          </p:nvPr>
        </p:nvGraphicFramePr>
        <p:xfrm>
          <a:off x="3887575" y="4725488"/>
          <a:ext cx="2579687" cy="857250"/>
        </p:xfrm>
        <a:graphic>
          <a:graphicData uri="http://schemas.openxmlformats.org/presentationml/2006/ole">
            <mc:AlternateContent xmlns:mc="http://schemas.openxmlformats.org/markup-compatibility/2006">
              <mc:Choice xmlns:v="urn:schemas-microsoft-com:vml" Requires="v">
                <p:oleObj name="Equation" r:id="rId6" imgW="1371600" imgH="457200" progId="Equation.DSMT4">
                  <p:embed/>
                </p:oleObj>
              </mc:Choice>
              <mc:Fallback>
                <p:oleObj name="Equation" r:id="rId6" imgW="1371600" imgH="457200" progId="Equation.DSMT4">
                  <p:embed/>
                  <p:pic>
                    <p:nvPicPr>
                      <p:cNvPr id="209925"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87575" y="4725488"/>
                        <a:ext cx="2579687" cy="857250"/>
                      </a:xfrm>
                      <a:prstGeom prst="rect">
                        <a:avLst/>
                      </a:prstGeom>
                      <a:solidFill>
                        <a:schemeClr val="bg1"/>
                      </a:solidFill>
                    </p:spPr>
                  </p:pic>
                </p:oleObj>
              </mc:Fallback>
            </mc:AlternateContent>
          </a:graphicData>
        </a:graphic>
      </p:graphicFrame>
      <p:graphicFrame>
        <p:nvGraphicFramePr>
          <p:cNvPr id="209926" name="Object 6"/>
          <p:cNvGraphicFramePr>
            <a:graphicFrameLocks noChangeAspect="1"/>
          </p:cNvGraphicFramePr>
          <p:nvPr>
            <p:extLst>
              <p:ext uri="{D42A27DB-BD31-4B8C-83A1-F6EECF244321}">
                <p14:modId xmlns:p14="http://schemas.microsoft.com/office/powerpoint/2010/main" val="3277836086"/>
              </p:ext>
            </p:extLst>
          </p:nvPr>
        </p:nvGraphicFramePr>
        <p:xfrm>
          <a:off x="6787773" y="4673635"/>
          <a:ext cx="1649412" cy="857250"/>
        </p:xfrm>
        <a:graphic>
          <a:graphicData uri="http://schemas.openxmlformats.org/presentationml/2006/ole">
            <mc:AlternateContent xmlns:mc="http://schemas.openxmlformats.org/markup-compatibility/2006">
              <mc:Choice xmlns:v="urn:schemas-microsoft-com:vml" Requires="v">
                <p:oleObj name="Equation" r:id="rId8" imgW="876300" imgH="457200" progId="Equation.DSMT4">
                  <p:embed/>
                </p:oleObj>
              </mc:Choice>
              <mc:Fallback>
                <p:oleObj name="Equation" r:id="rId8" imgW="876300" imgH="457200" progId="Equation.DSMT4">
                  <p:embed/>
                  <p:pic>
                    <p:nvPicPr>
                      <p:cNvPr id="209926"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87773" y="4673635"/>
                        <a:ext cx="1649412" cy="857250"/>
                      </a:xfrm>
                      <a:prstGeom prst="rect">
                        <a:avLst/>
                      </a:prstGeom>
                      <a:solidFill>
                        <a:schemeClr val="bg1"/>
                      </a:solidFill>
                    </p:spPr>
                  </p:pic>
                </p:oleObj>
              </mc:Fallback>
            </mc:AlternateContent>
          </a:graphicData>
        </a:graphic>
      </p:graphicFrame>
      <p:graphicFrame>
        <p:nvGraphicFramePr>
          <p:cNvPr id="209927" name="Object 7"/>
          <p:cNvGraphicFramePr>
            <a:graphicFrameLocks noChangeAspect="1"/>
          </p:cNvGraphicFramePr>
          <p:nvPr>
            <p:extLst>
              <p:ext uri="{D42A27DB-BD31-4B8C-83A1-F6EECF244321}">
                <p14:modId xmlns:p14="http://schemas.microsoft.com/office/powerpoint/2010/main" val="536582841"/>
              </p:ext>
            </p:extLst>
          </p:nvPr>
        </p:nvGraphicFramePr>
        <p:xfrm>
          <a:off x="3783013" y="5802427"/>
          <a:ext cx="6199187" cy="461963"/>
        </p:xfrm>
        <a:graphic>
          <a:graphicData uri="http://schemas.openxmlformats.org/presentationml/2006/ole">
            <mc:AlternateContent xmlns:mc="http://schemas.openxmlformats.org/markup-compatibility/2006">
              <mc:Choice xmlns:v="urn:schemas-microsoft-com:vml" Requires="v">
                <p:oleObj name="Equation" r:id="rId10" imgW="3403600" imgH="254000" progId="Equation.DSMT4">
                  <p:embed/>
                </p:oleObj>
              </mc:Choice>
              <mc:Fallback>
                <p:oleObj name="Equation" r:id="rId10" imgW="3403600" imgH="254000" progId="Equation.DSMT4">
                  <p:embed/>
                  <p:pic>
                    <p:nvPicPr>
                      <p:cNvPr id="209927"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83013" y="5802427"/>
                        <a:ext cx="6199187" cy="461963"/>
                      </a:xfrm>
                      <a:prstGeom prst="rect">
                        <a:avLst/>
                      </a:prstGeom>
                      <a:solidFill>
                        <a:schemeClr val="bg1"/>
                      </a:solidFill>
                    </p:spPr>
                  </p:pic>
                </p:oleObj>
              </mc:Fallback>
            </mc:AlternateContent>
          </a:graphicData>
        </a:graphic>
      </p:graphicFrame>
      <p:sp>
        <p:nvSpPr>
          <p:cNvPr id="10" name="Slide Number Placeholder 9"/>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40</a:t>
            </a:fld>
            <a:endParaRPr lang="en-US" altLang="zh-CN" dirty="0">
              <a:ea typeface="黑体" panose="02010609060101010101" pitchFamily="49"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5 (cont’d)</a:t>
            </a:r>
          </a:p>
        </p:txBody>
      </p:sp>
      <p:sp>
        <p:nvSpPr>
          <p:cNvPr id="3" name="Content Placeholder 2"/>
          <p:cNvSpPr>
            <a:spLocks noGrp="1"/>
          </p:cNvSpPr>
          <p:nvPr>
            <p:ph idx="1"/>
          </p:nvPr>
        </p:nvSpPr>
        <p:spPr>
          <a:xfrm>
            <a:off x="838200" y="1690688"/>
            <a:ext cx="10515600" cy="4794953"/>
          </a:xfrm>
        </p:spPr>
        <p:txBody>
          <a:bodyPr>
            <a:noAutofit/>
          </a:bodyPr>
          <a:lstStyle/>
          <a:p>
            <a:r>
              <a:rPr lang="en-US" sz="2400" i="1" dirty="0"/>
              <a:t>R</a:t>
            </a:r>
            <a:r>
              <a:rPr lang="en-US" sz="2400" dirty="0"/>
              <a:t> gives rise to damping of oscillations by dissipating energy. The larger the dissipation, the greater the damping.</a:t>
            </a:r>
          </a:p>
          <a:p>
            <a:r>
              <a:rPr lang="en-US" sz="2400" dirty="0"/>
              <a:t>Plots of the three responses</a:t>
            </a:r>
          </a:p>
          <a:p>
            <a:pPr marL="514350" indent="-514350">
              <a:buFont typeface="+mj-lt"/>
              <a:buAutoNum type="arabicPeriod"/>
            </a:pPr>
            <a:r>
              <a:rPr lang="en-US" sz="2400" i="1" dirty="0"/>
              <a:t>R</a:t>
            </a:r>
            <a:r>
              <a:rPr lang="en-US" sz="2400" dirty="0"/>
              <a:t>=5</a:t>
            </a:r>
            <a:r>
              <a:rPr lang="en-US" sz="2400" dirty="0">
                <a:latin typeface="Symbol" pitchFamily="18" charset="2"/>
              </a:rPr>
              <a:t>W</a:t>
            </a:r>
            <a:r>
              <a:rPr lang="en-US" sz="2400" dirty="0"/>
              <a:t>, over-damped</a:t>
            </a:r>
          </a:p>
          <a:p>
            <a:pPr marL="514350" indent="-514350">
              <a:buFont typeface="+mj-lt"/>
              <a:buAutoNum type="arabicPeriod"/>
            </a:pPr>
            <a:endParaRPr lang="en-US" sz="2400" dirty="0"/>
          </a:p>
          <a:p>
            <a:pPr marL="514350" indent="-514350">
              <a:buFont typeface="+mj-lt"/>
              <a:buAutoNum type="arabicPeriod"/>
            </a:pPr>
            <a:r>
              <a:rPr lang="en-US" sz="2400" i="1" dirty="0"/>
              <a:t>R</a:t>
            </a:r>
            <a:r>
              <a:rPr lang="en-US" sz="2400" dirty="0"/>
              <a:t>=4</a:t>
            </a:r>
            <a:r>
              <a:rPr lang="en-US" sz="2400" dirty="0">
                <a:latin typeface="Symbol" pitchFamily="18" charset="2"/>
              </a:rPr>
              <a:t>W</a:t>
            </a:r>
            <a:r>
              <a:rPr lang="en-US" sz="2400" dirty="0"/>
              <a:t>, critically damped</a:t>
            </a:r>
          </a:p>
          <a:p>
            <a:pPr marL="514350" indent="-514350">
              <a:buFont typeface="+mj-lt"/>
              <a:buAutoNum type="arabicPeriod"/>
            </a:pPr>
            <a:endParaRPr lang="en-US" sz="2400" dirty="0"/>
          </a:p>
          <a:p>
            <a:pPr marL="514350" indent="-514350">
              <a:buFont typeface="+mj-lt"/>
              <a:buAutoNum type="arabicPeriod"/>
            </a:pPr>
            <a:r>
              <a:rPr lang="en-US" sz="2400" i="1" dirty="0"/>
              <a:t>R</a:t>
            </a:r>
            <a:r>
              <a:rPr lang="en-US" sz="2400" dirty="0"/>
              <a:t>=1</a:t>
            </a:r>
            <a:r>
              <a:rPr lang="en-US" sz="2400" dirty="0">
                <a:latin typeface="Symbol" pitchFamily="18" charset="2"/>
              </a:rPr>
              <a:t>W</a:t>
            </a:r>
            <a:r>
              <a:rPr lang="en-US" sz="2400" dirty="0"/>
              <a:t>, under-damped</a:t>
            </a:r>
          </a:p>
          <a:p>
            <a:pPr marL="514350" indent="-514350">
              <a:buFont typeface="+mj-lt"/>
              <a:buAutoNum type="arabicPeriod"/>
            </a:pPr>
            <a:endParaRPr lang="en-US" sz="2400" dirty="0"/>
          </a:p>
          <a:p>
            <a:pPr marL="514350" indent="-514350">
              <a:buNone/>
            </a:pPr>
            <a:endParaRPr lang="en-US" sz="2400" i="1" dirty="0"/>
          </a:p>
          <a:p>
            <a:pPr marL="514350" indent="-514350">
              <a:buNone/>
            </a:pPr>
            <a:r>
              <a:rPr lang="en-US" sz="2400" i="1" dirty="0"/>
              <a:t>Note: the initial overshoot for the under-damped response.</a:t>
            </a:r>
          </a:p>
        </p:txBody>
      </p:sp>
      <p:pic>
        <p:nvPicPr>
          <p:cNvPr id="207874" name="Picture 2"/>
          <p:cNvPicPr>
            <a:picLocks noChangeAspect="1" noChangeArrowheads="1"/>
          </p:cNvPicPr>
          <p:nvPr/>
        </p:nvPicPr>
        <p:blipFill rotWithShape="1">
          <a:blip r:embed="rId2" cstate="print"/>
          <a:srcRect l="280" b="1505"/>
          <a:stretch/>
        </p:blipFill>
        <p:spPr bwMode="auto">
          <a:xfrm>
            <a:off x="7296345" y="2105305"/>
            <a:ext cx="4099443" cy="3088864"/>
          </a:xfrm>
          <a:prstGeom prst="rect">
            <a:avLst/>
          </a:prstGeom>
          <a:noFill/>
          <a:ln w="9525">
            <a:noFill/>
            <a:miter lim="800000"/>
            <a:headEnd/>
            <a:tailEnd/>
          </a:ln>
        </p:spPr>
      </p:pic>
      <p:graphicFrame>
        <p:nvGraphicFramePr>
          <p:cNvPr id="211969" name="Object 1"/>
          <p:cNvGraphicFramePr>
            <a:graphicFrameLocks noChangeAspect="1"/>
          </p:cNvGraphicFramePr>
          <p:nvPr>
            <p:extLst>
              <p:ext uri="{D42A27DB-BD31-4B8C-83A1-F6EECF244321}">
                <p14:modId xmlns:p14="http://schemas.microsoft.com/office/powerpoint/2010/main" val="326794128"/>
              </p:ext>
            </p:extLst>
          </p:nvPr>
        </p:nvGraphicFramePr>
        <p:xfrm>
          <a:off x="4059504" y="3014353"/>
          <a:ext cx="3099375" cy="684000"/>
        </p:xfrm>
        <a:graphic>
          <a:graphicData uri="http://schemas.openxmlformats.org/presentationml/2006/ole">
            <mc:AlternateContent xmlns:mc="http://schemas.openxmlformats.org/markup-compatibility/2006">
              <mc:Choice xmlns:v="urn:schemas-microsoft-com:vml" Requires="v">
                <p:oleObj name="Equation" r:id="rId3" imgW="1777229" imgH="393529" progId="Equation.DSMT4">
                  <p:embed/>
                </p:oleObj>
              </mc:Choice>
              <mc:Fallback>
                <p:oleObj name="Equation" r:id="rId3" imgW="1777229" imgH="393529" progId="Equation.DSMT4">
                  <p:embed/>
                  <p:pic>
                    <p:nvPicPr>
                      <p:cNvPr id="211969"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59504" y="3014353"/>
                        <a:ext cx="3099375" cy="684000"/>
                      </a:xfrm>
                      <a:prstGeom prst="rect">
                        <a:avLst/>
                      </a:prstGeom>
                      <a:solidFill>
                        <a:schemeClr val="bg1"/>
                      </a:solidFill>
                    </p:spPr>
                  </p:pic>
                </p:oleObj>
              </mc:Fallback>
            </mc:AlternateContent>
          </a:graphicData>
        </a:graphic>
      </p:graphicFrame>
      <p:graphicFrame>
        <p:nvGraphicFramePr>
          <p:cNvPr id="211970" name="Object 2"/>
          <p:cNvGraphicFramePr>
            <a:graphicFrameLocks noChangeAspect="1"/>
          </p:cNvGraphicFramePr>
          <p:nvPr>
            <p:extLst>
              <p:ext uri="{D42A27DB-BD31-4B8C-83A1-F6EECF244321}">
                <p14:modId xmlns:p14="http://schemas.microsoft.com/office/powerpoint/2010/main" val="3134257538"/>
              </p:ext>
            </p:extLst>
          </p:nvPr>
        </p:nvGraphicFramePr>
        <p:xfrm>
          <a:off x="3761629" y="4276113"/>
          <a:ext cx="3397250" cy="493713"/>
        </p:xfrm>
        <a:graphic>
          <a:graphicData uri="http://schemas.openxmlformats.org/presentationml/2006/ole">
            <mc:AlternateContent xmlns:mc="http://schemas.openxmlformats.org/markup-compatibility/2006">
              <mc:Choice xmlns:v="urn:schemas-microsoft-com:vml" Requires="v">
                <p:oleObj name="Equation" r:id="rId5" imgW="1739900" imgH="254000" progId="Equation.DSMT4">
                  <p:embed/>
                </p:oleObj>
              </mc:Choice>
              <mc:Fallback>
                <p:oleObj name="Equation" r:id="rId5" imgW="1739900" imgH="254000" progId="Equation.DSMT4">
                  <p:embed/>
                  <p:pic>
                    <p:nvPicPr>
                      <p:cNvPr id="21197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61629" y="4276113"/>
                        <a:ext cx="3397250" cy="493713"/>
                      </a:xfrm>
                      <a:prstGeom prst="rect">
                        <a:avLst/>
                      </a:prstGeom>
                      <a:solidFill>
                        <a:schemeClr val="bg1"/>
                      </a:solidFill>
                    </p:spPr>
                  </p:pic>
                </p:oleObj>
              </mc:Fallback>
            </mc:AlternateContent>
          </a:graphicData>
        </a:graphic>
      </p:graphicFrame>
      <p:graphicFrame>
        <p:nvGraphicFramePr>
          <p:cNvPr id="211971" name="Object 3"/>
          <p:cNvGraphicFramePr>
            <a:graphicFrameLocks noChangeAspect="1"/>
          </p:cNvGraphicFramePr>
          <p:nvPr>
            <p:extLst>
              <p:ext uri="{D42A27DB-BD31-4B8C-83A1-F6EECF244321}">
                <p14:modId xmlns:p14="http://schemas.microsoft.com/office/powerpoint/2010/main" val="2347449829"/>
              </p:ext>
            </p:extLst>
          </p:nvPr>
        </p:nvGraphicFramePr>
        <p:xfrm>
          <a:off x="1229858" y="5328421"/>
          <a:ext cx="6763291" cy="504000"/>
        </p:xfrm>
        <a:graphic>
          <a:graphicData uri="http://schemas.openxmlformats.org/presentationml/2006/ole">
            <mc:AlternateContent xmlns:mc="http://schemas.openxmlformats.org/markup-compatibility/2006">
              <mc:Choice xmlns:v="urn:schemas-microsoft-com:vml" Requires="v">
                <p:oleObj name="Equation" r:id="rId7" imgW="3403600" imgH="254000" progId="Equation.DSMT4">
                  <p:embed/>
                </p:oleObj>
              </mc:Choice>
              <mc:Fallback>
                <p:oleObj name="Equation" r:id="rId7" imgW="3403600" imgH="254000" progId="Equation.DSMT4">
                  <p:embed/>
                  <p:pic>
                    <p:nvPicPr>
                      <p:cNvPr id="211971"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29858" y="5328421"/>
                        <a:ext cx="6763291" cy="504000"/>
                      </a:xfrm>
                      <a:prstGeom prst="rect">
                        <a:avLst/>
                      </a:prstGeom>
                      <a:solidFill>
                        <a:schemeClr val="bg1"/>
                      </a:solidFill>
                    </p:spPr>
                  </p:pic>
                </p:oleObj>
              </mc:Fallback>
            </mc:AlternateContent>
          </a:graphicData>
        </a:graphic>
      </p:graphicFrame>
      <p:sp>
        <p:nvSpPr>
          <p:cNvPr id="9" name="Slide Number Placeholder 8"/>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41</a:t>
            </a:fld>
            <a:endParaRPr lang="en-US" altLang="zh-CN" dirty="0">
              <a:ea typeface="黑体" panose="02010609060101010101" pitchFamily="49"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6</a:t>
            </a:r>
          </a:p>
        </p:txBody>
      </p:sp>
      <p:sp>
        <p:nvSpPr>
          <p:cNvPr id="3" name="Content Placeholder 2"/>
          <p:cNvSpPr>
            <a:spLocks noGrp="1"/>
          </p:cNvSpPr>
          <p:nvPr>
            <p:ph idx="1"/>
          </p:nvPr>
        </p:nvSpPr>
        <p:spPr>
          <a:xfrm>
            <a:off x="838200" y="1690688"/>
            <a:ext cx="10515600" cy="4486275"/>
          </a:xfrm>
        </p:spPr>
        <p:txBody>
          <a:bodyPr>
            <a:normAutofit/>
          </a:bodyPr>
          <a:lstStyle/>
          <a:p>
            <a:r>
              <a:rPr lang="en-US" sz="2400" dirty="0"/>
              <a:t>For </a:t>
            </a:r>
            <a:r>
              <a:rPr lang="en-US" sz="2400" i="1" dirty="0"/>
              <a:t>t</a:t>
            </a:r>
            <a:r>
              <a:rPr lang="en-US" sz="2400" dirty="0"/>
              <a:t>&lt;0, the switch is open, and the circuit is partitioned into two</a:t>
            </a:r>
          </a:p>
          <a:p>
            <a:r>
              <a:rPr lang="en-US" sz="2400" i="1" dirty="0"/>
              <a:t>u</a:t>
            </a:r>
            <a:r>
              <a:rPr lang="en-US" sz="2400" dirty="0"/>
              <a:t>(-t)=1, the capacitor is open and inductor short</a:t>
            </a:r>
          </a:p>
          <a:p>
            <a:endParaRPr lang="en-US" sz="2400" dirty="0"/>
          </a:p>
          <a:p>
            <a:endParaRPr lang="en-US" sz="2400" dirty="0"/>
          </a:p>
          <a:p>
            <a:r>
              <a:rPr lang="en-US" sz="2400" dirty="0"/>
              <a:t>For </a:t>
            </a:r>
            <a:r>
              <a:rPr lang="en-US" sz="2400" i="1" dirty="0"/>
              <a:t>t&gt;</a:t>
            </a:r>
            <a:r>
              <a:rPr lang="en-US" sz="2400" dirty="0"/>
              <a:t>0, switch close and </a:t>
            </a:r>
            <a:r>
              <a:rPr lang="en-US" sz="2400" i="1" dirty="0"/>
              <a:t>u</a:t>
            </a:r>
            <a:r>
              <a:rPr lang="en-US" sz="2400" dirty="0"/>
              <a:t>(-t)= 0.</a:t>
            </a:r>
          </a:p>
          <a:p>
            <a:r>
              <a:rPr lang="en-US" sz="2400" dirty="0"/>
              <a:t>The circuit is that of parallel RLC charged</a:t>
            </a:r>
            <a:br>
              <a:rPr lang="en-US" sz="2400" dirty="0"/>
            </a:br>
            <a:r>
              <a:rPr lang="en-US" sz="2400" dirty="0"/>
              <a:t>by a 4A current source (Voltage source not operative).</a:t>
            </a:r>
          </a:p>
          <a:p>
            <a:r>
              <a:rPr lang="en-US" sz="2400" dirty="0"/>
              <a:t>The two 20 </a:t>
            </a:r>
            <a:r>
              <a:rPr lang="en-US" sz="2400" dirty="0">
                <a:latin typeface="Symbol" pitchFamily="18" charset="2"/>
              </a:rPr>
              <a:t>W</a:t>
            </a:r>
            <a:r>
              <a:rPr lang="en-US" sz="2400" dirty="0"/>
              <a:t> resistors are equivalent to </a:t>
            </a:r>
            <a:r>
              <a:rPr lang="en-US" sz="2400" i="1" dirty="0"/>
              <a:t>R</a:t>
            </a:r>
            <a:r>
              <a:rPr lang="en-US" sz="2400" dirty="0"/>
              <a:t>=20//20 </a:t>
            </a:r>
            <a:r>
              <a:rPr lang="en-US" sz="2400" dirty="0">
                <a:latin typeface="Symbol" pitchFamily="18" charset="2"/>
              </a:rPr>
              <a:t>W </a:t>
            </a:r>
            <a:r>
              <a:rPr lang="en-US" sz="2400" dirty="0"/>
              <a:t>=10</a:t>
            </a:r>
            <a:r>
              <a:rPr lang="en-US" sz="2400" dirty="0">
                <a:latin typeface="Symbol" pitchFamily="18" charset="2"/>
              </a:rPr>
              <a:t> W.</a:t>
            </a:r>
          </a:p>
          <a:p>
            <a:r>
              <a:rPr lang="en-US" sz="2400" dirty="0"/>
              <a:t>To determine the characteristic roots consider:</a:t>
            </a:r>
          </a:p>
          <a:p>
            <a:endParaRPr lang="en-US" sz="2400" dirty="0"/>
          </a:p>
        </p:txBody>
      </p:sp>
      <p:pic>
        <p:nvPicPr>
          <p:cNvPr id="203778" name="Picture 2"/>
          <p:cNvPicPr>
            <a:picLocks noChangeAspect="1" noChangeArrowheads="1"/>
          </p:cNvPicPr>
          <p:nvPr/>
        </p:nvPicPr>
        <p:blipFill rotWithShape="1">
          <a:blip r:embed="rId2" cstate="print">
            <a:clrChange>
              <a:clrFrom>
                <a:srgbClr val="FFFFFF"/>
              </a:clrFrom>
              <a:clrTo>
                <a:srgbClr val="FFFFFF">
                  <a:alpha val="0"/>
                </a:srgbClr>
              </a:clrTo>
            </a:clrChange>
          </a:blip>
          <a:srcRect b="5532"/>
          <a:stretch/>
        </p:blipFill>
        <p:spPr bwMode="auto">
          <a:xfrm>
            <a:off x="6664236" y="2174209"/>
            <a:ext cx="5182750" cy="1684081"/>
          </a:xfrm>
          <a:prstGeom prst="rect">
            <a:avLst/>
          </a:prstGeom>
          <a:noFill/>
          <a:ln w="9525">
            <a:noFill/>
            <a:miter lim="800000"/>
            <a:headEnd/>
            <a:tailEnd/>
          </a:ln>
        </p:spPr>
      </p:pic>
      <p:graphicFrame>
        <p:nvGraphicFramePr>
          <p:cNvPr id="203779" name="Object 3"/>
          <p:cNvGraphicFramePr>
            <a:graphicFrameLocks noChangeAspect="1"/>
          </p:cNvGraphicFramePr>
          <p:nvPr>
            <p:extLst>
              <p:ext uri="{D42A27DB-BD31-4B8C-83A1-F6EECF244321}">
                <p14:modId xmlns:p14="http://schemas.microsoft.com/office/powerpoint/2010/main" val="911243336"/>
              </p:ext>
            </p:extLst>
          </p:nvPr>
        </p:nvGraphicFramePr>
        <p:xfrm>
          <a:off x="1136021" y="2693988"/>
          <a:ext cx="4572000" cy="644525"/>
        </p:xfrm>
        <a:graphic>
          <a:graphicData uri="http://schemas.openxmlformats.org/presentationml/2006/ole">
            <mc:AlternateContent xmlns:mc="http://schemas.openxmlformats.org/markup-compatibility/2006">
              <mc:Choice xmlns:v="urn:schemas-microsoft-com:vml" Requires="v">
                <p:oleObj name="Equation" r:id="rId3" imgW="2794000" imgH="393700" progId="Equation.DSMT4">
                  <p:embed/>
                </p:oleObj>
              </mc:Choice>
              <mc:Fallback>
                <p:oleObj name="Equation" r:id="rId3" imgW="2794000" imgH="393700" progId="Equation.DSMT4">
                  <p:embed/>
                  <p:pic>
                    <p:nvPicPr>
                      <p:cNvPr id="203779"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6021" y="2693988"/>
                        <a:ext cx="4572000" cy="644525"/>
                      </a:xfrm>
                      <a:prstGeom prst="rect">
                        <a:avLst/>
                      </a:prstGeom>
                      <a:solidFill>
                        <a:schemeClr val="bg1"/>
                      </a:solidFill>
                    </p:spPr>
                  </p:pic>
                </p:oleObj>
              </mc:Fallback>
            </mc:AlternateContent>
          </a:graphicData>
        </a:graphic>
      </p:graphicFrame>
      <p:graphicFrame>
        <p:nvGraphicFramePr>
          <p:cNvPr id="203780" name="Object 4"/>
          <p:cNvGraphicFramePr>
            <a:graphicFrameLocks noChangeAspect="1"/>
          </p:cNvGraphicFramePr>
          <p:nvPr>
            <p:extLst>
              <p:ext uri="{D42A27DB-BD31-4B8C-83A1-F6EECF244321}">
                <p14:modId xmlns:p14="http://schemas.microsoft.com/office/powerpoint/2010/main" val="1325821520"/>
              </p:ext>
            </p:extLst>
          </p:nvPr>
        </p:nvGraphicFramePr>
        <p:xfrm>
          <a:off x="1367009" y="5639954"/>
          <a:ext cx="8832851" cy="771525"/>
        </p:xfrm>
        <a:graphic>
          <a:graphicData uri="http://schemas.openxmlformats.org/presentationml/2006/ole">
            <mc:AlternateContent xmlns:mc="http://schemas.openxmlformats.org/markup-compatibility/2006">
              <mc:Choice xmlns:v="urn:schemas-microsoft-com:vml" Requires="v">
                <p:oleObj name="Equation" r:id="rId5" imgW="5397500" imgH="469900" progId="Equation.DSMT4">
                  <p:embed/>
                </p:oleObj>
              </mc:Choice>
              <mc:Fallback>
                <p:oleObj name="Equation" r:id="rId5" imgW="5397500" imgH="469900" progId="Equation.DSMT4">
                  <p:embed/>
                  <p:pic>
                    <p:nvPicPr>
                      <p:cNvPr id="20378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67009" y="5639954"/>
                        <a:ext cx="8832851" cy="771525"/>
                      </a:xfrm>
                      <a:prstGeom prst="rect">
                        <a:avLst/>
                      </a:prstGeom>
                      <a:solidFill>
                        <a:schemeClr val="bg1"/>
                      </a:solidFill>
                    </p:spPr>
                  </p:pic>
                </p:oleObj>
              </mc:Fallback>
            </mc:AlternateContent>
          </a:graphicData>
        </a:graphic>
      </p:graphicFrame>
      <p:sp>
        <p:nvSpPr>
          <p:cNvPr id="8" name="Slide Number Placeholder 7"/>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42</a:t>
            </a:fld>
            <a:endParaRPr lang="en-US" altLang="zh-CN" dirty="0">
              <a:ea typeface="黑体" panose="02010609060101010101" pitchFamily="49"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6 (cont’d)</a:t>
            </a:r>
          </a:p>
        </p:txBody>
      </p:sp>
      <p:sp>
        <p:nvSpPr>
          <p:cNvPr id="3" name="Content Placeholder 2"/>
          <p:cNvSpPr>
            <a:spLocks noGrp="1"/>
          </p:cNvSpPr>
          <p:nvPr>
            <p:ph idx="1"/>
          </p:nvPr>
        </p:nvSpPr>
        <p:spPr/>
        <p:txBody>
          <a:bodyPr/>
          <a:lstStyle/>
          <a:p>
            <a:r>
              <a:rPr lang="en-US" dirty="0"/>
              <a:t>The roots are:</a:t>
            </a:r>
          </a:p>
          <a:p>
            <a:endParaRPr lang="en-US" dirty="0"/>
          </a:p>
          <a:p>
            <a:r>
              <a:rPr lang="en-US" dirty="0"/>
              <a:t>both real and negative. The response is thus over-damped.</a:t>
            </a:r>
          </a:p>
          <a:p>
            <a:r>
              <a:rPr lang="en-US" dirty="0"/>
              <a:t>The solution to the ODE is of the form:</a:t>
            </a:r>
          </a:p>
          <a:p>
            <a:endParaRPr lang="en-US" dirty="0"/>
          </a:p>
          <a:p>
            <a:r>
              <a:rPr lang="en-US" dirty="0"/>
              <a:t>In steady state, </a:t>
            </a:r>
            <a:r>
              <a:rPr lang="en-US" dirty="0">
                <a:sym typeface="Symbol"/>
              </a:rPr>
              <a:t>the transient currents die out :</a:t>
            </a:r>
          </a:p>
          <a:p>
            <a:r>
              <a:rPr lang="en-US" dirty="0">
                <a:sym typeface="Symbol"/>
              </a:rPr>
              <a:t>Constants </a:t>
            </a:r>
            <a:r>
              <a:rPr lang="en-US" i="1" dirty="0">
                <a:sym typeface="Symbol"/>
              </a:rPr>
              <a:t>A</a:t>
            </a:r>
            <a:r>
              <a:rPr lang="en-US" baseline="-25000" dirty="0">
                <a:sym typeface="Symbol"/>
              </a:rPr>
              <a:t>1</a:t>
            </a:r>
            <a:r>
              <a:rPr lang="en-US" dirty="0">
                <a:sym typeface="Symbol"/>
              </a:rPr>
              <a:t> and </a:t>
            </a:r>
            <a:r>
              <a:rPr lang="en-US" i="1" dirty="0">
                <a:sym typeface="Symbol"/>
              </a:rPr>
              <a:t>A</a:t>
            </a:r>
            <a:r>
              <a:rPr lang="en-US" baseline="-25000" dirty="0">
                <a:sym typeface="Symbol"/>
              </a:rPr>
              <a:t>2</a:t>
            </a:r>
            <a:r>
              <a:rPr lang="en-US" dirty="0">
                <a:sym typeface="Symbol"/>
              </a:rPr>
              <a:t> must satisfy the initial conditions:</a:t>
            </a:r>
            <a:br>
              <a:rPr lang="en-US" dirty="0">
                <a:sym typeface="Symbol"/>
              </a:rPr>
            </a:br>
            <a:endParaRPr lang="en-US" dirty="0"/>
          </a:p>
        </p:txBody>
      </p:sp>
      <p:graphicFrame>
        <p:nvGraphicFramePr>
          <p:cNvPr id="204803" name="Object 3"/>
          <p:cNvGraphicFramePr>
            <a:graphicFrameLocks noChangeAspect="1"/>
          </p:cNvGraphicFramePr>
          <p:nvPr>
            <p:extLst>
              <p:ext uri="{D42A27DB-BD31-4B8C-83A1-F6EECF244321}">
                <p14:modId xmlns:p14="http://schemas.microsoft.com/office/powerpoint/2010/main" val="2813543710"/>
              </p:ext>
            </p:extLst>
          </p:nvPr>
        </p:nvGraphicFramePr>
        <p:xfrm>
          <a:off x="1311211" y="2332036"/>
          <a:ext cx="9728200" cy="595312"/>
        </p:xfrm>
        <a:graphic>
          <a:graphicData uri="http://schemas.openxmlformats.org/presentationml/2006/ole">
            <mc:AlternateContent xmlns:mc="http://schemas.openxmlformats.org/markup-compatibility/2006">
              <mc:Choice xmlns:v="urn:schemas-microsoft-com:vml" Requires="v">
                <p:oleObj name="Equation" r:id="rId2" imgW="4775200" imgH="292100" progId="Equation.DSMT4">
                  <p:embed/>
                </p:oleObj>
              </mc:Choice>
              <mc:Fallback>
                <p:oleObj name="Equation" r:id="rId2" imgW="4775200" imgH="292100" progId="Equation.DSMT4">
                  <p:embed/>
                  <p:pic>
                    <p:nvPicPr>
                      <p:cNvPr id="204803"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1211" y="2332036"/>
                        <a:ext cx="9728200" cy="595312"/>
                      </a:xfrm>
                      <a:prstGeom prst="rect">
                        <a:avLst/>
                      </a:prstGeom>
                      <a:solidFill>
                        <a:schemeClr val="bg1"/>
                      </a:solidFill>
                    </p:spPr>
                  </p:pic>
                </p:oleObj>
              </mc:Fallback>
            </mc:AlternateContent>
          </a:graphicData>
        </a:graphic>
      </p:graphicFrame>
      <p:graphicFrame>
        <p:nvGraphicFramePr>
          <p:cNvPr id="204805" name="Object 5"/>
          <p:cNvGraphicFramePr>
            <a:graphicFrameLocks noChangeAspect="1"/>
          </p:cNvGraphicFramePr>
          <p:nvPr>
            <p:extLst>
              <p:ext uri="{D42A27DB-BD31-4B8C-83A1-F6EECF244321}">
                <p14:modId xmlns:p14="http://schemas.microsoft.com/office/powerpoint/2010/main" val="3966855671"/>
              </p:ext>
            </p:extLst>
          </p:nvPr>
        </p:nvGraphicFramePr>
        <p:xfrm>
          <a:off x="1311211" y="3856629"/>
          <a:ext cx="3684350" cy="504000"/>
        </p:xfrm>
        <a:graphic>
          <a:graphicData uri="http://schemas.openxmlformats.org/presentationml/2006/ole">
            <mc:AlternateContent xmlns:mc="http://schemas.openxmlformats.org/markup-compatibility/2006">
              <mc:Choice xmlns:v="urn:schemas-microsoft-com:vml" Requires="v">
                <p:oleObj name="Equation" r:id="rId4" imgW="1854200" imgH="254000" progId="Equation.DSMT4">
                  <p:embed/>
                </p:oleObj>
              </mc:Choice>
              <mc:Fallback>
                <p:oleObj name="Equation" r:id="rId4" imgW="1854200" imgH="254000" progId="Equation.DSMT4">
                  <p:embed/>
                  <p:pic>
                    <p:nvPicPr>
                      <p:cNvPr id="204805"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11211" y="3856629"/>
                        <a:ext cx="3684350" cy="504000"/>
                      </a:xfrm>
                      <a:prstGeom prst="rect">
                        <a:avLst/>
                      </a:prstGeom>
                      <a:solidFill>
                        <a:schemeClr val="bg1"/>
                      </a:solidFill>
                    </p:spPr>
                  </p:pic>
                </p:oleObj>
              </mc:Fallback>
            </mc:AlternateContent>
          </a:graphicData>
        </a:graphic>
      </p:graphicFrame>
      <p:graphicFrame>
        <p:nvGraphicFramePr>
          <p:cNvPr id="204807" name="Object 7"/>
          <p:cNvGraphicFramePr>
            <a:graphicFrameLocks noChangeAspect="1"/>
          </p:cNvGraphicFramePr>
          <p:nvPr>
            <p:extLst>
              <p:ext uri="{D42A27DB-BD31-4B8C-83A1-F6EECF244321}">
                <p14:modId xmlns:p14="http://schemas.microsoft.com/office/powerpoint/2010/main" val="2055588710"/>
              </p:ext>
            </p:extLst>
          </p:nvPr>
        </p:nvGraphicFramePr>
        <p:xfrm>
          <a:off x="7811809" y="4450662"/>
          <a:ext cx="2068513" cy="434975"/>
        </p:xfrm>
        <a:graphic>
          <a:graphicData uri="http://schemas.openxmlformats.org/presentationml/2006/ole">
            <mc:AlternateContent xmlns:mc="http://schemas.openxmlformats.org/markup-compatibility/2006">
              <mc:Choice xmlns:v="urn:schemas-microsoft-com:vml" Requires="v">
                <p:oleObj name="Equation" r:id="rId6" imgW="1205977" imgH="253890" progId="Equation.DSMT4">
                  <p:embed/>
                </p:oleObj>
              </mc:Choice>
              <mc:Fallback>
                <p:oleObj name="Equation" r:id="rId6" imgW="1205977" imgH="253890" progId="Equation.DSMT4">
                  <p:embed/>
                  <p:pic>
                    <p:nvPicPr>
                      <p:cNvPr id="204807"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11809" y="4450662"/>
                        <a:ext cx="2068513" cy="434975"/>
                      </a:xfrm>
                      <a:prstGeom prst="rect">
                        <a:avLst/>
                      </a:prstGeom>
                      <a:solidFill>
                        <a:schemeClr val="bg1"/>
                      </a:solidFill>
                    </p:spPr>
                  </p:pic>
                </p:oleObj>
              </mc:Fallback>
            </mc:AlternateContent>
          </a:graphicData>
        </a:graphic>
      </p:graphicFrame>
      <p:graphicFrame>
        <p:nvGraphicFramePr>
          <p:cNvPr id="204808" name="Object 8"/>
          <p:cNvGraphicFramePr>
            <a:graphicFrameLocks noChangeAspect="1"/>
          </p:cNvGraphicFramePr>
          <p:nvPr>
            <p:extLst>
              <p:ext uri="{D42A27DB-BD31-4B8C-83A1-F6EECF244321}">
                <p14:modId xmlns:p14="http://schemas.microsoft.com/office/powerpoint/2010/main" val="1340976858"/>
              </p:ext>
            </p:extLst>
          </p:nvPr>
        </p:nvGraphicFramePr>
        <p:xfrm>
          <a:off x="1311211" y="5467566"/>
          <a:ext cx="6814065" cy="1078376"/>
        </p:xfrm>
        <a:graphic>
          <a:graphicData uri="http://schemas.openxmlformats.org/presentationml/2006/ole">
            <mc:AlternateContent xmlns:mc="http://schemas.openxmlformats.org/markup-compatibility/2006">
              <mc:Choice xmlns:v="urn:schemas-microsoft-com:vml" Requires="v">
                <p:oleObj name="Equation" r:id="rId8" imgW="4165600" imgH="660400" progId="Equation.DSMT4">
                  <p:embed/>
                </p:oleObj>
              </mc:Choice>
              <mc:Fallback>
                <p:oleObj name="Equation" r:id="rId8" imgW="4165600" imgH="660400" progId="Equation.DSMT4">
                  <p:embed/>
                  <p:pic>
                    <p:nvPicPr>
                      <p:cNvPr id="204808"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11211" y="5467566"/>
                        <a:ext cx="6814065" cy="1078376"/>
                      </a:xfrm>
                      <a:prstGeom prst="rect">
                        <a:avLst/>
                      </a:prstGeom>
                      <a:solidFill>
                        <a:schemeClr val="bg1"/>
                      </a:solidFill>
                    </p:spPr>
                  </p:pic>
                </p:oleObj>
              </mc:Fallback>
            </mc:AlternateContent>
          </a:graphicData>
        </a:graphic>
      </p:graphicFrame>
      <p:sp>
        <p:nvSpPr>
          <p:cNvPr id="9" name="Slide Number Placeholder 8"/>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43</a:t>
            </a:fld>
            <a:endParaRPr lang="en-US" altLang="zh-CN" dirty="0">
              <a:ea typeface="黑体" panose="02010609060101010101" pitchFamily="49"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6 (cont’d)</a:t>
            </a:r>
          </a:p>
        </p:txBody>
      </p:sp>
      <p:sp>
        <p:nvSpPr>
          <p:cNvPr id="3" name="Content Placeholder 2"/>
          <p:cNvSpPr>
            <a:spLocks noGrp="1"/>
          </p:cNvSpPr>
          <p:nvPr>
            <p:ph idx="1"/>
          </p:nvPr>
        </p:nvSpPr>
        <p:spPr/>
        <p:txBody>
          <a:bodyPr>
            <a:normAutofit/>
          </a:bodyPr>
          <a:lstStyle/>
          <a:p>
            <a:r>
              <a:rPr lang="en-US" sz="2400" dirty="0"/>
              <a:t>The final form of the current is:</a:t>
            </a:r>
          </a:p>
          <a:p>
            <a:endParaRPr lang="en-US" sz="2400" dirty="0"/>
          </a:p>
          <a:p>
            <a:r>
              <a:rPr lang="en-US" sz="2400" dirty="0"/>
              <a:t>The voltage on the inductor, resistors and capacitor is</a:t>
            </a:r>
          </a:p>
          <a:p>
            <a:endParaRPr lang="en-US" sz="2400" dirty="0"/>
          </a:p>
          <a:p>
            <a:endParaRPr lang="en-US" sz="2400" dirty="0"/>
          </a:p>
          <a:p>
            <a:endParaRPr lang="en-US" sz="2400" dirty="0"/>
          </a:p>
          <a:p>
            <a:r>
              <a:rPr lang="en-US" sz="2400" dirty="0"/>
              <a:t>The current through each of the resistors is</a:t>
            </a:r>
          </a:p>
        </p:txBody>
      </p:sp>
      <p:graphicFrame>
        <p:nvGraphicFramePr>
          <p:cNvPr id="205826" name="Object 2"/>
          <p:cNvGraphicFramePr>
            <a:graphicFrameLocks noChangeAspect="1"/>
          </p:cNvGraphicFramePr>
          <p:nvPr>
            <p:extLst>
              <p:ext uri="{D42A27DB-BD31-4B8C-83A1-F6EECF244321}">
                <p14:modId xmlns:p14="http://schemas.microsoft.com/office/powerpoint/2010/main" val="3103339601"/>
              </p:ext>
            </p:extLst>
          </p:nvPr>
        </p:nvGraphicFramePr>
        <p:xfrm>
          <a:off x="1360445" y="2312580"/>
          <a:ext cx="3744913" cy="434975"/>
        </p:xfrm>
        <a:graphic>
          <a:graphicData uri="http://schemas.openxmlformats.org/presentationml/2006/ole">
            <mc:AlternateContent xmlns:mc="http://schemas.openxmlformats.org/markup-compatibility/2006">
              <mc:Choice xmlns:v="urn:schemas-microsoft-com:vml" Requires="v">
                <p:oleObj name="Equation" r:id="rId2" imgW="2184400" imgH="254000" progId="Equation.DSMT4">
                  <p:embed/>
                </p:oleObj>
              </mc:Choice>
              <mc:Fallback>
                <p:oleObj name="Equation" r:id="rId2" imgW="2184400" imgH="254000" progId="Equation.DSMT4">
                  <p:embed/>
                  <p:pic>
                    <p:nvPicPr>
                      <p:cNvPr id="205826"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0445" y="2312580"/>
                        <a:ext cx="3744913" cy="434975"/>
                      </a:xfrm>
                      <a:prstGeom prst="rect">
                        <a:avLst/>
                      </a:prstGeom>
                      <a:solidFill>
                        <a:schemeClr val="bg1"/>
                      </a:solidFill>
                    </p:spPr>
                  </p:pic>
                </p:oleObj>
              </mc:Fallback>
            </mc:AlternateContent>
          </a:graphicData>
        </a:graphic>
      </p:graphicFrame>
      <p:graphicFrame>
        <p:nvGraphicFramePr>
          <p:cNvPr id="205827" name="Object 3"/>
          <p:cNvGraphicFramePr>
            <a:graphicFrameLocks noChangeAspect="1"/>
          </p:cNvGraphicFramePr>
          <p:nvPr>
            <p:extLst>
              <p:ext uri="{D42A27DB-BD31-4B8C-83A1-F6EECF244321}">
                <p14:modId xmlns:p14="http://schemas.microsoft.com/office/powerpoint/2010/main" val="2807253748"/>
              </p:ext>
            </p:extLst>
          </p:nvPr>
        </p:nvGraphicFramePr>
        <p:xfrm>
          <a:off x="1360445" y="3234510"/>
          <a:ext cx="6138863" cy="1131887"/>
        </p:xfrm>
        <a:graphic>
          <a:graphicData uri="http://schemas.openxmlformats.org/presentationml/2006/ole">
            <mc:AlternateContent xmlns:mc="http://schemas.openxmlformats.org/markup-compatibility/2006">
              <mc:Choice xmlns:v="urn:schemas-microsoft-com:vml" Requires="v">
                <p:oleObj name="Equation" r:id="rId4" imgW="3581400" imgH="660400" progId="Equation.DSMT4">
                  <p:embed/>
                </p:oleObj>
              </mc:Choice>
              <mc:Fallback>
                <p:oleObj name="Equation" r:id="rId4" imgW="3581400" imgH="660400" progId="Equation.DSMT4">
                  <p:embed/>
                  <p:pic>
                    <p:nvPicPr>
                      <p:cNvPr id="205827"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60445" y="3234510"/>
                        <a:ext cx="6138863" cy="1131887"/>
                      </a:xfrm>
                      <a:prstGeom prst="rect">
                        <a:avLst/>
                      </a:prstGeom>
                      <a:solidFill>
                        <a:schemeClr val="bg1"/>
                      </a:solidFill>
                    </p:spPr>
                  </p:pic>
                </p:oleObj>
              </mc:Fallback>
            </mc:AlternateContent>
          </a:graphicData>
        </a:graphic>
      </p:graphicFrame>
      <p:graphicFrame>
        <p:nvGraphicFramePr>
          <p:cNvPr id="205828" name="Object 4"/>
          <p:cNvGraphicFramePr>
            <a:graphicFrameLocks noChangeAspect="1"/>
          </p:cNvGraphicFramePr>
          <p:nvPr>
            <p:extLst>
              <p:ext uri="{D42A27DB-BD31-4B8C-83A1-F6EECF244321}">
                <p14:modId xmlns:p14="http://schemas.microsoft.com/office/powerpoint/2010/main" val="2025317764"/>
              </p:ext>
            </p:extLst>
          </p:nvPr>
        </p:nvGraphicFramePr>
        <p:xfrm>
          <a:off x="1360445" y="5100594"/>
          <a:ext cx="4505325" cy="674688"/>
        </p:xfrm>
        <a:graphic>
          <a:graphicData uri="http://schemas.openxmlformats.org/presentationml/2006/ole">
            <mc:AlternateContent xmlns:mc="http://schemas.openxmlformats.org/markup-compatibility/2006">
              <mc:Choice xmlns:v="urn:schemas-microsoft-com:vml" Requires="v">
                <p:oleObj name="Equation" r:id="rId6" imgW="2628900" imgH="393700" progId="Equation.DSMT4">
                  <p:embed/>
                </p:oleObj>
              </mc:Choice>
              <mc:Fallback>
                <p:oleObj name="Equation" r:id="rId6" imgW="2628900" imgH="393700" progId="Equation.DSMT4">
                  <p:embed/>
                  <p:pic>
                    <p:nvPicPr>
                      <p:cNvPr id="205828"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60445" y="5100594"/>
                        <a:ext cx="4505325" cy="674688"/>
                      </a:xfrm>
                      <a:prstGeom prst="rect">
                        <a:avLst/>
                      </a:prstGeom>
                      <a:solidFill>
                        <a:schemeClr val="bg1"/>
                      </a:solidFill>
                    </p:spPr>
                  </p:pic>
                </p:oleObj>
              </mc:Fallback>
            </mc:AlternateContent>
          </a:graphicData>
        </a:graphic>
      </p:graphicFrame>
      <p:sp>
        <p:nvSpPr>
          <p:cNvPr id="8" name="Slide Number Placeholder 7"/>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44</a:t>
            </a:fld>
            <a:endParaRPr lang="en-US" altLang="zh-CN" dirty="0">
              <a:ea typeface="黑体" panose="02010609060101010101" pitchFamily="49" charset="-122"/>
            </a:endParaRPr>
          </a:p>
        </p:txBody>
      </p:sp>
      <p:grpSp>
        <p:nvGrpSpPr>
          <p:cNvPr id="6" name="Group 5">
            <a:extLst>
              <a:ext uri="{FF2B5EF4-FFF2-40B4-BE49-F238E27FC236}">
                <a16:creationId xmlns:a16="http://schemas.microsoft.com/office/drawing/2014/main" id="{E6687B04-BF9D-466F-AFDE-4FB305A189B8}"/>
              </a:ext>
            </a:extLst>
          </p:cNvPr>
          <p:cNvGrpSpPr/>
          <p:nvPr/>
        </p:nvGrpSpPr>
        <p:grpSpPr>
          <a:xfrm>
            <a:off x="4443436" y="5378032"/>
            <a:ext cx="75960" cy="156240"/>
            <a:chOff x="4443436" y="5378032"/>
            <a:chExt cx="75960" cy="156240"/>
          </a:xfrm>
        </p:grpSpPr>
        <mc:AlternateContent xmlns:mc="http://schemas.openxmlformats.org/markup-compatibility/2006" xmlns:p14="http://schemas.microsoft.com/office/powerpoint/2010/main">
          <mc:Choice Requires="p14">
            <p:contentPart p14:bwMode="auto" r:id="rId8">
              <p14:nvContentPartPr>
                <p14:cNvPr id="4" name="Ink 3">
                  <a:extLst>
                    <a:ext uri="{FF2B5EF4-FFF2-40B4-BE49-F238E27FC236}">
                      <a16:creationId xmlns:a16="http://schemas.microsoft.com/office/drawing/2014/main" id="{E444E764-07C0-FD60-1291-12D6A4816A8C}"/>
                    </a:ext>
                  </a:extLst>
                </p14:cNvPr>
                <p14:cNvContentPartPr/>
                <p14:nvPr/>
              </p14:nvContentPartPr>
              <p14:xfrm>
                <a:off x="4470796" y="5378032"/>
                <a:ext cx="48600" cy="105480"/>
              </p14:xfrm>
            </p:contentPart>
          </mc:Choice>
          <mc:Fallback xmlns="">
            <p:pic>
              <p:nvPicPr>
                <p:cNvPr id="4" name="Ink 3">
                  <a:extLst>
                    <a:ext uri="{FF2B5EF4-FFF2-40B4-BE49-F238E27FC236}">
                      <a16:creationId xmlns:a16="http://schemas.microsoft.com/office/drawing/2014/main" id="{E444E764-07C0-FD60-1291-12D6A4816A8C}"/>
                    </a:ext>
                  </a:extLst>
                </p:cNvPr>
                <p:cNvPicPr/>
                <p:nvPr/>
              </p:nvPicPr>
              <p:blipFill>
                <a:blip r:embed="rId10"/>
                <a:stretch>
                  <a:fillRect/>
                </a:stretch>
              </p:blipFill>
              <p:spPr>
                <a:xfrm>
                  <a:off x="4461796" y="5369392"/>
                  <a:ext cx="6624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 name="Ink 4">
                  <a:extLst>
                    <a:ext uri="{FF2B5EF4-FFF2-40B4-BE49-F238E27FC236}">
                      <a16:creationId xmlns:a16="http://schemas.microsoft.com/office/drawing/2014/main" id="{2B4B7E83-9874-BFB6-AA65-A62F9410BA17}"/>
                    </a:ext>
                  </a:extLst>
                </p14:cNvPr>
                <p14:cNvContentPartPr/>
                <p14:nvPr/>
              </p14:nvContentPartPr>
              <p14:xfrm>
                <a:off x="4443436" y="5477392"/>
                <a:ext cx="41400" cy="56880"/>
              </p14:xfrm>
            </p:contentPart>
          </mc:Choice>
          <mc:Fallback xmlns="">
            <p:pic>
              <p:nvPicPr>
                <p:cNvPr id="5" name="Ink 4">
                  <a:extLst>
                    <a:ext uri="{FF2B5EF4-FFF2-40B4-BE49-F238E27FC236}">
                      <a16:creationId xmlns:a16="http://schemas.microsoft.com/office/drawing/2014/main" id="{2B4B7E83-9874-BFB6-AA65-A62F9410BA17}"/>
                    </a:ext>
                  </a:extLst>
                </p:cNvPr>
                <p:cNvPicPr/>
                <p:nvPr/>
              </p:nvPicPr>
              <p:blipFill>
                <a:blip r:embed="rId12"/>
                <a:stretch>
                  <a:fillRect/>
                </a:stretch>
              </p:blipFill>
              <p:spPr>
                <a:xfrm>
                  <a:off x="4434796" y="5468392"/>
                  <a:ext cx="59040" cy="74520"/>
                </a:xfrm>
                <a:prstGeom prst="rect">
                  <a:avLst/>
                </a:prstGeom>
              </p:spPr>
            </p:pic>
          </mc:Fallback>
        </mc:AlternateContent>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lstStyle/>
          <a:p>
            <a:r>
              <a:rPr lang="en-US" altLang="en-US" dirty="0"/>
              <a:t>General Second Order Circuits (beyond RLC)</a:t>
            </a:r>
          </a:p>
        </p:txBody>
      </p:sp>
      <p:sp>
        <p:nvSpPr>
          <p:cNvPr id="51203" name="Content Placeholder 2"/>
          <p:cNvSpPr>
            <a:spLocks noGrp="1"/>
          </p:cNvSpPr>
          <p:nvPr>
            <p:ph idx="1"/>
          </p:nvPr>
        </p:nvSpPr>
        <p:spPr>
          <a:xfrm>
            <a:off x="838200" y="1690688"/>
            <a:ext cx="10515600" cy="4486275"/>
          </a:xfrm>
        </p:spPr>
        <p:txBody>
          <a:bodyPr>
            <a:noAutofit/>
          </a:bodyPr>
          <a:lstStyle/>
          <a:p>
            <a:pPr marL="0" indent="0" algn="just">
              <a:buNone/>
            </a:pPr>
            <a:r>
              <a:rPr lang="en-US" altLang="en-US" sz="2400" dirty="0"/>
              <a:t>The principles of the approach to solving the series and parallel forms of RLC circuits can be applied to second order circuits in general. The following four steps need to be taken:</a:t>
            </a:r>
          </a:p>
          <a:p>
            <a:pPr marL="514350" indent="-514350">
              <a:lnSpc>
                <a:spcPct val="110000"/>
              </a:lnSpc>
              <a:buFont typeface="+mj-lt"/>
              <a:buAutoNum type="arabicPeriod"/>
            </a:pPr>
            <a:r>
              <a:rPr lang="en-US" altLang="en-US" sz="2000" dirty="0"/>
              <a:t>First determine the initial conditions, </a:t>
            </a:r>
            <a:r>
              <a:rPr lang="en-US" altLang="en-US" sz="2000" i="1" dirty="0"/>
              <a:t>x(0)</a:t>
            </a:r>
            <a:r>
              <a:rPr lang="en-US" altLang="en-US" sz="2000" dirty="0"/>
              <a:t> and </a:t>
            </a:r>
            <a:r>
              <a:rPr lang="en-US" altLang="en-US" sz="2000" i="1" dirty="0" err="1"/>
              <a:t>dx</a:t>
            </a:r>
            <a:r>
              <a:rPr lang="en-US" altLang="en-US" sz="2000" i="1" dirty="0"/>
              <a:t>(0)/</a:t>
            </a:r>
            <a:r>
              <a:rPr lang="en-US" altLang="en-US" sz="2000" i="1" dirty="0" err="1"/>
              <a:t>dt</a:t>
            </a:r>
            <a:r>
              <a:rPr lang="en-US" altLang="en-US" sz="2000" dirty="0"/>
              <a:t>.</a:t>
            </a:r>
          </a:p>
          <a:p>
            <a:pPr marL="514350" indent="-514350">
              <a:lnSpc>
                <a:spcPct val="110000"/>
              </a:lnSpc>
              <a:buFont typeface="+mj-lt"/>
              <a:buAutoNum type="arabicPeriod"/>
            </a:pPr>
            <a:r>
              <a:rPr lang="en-US" altLang="en-US" sz="2000" dirty="0"/>
              <a:t>Turn off the independent sources and find the form of the transient response by  applying KVL and KCL: </a:t>
            </a:r>
            <a:r>
              <a:rPr lang="en-US" altLang="en-US" sz="2000" dirty="0">
                <a:solidFill>
                  <a:srgbClr val="FF0000"/>
                </a:solidFill>
              </a:rPr>
              <a:t>by observing the ODE to obtain the form of           , keeping the unknown constants.</a:t>
            </a:r>
          </a:p>
          <a:p>
            <a:pPr marL="514350" indent="-514350">
              <a:lnSpc>
                <a:spcPct val="110000"/>
              </a:lnSpc>
              <a:buFont typeface="+mj-lt"/>
              <a:buAutoNum type="arabicPeriod"/>
            </a:pPr>
            <a:r>
              <a:rPr lang="en-US" altLang="en-US" sz="2000" dirty="0"/>
              <a:t>We obtain the steady state response as:</a:t>
            </a:r>
            <a:br>
              <a:rPr lang="en-US" altLang="en-US" sz="2000" dirty="0"/>
            </a:br>
            <a:r>
              <a:rPr lang="en-US" altLang="en-US" sz="2000" dirty="0"/>
              <a:t>where </a:t>
            </a:r>
            <a:r>
              <a:rPr lang="en-US" altLang="en-US" sz="2000" i="1" dirty="0"/>
              <a:t>x</a:t>
            </a:r>
            <a:r>
              <a:rPr lang="en-US" altLang="en-US" sz="2000" dirty="0"/>
              <a:t>(</a:t>
            </a:r>
            <a:r>
              <a:rPr lang="en-US" altLang="en-US" sz="2000" dirty="0">
                <a:sym typeface="Symbol" panose="05050102010706020507" pitchFamily="18" charset="2"/>
              </a:rPr>
              <a:t>) is the final value of </a:t>
            </a:r>
            <a:r>
              <a:rPr lang="en-US" altLang="en-US" sz="2000" i="1" dirty="0">
                <a:sym typeface="Symbol" panose="05050102010706020507" pitchFamily="18" charset="2"/>
              </a:rPr>
              <a:t>x</a:t>
            </a:r>
            <a:r>
              <a:rPr lang="en-US" altLang="en-US" sz="2000" dirty="0">
                <a:sym typeface="Symbol" panose="05050102010706020507" pitchFamily="18" charset="2"/>
              </a:rPr>
              <a:t> obtained in step 1</a:t>
            </a:r>
          </a:p>
          <a:p>
            <a:pPr marL="514350" indent="-514350">
              <a:lnSpc>
                <a:spcPct val="110000"/>
              </a:lnSpc>
              <a:buFont typeface="+mj-lt"/>
              <a:buAutoNum type="arabicPeriod"/>
            </a:pPr>
            <a:r>
              <a:rPr lang="en-US" altLang="en-US" sz="2000" dirty="0"/>
              <a:t>The total response is now found as the sum of the transient response and steady-state response  </a:t>
            </a:r>
          </a:p>
          <a:p>
            <a:pPr marL="514350" indent="-514350">
              <a:lnSpc>
                <a:spcPct val="110000"/>
              </a:lnSpc>
              <a:buFont typeface="+mj-lt"/>
              <a:buAutoNum type="arabicPeriod"/>
            </a:pPr>
            <a:endParaRPr lang="en-US" altLang="en-US" sz="2000" dirty="0"/>
          </a:p>
          <a:p>
            <a:pPr marL="514350" indent="-514350">
              <a:lnSpc>
                <a:spcPct val="110000"/>
              </a:lnSpc>
              <a:buFont typeface="+mj-lt"/>
              <a:buAutoNum type="arabicPeriod"/>
            </a:pPr>
            <a:endParaRPr lang="en-US" altLang="en-US" sz="2000" dirty="0"/>
          </a:p>
          <a:p>
            <a:pPr marL="514350" indent="-514350">
              <a:lnSpc>
                <a:spcPct val="110000"/>
              </a:lnSpc>
              <a:buFont typeface="+mj-lt"/>
              <a:buAutoNum type="arabicPeriod"/>
            </a:pPr>
            <a:r>
              <a:rPr lang="en-US" altLang="en-US" sz="2000" dirty="0"/>
              <a:t>The unknown constants in </a:t>
            </a:r>
            <a:r>
              <a:rPr lang="en-US" altLang="en-US" sz="2000" i="1" dirty="0"/>
              <a:t>x(t) </a:t>
            </a:r>
            <a:r>
              <a:rPr lang="en-US" altLang="en-US" sz="2000" dirty="0"/>
              <a:t>will be found from initial conditions.                               </a:t>
            </a:r>
            <a:endParaRPr lang="en-US" altLang="en-US" sz="2400" dirty="0">
              <a:sym typeface="Symbol" panose="05050102010706020507" pitchFamily="18" charset="2"/>
            </a:endParaRPr>
          </a:p>
        </p:txBody>
      </p:sp>
      <p:graphicFrame>
        <p:nvGraphicFramePr>
          <p:cNvPr id="201729" name="Object 1"/>
          <p:cNvGraphicFramePr>
            <a:graphicFrameLocks noChangeAspect="1"/>
          </p:cNvGraphicFramePr>
          <p:nvPr>
            <p:extLst>
              <p:ext uri="{D42A27DB-BD31-4B8C-83A1-F6EECF244321}">
                <p14:modId xmlns:p14="http://schemas.microsoft.com/office/powerpoint/2010/main" val="1808769319"/>
              </p:ext>
            </p:extLst>
          </p:nvPr>
        </p:nvGraphicFramePr>
        <p:xfrm>
          <a:off x="5617409" y="4063129"/>
          <a:ext cx="1554162" cy="457200"/>
        </p:xfrm>
        <a:graphic>
          <a:graphicData uri="http://schemas.openxmlformats.org/presentationml/2006/ole">
            <mc:AlternateContent xmlns:mc="http://schemas.openxmlformats.org/markup-compatibility/2006">
              <mc:Choice xmlns:v="urn:schemas-microsoft-com:vml" Requires="v">
                <p:oleObj name="Equation" r:id="rId3" imgW="863225" imgH="253890" progId="Equation.DSMT4">
                  <p:embed/>
                </p:oleObj>
              </mc:Choice>
              <mc:Fallback>
                <p:oleObj name="Equation" r:id="rId3" imgW="863225" imgH="253890" progId="Equation.DSMT4">
                  <p:embed/>
                  <p:pic>
                    <p:nvPicPr>
                      <p:cNvPr id="201729"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17409" y="4063129"/>
                        <a:ext cx="1554162"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1730" name="Object 2"/>
          <p:cNvGraphicFramePr>
            <a:graphicFrameLocks noChangeAspect="1"/>
          </p:cNvGraphicFramePr>
          <p:nvPr>
            <p:extLst>
              <p:ext uri="{D42A27DB-BD31-4B8C-83A1-F6EECF244321}">
                <p14:modId xmlns:p14="http://schemas.microsoft.com/office/powerpoint/2010/main" val="3826742872"/>
              </p:ext>
            </p:extLst>
          </p:nvPr>
        </p:nvGraphicFramePr>
        <p:xfrm>
          <a:off x="4295643" y="5403518"/>
          <a:ext cx="2603500" cy="533400"/>
        </p:xfrm>
        <a:graphic>
          <a:graphicData uri="http://schemas.openxmlformats.org/presentationml/2006/ole">
            <mc:AlternateContent xmlns:mc="http://schemas.openxmlformats.org/markup-compatibility/2006">
              <mc:Choice xmlns:v="urn:schemas-microsoft-com:vml" Requires="v">
                <p:oleObj name="Equation" r:id="rId5" imgW="1244600" imgH="254000" progId="Equation.DSMT4">
                  <p:embed/>
                </p:oleObj>
              </mc:Choice>
              <mc:Fallback>
                <p:oleObj name="Equation" r:id="rId5" imgW="1244600" imgH="254000" progId="Equation.DSMT4">
                  <p:embed/>
                  <p:pic>
                    <p:nvPicPr>
                      <p:cNvPr id="20173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95643" y="5403518"/>
                        <a:ext cx="260350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1731" name="Object 3"/>
          <p:cNvGraphicFramePr>
            <a:graphicFrameLocks noChangeAspect="1"/>
          </p:cNvGraphicFramePr>
          <p:nvPr>
            <p:extLst>
              <p:ext uri="{D42A27DB-BD31-4B8C-83A1-F6EECF244321}">
                <p14:modId xmlns:p14="http://schemas.microsoft.com/office/powerpoint/2010/main" val="1324382864"/>
              </p:ext>
            </p:extLst>
          </p:nvPr>
        </p:nvGraphicFramePr>
        <p:xfrm>
          <a:off x="7027266" y="3549004"/>
          <a:ext cx="582955" cy="433347"/>
        </p:xfrm>
        <a:graphic>
          <a:graphicData uri="http://schemas.openxmlformats.org/presentationml/2006/ole">
            <mc:AlternateContent xmlns:mc="http://schemas.openxmlformats.org/markup-compatibility/2006">
              <mc:Choice xmlns:v="urn:schemas-microsoft-com:vml" Requires="v">
                <p:oleObj name="Equation" r:id="rId7" imgW="342751" imgH="253890" progId="Equation.DSMT4">
                  <p:embed/>
                </p:oleObj>
              </mc:Choice>
              <mc:Fallback>
                <p:oleObj name="Equation" r:id="rId7" imgW="342751" imgH="253890" progId="Equation.DSMT4">
                  <p:embed/>
                  <p:pic>
                    <p:nvPicPr>
                      <p:cNvPr id="201731"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27266" y="3549004"/>
                        <a:ext cx="582955" cy="4333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Slide Number Placeholder 8"/>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45</a:t>
            </a:fld>
            <a:endParaRPr lang="en-US" altLang="zh-CN" dirty="0">
              <a:ea typeface="黑体" panose="02010609060101010101" pitchFamily="49" charset="-122"/>
            </a:endParaRPr>
          </a:p>
        </p:txBody>
      </p:sp>
    </p:spTree>
    <p:extLst>
      <p:ext uri="{BB962C8B-B14F-4D97-AF65-F5344CB8AC3E}">
        <p14:creationId xmlns:p14="http://schemas.microsoft.com/office/powerpoint/2010/main" val="41146655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7</a:t>
            </a:r>
          </a:p>
        </p:txBody>
      </p:sp>
      <p:sp>
        <p:nvSpPr>
          <p:cNvPr id="3" name="Content Placeholder 2"/>
          <p:cNvSpPr>
            <a:spLocks noGrp="1"/>
          </p:cNvSpPr>
          <p:nvPr>
            <p:ph idx="1"/>
          </p:nvPr>
        </p:nvSpPr>
        <p:spPr/>
        <p:txBody>
          <a:bodyPr>
            <a:normAutofit/>
          </a:bodyPr>
          <a:lstStyle/>
          <a:p>
            <a:r>
              <a:rPr lang="en-US" sz="2400" dirty="0"/>
              <a:t>Second order circuit with two inductors</a:t>
            </a:r>
          </a:p>
          <a:p>
            <a:r>
              <a:rPr lang="en-US" sz="2400" dirty="0"/>
              <a:t>For t&lt;0, the voltage source is short</a:t>
            </a:r>
          </a:p>
          <a:p>
            <a:r>
              <a:rPr lang="en-US" sz="2400" dirty="0"/>
              <a:t>Due to the continuity of inductor current</a:t>
            </a:r>
          </a:p>
          <a:p>
            <a:endParaRPr lang="en-US" sz="2400" dirty="0"/>
          </a:p>
          <a:p>
            <a:r>
              <a:rPr lang="en-US" sz="2400" dirty="0"/>
              <a:t>KVL At t=0</a:t>
            </a:r>
            <a:r>
              <a:rPr lang="en-US" sz="2400" baseline="30000" dirty="0"/>
              <a:t>+</a:t>
            </a:r>
            <a:r>
              <a:rPr lang="en-US" sz="2400" dirty="0"/>
              <a:t>, </a:t>
            </a:r>
          </a:p>
          <a:p>
            <a:endParaRPr lang="en-US" sz="2400" dirty="0"/>
          </a:p>
          <a:p>
            <a:r>
              <a:rPr lang="en-US" sz="2400" dirty="0"/>
              <a:t>Similarly, </a:t>
            </a:r>
          </a:p>
          <a:p>
            <a:endParaRPr lang="en-US" sz="2400" dirty="0"/>
          </a:p>
          <a:p>
            <a:r>
              <a:rPr lang="en-US" sz="2400" dirty="0"/>
              <a:t>At t</a:t>
            </a:r>
            <a:r>
              <a:rPr lang="en-US" sz="2400" dirty="0">
                <a:sym typeface="Symbol"/>
              </a:rPr>
              <a:t> (steady state), both inductors short out; </a:t>
            </a:r>
            <a:endParaRPr lang="en-US" sz="2400" dirty="0"/>
          </a:p>
        </p:txBody>
      </p:sp>
      <p:pic>
        <p:nvPicPr>
          <p:cNvPr id="214018" name="Picture 2"/>
          <p:cNvPicPr>
            <a:picLocks noChangeAspect="1" noChangeArrowheads="1"/>
          </p:cNvPicPr>
          <p:nvPr/>
        </p:nvPicPr>
        <p:blipFill>
          <a:blip r:embed="rId2" cstate="print"/>
          <a:srcRect/>
          <a:stretch>
            <a:fillRect/>
          </a:stretch>
        </p:blipFill>
        <p:spPr bwMode="auto">
          <a:xfrm>
            <a:off x="7698646" y="1871019"/>
            <a:ext cx="3590925" cy="1905000"/>
          </a:xfrm>
          <a:prstGeom prst="rect">
            <a:avLst/>
          </a:prstGeom>
          <a:noFill/>
          <a:ln w="9525">
            <a:noFill/>
            <a:miter lim="800000"/>
            <a:headEnd/>
            <a:tailEnd/>
          </a:ln>
        </p:spPr>
      </p:pic>
      <p:graphicFrame>
        <p:nvGraphicFramePr>
          <p:cNvPr id="214019" name="Object 3"/>
          <p:cNvGraphicFramePr>
            <a:graphicFrameLocks noChangeAspect="1"/>
          </p:cNvGraphicFramePr>
          <p:nvPr>
            <p:extLst>
              <p:ext uri="{D42A27DB-BD31-4B8C-83A1-F6EECF244321}">
                <p14:modId xmlns:p14="http://schemas.microsoft.com/office/powerpoint/2010/main" val="3631182937"/>
              </p:ext>
            </p:extLst>
          </p:nvPr>
        </p:nvGraphicFramePr>
        <p:xfrm>
          <a:off x="5580835" y="2281581"/>
          <a:ext cx="2809875" cy="399835"/>
        </p:xfrm>
        <a:graphic>
          <a:graphicData uri="http://schemas.openxmlformats.org/presentationml/2006/ole">
            <mc:AlternateContent xmlns:mc="http://schemas.openxmlformats.org/markup-compatibility/2006">
              <mc:Choice xmlns:v="urn:schemas-microsoft-com:vml" Requires="v">
                <p:oleObj name="Equation" r:id="rId3" imgW="1638300" imgH="241300" progId="Equation.DSMT4">
                  <p:embed/>
                </p:oleObj>
              </mc:Choice>
              <mc:Fallback>
                <p:oleObj name="Equation" r:id="rId3" imgW="1638300" imgH="241300" progId="Equation.DSMT4">
                  <p:embed/>
                  <p:pic>
                    <p:nvPicPr>
                      <p:cNvPr id="214019"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0835" y="2281581"/>
                        <a:ext cx="2809875" cy="3998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4020" name="Object 4"/>
          <p:cNvGraphicFramePr>
            <a:graphicFrameLocks noChangeAspect="1"/>
          </p:cNvGraphicFramePr>
          <p:nvPr>
            <p:extLst>
              <p:ext uri="{D42A27DB-BD31-4B8C-83A1-F6EECF244321}">
                <p14:modId xmlns:p14="http://schemas.microsoft.com/office/powerpoint/2010/main" val="2226367572"/>
              </p:ext>
            </p:extLst>
          </p:nvPr>
        </p:nvGraphicFramePr>
        <p:xfrm>
          <a:off x="1501819" y="3152775"/>
          <a:ext cx="3246437" cy="412750"/>
        </p:xfrm>
        <a:graphic>
          <a:graphicData uri="http://schemas.openxmlformats.org/presentationml/2006/ole">
            <mc:AlternateContent xmlns:mc="http://schemas.openxmlformats.org/markup-compatibility/2006">
              <mc:Choice xmlns:v="urn:schemas-microsoft-com:vml" Requires="v">
                <p:oleObj name="Equation" r:id="rId5" imgW="1892300" imgH="241300" progId="Equation.DSMT4">
                  <p:embed/>
                </p:oleObj>
              </mc:Choice>
              <mc:Fallback>
                <p:oleObj name="Equation" r:id="rId5" imgW="1892300" imgH="241300" progId="Equation.DSMT4">
                  <p:embed/>
                  <p:pic>
                    <p:nvPicPr>
                      <p:cNvPr id="21402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01819" y="3152775"/>
                        <a:ext cx="3246437" cy="412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4021" name="Object 5"/>
          <p:cNvGraphicFramePr>
            <a:graphicFrameLocks noChangeAspect="1"/>
          </p:cNvGraphicFramePr>
          <p:nvPr>
            <p:extLst>
              <p:ext uri="{D42A27DB-BD31-4B8C-83A1-F6EECF244321}">
                <p14:modId xmlns:p14="http://schemas.microsoft.com/office/powerpoint/2010/main" val="391046622"/>
              </p:ext>
            </p:extLst>
          </p:nvPr>
        </p:nvGraphicFramePr>
        <p:xfrm>
          <a:off x="3045813" y="3699176"/>
          <a:ext cx="4468812" cy="715962"/>
        </p:xfrm>
        <a:graphic>
          <a:graphicData uri="http://schemas.openxmlformats.org/presentationml/2006/ole">
            <mc:AlternateContent xmlns:mc="http://schemas.openxmlformats.org/markup-compatibility/2006">
              <mc:Choice xmlns:v="urn:schemas-microsoft-com:vml" Requires="v">
                <p:oleObj name="Equation" r:id="rId7" imgW="2603500" imgH="419100" progId="Equation.DSMT4">
                  <p:embed/>
                </p:oleObj>
              </mc:Choice>
              <mc:Fallback>
                <p:oleObj name="Equation" r:id="rId7" imgW="2603500" imgH="419100" progId="Equation.DSMT4">
                  <p:embed/>
                  <p:pic>
                    <p:nvPicPr>
                      <p:cNvPr id="214021"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45813" y="3699176"/>
                        <a:ext cx="4468812" cy="715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4023" name="Object 7"/>
          <p:cNvGraphicFramePr>
            <a:graphicFrameLocks noChangeAspect="1"/>
          </p:cNvGraphicFramePr>
          <p:nvPr>
            <p:extLst>
              <p:ext uri="{D42A27DB-BD31-4B8C-83A1-F6EECF244321}">
                <p14:modId xmlns:p14="http://schemas.microsoft.com/office/powerpoint/2010/main" val="2260850943"/>
              </p:ext>
            </p:extLst>
          </p:nvPr>
        </p:nvGraphicFramePr>
        <p:xfrm>
          <a:off x="2513013" y="4570413"/>
          <a:ext cx="3814762" cy="715962"/>
        </p:xfrm>
        <a:graphic>
          <a:graphicData uri="http://schemas.openxmlformats.org/presentationml/2006/ole">
            <mc:AlternateContent xmlns:mc="http://schemas.openxmlformats.org/markup-compatibility/2006">
              <mc:Choice xmlns:v="urn:schemas-microsoft-com:vml" Requires="v">
                <p:oleObj name="Equation" r:id="rId9" imgW="2222500" imgH="419100" progId="Equation.DSMT4">
                  <p:embed/>
                </p:oleObj>
              </mc:Choice>
              <mc:Fallback>
                <p:oleObj name="Equation" r:id="rId9" imgW="2222500" imgH="419100" progId="Equation.DSMT4">
                  <p:embed/>
                  <p:pic>
                    <p:nvPicPr>
                      <p:cNvPr id="214023"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13013" y="4570413"/>
                        <a:ext cx="3814762" cy="715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4024" name="Object 8"/>
          <p:cNvGraphicFramePr>
            <a:graphicFrameLocks noChangeAspect="1"/>
          </p:cNvGraphicFramePr>
          <p:nvPr>
            <p:extLst>
              <p:ext uri="{D42A27DB-BD31-4B8C-83A1-F6EECF244321}">
                <p14:modId xmlns:p14="http://schemas.microsoft.com/office/powerpoint/2010/main" val="3681719690"/>
              </p:ext>
            </p:extLst>
          </p:nvPr>
        </p:nvGraphicFramePr>
        <p:xfrm>
          <a:off x="7109984" y="5338763"/>
          <a:ext cx="2027237" cy="673100"/>
        </p:xfrm>
        <a:graphic>
          <a:graphicData uri="http://schemas.openxmlformats.org/presentationml/2006/ole">
            <mc:AlternateContent xmlns:mc="http://schemas.openxmlformats.org/markup-compatibility/2006">
              <mc:Choice xmlns:v="urn:schemas-microsoft-com:vml" Requires="v">
                <p:oleObj name="Equation" r:id="rId11" imgW="1180588" imgH="393529" progId="Equation.DSMT4">
                  <p:embed/>
                </p:oleObj>
              </mc:Choice>
              <mc:Fallback>
                <p:oleObj name="Equation" r:id="rId11" imgW="1180588" imgH="393529" progId="Equation.DSMT4">
                  <p:embed/>
                  <p:pic>
                    <p:nvPicPr>
                      <p:cNvPr id="214024"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09984" y="5338763"/>
                        <a:ext cx="2027237"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14025" name="Picture 9"/>
          <p:cNvPicPr>
            <a:picLocks noChangeAspect="1" noChangeArrowheads="1"/>
          </p:cNvPicPr>
          <p:nvPr/>
        </p:nvPicPr>
        <p:blipFill>
          <a:blip r:embed="rId13" cstate="print"/>
          <a:srcRect/>
          <a:stretch>
            <a:fillRect/>
          </a:stretch>
        </p:blipFill>
        <p:spPr bwMode="auto">
          <a:xfrm>
            <a:off x="8370761" y="4102443"/>
            <a:ext cx="2587364" cy="1198090"/>
          </a:xfrm>
          <a:prstGeom prst="rect">
            <a:avLst/>
          </a:prstGeom>
          <a:noFill/>
          <a:ln w="9525">
            <a:noFill/>
            <a:miter lim="800000"/>
            <a:headEnd/>
            <a:tailEnd/>
          </a:ln>
        </p:spPr>
      </p:pic>
      <p:sp>
        <p:nvSpPr>
          <p:cNvPr id="14" name="Rectangle 13"/>
          <p:cNvSpPr/>
          <p:nvPr/>
        </p:nvSpPr>
        <p:spPr>
          <a:xfrm>
            <a:off x="9654186" y="5270842"/>
            <a:ext cx="1255472" cy="369332"/>
          </a:xfrm>
          <a:prstGeom prst="rect">
            <a:avLst/>
          </a:prstGeom>
        </p:spPr>
        <p:txBody>
          <a:bodyPr wrap="none">
            <a:spAutoFit/>
          </a:bodyPr>
          <a:lstStyle/>
          <a:p>
            <a:r>
              <a:rPr lang="en-US" dirty="0">
                <a:latin typeface="Times New Roman" pitchFamily="18" charset="0"/>
                <a:cs typeface="Times New Roman" pitchFamily="18" charset="0"/>
                <a:sym typeface="Symbol"/>
              </a:rPr>
              <a:t>steady state</a:t>
            </a:r>
            <a:endParaRPr lang="en-US" dirty="0">
              <a:latin typeface="Times New Roman" pitchFamily="18" charset="0"/>
              <a:cs typeface="Times New Roman" pitchFamily="18" charset="0"/>
            </a:endParaRPr>
          </a:p>
        </p:txBody>
      </p:sp>
      <p:sp>
        <p:nvSpPr>
          <p:cNvPr id="13" name="Slide Number Placeholder 12"/>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46</a:t>
            </a:fld>
            <a:endParaRPr lang="en-US" altLang="zh-CN" dirty="0">
              <a:ea typeface="黑体" panose="02010609060101010101" pitchFamily="49" charset="-122"/>
            </a:endParaRPr>
          </a:p>
        </p:txBody>
      </p:sp>
      <mc:AlternateContent xmlns:mc="http://schemas.openxmlformats.org/markup-compatibility/2006" xmlns:p14="http://schemas.microsoft.com/office/powerpoint/2010/main">
        <mc:Choice Requires="p14">
          <p:contentPart p14:bwMode="auto" r:id="rId14">
            <p14:nvContentPartPr>
              <p14:cNvPr id="4" name="Ink 3">
                <a:extLst>
                  <a:ext uri="{FF2B5EF4-FFF2-40B4-BE49-F238E27FC236}">
                    <a16:creationId xmlns:a16="http://schemas.microsoft.com/office/drawing/2014/main" id="{2D189E44-448D-B8DA-63D6-76F3EDA37410}"/>
                  </a:ext>
                </a:extLst>
              </p14:cNvPr>
              <p14:cNvContentPartPr/>
              <p14:nvPr/>
            </p14:nvContentPartPr>
            <p14:xfrm>
              <a:off x="3085876" y="4031066"/>
              <a:ext cx="1077120" cy="67320"/>
            </p14:xfrm>
          </p:contentPart>
        </mc:Choice>
        <mc:Fallback xmlns="">
          <p:pic>
            <p:nvPicPr>
              <p:cNvPr id="4" name="Ink 3">
                <a:extLst>
                  <a:ext uri="{FF2B5EF4-FFF2-40B4-BE49-F238E27FC236}">
                    <a16:creationId xmlns:a16="http://schemas.microsoft.com/office/drawing/2014/main" id="{2D189E44-448D-B8DA-63D6-76F3EDA37410}"/>
                  </a:ext>
                </a:extLst>
              </p:cNvPr>
              <p:cNvPicPr/>
              <p:nvPr/>
            </p:nvPicPr>
            <p:blipFill>
              <a:blip r:embed="rId16"/>
              <a:stretch>
                <a:fillRect/>
              </a:stretch>
            </p:blipFill>
            <p:spPr>
              <a:xfrm>
                <a:off x="3077236" y="4022426"/>
                <a:ext cx="1094760" cy="84960"/>
              </a:xfrm>
              <a:prstGeom prst="rect">
                <a:avLst/>
              </a:prstGeom>
            </p:spPr>
          </p:pic>
        </mc:Fallback>
      </mc:AlternateContent>
      <p:grpSp>
        <p:nvGrpSpPr>
          <p:cNvPr id="22" name="Group 21">
            <a:extLst>
              <a:ext uri="{FF2B5EF4-FFF2-40B4-BE49-F238E27FC236}">
                <a16:creationId xmlns:a16="http://schemas.microsoft.com/office/drawing/2014/main" id="{04EBE591-93ED-A363-7846-BB2D329E4CE9}"/>
              </a:ext>
            </a:extLst>
          </p:cNvPr>
          <p:cNvGrpSpPr/>
          <p:nvPr/>
        </p:nvGrpSpPr>
        <p:grpSpPr>
          <a:xfrm>
            <a:off x="2870956" y="3539306"/>
            <a:ext cx="1613880" cy="344160"/>
            <a:chOff x="2870956" y="3539306"/>
            <a:chExt cx="1613880" cy="344160"/>
          </a:xfrm>
        </p:grpSpPr>
        <mc:AlternateContent xmlns:mc="http://schemas.openxmlformats.org/markup-compatibility/2006" xmlns:p14="http://schemas.microsoft.com/office/powerpoint/2010/main">
          <mc:Choice Requires="p14">
            <p:contentPart p14:bwMode="auto" r:id="rId17">
              <p14:nvContentPartPr>
                <p14:cNvPr id="5" name="Ink 4">
                  <a:extLst>
                    <a:ext uri="{FF2B5EF4-FFF2-40B4-BE49-F238E27FC236}">
                      <a16:creationId xmlns:a16="http://schemas.microsoft.com/office/drawing/2014/main" id="{CF4512D5-0C2A-2BE3-F73C-6EB145E5A2BC}"/>
                    </a:ext>
                  </a:extLst>
                </p14:cNvPr>
                <p14:cNvContentPartPr/>
                <p14:nvPr/>
              </p14:nvContentPartPr>
              <p14:xfrm>
                <a:off x="2870956" y="3651266"/>
                <a:ext cx="82440" cy="219240"/>
              </p14:xfrm>
            </p:contentPart>
          </mc:Choice>
          <mc:Fallback xmlns="">
            <p:pic>
              <p:nvPicPr>
                <p:cNvPr id="5" name="Ink 4">
                  <a:extLst>
                    <a:ext uri="{FF2B5EF4-FFF2-40B4-BE49-F238E27FC236}">
                      <a16:creationId xmlns:a16="http://schemas.microsoft.com/office/drawing/2014/main" id="{CF4512D5-0C2A-2BE3-F73C-6EB145E5A2BC}"/>
                    </a:ext>
                  </a:extLst>
                </p:cNvPr>
                <p:cNvPicPr/>
                <p:nvPr/>
              </p:nvPicPr>
              <p:blipFill>
                <a:blip r:embed="rId18"/>
                <a:stretch>
                  <a:fillRect/>
                </a:stretch>
              </p:blipFill>
              <p:spPr>
                <a:xfrm>
                  <a:off x="2862316" y="3642266"/>
                  <a:ext cx="100080"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6" name="Ink 5">
                  <a:extLst>
                    <a:ext uri="{FF2B5EF4-FFF2-40B4-BE49-F238E27FC236}">
                      <a16:creationId xmlns:a16="http://schemas.microsoft.com/office/drawing/2014/main" id="{C1CE3565-2246-80A7-7AC1-CB28290384D7}"/>
                    </a:ext>
                  </a:extLst>
                </p14:cNvPr>
                <p14:cNvContentPartPr/>
                <p14:nvPr/>
              </p14:nvContentPartPr>
              <p14:xfrm>
                <a:off x="3013876" y="3713186"/>
                <a:ext cx="73080" cy="135000"/>
              </p14:xfrm>
            </p:contentPart>
          </mc:Choice>
          <mc:Fallback xmlns="">
            <p:pic>
              <p:nvPicPr>
                <p:cNvPr id="6" name="Ink 5">
                  <a:extLst>
                    <a:ext uri="{FF2B5EF4-FFF2-40B4-BE49-F238E27FC236}">
                      <a16:creationId xmlns:a16="http://schemas.microsoft.com/office/drawing/2014/main" id="{C1CE3565-2246-80A7-7AC1-CB28290384D7}"/>
                    </a:ext>
                  </a:extLst>
                </p:cNvPr>
                <p:cNvPicPr/>
                <p:nvPr/>
              </p:nvPicPr>
              <p:blipFill>
                <a:blip r:embed="rId20"/>
                <a:stretch>
                  <a:fillRect/>
                </a:stretch>
              </p:blipFill>
              <p:spPr>
                <a:xfrm>
                  <a:off x="3005236" y="3704186"/>
                  <a:ext cx="9072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7" name="Ink 6">
                  <a:extLst>
                    <a:ext uri="{FF2B5EF4-FFF2-40B4-BE49-F238E27FC236}">
                      <a16:creationId xmlns:a16="http://schemas.microsoft.com/office/drawing/2014/main" id="{F1654A41-E3AC-682F-C77F-344418A229CD}"/>
                    </a:ext>
                  </a:extLst>
                </p14:cNvPr>
                <p14:cNvContentPartPr/>
                <p14:nvPr/>
              </p14:nvContentPartPr>
              <p14:xfrm>
                <a:off x="3064276" y="3551906"/>
                <a:ext cx="33840" cy="72720"/>
              </p14:xfrm>
            </p:contentPart>
          </mc:Choice>
          <mc:Fallback xmlns="">
            <p:pic>
              <p:nvPicPr>
                <p:cNvPr id="7" name="Ink 6">
                  <a:extLst>
                    <a:ext uri="{FF2B5EF4-FFF2-40B4-BE49-F238E27FC236}">
                      <a16:creationId xmlns:a16="http://schemas.microsoft.com/office/drawing/2014/main" id="{F1654A41-E3AC-682F-C77F-344418A229CD}"/>
                    </a:ext>
                  </a:extLst>
                </p:cNvPr>
                <p:cNvPicPr/>
                <p:nvPr/>
              </p:nvPicPr>
              <p:blipFill>
                <a:blip r:embed="rId22"/>
                <a:stretch>
                  <a:fillRect/>
                </a:stretch>
              </p:blipFill>
              <p:spPr>
                <a:xfrm>
                  <a:off x="3055636" y="3542906"/>
                  <a:ext cx="51480" cy="9036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8" name="Ink 7">
                  <a:extLst>
                    <a:ext uri="{FF2B5EF4-FFF2-40B4-BE49-F238E27FC236}">
                      <a16:creationId xmlns:a16="http://schemas.microsoft.com/office/drawing/2014/main" id="{9B780EE8-029D-A4AC-CCEE-FDD62CAD4F7E}"/>
                    </a:ext>
                  </a:extLst>
                </p14:cNvPr>
                <p14:cNvContentPartPr/>
                <p14:nvPr/>
              </p14:nvContentPartPr>
              <p14:xfrm>
                <a:off x="3142756" y="3781946"/>
                <a:ext cx="19440" cy="85320"/>
              </p14:xfrm>
            </p:contentPart>
          </mc:Choice>
          <mc:Fallback xmlns="">
            <p:pic>
              <p:nvPicPr>
                <p:cNvPr id="8" name="Ink 7">
                  <a:extLst>
                    <a:ext uri="{FF2B5EF4-FFF2-40B4-BE49-F238E27FC236}">
                      <a16:creationId xmlns:a16="http://schemas.microsoft.com/office/drawing/2014/main" id="{9B780EE8-029D-A4AC-CCEE-FDD62CAD4F7E}"/>
                    </a:ext>
                  </a:extLst>
                </p:cNvPr>
                <p:cNvPicPr/>
                <p:nvPr/>
              </p:nvPicPr>
              <p:blipFill>
                <a:blip r:embed="rId24"/>
                <a:stretch>
                  <a:fillRect/>
                </a:stretch>
              </p:blipFill>
              <p:spPr>
                <a:xfrm>
                  <a:off x="3133756" y="3772946"/>
                  <a:ext cx="3708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9" name="Ink 8">
                  <a:extLst>
                    <a:ext uri="{FF2B5EF4-FFF2-40B4-BE49-F238E27FC236}">
                      <a16:creationId xmlns:a16="http://schemas.microsoft.com/office/drawing/2014/main" id="{66B98571-29F2-EFF5-1BE1-44EEA4931A67}"/>
                    </a:ext>
                  </a:extLst>
                </p14:cNvPr>
                <p14:cNvContentPartPr/>
                <p14:nvPr/>
              </p14:nvContentPartPr>
              <p14:xfrm>
                <a:off x="3233476" y="3654506"/>
                <a:ext cx="39960" cy="215640"/>
              </p14:xfrm>
            </p:contentPart>
          </mc:Choice>
          <mc:Fallback xmlns="">
            <p:pic>
              <p:nvPicPr>
                <p:cNvPr id="9" name="Ink 8">
                  <a:extLst>
                    <a:ext uri="{FF2B5EF4-FFF2-40B4-BE49-F238E27FC236}">
                      <a16:creationId xmlns:a16="http://schemas.microsoft.com/office/drawing/2014/main" id="{66B98571-29F2-EFF5-1BE1-44EEA4931A67}"/>
                    </a:ext>
                  </a:extLst>
                </p:cNvPr>
                <p:cNvPicPr/>
                <p:nvPr/>
              </p:nvPicPr>
              <p:blipFill>
                <a:blip r:embed="rId26"/>
                <a:stretch>
                  <a:fillRect/>
                </a:stretch>
              </p:blipFill>
              <p:spPr>
                <a:xfrm>
                  <a:off x="3224476" y="3645866"/>
                  <a:ext cx="57600" cy="2332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0" name="Ink 9">
                  <a:extLst>
                    <a:ext uri="{FF2B5EF4-FFF2-40B4-BE49-F238E27FC236}">
                      <a16:creationId xmlns:a16="http://schemas.microsoft.com/office/drawing/2014/main" id="{A82BCC71-D144-FCD4-E478-0CA3A2D3BB1E}"/>
                    </a:ext>
                  </a:extLst>
                </p14:cNvPr>
                <p14:cNvContentPartPr/>
                <p14:nvPr/>
              </p14:nvContentPartPr>
              <p14:xfrm>
                <a:off x="3286036" y="3722906"/>
                <a:ext cx="95400" cy="113040"/>
              </p14:xfrm>
            </p:contentPart>
          </mc:Choice>
          <mc:Fallback xmlns="">
            <p:pic>
              <p:nvPicPr>
                <p:cNvPr id="10" name="Ink 9">
                  <a:extLst>
                    <a:ext uri="{FF2B5EF4-FFF2-40B4-BE49-F238E27FC236}">
                      <a16:creationId xmlns:a16="http://schemas.microsoft.com/office/drawing/2014/main" id="{A82BCC71-D144-FCD4-E478-0CA3A2D3BB1E}"/>
                    </a:ext>
                  </a:extLst>
                </p:cNvPr>
                <p:cNvPicPr/>
                <p:nvPr/>
              </p:nvPicPr>
              <p:blipFill>
                <a:blip r:embed="rId28"/>
                <a:stretch>
                  <a:fillRect/>
                </a:stretch>
              </p:blipFill>
              <p:spPr>
                <a:xfrm>
                  <a:off x="3277036" y="3713906"/>
                  <a:ext cx="11304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1" name="Ink 10">
                  <a:extLst>
                    <a:ext uri="{FF2B5EF4-FFF2-40B4-BE49-F238E27FC236}">
                      <a16:creationId xmlns:a16="http://schemas.microsoft.com/office/drawing/2014/main" id="{48F92B78-85AC-4C83-A086-E793CD526829}"/>
                    </a:ext>
                  </a:extLst>
                </p14:cNvPr>
                <p14:cNvContentPartPr/>
                <p14:nvPr/>
              </p14:nvContentPartPr>
              <p14:xfrm>
                <a:off x="3354436" y="3618866"/>
                <a:ext cx="111240" cy="142560"/>
              </p14:xfrm>
            </p:contentPart>
          </mc:Choice>
          <mc:Fallback xmlns="">
            <p:pic>
              <p:nvPicPr>
                <p:cNvPr id="11" name="Ink 10">
                  <a:extLst>
                    <a:ext uri="{FF2B5EF4-FFF2-40B4-BE49-F238E27FC236}">
                      <a16:creationId xmlns:a16="http://schemas.microsoft.com/office/drawing/2014/main" id="{48F92B78-85AC-4C83-A086-E793CD526829}"/>
                    </a:ext>
                  </a:extLst>
                </p:cNvPr>
                <p:cNvPicPr/>
                <p:nvPr/>
              </p:nvPicPr>
              <p:blipFill>
                <a:blip r:embed="rId30"/>
                <a:stretch>
                  <a:fillRect/>
                </a:stretch>
              </p:blipFill>
              <p:spPr>
                <a:xfrm>
                  <a:off x="3345436" y="3610226"/>
                  <a:ext cx="128880"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2" name="Ink 11">
                  <a:extLst>
                    <a:ext uri="{FF2B5EF4-FFF2-40B4-BE49-F238E27FC236}">
                      <a16:creationId xmlns:a16="http://schemas.microsoft.com/office/drawing/2014/main" id="{71914999-75D7-477F-8502-7D630B31675E}"/>
                    </a:ext>
                  </a:extLst>
                </p14:cNvPr>
                <p14:cNvContentPartPr/>
                <p14:nvPr/>
              </p14:nvContentPartPr>
              <p14:xfrm>
                <a:off x="3525436" y="3573506"/>
                <a:ext cx="40320" cy="252360"/>
              </p14:xfrm>
            </p:contentPart>
          </mc:Choice>
          <mc:Fallback xmlns="">
            <p:pic>
              <p:nvPicPr>
                <p:cNvPr id="12" name="Ink 11">
                  <a:extLst>
                    <a:ext uri="{FF2B5EF4-FFF2-40B4-BE49-F238E27FC236}">
                      <a16:creationId xmlns:a16="http://schemas.microsoft.com/office/drawing/2014/main" id="{71914999-75D7-477F-8502-7D630B31675E}"/>
                    </a:ext>
                  </a:extLst>
                </p:cNvPr>
                <p:cNvPicPr/>
                <p:nvPr/>
              </p:nvPicPr>
              <p:blipFill>
                <a:blip r:embed="rId32"/>
                <a:stretch>
                  <a:fillRect/>
                </a:stretch>
              </p:blipFill>
              <p:spPr>
                <a:xfrm>
                  <a:off x="3516436" y="3564506"/>
                  <a:ext cx="57960" cy="2700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5" name="Ink 14">
                  <a:extLst>
                    <a:ext uri="{FF2B5EF4-FFF2-40B4-BE49-F238E27FC236}">
                      <a16:creationId xmlns:a16="http://schemas.microsoft.com/office/drawing/2014/main" id="{14A81BAA-A091-3ECB-FD7D-26C86B42DFA2}"/>
                    </a:ext>
                  </a:extLst>
                </p14:cNvPr>
                <p14:cNvContentPartPr/>
                <p14:nvPr/>
              </p14:nvContentPartPr>
              <p14:xfrm>
                <a:off x="3619396" y="3583586"/>
                <a:ext cx="103320" cy="256320"/>
              </p14:xfrm>
            </p:contentPart>
          </mc:Choice>
          <mc:Fallback xmlns="">
            <p:pic>
              <p:nvPicPr>
                <p:cNvPr id="15" name="Ink 14">
                  <a:extLst>
                    <a:ext uri="{FF2B5EF4-FFF2-40B4-BE49-F238E27FC236}">
                      <a16:creationId xmlns:a16="http://schemas.microsoft.com/office/drawing/2014/main" id="{14A81BAA-A091-3ECB-FD7D-26C86B42DFA2}"/>
                    </a:ext>
                  </a:extLst>
                </p:cNvPr>
                <p:cNvPicPr/>
                <p:nvPr/>
              </p:nvPicPr>
              <p:blipFill>
                <a:blip r:embed="rId34"/>
                <a:stretch>
                  <a:fillRect/>
                </a:stretch>
              </p:blipFill>
              <p:spPr>
                <a:xfrm>
                  <a:off x="3610756" y="3574946"/>
                  <a:ext cx="120960" cy="27396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16" name="Ink 15">
                  <a:extLst>
                    <a:ext uri="{FF2B5EF4-FFF2-40B4-BE49-F238E27FC236}">
                      <a16:creationId xmlns:a16="http://schemas.microsoft.com/office/drawing/2014/main" id="{F259D0AC-D8F4-EA03-8713-B9F362378405}"/>
                    </a:ext>
                  </a:extLst>
                </p14:cNvPr>
                <p14:cNvContentPartPr/>
                <p14:nvPr/>
              </p14:nvContentPartPr>
              <p14:xfrm>
                <a:off x="3824956" y="3607706"/>
                <a:ext cx="139320" cy="275760"/>
              </p14:xfrm>
            </p:contentPart>
          </mc:Choice>
          <mc:Fallback xmlns="">
            <p:pic>
              <p:nvPicPr>
                <p:cNvPr id="16" name="Ink 15">
                  <a:extLst>
                    <a:ext uri="{FF2B5EF4-FFF2-40B4-BE49-F238E27FC236}">
                      <a16:creationId xmlns:a16="http://schemas.microsoft.com/office/drawing/2014/main" id="{F259D0AC-D8F4-EA03-8713-B9F362378405}"/>
                    </a:ext>
                  </a:extLst>
                </p:cNvPr>
                <p:cNvPicPr/>
                <p:nvPr/>
              </p:nvPicPr>
              <p:blipFill>
                <a:blip r:embed="rId36"/>
                <a:stretch>
                  <a:fillRect/>
                </a:stretch>
              </p:blipFill>
              <p:spPr>
                <a:xfrm>
                  <a:off x="3816316" y="3598706"/>
                  <a:ext cx="156960" cy="2934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17" name="Ink 16">
                  <a:extLst>
                    <a:ext uri="{FF2B5EF4-FFF2-40B4-BE49-F238E27FC236}">
                      <a16:creationId xmlns:a16="http://schemas.microsoft.com/office/drawing/2014/main" id="{25D12AF4-CA43-8453-245D-F26EA6756EE9}"/>
                    </a:ext>
                  </a:extLst>
                </p14:cNvPr>
                <p14:cNvContentPartPr/>
                <p14:nvPr/>
              </p14:nvContentPartPr>
              <p14:xfrm>
                <a:off x="4022596" y="3745946"/>
                <a:ext cx="66600" cy="104040"/>
              </p14:xfrm>
            </p:contentPart>
          </mc:Choice>
          <mc:Fallback xmlns="">
            <p:pic>
              <p:nvPicPr>
                <p:cNvPr id="17" name="Ink 16">
                  <a:extLst>
                    <a:ext uri="{FF2B5EF4-FFF2-40B4-BE49-F238E27FC236}">
                      <a16:creationId xmlns:a16="http://schemas.microsoft.com/office/drawing/2014/main" id="{25D12AF4-CA43-8453-245D-F26EA6756EE9}"/>
                    </a:ext>
                  </a:extLst>
                </p:cNvPr>
                <p:cNvPicPr/>
                <p:nvPr/>
              </p:nvPicPr>
              <p:blipFill>
                <a:blip r:embed="rId38"/>
                <a:stretch>
                  <a:fillRect/>
                </a:stretch>
              </p:blipFill>
              <p:spPr>
                <a:xfrm>
                  <a:off x="4013596" y="3737306"/>
                  <a:ext cx="84240" cy="1216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18" name="Ink 17">
                  <a:extLst>
                    <a:ext uri="{FF2B5EF4-FFF2-40B4-BE49-F238E27FC236}">
                      <a16:creationId xmlns:a16="http://schemas.microsoft.com/office/drawing/2014/main" id="{E4BABF45-8AEE-25A3-10E2-0F01206D6C7A}"/>
                    </a:ext>
                  </a:extLst>
                </p14:cNvPr>
                <p14:cNvContentPartPr/>
                <p14:nvPr/>
              </p14:nvContentPartPr>
              <p14:xfrm>
                <a:off x="4147156" y="3593666"/>
                <a:ext cx="50400" cy="228600"/>
              </p14:xfrm>
            </p:contentPart>
          </mc:Choice>
          <mc:Fallback xmlns="">
            <p:pic>
              <p:nvPicPr>
                <p:cNvPr id="18" name="Ink 17">
                  <a:extLst>
                    <a:ext uri="{FF2B5EF4-FFF2-40B4-BE49-F238E27FC236}">
                      <a16:creationId xmlns:a16="http://schemas.microsoft.com/office/drawing/2014/main" id="{E4BABF45-8AEE-25A3-10E2-0F01206D6C7A}"/>
                    </a:ext>
                  </a:extLst>
                </p:cNvPr>
                <p:cNvPicPr/>
                <p:nvPr/>
              </p:nvPicPr>
              <p:blipFill>
                <a:blip r:embed="rId40"/>
                <a:stretch>
                  <a:fillRect/>
                </a:stretch>
              </p:blipFill>
              <p:spPr>
                <a:xfrm>
                  <a:off x="4138156" y="3584666"/>
                  <a:ext cx="68040" cy="24624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19" name="Ink 18">
                  <a:extLst>
                    <a:ext uri="{FF2B5EF4-FFF2-40B4-BE49-F238E27FC236}">
                      <a16:creationId xmlns:a16="http://schemas.microsoft.com/office/drawing/2014/main" id="{DF4CD756-CB58-501A-C799-CE223097BED2}"/>
                    </a:ext>
                  </a:extLst>
                </p14:cNvPr>
                <p14:cNvContentPartPr/>
                <p14:nvPr/>
              </p14:nvContentPartPr>
              <p14:xfrm>
                <a:off x="4235716" y="3645866"/>
                <a:ext cx="64440" cy="156600"/>
              </p14:xfrm>
            </p:contentPart>
          </mc:Choice>
          <mc:Fallback xmlns="">
            <p:pic>
              <p:nvPicPr>
                <p:cNvPr id="19" name="Ink 18">
                  <a:extLst>
                    <a:ext uri="{FF2B5EF4-FFF2-40B4-BE49-F238E27FC236}">
                      <a16:creationId xmlns:a16="http://schemas.microsoft.com/office/drawing/2014/main" id="{DF4CD756-CB58-501A-C799-CE223097BED2}"/>
                    </a:ext>
                  </a:extLst>
                </p:cNvPr>
                <p:cNvPicPr/>
                <p:nvPr/>
              </p:nvPicPr>
              <p:blipFill>
                <a:blip r:embed="rId42"/>
                <a:stretch>
                  <a:fillRect/>
                </a:stretch>
              </p:blipFill>
              <p:spPr>
                <a:xfrm>
                  <a:off x="4227076" y="3637226"/>
                  <a:ext cx="8208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0" name="Ink 19">
                  <a:extLst>
                    <a:ext uri="{FF2B5EF4-FFF2-40B4-BE49-F238E27FC236}">
                      <a16:creationId xmlns:a16="http://schemas.microsoft.com/office/drawing/2014/main" id="{9103F927-6AC8-2169-24B3-3B9C5AC48125}"/>
                    </a:ext>
                  </a:extLst>
                </p14:cNvPr>
                <p14:cNvContentPartPr/>
                <p14:nvPr/>
              </p14:nvContentPartPr>
              <p14:xfrm>
                <a:off x="4322116" y="3626426"/>
                <a:ext cx="95760" cy="18720"/>
              </p14:xfrm>
            </p:contentPart>
          </mc:Choice>
          <mc:Fallback xmlns="">
            <p:pic>
              <p:nvPicPr>
                <p:cNvPr id="20" name="Ink 19">
                  <a:extLst>
                    <a:ext uri="{FF2B5EF4-FFF2-40B4-BE49-F238E27FC236}">
                      <a16:creationId xmlns:a16="http://schemas.microsoft.com/office/drawing/2014/main" id="{9103F927-6AC8-2169-24B3-3B9C5AC48125}"/>
                    </a:ext>
                  </a:extLst>
                </p:cNvPr>
                <p:cNvPicPr/>
                <p:nvPr/>
              </p:nvPicPr>
              <p:blipFill>
                <a:blip r:embed="rId44"/>
                <a:stretch>
                  <a:fillRect/>
                </a:stretch>
              </p:blipFill>
              <p:spPr>
                <a:xfrm>
                  <a:off x="4313476" y="3617786"/>
                  <a:ext cx="11340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21" name="Ink 20">
                  <a:extLst>
                    <a:ext uri="{FF2B5EF4-FFF2-40B4-BE49-F238E27FC236}">
                      <a16:creationId xmlns:a16="http://schemas.microsoft.com/office/drawing/2014/main" id="{693ED07F-54B1-BE05-D745-567E474A49E3}"/>
                    </a:ext>
                  </a:extLst>
                </p14:cNvPr>
                <p14:cNvContentPartPr/>
                <p14:nvPr/>
              </p14:nvContentPartPr>
              <p14:xfrm>
                <a:off x="4381156" y="3539306"/>
                <a:ext cx="103680" cy="304560"/>
              </p14:xfrm>
            </p:contentPart>
          </mc:Choice>
          <mc:Fallback xmlns="">
            <p:pic>
              <p:nvPicPr>
                <p:cNvPr id="21" name="Ink 20">
                  <a:extLst>
                    <a:ext uri="{FF2B5EF4-FFF2-40B4-BE49-F238E27FC236}">
                      <a16:creationId xmlns:a16="http://schemas.microsoft.com/office/drawing/2014/main" id="{693ED07F-54B1-BE05-D745-567E474A49E3}"/>
                    </a:ext>
                  </a:extLst>
                </p:cNvPr>
                <p:cNvPicPr/>
                <p:nvPr/>
              </p:nvPicPr>
              <p:blipFill>
                <a:blip r:embed="rId46"/>
                <a:stretch>
                  <a:fillRect/>
                </a:stretch>
              </p:blipFill>
              <p:spPr>
                <a:xfrm>
                  <a:off x="4372516" y="3530666"/>
                  <a:ext cx="121320" cy="322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7">
            <p14:nvContentPartPr>
              <p14:cNvPr id="23" name="Ink 22">
                <a:extLst>
                  <a:ext uri="{FF2B5EF4-FFF2-40B4-BE49-F238E27FC236}">
                    <a16:creationId xmlns:a16="http://schemas.microsoft.com/office/drawing/2014/main" id="{A25458C9-8C0E-29CB-EA85-DE1D58DE7468}"/>
                  </a:ext>
                </a:extLst>
              </p14:cNvPr>
              <p14:cNvContentPartPr/>
              <p14:nvPr/>
            </p14:nvContentPartPr>
            <p14:xfrm>
              <a:off x="2434996" y="4939706"/>
              <a:ext cx="706320" cy="40680"/>
            </p14:xfrm>
          </p:contentPart>
        </mc:Choice>
        <mc:Fallback xmlns="">
          <p:pic>
            <p:nvPicPr>
              <p:cNvPr id="23" name="Ink 22">
                <a:extLst>
                  <a:ext uri="{FF2B5EF4-FFF2-40B4-BE49-F238E27FC236}">
                    <a16:creationId xmlns:a16="http://schemas.microsoft.com/office/drawing/2014/main" id="{A25458C9-8C0E-29CB-EA85-DE1D58DE7468}"/>
                  </a:ext>
                </a:extLst>
              </p:cNvPr>
              <p:cNvPicPr/>
              <p:nvPr/>
            </p:nvPicPr>
            <p:blipFill>
              <a:blip r:embed="rId48"/>
              <a:stretch>
                <a:fillRect/>
              </a:stretch>
            </p:blipFill>
            <p:spPr>
              <a:xfrm>
                <a:off x="2426356" y="4930706"/>
                <a:ext cx="723960" cy="58320"/>
              </a:xfrm>
              <a:prstGeom prst="rect">
                <a:avLst/>
              </a:prstGeom>
            </p:spPr>
          </p:pic>
        </mc:Fallback>
      </mc:AlternateContent>
      <p:grpSp>
        <p:nvGrpSpPr>
          <p:cNvPr id="31" name="Group 30">
            <a:extLst>
              <a:ext uri="{FF2B5EF4-FFF2-40B4-BE49-F238E27FC236}">
                <a16:creationId xmlns:a16="http://schemas.microsoft.com/office/drawing/2014/main" id="{F7BFB84D-FEAE-AAF5-8266-2D2903BA68F5}"/>
              </a:ext>
            </a:extLst>
          </p:cNvPr>
          <p:cNvGrpSpPr/>
          <p:nvPr/>
        </p:nvGrpSpPr>
        <p:grpSpPr>
          <a:xfrm>
            <a:off x="2402236" y="4348946"/>
            <a:ext cx="949680" cy="365400"/>
            <a:chOff x="2402236" y="4348946"/>
            <a:chExt cx="949680" cy="365400"/>
          </a:xfrm>
        </p:grpSpPr>
        <mc:AlternateContent xmlns:mc="http://schemas.openxmlformats.org/markup-compatibility/2006" xmlns:p14="http://schemas.microsoft.com/office/powerpoint/2010/main">
          <mc:Choice Requires="p14">
            <p:contentPart p14:bwMode="auto" r:id="rId49">
              <p14:nvContentPartPr>
                <p14:cNvPr id="24" name="Ink 23">
                  <a:extLst>
                    <a:ext uri="{FF2B5EF4-FFF2-40B4-BE49-F238E27FC236}">
                      <a16:creationId xmlns:a16="http://schemas.microsoft.com/office/drawing/2014/main" id="{CF161F97-EB6D-A1CE-C453-D2A2D06DE755}"/>
                    </a:ext>
                  </a:extLst>
                </p14:cNvPr>
                <p14:cNvContentPartPr/>
                <p14:nvPr/>
              </p14:nvContentPartPr>
              <p14:xfrm>
                <a:off x="2402236" y="4669706"/>
                <a:ext cx="180360" cy="9000"/>
              </p14:xfrm>
            </p:contentPart>
          </mc:Choice>
          <mc:Fallback xmlns="">
            <p:pic>
              <p:nvPicPr>
                <p:cNvPr id="24" name="Ink 23">
                  <a:extLst>
                    <a:ext uri="{FF2B5EF4-FFF2-40B4-BE49-F238E27FC236}">
                      <a16:creationId xmlns:a16="http://schemas.microsoft.com/office/drawing/2014/main" id="{CF161F97-EB6D-A1CE-C453-D2A2D06DE755}"/>
                    </a:ext>
                  </a:extLst>
                </p:cNvPr>
                <p:cNvPicPr/>
                <p:nvPr/>
              </p:nvPicPr>
              <p:blipFill>
                <a:blip r:embed="rId50"/>
                <a:stretch>
                  <a:fillRect/>
                </a:stretch>
              </p:blipFill>
              <p:spPr>
                <a:xfrm>
                  <a:off x="2393236" y="4660706"/>
                  <a:ext cx="19800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25" name="Ink 24">
                  <a:extLst>
                    <a:ext uri="{FF2B5EF4-FFF2-40B4-BE49-F238E27FC236}">
                      <a16:creationId xmlns:a16="http://schemas.microsoft.com/office/drawing/2014/main" id="{A469AD64-C372-26B3-D3D2-5A11FB21B137}"/>
                    </a:ext>
                  </a:extLst>
                </p14:cNvPr>
                <p14:cNvContentPartPr/>
                <p14:nvPr/>
              </p14:nvContentPartPr>
              <p14:xfrm>
                <a:off x="2594836" y="4464146"/>
                <a:ext cx="153000" cy="230040"/>
              </p14:xfrm>
            </p:contentPart>
          </mc:Choice>
          <mc:Fallback xmlns="">
            <p:pic>
              <p:nvPicPr>
                <p:cNvPr id="25" name="Ink 24">
                  <a:extLst>
                    <a:ext uri="{FF2B5EF4-FFF2-40B4-BE49-F238E27FC236}">
                      <a16:creationId xmlns:a16="http://schemas.microsoft.com/office/drawing/2014/main" id="{A469AD64-C372-26B3-D3D2-5A11FB21B137}"/>
                    </a:ext>
                  </a:extLst>
                </p:cNvPr>
                <p:cNvPicPr/>
                <p:nvPr/>
              </p:nvPicPr>
              <p:blipFill>
                <a:blip r:embed="rId52"/>
                <a:stretch>
                  <a:fillRect/>
                </a:stretch>
              </p:blipFill>
              <p:spPr>
                <a:xfrm>
                  <a:off x="2585836" y="4455506"/>
                  <a:ext cx="170640"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26" name="Ink 25">
                  <a:extLst>
                    <a:ext uri="{FF2B5EF4-FFF2-40B4-BE49-F238E27FC236}">
                      <a16:creationId xmlns:a16="http://schemas.microsoft.com/office/drawing/2014/main" id="{46EB14F3-DA4B-5419-DECC-636962718B87}"/>
                    </a:ext>
                  </a:extLst>
                </p14:cNvPr>
                <p14:cNvContentPartPr/>
                <p14:nvPr/>
              </p14:nvContentPartPr>
              <p14:xfrm>
                <a:off x="2760796" y="4579706"/>
                <a:ext cx="78840" cy="85680"/>
              </p14:xfrm>
            </p:contentPart>
          </mc:Choice>
          <mc:Fallback xmlns="">
            <p:pic>
              <p:nvPicPr>
                <p:cNvPr id="26" name="Ink 25">
                  <a:extLst>
                    <a:ext uri="{FF2B5EF4-FFF2-40B4-BE49-F238E27FC236}">
                      <a16:creationId xmlns:a16="http://schemas.microsoft.com/office/drawing/2014/main" id="{46EB14F3-DA4B-5419-DECC-636962718B87}"/>
                    </a:ext>
                  </a:extLst>
                </p:cNvPr>
                <p:cNvPicPr/>
                <p:nvPr/>
              </p:nvPicPr>
              <p:blipFill>
                <a:blip r:embed="rId54"/>
                <a:stretch>
                  <a:fillRect/>
                </a:stretch>
              </p:blipFill>
              <p:spPr>
                <a:xfrm>
                  <a:off x="2751796" y="4570706"/>
                  <a:ext cx="9648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27" name="Ink 26">
                  <a:extLst>
                    <a:ext uri="{FF2B5EF4-FFF2-40B4-BE49-F238E27FC236}">
                      <a16:creationId xmlns:a16="http://schemas.microsoft.com/office/drawing/2014/main" id="{B1BED1F7-41CD-B49A-9DCB-5331A265F95A}"/>
                    </a:ext>
                  </a:extLst>
                </p14:cNvPr>
                <p14:cNvContentPartPr/>
                <p14:nvPr/>
              </p14:nvContentPartPr>
              <p14:xfrm>
                <a:off x="2906596" y="4427786"/>
                <a:ext cx="46080" cy="225000"/>
              </p14:xfrm>
            </p:contentPart>
          </mc:Choice>
          <mc:Fallback xmlns="">
            <p:pic>
              <p:nvPicPr>
                <p:cNvPr id="27" name="Ink 26">
                  <a:extLst>
                    <a:ext uri="{FF2B5EF4-FFF2-40B4-BE49-F238E27FC236}">
                      <a16:creationId xmlns:a16="http://schemas.microsoft.com/office/drawing/2014/main" id="{B1BED1F7-41CD-B49A-9DCB-5331A265F95A}"/>
                    </a:ext>
                  </a:extLst>
                </p:cNvPr>
                <p:cNvPicPr/>
                <p:nvPr/>
              </p:nvPicPr>
              <p:blipFill>
                <a:blip r:embed="rId56"/>
                <a:stretch>
                  <a:fillRect/>
                </a:stretch>
              </p:blipFill>
              <p:spPr>
                <a:xfrm>
                  <a:off x="2897956" y="4418786"/>
                  <a:ext cx="63720" cy="24264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28" name="Ink 27">
                  <a:extLst>
                    <a:ext uri="{FF2B5EF4-FFF2-40B4-BE49-F238E27FC236}">
                      <a16:creationId xmlns:a16="http://schemas.microsoft.com/office/drawing/2014/main" id="{5D9424D4-55A8-A5A2-E65C-410511D92449}"/>
                    </a:ext>
                  </a:extLst>
                </p14:cNvPr>
                <p14:cNvContentPartPr/>
                <p14:nvPr/>
              </p14:nvContentPartPr>
              <p14:xfrm>
                <a:off x="3039796" y="4452626"/>
                <a:ext cx="189360" cy="173160"/>
              </p14:xfrm>
            </p:contentPart>
          </mc:Choice>
          <mc:Fallback xmlns="">
            <p:pic>
              <p:nvPicPr>
                <p:cNvPr id="28" name="Ink 27">
                  <a:extLst>
                    <a:ext uri="{FF2B5EF4-FFF2-40B4-BE49-F238E27FC236}">
                      <a16:creationId xmlns:a16="http://schemas.microsoft.com/office/drawing/2014/main" id="{5D9424D4-55A8-A5A2-E65C-410511D92449}"/>
                    </a:ext>
                  </a:extLst>
                </p:cNvPr>
                <p:cNvPicPr/>
                <p:nvPr/>
              </p:nvPicPr>
              <p:blipFill>
                <a:blip r:embed="rId58"/>
                <a:stretch>
                  <a:fillRect/>
                </a:stretch>
              </p:blipFill>
              <p:spPr>
                <a:xfrm>
                  <a:off x="3031156" y="4443986"/>
                  <a:ext cx="20700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29" name="Ink 28">
                  <a:extLst>
                    <a:ext uri="{FF2B5EF4-FFF2-40B4-BE49-F238E27FC236}">
                      <a16:creationId xmlns:a16="http://schemas.microsoft.com/office/drawing/2014/main" id="{15191290-DBB4-2013-F96C-74C282123273}"/>
                    </a:ext>
                  </a:extLst>
                </p14:cNvPr>
                <p14:cNvContentPartPr/>
                <p14:nvPr/>
              </p14:nvContentPartPr>
              <p14:xfrm>
                <a:off x="3180196" y="4377026"/>
                <a:ext cx="20520" cy="145440"/>
              </p14:xfrm>
            </p:contentPart>
          </mc:Choice>
          <mc:Fallback xmlns="">
            <p:pic>
              <p:nvPicPr>
                <p:cNvPr id="29" name="Ink 28">
                  <a:extLst>
                    <a:ext uri="{FF2B5EF4-FFF2-40B4-BE49-F238E27FC236}">
                      <a16:creationId xmlns:a16="http://schemas.microsoft.com/office/drawing/2014/main" id="{15191290-DBB4-2013-F96C-74C282123273}"/>
                    </a:ext>
                  </a:extLst>
                </p:cNvPr>
                <p:cNvPicPr/>
                <p:nvPr/>
              </p:nvPicPr>
              <p:blipFill>
                <a:blip r:embed="rId60"/>
                <a:stretch>
                  <a:fillRect/>
                </a:stretch>
              </p:blipFill>
              <p:spPr>
                <a:xfrm>
                  <a:off x="3171196" y="4368026"/>
                  <a:ext cx="3816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30" name="Ink 29">
                  <a:extLst>
                    <a:ext uri="{FF2B5EF4-FFF2-40B4-BE49-F238E27FC236}">
                      <a16:creationId xmlns:a16="http://schemas.microsoft.com/office/drawing/2014/main" id="{98625C0B-CA0A-F248-4E32-FD460CB2667F}"/>
                    </a:ext>
                  </a:extLst>
                </p14:cNvPr>
                <p14:cNvContentPartPr/>
                <p14:nvPr/>
              </p14:nvContentPartPr>
              <p14:xfrm>
                <a:off x="3277396" y="4348946"/>
                <a:ext cx="74520" cy="365400"/>
              </p14:xfrm>
            </p:contentPart>
          </mc:Choice>
          <mc:Fallback xmlns="">
            <p:pic>
              <p:nvPicPr>
                <p:cNvPr id="30" name="Ink 29">
                  <a:extLst>
                    <a:ext uri="{FF2B5EF4-FFF2-40B4-BE49-F238E27FC236}">
                      <a16:creationId xmlns:a16="http://schemas.microsoft.com/office/drawing/2014/main" id="{98625C0B-CA0A-F248-4E32-FD460CB2667F}"/>
                    </a:ext>
                  </a:extLst>
                </p:cNvPr>
                <p:cNvPicPr/>
                <p:nvPr/>
              </p:nvPicPr>
              <p:blipFill>
                <a:blip r:embed="rId62"/>
                <a:stretch>
                  <a:fillRect/>
                </a:stretch>
              </p:blipFill>
              <p:spPr>
                <a:xfrm>
                  <a:off x="3268756" y="4339946"/>
                  <a:ext cx="92160" cy="383040"/>
                </a:xfrm>
                <a:prstGeom prst="rect">
                  <a:avLst/>
                </a:prstGeom>
              </p:spPr>
            </p:pic>
          </mc:Fallback>
        </mc:AlternateContent>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7</a:t>
            </a:r>
          </a:p>
        </p:txBody>
      </p:sp>
      <p:sp>
        <p:nvSpPr>
          <p:cNvPr id="3" name="Content Placeholder 2"/>
          <p:cNvSpPr>
            <a:spLocks noGrp="1"/>
          </p:cNvSpPr>
          <p:nvPr>
            <p:ph idx="1"/>
          </p:nvPr>
        </p:nvSpPr>
        <p:spPr/>
        <p:txBody>
          <a:bodyPr/>
          <a:lstStyle/>
          <a:p>
            <a:pPr marL="0" indent="0">
              <a:buNone/>
            </a:pPr>
            <a:r>
              <a:rPr lang="en-US" b="1" i="1" dirty="0"/>
              <a:t>Source free (natural) response</a:t>
            </a:r>
            <a:r>
              <a:rPr lang="en-US" dirty="0"/>
              <a:t>:</a:t>
            </a:r>
          </a:p>
          <a:p>
            <a:r>
              <a:rPr lang="en-US" dirty="0"/>
              <a:t>Short the voltage source, the circuit becomes</a:t>
            </a:r>
          </a:p>
          <a:p>
            <a:r>
              <a:rPr lang="en-US" dirty="0"/>
              <a:t>KVL yields</a:t>
            </a:r>
          </a:p>
          <a:p>
            <a:endParaRPr lang="en-US" dirty="0"/>
          </a:p>
          <a:p>
            <a:endParaRPr lang="en-US" dirty="0"/>
          </a:p>
          <a:p>
            <a:endParaRPr lang="en-US" dirty="0"/>
          </a:p>
          <a:p>
            <a:endParaRPr lang="en-US" dirty="0"/>
          </a:p>
          <a:p>
            <a:r>
              <a:rPr lang="en-US" dirty="0"/>
              <a:t>A second order ODE for </a:t>
            </a:r>
            <a:r>
              <a:rPr lang="en-US" i="1" dirty="0"/>
              <a:t>i</a:t>
            </a:r>
            <a:r>
              <a:rPr lang="en-US" baseline="-25000" dirty="0"/>
              <a:t>1.</a:t>
            </a:r>
          </a:p>
        </p:txBody>
      </p:sp>
      <p:pic>
        <p:nvPicPr>
          <p:cNvPr id="215042" name="Picture 2"/>
          <p:cNvPicPr>
            <a:picLocks noChangeAspect="1" noChangeArrowheads="1"/>
          </p:cNvPicPr>
          <p:nvPr/>
        </p:nvPicPr>
        <p:blipFill>
          <a:blip r:embed="rId2" cstate="print"/>
          <a:srcRect/>
          <a:stretch>
            <a:fillRect/>
          </a:stretch>
        </p:blipFill>
        <p:spPr bwMode="auto">
          <a:xfrm>
            <a:off x="7899443" y="1908990"/>
            <a:ext cx="3362325" cy="1952625"/>
          </a:xfrm>
          <a:prstGeom prst="rect">
            <a:avLst/>
          </a:prstGeom>
          <a:noFill/>
          <a:ln w="9525">
            <a:noFill/>
            <a:miter lim="800000"/>
            <a:headEnd/>
            <a:tailEnd/>
          </a:ln>
        </p:spPr>
      </p:pic>
      <p:sp>
        <p:nvSpPr>
          <p:cNvPr id="7" name="Slide Number Placeholder 6"/>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47</a:t>
            </a:fld>
            <a:endParaRPr lang="en-US" altLang="zh-CN" dirty="0">
              <a:ea typeface="黑体" panose="02010609060101010101" pitchFamily="49" charset="-122"/>
            </a:endParaRPr>
          </a:p>
        </p:txBody>
      </p:sp>
      <p:pic>
        <p:nvPicPr>
          <p:cNvPr id="5" name="Picture 4"/>
          <p:cNvPicPr>
            <a:picLocks noChangeAspect="1"/>
          </p:cNvPicPr>
          <p:nvPr/>
        </p:nvPicPr>
        <p:blipFill>
          <a:blip r:embed="rId3" cstate="print"/>
          <a:stretch>
            <a:fillRect/>
          </a:stretch>
        </p:blipFill>
        <p:spPr>
          <a:xfrm>
            <a:off x="1121543" y="3323930"/>
            <a:ext cx="5838825" cy="2095500"/>
          </a:xfrm>
          <a:prstGeom prst="rect">
            <a:avLst/>
          </a:prstGeom>
        </p:spPr>
      </p:pic>
      <p:pic>
        <p:nvPicPr>
          <p:cNvPr id="4" name="Picture 3"/>
          <p:cNvPicPr>
            <a:picLocks noChangeAspect="1"/>
          </p:cNvPicPr>
          <p:nvPr/>
        </p:nvPicPr>
        <p:blipFill>
          <a:blip r:embed="rId4" cstate="print"/>
          <a:stretch>
            <a:fillRect/>
          </a:stretch>
        </p:blipFill>
        <p:spPr>
          <a:xfrm>
            <a:off x="5490185" y="5359920"/>
            <a:ext cx="2409258" cy="727694"/>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7</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sz="2400" dirty="0"/>
                  <a:t>Characteristic equation</a:t>
                </a:r>
              </a:p>
              <a:p>
                <a:r>
                  <a:rPr lang="en-US" sz="2400" dirty="0"/>
                  <a:t>The roots are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=−3,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2</m:t>
                        </m:r>
                      </m:sub>
                    </m:sSub>
                    <m:r>
                      <a:rPr lang="en-US" sz="2400" b="0" i="1" smtClean="0">
                        <a:latin typeface="Cambria Math" panose="02040503050406030204" pitchFamily="18" charset="0"/>
                      </a:rPr>
                      <m:t>=−10</m:t>
                    </m:r>
                  </m:oMath>
                </a14:m>
                <a:r>
                  <a:rPr lang="en-US" sz="2400" dirty="0"/>
                  <a:t>. Thus </a:t>
                </a:r>
                <a:r>
                  <a:rPr lang="en-US" sz="2400" i="1" dirty="0"/>
                  <a:t>i</a:t>
                </a:r>
                <a:r>
                  <a:rPr lang="en-US" sz="2400" baseline="-25000" dirty="0"/>
                  <a:t>1</a:t>
                </a:r>
                <a:r>
                  <a:rPr lang="en-US" sz="2400" dirty="0"/>
                  <a:t> is over-damped, non-oscillatory.</a:t>
                </a:r>
              </a:p>
              <a:p>
                <a:r>
                  <a:rPr lang="en-US" sz="2400" dirty="0">
                    <a:solidFill>
                      <a:srgbClr val="FF0000"/>
                    </a:solidFill>
                  </a:rPr>
                  <a:t>The transient response is of the same form as natural one</a:t>
                </a:r>
                <a:r>
                  <a:rPr lang="en-US" sz="2400" dirty="0"/>
                  <a:t>:</a:t>
                </a:r>
              </a:p>
              <a:p>
                <a:r>
                  <a:rPr lang="en-US" sz="2400" dirty="0"/>
                  <a:t>The steady state response is</a:t>
                </a:r>
              </a:p>
              <a:p>
                <a:endParaRPr lang="en-US" sz="2400" dirty="0"/>
              </a:p>
              <a:p>
                <a:r>
                  <a:rPr lang="en-US" sz="2400" dirty="0"/>
                  <a:t>The complete response of  is</a:t>
                </a:r>
              </a:p>
              <a:p>
                <a:endParaRPr lang="en-US" sz="2400" dirty="0"/>
              </a:p>
              <a:p>
                <a:r>
                  <a:rPr lang="en-US" sz="2400" dirty="0"/>
                  <a:t>From the initial conditions                                    obtain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812" t="-1961"/>
                </a:stretch>
              </a:blipFill>
            </p:spPr>
            <p:txBody>
              <a:bodyPr/>
              <a:lstStyle/>
              <a:p>
                <a:r>
                  <a:rPr lang="en-US">
                    <a:noFill/>
                  </a:rPr>
                  <a:t> </a:t>
                </a:r>
              </a:p>
            </p:txBody>
          </p:sp>
        </mc:Fallback>
      </mc:AlternateContent>
      <p:graphicFrame>
        <p:nvGraphicFramePr>
          <p:cNvPr id="216068" name="Object 4"/>
          <p:cNvGraphicFramePr>
            <a:graphicFrameLocks noChangeAspect="1"/>
          </p:cNvGraphicFramePr>
          <p:nvPr>
            <p:extLst>
              <p:ext uri="{D42A27DB-BD31-4B8C-83A1-F6EECF244321}">
                <p14:modId xmlns:p14="http://schemas.microsoft.com/office/powerpoint/2010/main" val="2710431552"/>
              </p:ext>
            </p:extLst>
          </p:nvPr>
        </p:nvGraphicFramePr>
        <p:xfrm>
          <a:off x="8342373" y="2706259"/>
          <a:ext cx="2960687" cy="506412"/>
        </p:xfrm>
        <a:graphic>
          <a:graphicData uri="http://schemas.openxmlformats.org/presentationml/2006/ole">
            <mc:AlternateContent xmlns:mc="http://schemas.openxmlformats.org/markup-compatibility/2006">
              <mc:Choice xmlns:v="urn:schemas-microsoft-com:vml" Requires="v">
                <p:oleObj name="Equation" r:id="rId4" imgW="1409088" imgH="241195" progId="Equation.DSMT4">
                  <p:embed/>
                </p:oleObj>
              </mc:Choice>
              <mc:Fallback>
                <p:oleObj name="Equation" r:id="rId4" imgW="1409088" imgH="241195" progId="Equation.DSMT4">
                  <p:embed/>
                  <p:pic>
                    <p:nvPicPr>
                      <p:cNvPr id="216068"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42373" y="2706259"/>
                        <a:ext cx="2960687" cy="506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6069" name="Object 5"/>
          <p:cNvGraphicFramePr>
            <a:graphicFrameLocks noChangeAspect="1"/>
          </p:cNvGraphicFramePr>
          <p:nvPr>
            <p:extLst>
              <p:ext uri="{D42A27DB-BD31-4B8C-83A1-F6EECF244321}">
                <p14:modId xmlns:p14="http://schemas.microsoft.com/office/powerpoint/2010/main" val="2549938647"/>
              </p:ext>
            </p:extLst>
          </p:nvPr>
        </p:nvGraphicFramePr>
        <p:xfrm>
          <a:off x="4967169" y="3176507"/>
          <a:ext cx="1935377" cy="739997"/>
        </p:xfrm>
        <a:graphic>
          <a:graphicData uri="http://schemas.openxmlformats.org/presentationml/2006/ole">
            <mc:AlternateContent xmlns:mc="http://schemas.openxmlformats.org/markup-compatibility/2006">
              <mc:Choice xmlns:v="urn:schemas-microsoft-com:vml" Requires="v">
                <p:oleObj name="Equation" r:id="rId6" imgW="1028254" imgH="393529" progId="Equation.DSMT4">
                  <p:embed/>
                </p:oleObj>
              </mc:Choice>
              <mc:Fallback>
                <p:oleObj name="Equation" r:id="rId6" imgW="1028254" imgH="393529" progId="Equation.DSMT4">
                  <p:embed/>
                  <p:pic>
                    <p:nvPicPr>
                      <p:cNvPr id="216069"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67169" y="3176507"/>
                        <a:ext cx="1935377" cy="7399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6071" name="Object 7"/>
          <p:cNvGraphicFramePr>
            <a:graphicFrameLocks noChangeAspect="1"/>
          </p:cNvGraphicFramePr>
          <p:nvPr>
            <p:extLst>
              <p:ext uri="{D42A27DB-BD31-4B8C-83A1-F6EECF244321}">
                <p14:modId xmlns:p14="http://schemas.microsoft.com/office/powerpoint/2010/main" val="3086730707"/>
              </p:ext>
            </p:extLst>
          </p:nvPr>
        </p:nvGraphicFramePr>
        <p:xfrm>
          <a:off x="4802088" y="3896483"/>
          <a:ext cx="5256212" cy="825500"/>
        </p:xfrm>
        <a:graphic>
          <a:graphicData uri="http://schemas.openxmlformats.org/presentationml/2006/ole">
            <mc:AlternateContent xmlns:mc="http://schemas.openxmlformats.org/markup-compatibility/2006">
              <mc:Choice xmlns:v="urn:schemas-microsoft-com:vml" Requires="v">
                <p:oleObj name="Equation" r:id="rId8" imgW="2501900" imgH="393700" progId="Equation.DSMT4">
                  <p:embed/>
                </p:oleObj>
              </mc:Choice>
              <mc:Fallback>
                <p:oleObj name="Equation" r:id="rId8" imgW="2501900" imgH="393700" progId="Equation.DSMT4">
                  <p:embed/>
                  <p:pic>
                    <p:nvPicPr>
                      <p:cNvPr id="216071"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02088" y="3896483"/>
                        <a:ext cx="5256212" cy="825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6072" name="Object 8"/>
          <p:cNvGraphicFramePr>
            <a:graphicFrameLocks noChangeAspect="1"/>
          </p:cNvGraphicFramePr>
          <p:nvPr>
            <p:extLst>
              <p:ext uri="{D42A27DB-BD31-4B8C-83A1-F6EECF244321}">
                <p14:modId xmlns:p14="http://schemas.microsoft.com/office/powerpoint/2010/main" val="1641807706"/>
              </p:ext>
            </p:extLst>
          </p:nvPr>
        </p:nvGraphicFramePr>
        <p:xfrm>
          <a:off x="4546650" y="4901955"/>
          <a:ext cx="2776417" cy="1364701"/>
        </p:xfrm>
        <a:graphic>
          <a:graphicData uri="http://schemas.openxmlformats.org/presentationml/2006/ole">
            <mc:AlternateContent xmlns:mc="http://schemas.openxmlformats.org/markup-compatibility/2006">
              <mc:Choice xmlns:v="urn:schemas-microsoft-com:vml" Requires="v">
                <p:oleObj name="Equation" r:id="rId10" imgW="1651000" imgH="812800" progId="Equation.DSMT4">
                  <p:embed/>
                </p:oleObj>
              </mc:Choice>
              <mc:Fallback>
                <p:oleObj name="Equation" r:id="rId10" imgW="1651000" imgH="812800" progId="Equation.DSMT4">
                  <p:embed/>
                  <p:pic>
                    <p:nvPicPr>
                      <p:cNvPr id="216072"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46650" y="4901955"/>
                        <a:ext cx="2776417" cy="13647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6073" name="Object 9"/>
          <p:cNvGraphicFramePr>
            <a:graphicFrameLocks noChangeAspect="1"/>
          </p:cNvGraphicFramePr>
          <p:nvPr>
            <p:extLst>
              <p:ext uri="{D42A27DB-BD31-4B8C-83A1-F6EECF244321}">
                <p14:modId xmlns:p14="http://schemas.microsoft.com/office/powerpoint/2010/main" val="1546857176"/>
              </p:ext>
            </p:extLst>
          </p:nvPr>
        </p:nvGraphicFramePr>
        <p:xfrm>
          <a:off x="8113002" y="5096514"/>
          <a:ext cx="1135782" cy="756000"/>
        </p:xfrm>
        <a:graphic>
          <a:graphicData uri="http://schemas.openxmlformats.org/presentationml/2006/ole">
            <mc:AlternateContent xmlns:mc="http://schemas.openxmlformats.org/markup-compatibility/2006">
              <mc:Choice xmlns:v="urn:schemas-microsoft-com:vml" Requires="v">
                <p:oleObj name="Equation" r:id="rId12" imgW="685800" imgH="457200" progId="Equation.DSMT4">
                  <p:embed/>
                </p:oleObj>
              </mc:Choice>
              <mc:Fallback>
                <p:oleObj name="Equation" r:id="rId12" imgW="685800" imgH="457200" progId="Equation.DSMT4">
                  <p:embed/>
                  <p:pic>
                    <p:nvPicPr>
                      <p:cNvPr id="216073"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113002" y="5096514"/>
                        <a:ext cx="1135782" cy="75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Slide Number Placeholder 11"/>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48</a:t>
            </a:fld>
            <a:endParaRPr lang="en-US" altLang="zh-CN" dirty="0">
              <a:ea typeface="黑体" panose="02010609060101010101" pitchFamily="49" charset="-122"/>
            </a:endParaRPr>
          </a:p>
        </p:txBody>
      </p:sp>
      <p:pic>
        <p:nvPicPr>
          <p:cNvPr id="4" name="Picture 3"/>
          <p:cNvPicPr>
            <a:picLocks noChangeAspect="1"/>
          </p:cNvPicPr>
          <p:nvPr/>
        </p:nvPicPr>
        <p:blipFill>
          <a:blip r:embed="rId14">
            <a:clrChange>
              <a:clrFrom>
                <a:srgbClr val="FFFFFF"/>
              </a:clrFrom>
              <a:clrTo>
                <a:srgbClr val="FFFFFF">
                  <a:alpha val="0"/>
                </a:srgbClr>
              </a:clrTo>
            </a:clrChange>
          </a:blip>
          <a:stretch>
            <a:fillRect/>
          </a:stretch>
        </p:blipFill>
        <p:spPr>
          <a:xfrm>
            <a:off x="4163825" y="1820114"/>
            <a:ext cx="4276725" cy="59055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7</a:t>
            </a:r>
          </a:p>
        </p:txBody>
      </p:sp>
      <p:sp>
        <p:nvSpPr>
          <p:cNvPr id="3" name="Content Placeholder 2"/>
          <p:cNvSpPr>
            <a:spLocks noGrp="1"/>
          </p:cNvSpPr>
          <p:nvPr>
            <p:ph idx="1"/>
          </p:nvPr>
        </p:nvSpPr>
        <p:spPr>
          <a:xfrm>
            <a:off x="887627" y="1751484"/>
            <a:ext cx="10515600" cy="4604865"/>
          </a:xfrm>
        </p:spPr>
        <p:txBody>
          <a:bodyPr>
            <a:normAutofit/>
          </a:bodyPr>
          <a:lstStyle/>
          <a:p>
            <a:r>
              <a:rPr lang="en-US" sz="2400" dirty="0"/>
              <a:t>The complete response for </a:t>
            </a:r>
            <a:r>
              <a:rPr lang="en-US" sz="2400" i="1" dirty="0"/>
              <a:t>i</a:t>
            </a:r>
            <a:r>
              <a:rPr lang="en-US" sz="2400" baseline="-25000" dirty="0"/>
              <a:t>1</a:t>
            </a:r>
            <a:r>
              <a:rPr lang="en-US" sz="2400" dirty="0"/>
              <a:t> is thus</a:t>
            </a:r>
          </a:p>
          <a:p>
            <a:endParaRPr lang="en-US" sz="2400" dirty="0"/>
          </a:p>
          <a:p>
            <a:endParaRPr lang="en-US" sz="2400" dirty="0"/>
          </a:p>
          <a:p>
            <a:endParaRPr lang="en-US" sz="2400" dirty="0"/>
          </a:p>
          <a:p>
            <a:r>
              <a:rPr lang="en-US" sz="2400" dirty="0"/>
              <a:t>The complete response for </a:t>
            </a:r>
            <a:r>
              <a:rPr lang="en-US" sz="2400" i="1" dirty="0"/>
              <a:t>i</a:t>
            </a:r>
            <a:r>
              <a:rPr lang="en-US" sz="2400" baseline="-25000" dirty="0"/>
              <a:t>2</a:t>
            </a:r>
            <a:r>
              <a:rPr lang="en-US" sz="2400" dirty="0"/>
              <a:t> is obtained from applying KVL to the left loop of the original circuit.</a:t>
            </a:r>
          </a:p>
          <a:p>
            <a:endParaRPr lang="en-US" sz="2400" dirty="0">
              <a:solidFill>
                <a:srgbClr val="FFFF00"/>
              </a:solidFill>
            </a:endParaRPr>
          </a:p>
          <a:p>
            <a:endParaRPr lang="en-US" sz="2400" dirty="0">
              <a:solidFill>
                <a:srgbClr val="FFFF00"/>
              </a:solidFill>
            </a:endParaRPr>
          </a:p>
          <a:p>
            <a:endParaRPr lang="en-US" sz="2400" dirty="0"/>
          </a:p>
          <a:p>
            <a:r>
              <a:rPr lang="en-US" sz="2400" dirty="0"/>
              <a:t>Voltage across the 1 </a:t>
            </a:r>
            <a:r>
              <a:rPr lang="en-US" sz="2400" dirty="0">
                <a:latin typeface="Symbol" pitchFamily="18" charset="2"/>
              </a:rPr>
              <a:t>W</a:t>
            </a:r>
            <a:r>
              <a:rPr lang="en-US" sz="2400" dirty="0"/>
              <a:t> resistor is </a:t>
            </a:r>
          </a:p>
        </p:txBody>
      </p:sp>
      <p:graphicFrame>
        <p:nvGraphicFramePr>
          <p:cNvPr id="217090" name="Object 2"/>
          <p:cNvGraphicFramePr>
            <a:graphicFrameLocks noChangeAspect="1"/>
          </p:cNvGraphicFramePr>
          <p:nvPr>
            <p:extLst>
              <p:ext uri="{D42A27DB-BD31-4B8C-83A1-F6EECF244321}">
                <p14:modId xmlns:p14="http://schemas.microsoft.com/office/powerpoint/2010/main" val="2952908307"/>
              </p:ext>
            </p:extLst>
          </p:nvPr>
        </p:nvGraphicFramePr>
        <p:xfrm>
          <a:off x="3668273" y="2483944"/>
          <a:ext cx="3053077" cy="756000"/>
        </p:xfrm>
        <a:graphic>
          <a:graphicData uri="http://schemas.openxmlformats.org/presentationml/2006/ole">
            <mc:AlternateContent xmlns:mc="http://schemas.openxmlformats.org/markup-compatibility/2006">
              <mc:Choice xmlns:v="urn:schemas-microsoft-com:vml" Requires="v">
                <p:oleObj name="Equation" r:id="rId2" imgW="1586811" imgH="393529" progId="Equation.DSMT4">
                  <p:embed/>
                </p:oleObj>
              </mc:Choice>
              <mc:Fallback>
                <p:oleObj name="Equation" r:id="rId2" imgW="1586811" imgH="393529" progId="Equation.DSMT4">
                  <p:embed/>
                  <p:pic>
                    <p:nvPicPr>
                      <p:cNvPr id="21709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68273" y="2483944"/>
                        <a:ext cx="3053077" cy="75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7095" name="Object 7"/>
          <p:cNvGraphicFramePr>
            <a:graphicFrameLocks noChangeAspect="1"/>
          </p:cNvGraphicFramePr>
          <p:nvPr>
            <p:extLst>
              <p:ext uri="{D42A27DB-BD31-4B8C-83A1-F6EECF244321}">
                <p14:modId xmlns:p14="http://schemas.microsoft.com/office/powerpoint/2010/main" val="3348161199"/>
              </p:ext>
            </p:extLst>
          </p:nvPr>
        </p:nvGraphicFramePr>
        <p:xfrm>
          <a:off x="3502163" y="4144838"/>
          <a:ext cx="4250124" cy="1386013"/>
        </p:xfrm>
        <a:graphic>
          <a:graphicData uri="http://schemas.openxmlformats.org/presentationml/2006/ole">
            <mc:AlternateContent xmlns:mc="http://schemas.openxmlformats.org/markup-compatibility/2006">
              <mc:Choice xmlns:v="urn:schemas-microsoft-com:vml" Requires="v">
                <p:oleObj name="Equation" r:id="rId4" imgW="2476500" imgH="812800" progId="Equation.DSMT4">
                  <p:embed/>
                </p:oleObj>
              </mc:Choice>
              <mc:Fallback>
                <p:oleObj name="Equation" r:id="rId4" imgW="2476500" imgH="812800" progId="Equation.DSMT4">
                  <p:embed/>
                  <p:pic>
                    <p:nvPicPr>
                      <p:cNvPr id="217095"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02163" y="4144838"/>
                        <a:ext cx="4250124" cy="1386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7096" name="Object 8"/>
          <p:cNvGraphicFramePr>
            <a:graphicFrameLocks noChangeAspect="1"/>
          </p:cNvGraphicFramePr>
          <p:nvPr>
            <p:extLst>
              <p:ext uri="{D42A27DB-BD31-4B8C-83A1-F6EECF244321}">
                <p14:modId xmlns:p14="http://schemas.microsoft.com/office/powerpoint/2010/main" val="454508215"/>
              </p:ext>
            </p:extLst>
          </p:nvPr>
        </p:nvGraphicFramePr>
        <p:xfrm>
          <a:off x="5437989" y="5746652"/>
          <a:ext cx="4054475" cy="412750"/>
        </p:xfrm>
        <a:graphic>
          <a:graphicData uri="http://schemas.openxmlformats.org/presentationml/2006/ole">
            <mc:AlternateContent xmlns:mc="http://schemas.openxmlformats.org/markup-compatibility/2006">
              <mc:Choice xmlns:v="urn:schemas-microsoft-com:vml" Requires="v">
                <p:oleObj name="Equation" r:id="rId6" imgW="2362200" imgH="241300" progId="Equation.DSMT4">
                  <p:embed/>
                </p:oleObj>
              </mc:Choice>
              <mc:Fallback>
                <p:oleObj name="Equation" r:id="rId6" imgW="2362200" imgH="241300" progId="Equation.DSMT4">
                  <p:embed/>
                  <p:pic>
                    <p:nvPicPr>
                      <p:cNvPr id="217096"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37989" y="5746652"/>
                        <a:ext cx="4054475" cy="412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Slide Number Placeholder 8"/>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49</a:t>
            </a:fld>
            <a:endParaRPr lang="en-US" altLang="zh-CN" dirty="0">
              <a:ea typeface="黑体" panose="02010609060101010101" pitchFamily="49" charset="-122"/>
            </a:endParaRPr>
          </a:p>
        </p:txBody>
      </p:sp>
      <p:pic>
        <p:nvPicPr>
          <p:cNvPr id="14" name="Picture 2"/>
          <p:cNvPicPr>
            <a:picLocks noChangeAspect="1" noChangeArrowheads="1"/>
          </p:cNvPicPr>
          <p:nvPr/>
        </p:nvPicPr>
        <p:blipFill>
          <a:blip r:embed="rId8" cstate="print"/>
          <a:srcRect/>
          <a:stretch>
            <a:fillRect/>
          </a:stretch>
        </p:blipFill>
        <p:spPr bwMode="auto">
          <a:xfrm>
            <a:off x="7697002" y="1321713"/>
            <a:ext cx="3590925" cy="1905000"/>
          </a:xfrm>
          <a:prstGeom prst="rect">
            <a:avLst/>
          </a:prstGeom>
          <a:noFill/>
          <a:ln w="9525">
            <a:noFill/>
            <a:miter lim="800000"/>
            <a:headEnd/>
            <a:tailEn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second order op-amp circuit</a:t>
            </a:r>
          </a:p>
        </p:txBody>
      </p:sp>
      <p:sp>
        <p:nvSpPr>
          <p:cNvPr id="3" name="Content Placeholder 2"/>
          <p:cNvSpPr>
            <a:spLocks noGrp="1"/>
          </p:cNvSpPr>
          <p:nvPr>
            <p:ph idx="1"/>
          </p:nvPr>
        </p:nvSpPr>
        <p:spPr>
          <a:xfrm>
            <a:off x="838200" y="1825625"/>
            <a:ext cx="10515600" cy="4707150"/>
          </a:xfrm>
        </p:spPr>
        <p:txBody>
          <a:bodyPr>
            <a:normAutofit/>
          </a:bodyPr>
          <a:lstStyle/>
          <a:p>
            <a:r>
              <a:rPr lang="en-US" sz="2400" dirty="0"/>
              <a:t>An op-amp circuit with two storage elements that cannot be combined into a single equivalent element is also second order, just like the previous example.</a:t>
            </a:r>
          </a:p>
          <a:p>
            <a:r>
              <a:rPr lang="en-US" sz="2400" dirty="0"/>
              <a:t>Note: the op-amp is wired as a voltage follower.</a:t>
            </a:r>
          </a:p>
          <a:p>
            <a:r>
              <a:rPr lang="en-US" sz="2400" dirty="0"/>
              <a:t>Apply KCL to nodes 1 &amp; 2,</a:t>
            </a:r>
          </a:p>
          <a:p>
            <a:endParaRPr lang="en-US" sz="2400" dirty="0"/>
          </a:p>
          <a:p>
            <a:pPr marL="0" indent="0">
              <a:buNone/>
            </a:pPr>
            <a:r>
              <a:rPr lang="en-US" sz="2400" dirty="0"/>
              <a:t>   where                . </a:t>
            </a:r>
          </a:p>
          <a:p>
            <a:r>
              <a:rPr lang="en-US" sz="2400" dirty="0"/>
              <a:t>Eliminate </a:t>
            </a:r>
            <a:r>
              <a:rPr lang="en-US" sz="2400" i="1" dirty="0"/>
              <a:t>v</a:t>
            </a:r>
            <a:r>
              <a:rPr lang="en-US" sz="2400" baseline="-25000" dirty="0"/>
              <a:t>1</a:t>
            </a:r>
            <a:r>
              <a:rPr lang="en-US" sz="2400" dirty="0"/>
              <a:t> and </a:t>
            </a:r>
            <a:r>
              <a:rPr lang="en-US" sz="2400" i="1" dirty="0"/>
              <a:t>v</a:t>
            </a:r>
            <a:r>
              <a:rPr lang="en-US" sz="2400" baseline="-25000" dirty="0"/>
              <a:t>2</a:t>
            </a:r>
            <a:r>
              <a:rPr lang="en-US" sz="2400" dirty="0"/>
              <a:t>, to obtain</a:t>
            </a:r>
            <a:br>
              <a:rPr lang="en-US" sz="2400" dirty="0"/>
            </a:br>
            <a:endParaRPr lang="en-US" sz="2400" dirty="0"/>
          </a:p>
          <a:p>
            <a:pPr marL="0" indent="0">
              <a:buNone/>
            </a:pPr>
            <a:br>
              <a:rPr lang="en-US" sz="2400" dirty="0"/>
            </a:br>
            <a:br>
              <a:rPr lang="en-US" sz="2400" dirty="0"/>
            </a:br>
            <a:r>
              <a:rPr lang="en-US" sz="2400" dirty="0"/>
              <a:t>   which is a second order ODE in </a:t>
            </a:r>
            <a:r>
              <a:rPr lang="en-US" sz="2400" i="1" dirty="0"/>
              <a:t>v</a:t>
            </a:r>
            <a:r>
              <a:rPr lang="en-US" sz="2400" baseline="-25000" dirty="0"/>
              <a:t>o</a:t>
            </a:r>
            <a:r>
              <a:rPr lang="en-US" sz="2400" dirty="0"/>
              <a:t>.</a:t>
            </a:r>
          </a:p>
        </p:txBody>
      </p:sp>
      <p:pic>
        <p:nvPicPr>
          <p:cNvPr id="218114" name="Picture 2"/>
          <p:cNvPicPr>
            <a:picLocks noChangeAspect="1" noChangeArrowheads="1"/>
          </p:cNvPicPr>
          <p:nvPr/>
        </p:nvPicPr>
        <p:blipFill>
          <a:blip r:embed="rId2" cstate="print"/>
          <a:srcRect/>
          <a:stretch>
            <a:fillRect/>
          </a:stretch>
        </p:blipFill>
        <p:spPr bwMode="auto">
          <a:xfrm>
            <a:off x="6604782" y="3025466"/>
            <a:ext cx="4358315" cy="2262971"/>
          </a:xfrm>
          <a:prstGeom prst="rect">
            <a:avLst/>
          </a:prstGeom>
          <a:noFill/>
          <a:ln w="9525">
            <a:noFill/>
            <a:miter lim="800000"/>
            <a:headEnd/>
            <a:tailEnd/>
          </a:ln>
        </p:spPr>
      </p:pic>
      <p:graphicFrame>
        <p:nvGraphicFramePr>
          <p:cNvPr id="218115" name="Object 3"/>
          <p:cNvGraphicFramePr>
            <a:graphicFrameLocks noChangeAspect="1"/>
          </p:cNvGraphicFramePr>
          <p:nvPr>
            <p:extLst>
              <p:ext uri="{D42A27DB-BD31-4B8C-83A1-F6EECF244321}">
                <p14:modId xmlns:p14="http://schemas.microsoft.com/office/powerpoint/2010/main" val="819047599"/>
              </p:ext>
            </p:extLst>
          </p:nvPr>
        </p:nvGraphicFramePr>
        <p:xfrm>
          <a:off x="1847937" y="3326671"/>
          <a:ext cx="4338638" cy="738188"/>
        </p:xfrm>
        <a:graphic>
          <a:graphicData uri="http://schemas.openxmlformats.org/presentationml/2006/ole">
            <mc:AlternateContent xmlns:mc="http://schemas.openxmlformats.org/markup-compatibility/2006">
              <mc:Choice xmlns:v="urn:schemas-microsoft-com:vml" Requires="v">
                <p:oleObj name="Equation" r:id="rId3" imgW="2527300" imgH="431800" progId="Equation.DSMT4">
                  <p:embed/>
                </p:oleObj>
              </mc:Choice>
              <mc:Fallback>
                <p:oleObj name="Equation" r:id="rId3" imgW="2527300" imgH="431800" progId="Equation.DSMT4">
                  <p:embed/>
                  <p:pic>
                    <p:nvPicPr>
                      <p:cNvPr id="218115"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47937" y="3326671"/>
                        <a:ext cx="4338638" cy="738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8116" name="Object 4"/>
          <p:cNvGraphicFramePr>
            <a:graphicFrameLocks noChangeAspect="1"/>
          </p:cNvGraphicFramePr>
          <p:nvPr>
            <p:extLst>
              <p:ext uri="{D42A27DB-BD31-4B8C-83A1-F6EECF244321}">
                <p14:modId xmlns:p14="http://schemas.microsoft.com/office/powerpoint/2010/main" val="697802540"/>
              </p:ext>
            </p:extLst>
          </p:nvPr>
        </p:nvGraphicFramePr>
        <p:xfrm>
          <a:off x="1981396" y="4003740"/>
          <a:ext cx="1154113" cy="392112"/>
        </p:xfrm>
        <a:graphic>
          <a:graphicData uri="http://schemas.openxmlformats.org/presentationml/2006/ole">
            <mc:AlternateContent xmlns:mc="http://schemas.openxmlformats.org/markup-compatibility/2006">
              <mc:Choice xmlns:v="urn:schemas-microsoft-com:vml" Requires="v">
                <p:oleObj name="Equation" r:id="rId5" imgW="672808" imgH="228501" progId="Equation.DSMT4">
                  <p:embed/>
                </p:oleObj>
              </mc:Choice>
              <mc:Fallback>
                <p:oleObj name="Equation" r:id="rId5" imgW="672808" imgH="228501" progId="Equation.DSMT4">
                  <p:embed/>
                  <p:pic>
                    <p:nvPicPr>
                      <p:cNvPr id="218116"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1396" y="4003740"/>
                        <a:ext cx="1154113" cy="392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8117" name="Object 5"/>
          <p:cNvGraphicFramePr>
            <a:graphicFrameLocks noChangeAspect="1"/>
          </p:cNvGraphicFramePr>
          <p:nvPr>
            <p:extLst>
              <p:ext uri="{D42A27DB-BD31-4B8C-83A1-F6EECF244321}">
                <p14:modId xmlns:p14="http://schemas.microsoft.com/office/powerpoint/2010/main" val="2284743210"/>
              </p:ext>
            </p:extLst>
          </p:nvPr>
        </p:nvGraphicFramePr>
        <p:xfrm>
          <a:off x="1173836" y="4908292"/>
          <a:ext cx="5297487" cy="781050"/>
        </p:xfrm>
        <a:graphic>
          <a:graphicData uri="http://schemas.openxmlformats.org/presentationml/2006/ole">
            <mc:AlternateContent xmlns:mc="http://schemas.openxmlformats.org/markup-compatibility/2006">
              <mc:Choice xmlns:v="urn:schemas-microsoft-com:vml" Requires="v">
                <p:oleObj name="Equation" r:id="rId7" imgW="3086100" imgH="457200" progId="Equation.DSMT4">
                  <p:embed/>
                </p:oleObj>
              </mc:Choice>
              <mc:Fallback>
                <p:oleObj name="Equation" r:id="rId7" imgW="3086100" imgH="457200" progId="Equation.DSMT4">
                  <p:embed/>
                  <p:pic>
                    <p:nvPicPr>
                      <p:cNvPr id="218117"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73836" y="4908292"/>
                        <a:ext cx="5297487" cy="781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Slide Number Placeholder 8"/>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50</a:t>
            </a:fld>
            <a:endParaRPr lang="en-US" altLang="zh-CN" dirty="0">
              <a:ea typeface="黑体" panose="02010609060101010101" pitchFamily="49" charset="-122"/>
            </a:endParaRPr>
          </a:p>
        </p:txBody>
      </p:sp>
      <mc:AlternateContent xmlns:mc="http://schemas.openxmlformats.org/markup-compatibility/2006" xmlns:p14="http://schemas.microsoft.com/office/powerpoint/2010/main">
        <mc:Choice Requires="p14">
          <p:contentPart p14:bwMode="auto" r:id="rId9">
            <p14:nvContentPartPr>
              <p14:cNvPr id="4" name="Ink 3">
                <a:extLst>
                  <a:ext uri="{FF2B5EF4-FFF2-40B4-BE49-F238E27FC236}">
                    <a16:creationId xmlns:a16="http://schemas.microsoft.com/office/drawing/2014/main" id="{1D0F625F-B58F-BBB1-878A-9FC8BC97880F}"/>
                  </a:ext>
                </a:extLst>
              </p14:cNvPr>
              <p14:cNvContentPartPr/>
              <p14:nvPr/>
            </p14:nvContentPartPr>
            <p14:xfrm>
              <a:off x="10121716" y="4132432"/>
              <a:ext cx="76320" cy="56160"/>
            </p14:xfrm>
          </p:contentPart>
        </mc:Choice>
        <mc:Fallback xmlns="">
          <p:pic>
            <p:nvPicPr>
              <p:cNvPr id="4" name="Ink 3">
                <a:extLst>
                  <a:ext uri="{FF2B5EF4-FFF2-40B4-BE49-F238E27FC236}">
                    <a16:creationId xmlns:a16="http://schemas.microsoft.com/office/drawing/2014/main" id="{1D0F625F-B58F-BBB1-878A-9FC8BC97880F}"/>
                  </a:ext>
                </a:extLst>
              </p:cNvPr>
              <p:cNvPicPr/>
              <p:nvPr/>
            </p:nvPicPr>
            <p:blipFill>
              <a:blip r:embed="rId11"/>
              <a:stretch>
                <a:fillRect/>
              </a:stretch>
            </p:blipFill>
            <p:spPr>
              <a:xfrm>
                <a:off x="10113076" y="4123432"/>
                <a:ext cx="93960" cy="73800"/>
              </a:xfrm>
              <a:prstGeom prst="rect">
                <a:avLst/>
              </a:prstGeom>
            </p:spPr>
          </p:pic>
        </mc:Fallback>
      </mc:AlternateContent>
      <p:grpSp>
        <p:nvGrpSpPr>
          <p:cNvPr id="13" name="Group 12">
            <a:extLst>
              <a:ext uri="{FF2B5EF4-FFF2-40B4-BE49-F238E27FC236}">
                <a16:creationId xmlns:a16="http://schemas.microsoft.com/office/drawing/2014/main" id="{5E72412E-750F-5DC7-804C-92082222CD3A}"/>
              </a:ext>
            </a:extLst>
          </p:cNvPr>
          <p:cNvGrpSpPr/>
          <p:nvPr/>
        </p:nvGrpSpPr>
        <p:grpSpPr>
          <a:xfrm>
            <a:off x="7442236" y="5568112"/>
            <a:ext cx="412200" cy="260640"/>
            <a:chOff x="7442236" y="5568112"/>
            <a:chExt cx="412200" cy="260640"/>
          </a:xfrm>
        </p:grpSpPr>
        <mc:AlternateContent xmlns:mc="http://schemas.openxmlformats.org/markup-compatibility/2006" xmlns:p14="http://schemas.microsoft.com/office/powerpoint/2010/main">
          <mc:Choice Requires="p14">
            <p:contentPart p14:bwMode="auto" r:id="rId12">
              <p14:nvContentPartPr>
                <p14:cNvPr id="5" name="Ink 4">
                  <a:extLst>
                    <a:ext uri="{FF2B5EF4-FFF2-40B4-BE49-F238E27FC236}">
                      <a16:creationId xmlns:a16="http://schemas.microsoft.com/office/drawing/2014/main" id="{FCE07A69-AE66-EBF3-67F9-2F5CE6967B97}"/>
                    </a:ext>
                  </a:extLst>
                </p14:cNvPr>
                <p14:cNvContentPartPr/>
                <p14:nvPr/>
              </p14:nvContentPartPr>
              <p14:xfrm>
                <a:off x="7442236" y="5572432"/>
                <a:ext cx="17280" cy="256320"/>
              </p14:xfrm>
            </p:contentPart>
          </mc:Choice>
          <mc:Fallback xmlns="">
            <p:pic>
              <p:nvPicPr>
                <p:cNvPr id="5" name="Ink 4">
                  <a:extLst>
                    <a:ext uri="{FF2B5EF4-FFF2-40B4-BE49-F238E27FC236}">
                      <a16:creationId xmlns:a16="http://schemas.microsoft.com/office/drawing/2014/main" id="{FCE07A69-AE66-EBF3-67F9-2F5CE6967B97}"/>
                    </a:ext>
                  </a:extLst>
                </p:cNvPr>
                <p:cNvPicPr/>
                <p:nvPr/>
              </p:nvPicPr>
              <p:blipFill>
                <a:blip r:embed="rId13"/>
                <a:stretch>
                  <a:fillRect/>
                </a:stretch>
              </p:blipFill>
              <p:spPr>
                <a:xfrm>
                  <a:off x="7433596" y="5563432"/>
                  <a:ext cx="34920" cy="2739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6" name="Ink 5">
                  <a:extLst>
                    <a:ext uri="{FF2B5EF4-FFF2-40B4-BE49-F238E27FC236}">
                      <a16:creationId xmlns:a16="http://schemas.microsoft.com/office/drawing/2014/main" id="{0097B0A4-1E77-B59D-2405-E9789B545253}"/>
                    </a:ext>
                  </a:extLst>
                </p14:cNvPr>
                <p14:cNvContentPartPr/>
                <p14:nvPr/>
              </p14:nvContentPartPr>
              <p14:xfrm>
                <a:off x="7463836" y="5568112"/>
                <a:ext cx="109080" cy="241560"/>
              </p14:xfrm>
            </p:contentPart>
          </mc:Choice>
          <mc:Fallback xmlns="">
            <p:pic>
              <p:nvPicPr>
                <p:cNvPr id="6" name="Ink 5">
                  <a:extLst>
                    <a:ext uri="{FF2B5EF4-FFF2-40B4-BE49-F238E27FC236}">
                      <a16:creationId xmlns:a16="http://schemas.microsoft.com/office/drawing/2014/main" id="{0097B0A4-1E77-B59D-2405-E9789B545253}"/>
                    </a:ext>
                  </a:extLst>
                </p:cNvPr>
                <p:cNvPicPr/>
                <p:nvPr/>
              </p:nvPicPr>
              <p:blipFill>
                <a:blip r:embed="rId15"/>
                <a:stretch>
                  <a:fillRect/>
                </a:stretch>
              </p:blipFill>
              <p:spPr>
                <a:xfrm>
                  <a:off x="7455196" y="5559112"/>
                  <a:ext cx="126720" cy="2592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7" name="Ink 6">
                  <a:extLst>
                    <a:ext uri="{FF2B5EF4-FFF2-40B4-BE49-F238E27FC236}">
                      <a16:creationId xmlns:a16="http://schemas.microsoft.com/office/drawing/2014/main" id="{526E3722-7BDC-8D5F-32CF-DD7546A1B600}"/>
                    </a:ext>
                  </a:extLst>
                </p14:cNvPr>
                <p14:cNvContentPartPr/>
                <p14:nvPr/>
              </p14:nvContentPartPr>
              <p14:xfrm>
                <a:off x="7603156" y="5727592"/>
                <a:ext cx="39600" cy="72360"/>
              </p14:xfrm>
            </p:contentPart>
          </mc:Choice>
          <mc:Fallback xmlns="">
            <p:pic>
              <p:nvPicPr>
                <p:cNvPr id="7" name="Ink 6">
                  <a:extLst>
                    <a:ext uri="{FF2B5EF4-FFF2-40B4-BE49-F238E27FC236}">
                      <a16:creationId xmlns:a16="http://schemas.microsoft.com/office/drawing/2014/main" id="{526E3722-7BDC-8D5F-32CF-DD7546A1B600}"/>
                    </a:ext>
                  </a:extLst>
                </p:cNvPr>
                <p:cNvPicPr/>
                <p:nvPr/>
              </p:nvPicPr>
              <p:blipFill>
                <a:blip r:embed="rId17"/>
                <a:stretch>
                  <a:fillRect/>
                </a:stretch>
              </p:blipFill>
              <p:spPr>
                <a:xfrm>
                  <a:off x="7594156" y="5718952"/>
                  <a:ext cx="5724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8" name="Ink 7">
                  <a:extLst>
                    <a:ext uri="{FF2B5EF4-FFF2-40B4-BE49-F238E27FC236}">
                      <a16:creationId xmlns:a16="http://schemas.microsoft.com/office/drawing/2014/main" id="{76EE24E3-4A6C-0856-A876-4364C02AE059}"/>
                    </a:ext>
                  </a:extLst>
                </p14:cNvPr>
                <p14:cNvContentPartPr/>
                <p14:nvPr/>
              </p14:nvContentPartPr>
              <p14:xfrm>
                <a:off x="7699276" y="5622472"/>
                <a:ext cx="18720" cy="188640"/>
              </p14:xfrm>
            </p:contentPart>
          </mc:Choice>
          <mc:Fallback xmlns="">
            <p:pic>
              <p:nvPicPr>
                <p:cNvPr id="8" name="Ink 7">
                  <a:extLst>
                    <a:ext uri="{FF2B5EF4-FFF2-40B4-BE49-F238E27FC236}">
                      <a16:creationId xmlns:a16="http://schemas.microsoft.com/office/drawing/2014/main" id="{76EE24E3-4A6C-0856-A876-4364C02AE059}"/>
                    </a:ext>
                  </a:extLst>
                </p:cNvPr>
                <p:cNvPicPr/>
                <p:nvPr/>
              </p:nvPicPr>
              <p:blipFill>
                <a:blip r:embed="rId19"/>
                <a:stretch>
                  <a:fillRect/>
                </a:stretch>
              </p:blipFill>
              <p:spPr>
                <a:xfrm>
                  <a:off x="7690276" y="5613832"/>
                  <a:ext cx="36360" cy="2062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0" name="Ink 9">
                  <a:extLst>
                    <a:ext uri="{FF2B5EF4-FFF2-40B4-BE49-F238E27FC236}">
                      <a16:creationId xmlns:a16="http://schemas.microsoft.com/office/drawing/2014/main" id="{DB102744-657F-57F5-A424-824E2317DC2D}"/>
                    </a:ext>
                  </a:extLst>
                </p14:cNvPr>
                <p14:cNvContentPartPr/>
                <p14:nvPr/>
              </p14:nvContentPartPr>
              <p14:xfrm>
                <a:off x="7654276" y="5691232"/>
                <a:ext cx="200160" cy="128160"/>
              </p14:xfrm>
            </p:contentPart>
          </mc:Choice>
          <mc:Fallback xmlns="">
            <p:pic>
              <p:nvPicPr>
                <p:cNvPr id="10" name="Ink 9">
                  <a:extLst>
                    <a:ext uri="{FF2B5EF4-FFF2-40B4-BE49-F238E27FC236}">
                      <a16:creationId xmlns:a16="http://schemas.microsoft.com/office/drawing/2014/main" id="{DB102744-657F-57F5-A424-824E2317DC2D}"/>
                    </a:ext>
                  </a:extLst>
                </p:cNvPr>
                <p:cNvPicPr/>
                <p:nvPr/>
              </p:nvPicPr>
              <p:blipFill>
                <a:blip r:embed="rId21"/>
                <a:stretch>
                  <a:fillRect/>
                </a:stretch>
              </p:blipFill>
              <p:spPr>
                <a:xfrm>
                  <a:off x="7645636" y="5682592"/>
                  <a:ext cx="21780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2" name="Ink 11">
                  <a:extLst>
                    <a:ext uri="{FF2B5EF4-FFF2-40B4-BE49-F238E27FC236}">
                      <a16:creationId xmlns:a16="http://schemas.microsoft.com/office/drawing/2014/main" id="{3BE0084E-0B13-7051-17B1-8316D161C8AF}"/>
                    </a:ext>
                  </a:extLst>
                </p14:cNvPr>
                <p14:cNvContentPartPr/>
                <p14:nvPr/>
              </p14:nvContentPartPr>
              <p14:xfrm>
                <a:off x="7574356" y="5752072"/>
                <a:ext cx="24840" cy="61560"/>
              </p14:xfrm>
            </p:contentPart>
          </mc:Choice>
          <mc:Fallback xmlns="">
            <p:pic>
              <p:nvPicPr>
                <p:cNvPr id="12" name="Ink 11">
                  <a:extLst>
                    <a:ext uri="{FF2B5EF4-FFF2-40B4-BE49-F238E27FC236}">
                      <a16:creationId xmlns:a16="http://schemas.microsoft.com/office/drawing/2014/main" id="{3BE0084E-0B13-7051-17B1-8316D161C8AF}"/>
                    </a:ext>
                  </a:extLst>
                </p:cNvPr>
                <p:cNvPicPr/>
                <p:nvPr/>
              </p:nvPicPr>
              <p:blipFill>
                <a:blip r:embed="rId23"/>
                <a:stretch>
                  <a:fillRect/>
                </a:stretch>
              </p:blipFill>
              <p:spPr>
                <a:xfrm>
                  <a:off x="7565716" y="5743072"/>
                  <a:ext cx="42480" cy="79200"/>
                </a:xfrm>
                <a:prstGeom prst="rect">
                  <a:avLst/>
                </a:prstGeom>
              </p:spPr>
            </p:pic>
          </mc:Fallback>
        </mc:AlternateContent>
      </p:grpSp>
      <p:grpSp>
        <p:nvGrpSpPr>
          <p:cNvPr id="16" name="Group 15">
            <a:extLst>
              <a:ext uri="{FF2B5EF4-FFF2-40B4-BE49-F238E27FC236}">
                <a16:creationId xmlns:a16="http://schemas.microsoft.com/office/drawing/2014/main" id="{C3B6DA8A-2963-51F8-734B-B8C051F8C86C}"/>
              </a:ext>
            </a:extLst>
          </p:cNvPr>
          <p:cNvGrpSpPr/>
          <p:nvPr/>
        </p:nvGrpSpPr>
        <p:grpSpPr>
          <a:xfrm>
            <a:off x="7915636" y="5723272"/>
            <a:ext cx="56160" cy="105840"/>
            <a:chOff x="7915636" y="5723272"/>
            <a:chExt cx="56160" cy="105840"/>
          </a:xfrm>
        </p:grpSpPr>
        <mc:AlternateContent xmlns:mc="http://schemas.openxmlformats.org/markup-compatibility/2006" xmlns:p14="http://schemas.microsoft.com/office/powerpoint/2010/main">
          <mc:Choice Requires="p14">
            <p:contentPart p14:bwMode="auto" r:id="rId24">
              <p14:nvContentPartPr>
                <p14:cNvPr id="14" name="Ink 13">
                  <a:extLst>
                    <a:ext uri="{FF2B5EF4-FFF2-40B4-BE49-F238E27FC236}">
                      <a16:creationId xmlns:a16="http://schemas.microsoft.com/office/drawing/2014/main" id="{67F1469E-688A-6E9C-ABA7-E63EF72B7571}"/>
                    </a:ext>
                  </a:extLst>
                </p14:cNvPr>
                <p14:cNvContentPartPr/>
                <p14:nvPr/>
              </p14:nvContentPartPr>
              <p14:xfrm>
                <a:off x="7945516" y="5723272"/>
                <a:ext cx="26280" cy="33480"/>
              </p14:xfrm>
            </p:contentPart>
          </mc:Choice>
          <mc:Fallback xmlns="">
            <p:pic>
              <p:nvPicPr>
                <p:cNvPr id="14" name="Ink 13">
                  <a:extLst>
                    <a:ext uri="{FF2B5EF4-FFF2-40B4-BE49-F238E27FC236}">
                      <a16:creationId xmlns:a16="http://schemas.microsoft.com/office/drawing/2014/main" id="{67F1469E-688A-6E9C-ABA7-E63EF72B7571}"/>
                    </a:ext>
                  </a:extLst>
                </p:cNvPr>
                <p:cNvPicPr/>
                <p:nvPr/>
              </p:nvPicPr>
              <p:blipFill>
                <a:blip r:embed="rId25"/>
                <a:stretch>
                  <a:fillRect/>
                </a:stretch>
              </p:blipFill>
              <p:spPr>
                <a:xfrm>
                  <a:off x="7936876" y="5714632"/>
                  <a:ext cx="43920" cy="511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5" name="Ink 14">
                  <a:extLst>
                    <a:ext uri="{FF2B5EF4-FFF2-40B4-BE49-F238E27FC236}">
                      <a16:creationId xmlns:a16="http://schemas.microsoft.com/office/drawing/2014/main" id="{63E7FC28-7545-2649-9F37-666CFDCEF43E}"/>
                    </a:ext>
                  </a:extLst>
                </p14:cNvPr>
                <p14:cNvContentPartPr/>
                <p14:nvPr/>
              </p14:nvContentPartPr>
              <p14:xfrm>
                <a:off x="7915636" y="5813992"/>
                <a:ext cx="23040" cy="15120"/>
              </p14:xfrm>
            </p:contentPart>
          </mc:Choice>
          <mc:Fallback xmlns="">
            <p:pic>
              <p:nvPicPr>
                <p:cNvPr id="15" name="Ink 14">
                  <a:extLst>
                    <a:ext uri="{FF2B5EF4-FFF2-40B4-BE49-F238E27FC236}">
                      <a16:creationId xmlns:a16="http://schemas.microsoft.com/office/drawing/2014/main" id="{63E7FC28-7545-2649-9F37-666CFDCEF43E}"/>
                    </a:ext>
                  </a:extLst>
                </p:cNvPr>
                <p:cNvPicPr/>
                <p:nvPr/>
              </p:nvPicPr>
              <p:blipFill>
                <a:blip r:embed="rId27"/>
                <a:stretch>
                  <a:fillRect/>
                </a:stretch>
              </p:blipFill>
              <p:spPr>
                <a:xfrm>
                  <a:off x="7906996" y="5805352"/>
                  <a:ext cx="40680" cy="32760"/>
                </a:xfrm>
                <a:prstGeom prst="rect">
                  <a:avLst/>
                </a:prstGeom>
              </p:spPr>
            </p:pic>
          </mc:Fallback>
        </mc:AlternateContent>
      </p:grpSp>
      <p:grpSp>
        <p:nvGrpSpPr>
          <p:cNvPr id="218135" name="Group 218134">
            <a:extLst>
              <a:ext uri="{FF2B5EF4-FFF2-40B4-BE49-F238E27FC236}">
                <a16:creationId xmlns:a16="http://schemas.microsoft.com/office/drawing/2014/main" id="{58EBFCC2-FFD1-D45A-A48D-1F1A5735F0D9}"/>
              </a:ext>
            </a:extLst>
          </p:cNvPr>
          <p:cNvGrpSpPr/>
          <p:nvPr/>
        </p:nvGrpSpPr>
        <p:grpSpPr>
          <a:xfrm>
            <a:off x="8170516" y="5334832"/>
            <a:ext cx="2473200" cy="1498320"/>
            <a:chOff x="8170516" y="5334832"/>
            <a:chExt cx="2473200" cy="1498320"/>
          </a:xfrm>
        </p:grpSpPr>
        <mc:AlternateContent xmlns:mc="http://schemas.openxmlformats.org/markup-compatibility/2006" xmlns:p14="http://schemas.microsoft.com/office/powerpoint/2010/main">
          <mc:Choice Requires="p14">
            <p:contentPart p14:bwMode="auto" r:id="rId28">
              <p14:nvContentPartPr>
                <p14:cNvPr id="36" name="Ink 35">
                  <a:extLst>
                    <a:ext uri="{FF2B5EF4-FFF2-40B4-BE49-F238E27FC236}">
                      <a16:creationId xmlns:a16="http://schemas.microsoft.com/office/drawing/2014/main" id="{C9E559A5-61E9-28B7-1558-84FDA883DA16}"/>
                    </a:ext>
                  </a:extLst>
                </p14:cNvPr>
                <p14:cNvContentPartPr/>
                <p14:nvPr/>
              </p14:nvContentPartPr>
              <p14:xfrm>
                <a:off x="9955036" y="5734792"/>
                <a:ext cx="104760" cy="27360"/>
              </p14:xfrm>
            </p:contentPart>
          </mc:Choice>
          <mc:Fallback xmlns="">
            <p:pic>
              <p:nvPicPr>
                <p:cNvPr id="36" name="Ink 35">
                  <a:extLst>
                    <a:ext uri="{FF2B5EF4-FFF2-40B4-BE49-F238E27FC236}">
                      <a16:creationId xmlns:a16="http://schemas.microsoft.com/office/drawing/2014/main" id="{C9E559A5-61E9-28B7-1558-84FDA883DA16}"/>
                    </a:ext>
                  </a:extLst>
                </p:cNvPr>
                <p:cNvPicPr/>
                <p:nvPr/>
              </p:nvPicPr>
              <p:blipFill>
                <a:blip r:embed="rId29"/>
                <a:stretch>
                  <a:fillRect/>
                </a:stretch>
              </p:blipFill>
              <p:spPr>
                <a:xfrm>
                  <a:off x="9946036" y="5725792"/>
                  <a:ext cx="12240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7" name="Ink 36">
                  <a:extLst>
                    <a:ext uri="{FF2B5EF4-FFF2-40B4-BE49-F238E27FC236}">
                      <a16:creationId xmlns:a16="http://schemas.microsoft.com/office/drawing/2014/main" id="{C7559745-AFB6-F855-908E-BA83BAD3CA83}"/>
                    </a:ext>
                  </a:extLst>
                </p14:cNvPr>
                <p14:cNvContentPartPr/>
                <p14:nvPr/>
              </p14:nvContentPartPr>
              <p14:xfrm>
                <a:off x="9926236" y="5841712"/>
                <a:ext cx="155160" cy="28440"/>
              </p14:xfrm>
            </p:contentPart>
          </mc:Choice>
          <mc:Fallback xmlns="">
            <p:pic>
              <p:nvPicPr>
                <p:cNvPr id="37" name="Ink 36">
                  <a:extLst>
                    <a:ext uri="{FF2B5EF4-FFF2-40B4-BE49-F238E27FC236}">
                      <a16:creationId xmlns:a16="http://schemas.microsoft.com/office/drawing/2014/main" id="{C7559745-AFB6-F855-908E-BA83BAD3CA83}"/>
                    </a:ext>
                  </a:extLst>
                </p:cNvPr>
                <p:cNvPicPr/>
                <p:nvPr/>
              </p:nvPicPr>
              <p:blipFill>
                <a:blip r:embed="rId31"/>
                <a:stretch>
                  <a:fillRect/>
                </a:stretch>
              </p:blipFill>
              <p:spPr>
                <a:xfrm>
                  <a:off x="9917596" y="5833072"/>
                  <a:ext cx="17280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41" name="Ink 40">
                  <a:extLst>
                    <a:ext uri="{FF2B5EF4-FFF2-40B4-BE49-F238E27FC236}">
                      <a16:creationId xmlns:a16="http://schemas.microsoft.com/office/drawing/2014/main" id="{2439178B-CEF3-672C-59E6-CD48E8186312}"/>
                    </a:ext>
                  </a:extLst>
                </p14:cNvPr>
                <p14:cNvContentPartPr/>
                <p14:nvPr/>
              </p14:nvContentPartPr>
              <p14:xfrm>
                <a:off x="10254556" y="5814712"/>
                <a:ext cx="326520" cy="35640"/>
              </p14:xfrm>
            </p:contentPart>
          </mc:Choice>
          <mc:Fallback xmlns="">
            <p:pic>
              <p:nvPicPr>
                <p:cNvPr id="41" name="Ink 40">
                  <a:extLst>
                    <a:ext uri="{FF2B5EF4-FFF2-40B4-BE49-F238E27FC236}">
                      <a16:creationId xmlns:a16="http://schemas.microsoft.com/office/drawing/2014/main" id="{2439178B-CEF3-672C-59E6-CD48E8186312}"/>
                    </a:ext>
                  </a:extLst>
                </p:cNvPr>
                <p:cNvPicPr/>
                <p:nvPr/>
              </p:nvPicPr>
              <p:blipFill>
                <a:blip r:embed="rId33"/>
                <a:stretch>
                  <a:fillRect/>
                </a:stretch>
              </p:blipFill>
              <p:spPr>
                <a:xfrm>
                  <a:off x="10245916" y="5805712"/>
                  <a:ext cx="34416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42" name="Ink 41">
                  <a:extLst>
                    <a:ext uri="{FF2B5EF4-FFF2-40B4-BE49-F238E27FC236}">
                      <a16:creationId xmlns:a16="http://schemas.microsoft.com/office/drawing/2014/main" id="{807A0F6A-B6B1-01F3-5F23-C1336C6AB023}"/>
                    </a:ext>
                  </a:extLst>
                </p14:cNvPr>
                <p14:cNvContentPartPr/>
                <p14:nvPr/>
              </p14:nvContentPartPr>
              <p14:xfrm>
                <a:off x="10289836" y="5513032"/>
                <a:ext cx="194040" cy="172080"/>
              </p14:xfrm>
            </p:contentPart>
          </mc:Choice>
          <mc:Fallback xmlns="">
            <p:pic>
              <p:nvPicPr>
                <p:cNvPr id="42" name="Ink 41">
                  <a:extLst>
                    <a:ext uri="{FF2B5EF4-FFF2-40B4-BE49-F238E27FC236}">
                      <a16:creationId xmlns:a16="http://schemas.microsoft.com/office/drawing/2014/main" id="{807A0F6A-B6B1-01F3-5F23-C1336C6AB023}"/>
                    </a:ext>
                  </a:extLst>
                </p:cNvPr>
                <p:cNvPicPr/>
                <p:nvPr/>
              </p:nvPicPr>
              <p:blipFill>
                <a:blip r:embed="rId35"/>
                <a:stretch>
                  <a:fillRect/>
                </a:stretch>
              </p:blipFill>
              <p:spPr>
                <a:xfrm>
                  <a:off x="10281196" y="5504392"/>
                  <a:ext cx="21168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43" name="Ink 42">
                  <a:extLst>
                    <a:ext uri="{FF2B5EF4-FFF2-40B4-BE49-F238E27FC236}">
                      <a16:creationId xmlns:a16="http://schemas.microsoft.com/office/drawing/2014/main" id="{11812E8E-3B21-8C6F-B1EE-0B2032F41897}"/>
                    </a:ext>
                  </a:extLst>
                </p14:cNvPr>
                <p14:cNvContentPartPr/>
                <p14:nvPr/>
              </p14:nvContentPartPr>
              <p14:xfrm>
                <a:off x="10498636" y="5650192"/>
                <a:ext cx="90720" cy="80640"/>
              </p14:xfrm>
            </p:contentPart>
          </mc:Choice>
          <mc:Fallback xmlns="">
            <p:pic>
              <p:nvPicPr>
                <p:cNvPr id="43" name="Ink 42">
                  <a:extLst>
                    <a:ext uri="{FF2B5EF4-FFF2-40B4-BE49-F238E27FC236}">
                      <a16:creationId xmlns:a16="http://schemas.microsoft.com/office/drawing/2014/main" id="{11812E8E-3B21-8C6F-B1EE-0B2032F41897}"/>
                    </a:ext>
                  </a:extLst>
                </p:cNvPr>
                <p:cNvPicPr/>
                <p:nvPr/>
              </p:nvPicPr>
              <p:blipFill>
                <a:blip r:embed="rId37"/>
                <a:stretch>
                  <a:fillRect/>
                </a:stretch>
              </p:blipFill>
              <p:spPr>
                <a:xfrm>
                  <a:off x="10489996" y="5641192"/>
                  <a:ext cx="10836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44" name="Ink 43">
                  <a:extLst>
                    <a:ext uri="{FF2B5EF4-FFF2-40B4-BE49-F238E27FC236}">
                      <a16:creationId xmlns:a16="http://schemas.microsoft.com/office/drawing/2014/main" id="{A157B43F-42EC-AC65-69D4-946851FA9A23}"/>
                    </a:ext>
                  </a:extLst>
                </p14:cNvPr>
                <p14:cNvContentPartPr/>
                <p14:nvPr/>
              </p14:nvContentPartPr>
              <p14:xfrm>
                <a:off x="10348876" y="5962312"/>
                <a:ext cx="18720" cy="188640"/>
              </p14:xfrm>
            </p:contentPart>
          </mc:Choice>
          <mc:Fallback xmlns="">
            <p:pic>
              <p:nvPicPr>
                <p:cNvPr id="44" name="Ink 43">
                  <a:extLst>
                    <a:ext uri="{FF2B5EF4-FFF2-40B4-BE49-F238E27FC236}">
                      <a16:creationId xmlns:a16="http://schemas.microsoft.com/office/drawing/2014/main" id="{A157B43F-42EC-AC65-69D4-946851FA9A23}"/>
                    </a:ext>
                  </a:extLst>
                </p:cNvPr>
                <p:cNvPicPr/>
                <p:nvPr/>
              </p:nvPicPr>
              <p:blipFill>
                <a:blip r:embed="rId39"/>
                <a:stretch>
                  <a:fillRect/>
                </a:stretch>
              </p:blipFill>
              <p:spPr>
                <a:xfrm>
                  <a:off x="10339876" y="5953672"/>
                  <a:ext cx="36360" cy="2062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45" name="Ink 44">
                  <a:extLst>
                    <a:ext uri="{FF2B5EF4-FFF2-40B4-BE49-F238E27FC236}">
                      <a16:creationId xmlns:a16="http://schemas.microsoft.com/office/drawing/2014/main" id="{EFE99840-8815-78F5-B475-EFFA058AD1CE}"/>
                    </a:ext>
                  </a:extLst>
                </p14:cNvPr>
                <p14:cNvContentPartPr/>
                <p14:nvPr/>
              </p14:nvContentPartPr>
              <p14:xfrm>
                <a:off x="10377316" y="5990392"/>
                <a:ext cx="113760" cy="103680"/>
              </p14:xfrm>
            </p:contentPart>
          </mc:Choice>
          <mc:Fallback xmlns="">
            <p:pic>
              <p:nvPicPr>
                <p:cNvPr id="45" name="Ink 44">
                  <a:extLst>
                    <a:ext uri="{FF2B5EF4-FFF2-40B4-BE49-F238E27FC236}">
                      <a16:creationId xmlns:a16="http://schemas.microsoft.com/office/drawing/2014/main" id="{EFE99840-8815-78F5-B475-EFFA058AD1CE}"/>
                    </a:ext>
                  </a:extLst>
                </p:cNvPr>
                <p:cNvPicPr/>
                <p:nvPr/>
              </p:nvPicPr>
              <p:blipFill>
                <a:blip r:embed="rId41"/>
                <a:stretch>
                  <a:fillRect/>
                </a:stretch>
              </p:blipFill>
              <p:spPr>
                <a:xfrm>
                  <a:off x="10368676" y="5981752"/>
                  <a:ext cx="131400" cy="1213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6" name="Ink 45">
                  <a:extLst>
                    <a:ext uri="{FF2B5EF4-FFF2-40B4-BE49-F238E27FC236}">
                      <a16:creationId xmlns:a16="http://schemas.microsoft.com/office/drawing/2014/main" id="{72C306B8-FE43-9A5B-7073-80445B56BC3C}"/>
                    </a:ext>
                  </a:extLst>
                </p14:cNvPr>
                <p14:cNvContentPartPr/>
                <p14:nvPr/>
              </p14:nvContentPartPr>
              <p14:xfrm>
                <a:off x="10560916" y="6040792"/>
                <a:ext cx="82800" cy="92880"/>
              </p14:xfrm>
            </p:contentPart>
          </mc:Choice>
          <mc:Fallback xmlns="">
            <p:pic>
              <p:nvPicPr>
                <p:cNvPr id="46" name="Ink 45">
                  <a:extLst>
                    <a:ext uri="{FF2B5EF4-FFF2-40B4-BE49-F238E27FC236}">
                      <a16:creationId xmlns:a16="http://schemas.microsoft.com/office/drawing/2014/main" id="{72C306B8-FE43-9A5B-7073-80445B56BC3C}"/>
                    </a:ext>
                  </a:extLst>
                </p:cNvPr>
                <p:cNvPicPr/>
                <p:nvPr/>
              </p:nvPicPr>
              <p:blipFill>
                <a:blip r:embed="rId43"/>
                <a:stretch>
                  <a:fillRect/>
                </a:stretch>
              </p:blipFill>
              <p:spPr>
                <a:xfrm>
                  <a:off x="10551916" y="6032152"/>
                  <a:ext cx="10044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7" name="Ink 16">
                  <a:extLst>
                    <a:ext uri="{FF2B5EF4-FFF2-40B4-BE49-F238E27FC236}">
                      <a16:creationId xmlns:a16="http://schemas.microsoft.com/office/drawing/2014/main" id="{AE9BBA75-0281-B956-695F-70C4ED8FF290}"/>
                    </a:ext>
                  </a:extLst>
                </p14:cNvPr>
                <p14:cNvContentPartPr/>
                <p14:nvPr/>
              </p14:nvContentPartPr>
              <p14:xfrm>
                <a:off x="8170516" y="5621392"/>
                <a:ext cx="134280" cy="225000"/>
              </p14:xfrm>
            </p:contentPart>
          </mc:Choice>
          <mc:Fallback xmlns="">
            <p:pic>
              <p:nvPicPr>
                <p:cNvPr id="17" name="Ink 16">
                  <a:extLst>
                    <a:ext uri="{FF2B5EF4-FFF2-40B4-BE49-F238E27FC236}">
                      <a16:creationId xmlns:a16="http://schemas.microsoft.com/office/drawing/2014/main" id="{AE9BBA75-0281-B956-695F-70C4ED8FF290}"/>
                    </a:ext>
                  </a:extLst>
                </p:cNvPr>
                <p:cNvPicPr/>
                <p:nvPr/>
              </p:nvPicPr>
              <p:blipFill>
                <a:blip r:embed="rId45"/>
                <a:stretch>
                  <a:fillRect/>
                </a:stretch>
              </p:blipFill>
              <p:spPr>
                <a:xfrm>
                  <a:off x="8161876" y="5612752"/>
                  <a:ext cx="151920" cy="2426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8" name="Ink 17">
                  <a:extLst>
                    <a:ext uri="{FF2B5EF4-FFF2-40B4-BE49-F238E27FC236}">
                      <a16:creationId xmlns:a16="http://schemas.microsoft.com/office/drawing/2014/main" id="{4ADC31CF-C28A-0E61-68F6-4E52858DE1A1}"/>
                    </a:ext>
                  </a:extLst>
                </p14:cNvPr>
                <p14:cNvContentPartPr/>
                <p14:nvPr/>
              </p14:nvContentPartPr>
              <p14:xfrm>
                <a:off x="8351236" y="5765392"/>
                <a:ext cx="4680" cy="97920"/>
              </p14:xfrm>
            </p:contentPart>
          </mc:Choice>
          <mc:Fallback xmlns="">
            <p:pic>
              <p:nvPicPr>
                <p:cNvPr id="18" name="Ink 17">
                  <a:extLst>
                    <a:ext uri="{FF2B5EF4-FFF2-40B4-BE49-F238E27FC236}">
                      <a16:creationId xmlns:a16="http://schemas.microsoft.com/office/drawing/2014/main" id="{4ADC31CF-C28A-0E61-68F6-4E52858DE1A1}"/>
                    </a:ext>
                  </a:extLst>
                </p:cNvPr>
                <p:cNvPicPr/>
                <p:nvPr/>
              </p:nvPicPr>
              <p:blipFill>
                <a:blip r:embed="rId47"/>
                <a:stretch>
                  <a:fillRect/>
                </a:stretch>
              </p:blipFill>
              <p:spPr>
                <a:xfrm>
                  <a:off x="8342596" y="5756752"/>
                  <a:ext cx="22320" cy="1155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9" name="Ink 18">
                  <a:extLst>
                    <a:ext uri="{FF2B5EF4-FFF2-40B4-BE49-F238E27FC236}">
                      <a16:creationId xmlns:a16="http://schemas.microsoft.com/office/drawing/2014/main" id="{FD3E2D1F-A38B-0F63-976A-E3F49F30F30D}"/>
                    </a:ext>
                  </a:extLst>
                </p14:cNvPr>
                <p14:cNvContentPartPr/>
                <p14:nvPr/>
              </p14:nvContentPartPr>
              <p14:xfrm>
                <a:off x="8452036" y="5755672"/>
                <a:ext cx="266040" cy="10800"/>
              </p14:xfrm>
            </p:contentPart>
          </mc:Choice>
          <mc:Fallback xmlns="">
            <p:pic>
              <p:nvPicPr>
                <p:cNvPr id="19" name="Ink 18">
                  <a:extLst>
                    <a:ext uri="{FF2B5EF4-FFF2-40B4-BE49-F238E27FC236}">
                      <a16:creationId xmlns:a16="http://schemas.microsoft.com/office/drawing/2014/main" id="{FD3E2D1F-A38B-0F63-976A-E3F49F30F30D}"/>
                    </a:ext>
                  </a:extLst>
                </p:cNvPr>
                <p:cNvPicPr/>
                <p:nvPr/>
              </p:nvPicPr>
              <p:blipFill>
                <a:blip r:embed="rId49"/>
                <a:stretch>
                  <a:fillRect/>
                </a:stretch>
              </p:blipFill>
              <p:spPr>
                <a:xfrm>
                  <a:off x="8443036" y="5747032"/>
                  <a:ext cx="28368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0" name="Ink 19">
                  <a:extLst>
                    <a:ext uri="{FF2B5EF4-FFF2-40B4-BE49-F238E27FC236}">
                      <a16:creationId xmlns:a16="http://schemas.microsoft.com/office/drawing/2014/main" id="{E6234D95-910B-360A-A70C-1A797464AC5E}"/>
                    </a:ext>
                  </a:extLst>
                </p14:cNvPr>
                <p14:cNvContentPartPr/>
                <p14:nvPr/>
              </p14:nvContentPartPr>
              <p14:xfrm>
                <a:off x="8448796" y="5334832"/>
                <a:ext cx="116640" cy="344520"/>
              </p14:xfrm>
            </p:contentPart>
          </mc:Choice>
          <mc:Fallback xmlns="">
            <p:pic>
              <p:nvPicPr>
                <p:cNvPr id="20" name="Ink 19">
                  <a:extLst>
                    <a:ext uri="{FF2B5EF4-FFF2-40B4-BE49-F238E27FC236}">
                      <a16:creationId xmlns:a16="http://schemas.microsoft.com/office/drawing/2014/main" id="{E6234D95-910B-360A-A70C-1A797464AC5E}"/>
                    </a:ext>
                  </a:extLst>
                </p:cNvPr>
                <p:cNvPicPr/>
                <p:nvPr/>
              </p:nvPicPr>
              <p:blipFill>
                <a:blip r:embed="rId51"/>
                <a:stretch>
                  <a:fillRect/>
                </a:stretch>
              </p:blipFill>
              <p:spPr>
                <a:xfrm>
                  <a:off x="8440156" y="5326192"/>
                  <a:ext cx="134280" cy="3621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1" name="Ink 20">
                  <a:extLst>
                    <a:ext uri="{FF2B5EF4-FFF2-40B4-BE49-F238E27FC236}">
                      <a16:creationId xmlns:a16="http://schemas.microsoft.com/office/drawing/2014/main" id="{3803ED43-C9BC-3DF1-CC16-9C27457FABDE}"/>
                    </a:ext>
                  </a:extLst>
                </p14:cNvPr>
                <p14:cNvContentPartPr/>
                <p14:nvPr/>
              </p14:nvContentPartPr>
              <p14:xfrm>
                <a:off x="8608996" y="5433832"/>
                <a:ext cx="63000" cy="193680"/>
              </p14:xfrm>
            </p:contentPart>
          </mc:Choice>
          <mc:Fallback xmlns="">
            <p:pic>
              <p:nvPicPr>
                <p:cNvPr id="21" name="Ink 20">
                  <a:extLst>
                    <a:ext uri="{FF2B5EF4-FFF2-40B4-BE49-F238E27FC236}">
                      <a16:creationId xmlns:a16="http://schemas.microsoft.com/office/drawing/2014/main" id="{3803ED43-C9BC-3DF1-CC16-9C27457FABDE}"/>
                    </a:ext>
                  </a:extLst>
                </p:cNvPr>
                <p:cNvPicPr/>
                <p:nvPr/>
              </p:nvPicPr>
              <p:blipFill>
                <a:blip r:embed="rId53"/>
                <a:stretch>
                  <a:fillRect/>
                </a:stretch>
              </p:blipFill>
              <p:spPr>
                <a:xfrm>
                  <a:off x="8599996" y="5424832"/>
                  <a:ext cx="80640" cy="2113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22" name="Ink 21">
                  <a:extLst>
                    <a:ext uri="{FF2B5EF4-FFF2-40B4-BE49-F238E27FC236}">
                      <a16:creationId xmlns:a16="http://schemas.microsoft.com/office/drawing/2014/main" id="{D3E63D0D-67C0-B24F-2927-DD10AAFE548E}"/>
                    </a:ext>
                  </a:extLst>
                </p14:cNvPr>
                <p14:cNvContentPartPr/>
                <p14:nvPr/>
              </p14:nvContentPartPr>
              <p14:xfrm>
                <a:off x="8699716" y="5592592"/>
                <a:ext cx="24480" cy="63360"/>
              </p14:xfrm>
            </p:contentPart>
          </mc:Choice>
          <mc:Fallback xmlns="">
            <p:pic>
              <p:nvPicPr>
                <p:cNvPr id="22" name="Ink 21">
                  <a:extLst>
                    <a:ext uri="{FF2B5EF4-FFF2-40B4-BE49-F238E27FC236}">
                      <a16:creationId xmlns:a16="http://schemas.microsoft.com/office/drawing/2014/main" id="{D3E63D0D-67C0-B24F-2927-DD10AAFE548E}"/>
                    </a:ext>
                  </a:extLst>
                </p:cNvPr>
                <p:cNvPicPr/>
                <p:nvPr/>
              </p:nvPicPr>
              <p:blipFill>
                <a:blip r:embed="rId55"/>
                <a:stretch>
                  <a:fillRect/>
                </a:stretch>
              </p:blipFill>
              <p:spPr>
                <a:xfrm>
                  <a:off x="8691076" y="5583952"/>
                  <a:ext cx="42120" cy="810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23" name="Ink 22">
                  <a:extLst>
                    <a:ext uri="{FF2B5EF4-FFF2-40B4-BE49-F238E27FC236}">
                      <a16:creationId xmlns:a16="http://schemas.microsoft.com/office/drawing/2014/main" id="{D7F91CFA-5F4D-445A-308E-18AC100F630E}"/>
                    </a:ext>
                  </a:extLst>
                </p14:cNvPr>
                <p14:cNvContentPartPr/>
                <p14:nvPr/>
              </p14:nvContentPartPr>
              <p14:xfrm>
                <a:off x="8458156" y="5861512"/>
                <a:ext cx="200160" cy="211680"/>
              </p14:xfrm>
            </p:contentPart>
          </mc:Choice>
          <mc:Fallback xmlns="">
            <p:pic>
              <p:nvPicPr>
                <p:cNvPr id="23" name="Ink 22">
                  <a:extLst>
                    <a:ext uri="{FF2B5EF4-FFF2-40B4-BE49-F238E27FC236}">
                      <a16:creationId xmlns:a16="http://schemas.microsoft.com/office/drawing/2014/main" id="{D7F91CFA-5F4D-445A-308E-18AC100F630E}"/>
                    </a:ext>
                  </a:extLst>
                </p:cNvPr>
                <p:cNvPicPr/>
                <p:nvPr/>
              </p:nvPicPr>
              <p:blipFill>
                <a:blip r:embed="rId57"/>
                <a:stretch>
                  <a:fillRect/>
                </a:stretch>
              </p:blipFill>
              <p:spPr>
                <a:xfrm>
                  <a:off x="8449516" y="5852512"/>
                  <a:ext cx="217800" cy="2293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24" name="Ink 23">
                  <a:extLst>
                    <a:ext uri="{FF2B5EF4-FFF2-40B4-BE49-F238E27FC236}">
                      <a16:creationId xmlns:a16="http://schemas.microsoft.com/office/drawing/2014/main" id="{C7CD45B5-E299-F6BE-3FB3-02AAA7B9165A}"/>
                    </a:ext>
                  </a:extLst>
                </p14:cNvPr>
                <p14:cNvContentPartPr/>
                <p14:nvPr/>
              </p14:nvContentPartPr>
              <p14:xfrm>
                <a:off x="8599276" y="5916952"/>
                <a:ext cx="77040" cy="20520"/>
              </p14:xfrm>
            </p:contentPart>
          </mc:Choice>
          <mc:Fallback xmlns="">
            <p:pic>
              <p:nvPicPr>
                <p:cNvPr id="24" name="Ink 23">
                  <a:extLst>
                    <a:ext uri="{FF2B5EF4-FFF2-40B4-BE49-F238E27FC236}">
                      <a16:creationId xmlns:a16="http://schemas.microsoft.com/office/drawing/2014/main" id="{C7CD45B5-E299-F6BE-3FB3-02AAA7B9165A}"/>
                    </a:ext>
                  </a:extLst>
                </p:cNvPr>
                <p:cNvPicPr/>
                <p:nvPr/>
              </p:nvPicPr>
              <p:blipFill>
                <a:blip r:embed="rId59"/>
                <a:stretch>
                  <a:fillRect/>
                </a:stretch>
              </p:blipFill>
              <p:spPr>
                <a:xfrm>
                  <a:off x="8590276" y="5908312"/>
                  <a:ext cx="9468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26" name="Ink 25">
                  <a:extLst>
                    <a:ext uri="{FF2B5EF4-FFF2-40B4-BE49-F238E27FC236}">
                      <a16:creationId xmlns:a16="http://schemas.microsoft.com/office/drawing/2014/main" id="{9EF034E5-A1CA-F528-6682-CF7F561A4AA0}"/>
                    </a:ext>
                  </a:extLst>
                </p14:cNvPr>
                <p14:cNvContentPartPr/>
                <p14:nvPr/>
              </p14:nvContentPartPr>
              <p14:xfrm>
                <a:off x="8929756" y="5708152"/>
                <a:ext cx="99360" cy="22680"/>
              </p14:xfrm>
            </p:contentPart>
          </mc:Choice>
          <mc:Fallback xmlns="">
            <p:pic>
              <p:nvPicPr>
                <p:cNvPr id="26" name="Ink 25">
                  <a:extLst>
                    <a:ext uri="{FF2B5EF4-FFF2-40B4-BE49-F238E27FC236}">
                      <a16:creationId xmlns:a16="http://schemas.microsoft.com/office/drawing/2014/main" id="{9EF034E5-A1CA-F528-6682-CF7F561A4AA0}"/>
                    </a:ext>
                  </a:extLst>
                </p:cNvPr>
                <p:cNvPicPr/>
                <p:nvPr/>
              </p:nvPicPr>
              <p:blipFill>
                <a:blip r:embed="rId61"/>
                <a:stretch>
                  <a:fillRect/>
                </a:stretch>
              </p:blipFill>
              <p:spPr>
                <a:xfrm>
                  <a:off x="8920756" y="5699152"/>
                  <a:ext cx="11700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27" name="Ink 26">
                  <a:extLst>
                    <a:ext uri="{FF2B5EF4-FFF2-40B4-BE49-F238E27FC236}">
                      <a16:creationId xmlns:a16="http://schemas.microsoft.com/office/drawing/2014/main" id="{0AFEA8E2-2EF1-5EED-661E-D116E7C19EA8}"/>
                    </a:ext>
                  </a:extLst>
                </p14:cNvPr>
                <p14:cNvContentPartPr/>
                <p14:nvPr/>
              </p14:nvContentPartPr>
              <p14:xfrm>
                <a:off x="8875036" y="5808232"/>
                <a:ext cx="143280" cy="31320"/>
              </p14:xfrm>
            </p:contentPart>
          </mc:Choice>
          <mc:Fallback xmlns="">
            <p:pic>
              <p:nvPicPr>
                <p:cNvPr id="27" name="Ink 26">
                  <a:extLst>
                    <a:ext uri="{FF2B5EF4-FFF2-40B4-BE49-F238E27FC236}">
                      <a16:creationId xmlns:a16="http://schemas.microsoft.com/office/drawing/2014/main" id="{0AFEA8E2-2EF1-5EED-661E-D116E7C19EA8}"/>
                    </a:ext>
                  </a:extLst>
                </p:cNvPr>
                <p:cNvPicPr/>
                <p:nvPr/>
              </p:nvPicPr>
              <p:blipFill>
                <a:blip r:embed="rId63"/>
                <a:stretch>
                  <a:fillRect/>
                </a:stretch>
              </p:blipFill>
              <p:spPr>
                <a:xfrm>
                  <a:off x="8866036" y="5799232"/>
                  <a:ext cx="16092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28" name="Ink 27">
                  <a:extLst>
                    <a:ext uri="{FF2B5EF4-FFF2-40B4-BE49-F238E27FC236}">
                      <a16:creationId xmlns:a16="http://schemas.microsoft.com/office/drawing/2014/main" id="{4F83BA1C-727E-1F23-2454-B0801F1AA188}"/>
                    </a:ext>
                  </a:extLst>
                </p14:cNvPr>
                <p14:cNvContentPartPr/>
                <p14:nvPr/>
              </p14:nvContentPartPr>
              <p14:xfrm>
                <a:off x="9191116" y="5732632"/>
                <a:ext cx="474120" cy="79200"/>
              </p14:xfrm>
            </p:contentPart>
          </mc:Choice>
          <mc:Fallback xmlns="">
            <p:pic>
              <p:nvPicPr>
                <p:cNvPr id="28" name="Ink 27">
                  <a:extLst>
                    <a:ext uri="{FF2B5EF4-FFF2-40B4-BE49-F238E27FC236}">
                      <a16:creationId xmlns:a16="http://schemas.microsoft.com/office/drawing/2014/main" id="{4F83BA1C-727E-1F23-2454-B0801F1AA188}"/>
                    </a:ext>
                  </a:extLst>
                </p:cNvPr>
                <p:cNvPicPr/>
                <p:nvPr/>
              </p:nvPicPr>
              <p:blipFill>
                <a:blip r:embed="rId65"/>
                <a:stretch>
                  <a:fillRect/>
                </a:stretch>
              </p:blipFill>
              <p:spPr>
                <a:xfrm>
                  <a:off x="9182116" y="5723632"/>
                  <a:ext cx="49176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29" name="Ink 28">
                  <a:extLst>
                    <a:ext uri="{FF2B5EF4-FFF2-40B4-BE49-F238E27FC236}">
                      <a16:creationId xmlns:a16="http://schemas.microsoft.com/office/drawing/2014/main" id="{DAD49649-3284-628E-53A3-2B5BBBEBC285}"/>
                    </a:ext>
                  </a:extLst>
                </p14:cNvPr>
                <p14:cNvContentPartPr/>
                <p14:nvPr/>
              </p14:nvContentPartPr>
              <p14:xfrm>
                <a:off x="9170956" y="5423032"/>
                <a:ext cx="133920" cy="153000"/>
              </p14:xfrm>
            </p:contentPart>
          </mc:Choice>
          <mc:Fallback xmlns="">
            <p:pic>
              <p:nvPicPr>
                <p:cNvPr id="29" name="Ink 28">
                  <a:extLst>
                    <a:ext uri="{FF2B5EF4-FFF2-40B4-BE49-F238E27FC236}">
                      <a16:creationId xmlns:a16="http://schemas.microsoft.com/office/drawing/2014/main" id="{DAD49649-3284-628E-53A3-2B5BBBEBC285}"/>
                    </a:ext>
                  </a:extLst>
                </p:cNvPr>
                <p:cNvPicPr/>
                <p:nvPr/>
              </p:nvPicPr>
              <p:blipFill>
                <a:blip r:embed="rId67"/>
                <a:stretch>
                  <a:fillRect/>
                </a:stretch>
              </p:blipFill>
              <p:spPr>
                <a:xfrm>
                  <a:off x="9162316" y="5414032"/>
                  <a:ext cx="151560" cy="1706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30" name="Ink 29">
                  <a:extLst>
                    <a:ext uri="{FF2B5EF4-FFF2-40B4-BE49-F238E27FC236}">
                      <a16:creationId xmlns:a16="http://schemas.microsoft.com/office/drawing/2014/main" id="{EA9E7920-FEB7-7FD4-964D-9827884E3C30}"/>
                    </a:ext>
                  </a:extLst>
                </p14:cNvPr>
                <p14:cNvContentPartPr/>
                <p14:nvPr/>
              </p14:nvContentPartPr>
              <p14:xfrm>
                <a:off x="9386236" y="5477752"/>
                <a:ext cx="167400" cy="155160"/>
              </p14:xfrm>
            </p:contentPart>
          </mc:Choice>
          <mc:Fallback xmlns="">
            <p:pic>
              <p:nvPicPr>
                <p:cNvPr id="30" name="Ink 29">
                  <a:extLst>
                    <a:ext uri="{FF2B5EF4-FFF2-40B4-BE49-F238E27FC236}">
                      <a16:creationId xmlns:a16="http://schemas.microsoft.com/office/drawing/2014/main" id="{EA9E7920-FEB7-7FD4-964D-9827884E3C30}"/>
                    </a:ext>
                  </a:extLst>
                </p:cNvPr>
                <p:cNvPicPr/>
                <p:nvPr/>
              </p:nvPicPr>
              <p:blipFill>
                <a:blip r:embed="rId69"/>
                <a:stretch>
                  <a:fillRect/>
                </a:stretch>
              </p:blipFill>
              <p:spPr>
                <a:xfrm>
                  <a:off x="9377596" y="5468752"/>
                  <a:ext cx="18504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31" name="Ink 30">
                  <a:extLst>
                    <a:ext uri="{FF2B5EF4-FFF2-40B4-BE49-F238E27FC236}">
                      <a16:creationId xmlns:a16="http://schemas.microsoft.com/office/drawing/2014/main" id="{42E2C8FE-C0B2-B4D5-FED7-CFC44EDFD2EC}"/>
                    </a:ext>
                  </a:extLst>
                </p14:cNvPr>
                <p14:cNvContentPartPr/>
                <p14:nvPr/>
              </p14:nvContentPartPr>
              <p14:xfrm>
                <a:off x="9601516" y="5415472"/>
                <a:ext cx="59040" cy="185760"/>
              </p14:xfrm>
            </p:contentPart>
          </mc:Choice>
          <mc:Fallback xmlns="">
            <p:pic>
              <p:nvPicPr>
                <p:cNvPr id="31" name="Ink 30">
                  <a:extLst>
                    <a:ext uri="{FF2B5EF4-FFF2-40B4-BE49-F238E27FC236}">
                      <a16:creationId xmlns:a16="http://schemas.microsoft.com/office/drawing/2014/main" id="{42E2C8FE-C0B2-B4D5-FED7-CFC44EDFD2EC}"/>
                    </a:ext>
                  </a:extLst>
                </p:cNvPr>
                <p:cNvPicPr/>
                <p:nvPr/>
              </p:nvPicPr>
              <p:blipFill>
                <a:blip r:embed="rId71"/>
                <a:stretch>
                  <a:fillRect/>
                </a:stretch>
              </p:blipFill>
              <p:spPr>
                <a:xfrm>
                  <a:off x="9592516" y="5406472"/>
                  <a:ext cx="7668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32" name="Ink 31">
                  <a:extLst>
                    <a:ext uri="{FF2B5EF4-FFF2-40B4-BE49-F238E27FC236}">
                      <a16:creationId xmlns:a16="http://schemas.microsoft.com/office/drawing/2014/main" id="{47975511-C428-821F-FAFA-A69B3A8E0045}"/>
                    </a:ext>
                  </a:extLst>
                </p14:cNvPr>
                <p14:cNvContentPartPr/>
                <p14:nvPr/>
              </p14:nvContentPartPr>
              <p14:xfrm>
                <a:off x="9691876" y="5509432"/>
                <a:ext cx="58320" cy="74160"/>
              </p14:xfrm>
            </p:contentPart>
          </mc:Choice>
          <mc:Fallback xmlns="">
            <p:pic>
              <p:nvPicPr>
                <p:cNvPr id="32" name="Ink 31">
                  <a:extLst>
                    <a:ext uri="{FF2B5EF4-FFF2-40B4-BE49-F238E27FC236}">
                      <a16:creationId xmlns:a16="http://schemas.microsoft.com/office/drawing/2014/main" id="{47975511-C428-821F-FAFA-A69B3A8E0045}"/>
                    </a:ext>
                  </a:extLst>
                </p:cNvPr>
                <p:cNvPicPr/>
                <p:nvPr/>
              </p:nvPicPr>
              <p:blipFill>
                <a:blip r:embed="rId73"/>
                <a:stretch>
                  <a:fillRect/>
                </a:stretch>
              </p:blipFill>
              <p:spPr>
                <a:xfrm>
                  <a:off x="9683236" y="5500432"/>
                  <a:ext cx="7596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33" name="Ink 32">
                  <a:extLst>
                    <a:ext uri="{FF2B5EF4-FFF2-40B4-BE49-F238E27FC236}">
                      <a16:creationId xmlns:a16="http://schemas.microsoft.com/office/drawing/2014/main" id="{3424C104-0C88-727F-E7AD-A18A19FC0FD8}"/>
                    </a:ext>
                  </a:extLst>
                </p14:cNvPr>
                <p14:cNvContentPartPr/>
                <p14:nvPr/>
              </p14:nvContentPartPr>
              <p14:xfrm>
                <a:off x="9400276" y="5943592"/>
                <a:ext cx="5400" cy="153360"/>
              </p14:xfrm>
            </p:contentPart>
          </mc:Choice>
          <mc:Fallback xmlns="">
            <p:pic>
              <p:nvPicPr>
                <p:cNvPr id="33" name="Ink 32">
                  <a:extLst>
                    <a:ext uri="{FF2B5EF4-FFF2-40B4-BE49-F238E27FC236}">
                      <a16:creationId xmlns:a16="http://schemas.microsoft.com/office/drawing/2014/main" id="{3424C104-0C88-727F-E7AD-A18A19FC0FD8}"/>
                    </a:ext>
                  </a:extLst>
                </p:cNvPr>
                <p:cNvPicPr/>
                <p:nvPr/>
              </p:nvPicPr>
              <p:blipFill>
                <a:blip r:embed="rId75"/>
                <a:stretch>
                  <a:fillRect/>
                </a:stretch>
              </p:blipFill>
              <p:spPr>
                <a:xfrm>
                  <a:off x="9391636" y="5934592"/>
                  <a:ext cx="2304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34" name="Ink 33">
                  <a:extLst>
                    <a:ext uri="{FF2B5EF4-FFF2-40B4-BE49-F238E27FC236}">
                      <a16:creationId xmlns:a16="http://schemas.microsoft.com/office/drawing/2014/main" id="{6DD49DDD-3611-BCFF-8BFC-9BECCF99692C}"/>
                    </a:ext>
                  </a:extLst>
                </p14:cNvPr>
                <p14:cNvContentPartPr/>
                <p14:nvPr/>
              </p14:nvContentPartPr>
              <p14:xfrm>
                <a:off x="9399916" y="5938552"/>
                <a:ext cx="167760" cy="144360"/>
              </p14:xfrm>
            </p:contentPart>
          </mc:Choice>
          <mc:Fallback xmlns="">
            <p:pic>
              <p:nvPicPr>
                <p:cNvPr id="34" name="Ink 33">
                  <a:extLst>
                    <a:ext uri="{FF2B5EF4-FFF2-40B4-BE49-F238E27FC236}">
                      <a16:creationId xmlns:a16="http://schemas.microsoft.com/office/drawing/2014/main" id="{6DD49DDD-3611-BCFF-8BFC-9BECCF99692C}"/>
                    </a:ext>
                  </a:extLst>
                </p:cNvPr>
                <p:cNvPicPr/>
                <p:nvPr/>
              </p:nvPicPr>
              <p:blipFill>
                <a:blip r:embed="rId77"/>
                <a:stretch>
                  <a:fillRect/>
                </a:stretch>
              </p:blipFill>
              <p:spPr>
                <a:xfrm>
                  <a:off x="9391276" y="5929552"/>
                  <a:ext cx="185400" cy="1620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35" name="Ink 34">
                  <a:extLst>
                    <a:ext uri="{FF2B5EF4-FFF2-40B4-BE49-F238E27FC236}">
                      <a16:creationId xmlns:a16="http://schemas.microsoft.com/office/drawing/2014/main" id="{2486F995-25A4-E5E4-3C64-0AE19DAFC9C0}"/>
                    </a:ext>
                  </a:extLst>
                </p14:cNvPr>
                <p14:cNvContentPartPr/>
                <p14:nvPr/>
              </p14:nvContentPartPr>
              <p14:xfrm>
                <a:off x="9620596" y="6001912"/>
                <a:ext cx="97920" cy="65880"/>
              </p14:xfrm>
            </p:contentPart>
          </mc:Choice>
          <mc:Fallback xmlns="">
            <p:pic>
              <p:nvPicPr>
                <p:cNvPr id="35" name="Ink 34">
                  <a:extLst>
                    <a:ext uri="{FF2B5EF4-FFF2-40B4-BE49-F238E27FC236}">
                      <a16:creationId xmlns:a16="http://schemas.microsoft.com/office/drawing/2014/main" id="{2486F995-25A4-E5E4-3C64-0AE19DAFC9C0}"/>
                    </a:ext>
                  </a:extLst>
                </p:cNvPr>
                <p:cNvPicPr/>
                <p:nvPr/>
              </p:nvPicPr>
              <p:blipFill>
                <a:blip r:embed="rId79"/>
                <a:stretch>
                  <a:fillRect/>
                </a:stretch>
              </p:blipFill>
              <p:spPr>
                <a:xfrm>
                  <a:off x="9611596" y="5992912"/>
                  <a:ext cx="11556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9" name="Ink 48">
                  <a:extLst>
                    <a:ext uri="{FF2B5EF4-FFF2-40B4-BE49-F238E27FC236}">
                      <a16:creationId xmlns:a16="http://schemas.microsoft.com/office/drawing/2014/main" id="{C33734EF-8C12-8F00-5F23-20F5392FC6FD}"/>
                    </a:ext>
                  </a:extLst>
                </p14:cNvPr>
                <p14:cNvContentPartPr/>
                <p14:nvPr/>
              </p14:nvContentPartPr>
              <p14:xfrm>
                <a:off x="8674516" y="5600872"/>
                <a:ext cx="34560" cy="54720"/>
              </p14:xfrm>
            </p:contentPart>
          </mc:Choice>
          <mc:Fallback xmlns="">
            <p:pic>
              <p:nvPicPr>
                <p:cNvPr id="49" name="Ink 48">
                  <a:extLst>
                    <a:ext uri="{FF2B5EF4-FFF2-40B4-BE49-F238E27FC236}">
                      <a16:creationId xmlns:a16="http://schemas.microsoft.com/office/drawing/2014/main" id="{C33734EF-8C12-8F00-5F23-20F5392FC6FD}"/>
                    </a:ext>
                  </a:extLst>
                </p:cNvPr>
                <p:cNvPicPr/>
                <p:nvPr/>
              </p:nvPicPr>
              <p:blipFill>
                <a:blip r:embed="rId81"/>
                <a:stretch>
                  <a:fillRect/>
                </a:stretch>
              </p:blipFill>
              <p:spPr>
                <a:xfrm>
                  <a:off x="8665876" y="5592232"/>
                  <a:ext cx="5220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1" name="Ink 50">
                  <a:extLst>
                    <a:ext uri="{FF2B5EF4-FFF2-40B4-BE49-F238E27FC236}">
                      <a16:creationId xmlns:a16="http://schemas.microsoft.com/office/drawing/2014/main" id="{E3988344-536F-C0E6-39E6-BEC07BD92963}"/>
                    </a:ext>
                  </a:extLst>
                </p14:cNvPr>
                <p14:cNvContentPartPr/>
                <p14:nvPr/>
              </p14:nvContentPartPr>
              <p14:xfrm>
                <a:off x="8409196" y="6202432"/>
                <a:ext cx="68760" cy="262080"/>
              </p14:xfrm>
            </p:contentPart>
          </mc:Choice>
          <mc:Fallback xmlns="">
            <p:pic>
              <p:nvPicPr>
                <p:cNvPr id="51" name="Ink 50">
                  <a:extLst>
                    <a:ext uri="{FF2B5EF4-FFF2-40B4-BE49-F238E27FC236}">
                      <a16:creationId xmlns:a16="http://schemas.microsoft.com/office/drawing/2014/main" id="{E3988344-536F-C0E6-39E6-BEC07BD92963}"/>
                    </a:ext>
                  </a:extLst>
                </p:cNvPr>
                <p:cNvPicPr/>
                <p:nvPr/>
              </p:nvPicPr>
              <p:blipFill>
                <a:blip r:embed="rId83"/>
                <a:stretch>
                  <a:fillRect/>
                </a:stretch>
              </p:blipFill>
              <p:spPr>
                <a:xfrm>
                  <a:off x="8400196" y="6193432"/>
                  <a:ext cx="86400" cy="2797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2" name="Ink 51">
                  <a:extLst>
                    <a:ext uri="{FF2B5EF4-FFF2-40B4-BE49-F238E27FC236}">
                      <a16:creationId xmlns:a16="http://schemas.microsoft.com/office/drawing/2014/main" id="{206B9402-9BE6-085F-68D8-563977ECDB46}"/>
                    </a:ext>
                  </a:extLst>
                </p14:cNvPr>
                <p14:cNvContentPartPr/>
                <p14:nvPr/>
              </p14:nvContentPartPr>
              <p14:xfrm>
                <a:off x="8522956" y="6291712"/>
                <a:ext cx="80280" cy="133560"/>
              </p14:xfrm>
            </p:contentPart>
          </mc:Choice>
          <mc:Fallback xmlns="">
            <p:pic>
              <p:nvPicPr>
                <p:cNvPr id="52" name="Ink 51">
                  <a:extLst>
                    <a:ext uri="{FF2B5EF4-FFF2-40B4-BE49-F238E27FC236}">
                      <a16:creationId xmlns:a16="http://schemas.microsoft.com/office/drawing/2014/main" id="{206B9402-9BE6-085F-68D8-563977ECDB46}"/>
                    </a:ext>
                  </a:extLst>
                </p:cNvPr>
                <p:cNvPicPr/>
                <p:nvPr/>
              </p:nvPicPr>
              <p:blipFill>
                <a:blip r:embed="rId85"/>
                <a:stretch>
                  <a:fillRect/>
                </a:stretch>
              </p:blipFill>
              <p:spPr>
                <a:xfrm>
                  <a:off x="8513956" y="6283072"/>
                  <a:ext cx="9792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3" name="Ink 52">
                  <a:extLst>
                    <a:ext uri="{FF2B5EF4-FFF2-40B4-BE49-F238E27FC236}">
                      <a16:creationId xmlns:a16="http://schemas.microsoft.com/office/drawing/2014/main" id="{D471401D-8602-F7BE-6C87-8B5B5AED019C}"/>
                    </a:ext>
                  </a:extLst>
                </p14:cNvPr>
                <p14:cNvContentPartPr/>
                <p14:nvPr/>
              </p14:nvContentPartPr>
              <p14:xfrm>
                <a:off x="8638156" y="6330232"/>
                <a:ext cx="51120" cy="69480"/>
              </p14:xfrm>
            </p:contentPart>
          </mc:Choice>
          <mc:Fallback xmlns="">
            <p:pic>
              <p:nvPicPr>
                <p:cNvPr id="53" name="Ink 52">
                  <a:extLst>
                    <a:ext uri="{FF2B5EF4-FFF2-40B4-BE49-F238E27FC236}">
                      <a16:creationId xmlns:a16="http://schemas.microsoft.com/office/drawing/2014/main" id="{D471401D-8602-F7BE-6C87-8B5B5AED019C}"/>
                    </a:ext>
                  </a:extLst>
                </p:cNvPr>
                <p:cNvPicPr/>
                <p:nvPr/>
              </p:nvPicPr>
              <p:blipFill>
                <a:blip r:embed="rId87"/>
                <a:stretch>
                  <a:fillRect/>
                </a:stretch>
              </p:blipFill>
              <p:spPr>
                <a:xfrm>
                  <a:off x="8629156" y="6321592"/>
                  <a:ext cx="68760" cy="871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4" name="Ink 53">
                  <a:extLst>
                    <a:ext uri="{FF2B5EF4-FFF2-40B4-BE49-F238E27FC236}">
                      <a16:creationId xmlns:a16="http://schemas.microsoft.com/office/drawing/2014/main" id="{C3CDC6F7-6DCF-FD3C-4317-05E7051D365C}"/>
                    </a:ext>
                  </a:extLst>
                </p14:cNvPr>
                <p14:cNvContentPartPr/>
                <p14:nvPr/>
              </p14:nvContentPartPr>
              <p14:xfrm>
                <a:off x="8271316" y="6484672"/>
                <a:ext cx="446040" cy="98280"/>
              </p14:xfrm>
            </p:contentPart>
          </mc:Choice>
          <mc:Fallback xmlns="">
            <p:pic>
              <p:nvPicPr>
                <p:cNvPr id="54" name="Ink 53">
                  <a:extLst>
                    <a:ext uri="{FF2B5EF4-FFF2-40B4-BE49-F238E27FC236}">
                      <a16:creationId xmlns:a16="http://schemas.microsoft.com/office/drawing/2014/main" id="{C3CDC6F7-6DCF-FD3C-4317-05E7051D365C}"/>
                    </a:ext>
                  </a:extLst>
                </p:cNvPr>
                <p:cNvPicPr/>
                <p:nvPr/>
              </p:nvPicPr>
              <p:blipFill>
                <a:blip r:embed="rId89"/>
                <a:stretch>
                  <a:fillRect/>
                </a:stretch>
              </p:blipFill>
              <p:spPr>
                <a:xfrm>
                  <a:off x="8262316" y="6475672"/>
                  <a:ext cx="46368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5" name="Ink 54">
                  <a:extLst>
                    <a:ext uri="{FF2B5EF4-FFF2-40B4-BE49-F238E27FC236}">
                      <a16:creationId xmlns:a16="http://schemas.microsoft.com/office/drawing/2014/main" id="{B5AA879F-EF03-C2BD-9664-2987510FF3AF}"/>
                    </a:ext>
                  </a:extLst>
                </p14:cNvPr>
                <p14:cNvContentPartPr/>
                <p14:nvPr/>
              </p14:nvContentPartPr>
              <p14:xfrm>
                <a:off x="8463916" y="6587992"/>
                <a:ext cx="181080" cy="155520"/>
              </p14:xfrm>
            </p:contentPart>
          </mc:Choice>
          <mc:Fallback xmlns="">
            <p:pic>
              <p:nvPicPr>
                <p:cNvPr id="55" name="Ink 54">
                  <a:extLst>
                    <a:ext uri="{FF2B5EF4-FFF2-40B4-BE49-F238E27FC236}">
                      <a16:creationId xmlns:a16="http://schemas.microsoft.com/office/drawing/2014/main" id="{B5AA879F-EF03-C2BD-9664-2987510FF3AF}"/>
                    </a:ext>
                  </a:extLst>
                </p:cNvPr>
                <p:cNvPicPr/>
                <p:nvPr/>
              </p:nvPicPr>
              <p:blipFill>
                <a:blip r:embed="rId91"/>
                <a:stretch>
                  <a:fillRect/>
                </a:stretch>
              </p:blipFill>
              <p:spPr>
                <a:xfrm>
                  <a:off x="8455276" y="6579352"/>
                  <a:ext cx="19872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6" name="Ink 55">
                  <a:extLst>
                    <a:ext uri="{FF2B5EF4-FFF2-40B4-BE49-F238E27FC236}">
                      <a16:creationId xmlns:a16="http://schemas.microsoft.com/office/drawing/2014/main" id="{17CC408C-C2E6-B67E-E511-25FE47074FBF}"/>
                    </a:ext>
                  </a:extLst>
                </p14:cNvPr>
                <p14:cNvContentPartPr/>
                <p14:nvPr/>
              </p14:nvContentPartPr>
              <p14:xfrm>
                <a:off x="8561116" y="6613192"/>
                <a:ext cx="96840" cy="68040"/>
              </p14:xfrm>
            </p:contentPart>
          </mc:Choice>
          <mc:Fallback xmlns="">
            <p:pic>
              <p:nvPicPr>
                <p:cNvPr id="56" name="Ink 55">
                  <a:extLst>
                    <a:ext uri="{FF2B5EF4-FFF2-40B4-BE49-F238E27FC236}">
                      <a16:creationId xmlns:a16="http://schemas.microsoft.com/office/drawing/2014/main" id="{17CC408C-C2E6-B67E-E511-25FE47074FBF}"/>
                    </a:ext>
                  </a:extLst>
                </p:cNvPr>
                <p:cNvPicPr/>
                <p:nvPr/>
              </p:nvPicPr>
              <p:blipFill>
                <a:blip r:embed="rId93"/>
                <a:stretch>
                  <a:fillRect/>
                </a:stretch>
              </p:blipFill>
              <p:spPr>
                <a:xfrm>
                  <a:off x="8552476" y="6604552"/>
                  <a:ext cx="11448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7" name="Ink 56">
                  <a:extLst>
                    <a:ext uri="{FF2B5EF4-FFF2-40B4-BE49-F238E27FC236}">
                      <a16:creationId xmlns:a16="http://schemas.microsoft.com/office/drawing/2014/main" id="{2E7D5E1D-6713-544D-5C92-22BEBB17E47A}"/>
                    </a:ext>
                  </a:extLst>
                </p14:cNvPr>
                <p14:cNvContentPartPr/>
                <p14:nvPr/>
              </p14:nvContentPartPr>
              <p14:xfrm>
                <a:off x="8774236" y="6235192"/>
                <a:ext cx="34560" cy="441720"/>
              </p14:xfrm>
            </p:contentPart>
          </mc:Choice>
          <mc:Fallback xmlns="">
            <p:pic>
              <p:nvPicPr>
                <p:cNvPr id="57" name="Ink 56">
                  <a:extLst>
                    <a:ext uri="{FF2B5EF4-FFF2-40B4-BE49-F238E27FC236}">
                      <a16:creationId xmlns:a16="http://schemas.microsoft.com/office/drawing/2014/main" id="{2E7D5E1D-6713-544D-5C92-22BEBB17E47A}"/>
                    </a:ext>
                  </a:extLst>
                </p:cNvPr>
                <p:cNvPicPr/>
                <p:nvPr/>
              </p:nvPicPr>
              <p:blipFill>
                <a:blip r:embed="rId95"/>
                <a:stretch>
                  <a:fillRect/>
                </a:stretch>
              </p:blipFill>
              <p:spPr>
                <a:xfrm>
                  <a:off x="8765596" y="6226192"/>
                  <a:ext cx="52200" cy="45936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8" name="Ink 57">
                  <a:extLst>
                    <a:ext uri="{FF2B5EF4-FFF2-40B4-BE49-F238E27FC236}">
                      <a16:creationId xmlns:a16="http://schemas.microsoft.com/office/drawing/2014/main" id="{72CA1C16-E641-7457-57F6-D42CA4E3D817}"/>
                    </a:ext>
                  </a:extLst>
                </p14:cNvPr>
                <p14:cNvContentPartPr/>
                <p14:nvPr/>
              </p14:nvContentPartPr>
              <p14:xfrm>
                <a:off x="8890876" y="6539752"/>
                <a:ext cx="21960" cy="162720"/>
              </p14:xfrm>
            </p:contentPart>
          </mc:Choice>
          <mc:Fallback xmlns="">
            <p:pic>
              <p:nvPicPr>
                <p:cNvPr id="58" name="Ink 57">
                  <a:extLst>
                    <a:ext uri="{FF2B5EF4-FFF2-40B4-BE49-F238E27FC236}">
                      <a16:creationId xmlns:a16="http://schemas.microsoft.com/office/drawing/2014/main" id="{72CA1C16-E641-7457-57F6-D42CA4E3D817}"/>
                    </a:ext>
                  </a:extLst>
                </p:cNvPr>
                <p:cNvPicPr/>
                <p:nvPr/>
              </p:nvPicPr>
              <p:blipFill>
                <a:blip r:embed="rId97"/>
                <a:stretch>
                  <a:fillRect/>
                </a:stretch>
              </p:blipFill>
              <p:spPr>
                <a:xfrm>
                  <a:off x="8881876" y="6530752"/>
                  <a:ext cx="39600" cy="1803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9" name="Ink 58">
                  <a:extLst>
                    <a:ext uri="{FF2B5EF4-FFF2-40B4-BE49-F238E27FC236}">
                      <a16:creationId xmlns:a16="http://schemas.microsoft.com/office/drawing/2014/main" id="{0F05871B-FC27-B3BF-D055-9CFB73A1BF64}"/>
                    </a:ext>
                  </a:extLst>
                </p14:cNvPr>
                <p14:cNvContentPartPr/>
                <p14:nvPr/>
              </p14:nvContentPartPr>
              <p14:xfrm>
                <a:off x="8823556" y="6589432"/>
                <a:ext cx="107640" cy="17280"/>
              </p14:xfrm>
            </p:contentPart>
          </mc:Choice>
          <mc:Fallback xmlns="">
            <p:pic>
              <p:nvPicPr>
                <p:cNvPr id="59" name="Ink 58">
                  <a:extLst>
                    <a:ext uri="{FF2B5EF4-FFF2-40B4-BE49-F238E27FC236}">
                      <a16:creationId xmlns:a16="http://schemas.microsoft.com/office/drawing/2014/main" id="{0F05871B-FC27-B3BF-D055-9CFB73A1BF64}"/>
                    </a:ext>
                  </a:extLst>
                </p:cNvPr>
                <p:cNvPicPr/>
                <p:nvPr/>
              </p:nvPicPr>
              <p:blipFill>
                <a:blip r:embed="rId99"/>
                <a:stretch>
                  <a:fillRect/>
                </a:stretch>
              </p:blipFill>
              <p:spPr>
                <a:xfrm>
                  <a:off x="8814916" y="6580792"/>
                  <a:ext cx="125280" cy="3492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0" name="Ink 59">
                  <a:extLst>
                    <a:ext uri="{FF2B5EF4-FFF2-40B4-BE49-F238E27FC236}">
                      <a16:creationId xmlns:a16="http://schemas.microsoft.com/office/drawing/2014/main" id="{9A2876F6-BB5C-E056-11F7-1FD2E20FA762}"/>
                    </a:ext>
                  </a:extLst>
                </p14:cNvPr>
                <p14:cNvContentPartPr/>
                <p14:nvPr/>
              </p14:nvContentPartPr>
              <p14:xfrm>
                <a:off x="8935156" y="6611032"/>
                <a:ext cx="90720" cy="106920"/>
              </p14:xfrm>
            </p:contentPart>
          </mc:Choice>
          <mc:Fallback xmlns="">
            <p:pic>
              <p:nvPicPr>
                <p:cNvPr id="60" name="Ink 59">
                  <a:extLst>
                    <a:ext uri="{FF2B5EF4-FFF2-40B4-BE49-F238E27FC236}">
                      <a16:creationId xmlns:a16="http://schemas.microsoft.com/office/drawing/2014/main" id="{9A2876F6-BB5C-E056-11F7-1FD2E20FA762}"/>
                    </a:ext>
                  </a:extLst>
                </p:cNvPr>
                <p:cNvPicPr/>
                <p:nvPr/>
              </p:nvPicPr>
              <p:blipFill>
                <a:blip r:embed="rId101"/>
                <a:stretch>
                  <a:fillRect/>
                </a:stretch>
              </p:blipFill>
              <p:spPr>
                <a:xfrm>
                  <a:off x="8926156" y="6602392"/>
                  <a:ext cx="10836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1" name="Ink 60">
                  <a:extLst>
                    <a:ext uri="{FF2B5EF4-FFF2-40B4-BE49-F238E27FC236}">
                      <a16:creationId xmlns:a16="http://schemas.microsoft.com/office/drawing/2014/main" id="{8C9259DF-C8F0-1EB2-B8F8-BD2201DA5820}"/>
                    </a:ext>
                  </a:extLst>
                </p14:cNvPr>
                <p14:cNvContentPartPr/>
                <p14:nvPr/>
              </p14:nvContentPartPr>
              <p14:xfrm>
                <a:off x="9065836" y="6578632"/>
                <a:ext cx="63360" cy="122400"/>
              </p14:xfrm>
            </p:contentPart>
          </mc:Choice>
          <mc:Fallback xmlns="">
            <p:pic>
              <p:nvPicPr>
                <p:cNvPr id="61" name="Ink 60">
                  <a:extLst>
                    <a:ext uri="{FF2B5EF4-FFF2-40B4-BE49-F238E27FC236}">
                      <a16:creationId xmlns:a16="http://schemas.microsoft.com/office/drawing/2014/main" id="{8C9259DF-C8F0-1EB2-B8F8-BD2201DA5820}"/>
                    </a:ext>
                  </a:extLst>
                </p:cNvPr>
                <p:cNvPicPr/>
                <p:nvPr/>
              </p:nvPicPr>
              <p:blipFill>
                <a:blip r:embed="rId103"/>
                <a:stretch>
                  <a:fillRect/>
                </a:stretch>
              </p:blipFill>
              <p:spPr>
                <a:xfrm>
                  <a:off x="9056836" y="6569632"/>
                  <a:ext cx="8100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2" name="Ink 61">
                  <a:extLst>
                    <a:ext uri="{FF2B5EF4-FFF2-40B4-BE49-F238E27FC236}">
                      <a16:creationId xmlns:a16="http://schemas.microsoft.com/office/drawing/2014/main" id="{E2F2D30D-8B44-EE9C-C133-825F5F12EEAB}"/>
                    </a:ext>
                  </a:extLst>
                </p14:cNvPr>
                <p14:cNvContentPartPr/>
                <p14:nvPr/>
              </p14:nvContentPartPr>
              <p14:xfrm>
                <a:off x="9137116" y="6470992"/>
                <a:ext cx="47520" cy="91800"/>
              </p14:xfrm>
            </p:contentPart>
          </mc:Choice>
          <mc:Fallback xmlns="">
            <p:pic>
              <p:nvPicPr>
                <p:cNvPr id="62" name="Ink 61">
                  <a:extLst>
                    <a:ext uri="{FF2B5EF4-FFF2-40B4-BE49-F238E27FC236}">
                      <a16:creationId xmlns:a16="http://schemas.microsoft.com/office/drawing/2014/main" id="{E2F2D30D-8B44-EE9C-C133-825F5F12EEAB}"/>
                    </a:ext>
                  </a:extLst>
                </p:cNvPr>
                <p:cNvPicPr/>
                <p:nvPr/>
              </p:nvPicPr>
              <p:blipFill>
                <a:blip r:embed="rId105"/>
                <a:stretch>
                  <a:fillRect/>
                </a:stretch>
              </p:blipFill>
              <p:spPr>
                <a:xfrm>
                  <a:off x="9128476" y="6461992"/>
                  <a:ext cx="6516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3" name="Ink 62">
                  <a:extLst>
                    <a:ext uri="{FF2B5EF4-FFF2-40B4-BE49-F238E27FC236}">
                      <a16:creationId xmlns:a16="http://schemas.microsoft.com/office/drawing/2014/main" id="{D5ED302D-F739-FCA5-019A-82CE0648229F}"/>
                    </a:ext>
                  </a:extLst>
                </p14:cNvPr>
                <p14:cNvContentPartPr/>
                <p14:nvPr/>
              </p14:nvContentPartPr>
              <p14:xfrm>
                <a:off x="9432316" y="6471352"/>
                <a:ext cx="132480" cy="17640"/>
              </p14:xfrm>
            </p:contentPart>
          </mc:Choice>
          <mc:Fallback xmlns="">
            <p:pic>
              <p:nvPicPr>
                <p:cNvPr id="63" name="Ink 62">
                  <a:extLst>
                    <a:ext uri="{FF2B5EF4-FFF2-40B4-BE49-F238E27FC236}">
                      <a16:creationId xmlns:a16="http://schemas.microsoft.com/office/drawing/2014/main" id="{D5ED302D-F739-FCA5-019A-82CE0648229F}"/>
                    </a:ext>
                  </a:extLst>
                </p:cNvPr>
                <p:cNvPicPr/>
                <p:nvPr/>
              </p:nvPicPr>
              <p:blipFill>
                <a:blip r:embed="rId107"/>
                <a:stretch>
                  <a:fillRect/>
                </a:stretch>
              </p:blipFill>
              <p:spPr>
                <a:xfrm>
                  <a:off x="9423316" y="6462712"/>
                  <a:ext cx="15012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218112" name="Ink 218111">
                  <a:extLst>
                    <a:ext uri="{FF2B5EF4-FFF2-40B4-BE49-F238E27FC236}">
                      <a16:creationId xmlns:a16="http://schemas.microsoft.com/office/drawing/2014/main" id="{E7F3376D-2EBC-22D5-207C-D65963D4EE2D}"/>
                    </a:ext>
                  </a:extLst>
                </p14:cNvPr>
                <p14:cNvContentPartPr/>
                <p14:nvPr/>
              </p14:nvContentPartPr>
              <p14:xfrm>
                <a:off x="9423676" y="6560632"/>
                <a:ext cx="141120" cy="19800"/>
              </p14:xfrm>
            </p:contentPart>
          </mc:Choice>
          <mc:Fallback xmlns="">
            <p:pic>
              <p:nvPicPr>
                <p:cNvPr id="218112" name="Ink 218111">
                  <a:extLst>
                    <a:ext uri="{FF2B5EF4-FFF2-40B4-BE49-F238E27FC236}">
                      <a16:creationId xmlns:a16="http://schemas.microsoft.com/office/drawing/2014/main" id="{E7F3376D-2EBC-22D5-207C-D65963D4EE2D}"/>
                    </a:ext>
                  </a:extLst>
                </p:cNvPr>
                <p:cNvPicPr/>
                <p:nvPr/>
              </p:nvPicPr>
              <p:blipFill>
                <a:blip r:embed="rId109"/>
                <a:stretch>
                  <a:fillRect/>
                </a:stretch>
              </p:blipFill>
              <p:spPr>
                <a:xfrm>
                  <a:off x="9414676" y="6551992"/>
                  <a:ext cx="15876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218119" name="Ink 218118">
                  <a:extLst>
                    <a:ext uri="{FF2B5EF4-FFF2-40B4-BE49-F238E27FC236}">
                      <a16:creationId xmlns:a16="http://schemas.microsoft.com/office/drawing/2014/main" id="{32987134-33BA-2480-F289-EC7288F6F243}"/>
                    </a:ext>
                  </a:extLst>
                </p14:cNvPr>
                <p14:cNvContentPartPr/>
                <p14:nvPr/>
              </p14:nvContentPartPr>
              <p14:xfrm>
                <a:off x="9766036" y="6514912"/>
                <a:ext cx="531000" cy="41040"/>
              </p14:xfrm>
            </p:contentPart>
          </mc:Choice>
          <mc:Fallback xmlns="">
            <p:pic>
              <p:nvPicPr>
                <p:cNvPr id="218119" name="Ink 218118">
                  <a:extLst>
                    <a:ext uri="{FF2B5EF4-FFF2-40B4-BE49-F238E27FC236}">
                      <a16:creationId xmlns:a16="http://schemas.microsoft.com/office/drawing/2014/main" id="{32987134-33BA-2480-F289-EC7288F6F243}"/>
                    </a:ext>
                  </a:extLst>
                </p:cNvPr>
                <p:cNvPicPr/>
                <p:nvPr/>
              </p:nvPicPr>
              <p:blipFill>
                <a:blip r:embed="rId111"/>
                <a:stretch>
                  <a:fillRect/>
                </a:stretch>
              </p:blipFill>
              <p:spPr>
                <a:xfrm>
                  <a:off x="9757396" y="6505912"/>
                  <a:ext cx="54864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218120" name="Ink 218119">
                  <a:extLst>
                    <a:ext uri="{FF2B5EF4-FFF2-40B4-BE49-F238E27FC236}">
                      <a16:creationId xmlns:a16="http://schemas.microsoft.com/office/drawing/2014/main" id="{457D8975-A01D-919E-4086-B1657EF0868A}"/>
                    </a:ext>
                  </a:extLst>
                </p14:cNvPr>
                <p14:cNvContentPartPr/>
                <p14:nvPr/>
              </p14:nvContentPartPr>
              <p14:xfrm>
                <a:off x="9877636" y="6664672"/>
                <a:ext cx="27360" cy="149040"/>
              </p14:xfrm>
            </p:contentPart>
          </mc:Choice>
          <mc:Fallback xmlns="">
            <p:pic>
              <p:nvPicPr>
                <p:cNvPr id="218120" name="Ink 218119">
                  <a:extLst>
                    <a:ext uri="{FF2B5EF4-FFF2-40B4-BE49-F238E27FC236}">
                      <a16:creationId xmlns:a16="http://schemas.microsoft.com/office/drawing/2014/main" id="{457D8975-A01D-919E-4086-B1657EF0868A}"/>
                    </a:ext>
                  </a:extLst>
                </p:cNvPr>
                <p:cNvPicPr/>
                <p:nvPr/>
              </p:nvPicPr>
              <p:blipFill>
                <a:blip r:embed="rId113"/>
                <a:stretch>
                  <a:fillRect/>
                </a:stretch>
              </p:blipFill>
              <p:spPr>
                <a:xfrm>
                  <a:off x="9868996" y="6656032"/>
                  <a:ext cx="45000" cy="16668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218121" name="Ink 218120">
                  <a:extLst>
                    <a:ext uri="{FF2B5EF4-FFF2-40B4-BE49-F238E27FC236}">
                      <a16:creationId xmlns:a16="http://schemas.microsoft.com/office/drawing/2014/main" id="{15D12BF0-0D25-D1AF-A6F2-A92E64896C36}"/>
                    </a:ext>
                  </a:extLst>
                </p14:cNvPr>
                <p14:cNvContentPartPr/>
                <p14:nvPr/>
              </p14:nvContentPartPr>
              <p14:xfrm>
                <a:off x="9893116" y="6632992"/>
                <a:ext cx="91440" cy="127800"/>
              </p14:xfrm>
            </p:contentPart>
          </mc:Choice>
          <mc:Fallback xmlns="">
            <p:pic>
              <p:nvPicPr>
                <p:cNvPr id="218121" name="Ink 218120">
                  <a:extLst>
                    <a:ext uri="{FF2B5EF4-FFF2-40B4-BE49-F238E27FC236}">
                      <a16:creationId xmlns:a16="http://schemas.microsoft.com/office/drawing/2014/main" id="{15D12BF0-0D25-D1AF-A6F2-A92E64896C36}"/>
                    </a:ext>
                  </a:extLst>
                </p:cNvPr>
                <p:cNvPicPr/>
                <p:nvPr/>
              </p:nvPicPr>
              <p:blipFill>
                <a:blip r:embed="rId115"/>
                <a:stretch>
                  <a:fillRect/>
                </a:stretch>
              </p:blipFill>
              <p:spPr>
                <a:xfrm>
                  <a:off x="9884476" y="6624352"/>
                  <a:ext cx="10908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218122" name="Ink 218121">
                  <a:extLst>
                    <a:ext uri="{FF2B5EF4-FFF2-40B4-BE49-F238E27FC236}">
                      <a16:creationId xmlns:a16="http://schemas.microsoft.com/office/drawing/2014/main" id="{F8D92AE0-9A09-5E8A-BAE0-5FB45ED00BE3}"/>
                    </a:ext>
                  </a:extLst>
                </p14:cNvPr>
                <p14:cNvContentPartPr/>
                <p14:nvPr/>
              </p14:nvContentPartPr>
              <p14:xfrm>
                <a:off x="10037116" y="6709672"/>
                <a:ext cx="43560" cy="91440"/>
              </p14:xfrm>
            </p:contentPart>
          </mc:Choice>
          <mc:Fallback xmlns="">
            <p:pic>
              <p:nvPicPr>
                <p:cNvPr id="218122" name="Ink 218121">
                  <a:extLst>
                    <a:ext uri="{FF2B5EF4-FFF2-40B4-BE49-F238E27FC236}">
                      <a16:creationId xmlns:a16="http://schemas.microsoft.com/office/drawing/2014/main" id="{F8D92AE0-9A09-5E8A-BAE0-5FB45ED00BE3}"/>
                    </a:ext>
                  </a:extLst>
                </p:cNvPr>
                <p:cNvPicPr/>
                <p:nvPr/>
              </p:nvPicPr>
              <p:blipFill>
                <a:blip r:embed="rId117"/>
                <a:stretch>
                  <a:fillRect/>
                </a:stretch>
              </p:blipFill>
              <p:spPr>
                <a:xfrm>
                  <a:off x="10028476" y="6700672"/>
                  <a:ext cx="6120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218123" name="Ink 218122">
                  <a:extLst>
                    <a:ext uri="{FF2B5EF4-FFF2-40B4-BE49-F238E27FC236}">
                      <a16:creationId xmlns:a16="http://schemas.microsoft.com/office/drawing/2014/main" id="{33D7F2C4-03A7-7A8E-85BE-85BCA7FD2AFA}"/>
                    </a:ext>
                  </a:extLst>
                </p14:cNvPr>
                <p14:cNvContentPartPr/>
                <p14:nvPr/>
              </p14:nvContentPartPr>
              <p14:xfrm>
                <a:off x="10178596" y="6631912"/>
                <a:ext cx="132480" cy="160560"/>
              </p14:xfrm>
            </p:contentPart>
          </mc:Choice>
          <mc:Fallback xmlns="">
            <p:pic>
              <p:nvPicPr>
                <p:cNvPr id="218123" name="Ink 218122">
                  <a:extLst>
                    <a:ext uri="{FF2B5EF4-FFF2-40B4-BE49-F238E27FC236}">
                      <a16:creationId xmlns:a16="http://schemas.microsoft.com/office/drawing/2014/main" id="{33D7F2C4-03A7-7A8E-85BE-85BCA7FD2AFA}"/>
                    </a:ext>
                  </a:extLst>
                </p:cNvPr>
                <p:cNvPicPr/>
                <p:nvPr/>
              </p:nvPicPr>
              <p:blipFill>
                <a:blip r:embed="rId119"/>
                <a:stretch>
                  <a:fillRect/>
                </a:stretch>
              </p:blipFill>
              <p:spPr>
                <a:xfrm>
                  <a:off x="10169956" y="6622912"/>
                  <a:ext cx="15012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218125" name="Ink 218124">
                  <a:extLst>
                    <a:ext uri="{FF2B5EF4-FFF2-40B4-BE49-F238E27FC236}">
                      <a16:creationId xmlns:a16="http://schemas.microsoft.com/office/drawing/2014/main" id="{2A14BE38-5CC1-34DB-F36D-24BED8BEF9F8}"/>
                    </a:ext>
                  </a:extLst>
                </p14:cNvPr>
                <p14:cNvContentPartPr/>
                <p14:nvPr/>
              </p14:nvContentPartPr>
              <p14:xfrm>
                <a:off x="10385596" y="6739192"/>
                <a:ext cx="24840" cy="93960"/>
              </p14:xfrm>
            </p:contentPart>
          </mc:Choice>
          <mc:Fallback xmlns="">
            <p:pic>
              <p:nvPicPr>
                <p:cNvPr id="218125" name="Ink 218124">
                  <a:extLst>
                    <a:ext uri="{FF2B5EF4-FFF2-40B4-BE49-F238E27FC236}">
                      <a16:creationId xmlns:a16="http://schemas.microsoft.com/office/drawing/2014/main" id="{2A14BE38-5CC1-34DB-F36D-24BED8BEF9F8}"/>
                    </a:ext>
                  </a:extLst>
                </p:cNvPr>
                <p:cNvPicPr/>
                <p:nvPr/>
              </p:nvPicPr>
              <p:blipFill>
                <a:blip r:embed="rId121"/>
                <a:stretch>
                  <a:fillRect/>
                </a:stretch>
              </p:blipFill>
              <p:spPr>
                <a:xfrm>
                  <a:off x="10376956" y="6730552"/>
                  <a:ext cx="4248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218127" name="Ink 218126">
                  <a:extLst>
                    <a:ext uri="{FF2B5EF4-FFF2-40B4-BE49-F238E27FC236}">
                      <a16:creationId xmlns:a16="http://schemas.microsoft.com/office/drawing/2014/main" id="{F79BE305-D98B-A487-17CB-C972D9098CAF}"/>
                    </a:ext>
                  </a:extLst>
                </p14:cNvPr>
                <p14:cNvContentPartPr/>
                <p14:nvPr/>
              </p14:nvContentPartPr>
              <p14:xfrm>
                <a:off x="9759196" y="6248512"/>
                <a:ext cx="83880" cy="207000"/>
              </p14:xfrm>
            </p:contentPart>
          </mc:Choice>
          <mc:Fallback xmlns="">
            <p:pic>
              <p:nvPicPr>
                <p:cNvPr id="218127" name="Ink 218126">
                  <a:extLst>
                    <a:ext uri="{FF2B5EF4-FFF2-40B4-BE49-F238E27FC236}">
                      <a16:creationId xmlns:a16="http://schemas.microsoft.com/office/drawing/2014/main" id="{F79BE305-D98B-A487-17CB-C972D9098CAF}"/>
                    </a:ext>
                  </a:extLst>
                </p:cNvPr>
                <p:cNvPicPr/>
                <p:nvPr/>
              </p:nvPicPr>
              <p:blipFill>
                <a:blip r:embed="rId123"/>
                <a:stretch>
                  <a:fillRect/>
                </a:stretch>
              </p:blipFill>
              <p:spPr>
                <a:xfrm>
                  <a:off x="9750196" y="6239872"/>
                  <a:ext cx="101520" cy="22464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218128" name="Ink 218127">
                  <a:extLst>
                    <a:ext uri="{FF2B5EF4-FFF2-40B4-BE49-F238E27FC236}">
                      <a16:creationId xmlns:a16="http://schemas.microsoft.com/office/drawing/2014/main" id="{6B9EB4BE-E610-F0C8-F470-179B5276E9E2}"/>
                    </a:ext>
                  </a:extLst>
                </p14:cNvPr>
                <p14:cNvContentPartPr/>
                <p14:nvPr/>
              </p14:nvContentPartPr>
              <p14:xfrm>
                <a:off x="9868276" y="6349672"/>
                <a:ext cx="108720" cy="87840"/>
              </p14:xfrm>
            </p:contentPart>
          </mc:Choice>
          <mc:Fallback xmlns="">
            <p:pic>
              <p:nvPicPr>
                <p:cNvPr id="218128" name="Ink 218127">
                  <a:extLst>
                    <a:ext uri="{FF2B5EF4-FFF2-40B4-BE49-F238E27FC236}">
                      <a16:creationId xmlns:a16="http://schemas.microsoft.com/office/drawing/2014/main" id="{6B9EB4BE-E610-F0C8-F470-179B5276E9E2}"/>
                    </a:ext>
                  </a:extLst>
                </p:cNvPr>
                <p:cNvPicPr/>
                <p:nvPr/>
              </p:nvPicPr>
              <p:blipFill>
                <a:blip r:embed="rId125"/>
                <a:stretch>
                  <a:fillRect/>
                </a:stretch>
              </p:blipFill>
              <p:spPr>
                <a:xfrm>
                  <a:off x="9859636" y="6341032"/>
                  <a:ext cx="126360" cy="1054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218129" name="Ink 218128">
                  <a:extLst>
                    <a:ext uri="{FF2B5EF4-FFF2-40B4-BE49-F238E27FC236}">
                      <a16:creationId xmlns:a16="http://schemas.microsoft.com/office/drawing/2014/main" id="{6B1EF746-E833-1948-2CA6-17358952CD6C}"/>
                    </a:ext>
                  </a:extLst>
                </p14:cNvPr>
                <p14:cNvContentPartPr/>
                <p14:nvPr/>
              </p14:nvContentPartPr>
              <p14:xfrm>
                <a:off x="10038556" y="6231952"/>
                <a:ext cx="20160" cy="205920"/>
              </p14:xfrm>
            </p:contentPart>
          </mc:Choice>
          <mc:Fallback xmlns="">
            <p:pic>
              <p:nvPicPr>
                <p:cNvPr id="218129" name="Ink 218128">
                  <a:extLst>
                    <a:ext uri="{FF2B5EF4-FFF2-40B4-BE49-F238E27FC236}">
                      <a16:creationId xmlns:a16="http://schemas.microsoft.com/office/drawing/2014/main" id="{6B1EF746-E833-1948-2CA6-17358952CD6C}"/>
                    </a:ext>
                  </a:extLst>
                </p:cNvPr>
                <p:cNvPicPr/>
                <p:nvPr/>
              </p:nvPicPr>
              <p:blipFill>
                <a:blip r:embed="rId127"/>
                <a:stretch>
                  <a:fillRect/>
                </a:stretch>
              </p:blipFill>
              <p:spPr>
                <a:xfrm>
                  <a:off x="10029556" y="6222952"/>
                  <a:ext cx="37800"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218130" name="Ink 218129">
                  <a:extLst>
                    <a:ext uri="{FF2B5EF4-FFF2-40B4-BE49-F238E27FC236}">
                      <a16:creationId xmlns:a16="http://schemas.microsoft.com/office/drawing/2014/main" id="{B8F92FA6-5900-9D65-2DF7-BE981E92BD30}"/>
                    </a:ext>
                  </a:extLst>
                </p14:cNvPr>
                <p14:cNvContentPartPr/>
                <p14:nvPr/>
              </p14:nvContentPartPr>
              <p14:xfrm>
                <a:off x="10081036" y="6315832"/>
                <a:ext cx="112320" cy="97920"/>
              </p14:xfrm>
            </p:contentPart>
          </mc:Choice>
          <mc:Fallback xmlns="">
            <p:pic>
              <p:nvPicPr>
                <p:cNvPr id="218130" name="Ink 218129">
                  <a:extLst>
                    <a:ext uri="{FF2B5EF4-FFF2-40B4-BE49-F238E27FC236}">
                      <a16:creationId xmlns:a16="http://schemas.microsoft.com/office/drawing/2014/main" id="{B8F92FA6-5900-9D65-2DF7-BE981E92BD30}"/>
                    </a:ext>
                  </a:extLst>
                </p:cNvPr>
                <p:cNvPicPr/>
                <p:nvPr/>
              </p:nvPicPr>
              <p:blipFill>
                <a:blip r:embed="rId129"/>
                <a:stretch>
                  <a:fillRect/>
                </a:stretch>
              </p:blipFill>
              <p:spPr>
                <a:xfrm>
                  <a:off x="10072036" y="6306832"/>
                  <a:ext cx="129960" cy="11556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218131" name="Ink 218130">
                  <a:extLst>
                    <a:ext uri="{FF2B5EF4-FFF2-40B4-BE49-F238E27FC236}">
                      <a16:creationId xmlns:a16="http://schemas.microsoft.com/office/drawing/2014/main" id="{9B3AFE45-E514-2019-A767-90EBF6C26F33}"/>
                    </a:ext>
                  </a:extLst>
                </p14:cNvPr>
                <p14:cNvContentPartPr/>
                <p14:nvPr/>
              </p14:nvContentPartPr>
              <p14:xfrm>
                <a:off x="10201276" y="6248512"/>
                <a:ext cx="109080" cy="10800"/>
              </p14:xfrm>
            </p:contentPart>
          </mc:Choice>
          <mc:Fallback xmlns="">
            <p:pic>
              <p:nvPicPr>
                <p:cNvPr id="218131" name="Ink 218130">
                  <a:extLst>
                    <a:ext uri="{FF2B5EF4-FFF2-40B4-BE49-F238E27FC236}">
                      <a16:creationId xmlns:a16="http://schemas.microsoft.com/office/drawing/2014/main" id="{9B3AFE45-E514-2019-A767-90EBF6C26F33}"/>
                    </a:ext>
                  </a:extLst>
                </p:cNvPr>
                <p:cNvPicPr/>
                <p:nvPr/>
              </p:nvPicPr>
              <p:blipFill>
                <a:blip r:embed="rId131"/>
                <a:stretch>
                  <a:fillRect/>
                </a:stretch>
              </p:blipFill>
              <p:spPr>
                <a:xfrm>
                  <a:off x="10192276" y="6239512"/>
                  <a:ext cx="12672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218133" name="Ink 218132">
                  <a:extLst>
                    <a:ext uri="{FF2B5EF4-FFF2-40B4-BE49-F238E27FC236}">
                      <a16:creationId xmlns:a16="http://schemas.microsoft.com/office/drawing/2014/main" id="{076D3316-7824-4F3E-FC2D-768107D0472E}"/>
                    </a:ext>
                  </a:extLst>
                </p14:cNvPr>
                <p14:cNvContentPartPr/>
                <p14:nvPr/>
              </p14:nvContentPartPr>
              <p14:xfrm>
                <a:off x="10250236" y="6200632"/>
                <a:ext cx="6120" cy="96480"/>
              </p14:xfrm>
            </p:contentPart>
          </mc:Choice>
          <mc:Fallback xmlns="">
            <p:pic>
              <p:nvPicPr>
                <p:cNvPr id="218133" name="Ink 218132">
                  <a:extLst>
                    <a:ext uri="{FF2B5EF4-FFF2-40B4-BE49-F238E27FC236}">
                      <a16:creationId xmlns:a16="http://schemas.microsoft.com/office/drawing/2014/main" id="{076D3316-7824-4F3E-FC2D-768107D0472E}"/>
                    </a:ext>
                  </a:extLst>
                </p:cNvPr>
                <p:cNvPicPr/>
                <p:nvPr/>
              </p:nvPicPr>
              <p:blipFill>
                <a:blip r:embed="rId133"/>
                <a:stretch>
                  <a:fillRect/>
                </a:stretch>
              </p:blipFill>
              <p:spPr>
                <a:xfrm>
                  <a:off x="10241236" y="6191632"/>
                  <a:ext cx="2376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218134" name="Ink 218133">
                  <a:extLst>
                    <a:ext uri="{FF2B5EF4-FFF2-40B4-BE49-F238E27FC236}">
                      <a16:creationId xmlns:a16="http://schemas.microsoft.com/office/drawing/2014/main" id="{54513FB7-0C6E-3B91-CC9D-584457BF7129}"/>
                    </a:ext>
                  </a:extLst>
                </p14:cNvPr>
                <p14:cNvContentPartPr/>
                <p14:nvPr/>
              </p14:nvContentPartPr>
              <p14:xfrm>
                <a:off x="10316836" y="6245992"/>
                <a:ext cx="109800" cy="225360"/>
              </p14:xfrm>
            </p:contentPart>
          </mc:Choice>
          <mc:Fallback xmlns="">
            <p:pic>
              <p:nvPicPr>
                <p:cNvPr id="218134" name="Ink 218133">
                  <a:extLst>
                    <a:ext uri="{FF2B5EF4-FFF2-40B4-BE49-F238E27FC236}">
                      <a16:creationId xmlns:a16="http://schemas.microsoft.com/office/drawing/2014/main" id="{54513FB7-0C6E-3B91-CC9D-584457BF7129}"/>
                    </a:ext>
                  </a:extLst>
                </p:cNvPr>
                <p:cNvPicPr/>
                <p:nvPr/>
              </p:nvPicPr>
              <p:blipFill>
                <a:blip r:embed="rId135"/>
                <a:stretch>
                  <a:fillRect/>
                </a:stretch>
              </p:blipFill>
              <p:spPr>
                <a:xfrm>
                  <a:off x="10308196" y="6236992"/>
                  <a:ext cx="127440" cy="243000"/>
                </a:xfrm>
                <a:prstGeom prst="rect">
                  <a:avLst/>
                </a:prstGeom>
              </p:spPr>
            </p:pic>
          </mc:Fallback>
        </mc:AlternateContent>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second order op-amp circuit</a:t>
            </a:r>
          </a:p>
        </p:txBody>
      </p:sp>
      <p:sp>
        <p:nvSpPr>
          <p:cNvPr id="3" name="Content Placeholder 2"/>
          <p:cNvSpPr>
            <a:spLocks noGrp="1"/>
          </p:cNvSpPr>
          <p:nvPr>
            <p:ph idx="1"/>
          </p:nvPr>
        </p:nvSpPr>
        <p:spPr/>
        <p:txBody>
          <a:bodyPr>
            <a:normAutofit/>
          </a:bodyPr>
          <a:lstStyle/>
          <a:p>
            <a:r>
              <a:rPr lang="en-US" sz="2400" dirty="0"/>
              <a:t>For the case where </a:t>
            </a:r>
            <a:r>
              <a:rPr lang="en-US" sz="2400" i="1" dirty="0" err="1"/>
              <a:t>v</a:t>
            </a:r>
            <a:r>
              <a:rPr lang="en-US" sz="2400" baseline="-25000" dirty="0" err="1"/>
              <a:t>s</a:t>
            </a:r>
            <a:r>
              <a:rPr lang="en-US" sz="2400" dirty="0"/>
              <a:t> =</a:t>
            </a:r>
            <a:r>
              <a:rPr lang="en-US" sz="2400" dirty="0" err="1"/>
              <a:t>V</a:t>
            </a:r>
            <a:r>
              <a:rPr lang="en-US" sz="2400" baseline="-25000" dirty="0" err="1"/>
              <a:t>s</a:t>
            </a:r>
            <a:r>
              <a:rPr lang="en-US" sz="2400" dirty="0" err="1"/>
              <a:t>u</a:t>
            </a:r>
            <a:r>
              <a:rPr lang="en-US" sz="2400" dirty="0"/>
              <a:t>(t) (a DC source).</a:t>
            </a:r>
          </a:p>
          <a:p>
            <a:r>
              <a:rPr lang="en-US" sz="2400" dirty="0"/>
              <a:t>Characteristic equation to solve</a:t>
            </a:r>
          </a:p>
          <a:p>
            <a:endParaRPr lang="en-US" sz="2400" dirty="0"/>
          </a:p>
          <a:p>
            <a:r>
              <a:rPr lang="en-US" sz="2400" dirty="0"/>
              <a:t>The final form of </a:t>
            </a:r>
            <a:r>
              <a:rPr lang="en-US" sz="2400" i="1" dirty="0" err="1"/>
              <a:t>v</a:t>
            </a:r>
            <a:r>
              <a:rPr lang="en-US" sz="2400" baseline="-25000" dirty="0" err="1"/>
              <a:t>o</a:t>
            </a:r>
            <a:r>
              <a:rPr lang="en-US" sz="2400" dirty="0"/>
              <a:t>(t) depends on the values of the circuit parameters.</a:t>
            </a:r>
          </a:p>
          <a:p>
            <a:r>
              <a:rPr lang="en-US" sz="2400" dirty="0"/>
              <a:t>Its constants are determined from:</a:t>
            </a:r>
          </a:p>
          <a:p>
            <a:pPr marL="457200" indent="-457200">
              <a:buFont typeface="+mj-lt"/>
              <a:buAutoNum type="arabicPeriod"/>
            </a:pPr>
            <a:r>
              <a:rPr lang="en-US" sz="2400" dirty="0"/>
              <a:t>Initial conditions</a:t>
            </a:r>
          </a:p>
          <a:p>
            <a:pPr marL="914400" lvl="1" indent="-457200">
              <a:buNone/>
            </a:pPr>
            <a:r>
              <a:rPr lang="en-US" dirty="0"/>
              <a:t>For t &lt; 0, </a:t>
            </a:r>
            <a:r>
              <a:rPr lang="en-US" i="1" dirty="0" err="1"/>
              <a:t>v</a:t>
            </a:r>
            <a:r>
              <a:rPr lang="en-US" baseline="-25000" dirty="0" err="1"/>
              <a:t>s</a:t>
            </a:r>
            <a:r>
              <a:rPr lang="en-US" dirty="0"/>
              <a:t> =0,  </a:t>
            </a:r>
          </a:p>
          <a:p>
            <a:pPr marL="914400" lvl="1" indent="-457200">
              <a:buNone/>
            </a:pPr>
            <a:r>
              <a:rPr lang="en-US" dirty="0"/>
              <a:t>For t &gt; 0, </a:t>
            </a:r>
            <a:r>
              <a:rPr lang="en-US" i="1" dirty="0"/>
              <a:t>v</a:t>
            </a:r>
            <a:r>
              <a:rPr lang="en-US" baseline="-25000" dirty="0"/>
              <a:t>s</a:t>
            </a:r>
            <a:r>
              <a:rPr lang="en-US" dirty="0"/>
              <a:t> =V</a:t>
            </a:r>
            <a:r>
              <a:rPr lang="en-US" baseline="-25000" dirty="0"/>
              <a:t>s</a:t>
            </a:r>
            <a:r>
              <a:rPr lang="en-US" dirty="0"/>
              <a:t>,                               </a:t>
            </a:r>
          </a:p>
          <a:p>
            <a:pPr marL="457200" indent="-457200">
              <a:buFont typeface="+mj-lt"/>
              <a:buAutoNum type="arabicPeriod"/>
            </a:pPr>
            <a:r>
              <a:rPr lang="en-US" sz="2400" dirty="0"/>
              <a:t>In the steady state, the capacitors are open</a:t>
            </a:r>
          </a:p>
        </p:txBody>
      </p:sp>
      <p:graphicFrame>
        <p:nvGraphicFramePr>
          <p:cNvPr id="219138" name="Object 2"/>
          <p:cNvGraphicFramePr>
            <a:graphicFrameLocks noChangeAspect="1"/>
          </p:cNvGraphicFramePr>
          <p:nvPr>
            <p:extLst>
              <p:ext uri="{D42A27DB-BD31-4B8C-83A1-F6EECF244321}">
                <p14:modId xmlns:p14="http://schemas.microsoft.com/office/powerpoint/2010/main" val="1580806854"/>
              </p:ext>
            </p:extLst>
          </p:nvPr>
        </p:nvGraphicFramePr>
        <p:xfrm>
          <a:off x="6673850" y="5431534"/>
          <a:ext cx="1936750" cy="370918"/>
        </p:xfrm>
        <a:graphic>
          <a:graphicData uri="http://schemas.openxmlformats.org/presentationml/2006/ole">
            <mc:AlternateContent xmlns:mc="http://schemas.openxmlformats.org/markup-compatibility/2006">
              <mc:Choice xmlns:v="urn:schemas-microsoft-com:vml" Requires="v">
                <p:oleObj name="Equation" r:id="rId2" imgW="1130300" imgH="228600" progId="Equation.DSMT4">
                  <p:embed/>
                </p:oleObj>
              </mc:Choice>
              <mc:Fallback>
                <p:oleObj name="Equation" r:id="rId2" imgW="1130300" imgH="228600" progId="Equation.DSMT4">
                  <p:embed/>
                  <p:pic>
                    <p:nvPicPr>
                      <p:cNvPr id="219138"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3850" y="5431534"/>
                        <a:ext cx="1936750" cy="3709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9139" name="Object 3"/>
          <p:cNvGraphicFramePr>
            <a:graphicFrameLocks noChangeAspect="1"/>
          </p:cNvGraphicFramePr>
          <p:nvPr>
            <p:extLst>
              <p:ext uri="{D42A27DB-BD31-4B8C-83A1-F6EECF244321}">
                <p14:modId xmlns:p14="http://schemas.microsoft.com/office/powerpoint/2010/main" val="1093675295"/>
              </p:ext>
            </p:extLst>
          </p:nvPr>
        </p:nvGraphicFramePr>
        <p:xfrm>
          <a:off x="3476709" y="4470315"/>
          <a:ext cx="2024063" cy="412750"/>
        </p:xfrm>
        <a:graphic>
          <a:graphicData uri="http://schemas.openxmlformats.org/presentationml/2006/ole">
            <mc:AlternateContent xmlns:mc="http://schemas.openxmlformats.org/markup-compatibility/2006">
              <mc:Choice xmlns:v="urn:schemas-microsoft-com:vml" Requires="v">
                <p:oleObj name="Equation" r:id="rId4" imgW="1180588" imgH="241195" progId="Equation.DSMT4">
                  <p:embed/>
                </p:oleObj>
              </mc:Choice>
              <mc:Fallback>
                <p:oleObj name="Equation" r:id="rId4" imgW="1180588" imgH="241195" progId="Equation.DSMT4">
                  <p:embed/>
                  <p:pic>
                    <p:nvPicPr>
                      <p:cNvPr id="219139"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76709" y="4470315"/>
                        <a:ext cx="2024063" cy="412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9141" name="Object 5"/>
          <p:cNvGraphicFramePr>
            <a:graphicFrameLocks noChangeAspect="1"/>
          </p:cNvGraphicFramePr>
          <p:nvPr>
            <p:extLst>
              <p:ext uri="{D42A27DB-BD31-4B8C-83A1-F6EECF244321}">
                <p14:modId xmlns:p14="http://schemas.microsoft.com/office/powerpoint/2010/main" val="2744096914"/>
              </p:ext>
            </p:extLst>
          </p:nvPr>
        </p:nvGraphicFramePr>
        <p:xfrm>
          <a:off x="3481776" y="4934037"/>
          <a:ext cx="2024063" cy="412750"/>
        </p:xfrm>
        <a:graphic>
          <a:graphicData uri="http://schemas.openxmlformats.org/presentationml/2006/ole">
            <mc:AlternateContent xmlns:mc="http://schemas.openxmlformats.org/markup-compatibility/2006">
              <mc:Choice xmlns:v="urn:schemas-microsoft-com:vml" Requires="v">
                <p:oleObj name="Equation" r:id="rId6" imgW="1180588" imgH="241195" progId="Equation.DSMT4">
                  <p:embed/>
                </p:oleObj>
              </mc:Choice>
              <mc:Fallback>
                <p:oleObj name="Equation" r:id="rId6" imgW="1180588" imgH="241195" progId="Equation.DSMT4">
                  <p:embed/>
                  <p:pic>
                    <p:nvPicPr>
                      <p:cNvPr id="219141"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81776" y="4934037"/>
                        <a:ext cx="2024063" cy="412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9142" name="Object 6"/>
          <p:cNvGraphicFramePr>
            <a:graphicFrameLocks noChangeAspect="1"/>
          </p:cNvGraphicFramePr>
          <p:nvPr>
            <p:extLst>
              <p:ext uri="{D42A27DB-BD31-4B8C-83A1-F6EECF244321}">
                <p14:modId xmlns:p14="http://schemas.microsoft.com/office/powerpoint/2010/main" val="4170995939"/>
              </p:ext>
            </p:extLst>
          </p:nvPr>
        </p:nvGraphicFramePr>
        <p:xfrm>
          <a:off x="5172656" y="2409783"/>
          <a:ext cx="3814762" cy="738187"/>
        </p:xfrm>
        <a:graphic>
          <a:graphicData uri="http://schemas.openxmlformats.org/presentationml/2006/ole">
            <mc:AlternateContent xmlns:mc="http://schemas.openxmlformats.org/markup-compatibility/2006">
              <mc:Choice xmlns:v="urn:schemas-microsoft-com:vml" Requires="v">
                <p:oleObj name="Equation" r:id="rId8" imgW="2222500" imgH="431800" progId="Equation.DSMT4">
                  <p:embed/>
                </p:oleObj>
              </mc:Choice>
              <mc:Fallback>
                <p:oleObj name="Equation" r:id="rId8" imgW="2222500" imgH="431800" progId="Equation.DSMT4">
                  <p:embed/>
                  <p:pic>
                    <p:nvPicPr>
                      <p:cNvPr id="219142"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72656" y="2409783"/>
                        <a:ext cx="3814762" cy="738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Slide Number Placeholder 8"/>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51</a:t>
            </a:fld>
            <a:endParaRPr lang="en-US" altLang="zh-CN" dirty="0">
              <a:ea typeface="黑体" panose="02010609060101010101" pitchFamily="49" charset="-122"/>
            </a:endParaRPr>
          </a:p>
        </p:txBody>
      </p:sp>
      <p:grpSp>
        <p:nvGrpSpPr>
          <p:cNvPr id="15" name="Group 14">
            <a:extLst>
              <a:ext uri="{FF2B5EF4-FFF2-40B4-BE49-F238E27FC236}">
                <a16:creationId xmlns:a16="http://schemas.microsoft.com/office/drawing/2014/main" id="{F807F2F5-451B-F9CB-E151-9827CBEC9249}"/>
              </a:ext>
            </a:extLst>
          </p:cNvPr>
          <p:cNvGrpSpPr/>
          <p:nvPr/>
        </p:nvGrpSpPr>
        <p:grpSpPr>
          <a:xfrm>
            <a:off x="9033076" y="2625472"/>
            <a:ext cx="460440" cy="217440"/>
            <a:chOff x="9033076" y="2625472"/>
            <a:chExt cx="460440" cy="217440"/>
          </a:xfrm>
        </p:grpSpPr>
        <mc:AlternateContent xmlns:mc="http://schemas.openxmlformats.org/markup-compatibility/2006" xmlns:p14="http://schemas.microsoft.com/office/powerpoint/2010/main">
          <mc:Choice Requires="p14">
            <p:contentPart p14:bwMode="auto" r:id="rId10">
              <p14:nvContentPartPr>
                <p14:cNvPr id="4" name="Ink 3">
                  <a:extLst>
                    <a:ext uri="{FF2B5EF4-FFF2-40B4-BE49-F238E27FC236}">
                      <a16:creationId xmlns:a16="http://schemas.microsoft.com/office/drawing/2014/main" id="{22126A19-A448-7A28-1977-C634E6A42CD2}"/>
                    </a:ext>
                  </a:extLst>
                </p14:cNvPr>
                <p14:cNvContentPartPr/>
                <p14:nvPr/>
              </p14:nvContentPartPr>
              <p14:xfrm>
                <a:off x="9183556" y="2687392"/>
                <a:ext cx="243720" cy="29160"/>
              </p14:xfrm>
            </p:contentPart>
          </mc:Choice>
          <mc:Fallback xmlns="">
            <p:pic>
              <p:nvPicPr>
                <p:cNvPr id="4" name="Ink 3">
                  <a:extLst>
                    <a:ext uri="{FF2B5EF4-FFF2-40B4-BE49-F238E27FC236}">
                      <a16:creationId xmlns:a16="http://schemas.microsoft.com/office/drawing/2014/main" id="{22126A19-A448-7A28-1977-C634E6A42CD2}"/>
                    </a:ext>
                  </a:extLst>
                </p:cNvPr>
                <p:cNvPicPr/>
                <p:nvPr/>
              </p:nvPicPr>
              <p:blipFill>
                <a:blip r:embed="rId12"/>
                <a:stretch>
                  <a:fillRect/>
                </a:stretch>
              </p:blipFill>
              <p:spPr>
                <a:xfrm>
                  <a:off x="9174556" y="2678752"/>
                  <a:ext cx="261360" cy="468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 name="Ink 4">
                  <a:extLst>
                    <a:ext uri="{FF2B5EF4-FFF2-40B4-BE49-F238E27FC236}">
                      <a16:creationId xmlns:a16="http://schemas.microsoft.com/office/drawing/2014/main" id="{D53DC6B5-466D-0021-4714-5A93A68D2921}"/>
                    </a:ext>
                  </a:extLst>
                </p14:cNvPr>
                <p14:cNvContentPartPr/>
                <p14:nvPr/>
              </p14:nvContentPartPr>
              <p14:xfrm>
                <a:off x="9222436" y="2759752"/>
                <a:ext cx="195840" cy="15120"/>
              </p14:xfrm>
            </p:contentPart>
          </mc:Choice>
          <mc:Fallback xmlns="">
            <p:pic>
              <p:nvPicPr>
                <p:cNvPr id="5" name="Ink 4">
                  <a:extLst>
                    <a:ext uri="{FF2B5EF4-FFF2-40B4-BE49-F238E27FC236}">
                      <a16:creationId xmlns:a16="http://schemas.microsoft.com/office/drawing/2014/main" id="{D53DC6B5-466D-0021-4714-5A93A68D2921}"/>
                    </a:ext>
                  </a:extLst>
                </p:cNvPr>
                <p:cNvPicPr/>
                <p:nvPr/>
              </p:nvPicPr>
              <p:blipFill>
                <a:blip r:embed="rId14"/>
                <a:stretch>
                  <a:fillRect/>
                </a:stretch>
              </p:blipFill>
              <p:spPr>
                <a:xfrm>
                  <a:off x="9213436" y="2751112"/>
                  <a:ext cx="21348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6" name="Ink 5">
                  <a:extLst>
                    <a:ext uri="{FF2B5EF4-FFF2-40B4-BE49-F238E27FC236}">
                      <a16:creationId xmlns:a16="http://schemas.microsoft.com/office/drawing/2014/main" id="{7DE53ED6-E97B-CB3E-41A8-836E932F7418}"/>
                    </a:ext>
                  </a:extLst>
                </p14:cNvPr>
                <p14:cNvContentPartPr/>
                <p14:nvPr/>
              </p14:nvContentPartPr>
              <p14:xfrm>
                <a:off x="9419356" y="2645992"/>
                <a:ext cx="74160" cy="181440"/>
              </p14:xfrm>
            </p:contentPart>
          </mc:Choice>
          <mc:Fallback xmlns="">
            <p:pic>
              <p:nvPicPr>
                <p:cNvPr id="6" name="Ink 5">
                  <a:extLst>
                    <a:ext uri="{FF2B5EF4-FFF2-40B4-BE49-F238E27FC236}">
                      <a16:creationId xmlns:a16="http://schemas.microsoft.com/office/drawing/2014/main" id="{7DE53ED6-E97B-CB3E-41A8-836E932F7418}"/>
                    </a:ext>
                  </a:extLst>
                </p:cNvPr>
                <p:cNvPicPr/>
                <p:nvPr/>
              </p:nvPicPr>
              <p:blipFill>
                <a:blip r:embed="rId16"/>
                <a:stretch>
                  <a:fillRect/>
                </a:stretch>
              </p:blipFill>
              <p:spPr>
                <a:xfrm>
                  <a:off x="9410356" y="2636992"/>
                  <a:ext cx="91800" cy="1990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7" name="Ink 6">
                  <a:extLst>
                    <a:ext uri="{FF2B5EF4-FFF2-40B4-BE49-F238E27FC236}">
                      <a16:creationId xmlns:a16="http://schemas.microsoft.com/office/drawing/2014/main" id="{B9AEDCF0-5292-5A96-173C-67B3ADFE341F}"/>
                    </a:ext>
                  </a:extLst>
                </p14:cNvPr>
                <p14:cNvContentPartPr/>
                <p14:nvPr/>
              </p14:nvContentPartPr>
              <p14:xfrm>
                <a:off x="9033076" y="2625472"/>
                <a:ext cx="184680" cy="217440"/>
              </p14:xfrm>
            </p:contentPart>
          </mc:Choice>
          <mc:Fallback xmlns="">
            <p:pic>
              <p:nvPicPr>
                <p:cNvPr id="7" name="Ink 6">
                  <a:extLst>
                    <a:ext uri="{FF2B5EF4-FFF2-40B4-BE49-F238E27FC236}">
                      <a16:creationId xmlns:a16="http://schemas.microsoft.com/office/drawing/2014/main" id="{B9AEDCF0-5292-5A96-173C-67B3ADFE341F}"/>
                    </a:ext>
                  </a:extLst>
                </p:cNvPr>
                <p:cNvPicPr/>
                <p:nvPr/>
              </p:nvPicPr>
              <p:blipFill>
                <a:blip r:embed="rId18"/>
                <a:stretch>
                  <a:fillRect/>
                </a:stretch>
              </p:blipFill>
              <p:spPr>
                <a:xfrm>
                  <a:off x="9024076" y="2616472"/>
                  <a:ext cx="202320" cy="235080"/>
                </a:xfrm>
                <a:prstGeom prst="rect">
                  <a:avLst/>
                </a:prstGeom>
              </p:spPr>
            </p:pic>
          </mc:Fallback>
        </mc:AlternateContent>
      </p:grpSp>
      <p:grpSp>
        <p:nvGrpSpPr>
          <p:cNvPr id="28" name="Group 27">
            <a:extLst>
              <a:ext uri="{FF2B5EF4-FFF2-40B4-BE49-F238E27FC236}">
                <a16:creationId xmlns:a16="http://schemas.microsoft.com/office/drawing/2014/main" id="{ABFA071A-27AB-8078-5BEC-DD8288C81065}"/>
              </a:ext>
            </a:extLst>
          </p:cNvPr>
          <p:cNvGrpSpPr/>
          <p:nvPr/>
        </p:nvGrpSpPr>
        <p:grpSpPr>
          <a:xfrm>
            <a:off x="9705916" y="2346112"/>
            <a:ext cx="2339640" cy="481320"/>
            <a:chOff x="9705916" y="2346112"/>
            <a:chExt cx="2339640" cy="481320"/>
          </a:xfrm>
        </p:grpSpPr>
        <mc:AlternateContent xmlns:mc="http://schemas.openxmlformats.org/markup-compatibility/2006" xmlns:p14="http://schemas.microsoft.com/office/powerpoint/2010/main">
          <mc:Choice Requires="p14">
            <p:contentPart p14:bwMode="auto" r:id="rId19">
              <p14:nvContentPartPr>
                <p14:cNvPr id="8" name="Ink 7">
                  <a:extLst>
                    <a:ext uri="{FF2B5EF4-FFF2-40B4-BE49-F238E27FC236}">
                      <a16:creationId xmlns:a16="http://schemas.microsoft.com/office/drawing/2014/main" id="{7CA3C535-D0E5-839C-2CDA-6F843FC41907}"/>
                    </a:ext>
                  </a:extLst>
                </p14:cNvPr>
                <p14:cNvContentPartPr/>
                <p14:nvPr/>
              </p14:nvContentPartPr>
              <p14:xfrm>
                <a:off x="9705916" y="2563192"/>
                <a:ext cx="109800" cy="240120"/>
              </p14:xfrm>
            </p:contentPart>
          </mc:Choice>
          <mc:Fallback xmlns="">
            <p:pic>
              <p:nvPicPr>
                <p:cNvPr id="8" name="Ink 7">
                  <a:extLst>
                    <a:ext uri="{FF2B5EF4-FFF2-40B4-BE49-F238E27FC236}">
                      <a16:creationId xmlns:a16="http://schemas.microsoft.com/office/drawing/2014/main" id="{7CA3C535-D0E5-839C-2CDA-6F843FC41907}"/>
                    </a:ext>
                  </a:extLst>
                </p:cNvPr>
                <p:cNvPicPr/>
                <p:nvPr/>
              </p:nvPicPr>
              <p:blipFill>
                <a:blip r:embed="rId20"/>
                <a:stretch>
                  <a:fillRect/>
                </a:stretch>
              </p:blipFill>
              <p:spPr>
                <a:xfrm>
                  <a:off x="9696916" y="2554192"/>
                  <a:ext cx="127440" cy="25776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0" name="Ink 9">
                  <a:extLst>
                    <a:ext uri="{FF2B5EF4-FFF2-40B4-BE49-F238E27FC236}">
                      <a16:creationId xmlns:a16="http://schemas.microsoft.com/office/drawing/2014/main" id="{DE7CA5F8-23BA-ED97-8933-10AD29CC37EF}"/>
                    </a:ext>
                  </a:extLst>
                </p14:cNvPr>
                <p14:cNvContentPartPr/>
                <p14:nvPr/>
              </p14:nvContentPartPr>
              <p14:xfrm>
                <a:off x="9849556" y="2422792"/>
                <a:ext cx="133920" cy="132840"/>
              </p14:xfrm>
            </p:contentPart>
          </mc:Choice>
          <mc:Fallback xmlns="">
            <p:pic>
              <p:nvPicPr>
                <p:cNvPr id="10" name="Ink 9">
                  <a:extLst>
                    <a:ext uri="{FF2B5EF4-FFF2-40B4-BE49-F238E27FC236}">
                      <a16:creationId xmlns:a16="http://schemas.microsoft.com/office/drawing/2014/main" id="{DE7CA5F8-23BA-ED97-8933-10AD29CC37EF}"/>
                    </a:ext>
                  </a:extLst>
                </p:cNvPr>
                <p:cNvPicPr/>
                <p:nvPr/>
              </p:nvPicPr>
              <p:blipFill>
                <a:blip r:embed="rId22"/>
                <a:stretch>
                  <a:fillRect/>
                </a:stretch>
              </p:blipFill>
              <p:spPr>
                <a:xfrm>
                  <a:off x="9840556" y="2413792"/>
                  <a:ext cx="15156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1" name="Ink 10">
                  <a:extLst>
                    <a:ext uri="{FF2B5EF4-FFF2-40B4-BE49-F238E27FC236}">
                      <a16:creationId xmlns:a16="http://schemas.microsoft.com/office/drawing/2014/main" id="{CA64D9AC-17EA-DE2C-988B-8E17C3272083}"/>
                    </a:ext>
                  </a:extLst>
                </p14:cNvPr>
                <p14:cNvContentPartPr/>
                <p14:nvPr/>
              </p14:nvContentPartPr>
              <p14:xfrm>
                <a:off x="9966196" y="2676232"/>
                <a:ext cx="234720" cy="18000"/>
              </p14:xfrm>
            </p:contentPart>
          </mc:Choice>
          <mc:Fallback xmlns="">
            <p:pic>
              <p:nvPicPr>
                <p:cNvPr id="11" name="Ink 10">
                  <a:extLst>
                    <a:ext uri="{FF2B5EF4-FFF2-40B4-BE49-F238E27FC236}">
                      <a16:creationId xmlns:a16="http://schemas.microsoft.com/office/drawing/2014/main" id="{CA64D9AC-17EA-DE2C-988B-8E17C3272083}"/>
                    </a:ext>
                  </a:extLst>
                </p:cNvPr>
                <p:cNvPicPr/>
                <p:nvPr/>
              </p:nvPicPr>
              <p:blipFill>
                <a:blip r:embed="rId24"/>
                <a:stretch>
                  <a:fillRect/>
                </a:stretch>
              </p:blipFill>
              <p:spPr>
                <a:xfrm>
                  <a:off x="9957556" y="2667232"/>
                  <a:ext cx="25236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2" name="Ink 11">
                  <a:extLst>
                    <a:ext uri="{FF2B5EF4-FFF2-40B4-BE49-F238E27FC236}">
                      <a16:creationId xmlns:a16="http://schemas.microsoft.com/office/drawing/2014/main" id="{10246DC5-640C-0238-7183-3C98B347EAA8}"/>
                    </a:ext>
                  </a:extLst>
                </p14:cNvPr>
                <p14:cNvContentPartPr/>
                <p14:nvPr/>
              </p14:nvContentPartPr>
              <p14:xfrm>
                <a:off x="10051876" y="2599912"/>
                <a:ext cx="52200" cy="227520"/>
              </p14:xfrm>
            </p:contentPart>
          </mc:Choice>
          <mc:Fallback xmlns="">
            <p:pic>
              <p:nvPicPr>
                <p:cNvPr id="12" name="Ink 11">
                  <a:extLst>
                    <a:ext uri="{FF2B5EF4-FFF2-40B4-BE49-F238E27FC236}">
                      <a16:creationId xmlns:a16="http://schemas.microsoft.com/office/drawing/2014/main" id="{10246DC5-640C-0238-7183-3C98B347EAA8}"/>
                    </a:ext>
                  </a:extLst>
                </p:cNvPr>
                <p:cNvPicPr/>
                <p:nvPr/>
              </p:nvPicPr>
              <p:blipFill>
                <a:blip r:embed="rId26"/>
                <a:stretch>
                  <a:fillRect/>
                </a:stretch>
              </p:blipFill>
              <p:spPr>
                <a:xfrm>
                  <a:off x="10042876" y="2591272"/>
                  <a:ext cx="6984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3" name="Ink 12">
                  <a:extLst>
                    <a:ext uri="{FF2B5EF4-FFF2-40B4-BE49-F238E27FC236}">
                      <a16:creationId xmlns:a16="http://schemas.microsoft.com/office/drawing/2014/main" id="{E1B87265-E8BE-ED92-1F26-A889629B9D5C}"/>
                    </a:ext>
                  </a:extLst>
                </p14:cNvPr>
                <p14:cNvContentPartPr/>
                <p14:nvPr/>
              </p14:nvContentPartPr>
              <p14:xfrm>
                <a:off x="10284436" y="2549512"/>
                <a:ext cx="159480" cy="209520"/>
              </p14:xfrm>
            </p:contentPart>
          </mc:Choice>
          <mc:Fallback xmlns="">
            <p:pic>
              <p:nvPicPr>
                <p:cNvPr id="13" name="Ink 12">
                  <a:extLst>
                    <a:ext uri="{FF2B5EF4-FFF2-40B4-BE49-F238E27FC236}">
                      <a16:creationId xmlns:a16="http://schemas.microsoft.com/office/drawing/2014/main" id="{E1B87265-E8BE-ED92-1F26-A889629B9D5C}"/>
                    </a:ext>
                  </a:extLst>
                </p:cNvPr>
                <p:cNvPicPr/>
                <p:nvPr/>
              </p:nvPicPr>
              <p:blipFill>
                <a:blip r:embed="rId28"/>
                <a:stretch>
                  <a:fillRect/>
                </a:stretch>
              </p:blipFill>
              <p:spPr>
                <a:xfrm>
                  <a:off x="10275436" y="2540872"/>
                  <a:ext cx="17712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6" name="Ink 15">
                  <a:extLst>
                    <a:ext uri="{FF2B5EF4-FFF2-40B4-BE49-F238E27FC236}">
                      <a16:creationId xmlns:a16="http://schemas.microsoft.com/office/drawing/2014/main" id="{16DD3009-6BC5-07AE-2CCD-335E43639772}"/>
                    </a:ext>
                  </a:extLst>
                </p14:cNvPr>
                <p14:cNvContentPartPr/>
                <p14:nvPr/>
              </p14:nvContentPartPr>
              <p14:xfrm>
                <a:off x="10575316" y="2486152"/>
                <a:ext cx="163800" cy="261720"/>
              </p14:xfrm>
            </p:contentPart>
          </mc:Choice>
          <mc:Fallback xmlns="">
            <p:pic>
              <p:nvPicPr>
                <p:cNvPr id="16" name="Ink 15">
                  <a:extLst>
                    <a:ext uri="{FF2B5EF4-FFF2-40B4-BE49-F238E27FC236}">
                      <a16:creationId xmlns:a16="http://schemas.microsoft.com/office/drawing/2014/main" id="{16DD3009-6BC5-07AE-2CCD-335E43639772}"/>
                    </a:ext>
                  </a:extLst>
                </p:cNvPr>
                <p:cNvPicPr/>
                <p:nvPr/>
              </p:nvPicPr>
              <p:blipFill>
                <a:blip r:embed="rId30"/>
                <a:stretch>
                  <a:fillRect/>
                </a:stretch>
              </p:blipFill>
              <p:spPr>
                <a:xfrm>
                  <a:off x="10566316" y="2477512"/>
                  <a:ext cx="181440" cy="2793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7" name="Ink 16">
                  <a:extLst>
                    <a:ext uri="{FF2B5EF4-FFF2-40B4-BE49-F238E27FC236}">
                      <a16:creationId xmlns:a16="http://schemas.microsoft.com/office/drawing/2014/main" id="{4C66D334-99DF-8679-BEF2-0FCD8CC2690B}"/>
                    </a:ext>
                  </a:extLst>
                </p14:cNvPr>
                <p14:cNvContentPartPr/>
                <p14:nvPr/>
              </p14:nvContentPartPr>
              <p14:xfrm>
                <a:off x="10819036" y="2474992"/>
                <a:ext cx="119880" cy="233640"/>
              </p14:xfrm>
            </p:contentPart>
          </mc:Choice>
          <mc:Fallback xmlns="">
            <p:pic>
              <p:nvPicPr>
                <p:cNvPr id="17" name="Ink 16">
                  <a:extLst>
                    <a:ext uri="{FF2B5EF4-FFF2-40B4-BE49-F238E27FC236}">
                      <a16:creationId xmlns:a16="http://schemas.microsoft.com/office/drawing/2014/main" id="{4C66D334-99DF-8679-BEF2-0FCD8CC2690B}"/>
                    </a:ext>
                  </a:extLst>
                </p:cNvPr>
                <p:cNvPicPr/>
                <p:nvPr/>
              </p:nvPicPr>
              <p:blipFill>
                <a:blip r:embed="rId32"/>
                <a:stretch>
                  <a:fillRect/>
                </a:stretch>
              </p:blipFill>
              <p:spPr>
                <a:xfrm>
                  <a:off x="10810036" y="2466352"/>
                  <a:ext cx="137520" cy="2512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9" name="Ink 18">
                  <a:extLst>
                    <a:ext uri="{FF2B5EF4-FFF2-40B4-BE49-F238E27FC236}">
                      <a16:creationId xmlns:a16="http://schemas.microsoft.com/office/drawing/2014/main" id="{D3ABD681-8944-62B5-1988-D8EDD62D8B40}"/>
                    </a:ext>
                  </a:extLst>
                </p14:cNvPr>
                <p14:cNvContentPartPr/>
                <p14:nvPr/>
              </p14:nvContentPartPr>
              <p14:xfrm>
                <a:off x="11004436" y="2584072"/>
                <a:ext cx="204840" cy="10800"/>
              </p14:xfrm>
            </p:contentPart>
          </mc:Choice>
          <mc:Fallback xmlns="">
            <p:pic>
              <p:nvPicPr>
                <p:cNvPr id="19" name="Ink 18">
                  <a:extLst>
                    <a:ext uri="{FF2B5EF4-FFF2-40B4-BE49-F238E27FC236}">
                      <a16:creationId xmlns:a16="http://schemas.microsoft.com/office/drawing/2014/main" id="{D3ABD681-8944-62B5-1988-D8EDD62D8B40}"/>
                    </a:ext>
                  </a:extLst>
                </p:cNvPr>
                <p:cNvPicPr/>
                <p:nvPr/>
              </p:nvPicPr>
              <p:blipFill>
                <a:blip r:embed="rId34"/>
                <a:stretch>
                  <a:fillRect/>
                </a:stretch>
              </p:blipFill>
              <p:spPr>
                <a:xfrm>
                  <a:off x="10995796" y="2575432"/>
                  <a:ext cx="22248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0" name="Ink 19">
                  <a:extLst>
                    <a:ext uri="{FF2B5EF4-FFF2-40B4-BE49-F238E27FC236}">
                      <a16:creationId xmlns:a16="http://schemas.microsoft.com/office/drawing/2014/main" id="{46FE691B-3DAD-2926-8F65-41E5603815F4}"/>
                    </a:ext>
                  </a:extLst>
                </p14:cNvPr>
                <p14:cNvContentPartPr/>
                <p14:nvPr/>
              </p14:nvContentPartPr>
              <p14:xfrm>
                <a:off x="11093716" y="2472112"/>
                <a:ext cx="78120" cy="304560"/>
              </p14:xfrm>
            </p:contentPart>
          </mc:Choice>
          <mc:Fallback xmlns="">
            <p:pic>
              <p:nvPicPr>
                <p:cNvPr id="20" name="Ink 19">
                  <a:extLst>
                    <a:ext uri="{FF2B5EF4-FFF2-40B4-BE49-F238E27FC236}">
                      <a16:creationId xmlns:a16="http://schemas.microsoft.com/office/drawing/2014/main" id="{46FE691B-3DAD-2926-8F65-41E5603815F4}"/>
                    </a:ext>
                  </a:extLst>
                </p:cNvPr>
                <p:cNvPicPr/>
                <p:nvPr/>
              </p:nvPicPr>
              <p:blipFill>
                <a:blip r:embed="rId36"/>
                <a:stretch>
                  <a:fillRect/>
                </a:stretch>
              </p:blipFill>
              <p:spPr>
                <a:xfrm>
                  <a:off x="11085076" y="2463472"/>
                  <a:ext cx="95760" cy="3222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1" name="Ink 20">
                  <a:extLst>
                    <a:ext uri="{FF2B5EF4-FFF2-40B4-BE49-F238E27FC236}">
                      <a16:creationId xmlns:a16="http://schemas.microsoft.com/office/drawing/2014/main" id="{EAE885DC-463F-88AA-2B79-DCFA9080EE4D}"/>
                    </a:ext>
                  </a:extLst>
                </p14:cNvPr>
                <p14:cNvContentPartPr/>
                <p14:nvPr/>
              </p14:nvContentPartPr>
              <p14:xfrm>
                <a:off x="11258596" y="2501272"/>
                <a:ext cx="230400" cy="204480"/>
              </p14:xfrm>
            </p:contentPart>
          </mc:Choice>
          <mc:Fallback xmlns="">
            <p:pic>
              <p:nvPicPr>
                <p:cNvPr id="21" name="Ink 20">
                  <a:extLst>
                    <a:ext uri="{FF2B5EF4-FFF2-40B4-BE49-F238E27FC236}">
                      <a16:creationId xmlns:a16="http://schemas.microsoft.com/office/drawing/2014/main" id="{EAE885DC-463F-88AA-2B79-DCFA9080EE4D}"/>
                    </a:ext>
                  </a:extLst>
                </p:cNvPr>
                <p:cNvPicPr/>
                <p:nvPr/>
              </p:nvPicPr>
              <p:blipFill>
                <a:blip r:embed="rId38"/>
                <a:stretch>
                  <a:fillRect/>
                </a:stretch>
              </p:blipFill>
              <p:spPr>
                <a:xfrm>
                  <a:off x="11249596" y="2492272"/>
                  <a:ext cx="24804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2" name="Ink 21">
                  <a:extLst>
                    <a:ext uri="{FF2B5EF4-FFF2-40B4-BE49-F238E27FC236}">
                      <a16:creationId xmlns:a16="http://schemas.microsoft.com/office/drawing/2014/main" id="{45CF4904-14A9-20B8-322E-F4663E64F972}"/>
                    </a:ext>
                  </a:extLst>
                </p14:cNvPr>
                <p14:cNvContentPartPr/>
                <p14:nvPr/>
              </p14:nvContentPartPr>
              <p14:xfrm>
                <a:off x="11513116" y="2654632"/>
                <a:ext cx="88200" cy="56520"/>
              </p14:xfrm>
            </p:contentPart>
          </mc:Choice>
          <mc:Fallback xmlns="">
            <p:pic>
              <p:nvPicPr>
                <p:cNvPr id="22" name="Ink 21">
                  <a:extLst>
                    <a:ext uri="{FF2B5EF4-FFF2-40B4-BE49-F238E27FC236}">
                      <a16:creationId xmlns:a16="http://schemas.microsoft.com/office/drawing/2014/main" id="{45CF4904-14A9-20B8-322E-F4663E64F972}"/>
                    </a:ext>
                  </a:extLst>
                </p:cNvPr>
                <p:cNvPicPr/>
                <p:nvPr/>
              </p:nvPicPr>
              <p:blipFill>
                <a:blip r:embed="rId40"/>
                <a:stretch>
                  <a:fillRect/>
                </a:stretch>
              </p:blipFill>
              <p:spPr>
                <a:xfrm>
                  <a:off x="11504476" y="2645632"/>
                  <a:ext cx="10584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4" name="Ink 23">
                  <a:extLst>
                    <a:ext uri="{FF2B5EF4-FFF2-40B4-BE49-F238E27FC236}">
                      <a16:creationId xmlns:a16="http://schemas.microsoft.com/office/drawing/2014/main" id="{0447A98E-DB23-5A74-D769-D726D01B6DA0}"/>
                    </a:ext>
                  </a:extLst>
                </p14:cNvPr>
                <p14:cNvContentPartPr/>
                <p14:nvPr/>
              </p14:nvContentPartPr>
              <p14:xfrm>
                <a:off x="11623636" y="2346112"/>
                <a:ext cx="81000" cy="126000"/>
              </p14:xfrm>
            </p:contentPart>
          </mc:Choice>
          <mc:Fallback xmlns="">
            <p:pic>
              <p:nvPicPr>
                <p:cNvPr id="24" name="Ink 23">
                  <a:extLst>
                    <a:ext uri="{FF2B5EF4-FFF2-40B4-BE49-F238E27FC236}">
                      <a16:creationId xmlns:a16="http://schemas.microsoft.com/office/drawing/2014/main" id="{0447A98E-DB23-5A74-D769-D726D01B6DA0}"/>
                    </a:ext>
                  </a:extLst>
                </p:cNvPr>
                <p:cNvPicPr/>
                <p:nvPr/>
              </p:nvPicPr>
              <p:blipFill>
                <a:blip r:embed="rId42"/>
                <a:stretch>
                  <a:fillRect/>
                </a:stretch>
              </p:blipFill>
              <p:spPr>
                <a:xfrm>
                  <a:off x="11614636" y="2337472"/>
                  <a:ext cx="9864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5" name="Ink 24">
                  <a:extLst>
                    <a:ext uri="{FF2B5EF4-FFF2-40B4-BE49-F238E27FC236}">
                      <a16:creationId xmlns:a16="http://schemas.microsoft.com/office/drawing/2014/main" id="{5072C134-455A-6E9B-8927-8B47A0FE3702}"/>
                    </a:ext>
                  </a:extLst>
                </p14:cNvPr>
                <p14:cNvContentPartPr/>
                <p14:nvPr/>
              </p14:nvContentPartPr>
              <p14:xfrm>
                <a:off x="11782396" y="2560312"/>
                <a:ext cx="81360" cy="12240"/>
              </p14:xfrm>
            </p:contentPart>
          </mc:Choice>
          <mc:Fallback xmlns="">
            <p:pic>
              <p:nvPicPr>
                <p:cNvPr id="25" name="Ink 24">
                  <a:extLst>
                    <a:ext uri="{FF2B5EF4-FFF2-40B4-BE49-F238E27FC236}">
                      <a16:creationId xmlns:a16="http://schemas.microsoft.com/office/drawing/2014/main" id="{5072C134-455A-6E9B-8927-8B47A0FE3702}"/>
                    </a:ext>
                  </a:extLst>
                </p:cNvPr>
                <p:cNvPicPr/>
                <p:nvPr/>
              </p:nvPicPr>
              <p:blipFill>
                <a:blip r:embed="rId44"/>
                <a:stretch>
                  <a:fillRect/>
                </a:stretch>
              </p:blipFill>
              <p:spPr>
                <a:xfrm>
                  <a:off x="11773756" y="2551672"/>
                  <a:ext cx="9900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26" name="Ink 25">
                  <a:extLst>
                    <a:ext uri="{FF2B5EF4-FFF2-40B4-BE49-F238E27FC236}">
                      <a16:creationId xmlns:a16="http://schemas.microsoft.com/office/drawing/2014/main" id="{FEB3789B-7D4D-A5D6-56CB-BC064288E660}"/>
                    </a:ext>
                  </a:extLst>
                </p14:cNvPr>
                <p14:cNvContentPartPr/>
                <p14:nvPr/>
              </p14:nvContentPartPr>
              <p14:xfrm>
                <a:off x="11794996" y="2625472"/>
                <a:ext cx="95760" cy="5400"/>
              </p14:xfrm>
            </p:contentPart>
          </mc:Choice>
          <mc:Fallback xmlns="">
            <p:pic>
              <p:nvPicPr>
                <p:cNvPr id="26" name="Ink 25">
                  <a:extLst>
                    <a:ext uri="{FF2B5EF4-FFF2-40B4-BE49-F238E27FC236}">
                      <a16:creationId xmlns:a16="http://schemas.microsoft.com/office/drawing/2014/main" id="{FEB3789B-7D4D-A5D6-56CB-BC064288E660}"/>
                    </a:ext>
                  </a:extLst>
                </p:cNvPr>
                <p:cNvPicPr/>
                <p:nvPr/>
              </p:nvPicPr>
              <p:blipFill>
                <a:blip r:embed="rId46"/>
                <a:stretch>
                  <a:fillRect/>
                </a:stretch>
              </p:blipFill>
              <p:spPr>
                <a:xfrm>
                  <a:off x="11786356" y="2616472"/>
                  <a:ext cx="11340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27" name="Ink 26">
                  <a:extLst>
                    <a:ext uri="{FF2B5EF4-FFF2-40B4-BE49-F238E27FC236}">
                      <a16:creationId xmlns:a16="http://schemas.microsoft.com/office/drawing/2014/main" id="{FFF2F62B-0D91-586E-D099-52550275F151}"/>
                    </a:ext>
                  </a:extLst>
                </p14:cNvPr>
                <p14:cNvContentPartPr/>
                <p14:nvPr/>
              </p14:nvContentPartPr>
              <p14:xfrm>
                <a:off x="11958436" y="2577232"/>
                <a:ext cx="87120" cy="94680"/>
              </p14:xfrm>
            </p:contentPart>
          </mc:Choice>
          <mc:Fallback xmlns="">
            <p:pic>
              <p:nvPicPr>
                <p:cNvPr id="27" name="Ink 26">
                  <a:extLst>
                    <a:ext uri="{FF2B5EF4-FFF2-40B4-BE49-F238E27FC236}">
                      <a16:creationId xmlns:a16="http://schemas.microsoft.com/office/drawing/2014/main" id="{FFF2F62B-0D91-586E-D099-52550275F151}"/>
                    </a:ext>
                  </a:extLst>
                </p:cNvPr>
                <p:cNvPicPr/>
                <p:nvPr/>
              </p:nvPicPr>
              <p:blipFill>
                <a:blip r:embed="rId48"/>
                <a:stretch>
                  <a:fillRect/>
                </a:stretch>
              </p:blipFill>
              <p:spPr>
                <a:xfrm>
                  <a:off x="11949436" y="2568232"/>
                  <a:ext cx="104760" cy="112320"/>
                </a:xfrm>
                <a:prstGeom prst="rect">
                  <a:avLst/>
                </a:prstGeom>
              </p:spPr>
            </p:pic>
          </mc:Fallback>
        </mc:AlternateContent>
      </p:grpSp>
      <p:grpSp>
        <p:nvGrpSpPr>
          <p:cNvPr id="51" name="Group 50">
            <a:extLst>
              <a:ext uri="{FF2B5EF4-FFF2-40B4-BE49-F238E27FC236}">
                <a16:creationId xmlns:a16="http://schemas.microsoft.com/office/drawing/2014/main" id="{A64EE024-C316-DC03-1249-2458A7F9A014}"/>
              </a:ext>
            </a:extLst>
          </p:cNvPr>
          <p:cNvGrpSpPr/>
          <p:nvPr/>
        </p:nvGrpSpPr>
        <p:grpSpPr>
          <a:xfrm>
            <a:off x="10072396" y="2950552"/>
            <a:ext cx="2027160" cy="383760"/>
            <a:chOff x="10072396" y="2950552"/>
            <a:chExt cx="2027160" cy="383760"/>
          </a:xfrm>
        </p:grpSpPr>
        <mc:AlternateContent xmlns:mc="http://schemas.openxmlformats.org/markup-compatibility/2006" xmlns:p14="http://schemas.microsoft.com/office/powerpoint/2010/main">
          <mc:Choice Requires="p14">
            <p:contentPart p14:bwMode="auto" r:id="rId49">
              <p14:nvContentPartPr>
                <p14:cNvPr id="29" name="Ink 28">
                  <a:extLst>
                    <a:ext uri="{FF2B5EF4-FFF2-40B4-BE49-F238E27FC236}">
                      <a16:creationId xmlns:a16="http://schemas.microsoft.com/office/drawing/2014/main" id="{2AE76BF8-1F5B-0CA2-CCF1-6401CB78446A}"/>
                    </a:ext>
                  </a:extLst>
                </p14:cNvPr>
                <p14:cNvContentPartPr/>
                <p14:nvPr/>
              </p14:nvContentPartPr>
              <p14:xfrm>
                <a:off x="10072396" y="3090952"/>
                <a:ext cx="140760" cy="198000"/>
              </p14:xfrm>
            </p:contentPart>
          </mc:Choice>
          <mc:Fallback xmlns="">
            <p:pic>
              <p:nvPicPr>
                <p:cNvPr id="29" name="Ink 28">
                  <a:extLst>
                    <a:ext uri="{FF2B5EF4-FFF2-40B4-BE49-F238E27FC236}">
                      <a16:creationId xmlns:a16="http://schemas.microsoft.com/office/drawing/2014/main" id="{2AE76BF8-1F5B-0CA2-CCF1-6401CB78446A}"/>
                    </a:ext>
                  </a:extLst>
                </p:cNvPr>
                <p:cNvPicPr/>
                <p:nvPr/>
              </p:nvPicPr>
              <p:blipFill>
                <a:blip r:embed="rId50"/>
                <a:stretch>
                  <a:fillRect/>
                </a:stretch>
              </p:blipFill>
              <p:spPr>
                <a:xfrm>
                  <a:off x="10063396" y="3081952"/>
                  <a:ext cx="158400"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0" name="Ink 29">
                  <a:extLst>
                    <a:ext uri="{FF2B5EF4-FFF2-40B4-BE49-F238E27FC236}">
                      <a16:creationId xmlns:a16="http://schemas.microsoft.com/office/drawing/2014/main" id="{9317B90F-803F-3E9D-09F7-5185E0358451}"/>
                    </a:ext>
                  </a:extLst>
                </p14:cNvPr>
                <p14:cNvContentPartPr/>
                <p14:nvPr/>
              </p14:nvContentPartPr>
              <p14:xfrm>
                <a:off x="10231876" y="3244672"/>
                <a:ext cx="12960" cy="27000"/>
              </p14:xfrm>
            </p:contentPart>
          </mc:Choice>
          <mc:Fallback xmlns="">
            <p:pic>
              <p:nvPicPr>
                <p:cNvPr id="30" name="Ink 29">
                  <a:extLst>
                    <a:ext uri="{FF2B5EF4-FFF2-40B4-BE49-F238E27FC236}">
                      <a16:creationId xmlns:a16="http://schemas.microsoft.com/office/drawing/2014/main" id="{9317B90F-803F-3E9D-09F7-5185E0358451}"/>
                    </a:ext>
                  </a:extLst>
                </p:cNvPr>
                <p:cNvPicPr/>
                <p:nvPr/>
              </p:nvPicPr>
              <p:blipFill>
                <a:blip r:embed="rId52"/>
                <a:stretch>
                  <a:fillRect/>
                </a:stretch>
              </p:blipFill>
              <p:spPr>
                <a:xfrm>
                  <a:off x="10223236" y="3236032"/>
                  <a:ext cx="3060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1" name="Ink 30">
                  <a:extLst>
                    <a:ext uri="{FF2B5EF4-FFF2-40B4-BE49-F238E27FC236}">
                      <a16:creationId xmlns:a16="http://schemas.microsoft.com/office/drawing/2014/main" id="{2AA2CF9F-EF8F-2673-D80E-41D627FAAEC9}"/>
                    </a:ext>
                  </a:extLst>
                </p14:cNvPr>
                <p14:cNvContentPartPr/>
                <p14:nvPr/>
              </p14:nvContentPartPr>
              <p14:xfrm>
                <a:off x="10282996" y="3263752"/>
                <a:ext cx="33480" cy="58680"/>
              </p14:xfrm>
            </p:contentPart>
          </mc:Choice>
          <mc:Fallback xmlns="">
            <p:pic>
              <p:nvPicPr>
                <p:cNvPr id="31" name="Ink 30">
                  <a:extLst>
                    <a:ext uri="{FF2B5EF4-FFF2-40B4-BE49-F238E27FC236}">
                      <a16:creationId xmlns:a16="http://schemas.microsoft.com/office/drawing/2014/main" id="{2AA2CF9F-EF8F-2673-D80E-41D627FAAEC9}"/>
                    </a:ext>
                  </a:extLst>
                </p:cNvPr>
                <p:cNvPicPr/>
                <p:nvPr/>
              </p:nvPicPr>
              <p:blipFill>
                <a:blip r:embed="rId54"/>
                <a:stretch>
                  <a:fillRect/>
                </a:stretch>
              </p:blipFill>
              <p:spPr>
                <a:xfrm>
                  <a:off x="10274356" y="3255112"/>
                  <a:ext cx="5112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3" name="Ink 32">
                  <a:extLst>
                    <a:ext uri="{FF2B5EF4-FFF2-40B4-BE49-F238E27FC236}">
                      <a16:creationId xmlns:a16="http://schemas.microsoft.com/office/drawing/2014/main" id="{38D23F18-6228-7051-2C73-CB58CAA93BEB}"/>
                    </a:ext>
                  </a:extLst>
                </p14:cNvPr>
                <p14:cNvContentPartPr/>
                <p14:nvPr/>
              </p14:nvContentPartPr>
              <p14:xfrm>
                <a:off x="10358596" y="3207592"/>
                <a:ext cx="92880" cy="106200"/>
              </p14:xfrm>
            </p:contentPart>
          </mc:Choice>
          <mc:Fallback xmlns="">
            <p:pic>
              <p:nvPicPr>
                <p:cNvPr id="33" name="Ink 32">
                  <a:extLst>
                    <a:ext uri="{FF2B5EF4-FFF2-40B4-BE49-F238E27FC236}">
                      <a16:creationId xmlns:a16="http://schemas.microsoft.com/office/drawing/2014/main" id="{38D23F18-6228-7051-2C73-CB58CAA93BEB}"/>
                    </a:ext>
                  </a:extLst>
                </p:cNvPr>
                <p:cNvPicPr/>
                <p:nvPr/>
              </p:nvPicPr>
              <p:blipFill>
                <a:blip r:embed="rId56"/>
                <a:stretch>
                  <a:fillRect/>
                </a:stretch>
              </p:blipFill>
              <p:spPr>
                <a:xfrm>
                  <a:off x="10349596" y="3198592"/>
                  <a:ext cx="11052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4" name="Ink 33">
                  <a:extLst>
                    <a:ext uri="{FF2B5EF4-FFF2-40B4-BE49-F238E27FC236}">
                      <a16:creationId xmlns:a16="http://schemas.microsoft.com/office/drawing/2014/main" id="{356912B7-A5A2-8DC0-F68E-E374F7E9BC3E}"/>
                    </a:ext>
                  </a:extLst>
                </p14:cNvPr>
                <p14:cNvContentPartPr/>
                <p14:nvPr/>
              </p14:nvContentPartPr>
              <p14:xfrm>
                <a:off x="10507276" y="3121912"/>
                <a:ext cx="136080" cy="19440"/>
              </p14:xfrm>
            </p:contentPart>
          </mc:Choice>
          <mc:Fallback xmlns="">
            <p:pic>
              <p:nvPicPr>
                <p:cNvPr id="34" name="Ink 33">
                  <a:extLst>
                    <a:ext uri="{FF2B5EF4-FFF2-40B4-BE49-F238E27FC236}">
                      <a16:creationId xmlns:a16="http://schemas.microsoft.com/office/drawing/2014/main" id="{356912B7-A5A2-8DC0-F68E-E374F7E9BC3E}"/>
                    </a:ext>
                  </a:extLst>
                </p:cNvPr>
                <p:cNvPicPr/>
                <p:nvPr/>
              </p:nvPicPr>
              <p:blipFill>
                <a:blip r:embed="rId58"/>
                <a:stretch>
                  <a:fillRect/>
                </a:stretch>
              </p:blipFill>
              <p:spPr>
                <a:xfrm>
                  <a:off x="10498636" y="3113272"/>
                  <a:ext cx="15372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5" name="Ink 34">
                  <a:extLst>
                    <a:ext uri="{FF2B5EF4-FFF2-40B4-BE49-F238E27FC236}">
                      <a16:creationId xmlns:a16="http://schemas.microsoft.com/office/drawing/2014/main" id="{D356561D-D76B-27DB-C7F4-9FE03189F636}"/>
                    </a:ext>
                  </a:extLst>
                </p14:cNvPr>
                <p14:cNvContentPartPr/>
                <p14:nvPr/>
              </p14:nvContentPartPr>
              <p14:xfrm>
                <a:off x="10493956" y="3211912"/>
                <a:ext cx="126360" cy="16200"/>
              </p14:xfrm>
            </p:contentPart>
          </mc:Choice>
          <mc:Fallback xmlns="">
            <p:pic>
              <p:nvPicPr>
                <p:cNvPr id="35" name="Ink 34">
                  <a:extLst>
                    <a:ext uri="{FF2B5EF4-FFF2-40B4-BE49-F238E27FC236}">
                      <a16:creationId xmlns:a16="http://schemas.microsoft.com/office/drawing/2014/main" id="{D356561D-D76B-27DB-C7F4-9FE03189F636}"/>
                    </a:ext>
                  </a:extLst>
                </p:cNvPr>
                <p:cNvPicPr/>
                <p:nvPr/>
              </p:nvPicPr>
              <p:blipFill>
                <a:blip r:embed="rId60"/>
                <a:stretch>
                  <a:fillRect/>
                </a:stretch>
              </p:blipFill>
              <p:spPr>
                <a:xfrm>
                  <a:off x="10484956" y="3202912"/>
                  <a:ext cx="14400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37" name="Ink 36">
                  <a:extLst>
                    <a:ext uri="{FF2B5EF4-FFF2-40B4-BE49-F238E27FC236}">
                      <a16:creationId xmlns:a16="http://schemas.microsoft.com/office/drawing/2014/main" id="{F998CD68-A3EE-2AB6-9329-D73C94B55E79}"/>
                    </a:ext>
                  </a:extLst>
                </p14:cNvPr>
                <p14:cNvContentPartPr/>
                <p14:nvPr/>
              </p14:nvContentPartPr>
              <p14:xfrm>
                <a:off x="10719316" y="3164032"/>
                <a:ext cx="122760" cy="18720"/>
              </p14:xfrm>
            </p:contentPart>
          </mc:Choice>
          <mc:Fallback xmlns="">
            <p:pic>
              <p:nvPicPr>
                <p:cNvPr id="37" name="Ink 36">
                  <a:extLst>
                    <a:ext uri="{FF2B5EF4-FFF2-40B4-BE49-F238E27FC236}">
                      <a16:creationId xmlns:a16="http://schemas.microsoft.com/office/drawing/2014/main" id="{F998CD68-A3EE-2AB6-9329-D73C94B55E79}"/>
                    </a:ext>
                  </a:extLst>
                </p:cNvPr>
                <p:cNvPicPr/>
                <p:nvPr/>
              </p:nvPicPr>
              <p:blipFill>
                <a:blip r:embed="rId62"/>
                <a:stretch>
                  <a:fillRect/>
                </a:stretch>
              </p:blipFill>
              <p:spPr>
                <a:xfrm>
                  <a:off x="10710676" y="3155392"/>
                  <a:ext cx="14040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38" name="Ink 37">
                  <a:extLst>
                    <a:ext uri="{FF2B5EF4-FFF2-40B4-BE49-F238E27FC236}">
                      <a16:creationId xmlns:a16="http://schemas.microsoft.com/office/drawing/2014/main" id="{05F8E5F7-10F8-F39D-4392-31C298C5DBB7}"/>
                    </a:ext>
                  </a:extLst>
                </p14:cNvPr>
                <p14:cNvContentPartPr/>
                <p14:nvPr/>
              </p14:nvContentPartPr>
              <p14:xfrm>
                <a:off x="10838476" y="3026872"/>
                <a:ext cx="158040" cy="307440"/>
              </p14:xfrm>
            </p:contentPart>
          </mc:Choice>
          <mc:Fallback xmlns="">
            <p:pic>
              <p:nvPicPr>
                <p:cNvPr id="38" name="Ink 37">
                  <a:extLst>
                    <a:ext uri="{FF2B5EF4-FFF2-40B4-BE49-F238E27FC236}">
                      <a16:creationId xmlns:a16="http://schemas.microsoft.com/office/drawing/2014/main" id="{05F8E5F7-10F8-F39D-4392-31C298C5DBB7}"/>
                    </a:ext>
                  </a:extLst>
                </p:cNvPr>
                <p:cNvPicPr/>
                <p:nvPr/>
              </p:nvPicPr>
              <p:blipFill>
                <a:blip r:embed="rId64"/>
                <a:stretch>
                  <a:fillRect/>
                </a:stretch>
              </p:blipFill>
              <p:spPr>
                <a:xfrm>
                  <a:off x="10829476" y="3017872"/>
                  <a:ext cx="175680" cy="32508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39" name="Ink 38">
                  <a:extLst>
                    <a:ext uri="{FF2B5EF4-FFF2-40B4-BE49-F238E27FC236}">
                      <a16:creationId xmlns:a16="http://schemas.microsoft.com/office/drawing/2014/main" id="{5AD933C1-D962-5A2D-8B68-0F8DF98AC909}"/>
                    </a:ext>
                  </a:extLst>
                </p14:cNvPr>
                <p14:cNvContentPartPr/>
                <p14:nvPr/>
              </p14:nvContentPartPr>
              <p14:xfrm>
                <a:off x="11033956" y="3088072"/>
                <a:ext cx="179280" cy="32760"/>
              </p14:xfrm>
            </p:contentPart>
          </mc:Choice>
          <mc:Fallback xmlns="">
            <p:pic>
              <p:nvPicPr>
                <p:cNvPr id="39" name="Ink 38">
                  <a:extLst>
                    <a:ext uri="{FF2B5EF4-FFF2-40B4-BE49-F238E27FC236}">
                      <a16:creationId xmlns:a16="http://schemas.microsoft.com/office/drawing/2014/main" id="{5AD933C1-D962-5A2D-8B68-0F8DF98AC909}"/>
                    </a:ext>
                  </a:extLst>
                </p:cNvPr>
                <p:cNvPicPr/>
                <p:nvPr/>
              </p:nvPicPr>
              <p:blipFill>
                <a:blip r:embed="rId66"/>
                <a:stretch>
                  <a:fillRect/>
                </a:stretch>
              </p:blipFill>
              <p:spPr>
                <a:xfrm>
                  <a:off x="11025316" y="3079432"/>
                  <a:ext cx="19692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0" name="Ink 39">
                  <a:extLst>
                    <a:ext uri="{FF2B5EF4-FFF2-40B4-BE49-F238E27FC236}">
                      <a16:creationId xmlns:a16="http://schemas.microsoft.com/office/drawing/2014/main" id="{70BEE3AF-62DD-33EB-FF5E-FFEC0EF2B4EF}"/>
                    </a:ext>
                  </a:extLst>
                </p14:cNvPr>
                <p14:cNvContentPartPr/>
                <p14:nvPr/>
              </p14:nvContentPartPr>
              <p14:xfrm>
                <a:off x="11145196" y="2961712"/>
                <a:ext cx="32040" cy="289440"/>
              </p14:xfrm>
            </p:contentPart>
          </mc:Choice>
          <mc:Fallback xmlns="">
            <p:pic>
              <p:nvPicPr>
                <p:cNvPr id="40" name="Ink 39">
                  <a:extLst>
                    <a:ext uri="{FF2B5EF4-FFF2-40B4-BE49-F238E27FC236}">
                      <a16:creationId xmlns:a16="http://schemas.microsoft.com/office/drawing/2014/main" id="{70BEE3AF-62DD-33EB-FF5E-FFEC0EF2B4EF}"/>
                    </a:ext>
                  </a:extLst>
                </p:cNvPr>
                <p:cNvPicPr/>
                <p:nvPr/>
              </p:nvPicPr>
              <p:blipFill>
                <a:blip r:embed="rId68"/>
                <a:stretch>
                  <a:fillRect/>
                </a:stretch>
              </p:blipFill>
              <p:spPr>
                <a:xfrm>
                  <a:off x="11136556" y="2953072"/>
                  <a:ext cx="49680" cy="30708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1" name="Ink 40">
                  <a:extLst>
                    <a:ext uri="{FF2B5EF4-FFF2-40B4-BE49-F238E27FC236}">
                      <a16:creationId xmlns:a16="http://schemas.microsoft.com/office/drawing/2014/main" id="{6FF803FF-6970-0C35-DD8C-E432B307EF8E}"/>
                    </a:ext>
                  </a:extLst>
                </p14:cNvPr>
                <p14:cNvContentPartPr/>
                <p14:nvPr/>
              </p14:nvContentPartPr>
              <p14:xfrm>
                <a:off x="11061316" y="3260512"/>
                <a:ext cx="180000" cy="35640"/>
              </p14:xfrm>
            </p:contentPart>
          </mc:Choice>
          <mc:Fallback xmlns="">
            <p:pic>
              <p:nvPicPr>
                <p:cNvPr id="41" name="Ink 40">
                  <a:extLst>
                    <a:ext uri="{FF2B5EF4-FFF2-40B4-BE49-F238E27FC236}">
                      <a16:creationId xmlns:a16="http://schemas.microsoft.com/office/drawing/2014/main" id="{6FF803FF-6970-0C35-DD8C-E432B307EF8E}"/>
                    </a:ext>
                  </a:extLst>
                </p:cNvPr>
                <p:cNvPicPr/>
                <p:nvPr/>
              </p:nvPicPr>
              <p:blipFill>
                <a:blip r:embed="rId70"/>
                <a:stretch>
                  <a:fillRect/>
                </a:stretch>
              </p:blipFill>
              <p:spPr>
                <a:xfrm>
                  <a:off x="11052676" y="3251872"/>
                  <a:ext cx="19764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2" name="Ink 41">
                  <a:extLst>
                    <a:ext uri="{FF2B5EF4-FFF2-40B4-BE49-F238E27FC236}">
                      <a16:creationId xmlns:a16="http://schemas.microsoft.com/office/drawing/2014/main" id="{142E9B8B-4A6A-1B9C-47DD-86B3D95E855D}"/>
                    </a:ext>
                  </a:extLst>
                </p14:cNvPr>
                <p14:cNvContentPartPr/>
                <p14:nvPr/>
              </p14:nvContentPartPr>
              <p14:xfrm>
                <a:off x="11381716" y="2950552"/>
                <a:ext cx="558000" cy="345600"/>
              </p14:xfrm>
            </p:contentPart>
          </mc:Choice>
          <mc:Fallback xmlns="">
            <p:pic>
              <p:nvPicPr>
                <p:cNvPr id="42" name="Ink 41">
                  <a:extLst>
                    <a:ext uri="{FF2B5EF4-FFF2-40B4-BE49-F238E27FC236}">
                      <a16:creationId xmlns:a16="http://schemas.microsoft.com/office/drawing/2014/main" id="{142E9B8B-4A6A-1B9C-47DD-86B3D95E855D}"/>
                    </a:ext>
                  </a:extLst>
                </p:cNvPr>
                <p:cNvPicPr/>
                <p:nvPr/>
              </p:nvPicPr>
              <p:blipFill>
                <a:blip r:embed="rId72"/>
                <a:stretch>
                  <a:fillRect/>
                </a:stretch>
              </p:blipFill>
              <p:spPr>
                <a:xfrm>
                  <a:off x="11372716" y="2941552"/>
                  <a:ext cx="575640" cy="36324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4" name="Ink 43">
                  <a:extLst>
                    <a:ext uri="{FF2B5EF4-FFF2-40B4-BE49-F238E27FC236}">
                      <a16:creationId xmlns:a16="http://schemas.microsoft.com/office/drawing/2014/main" id="{7D25B09A-B5E3-9E3D-5C8B-2CA5550BB5C1}"/>
                    </a:ext>
                  </a:extLst>
                </p14:cNvPr>
                <p14:cNvContentPartPr/>
                <p14:nvPr/>
              </p14:nvContentPartPr>
              <p14:xfrm>
                <a:off x="11460556" y="3043792"/>
                <a:ext cx="199080" cy="265680"/>
              </p14:xfrm>
            </p:contentPart>
          </mc:Choice>
          <mc:Fallback xmlns="">
            <p:pic>
              <p:nvPicPr>
                <p:cNvPr id="44" name="Ink 43">
                  <a:extLst>
                    <a:ext uri="{FF2B5EF4-FFF2-40B4-BE49-F238E27FC236}">
                      <a16:creationId xmlns:a16="http://schemas.microsoft.com/office/drawing/2014/main" id="{7D25B09A-B5E3-9E3D-5C8B-2CA5550BB5C1}"/>
                    </a:ext>
                  </a:extLst>
                </p:cNvPr>
                <p:cNvPicPr/>
                <p:nvPr/>
              </p:nvPicPr>
              <p:blipFill>
                <a:blip r:embed="rId74"/>
                <a:stretch>
                  <a:fillRect/>
                </a:stretch>
              </p:blipFill>
              <p:spPr>
                <a:xfrm>
                  <a:off x="11451556" y="3034792"/>
                  <a:ext cx="216720" cy="28332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5" name="Ink 44">
                  <a:extLst>
                    <a:ext uri="{FF2B5EF4-FFF2-40B4-BE49-F238E27FC236}">
                      <a16:creationId xmlns:a16="http://schemas.microsoft.com/office/drawing/2014/main" id="{45205819-8560-34CC-348C-7F62FE254D32}"/>
                    </a:ext>
                  </a:extLst>
                </p14:cNvPr>
                <p14:cNvContentPartPr/>
                <p14:nvPr/>
              </p14:nvContentPartPr>
              <p14:xfrm>
                <a:off x="11665756" y="3032272"/>
                <a:ext cx="42840" cy="136080"/>
              </p14:xfrm>
            </p:contentPart>
          </mc:Choice>
          <mc:Fallback xmlns="">
            <p:pic>
              <p:nvPicPr>
                <p:cNvPr id="45" name="Ink 44">
                  <a:extLst>
                    <a:ext uri="{FF2B5EF4-FFF2-40B4-BE49-F238E27FC236}">
                      <a16:creationId xmlns:a16="http://schemas.microsoft.com/office/drawing/2014/main" id="{45205819-8560-34CC-348C-7F62FE254D32}"/>
                    </a:ext>
                  </a:extLst>
                </p:cNvPr>
                <p:cNvPicPr/>
                <p:nvPr/>
              </p:nvPicPr>
              <p:blipFill>
                <a:blip r:embed="rId76"/>
                <a:stretch>
                  <a:fillRect/>
                </a:stretch>
              </p:blipFill>
              <p:spPr>
                <a:xfrm>
                  <a:off x="11656756" y="3023632"/>
                  <a:ext cx="6048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46" name="Ink 45">
                  <a:extLst>
                    <a:ext uri="{FF2B5EF4-FFF2-40B4-BE49-F238E27FC236}">
                      <a16:creationId xmlns:a16="http://schemas.microsoft.com/office/drawing/2014/main" id="{23E6868C-97D1-0AF1-AE2A-9EF2D98A22FA}"/>
                    </a:ext>
                  </a:extLst>
                </p14:cNvPr>
                <p14:cNvContentPartPr/>
                <p14:nvPr/>
              </p14:nvContentPartPr>
              <p14:xfrm>
                <a:off x="11754316" y="3228112"/>
                <a:ext cx="63720" cy="10080"/>
              </p14:xfrm>
            </p:contentPart>
          </mc:Choice>
          <mc:Fallback xmlns="">
            <p:pic>
              <p:nvPicPr>
                <p:cNvPr id="46" name="Ink 45">
                  <a:extLst>
                    <a:ext uri="{FF2B5EF4-FFF2-40B4-BE49-F238E27FC236}">
                      <a16:creationId xmlns:a16="http://schemas.microsoft.com/office/drawing/2014/main" id="{23E6868C-97D1-0AF1-AE2A-9EF2D98A22FA}"/>
                    </a:ext>
                  </a:extLst>
                </p:cNvPr>
                <p:cNvPicPr/>
                <p:nvPr/>
              </p:nvPicPr>
              <p:blipFill>
                <a:blip r:embed="rId78"/>
                <a:stretch>
                  <a:fillRect/>
                </a:stretch>
              </p:blipFill>
              <p:spPr>
                <a:xfrm>
                  <a:off x="11745676" y="3219112"/>
                  <a:ext cx="81360" cy="2772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48" name="Ink 47">
                  <a:extLst>
                    <a:ext uri="{FF2B5EF4-FFF2-40B4-BE49-F238E27FC236}">
                      <a16:creationId xmlns:a16="http://schemas.microsoft.com/office/drawing/2014/main" id="{12496ED2-6714-D9B5-6EE4-D29895E78C75}"/>
                    </a:ext>
                  </a:extLst>
                </p14:cNvPr>
                <p14:cNvContentPartPr/>
                <p14:nvPr/>
              </p14:nvContentPartPr>
              <p14:xfrm>
                <a:off x="11844676" y="3129112"/>
                <a:ext cx="164160" cy="179280"/>
              </p14:xfrm>
            </p:contentPart>
          </mc:Choice>
          <mc:Fallback xmlns="">
            <p:pic>
              <p:nvPicPr>
                <p:cNvPr id="48" name="Ink 47">
                  <a:extLst>
                    <a:ext uri="{FF2B5EF4-FFF2-40B4-BE49-F238E27FC236}">
                      <a16:creationId xmlns:a16="http://schemas.microsoft.com/office/drawing/2014/main" id="{12496ED2-6714-D9B5-6EE4-D29895E78C75}"/>
                    </a:ext>
                  </a:extLst>
                </p:cNvPr>
                <p:cNvPicPr/>
                <p:nvPr/>
              </p:nvPicPr>
              <p:blipFill>
                <a:blip r:embed="rId80"/>
                <a:stretch>
                  <a:fillRect/>
                </a:stretch>
              </p:blipFill>
              <p:spPr>
                <a:xfrm>
                  <a:off x="11836036" y="3120112"/>
                  <a:ext cx="18180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49" name="Ink 48">
                  <a:extLst>
                    <a:ext uri="{FF2B5EF4-FFF2-40B4-BE49-F238E27FC236}">
                      <a16:creationId xmlns:a16="http://schemas.microsoft.com/office/drawing/2014/main" id="{3573F7BB-5716-91AC-4BEA-7F4B2C9A23F6}"/>
                    </a:ext>
                  </a:extLst>
                </p14:cNvPr>
                <p14:cNvContentPartPr/>
                <p14:nvPr/>
              </p14:nvContentPartPr>
              <p14:xfrm>
                <a:off x="12041236" y="3251512"/>
                <a:ext cx="47880" cy="58680"/>
              </p14:xfrm>
            </p:contentPart>
          </mc:Choice>
          <mc:Fallback xmlns="">
            <p:pic>
              <p:nvPicPr>
                <p:cNvPr id="49" name="Ink 48">
                  <a:extLst>
                    <a:ext uri="{FF2B5EF4-FFF2-40B4-BE49-F238E27FC236}">
                      <a16:creationId xmlns:a16="http://schemas.microsoft.com/office/drawing/2014/main" id="{3573F7BB-5716-91AC-4BEA-7F4B2C9A23F6}"/>
                    </a:ext>
                  </a:extLst>
                </p:cNvPr>
                <p:cNvPicPr/>
                <p:nvPr/>
              </p:nvPicPr>
              <p:blipFill>
                <a:blip r:embed="rId82"/>
                <a:stretch>
                  <a:fillRect/>
                </a:stretch>
              </p:blipFill>
              <p:spPr>
                <a:xfrm>
                  <a:off x="12032236" y="3242512"/>
                  <a:ext cx="6552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50" name="Ink 49">
                  <a:extLst>
                    <a:ext uri="{FF2B5EF4-FFF2-40B4-BE49-F238E27FC236}">
                      <a16:creationId xmlns:a16="http://schemas.microsoft.com/office/drawing/2014/main" id="{10C7D411-3E3F-19EB-26EC-B3043AA7F2EB}"/>
                    </a:ext>
                  </a:extLst>
                </p14:cNvPr>
                <p14:cNvContentPartPr/>
                <p14:nvPr/>
              </p14:nvContentPartPr>
              <p14:xfrm>
                <a:off x="12063196" y="3061432"/>
                <a:ext cx="36360" cy="99720"/>
              </p14:xfrm>
            </p:contentPart>
          </mc:Choice>
          <mc:Fallback xmlns="">
            <p:pic>
              <p:nvPicPr>
                <p:cNvPr id="50" name="Ink 49">
                  <a:extLst>
                    <a:ext uri="{FF2B5EF4-FFF2-40B4-BE49-F238E27FC236}">
                      <a16:creationId xmlns:a16="http://schemas.microsoft.com/office/drawing/2014/main" id="{10C7D411-3E3F-19EB-26EC-B3043AA7F2EB}"/>
                    </a:ext>
                  </a:extLst>
                </p:cNvPr>
                <p:cNvPicPr/>
                <p:nvPr/>
              </p:nvPicPr>
              <p:blipFill>
                <a:blip r:embed="rId84"/>
                <a:stretch>
                  <a:fillRect/>
                </a:stretch>
              </p:blipFill>
              <p:spPr>
                <a:xfrm>
                  <a:off x="12054556" y="3052432"/>
                  <a:ext cx="54000" cy="117360"/>
                </a:xfrm>
                <a:prstGeom prst="rect">
                  <a:avLst/>
                </a:prstGeom>
              </p:spPr>
            </p:pic>
          </mc:Fallback>
        </mc:AlternateContent>
      </p:grpSp>
      <p:grpSp>
        <p:nvGrpSpPr>
          <p:cNvPr id="53" name="Group 52">
            <a:extLst>
              <a:ext uri="{FF2B5EF4-FFF2-40B4-BE49-F238E27FC236}">
                <a16:creationId xmlns:a16="http://schemas.microsoft.com/office/drawing/2014/main" id="{E719C027-B8E7-8A2B-3021-1853628D7D0F}"/>
              </a:ext>
            </a:extLst>
          </p:cNvPr>
          <p:cNvGrpSpPr/>
          <p:nvPr/>
        </p:nvGrpSpPr>
        <p:grpSpPr>
          <a:xfrm>
            <a:off x="1663156" y="6116752"/>
            <a:ext cx="690480" cy="278280"/>
            <a:chOff x="1663156" y="6116752"/>
            <a:chExt cx="690480" cy="278280"/>
          </a:xfrm>
        </p:grpSpPr>
        <mc:AlternateContent xmlns:mc="http://schemas.openxmlformats.org/markup-compatibility/2006" xmlns:p14="http://schemas.microsoft.com/office/powerpoint/2010/main">
          <mc:Choice Requires="p14">
            <p:contentPart p14:bwMode="auto" r:id="rId85">
              <p14:nvContentPartPr>
                <p14:cNvPr id="14" name="Ink 13">
                  <a:extLst>
                    <a:ext uri="{FF2B5EF4-FFF2-40B4-BE49-F238E27FC236}">
                      <a16:creationId xmlns:a16="http://schemas.microsoft.com/office/drawing/2014/main" id="{F477C434-B335-6FCE-96EA-C7854197937A}"/>
                    </a:ext>
                  </a:extLst>
                </p14:cNvPr>
                <p14:cNvContentPartPr/>
                <p14:nvPr/>
              </p14:nvContentPartPr>
              <p14:xfrm>
                <a:off x="1663156" y="6163552"/>
                <a:ext cx="95760" cy="231480"/>
              </p14:xfrm>
            </p:contentPart>
          </mc:Choice>
          <mc:Fallback xmlns="">
            <p:pic>
              <p:nvPicPr>
                <p:cNvPr id="14" name="Ink 13">
                  <a:extLst>
                    <a:ext uri="{FF2B5EF4-FFF2-40B4-BE49-F238E27FC236}">
                      <a16:creationId xmlns:a16="http://schemas.microsoft.com/office/drawing/2014/main" id="{F477C434-B335-6FCE-96EA-C7854197937A}"/>
                    </a:ext>
                  </a:extLst>
                </p:cNvPr>
                <p:cNvPicPr/>
                <p:nvPr/>
              </p:nvPicPr>
              <p:blipFill>
                <a:blip r:embed="rId86"/>
                <a:stretch>
                  <a:fillRect/>
                </a:stretch>
              </p:blipFill>
              <p:spPr>
                <a:xfrm>
                  <a:off x="1654156" y="6154912"/>
                  <a:ext cx="11340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18" name="Ink 17">
                  <a:extLst>
                    <a:ext uri="{FF2B5EF4-FFF2-40B4-BE49-F238E27FC236}">
                      <a16:creationId xmlns:a16="http://schemas.microsoft.com/office/drawing/2014/main" id="{3C058381-A771-06E0-A648-07FF1137FDE8}"/>
                    </a:ext>
                  </a:extLst>
                </p14:cNvPr>
                <p14:cNvContentPartPr/>
                <p14:nvPr/>
              </p14:nvContentPartPr>
              <p14:xfrm>
                <a:off x="1795996" y="6287032"/>
                <a:ext cx="46440" cy="100080"/>
              </p14:xfrm>
            </p:contentPart>
          </mc:Choice>
          <mc:Fallback xmlns="">
            <p:pic>
              <p:nvPicPr>
                <p:cNvPr id="18" name="Ink 17">
                  <a:extLst>
                    <a:ext uri="{FF2B5EF4-FFF2-40B4-BE49-F238E27FC236}">
                      <a16:creationId xmlns:a16="http://schemas.microsoft.com/office/drawing/2014/main" id="{3C058381-A771-06E0-A648-07FF1137FDE8}"/>
                    </a:ext>
                  </a:extLst>
                </p:cNvPr>
                <p:cNvPicPr/>
                <p:nvPr/>
              </p:nvPicPr>
              <p:blipFill>
                <a:blip r:embed="rId88"/>
                <a:stretch>
                  <a:fillRect/>
                </a:stretch>
              </p:blipFill>
              <p:spPr>
                <a:xfrm>
                  <a:off x="1786996" y="6278032"/>
                  <a:ext cx="6408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32" name="Ink 31">
                  <a:extLst>
                    <a:ext uri="{FF2B5EF4-FFF2-40B4-BE49-F238E27FC236}">
                      <a16:creationId xmlns:a16="http://schemas.microsoft.com/office/drawing/2014/main" id="{0AAF455E-55BB-B39C-87F4-4BD377EDBCD3}"/>
                    </a:ext>
                  </a:extLst>
                </p14:cNvPr>
                <p14:cNvContentPartPr/>
                <p14:nvPr/>
              </p14:nvContentPartPr>
              <p14:xfrm>
                <a:off x="1918396" y="6116752"/>
                <a:ext cx="53280" cy="242640"/>
              </p14:xfrm>
            </p:contentPart>
          </mc:Choice>
          <mc:Fallback xmlns="">
            <p:pic>
              <p:nvPicPr>
                <p:cNvPr id="32" name="Ink 31">
                  <a:extLst>
                    <a:ext uri="{FF2B5EF4-FFF2-40B4-BE49-F238E27FC236}">
                      <a16:creationId xmlns:a16="http://schemas.microsoft.com/office/drawing/2014/main" id="{0AAF455E-55BB-B39C-87F4-4BD377EDBCD3}"/>
                    </a:ext>
                  </a:extLst>
                </p:cNvPr>
                <p:cNvPicPr/>
                <p:nvPr/>
              </p:nvPicPr>
              <p:blipFill>
                <a:blip r:embed="rId90"/>
                <a:stretch>
                  <a:fillRect/>
                </a:stretch>
              </p:blipFill>
              <p:spPr>
                <a:xfrm>
                  <a:off x="1909756" y="6107752"/>
                  <a:ext cx="70920" cy="26028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36" name="Ink 35">
                  <a:extLst>
                    <a:ext uri="{FF2B5EF4-FFF2-40B4-BE49-F238E27FC236}">
                      <a16:creationId xmlns:a16="http://schemas.microsoft.com/office/drawing/2014/main" id="{46795911-DBFF-6699-5718-6299BEAFFCE5}"/>
                    </a:ext>
                  </a:extLst>
                </p14:cNvPr>
                <p14:cNvContentPartPr/>
                <p14:nvPr/>
              </p14:nvContentPartPr>
              <p14:xfrm>
                <a:off x="2016676" y="6135112"/>
                <a:ext cx="33840" cy="221040"/>
              </p14:xfrm>
            </p:contentPart>
          </mc:Choice>
          <mc:Fallback xmlns="">
            <p:pic>
              <p:nvPicPr>
                <p:cNvPr id="36" name="Ink 35">
                  <a:extLst>
                    <a:ext uri="{FF2B5EF4-FFF2-40B4-BE49-F238E27FC236}">
                      <a16:creationId xmlns:a16="http://schemas.microsoft.com/office/drawing/2014/main" id="{46795911-DBFF-6699-5718-6299BEAFFCE5}"/>
                    </a:ext>
                  </a:extLst>
                </p:cNvPr>
                <p:cNvPicPr/>
                <p:nvPr/>
              </p:nvPicPr>
              <p:blipFill>
                <a:blip r:embed="rId92"/>
                <a:stretch>
                  <a:fillRect/>
                </a:stretch>
              </p:blipFill>
              <p:spPr>
                <a:xfrm>
                  <a:off x="2008036" y="6126112"/>
                  <a:ext cx="51480"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43" name="Ink 42">
                  <a:extLst>
                    <a:ext uri="{FF2B5EF4-FFF2-40B4-BE49-F238E27FC236}">
                      <a16:creationId xmlns:a16="http://schemas.microsoft.com/office/drawing/2014/main" id="{57ABFA72-2701-13FB-7ABF-249D9AA6CF47}"/>
                    </a:ext>
                  </a:extLst>
                </p14:cNvPr>
                <p14:cNvContentPartPr/>
                <p14:nvPr/>
              </p14:nvContentPartPr>
              <p14:xfrm>
                <a:off x="1954756" y="6123592"/>
                <a:ext cx="202320" cy="217440"/>
              </p14:xfrm>
            </p:contentPart>
          </mc:Choice>
          <mc:Fallback xmlns="">
            <p:pic>
              <p:nvPicPr>
                <p:cNvPr id="43" name="Ink 42">
                  <a:extLst>
                    <a:ext uri="{FF2B5EF4-FFF2-40B4-BE49-F238E27FC236}">
                      <a16:creationId xmlns:a16="http://schemas.microsoft.com/office/drawing/2014/main" id="{57ABFA72-2701-13FB-7ABF-249D9AA6CF47}"/>
                    </a:ext>
                  </a:extLst>
                </p:cNvPr>
                <p:cNvPicPr/>
                <p:nvPr/>
              </p:nvPicPr>
              <p:blipFill>
                <a:blip r:embed="rId94"/>
                <a:stretch>
                  <a:fillRect/>
                </a:stretch>
              </p:blipFill>
              <p:spPr>
                <a:xfrm>
                  <a:off x="1945756" y="6114952"/>
                  <a:ext cx="219960" cy="23508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47" name="Ink 46">
                  <a:extLst>
                    <a:ext uri="{FF2B5EF4-FFF2-40B4-BE49-F238E27FC236}">
                      <a16:creationId xmlns:a16="http://schemas.microsoft.com/office/drawing/2014/main" id="{1346CBC1-74C5-005B-5C4C-30C6509ED8E5}"/>
                    </a:ext>
                  </a:extLst>
                </p14:cNvPr>
                <p14:cNvContentPartPr/>
                <p14:nvPr/>
              </p14:nvContentPartPr>
              <p14:xfrm>
                <a:off x="2238076" y="6161752"/>
                <a:ext cx="115560" cy="116280"/>
              </p14:xfrm>
            </p:contentPart>
          </mc:Choice>
          <mc:Fallback xmlns="">
            <p:pic>
              <p:nvPicPr>
                <p:cNvPr id="47" name="Ink 46">
                  <a:extLst>
                    <a:ext uri="{FF2B5EF4-FFF2-40B4-BE49-F238E27FC236}">
                      <a16:creationId xmlns:a16="http://schemas.microsoft.com/office/drawing/2014/main" id="{1346CBC1-74C5-005B-5C4C-30C6509ED8E5}"/>
                    </a:ext>
                  </a:extLst>
                </p:cNvPr>
                <p:cNvPicPr/>
                <p:nvPr/>
              </p:nvPicPr>
              <p:blipFill>
                <a:blip r:embed="rId96"/>
                <a:stretch>
                  <a:fillRect/>
                </a:stretch>
              </p:blipFill>
              <p:spPr>
                <a:xfrm>
                  <a:off x="2229436" y="6153112"/>
                  <a:ext cx="133200" cy="133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7">
            <p14:nvContentPartPr>
              <p14:cNvPr id="219165" name="Ink 219164">
                <a:extLst>
                  <a:ext uri="{FF2B5EF4-FFF2-40B4-BE49-F238E27FC236}">
                    <a16:creationId xmlns:a16="http://schemas.microsoft.com/office/drawing/2014/main" id="{58DFDF10-ABA1-0053-2658-E917B6E18921}"/>
                  </a:ext>
                </a:extLst>
              </p14:cNvPr>
              <p14:cNvContentPartPr/>
              <p14:nvPr/>
            </p14:nvContentPartPr>
            <p14:xfrm>
              <a:off x="5387356" y="5997952"/>
              <a:ext cx="33840" cy="71280"/>
            </p14:xfrm>
          </p:contentPart>
        </mc:Choice>
        <mc:Fallback xmlns="">
          <p:pic>
            <p:nvPicPr>
              <p:cNvPr id="219165" name="Ink 219164">
                <a:extLst>
                  <a:ext uri="{FF2B5EF4-FFF2-40B4-BE49-F238E27FC236}">
                    <a16:creationId xmlns:a16="http://schemas.microsoft.com/office/drawing/2014/main" id="{58DFDF10-ABA1-0053-2658-E917B6E18921}"/>
                  </a:ext>
                </a:extLst>
              </p:cNvPr>
              <p:cNvPicPr/>
              <p:nvPr/>
            </p:nvPicPr>
            <p:blipFill>
              <a:blip r:embed="rId98"/>
              <a:stretch>
                <a:fillRect/>
              </a:stretch>
            </p:blipFill>
            <p:spPr>
              <a:xfrm>
                <a:off x="5378716" y="5989312"/>
                <a:ext cx="5148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219166" name="Ink 219165">
                <a:extLst>
                  <a:ext uri="{FF2B5EF4-FFF2-40B4-BE49-F238E27FC236}">
                    <a16:creationId xmlns:a16="http://schemas.microsoft.com/office/drawing/2014/main" id="{0B7C3F38-D9B9-7FDF-DDC2-8856C51CABFA}"/>
                  </a:ext>
                </a:extLst>
              </p14:cNvPr>
              <p14:cNvContentPartPr/>
              <p14:nvPr/>
            </p14:nvContentPartPr>
            <p14:xfrm>
              <a:off x="5767876" y="5794552"/>
              <a:ext cx="162720" cy="170640"/>
            </p14:xfrm>
          </p:contentPart>
        </mc:Choice>
        <mc:Fallback xmlns="">
          <p:pic>
            <p:nvPicPr>
              <p:cNvPr id="219166" name="Ink 219165">
                <a:extLst>
                  <a:ext uri="{FF2B5EF4-FFF2-40B4-BE49-F238E27FC236}">
                    <a16:creationId xmlns:a16="http://schemas.microsoft.com/office/drawing/2014/main" id="{0B7C3F38-D9B9-7FDF-DDC2-8856C51CABFA}"/>
                  </a:ext>
                </a:extLst>
              </p:cNvPr>
              <p:cNvPicPr/>
              <p:nvPr/>
            </p:nvPicPr>
            <p:blipFill>
              <a:blip r:embed="rId100"/>
              <a:stretch>
                <a:fillRect/>
              </a:stretch>
            </p:blipFill>
            <p:spPr>
              <a:xfrm>
                <a:off x="5759236" y="5785912"/>
                <a:ext cx="180360" cy="188280"/>
              </a:xfrm>
              <a:prstGeom prst="rect">
                <a:avLst/>
              </a:prstGeom>
            </p:spPr>
          </p:pic>
        </mc:Fallback>
      </mc:AlternateContent>
      <p:grpSp>
        <p:nvGrpSpPr>
          <p:cNvPr id="219170" name="Group 219169">
            <a:extLst>
              <a:ext uri="{FF2B5EF4-FFF2-40B4-BE49-F238E27FC236}">
                <a16:creationId xmlns:a16="http://schemas.microsoft.com/office/drawing/2014/main" id="{1324BF04-1D8F-2CCB-34E5-E0C41C40B524}"/>
              </a:ext>
            </a:extLst>
          </p:cNvPr>
          <p:cNvGrpSpPr/>
          <p:nvPr/>
        </p:nvGrpSpPr>
        <p:grpSpPr>
          <a:xfrm>
            <a:off x="6064516" y="5816512"/>
            <a:ext cx="523080" cy="136080"/>
            <a:chOff x="6064516" y="5816512"/>
            <a:chExt cx="523080" cy="136080"/>
          </a:xfrm>
        </p:grpSpPr>
        <mc:AlternateContent xmlns:mc="http://schemas.openxmlformats.org/markup-compatibility/2006" xmlns:p14="http://schemas.microsoft.com/office/powerpoint/2010/main">
          <mc:Choice Requires="p14">
            <p:contentPart p14:bwMode="auto" r:id="rId101">
              <p14:nvContentPartPr>
                <p14:cNvPr id="219167" name="Ink 219166">
                  <a:extLst>
                    <a:ext uri="{FF2B5EF4-FFF2-40B4-BE49-F238E27FC236}">
                      <a16:creationId xmlns:a16="http://schemas.microsoft.com/office/drawing/2014/main" id="{B443C8EB-CFC3-1799-12F7-056284FEA86D}"/>
                    </a:ext>
                  </a:extLst>
                </p14:cNvPr>
                <p14:cNvContentPartPr/>
                <p14:nvPr/>
              </p14:nvContentPartPr>
              <p14:xfrm>
                <a:off x="6064516" y="5830552"/>
                <a:ext cx="118440" cy="122040"/>
              </p14:xfrm>
            </p:contentPart>
          </mc:Choice>
          <mc:Fallback xmlns="">
            <p:pic>
              <p:nvPicPr>
                <p:cNvPr id="219167" name="Ink 219166">
                  <a:extLst>
                    <a:ext uri="{FF2B5EF4-FFF2-40B4-BE49-F238E27FC236}">
                      <a16:creationId xmlns:a16="http://schemas.microsoft.com/office/drawing/2014/main" id="{B443C8EB-CFC3-1799-12F7-056284FEA86D}"/>
                    </a:ext>
                  </a:extLst>
                </p:cNvPr>
                <p:cNvPicPr/>
                <p:nvPr/>
              </p:nvPicPr>
              <p:blipFill>
                <a:blip r:embed="rId102"/>
                <a:stretch>
                  <a:fillRect/>
                </a:stretch>
              </p:blipFill>
              <p:spPr>
                <a:xfrm>
                  <a:off x="6055516" y="5821552"/>
                  <a:ext cx="13608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219168" name="Ink 219167">
                  <a:extLst>
                    <a:ext uri="{FF2B5EF4-FFF2-40B4-BE49-F238E27FC236}">
                      <a16:creationId xmlns:a16="http://schemas.microsoft.com/office/drawing/2014/main" id="{08DFC0CE-12A7-388A-62C6-E2F7FFB5059E}"/>
                    </a:ext>
                  </a:extLst>
                </p14:cNvPr>
                <p14:cNvContentPartPr/>
                <p14:nvPr/>
              </p14:nvContentPartPr>
              <p14:xfrm>
                <a:off x="6302116" y="5816512"/>
                <a:ext cx="169560" cy="106200"/>
              </p14:xfrm>
            </p:contentPart>
          </mc:Choice>
          <mc:Fallback xmlns="">
            <p:pic>
              <p:nvPicPr>
                <p:cNvPr id="219168" name="Ink 219167">
                  <a:extLst>
                    <a:ext uri="{FF2B5EF4-FFF2-40B4-BE49-F238E27FC236}">
                      <a16:creationId xmlns:a16="http://schemas.microsoft.com/office/drawing/2014/main" id="{08DFC0CE-12A7-388A-62C6-E2F7FFB5059E}"/>
                    </a:ext>
                  </a:extLst>
                </p:cNvPr>
                <p:cNvPicPr/>
                <p:nvPr/>
              </p:nvPicPr>
              <p:blipFill>
                <a:blip r:embed="rId104"/>
                <a:stretch>
                  <a:fillRect/>
                </a:stretch>
              </p:blipFill>
              <p:spPr>
                <a:xfrm>
                  <a:off x="6293116" y="5807512"/>
                  <a:ext cx="18720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219169" name="Ink 219168">
                  <a:extLst>
                    <a:ext uri="{FF2B5EF4-FFF2-40B4-BE49-F238E27FC236}">
                      <a16:creationId xmlns:a16="http://schemas.microsoft.com/office/drawing/2014/main" id="{0B0848CB-4431-41ED-90DC-18E472556103}"/>
                    </a:ext>
                  </a:extLst>
                </p14:cNvPr>
                <p14:cNvContentPartPr/>
                <p14:nvPr/>
              </p14:nvContentPartPr>
              <p14:xfrm>
                <a:off x="6512356" y="5857552"/>
                <a:ext cx="75240" cy="57600"/>
              </p14:xfrm>
            </p:contentPart>
          </mc:Choice>
          <mc:Fallback xmlns="">
            <p:pic>
              <p:nvPicPr>
                <p:cNvPr id="219169" name="Ink 219168">
                  <a:extLst>
                    <a:ext uri="{FF2B5EF4-FFF2-40B4-BE49-F238E27FC236}">
                      <a16:creationId xmlns:a16="http://schemas.microsoft.com/office/drawing/2014/main" id="{0B0848CB-4431-41ED-90DC-18E472556103}"/>
                    </a:ext>
                  </a:extLst>
                </p:cNvPr>
                <p:cNvPicPr/>
                <p:nvPr/>
              </p:nvPicPr>
              <p:blipFill>
                <a:blip r:embed="rId106"/>
                <a:stretch>
                  <a:fillRect/>
                </a:stretch>
              </p:blipFill>
              <p:spPr>
                <a:xfrm>
                  <a:off x="6503356" y="5848912"/>
                  <a:ext cx="92880" cy="75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7">
            <p14:nvContentPartPr>
              <p14:cNvPr id="52" name="Ink 51">
                <a:extLst>
                  <a:ext uri="{FF2B5EF4-FFF2-40B4-BE49-F238E27FC236}">
                    <a16:creationId xmlns:a16="http://schemas.microsoft.com/office/drawing/2014/main" id="{D4E4DCA3-3D8B-5B57-68BF-CC55CDDBCFB9}"/>
                  </a:ext>
                </a:extLst>
              </p14:cNvPr>
              <p14:cNvContentPartPr/>
              <p14:nvPr/>
            </p14:nvContentPartPr>
            <p14:xfrm>
              <a:off x="2536516" y="5781232"/>
              <a:ext cx="127440" cy="936720"/>
            </p14:xfrm>
          </p:contentPart>
        </mc:Choice>
        <mc:Fallback xmlns="">
          <p:pic>
            <p:nvPicPr>
              <p:cNvPr id="52" name="Ink 51">
                <a:extLst>
                  <a:ext uri="{FF2B5EF4-FFF2-40B4-BE49-F238E27FC236}">
                    <a16:creationId xmlns:a16="http://schemas.microsoft.com/office/drawing/2014/main" id="{D4E4DCA3-3D8B-5B57-68BF-CC55CDDBCFB9}"/>
                  </a:ext>
                </a:extLst>
              </p:cNvPr>
              <p:cNvPicPr/>
              <p:nvPr/>
            </p:nvPicPr>
            <p:blipFill>
              <a:blip r:embed="rId108"/>
              <a:stretch>
                <a:fillRect/>
              </a:stretch>
            </p:blipFill>
            <p:spPr>
              <a:xfrm>
                <a:off x="2527516" y="5772592"/>
                <a:ext cx="145080" cy="95436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54" name="Ink 53">
                <a:extLst>
                  <a:ext uri="{FF2B5EF4-FFF2-40B4-BE49-F238E27FC236}">
                    <a16:creationId xmlns:a16="http://schemas.microsoft.com/office/drawing/2014/main" id="{3171EAC3-2930-9537-0FED-DBFD32DA903F}"/>
                  </a:ext>
                </a:extLst>
              </p14:cNvPr>
              <p14:cNvContentPartPr/>
              <p14:nvPr/>
            </p14:nvContentPartPr>
            <p14:xfrm>
              <a:off x="2771236" y="5810752"/>
              <a:ext cx="114480" cy="166680"/>
            </p14:xfrm>
          </p:contentPart>
        </mc:Choice>
        <mc:Fallback xmlns="">
          <p:pic>
            <p:nvPicPr>
              <p:cNvPr id="54" name="Ink 53">
                <a:extLst>
                  <a:ext uri="{FF2B5EF4-FFF2-40B4-BE49-F238E27FC236}">
                    <a16:creationId xmlns:a16="http://schemas.microsoft.com/office/drawing/2014/main" id="{3171EAC3-2930-9537-0FED-DBFD32DA903F}"/>
                  </a:ext>
                </a:extLst>
              </p:cNvPr>
              <p:cNvPicPr/>
              <p:nvPr/>
            </p:nvPicPr>
            <p:blipFill>
              <a:blip r:embed="rId110"/>
              <a:stretch>
                <a:fillRect/>
              </a:stretch>
            </p:blipFill>
            <p:spPr>
              <a:xfrm>
                <a:off x="2762236" y="5802112"/>
                <a:ext cx="132120" cy="18432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56" name="Ink 55">
                <a:extLst>
                  <a:ext uri="{FF2B5EF4-FFF2-40B4-BE49-F238E27FC236}">
                    <a16:creationId xmlns:a16="http://schemas.microsoft.com/office/drawing/2014/main" id="{C73F0956-0B02-6F7B-FF72-314470E0D024}"/>
                  </a:ext>
                </a:extLst>
              </p14:cNvPr>
              <p14:cNvContentPartPr/>
              <p14:nvPr/>
            </p14:nvContentPartPr>
            <p14:xfrm>
              <a:off x="2904076" y="5926672"/>
              <a:ext cx="37080" cy="108000"/>
            </p14:xfrm>
          </p:contentPart>
        </mc:Choice>
        <mc:Fallback xmlns="">
          <p:pic>
            <p:nvPicPr>
              <p:cNvPr id="56" name="Ink 55">
                <a:extLst>
                  <a:ext uri="{FF2B5EF4-FFF2-40B4-BE49-F238E27FC236}">
                    <a16:creationId xmlns:a16="http://schemas.microsoft.com/office/drawing/2014/main" id="{C73F0956-0B02-6F7B-FF72-314470E0D024}"/>
                  </a:ext>
                </a:extLst>
              </p:cNvPr>
              <p:cNvPicPr/>
              <p:nvPr/>
            </p:nvPicPr>
            <p:blipFill>
              <a:blip r:embed="rId112"/>
              <a:stretch>
                <a:fillRect/>
              </a:stretch>
            </p:blipFill>
            <p:spPr>
              <a:xfrm>
                <a:off x="2895436" y="5918032"/>
                <a:ext cx="5472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57" name="Ink 56">
                <a:extLst>
                  <a:ext uri="{FF2B5EF4-FFF2-40B4-BE49-F238E27FC236}">
                    <a16:creationId xmlns:a16="http://schemas.microsoft.com/office/drawing/2014/main" id="{A9A575BB-1667-62A1-A44D-9CDFDBC6D939}"/>
                  </a:ext>
                </a:extLst>
              </p14:cNvPr>
              <p14:cNvContentPartPr/>
              <p14:nvPr/>
            </p14:nvContentPartPr>
            <p14:xfrm>
              <a:off x="3071116" y="5852512"/>
              <a:ext cx="137880" cy="28800"/>
            </p14:xfrm>
          </p:contentPart>
        </mc:Choice>
        <mc:Fallback xmlns="">
          <p:pic>
            <p:nvPicPr>
              <p:cNvPr id="57" name="Ink 56">
                <a:extLst>
                  <a:ext uri="{FF2B5EF4-FFF2-40B4-BE49-F238E27FC236}">
                    <a16:creationId xmlns:a16="http://schemas.microsoft.com/office/drawing/2014/main" id="{A9A575BB-1667-62A1-A44D-9CDFDBC6D939}"/>
                  </a:ext>
                </a:extLst>
              </p:cNvPr>
              <p:cNvPicPr/>
              <p:nvPr/>
            </p:nvPicPr>
            <p:blipFill>
              <a:blip r:embed="rId114"/>
              <a:stretch>
                <a:fillRect/>
              </a:stretch>
            </p:blipFill>
            <p:spPr>
              <a:xfrm>
                <a:off x="3062476" y="5843872"/>
                <a:ext cx="15552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58" name="Ink 57">
                <a:extLst>
                  <a:ext uri="{FF2B5EF4-FFF2-40B4-BE49-F238E27FC236}">
                    <a16:creationId xmlns:a16="http://schemas.microsoft.com/office/drawing/2014/main" id="{B2478F43-295C-A77B-D948-87FBFB03F21D}"/>
                  </a:ext>
                </a:extLst>
              </p14:cNvPr>
              <p14:cNvContentPartPr/>
              <p14:nvPr/>
            </p14:nvContentPartPr>
            <p14:xfrm>
              <a:off x="3124396" y="5806072"/>
              <a:ext cx="9360" cy="218880"/>
            </p14:xfrm>
          </p:contentPart>
        </mc:Choice>
        <mc:Fallback xmlns="">
          <p:pic>
            <p:nvPicPr>
              <p:cNvPr id="58" name="Ink 57">
                <a:extLst>
                  <a:ext uri="{FF2B5EF4-FFF2-40B4-BE49-F238E27FC236}">
                    <a16:creationId xmlns:a16="http://schemas.microsoft.com/office/drawing/2014/main" id="{B2478F43-295C-A77B-D948-87FBFB03F21D}"/>
                  </a:ext>
                </a:extLst>
              </p:cNvPr>
              <p:cNvPicPr/>
              <p:nvPr/>
            </p:nvPicPr>
            <p:blipFill>
              <a:blip r:embed="rId116"/>
              <a:stretch>
                <a:fillRect/>
              </a:stretch>
            </p:blipFill>
            <p:spPr>
              <a:xfrm>
                <a:off x="3115756" y="5797072"/>
                <a:ext cx="27000" cy="23652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61" name="Ink 60">
                <a:extLst>
                  <a:ext uri="{FF2B5EF4-FFF2-40B4-BE49-F238E27FC236}">
                    <a16:creationId xmlns:a16="http://schemas.microsoft.com/office/drawing/2014/main" id="{2EDDE615-0A8E-E9E5-2D2F-7295A848AE4A}"/>
                  </a:ext>
                </a:extLst>
              </p14:cNvPr>
              <p14:cNvContentPartPr/>
              <p14:nvPr/>
            </p14:nvContentPartPr>
            <p14:xfrm>
              <a:off x="3309436" y="5780512"/>
              <a:ext cx="75600" cy="174240"/>
            </p14:xfrm>
          </p:contentPart>
        </mc:Choice>
        <mc:Fallback xmlns="">
          <p:pic>
            <p:nvPicPr>
              <p:cNvPr id="61" name="Ink 60">
                <a:extLst>
                  <a:ext uri="{FF2B5EF4-FFF2-40B4-BE49-F238E27FC236}">
                    <a16:creationId xmlns:a16="http://schemas.microsoft.com/office/drawing/2014/main" id="{2EDDE615-0A8E-E9E5-2D2F-7295A848AE4A}"/>
                  </a:ext>
                </a:extLst>
              </p:cNvPr>
              <p:cNvPicPr/>
              <p:nvPr/>
            </p:nvPicPr>
            <p:blipFill>
              <a:blip r:embed="rId118"/>
              <a:stretch>
                <a:fillRect/>
              </a:stretch>
            </p:blipFill>
            <p:spPr>
              <a:xfrm>
                <a:off x="3300436" y="5771872"/>
                <a:ext cx="9324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62" name="Ink 61">
                <a:extLst>
                  <a:ext uri="{FF2B5EF4-FFF2-40B4-BE49-F238E27FC236}">
                    <a16:creationId xmlns:a16="http://schemas.microsoft.com/office/drawing/2014/main" id="{8338D93A-235E-504D-23E7-C7CEE14541BB}"/>
                  </a:ext>
                </a:extLst>
              </p14:cNvPr>
              <p14:cNvContentPartPr/>
              <p14:nvPr/>
            </p14:nvContentPartPr>
            <p14:xfrm>
              <a:off x="3309436" y="5820832"/>
              <a:ext cx="99000" cy="137520"/>
            </p14:xfrm>
          </p:contentPart>
        </mc:Choice>
        <mc:Fallback xmlns="">
          <p:pic>
            <p:nvPicPr>
              <p:cNvPr id="62" name="Ink 61">
                <a:extLst>
                  <a:ext uri="{FF2B5EF4-FFF2-40B4-BE49-F238E27FC236}">
                    <a16:creationId xmlns:a16="http://schemas.microsoft.com/office/drawing/2014/main" id="{8338D93A-235E-504D-23E7-C7CEE14541BB}"/>
                  </a:ext>
                </a:extLst>
              </p:cNvPr>
              <p:cNvPicPr/>
              <p:nvPr/>
            </p:nvPicPr>
            <p:blipFill>
              <a:blip r:embed="rId120"/>
              <a:stretch>
                <a:fillRect/>
              </a:stretch>
            </p:blipFill>
            <p:spPr>
              <a:xfrm>
                <a:off x="3300436" y="5811832"/>
                <a:ext cx="116640" cy="15516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63" name="Ink 62">
                <a:extLst>
                  <a:ext uri="{FF2B5EF4-FFF2-40B4-BE49-F238E27FC236}">
                    <a16:creationId xmlns:a16="http://schemas.microsoft.com/office/drawing/2014/main" id="{7870549C-9A88-4609-090F-CA1970AA81BF}"/>
                  </a:ext>
                </a:extLst>
              </p14:cNvPr>
              <p14:cNvContentPartPr/>
              <p14:nvPr/>
            </p14:nvContentPartPr>
            <p14:xfrm>
              <a:off x="3508876" y="5896792"/>
              <a:ext cx="15120" cy="93240"/>
            </p14:xfrm>
          </p:contentPart>
        </mc:Choice>
        <mc:Fallback xmlns="">
          <p:pic>
            <p:nvPicPr>
              <p:cNvPr id="63" name="Ink 62">
                <a:extLst>
                  <a:ext uri="{FF2B5EF4-FFF2-40B4-BE49-F238E27FC236}">
                    <a16:creationId xmlns:a16="http://schemas.microsoft.com/office/drawing/2014/main" id="{7870549C-9A88-4609-090F-CA1970AA81BF}"/>
                  </a:ext>
                </a:extLst>
              </p:cNvPr>
              <p:cNvPicPr/>
              <p:nvPr/>
            </p:nvPicPr>
            <p:blipFill>
              <a:blip r:embed="rId122"/>
              <a:stretch>
                <a:fillRect/>
              </a:stretch>
            </p:blipFill>
            <p:spPr>
              <a:xfrm>
                <a:off x="3500236" y="5888152"/>
                <a:ext cx="32760" cy="11088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219137" name="Ink 219136">
                <a:extLst>
                  <a:ext uri="{FF2B5EF4-FFF2-40B4-BE49-F238E27FC236}">
                    <a16:creationId xmlns:a16="http://schemas.microsoft.com/office/drawing/2014/main" id="{B1DD800A-FE3A-3AEE-46C9-4203D268B015}"/>
                  </a:ext>
                </a:extLst>
              </p14:cNvPr>
              <p14:cNvContentPartPr/>
              <p14:nvPr/>
            </p14:nvContentPartPr>
            <p14:xfrm>
              <a:off x="3692476" y="5762872"/>
              <a:ext cx="27000" cy="38880"/>
            </p14:xfrm>
          </p:contentPart>
        </mc:Choice>
        <mc:Fallback xmlns="">
          <p:pic>
            <p:nvPicPr>
              <p:cNvPr id="219137" name="Ink 219136">
                <a:extLst>
                  <a:ext uri="{FF2B5EF4-FFF2-40B4-BE49-F238E27FC236}">
                    <a16:creationId xmlns:a16="http://schemas.microsoft.com/office/drawing/2014/main" id="{B1DD800A-FE3A-3AEE-46C9-4203D268B015}"/>
                  </a:ext>
                </a:extLst>
              </p:cNvPr>
              <p:cNvPicPr/>
              <p:nvPr/>
            </p:nvPicPr>
            <p:blipFill>
              <a:blip r:embed="rId124"/>
              <a:stretch>
                <a:fillRect/>
              </a:stretch>
            </p:blipFill>
            <p:spPr>
              <a:xfrm>
                <a:off x="3683476" y="5753872"/>
                <a:ext cx="4464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219140" name="Ink 219139">
                <a:extLst>
                  <a:ext uri="{FF2B5EF4-FFF2-40B4-BE49-F238E27FC236}">
                    <a16:creationId xmlns:a16="http://schemas.microsoft.com/office/drawing/2014/main" id="{8734CB40-00AE-3A8C-47DB-723160E6E111}"/>
                  </a:ext>
                </a:extLst>
              </p14:cNvPr>
              <p14:cNvContentPartPr/>
              <p14:nvPr/>
            </p14:nvContentPartPr>
            <p14:xfrm>
              <a:off x="3636676" y="5752432"/>
              <a:ext cx="116280" cy="285480"/>
            </p14:xfrm>
          </p:contentPart>
        </mc:Choice>
        <mc:Fallback xmlns="">
          <p:pic>
            <p:nvPicPr>
              <p:cNvPr id="219140" name="Ink 219139">
                <a:extLst>
                  <a:ext uri="{FF2B5EF4-FFF2-40B4-BE49-F238E27FC236}">
                    <a16:creationId xmlns:a16="http://schemas.microsoft.com/office/drawing/2014/main" id="{8734CB40-00AE-3A8C-47DB-723160E6E111}"/>
                  </a:ext>
                </a:extLst>
              </p:cNvPr>
              <p:cNvPicPr/>
              <p:nvPr/>
            </p:nvPicPr>
            <p:blipFill>
              <a:blip r:embed="rId126"/>
              <a:stretch>
                <a:fillRect/>
              </a:stretch>
            </p:blipFill>
            <p:spPr>
              <a:xfrm>
                <a:off x="3628036" y="5743432"/>
                <a:ext cx="133920" cy="30312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219150" name="Ink 219149">
                <a:extLst>
                  <a:ext uri="{FF2B5EF4-FFF2-40B4-BE49-F238E27FC236}">
                    <a16:creationId xmlns:a16="http://schemas.microsoft.com/office/drawing/2014/main" id="{7BF06536-3BE8-1C04-E3A2-F702F18D7A76}"/>
                  </a:ext>
                </a:extLst>
              </p14:cNvPr>
              <p14:cNvContentPartPr/>
              <p14:nvPr/>
            </p14:nvContentPartPr>
            <p14:xfrm>
              <a:off x="3834676" y="5724352"/>
              <a:ext cx="55800" cy="133560"/>
            </p14:xfrm>
          </p:contentPart>
        </mc:Choice>
        <mc:Fallback xmlns="">
          <p:pic>
            <p:nvPicPr>
              <p:cNvPr id="219150" name="Ink 219149">
                <a:extLst>
                  <a:ext uri="{FF2B5EF4-FFF2-40B4-BE49-F238E27FC236}">
                    <a16:creationId xmlns:a16="http://schemas.microsoft.com/office/drawing/2014/main" id="{7BF06536-3BE8-1C04-E3A2-F702F18D7A76}"/>
                  </a:ext>
                </a:extLst>
              </p:cNvPr>
              <p:cNvPicPr/>
              <p:nvPr/>
            </p:nvPicPr>
            <p:blipFill>
              <a:blip r:embed="rId128"/>
              <a:stretch>
                <a:fillRect/>
              </a:stretch>
            </p:blipFill>
            <p:spPr>
              <a:xfrm>
                <a:off x="3826036" y="5715352"/>
                <a:ext cx="7344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219151" name="Ink 219150">
                <a:extLst>
                  <a:ext uri="{FF2B5EF4-FFF2-40B4-BE49-F238E27FC236}">
                    <a16:creationId xmlns:a16="http://schemas.microsoft.com/office/drawing/2014/main" id="{5F42AB46-CC76-47A1-D6E2-BDB66FDFDA55}"/>
                  </a:ext>
                </a:extLst>
              </p14:cNvPr>
              <p14:cNvContentPartPr/>
              <p14:nvPr/>
            </p14:nvContentPartPr>
            <p14:xfrm>
              <a:off x="3936916" y="5789872"/>
              <a:ext cx="17280" cy="74880"/>
            </p14:xfrm>
          </p:contentPart>
        </mc:Choice>
        <mc:Fallback xmlns="">
          <p:pic>
            <p:nvPicPr>
              <p:cNvPr id="219151" name="Ink 219150">
                <a:extLst>
                  <a:ext uri="{FF2B5EF4-FFF2-40B4-BE49-F238E27FC236}">
                    <a16:creationId xmlns:a16="http://schemas.microsoft.com/office/drawing/2014/main" id="{5F42AB46-CC76-47A1-D6E2-BDB66FDFDA55}"/>
                  </a:ext>
                </a:extLst>
              </p:cNvPr>
              <p:cNvPicPr/>
              <p:nvPr/>
            </p:nvPicPr>
            <p:blipFill>
              <a:blip r:embed="rId130"/>
              <a:stretch>
                <a:fillRect/>
              </a:stretch>
            </p:blipFill>
            <p:spPr>
              <a:xfrm>
                <a:off x="3928276" y="5780872"/>
                <a:ext cx="3492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219152" name="Ink 219151">
                <a:extLst>
                  <a:ext uri="{FF2B5EF4-FFF2-40B4-BE49-F238E27FC236}">
                    <a16:creationId xmlns:a16="http://schemas.microsoft.com/office/drawing/2014/main" id="{69B0869E-5A82-E924-6B38-4174CAF3ABA3}"/>
                  </a:ext>
                </a:extLst>
              </p14:cNvPr>
              <p14:cNvContentPartPr/>
              <p14:nvPr/>
            </p14:nvContentPartPr>
            <p14:xfrm>
              <a:off x="3989836" y="5712472"/>
              <a:ext cx="89640" cy="162360"/>
            </p14:xfrm>
          </p:contentPart>
        </mc:Choice>
        <mc:Fallback xmlns="">
          <p:pic>
            <p:nvPicPr>
              <p:cNvPr id="219152" name="Ink 219151">
                <a:extLst>
                  <a:ext uri="{FF2B5EF4-FFF2-40B4-BE49-F238E27FC236}">
                    <a16:creationId xmlns:a16="http://schemas.microsoft.com/office/drawing/2014/main" id="{69B0869E-5A82-E924-6B38-4174CAF3ABA3}"/>
                  </a:ext>
                </a:extLst>
              </p:cNvPr>
              <p:cNvPicPr/>
              <p:nvPr/>
            </p:nvPicPr>
            <p:blipFill>
              <a:blip r:embed="rId132"/>
              <a:stretch>
                <a:fillRect/>
              </a:stretch>
            </p:blipFill>
            <p:spPr>
              <a:xfrm>
                <a:off x="3981196" y="5703472"/>
                <a:ext cx="10728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219153" name="Ink 219152">
                <a:extLst>
                  <a:ext uri="{FF2B5EF4-FFF2-40B4-BE49-F238E27FC236}">
                    <a16:creationId xmlns:a16="http://schemas.microsoft.com/office/drawing/2014/main" id="{3187B235-D517-8629-2930-038F43D3997F}"/>
                  </a:ext>
                </a:extLst>
              </p14:cNvPr>
              <p14:cNvContentPartPr/>
              <p14:nvPr/>
            </p14:nvContentPartPr>
            <p14:xfrm>
              <a:off x="4198636" y="5930272"/>
              <a:ext cx="196920" cy="27720"/>
            </p14:xfrm>
          </p:contentPart>
        </mc:Choice>
        <mc:Fallback xmlns="">
          <p:pic>
            <p:nvPicPr>
              <p:cNvPr id="219153" name="Ink 219152">
                <a:extLst>
                  <a:ext uri="{FF2B5EF4-FFF2-40B4-BE49-F238E27FC236}">
                    <a16:creationId xmlns:a16="http://schemas.microsoft.com/office/drawing/2014/main" id="{3187B235-D517-8629-2930-038F43D3997F}"/>
                  </a:ext>
                </a:extLst>
              </p:cNvPr>
              <p:cNvPicPr/>
              <p:nvPr/>
            </p:nvPicPr>
            <p:blipFill>
              <a:blip r:embed="rId134"/>
              <a:stretch>
                <a:fillRect/>
              </a:stretch>
            </p:blipFill>
            <p:spPr>
              <a:xfrm>
                <a:off x="4189636" y="5921632"/>
                <a:ext cx="21456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219154" name="Ink 219153">
                <a:extLst>
                  <a:ext uri="{FF2B5EF4-FFF2-40B4-BE49-F238E27FC236}">
                    <a16:creationId xmlns:a16="http://schemas.microsoft.com/office/drawing/2014/main" id="{EBBC0259-1B98-CEEE-E0F5-69B0F7ED3AC9}"/>
                  </a:ext>
                </a:extLst>
              </p14:cNvPr>
              <p14:cNvContentPartPr/>
              <p14:nvPr/>
            </p14:nvContentPartPr>
            <p14:xfrm>
              <a:off x="4270276" y="5805352"/>
              <a:ext cx="18360" cy="259560"/>
            </p14:xfrm>
          </p:contentPart>
        </mc:Choice>
        <mc:Fallback xmlns="">
          <p:pic>
            <p:nvPicPr>
              <p:cNvPr id="219154" name="Ink 219153">
                <a:extLst>
                  <a:ext uri="{FF2B5EF4-FFF2-40B4-BE49-F238E27FC236}">
                    <a16:creationId xmlns:a16="http://schemas.microsoft.com/office/drawing/2014/main" id="{EBBC0259-1B98-CEEE-E0F5-69B0F7ED3AC9}"/>
                  </a:ext>
                </a:extLst>
              </p:cNvPr>
              <p:cNvPicPr/>
              <p:nvPr/>
            </p:nvPicPr>
            <p:blipFill>
              <a:blip r:embed="rId136"/>
              <a:stretch>
                <a:fillRect/>
              </a:stretch>
            </p:blipFill>
            <p:spPr>
              <a:xfrm>
                <a:off x="4261276" y="5796712"/>
                <a:ext cx="36000" cy="27720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219155" name="Ink 219154">
                <a:extLst>
                  <a:ext uri="{FF2B5EF4-FFF2-40B4-BE49-F238E27FC236}">
                    <a16:creationId xmlns:a16="http://schemas.microsoft.com/office/drawing/2014/main" id="{4EDA69C0-3BEE-E3E0-7A22-8EB1EF5D0D27}"/>
                  </a:ext>
                </a:extLst>
              </p14:cNvPr>
              <p14:cNvContentPartPr/>
              <p14:nvPr/>
            </p14:nvContentPartPr>
            <p14:xfrm>
              <a:off x="4505716" y="5793472"/>
              <a:ext cx="109800" cy="243360"/>
            </p14:xfrm>
          </p:contentPart>
        </mc:Choice>
        <mc:Fallback xmlns="">
          <p:pic>
            <p:nvPicPr>
              <p:cNvPr id="219155" name="Ink 219154">
                <a:extLst>
                  <a:ext uri="{FF2B5EF4-FFF2-40B4-BE49-F238E27FC236}">
                    <a16:creationId xmlns:a16="http://schemas.microsoft.com/office/drawing/2014/main" id="{4EDA69C0-3BEE-E3E0-7A22-8EB1EF5D0D27}"/>
                  </a:ext>
                </a:extLst>
              </p:cNvPr>
              <p:cNvPicPr/>
              <p:nvPr/>
            </p:nvPicPr>
            <p:blipFill>
              <a:blip r:embed="rId138"/>
              <a:stretch>
                <a:fillRect/>
              </a:stretch>
            </p:blipFill>
            <p:spPr>
              <a:xfrm>
                <a:off x="4496716" y="5784832"/>
                <a:ext cx="127440" cy="26100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219156" name="Ink 219155">
                <a:extLst>
                  <a:ext uri="{FF2B5EF4-FFF2-40B4-BE49-F238E27FC236}">
                    <a16:creationId xmlns:a16="http://schemas.microsoft.com/office/drawing/2014/main" id="{D92FAC29-63C0-4819-3D38-F2EA010B8CC7}"/>
                  </a:ext>
                </a:extLst>
              </p14:cNvPr>
              <p14:cNvContentPartPr/>
              <p14:nvPr/>
            </p14:nvContentPartPr>
            <p14:xfrm>
              <a:off x="4513276" y="5777632"/>
              <a:ext cx="113760" cy="261000"/>
            </p14:xfrm>
          </p:contentPart>
        </mc:Choice>
        <mc:Fallback xmlns="">
          <p:pic>
            <p:nvPicPr>
              <p:cNvPr id="219156" name="Ink 219155">
                <a:extLst>
                  <a:ext uri="{FF2B5EF4-FFF2-40B4-BE49-F238E27FC236}">
                    <a16:creationId xmlns:a16="http://schemas.microsoft.com/office/drawing/2014/main" id="{D92FAC29-63C0-4819-3D38-F2EA010B8CC7}"/>
                  </a:ext>
                </a:extLst>
              </p:cNvPr>
              <p:cNvPicPr/>
              <p:nvPr/>
            </p:nvPicPr>
            <p:blipFill>
              <a:blip r:embed="rId140"/>
              <a:stretch>
                <a:fillRect/>
              </a:stretch>
            </p:blipFill>
            <p:spPr>
              <a:xfrm>
                <a:off x="4504636" y="5768992"/>
                <a:ext cx="131400" cy="27864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219157" name="Ink 219156">
                <a:extLst>
                  <a:ext uri="{FF2B5EF4-FFF2-40B4-BE49-F238E27FC236}">
                    <a16:creationId xmlns:a16="http://schemas.microsoft.com/office/drawing/2014/main" id="{F6266E84-5082-4E55-3323-8483D5BA63AC}"/>
                  </a:ext>
                </a:extLst>
              </p14:cNvPr>
              <p14:cNvContentPartPr/>
              <p14:nvPr/>
            </p14:nvContentPartPr>
            <p14:xfrm>
              <a:off x="4693276" y="5923432"/>
              <a:ext cx="72720" cy="121680"/>
            </p14:xfrm>
          </p:contentPart>
        </mc:Choice>
        <mc:Fallback xmlns="">
          <p:pic>
            <p:nvPicPr>
              <p:cNvPr id="219157" name="Ink 219156">
                <a:extLst>
                  <a:ext uri="{FF2B5EF4-FFF2-40B4-BE49-F238E27FC236}">
                    <a16:creationId xmlns:a16="http://schemas.microsoft.com/office/drawing/2014/main" id="{F6266E84-5082-4E55-3323-8483D5BA63AC}"/>
                  </a:ext>
                </a:extLst>
              </p:cNvPr>
              <p:cNvPicPr/>
              <p:nvPr/>
            </p:nvPicPr>
            <p:blipFill>
              <a:blip r:embed="rId142"/>
              <a:stretch>
                <a:fillRect/>
              </a:stretch>
            </p:blipFill>
            <p:spPr>
              <a:xfrm>
                <a:off x="4684636" y="5914792"/>
                <a:ext cx="9036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219158" name="Ink 219157">
                <a:extLst>
                  <a:ext uri="{FF2B5EF4-FFF2-40B4-BE49-F238E27FC236}">
                    <a16:creationId xmlns:a16="http://schemas.microsoft.com/office/drawing/2014/main" id="{3A745B54-223B-C81F-9077-BA09450D8A52}"/>
                  </a:ext>
                </a:extLst>
              </p14:cNvPr>
              <p14:cNvContentPartPr/>
              <p14:nvPr/>
            </p14:nvContentPartPr>
            <p14:xfrm>
              <a:off x="4844476" y="5829832"/>
              <a:ext cx="124560" cy="191880"/>
            </p14:xfrm>
          </p:contentPart>
        </mc:Choice>
        <mc:Fallback xmlns="">
          <p:pic>
            <p:nvPicPr>
              <p:cNvPr id="219158" name="Ink 219157">
                <a:extLst>
                  <a:ext uri="{FF2B5EF4-FFF2-40B4-BE49-F238E27FC236}">
                    <a16:creationId xmlns:a16="http://schemas.microsoft.com/office/drawing/2014/main" id="{3A745B54-223B-C81F-9077-BA09450D8A52}"/>
                  </a:ext>
                </a:extLst>
              </p:cNvPr>
              <p:cNvPicPr/>
              <p:nvPr/>
            </p:nvPicPr>
            <p:blipFill>
              <a:blip r:embed="rId144"/>
              <a:stretch>
                <a:fillRect/>
              </a:stretch>
            </p:blipFill>
            <p:spPr>
              <a:xfrm>
                <a:off x="4835836" y="5821192"/>
                <a:ext cx="142200" cy="20952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219159" name="Ink 219158">
                <a:extLst>
                  <a:ext uri="{FF2B5EF4-FFF2-40B4-BE49-F238E27FC236}">
                    <a16:creationId xmlns:a16="http://schemas.microsoft.com/office/drawing/2014/main" id="{83331D4C-62EA-CE89-BF83-9290BBECF253}"/>
                  </a:ext>
                </a:extLst>
              </p14:cNvPr>
              <p14:cNvContentPartPr/>
              <p14:nvPr/>
            </p14:nvContentPartPr>
            <p14:xfrm>
              <a:off x="4846636" y="5851792"/>
              <a:ext cx="127440" cy="89640"/>
            </p14:xfrm>
          </p:contentPart>
        </mc:Choice>
        <mc:Fallback xmlns="">
          <p:pic>
            <p:nvPicPr>
              <p:cNvPr id="219159" name="Ink 219158">
                <a:extLst>
                  <a:ext uri="{FF2B5EF4-FFF2-40B4-BE49-F238E27FC236}">
                    <a16:creationId xmlns:a16="http://schemas.microsoft.com/office/drawing/2014/main" id="{83331D4C-62EA-CE89-BF83-9290BBECF253}"/>
                  </a:ext>
                </a:extLst>
              </p:cNvPr>
              <p:cNvPicPr/>
              <p:nvPr/>
            </p:nvPicPr>
            <p:blipFill>
              <a:blip r:embed="rId146"/>
              <a:stretch>
                <a:fillRect/>
              </a:stretch>
            </p:blipFill>
            <p:spPr>
              <a:xfrm>
                <a:off x="4837636" y="5843152"/>
                <a:ext cx="14508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219160" name="Ink 219159">
                <a:extLst>
                  <a:ext uri="{FF2B5EF4-FFF2-40B4-BE49-F238E27FC236}">
                    <a16:creationId xmlns:a16="http://schemas.microsoft.com/office/drawing/2014/main" id="{B866913E-8CD0-F1FC-5886-3BCFA60B4EE9}"/>
                  </a:ext>
                </a:extLst>
              </p14:cNvPr>
              <p14:cNvContentPartPr/>
              <p14:nvPr/>
            </p14:nvContentPartPr>
            <p14:xfrm>
              <a:off x="5022316" y="5715712"/>
              <a:ext cx="52920" cy="144360"/>
            </p14:xfrm>
          </p:contentPart>
        </mc:Choice>
        <mc:Fallback xmlns="">
          <p:pic>
            <p:nvPicPr>
              <p:cNvPr id="219160" name="Ink 219159">
                <a:extLst>
                  <a:ext uri="{FF2B5EF4-FFF2-40B4-BE49-F238E27FC236}">
                    <a16:creationId xmlns:a16="http://schemas.microsoft.com/office/drawing/2014/main" id="{B866913E-8CD0-F1FC-5886-3BCFA60B4EE9}"/>
                  </a:ext>
                </a:extLst>
              </p:cNvPr>
              <p:cNvPicPr/>
              <p:nvPr/>
            </p:nvPicPr>
            <p:blipFill>
              <a:blip r:embed="rId148"/>
              <a:stretch>
                <a:fillRect/>
              </a:stretch>
            </p:blipFill>
            <p:spPr>
              <a:xfrm>
                <a:off x="5013316" y="5707072"/>
                <a:ext cx="70560" cy="16200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219161" name="Ink 219160">
                <a:extLst>
                  <a:ext uri="{FF2B5EF4-FFF2-40B4-BE49-F238E27FC236}">
                    <a16:creationId xmlns:a16="http://schemas.microsoft.com/office/drawing/2014/main" id="{CCFFA9ED-6524-AA46-DEF2-54CAEFF08FDD}"/>
                  </a:ext>
                </a:extLst>
              </p14:cNvPr>
              <p14:cNvContentPartPr/>
              <p14:nvPr/>
            </p14:nvContentPartPr>
            <p14:xfrm>
              <a:off x="5104396" y="5777992"/>
              <a:ext cx="39240" cy="79560"/>
            </p14:xfrm>
          </p:contentPart>
        </mc:Choice>
        <mc:Fallback xmlns="">
          <p:pic>
            <p:nvPicPr>
              <p:cNvPr id="219161" name="Ink 219160">
                <a:extLst>
                  <a:ext uri="{FF2B5EF4-FFF2-40B4-BE49-F238E27FC236}">
                    <a16:creationId xmlns:a16="http://schemas.microsoft.com/office/drawing/2014/main" id="{CCFFA9ED-6524-AA46-DEF2-54CAEFF08FDD}"/>
                  </a:ext>
                </a:extLst>
              </p:cNvPr>
              <p:cNvPicPr/>
              <p:nvPr/>
            </p:nvPicPr>
            <p:blipFill>
              <a:blip r:embed="rId150"/>
              <a:stretch>
                <a:fillRect/>
              </a:stretch>
            </p:blipFill>
            <p:spPr>
              <a:xfrm>
                <a:off x="5095756" y="5768992"/>
                <a:ext cx="5688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219162" name="Ink 219161">
                <a:extLst>
                  <a:ext uri="{FF2B5EF4-FFF2-40B4-BE49-F238E27FC236}">
                    <a16:creationId xmlns:a16="http://schemas.microsoft.com/office/drawing/2014/main" id="{A3F0DA91-E2F7-56EC-B3A1-EAE8B44033CA}"/>
                  </a:ext>
                </a:extLst>
              </p14:cNvPr>
              <p14:cNvContentPartPr/>
              <p14:nvPr/>
            </p14:nvContentPartPr>
            <p14:xfrm>
              <a:off x="5166676" y="5709232"/>
              <a:ext cx="79560" cy="123120"/>
            </p14:xfrm>
          </p:contentPart>
        </mc:Choice>
        <mc:Fallback xmlns="">
          <p:pic>
            <p:nvPicPr>
              <p:cNvPr id="219162" name="Ink 219161">
                <a:extLst>
                  <a:ext uri="{FF2B5EF4-FFF2-40B4-BE49-F238E27FC236}">
                    <a16:creationId xmlns:a16="http://schemas.microsoft.com/office/drawing/2014/main" id="{A3F0DA91-E2F7-56EC-B3A1-EAE8B44033CA}"/>
                  </a:ext>
                </a:extLst>
              </p:cNvPr>
              <p:cNvPicPr/>
              <p:nvPr/>
            </p:nvPicPr>
            <p:blipFill>
              <a:blip r:embed="rId152"/>
              <a:stretch>
                <a:fillRect/>
              </a:stretch>
            </p:blipFill>
            <p:spPr>
              <a:xfrm>
                <a:off x="5158036" y="5700232"/>
                <a:ext cx="9720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219171" name="Ink 219170">
                <a:extLst>
                  <a:ext uri="{FF2B5EF4-FFF2-40B4-BE49-F238E27FC236}">
                    <a16:creationId xmlns:a16="http://schemas.microsoft.com/office/drawing/2014/main" id="{B11900EF-6315-4573-E15B-697A5B12D5C9}"/>
                  </a:ext>
                </a:extLst>
              </p14:cNvPr>
              <p14:cNvContentPartPr/>
              <p14:nvPr/>
            </p14:nvContentPartPr>
            <p14:xfrm>
              <a:off x="2789956" y="6180472"/>
              <a:ext cx="117000" cy="133200"/>
            </p14:xfrm>
          </p:contentPart>
        </mc:Choice>
        <mc:Fallback xmlns="">
          <p:pic>
            <p:nvPicPr>
              <p:cNvPr id="219171" name="Ink 219170">
                <a:extLst>
                  <a:ext uri="{FF2B5EF4-FFF2-40B4-BE49-F238E27FC236}">
                    <a16:creationId xmlns:a16="http://schemas.microsoft.com/office/drawing/2014/main" id="{B11900EF-6315-4573-E15B-697A5B12D5C9}"/>
                  </a:ext>
                </a:extLst>
              </p:cNvPr>
              <p:cNvPicPr/>
              <p:nvPr/>
            </p:nvPicPr>
            <p:blipFill>
              <a:blip r:embed="rId154"/>
              <a:stretch>
                <a:fillRect/>
              </a:stretch>
            </p:blipFill>
            <p:spPr>
              <a:xfrm>
                <a:off x="2781316" y="6171472"/>
                <a:ext cx="13464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219172" name="Ink 219171">
                <a:extLst>
                  <a:ext uri="{FF2B5EF4-FFF2-40B4-BE49-F238E27FC236}">
                    <a16:creationId xmlns:a16="http://schemas.microsoft.com/office/drawing/2014/main" id="{2D1D53D4-9131-94D9-1B9A-179BE82318F6}"/>
                  </a:ext>
                </a:extLst>
              </p14:cNvPr>
              <p14:cNvContentPartPr/>
              <p14:nvPr/>
            </p14:nvContentPartPr>
            <p14:xfrm>
              <a:off x="2953396" y="6237712"/>
              <a:ext cx="41040" cy="107640"/>
            </p14:xfrm>
          </p:contentPart>
        </mc:Choice>
        <mc:Fallback xmlns="">
          <p:pic>
            <p:nvPicPr>
              <p:cNvPr id="219172" name="Ink 219171">
                <a:extLst>
                  <a:ext uri="{FF2B5EF4-FFF2-40B4-BE49-F238E27FC236}">
                    <a16:creationId xmlns:a16="http://schemas.microsoft.com/office/drawing/2014/main" id="{2D1D53D4-9131-94D9-1B9A-179BE82318F6}"/>
                  </a:ext>
                </a:extLst>
              </p:cNvPr>
              <p:cNvPicPr/>
              <p:nvPr/>
            </p:nvPicPr>
            <p:blipFill>
              <a:blip r:embed="rId156"/>
              <a:stretch>
                <a:fillRect/>
              </a:stretch>
            </p:blipFill>
            <p:spPr>
              <a:xfrm>
                <a:off x="2944396" y="6229072"/>
                <a:ext cx="5868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219174" name="Ink 219173">
                <a:extLst>
                  <a:ext uri="{FF2B5EF4-FFF2-40B4-BE49-F238E27FC236}">
                    <a16:creationId xmlns:a16="http://schemas.microsoft.com/office/drawing/2014/main" id="{BA7FB657-77DB-6CFF-93A7-CC6E08564EA3}"/>
                  </a:ext>
                </a:extLst>
              </p14:cNvPr>
              <p14:cNvContentPartPr/>
              <p14:nvPr/>
            </p14:nvContentPartPr>
            <p14:xfrm>
              <a:off x="3124756" y="6244192"/>
              <a:ext cx="184680" cy="21960"/>
            </p14:xfrm>
          </p:contentPart>
        </mc:Choice>
        <mc:Fallback xmlns="">
          <p:pic>
            <p:nvPicPr>
              <p:cNvPr id="219174" name="Ink 219173">
                <a:extLst>
                  <a:ext uri="{FF2B5EF4-FFF2-40B4-BE49-F238E27FC236}">
                    <a16:creationId xmlns:a16="http://schemas.microsoft.com/office/drawing/2014/main" id="{BA7FB657-77DB-6CFF-93A7-CC6E08564EA3}"/>
                  </a:ext>
                </a:extLst>
              </p:cNvPr>
              <p:cNvPicPr/>
              <p:nvPr/>
            </p:nvPicPr>
            <p:blipFill>
              <a:blip r:embed="rId158"/>
              <a:stretch>
                <a:fillRect/>
              </a:stretch>
            </p:blipFill>
            <p:spPr>
              <a:xfrm>
                <a:off x="3116116" y="6235552"/>
                <a:ext cx="202320" cy="3960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219175" name="Ink 219174">
                <a:extLst>
                  <a:ext uri="{FF2B5EF4-FFF2-40B4-BE49-F238E27FC236}">
                    <a16:creationId xmlns:a16="http://schemas.microsoft.com/office/drawing/2014/main" id="{B71B5D14-6DC8-4367-61DA-219EF4A36F83}"/>
                  </a:ext>
                </a:extLst>
              </p14:cNvPr>
              <p14:cNvContentPartPr/>
              <p14:nvPr/>
            </p14:nvContentPartPr>
            <p14:xfrm>
              <a:off x="3207196" y="6154552"/>
              <a:ext cx="42480" cy="219960"/>
            </p14:xfrm>
          </p:contentPart>
        </mc:Choice>
        <mc:Fallback xmlns="">
          <p:pic>
            <p:nvPicPr>
              <p:cNvPr id="219175" name="Ink 219174">
                <a:extLst>
                  <a:ext uri="{FF2B5EF4-FFF2-40B4-BE49-F238E27FC236}">
                    <a16:creationId xmlns:a16="http://schemas.microsoft.com/office/drawing/2014/main" id="{B71B5D14-6DC8-4367-61DA-219EF4A36F83}"/>
                  </a:ext>
                </a:extLst>
              </p:cNvPr>
              <p:cNvPicPr/>
              <p:nvPr/>
            </p:nvPicPr>
            <p:blipFill>
              <a:blip r:embed="rId160"/>
              <a:stretch>
                <a:fillRect/>
              </a:stretch>
            </p:blipFill>
            <p:spPr>
              <a:xfrm>
                <a:off x="3198196" y="6145552"/>
                <a:ext cx="60120" cy="23760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219176" name="Ink 219175">
                <a:extLst>
                  <a:ext uri="{FF2B5EF4-FFF2-40B4-BE49-F238E27FC236}">
                    <a16:creationId xmlns:a16="http://schemas.microsoft.com/office/drawing/2014/main" id="{9AF5FF9A-0D22-A07E-5849-2B0AFA62DE00}"/>
                  </a:ext>
                </a:extLst>
              </p14:cNvPr>
              <p14:cNvContentPartPr/>
              <p14:nvPr/>
            </p14:nvContentPartPr>
            <p14:xfrm>
              <a:off x="3510316" y="6131872"/>
              <a:ext cx="59040" cy="194040"/>
            </p14:xfrm>
          </p:contentPart>
        </mc:Choice>
        <mc:Fallback xmlns="">
          <p:pic>
            <p:nvPicPr>
              <p:cNvPr id="219176" name="Ink 219175">
                <a:extLst>
                  <a:ext uri="{FF2B5EF4-FFF2-40B4-BE49-F238E27FC236}">
                    <a16:creationId xmlns:a16="http://schemas.microsoft.com/office/drawing/2014/main" id="{9AF5FF9A-0D22-A07E-5849-2B0AFA62DE00}"/>
                  </a:ext>
                </a:extLst>
              </p:cNvPr>
              <p:cNvPicPr/>
              <p:nvPr/>
            </p:nvPicPr>
            <p:blipFill>
              <a:blip r:embed="rId162"/>
              <a:stretch>
                <a:fillRect/>
              </a:stretch>
            </p:blipFill>
            <p:spPr>
              <a:xfrm>
                <a:off x="3501676" y="6122872"/>
                <a:ext cx="76680" cy="21168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219177" name="Ink 219176">
                <a:extLst>
                  <a:ext uri="{FF2B5EF4-FFF2-40B4-BE49-F238E27FC236}">
                    <a16:creationId xmlns:a16="http://schemas.microsoft.com/office/drawing/2014/main" id="{FD73D033-20DE-19D4-EE7C-BAEA64AB6A45}"/>
                  </a:ext>
                </a:extLst>
              </p14:cNvPr>
              <p14:cNvContentPartPr/>
              <p14:nvPr/>
            </p14:nvContentPartPr>
            <p14:xfrm>
              <a:off x="3670876" y="6137272"/>
              <a:ext cx="90000" cy="183600"/>
            </p14:xfrm>
          </p:contentPart>
        </mc:Choice>
        <mc:Fallback xmlns="">
          <p:pic>
            <p:nvPicPr>
              <p:cNvPr id="219177" name="Ink 219176">
                <a:extLst>
                  <a:ext uri="{FF2B5EF4-FFF2-40B4-BE49-F238E27FC236}">
                    <a16:creationId xmlns:a16="http://schemas.microsoft.com/office/drawing/2014/main" id="{FD73D033-20DE-19D4-EE7C-BAEA64AB6A45}"/>
                  </a:ext>
                </a:extLst>
              </p:cNvPr>
              <p:cNvPicPr/>
              <p:nvPr/>
            </p:nvPicPr>
            <p:blipFill>
              <a:blip r:embed="rId164"/>
              <a:stretch>
                <a:fillRect/>
              </a:stretch>
            </p:blipFill>
            <p:spPr>
              <a:xfrm>
                <a:off x="3661876" y="6128272"/>
                <a:ext cx="107640" cy="20124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219178" name="Ink 219177">
                <a:extLst>
                  <a:ext uri="{FF2B5EF4-FFF2-40B4-BE49-F238E27FC236}">
                    <a16:creationId xmlns:a16="http://schemas.microsoft.com/office/drawing/2014/main" id="{979441DB-AEE9-FFA2-6396-86A4F05C2604}"/>
                  </a:ext>
                </a:extLst>
              </p14:cNvPr>
              <p14:cNvContentPartPr/>
              <p14:nvPr/>
            </p14:nvContentPartPr>
            <p14:xfrm>
              <a:off x="3685276" y="6180832"/>
              <a:ext cx="108720" cy="118800"/>
            </p14:xfrm>
          </p:contentPart>
        </mc:Choice>
        <mc:Fallback xmlns="">
          <p:pic>
            <p:nvPicPr>
              <p:cNvPr id="219178" name="Ink 219177">
                <a:extLst>
                  <a:ext uri="{FF2B5EF4-FFF2-40B4-BE49-F238E27FC236}">
                    <a16:creationId xmlns:a16="http://schemas.microsoft.com/office/drawing/2014/main" id="{979441DB-AEE9-FFA2-6396-86A4F05C2604}"/>
                  </a:ext>
                </a:extLst>
              </p:cNvPr>
              <p:cNvPicPr/>
              <p:nvPr/>
            </p:nvPicPr>
            <p:blipFill>
              <a:blip r:embed="rId166"/>
              <a:stretch>
                <a:fillRect/>
              </a:stretch>
            </p:blipFill>
            <p:spPr>
              <a:xfrm>
                <a:off x="3676636" y="6172192"/>
                <a:ext cx="12636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219179" name="Ink 219178">
                <a:extLst>
                  <a:ext uri="{FF2B5EF4-FFF2-40B4-BE49-F238E27FC236}">
                    <a16:creationId xmlns:a16="http://schemas.microsoft.com/office/drawing/2014/main" id="{539201C0-B297-ED59-B92A-4988AB5403AC}"/>
                  </a:ext>
                </a:extLst>
              </p14:cNvPr>
              <p14:cNvContentPartPr/>
              <p14:nvPr/>
            </p14:nvContentPartPr>
            <p14:xfrm>
              <a:off x="3908116" y="6229792"/>
              <a:ext cx="7560" cy="97920"/>
            </p14:xfrm>
          </p:contentPart>
        </mc:Choice>
        <mc:Fallback xmlns="">
          <p:pic>
            <p:nvPicPr>
              <p:cNvPr id="219179" name="Ink 219178">
                <a:extLst>
                  <a:ext uri="{FF2B5EF4-FFF2-40B4-BE49-F238E27FC236}">
                    <a16:creationId xmlns:a16="http://schemas.microsoft.com/office/drawing/2014/main" id="{539201C0-B297-ED59-B92A-4988AB5403AC}"/>
                  </a:ext>
                </a:extLst>
              </p:cNvPr>
              <p:cNvPicPr/>
              <p:nvPr/>
            </p:nvPicPr>
            <p:blipFill>
              <a:blip r:embed="rId168"/>
              <a:stretch>
                <a:fillRect/>
              </a:stretch>
            </p:blipFill>
            <p:spPr>
              <a:xfrm>
                <a:off x="3899476" y="6220792"/>
                <a:ext cx="25200" cy="11556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219180" name="Ink 219179">
                <a:extLst>
                  <a:ext uri="{FF2B5EF4-FFF2-40B4-BE49-F238E27FC236}">
                    <a16:creationId xmlns:a16="http://schemas.microsoft.com/office/drawing/2014/main" id="{AED90275-69C3-EE2D-CA05-F90F04111C0F}"/>
                  </a:ext>
                </a:extLst>
              </p14:cNvPr>
              <p14:cNvContentPartPr/>
              <p14:nvPr/>
            </p14:nvContentPartPr>
            <p14:xfrm>
              <a:off x="4000996" y="6233392"/>
              <a:ext cx="166320" cy="10080"/>
            </p14:xfrm>
          </p:contentPart>
        </mc:Choice>
        <mc:Fallback xmlns="">
          <p:pic>
            <p:nvPicPr>
              <p:cNvPr id="219180" name="Ink 219179">
                <a:extLst>
                  <a:ext uri="{FF2B5EF4-FFF2-40B4-BE49-F238E27FC236}">
                    <a16:creationId xmlns:a16="http://schemas.microsoft.com/office/drawing/2014/main" id="{AED90275-69C3-EE2D-CA05-F90F04111C0F}"/>
                  </a:ext>
                </a:extLst>
              </p:cNvPr>
              <p:cNvPicPr/>
              <p:nvPr/>
            </p:nvPicPr>
            <p:blipFill>
              <a:blip r:embed="rId170"/>
              <a:stretch>
                <a:fillRect/>
              </a:stretch>
            </p:blipFill>
            <p:spPr>
              <a:xfrm>
                <a:off x="3991996" y="6224752"/>
                <a:ext cx="183960" cy="2772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219181" name="Ink 219180">
                <a:extLst>
                  <a:ext uri="{FF2B5EF4-FFF2-40B4-BE49-F238E27FC236}">
                    <a16:creationId xmlns:a16="http://schemas.microsoft.com/office/drawing/2014/main" id="{5EABF21C-4E8D-0BFE-4453-62883BE84C2E}"/>
                  </a:ext>
                </a:extLst>
              </p14:cNvPr>
              <p14:cNvContentPartPr/>
              <p14:nvPr/>
            </p14:nvContentPartPr>
            <p14:xfrm>
              <a:off x="4072276" y="6153472"/>
              <a:ext cx="6840" cy="165240"/>
            </p14:xfrm>
          </p:contentPart>
        </mc:Choice>
        <mc:Fallback xmlns="">
          <p:pic>
            <p:nvPicPr>
              <p:cNvPr id="219181" name="Ink 219180">
                <a:extLst>
                  <a:ext uri="{FF2B5EF4-FFF2-40B4-BE49-F238E27FC236}">
                    <a16:creationId xmlns:a16="http://schemas.microsoft.com/office/drawing/2014/main" id="{5EABF21C-4E8D-0BFE-4453-62883BE84C2E}"/>
                  </a:ext>
                </a:extLst>
              </p:cNvPr>
              <p:cNvPicPr/>
              <p:nvPr/>
            </p:nvPicPr>
            <p:blipFill>
              <a:blip r:embed="rId172"/>
              <a:stretch>
                <a:fillRect/>
              </a:stretch>
            </p:blipFill>
            <p:spPr>
              <a:xfrm>
                <a:off x="4063276" y="6144472"/>
                <a:ext cx="2448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219182" name="Ink 219181">
                <a:extLst>
                  <a:ext uri="{FF2B5EF4-FFF2-40B4-BE49-F238E27FC236}">
                    <a16:creationId xmlns:a16="http://schemas.microsoft.com/office/drawing/2014/main" id="{778AFD73-B2E4-230F-1820-E681EC971B8F}"/>
                  </a:ext>
                </a:extLst>
              </p14:cNvPr>
              <p14:cNvContentPartPr/>
              <p14:nvPr/>
            </p14:nvContentPartPr>
            <p14:xfrm>
              <a:off x="4282876" y="6139792"/>
              <a:ext cx="53640" cy="199440"/>
            </p14:xfrm>
          </p:contentPart>
        </mc:Choice>
        <mc:Fallback xmlns="">
          <p:pic>
            <p:nvPicPr>
              <p:cNvPr id="219182" name="Ink 219181">
                <a:extLst>
                  <a:ext uri="{FF2B5EF4-FFF2-40B4-BE49-F238E27FC236}">
                    <a16:creationId xmlns:a16="http://schemas.microsoft.com/office/drawing/2014/main" id="{778AFD73-B2E4-230F-1820-E681EC971B8F}"/>
                  </a:ext>
                </a:extLst>
              </p:cNvPr>
              <p:cNvPicPr/>
              <p:nvPr/>
            </p:nvPicPr>
            <p:blipFill>
              <a:blip r:embed="rId174"/>
              <a:stretch>
                <a:fillRect/>
              </a:stretch>
            </p:blipFill>
            <p:spPr>
              <a:xfrm>
                <a:off x="4273876" y="6131152"/>
                <a:ext cx="71280" cy="21708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219183" name="Ink 219182">
                <a:extLst>
                  <a:ext uri="{FF2B5EF4-FFF2-40B4-BE49-F238E27FC236}">
                    <a16:creationId xmlns:a16="http://schemas.microsoft.com/office/drawing/2014/main" id="{45774011-4710-E13E-13C4-ADA03C2D0DFF}"/>
                  </a:ext>
                </a:extLst>
              </p14:cNvPr>
              <p14:cNvContentPartPr/>
              <p14:nvPr/>
            </p14:nvContentPartPr>
            <p14:xfrm>
              <a:off x="4302316" y="6176152"/>
              <a:ext cx="89640" cy="179640"/>
            </p14:xfrm>
          </p:contentPart>
        </mc:Choice>
        <mc:Fallback xmlns="">
          <p:pic>
            <p:nvPicPr>
              <p:cNvPr id="219183" name="Ink 219182">
                <a:extLst>
                  <a:ext uri="{FF2B5EF4-FFF2-40B4-BE49-F238E27FC236}">
                    <a16:creationId xmlns:a16="http://schemas.microsoft.com/office/drawing/2014/main" id="{45774011-4710-E13E-13C4-ADA03C2D0DFF}"/>
                  </a:ext>
                </a:extLst>
              </p:cNvPr>
              <p:cNvPicPr/>
              <p:nvPr/>
            </p:nvPicPr>
            <p:blipFill>
              <a:blip r:embed="rId176"/>
              <a:stretch>
                <a:fillRect/>
              </a:stretch>
            </p:blipFill>
            <p:spPr>
              <a:xfrm>
                <a:off x="4293316" y="6167152"/>
                <a:ext cx="10728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219184" name="Ink 219183">
                <a:extLst>
                  <a:ext uri="{FF2B5EF4-FFF2-40B4-BE49-F238E27FC236}">
                    <a16:creationId xmlns:a16="http://schemas.microsoft.com/office/drawing/2014/main" id="{4AE218C0-6C42-BCF3-36AC-3244F0329524}"/>
                  </a:ext>
                </a:extLst>
              </p14:cNvPr>
              <p14:cNvContentPartPr/>
              <p14:nvPr/>
            </p14:nvContentPartPr>
            <p14:xfrm>
              <a:off x="4423996" y="6265432"/>
              <a:ext cx="81360" cy="76320"/>
            </p14:xfrm>
          </p:contentPart>
        </mc:Choice>
        <mc:Fallback xmlns="">
          <p:pic>
            <p:nvPicPr>
              <p:cNvPr id="219184" name="Ink 219183">
                <a:extLst>
                  <a:ext uri="{FF2B5EF4-FFF2-40B4-BE49-F238E27FC236}">
                    <a16:creationId xmlns:a16="http://schemas.microsoft.com/office/drawing/2014/main" id="{4AE218C0-6C42-BCF3-36AC-3244F0329524}"/>
                  </a:ext>
                </a:extLst>
              </p:cNvPr>
              <p:cNvPicPr/>
              <p:nvPr/>
            </p:nvPicPr>
            <p:blipFill>
              <a:blip r:embed="rId178"/>
              <a:stretch>
                <a:fillRect/>
              </a:stretch>
            </p:blipFill>
            <p:spPr>
              <a:xfrm>
                <a:off x="4414996" y="6256432"/>
                <a:ext cx="9900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219185" name="Ink 219184">
                <a:extLst>
                  <a:ext uri="{FF2B5EF4-FFF2-40B4-BE49-F238E27FC236}">
                    <a16:creationId xmlns:a16="http://schemas.microsoft.com/office/drawing/2014/main" id="{83E51280-0540-9005-B333-59CE87818E23}"/>
                  </a:ext>
                </a:extLst>
              </p14:cNvPr>
              <p14:cNvContentPartPr/>
              <p14:nvPr/>
            </p14:nvContentPartPr>
            <p14:xfrm>
              <a:off x="4652596" y="6150592"/>
              <a:ext cx="49680" cy="180000"/>
            </p14:xfrm>
          </p:contentPart>
        </mc:Choice>
        <mc:Fallback xmlns="">
          <p:pic>
            <p:nvPicPr>
              <p:cNvPr id="219185" name="Ink 219184">
                <a:extLst>
                  <a:ext uri="{FF2B5EF4-FFF2-40B4-BE49-F238E27FC236}">
                    <a16:creationId xmlns:a16="http://schemas.microsoft.com/office/drawing/2014/main" id="{83E51280-0540-9005-B333-59CE87818E23}"/>
                  </a:ext>
                </a:extLst>
              </p:cNvPr>
              <p:cNvPicPr/>
              <p:nvPr/>
            </p:nvPicPr>
            <p:blipFill>
              <a:blip r:embed="rId180"/>
              <a:stretch>
                <a:fillRect/>
              </a:stretch>
            </p:blipFill>
            <p:spPr>
              <a:xfrm>
                <a:off x="4643956" y="6141952"/>
                <a:ext cx="6732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219186" name="Ink 219185">
                <a:extLst>
                  <a:ext uri="{FF2B5EF4-FFF2-40B4-BE49-F238E27FC236}">
                    <a16:creationId xmlns:a16="http://schemas.microsoft.com/office/drawing/2014/main" id="{7BC9FC4A-13E5-63E8-D330-94FB12A349A7}"/>
                  </a:ext>
                </a:extLst>
              </p14:cNvPr>
              <p14:cNvContentPartPr/>
              <p14:nvPr/>
            </p14:nvContentPartPr>
            <p14:xfrm>
              <a:off x="4574836" y="6148432"/>
              <a:ext cx="252360" cy="224280"/>
            </p14:xfrm>
          </p:contentPart>
        </mc:Choice>
        <mc:Fallback xmlns="">
          <p:pic>
            <p:nvPicPr>
              <p:cNvPr id="219186" name="Ink 219185">
                <a:extLst>
                  <a:ext uri="{FF2B5EF4-FFF2-40B4-BE49-F238E27FC236}">
                    <a16:creationId xmlns:a16="http://schemas.microsoft.com/office/drawing/2014/main" id="{7BC9FC4A-13E5-63E8-D330-94FB12A349A7}"/>
                  </a:ext>
                </a:extLst>
              </p:cNvPr>
              <p:cNvPicPr/>
              <p:nvPr/>
            </p:nvPicPr>
            <p:blipFill>
              <a:blip r:embed="rId182"/>
              <a:stretch>
                <a:fillRect/>
              </a:stretch>
            </p:blipFill>
            <p:spPr>
              <a:xfrm>
                <a:off x="4566196" y="6139792"/>
                <a:ext cx="270000" cy="241920"/>
              </a:xfrm>
              <a:prstGeom prst="rect">
                <a:avLst/>
              </a:prstGeom>
            </p:spPr>
          </p:pic>
        </mc:Fallback>
      </mc:AlternateContent>
      <p:grpSp>
        <p:nvGrpSpPr>
          <p:cNvPr id="219192" name="Group 219191">
            <a:extLst>
              <a:ext uri="{FF2B5EF4-FFF2-40B4-BE49-F238E27FC236}">
                <a16:creationId xmlns:a16="http://schemas.microsoft.com/office/drawing/2014/main" id="{5A73C6D1-10CF-A60F-ADDA-CF6747FDE965}"/>
              </a:ext>
            </a:extLst>
          </p:cNvPr>
          <p:cNvGrpSpPr/>
          <p:nvPr/>
        </p:nvGrpSpPr>
        <p:grpSpPr>
          <a:xfrm>
            <a:off x="4959676" y="6116752"/>
            <a:ext cx="356040" cy="310320"/>
            <a:chOff x="4959676" y="6116752"/>
            <a:chExt cx="356040" cy="310320"/>
          </a:xfrm>
        </p:grpSpPr>
        <mc:AlternateContent xmlns:mc="http://schemas.openxmlformats.org/markup-compatibility/2006" xmlns:p14="http://schemas.microsoft.com/office/powerpoint/2010/main">
          <mc:Choice Requires="p14">
            <p:contentPart p14:bwMode="auto" r:id="rId183">
              <p14:nvContentPartPr>
                <p14:cNvPr id="219187" name="Ink 219186">
                  <a:extLst>
                    <a:ext uri="{FF2B5EF4-FFF2-40B4-BE49-F238E27FC236}">
                      <a16:creationId xmlns:a16="http://schemas.microsoft.com/office/drawing/2014/main" id="{8DEE7CA6-A4BF-44EA-0219-DACC220ACA5A}"/>
                    </a:ext>
                  </a:extLst>
                </p14:cNvPr>
                <p14:cNvContentPartPr/>
                <p14:nvPr/>
              </p14:nvContentPartPr>
              <p14:xfrm>
                <a:off x="4959676" y="6254632"/>
                <a:ext cx="134280" cy="172440"/>
              </p14:xfrm>
            </p:contentPart>
          </mc:Choice>
          <mc:Fallback xmlns="">
            <p:pic>
              <p:nvPicPr>
                <p:cNvPr id="219187" name="Ink 219186">
                  <a:extLst>
                    <a:ext uri="{FF2B5EF4-FFF2-40B4-BE49-F238E27FC236}">
                      <a16:creationId xmlns:a16="http://schemas.microsoft.com/office/drawing/2014/main" id="{8DEE7CA6-A4BF-44EA-0219-DACC220ACA5A}"/>
                    </a:ext>
                  </a:extLst>
                </p:cNvPr>
                <p:cNvPicPr/>
                <p:nvPr/>
              </p:nvPicPr>
              <p:blipFill>
                <a:blip r:embed="rId184"/>
                <a:stretch>
                  <a:fillRect/>
                </a:stretch>
              </p:blipFill>
              <p:spPr>
                <a:xfrm>
                  <a:off x="4951036" y="6245992"/>
                  <a:ext cx="15192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219189" name="Ink 219188">
                  <a:extLst>
                    <a:ext uri="{FF2B5EF4-FFF2-40B4-BE49-F238E27FC236}">
                      <a16:creationId xmlns:a16="http://schemas.microsoft.com/office/drawing/2014/main" id="{BEA383B2-A598-F98C-C6B4-FE3E7B3C5114}"/>
                    </a:ext>
                  </a:extLst>
                </p14:cNvPr>
                <p14:cNvContentPartPr/>
                <p14:nvPr/>
              </p14:nvContentPartPr>
              <p14:xfrm>
                <a:off x="5125636" y="6137632"/>
                <a:ext cx="46080" cy="122040"/>
              </p14:xfrm>
            </p:contentPart>
          </mc:Choice>
          <mc:Fallback xmlns="">
            <p:pic>
              <p:nvPicPr>
                <p:cNvPr id="219189" name="Ink 219188">
                  <a:extLst>
                    <a:ext uri="{FF2B5EF4-FFF2-40B4-BE49-F238E27FC236}">
                      <a16:creationId xmlns:a16="http://schemas.microsoft.com/office/drawing/2014/main" id="{BEA383B2-A598-F98C-C6B4-FE3E7B3C5114}"/>
                    </a:ext>
                  </a:extLst>
                </p:cNvPr>
                <p:cNvPicPr/>
                <p:nvPr/>
              </p:nvPicPr>
              <p:blipFill>
                <a:blip r:embed="rId186"/>
                <a:stretch>
                  <a:fillRect/>
                </a:stretch>
              </p:blipFill>
              <p:spPr>
                <a:xfrm>
                  <a:off x="5116996" y="6128992"/>
                  <a:ext cx="6372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219190" name="Ink 219189">
                  <a:extLst>
                    <a:ext uri="{FF2B5EF4-FFF2-40B4-BE49-F238E27FC236}">
                      <a16:creationId xmlns:a16="http://schemas.microsoft.com/office/drawing/2014/main" id="{C3012481-800B-05E9-3A60-C9CCAF95FEE0}"/>
                    </a:ext>
                  </a:extLst>
                </p14:cNvPr>
                <p14:cNvContentPartPr/>
                <p14:nvPr/>
              </p14:nvContentPartPr>
              <p14:xfrm>
                <a:off x="5284036" y="6116752"/>
                <a:ext cx="31680" cy="124920"/>
              </p14:xfrm>
            </p:contentPart>
          </mc:Choice>
          <mc:Fallback xmlns="">
            <p:pic>
              <p:nvPicPr>
                <p:cNvPr id="219190" name="Ink 219189">
                  <a:extLst>
                    <a:ext uri="{FF2B5EF4-FFF2-40B4-BE49-F238E27FC236}">
                      <a16:creationId xmlns:a16="http://schemas.microsoft.com/office/drawing/2014/main" id="{C3012481-800B-05E9-3A60-C9CCAF95FEE0}"/>
                    </a:ext>
                  </a:extLst>
                </p:cNvPr>
                <p:cNvPicPr/>
                <p:nvPr/>
              </p:nvPicPr>
              <p:blipFill>
                <a:blip r:embed="rId188"/>
                <a:stretch>
                  <a:fillRect/>
                </a:stretch>
              </p:blipFill>
              <p:spPr>
                <a:xfrm>
                  <a:off x="5275396" y="6107752"/>
                  <a:ext cx="49320" cy="14256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219191" name="Ink 219190">
                  <a:extLst>
                    <a:ext uri="{FF2B5EF4-FFF2-40B4-BE49-F238E27FC236}">
                      <a16:creationId xmlns:a16="http://schemas.microsoft.com/office/drawing/2014/main" id="{1D1045BA-0F9E-E621-C23D-E5E1D5C6EC79}"/>
                    </a:ext>
                  </a:extLst>
                </p14:cNvPr>
                <p14:cNvContentPartPr/>
                <p14:nvPr/>
              </p14:nvContentPartPr>
              <p14:xfrm>
                <a:off x="5216716" y="6182272"/>
                <a:ext cx="87840" cy="3960"/>
              </p14:xfrm>
            </p:contentPart>
          </mc:Choice>
          <mc:Fallback xmlns="">
            <p:pic>
              <p:nvPicPr>
                <p:cNvPr id="219191" name="Ink 219190">
                  <a:extLst>
                    <a:ext uri="{FF2B5EF4-FFF2-40B4-BE49-F238E27FC236}">
                      <a16:creationId xmlns:a16="http://schemas.microsoft.com/office/drawing/2014/main" id="{1D1045BA-0F9E-E621-C23D-E5E1D5C6EC79}"/>
                    </a:ext>
                  </a:extLst>
                </p:cNvPr>
                <p:cNvPicPr/>
                <p:nvPr/>
              </p:nvPicPr>
              <p:blipFill>
                <a:blip r:embed="rId190"/>
                <a:stretch>
                  <a:fillRect/>
                </a:stretch>
              </p:blipFill>
              <p:spPr>
                <a:xfrm>
                  <a:off x="5207716" y="6173632"/>
                  <a:ext cx="105480" cy="21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91">
            <p14:nvContentPartPr>
              <p14:cNvPr id="219193" name="Ink 219192">
                <a:extLst>
                  <a:ext uri="{FF2B5EF4-FFF2-40B4-BE49-F238E27FC236}">
                    <a16:creationId xmlns:a16="http://schemas.microsoft.com/office/drawing/2014/main" id="{1EF49D27-54B9-4824-9351-3379FCDFD6BA}"/>
                  </a:ext>
                </a:extLst>
              </p14:cNvPr>
              <p14:cNvContentPartPr/>
              <p14:nvPr/>
            </p14:nvContentPartPr>
            <p14:xfrm>
              <a:off x="5511916" y="6366592"/>
              <a:ext cx="18360" cy="63000"/>
            </p14:xfrm>
          </p:contentPart>
        </mc:Choice>
        <mc:Fallback xmlns="">
          <p:pic>
            <p:nvPicPr>
              <p:cNvPr id="219193" name="Ink 219192">
                <a:extLst>
                  <a:ext uri="{FF2B5EF4-FFF2-40B4-BE49-F238E27FC236}">
                    <a16:creationId xmlns:a16="http://schemas.microsoft.com/office/drawing/2014/main" id="{1EF49D27-54B9-4824-9351-3379FCDFD6BA}"/>
                  </a:ext>
                </a:extLst>
              </p:cNvPr>
              <p:cNvPicPr/>
              <p:nvPr/>
            </p:nvPicPr>
            <p:blipFill>
              <a:blip r:embed="rId192"/>
              <a:stretch>
                <a:fillRect/>
              </a:stretch>
            </p:blipFill>
            <p:spPr>
              <a:xfrm>
                <a:off x="5503276" y="6357592"/>
                <a:ext cx="36000" cy="80640"/>
              </a:xfrm>
              <a:prstGeom prst="rect">
                <a:avLst/>
              </a:prstGeom>
            </p:spPr>
          </p:pic>
        </mc:Fallback>
      </mc:AlternateContent>
      <p:grpSp>
        <p:nvGrpSpPr>
          <p:cNvPr id="219200" name="Group 219199">
            <a:extLst>
              <a:ext uri="{FF2B5EF4-FFF2-40B4-BE49-F238E27FC236}">
                <a16:creationId xmlns:a16="http://schemas.microsoft.com/office/drawing/2014/main" id="{3A9B7DC9-CC11-63FD-C411-05B28ECAA9D4}"/>
              </a:ext>
            </a:extLst>
          </p:cNvPr>
          <p:cNvGrpSpPr/>
          <p:nvPr/>
        </p:nvGrpSpPr>
        <p:grpSpPr>
          <a:xfrm>
            <a:off x="5828716" y="6149152"/>
            <a:ext cx="457920" cy="195480"/>
            <a:chOff x="5828716" y="6149152"/>
            <a:chExt cx="457920" cy="195480"/>
          </a:xfrm>
        </p:grpSpPr>
        <mc:AlternateContent xmlns:mc="http://schemas.openxmlformats.org/markup-compatibility/2006" xmlns:p14="http://schemas.microsoft.com/office/powerpoint/2010/main">
          <mc:Choice Requires="p14">
            <p:contentPart p14:bwMode="auto" r:id="rId193">
              <p14:nvContentPartPr>
                <p14:cNvPr id="219194" name="Ink 219193">
                  <a:extLst>
                    <a:ext uri="{FF2B5EF4-FFF2-40B4-BE49-F238E27FC236}">
                      <a16:creationId xmlns:a16="http://schemas.microsoft.com/office/drawing/2014/main" id="{BA29DBC7-1126-629A-CEC7-20CBDD801600}"/>
                    </a:ext>
                  </a:extLst>
                </p14:cNvPr>
                <p14:cNvContentPartPr/>
                <p14:nvPr/>
              </p14:nvContentPartPr>
              <p14:xfrm>
                <a:off x="5828716" y="6149152"/>
                <a:ext cx="264600" cy="195480"/>
              </p14:xfrm>
            </p:contentPart>
          </mc:Choice>
          <mc:Fallback xmlns="">
            <p:pic>
              <p:nvPicPr>
                <p:cNvPr id="219194" name="Ink 219193">
                  <a:extLst>
                    <a:ext uri="{FF2B5EF4-FFF2-40B4-BE49-F238E27FC236}">
                      <a16:creationId xmlns:a16="http://schemas.microsoft.com/office/drawing/2014/main" id="{BA29DBC7-1126-629A-CEC7-20CBDD801600}"/>
                    </a:ext>
                  </a:extLst>
                </p:cNvPr>
                <p:cNvPicPr/>
                <p:nvPr/>
              </p:nvPicPr>
              <p:blipFill>
                <a:blip r:embed="rId194"/>
                <a:stretch>
                  <a:fillRect/>
                </a:stretch>
              </p:blipFill>
              <p:spPr>
                <a:xfrm>
                  <a:off x="5820076" y="6140152"/>
                  <a:ext cx="28224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219195" name="Ink 219194">
                  <a:extLst>
                    <a:ext uri="{FF2B5EF4-FFF2-40B4-BE49-F238E27FC236}">
                      <a16:creationId xmlns:a16="http://schemas.microsoft.com/office/drawing/2014/main" id="{0E55738B-582F-8234-C2E9-DD17B6084CB5}"/>
                    </a:ext>
                  </a:extLst>
                </p14:cNvPr>
                <p14:cNvContentPartPr/>
                <p14:nvPr/>
              </p14:nvContentPartPr>
              <p14:xfrm>
                <a:off x="6163516" y="6221512"/>
                <a:ext cx="122040" cy="6840"/>
              </p14:xfrm>
            </p:contentPart>
          </mc:Choice>
          <mc:Fallback xmlns="">
            <p:pic>
              <p:nvPicPr>
                <p:cNvPr id="219195" name="Ink 219194">
                  <a:extLst>
                    <a:ext uri="{FF2B5EF4-FFF2-40B4-BE49-F238E27FC236}">
                      <a16:creationId xmlns:a16="http://schemas.microsoft.com/office/drawing/2014/main" id="{0E55738B-582F-8234-C2E9-DD17B6084CB5}"/>
                    </a:ext>
                  </a:extLst>
                </p:cNvPr>
                <p:cNvPicPr/>
                <p:nvPr/>
              </p:nvPicPr>
              <p:blipFill>
                <a:blip r:embed="rId196"/>
                <a:stretch>
                  <a:fillRect/>
                </a:stretch>
              </p:blipFill>
              <p:spPr>
                <a:xfrm>
                  <a:off x="6154516" y="6212872"/>
                  <a:ext cx="13968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219196" name="Ink 219195">
                  <a:extLst>
                    <a:ext uri="{FF2B5EF4-FFF2-40B4-BE49-F238E27FC236}">
                      <a16:creationId xmlns:a16="http://schemas.microsoft.com/office/drawing/2014/main" id="{EB1D48C4-325D-DAD8-ED45-556EEFED3A3D}"/>
                    </a:ext>
                  </a:extLst>
                </p14:cNvPr>
                <p14:cNvContentPartPr/>
                <p14:nvPr/>
              </p14:nvContentPartPr>
              <p14:xfrm>
                <a:off x="6166036" y="6302152"/>
                <a:ext cx="120600" cy="3240"/>
              </p14:xfrm>
            </p:contentPart>
          </mc:Choice>
          <mc:Fallback xmlns="">
            <p:pic>
              <p:nvPicPr>
                <p:cNvPr id="219196" name="Ink 219195">
                  <a:extLst>
                    <a:ext uri="{FF2B5EF4-FFF2-40B4-BE49-F238E27FC236}">
                      <a16:creationId xmlns:a16="http://schemas.microsoft.com/office/drawing/2014/main" id="{EB1D48C4-325D-DAD8-ED45-556EEFED3A3D}"/>
                    </a:ext>
                  </a:extLst>
                </p:cNvPr>
                <p:cNvPicPr/>
                <p:nvPr/>
              </p:nvPicPr>
              <p:blipFill>
                <a:blip r:embed="rId198"/>
                <a:stretch>
                  <a:fillRect/>
                </a:stretch>
              </p:blipFill>
              <p:spPr>
                <a:xfrm>
                  <a:off x="6157396" y="6293512"/>
                  <a:ext cx="138240" cy="20880"/>
                </a:xfrm>
                <a:prstGeom prst="rect">
                  <a:avLst/>
                </a:prstGeom>
              </p:spPr>
            </p:pic>
          </mc:Fallback>
        </mc:AlternateContent>
      </p:grpSp>
      <p:grpSp>
        <p:nvGrpSpPr>
          <p:cNvPr id="219199" name="Group 219198">
            <a:extLst>
              <a:ext uri="{FF2B5EF4-FFF2-40B4-BE49-F238E27FC236}">
                <a16:creationId xmlns:a16="http://schemas.microsoft.com/office/drawing/2014/main" id="{67EABD4B-1494-5D60-FDBA-97886D462C7A}"/>
              </a:ext>
            </a:extLst>
          </p:cNvPr>
          <p:cNvGrpSpPr/>
          <p:nvPr/>
        </p:nvGrpSpPr>
        <p:grpSpPr>
          <a:xfrm>
            <a:off x="6485356" y="6175432"/>
            <a:ext cx="323640" cy="216360"/>
            <a:chOff x="6485356" y="6175432"/>
            <a:chExt cx="323640" cy="216360"/>
          </a:xfrm>
        </p:grpSpPr>
        <mc:AlternateContent xmlns:mc="http://schemas.openxmlformats.org/markup-compatibility/2006" xmlns:p14="http://schemas.microsoft.com/office/powerpoint/2010/main">
          <mc:Choice Requires="p14">
            <p:contentPart p14:bwMode="auto" r:id="rId199">
              <p14:nvContentPartPr>
                <p14:cNvPr id="219197" name="Ink 219196">
                  <a:extLst>
                    <a:ext uri="{FF2B5EF4-FFF2-40B4-BE49-F238E27FC236}">
                      <a16:creationId xmlns:a16="http://schemas.microsoft.com/office/drawing/2014/main" id="{26460FA6-0CF6-51C8-92FD-B2481C39BCF1}"/>
                    </a:ext>
                  </a:extLst>
                </p14:cNvPr>
                <p14:cNvContentPartPr/>
                <p14:nvPr/>
              </p14:nvContentPartPr>
              <p14:xfrm>
                <a:off x="6485356" y="6175432"/>
                <a:ext cx="175320" cy="166320"/>
              </p14:xfrm>
            </p:contentPart>
          </mc:Choice>
          <mc:Fallback xmlns="">
            <p:pic>
              <p:nvPicPr>
                <p:cNvPr id="219197" name="Ink 219196">
                  <a:extLst>
                    <a:ext uri="{FF2B5EF4-FFF2-40B4-BE49-F238E27FC236}">
                      <a16:creationId xmlns:a16="http://schemas.microsoft.com/office/drawing/2014/main" id="{26460FA6-0CF6-51C8-92FD-B2481C39BCF1}"/>
                    </a:ext>
                  </a:extLst>
                </p:cNvPr>
                <p:cNvPicPr/>
                <p:nvPr/>
              </p:nvPicPr>
              <p:blipFill>
                <a:blip r:embed="rId200"/>
                <a:stretch>
                  <a:fillRect/>
                </a:stretch>
              </p:blipFill>
              <p:spPr>
                <a:xfrm>
                  <a:off x="6476716" y="6166792"/>
                  <a:ext cx="19296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219198" name="Ink 219197">
                  <a:extLst>
                    <a:ext uri="{FF2B5EF4-FFF2-40B4-BE49-F238E27FC236}">
                      <a16:creationId xmlns:a16="http://schemas.microsoft.com/office/drawing/2014/main" id="{46A0073A-F709-FC3D-8410-EB1511D51675}"/>
                    </a:ext>
                  </a:extLst>
                </p14:cNvPr>
                <p14:cNvContentPartPr/>
                <p14:nvPr/>
              </p14:nvContentPartPr>
              <p14:xfrm>
                <a:off x="6731956" y="6327712"/>
                <a:ext cx="77040" cy="64080"/>
              </p14:xfrm>
            </p:contentPart>
          </mc:Choice>
          <mc:Fallback xmlns="">
            <p:pic>
              <p:nvPicPr>
                <p:cNvPr id="219198" name="Ink 219197">
                  <a:extLst>
                    <a:ext uri="{FF2B5EF4-FFF2-40B4-BE49-F238E27FC236}">
                      <a16:creationId xmlns:a16="http://schemas.microsoft.com/office/drawing/2014/main" id="{46A0073A-F709-FC3D-8410-EB1511D51675}"/>
                    </a:ext>
                  </a:extLst>
                </p:cNvPr>
                <p:cNvPicPr/>
                <p:nvPr/>
              </p:nvPicPr>
              <p:blipFill>
                <a:blip r:embed="rId202"/>
                <a:stretch>
                  <a:fillRect/>
                </a:stretch>
              </p:blipFill>
              <p:spPr>
                <a:xfrm>
                  <a:off x="6723316" y="6319072"/>
                  <a:ext cx="94680" cy="81720"/>
                </a:xfrm>
                <a:prstGeom prst="rect">
                  <a:avLst/>
                </a:prstGeom>
              </p:spPr>
            </p:pic>
          </mc:Fallback>
        </mc:AlternateContent>
      </p:grpSp>
      <p:grpSp>
        <p:nvGrpSpPr>
          <p:cNvPr id="219206" name="Group 219205">
            <a:extLst>
              <a:ext uri="{FF2B5EF4-FFF2-40B4-BE49-F238E27FC236}">
                <a16:creationId xmlns:a16="http://schemas.microsoft.com/office/drawing/2014/main" id="{CB8C8D15-CB95-5035-A46C-CE2C63CF29A5}"/>
              </a:ext>
            </a:extLst>
          </p:cNvPr>
          <p:cNvGrpSpPr/>
          <p:nvPr/>
        </p:nvGrpSpPr>
        <p:grpSpPr>
          <a:xfrm>
            <a:off x="2838196" y="6488272"/>
            <a:ext cx="495360" cy="249840"/>
            <a:chOff x="2838196" y="6488272"/>
            <a:chExt cx="495360" cy="249840"/>
          </a:xfrm>
        </p:grpSpPr>
        <mc:AlternateContent xmlns:mc="http://schemas.openxmlformats.org/markup-compatibility/2006" xmlns:p14="http://schemas.microsoft.com/office/powerpoint/2010/main">
          <mc:Choice Requires="p14">
            <p:contentPart p14:bwMode="auto" r:id="rId203">
              <p14:nvContentPartPr>
                <p14:cNvPr id="219201" name="Ink 219200">
                  <a:extLst>
                    <a:ext uri="{FF2B5EF4-FFF2-40B4-BE49-F238E27FC236}">
                      <a16:creationId xmlns:a16="http://schemas.microsoft.com/office/drawing/2014/main" id="{367A26CC-A64E-A491-2435-A025351D7535}"/>
                    </a:ext>
                  </a:extLst>
                </p14:cNvPr>
                <p14:cNvContentPartPr/>
                <p14:nvPr/>
              </p14:nvContentPartPr>
              <p14:xfrm>
                <a:off x="2838196" y="6488272"/>
                <a:ext cx="128520" cy="226800"/>
              </p14:xfrm>
            </p:contentPart>
          </mc:Choice>
          <mc:Fallback xmlns="">
            <p:pic>
              <p:nvPicPr>
                <p:cNvPr id="219201" name="Ink 219200">
                  <a:extLst>
                    <a:ext uri="{FF2B5EF4-FFF2-40B4-BE49-F238E27FC236}">
                      <a16:creationId xmlns:a16="http://schemas.microsoft.com/office/drawing/2014/main" id="{367A26CC-A64E-A491-2435-A025351D7535}"/>
                    </a:ext>
                  </a:extLst>
                </p:cNvPr>
                <p:cNvPicPr/>
                <p:nvPr/>
              </p:nvPicPr>
              <p:blipFill>
                <a:blip r:embed="rId204"/>
                <a:stretch>
                  <a:fillRect/>
                </a:stretch>
              </p:blipFill>
              <p:spPr>
                <a:xfrm>
                  <a:off x="2829196" y="6479632"/>
                  <a:ext cx="146160" cy="24444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219202" name="Ink 219201">
                  <a:extLst>
                    <a:ext uri="{FF2B5EF4-FFF2-40B4-BE49-F238E27FC236}">
                      <a16:creationId xmlns:a16="http://schemas.microsoft.com/office/drawing/2014/main" id="{AFA91578-15C4-C6B8-FE2F-E35694FBB60A}"/>
                    </a:ext>
                  </a:extLst>
                </p14:cNvPr>
                <p14:cNvContentPartPr/>
                <p14:nvPr/>
              </p14:nvContentPartPr>
              <p14:xfrm>
                <a:off x="3001276" y="6636592"/>
                <a:ext cx="54000" cy="101520"/>
              </p14:xfrm>
            </p:contentPart>
          </mc:Choice>
          <mc:Fallback xmlns="">
            <p:pic>
              <p:nvPicPr>
                <p:cNvPr id="219202" name="Ink 219201">
                  <a:extLst>
                    <a:ext uri="{FF2B5EF4-FFF2-40B4-BE49-F238E27FC236}">
                      <a16:creationId xmlns:a16="http://schemas.microsoft.com/office/drawing/2014/main" id="{AFA91578-15C4-C6B8-FE2F-E35694FBB60A}"/>
                    </a:ext>
                  </a:extLst>
                </p:cNvPr>
                <p:cNvPicPr/>
                <p:nvPr/>
              </p:nvPicPr>
              <p:blipFill>
                <a:blip r:embed="rId206"/>
                <a:stretch>
                  <a:fillRect/>
                </a:stretch>
              </p:blipFill>
              <p:spPr>
                <a:xfrm>
                  <a:off x="2992276" y="6627592"/>
                  <a:ext cx="7164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219203" name="Ink 219202">
                  <a:extLst>
                    <a:ext uri="{FF2B5EF4-FFF2-40B4-BE49-F238E27FC236}">
                      <a16:creationId xmlns:a16="http://schemas.microsoft.com/office/drawing/2014/main" id="{6E3C1C13-D2AE-8921-C20B-0C163F7800C4}"/>
                    </a:ext>
                  </a:extLst>
                </p14:cNvPr>
                <p14:cNvContentPartPr/>
                <p14:nvPr/>
              </p14:nvContentPartPr>
              <p14:xfrm>
                <a:off x="3149236" y="6621472"/>
                <a:ext cx="184320" cy="37440"/>
              </p14:xfrm>
            </p:contentPart>
          </mc:Choice>
          <mc:Fallback xmlns="">
            <p:pic>
              <p:nvPicPr>
                <p:cNvPr id="219203" name="Ink 219202">
                  <a:extLst>
                    <a:ext uri="{FF2B5EF4-FFF2-40B4-BE49-F238E27FC236}">
                      <a16:creationId xmlns:a16="http://schemas.microsoft.com/office/drawing/2014/main" id="{6E3C1C13-D2AE-8921-C20B-0C163F7800C4}"/>
                    </a:ext>
                  </a:extLst>
                </p:cNvPr>
                <p:cNvPicPr/>
                <p:nvPr/>
              </p:nvPicPr>
              <p:blipFill>
                <a:blip r:embed="rId208"/>
                <a:stretch>
                  <a:fillRect/>
                </a:stretch>
              </p:blipFill>
              <p:spPr>
                <a:xfrm>
                  <a:off x="3140596" y="6612472"/>
                  <a:ext cx="20196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219204" name="Ink 219203">
                  <a:extLst>
                    <a:ext uri="{FF2B5EF4-FFF2-40B4-BE49-F238E27FC236}">
                      <a16:creationId xmlns:a16="http://schemas.microsoft.com/office/drawing/2014/main" id="{3A498024-F9F3-4B4A-EE4B-614185FD46F0}"/>
                    </a:ext>
                  </a:extLst>
                </p14:cNvPr>
                <p14:cNvContentPartPr/>
                <p14:nvPr/>
              </p14:nvContentPartPr>
              <p14:xfrm>
                <a:off x="3250396" y="6558472"/>
                <a:ext cx="15120" cy="162000"/>
              </p14:xfrm>
            </p:contentPart>
          </mc:Choice>
          <mc:Fallback xmlns="">
            <p:pic>
              <p:nvPicPr>
                <p:cNvPr id="219204" name="Ink 219203">
                  <a:extLst>
                    <a:ext uri="{FF2B5EF4-FFF2-40B4-BE49-F238E27FC236}">
                      <a16:creationId xmlns:a16="http://schemas.microsoft.com/office/drawing/2014/main" id="{3A498024-F9F3-4B4A-EE4B-614185FD46F0}"/>
                    </a:ext>
                  </a:extLst>
                </p:cNvPr>
                <p:cNvPicPr/>
                <p:nvPr/>
              </p:nvPicPr>
              <p:blipFill>
                <a:blip r:embed="rId210"/>
                <a:stretch>
                  <a:fillRect/>
                </a:stretch>
              </p:blipFill>
              <p:spPr>
                <a:xfrm>
                  <a:off x="3241756" y="6549832"/>
                  <a:ext cx="32760" cy="179640"/>
                </a:xfrm>
                <a:prstGeom prst="rect">
                  <a:avLst/>
                </a:prstGeom>
              </p:spPr>
            </p:pic>
          </mc:Fallback>
        </mc:AlternateContent>
      </p:grpSp>
      <p:grpSp>
        <p:nvGrpSpPr>
          <p:cNvPr id="219211" name="Group 219210">
            <a:extLst>
              <a:ext uri="{FF2B5EF4-FFF2-40B4-BE49-F238E27FC236}">
                <a16:creationId xmlns:a16="http://schemas.microsoft.com/office/drawing/2014/main" id="{27865F7A-E635-3434-7A3E-CA964D7183FE}"/>
              </a:ext>
            </a:extLst>
          </p:cNvPr>
          <p:cNvGrpSpPr/>
          <p:nvPr/>
        </p:nvGrpSpPr>
        <p:grpSpPr>
          <a:xfrm>
            <a:off x="3490516" y="6446512"/>
            <a:ext cx="263880" cy="317520"/>
            <a:chOff x="3490516" y="6446512"/>
            <a:chExt cx="263880" cy="317520"/>
          </a:xfrm>
        </p:grpSpPr>
        <mc:AlternateContent xmlns:mc="http://schemas.openxmlformats.org/markup-compatibility/2006" xmlns:p14="http://schemas.microsoft.com/office/powerpoint/2010/main">
          <mc:Choice Requires="p14">
            <p:contentPart p14:bwMode="auto" r:id="rId211">
              <p14:nvContentPartPr>
                <p14:cNvPr id="219205" name="Ink 219204">
                  <a:extLst>
                    <a:ext uri="{FF2B5EF4-FFF2-40B4-BE49-F238E27FC236}">
                      <a16:creationId xmlns:a16="http://schemas.microsoft.com/office/drawing/2014/main" id="{62D1C38B-FC09-FB02-CDA7-3A2442834139}"/>
                    </a:ext>
                  </a:extLst>
                </p14:cNvPr>
                <p14:cNvContentPartPr/>
                <p14:nvPr/>
              </p14:nvContentPartPr>
              <p14:xfrm>
                <a:off x="3520396" y="6488272"/>
                <a:ext cx="61920" cy="221400"/>
              </p14:xfrm>
            </p:contentPart>
          </mc:Choice>
          <mc:Fallback xmlns="">
            <p:pic>
              <p:nvPicPr>
                <p:cNvPr id="219205" name="Ink 219204">
                  <a:extLst>
                    <a:ext uri="{FF2B5EF4-FFF2-40B4-BE49-F238E27FC236}">
                      <a16:creationId xmlns:a16="http://schemas.microsoft.com/office/drawing/2014/main" id="{62D1C38B-FC09-FB02-CDA7-3A2442834139}"/>
                    </a:ext>
                  </a:extLst>
                </p:cNvPr>
                <p:cNvPicPr/>
                <p:nvPr/>
              </p:nvPicPr>
              <p:blipFill>
                <a:blip r:embed="rId212"/>
                <a:stretch>
                  <a:fillRect/>
                </a:stretch>
              </p:blipFill>
              <p:spPr>
                <a:xfrm>
                  <a:off x="3511756" y="6479272"/>
                  <a:ext cx="79560" cy="23904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219207" name="Ink 219206">
                  <a:extLst>
                    <a:ext uri="{FF2B5EF4-FFF2-40B4-BE49-F238E27FC236}">
                      <a16:creationId xmlns:a16="http://schemas.microsoft.com/office/drawing/2014/main" id="{657C54DC-5B52-FDBB-7133-EDDA3D070238}"/>
                    </a:ext>
                  </a:extLst>
                </p14:cNvPr>
                <p14:cNvContentPartPr/>
                <p14:nvPr/>
              </p14:nvContentPartPr>
              <p14:xfrm>
                <a:off x="3490516" y="6467032"/>
                <a:ext cx="93960" cy="297000"/>
              </p14:xfrm>
            </p:contentPart>
          </mc:Choice>
          <mc:Fallback xmlns="">
            <p:pic>
              <p:nvPicPr>
                <p:cNvPr id="219207" name="Ink 219206">
                  <a:extLst>
                    <a:ext uri="{FF2B5EF4-FFF2-40B4-BE49-F238E27FC236}">
                      <a16:creationId xmlns:a16="http://schemas.microsoft.com/office/drawing/2014/main" id="{657C54DC-5B52-FDBB-7133-EDDA3D070238}"/>
                    </a:ext>
                  </a:extLst>
                </p:cNvPr>
                <p:cNvPicPr/>
                <p:nvPr/>
              </p:nvPicPr>
              <p:blipFill>
                <a:blip r:embed="rId214"/>
                <a:stretch>
                  <a:fillRect/>
                </a:stretch>
              </p:blipFill>
              <p:spPr>
                <a:xfrm>
                  <a:off x="3481876" y="6458392"/>
                  <a:ext cx="111600" cy="31464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219208" name="Ink 219207">
                  <a:extLst>
                    <a:ext uri="{FF2B5EF4-FFF2-40B4-BE49-F238E27FC236}">
                      <a16:creationId xmlns:a16="http://schemas.microsoft.com/office/drawing/2014/main" id="{9D1519AA-1261-3998-66CA-803DBFD26FD1}"/>
                    </a:ext>
                  </a:extLst>
                </p14:cNvPr>
                <p14:cNvContentPartPr/>
                <p14:nvPr/>
              </p14:nvContentPartPr>
              <p14:xfrm>
                <a:off x="3608596" y="6446512"/>
                <a:ext cx="37800" cy="297360"/>
              </p14:xfrm>
            </p:contentPart>
          </mc:Choice>
          <mc:Fallback xmlns="">
            <p:pic>
              <p:nvPicPr>
                <p:cNvPr id="219208" name="Ink 219207">
                  <a:extLst>
                    <a:ext uri="{FF2B5EF4-FFF2-40B4-BE49-F238E27FC236}">
                      <a16:creationId xmlns:a16="http://schemas.microsoft.com/office/drawing/2014/main" id="{9D1519AA-1261-3998-66CA-803DBFD26FD1}"/>
                    </a:ext>
                  </a:extLst>
                </p:cNvPr>
                <p:cNvPicPr/>
                <p:nvPr/>
              </p:nvPicPr>
              <p:blipFill>
                <a:blip r:embed="rId216"/>
                <a:stretch>
                  <a:fillRect/>
                </a:stretch>
              </p:blipFill>
              <p:spPr>
                <a:xfrm>
                  <a:off x="3599596" y="6437872"/>
                  <a:ext cx="55440" cy="31500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219209" name="Ink 219208">
                  <a:extLst>
                    <a:ext uri="{FF2B5EF4-FFF2-40B4-BE49-F238E27FC236}">
                      <a16:creationId xmlns:a16="http://schemas.microsoft.com/office/drawing/2014/main" id="{91EAC481-C746-8040-5574-087A6DDAF411}"/>
                    </a:ext>
                  </a:extLst>
                </p14:cNvPr>
                <p14:cNvContentPartPr/>
                <p14:nvPr/>
              </p14:nvContentPartPr>
              <p14:xfrm>
                <a:off x="3520756" y="6630112"/>
                <a:ext cx="66240" cy="27000"/>
              </p14:xfrm>
            </p:contentPart>
          </mc:Choice>
          <mc:Fallback xmlns="">
            <p:pic>
              <p:nvPicPr>
                <p:cNvPr id="219209" name="Ink 219208">
                  <a:extLst>
                    <a:ext uri="{FF2B5EF4-FFF2-40B4-BE49-F238E27FC236}">
                      <a16:creationId xmlns:a16="http://schemas.microsoft.com/office/drawing/2014/main" id="{91EAC481-C746-8040-5574-087A6DDAF411}"/>
                    </a:ext>
                  </a:extLst>
                </p:cNvPr>
                <p:cNvPicPr/>
                <p:nvPr/>
              </p:nvPicPr>
              <p:blipFill>
                <a:blip r:embed="rId218"/>
                <a:stretch>
                  <a:fillRect/>
                </a:stretch>
              </p:blipFill>
              <p:spPr>
                <a:xfrm>
                  <a:off x="3512116" y="6621472"/>
                  <a:ext cx="8388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219210" name="Ink 219209">
                  <a:extLst>
                    <a:ext uri="{FF2B5EF4-FFF2-40B4-BE49-F238E27FC236}">
                      <a16:creationId xmlns:a16="http://schemas.microsoft.com/office/drawing/2014/main" id="{AC969246-7035-9288-62E7-708173E2F431}"/>
                    </a:ext>
                  </a:extLst>
                </p14:cNvPr>
                <p14:cNvContentPartPr/>
                <p14:nvPr/>
              </p14:nvContentPartPr>
              <p14:xfrm>
                <a:off x="3751516" y="6675472"/>
                <a:ext cx="2880" cy="68040"/>
              </p14:xfrm>
            </p:contentPart>
          </mc:Choice>
          <mc:Fallback xmlns="">
            <p:pic>
              <p:nvPicPr>
                <p:cNvPr id="219210" name="Ink 219209">
                  <a:extLst>
                    <a:ext uri="{FF2B5EF4-FFF2-40B4-BE49-F238E27FC236}">
                      <a16:creationId xmlns:a16="http://schemas.microsoft.com/office/drawing/2014/main" id="{AC969246-7035-9288-62E7-708173E2F431}"/>
                    </a:ext>
                  </a:extLst>
                </p:cNvPr>
                <p:cNvPicPr/>
                <p:nvPr/>
              </p:nvPicPr>
              <p:blipFill>
                <a:blip r:embed="rId220"/>
                <a:stretch>
                  <a:fillRect/>
                </a:stretch>
              </p:blipFill>
              <p:spPr>
                <a:xfrm>
                  <a:off x="3742876" y="6666832"/>
                  <a:ext cx="20520" cy="85680"/>
                </a:xfrm>
                <a:prstGeom prst="rect">
                  <a:avLst/>
                </a:prstGeom>
              </p:spPr>
            </p:pic>
          </mc:Fallback>
        </mc:AlternateContent>
      </p:grpSp>
      <p:grpSp>
        <p:nvGrpSpPr>
          <p:cNvPr id="219226" name="Group 219225">
            <a:extLst>
              <a:ext uri="{FF2B5EF4-FFF2-40B4-BE49-F238E27FC236}">
                <a16:creationId xmlns:a16="http://schemas.microsoft.com/office/drawing/2014/main" id="{E92406EF-479C-AA1E-2541-51C79D274350}"/>
              </a:ext>
            </a:extLst>
          </p:cNvPr>
          <p:cNvGrpSpPr/>
          <p:nvPr/>
        </p:nvGrpSpPr>
        <p:grpSpPr>
          <a:xfrm>
            <a:off x="3846556" y="6514552"/>
            <a:ext cx="692640" cy="238320"/>
            <a:chOff x="3846556" y="6514552"/>
            <a:chExt cx="692640" cy="238320"/>
          </a:xfrm>
        </p:grpSpPr>
        <mc:AlternateContent xmlns:mc="http://schemas.openxmlformats.org/markup-compatibility/2006" xmlns:p14="http://schemas.microsoft.com/office/powerpoint/2010/main">
          <mc:Choice Requires="p14">
            <p:contentPart p14:bwMode="auto" r:id="rId221">
              <p14:nvContentPartPr>
                <p14:cNvPr id="219213" name="Ink 219212">
                  <a:extLst>
                    <a:ext uri="{FF2B5EF4-FFF2-40B4-BE49-F238E27FC236}">
                      <a16:creationId xmlns:a16="http://schemas.microsoft.com/office/drawing/2014/main" id="{A79C9AB0-5D6E-F165-2D4B-8A74163F9B65}"/>
                    </a:ext>
                  </a:extLst>
                </p14:cNvPr>
                <p14:cNvContentPartPr/>
                <p14:nvPr/>
              </p14:nvContentPartPr>
              <p14:xfrm>
                <a:off x="3846556" y="6514552"/>
                <a:ext cx="89280" cy="223920"/>
              </p14:xfrm>
            </p:contentPart>
          </mc:Choice>
          <mc:Fallback xmlns="">
            <p:pic>
              <p:nvPicPr>
                <p:cNvPr id="219213" name="Ink 219212">
                  <a:extLst>
                    <a:ext uri="{FF2B5EF4-FFF2-40B4-BE49-F238E27FC236}">
                      <a16:creationId xmlns:a16="http://schemas.microsoft.com/office/drawing/2014/main" id="{A79C9AB0-5D6E-F165-2D4B-8A74163F9B65}"/>
                    </a:ext>
                  </a:extLst>
                </p:cNvPr>
                <p:cNvPicPr/>
                <p:nvPr/>
              </p:nvPicPr>
              <p:blipFill>
                <a:blip r:embed="rId222"/>
                <a:stretch>
                  <a:fillRect/>
                </a:stretch>
              </p:blipFill>
              <p:spPr>
                <a:xfrm>
                  <a:off x="3837556" y="6505912"/>
                  <a:ext cx="106920"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219214" name="Ink 219213">
                  <a:extLst>
                    <a:ext uri="{FF2B5EF4-FFF2-40B4-BE49-F238E27FC236}">
                      <a16:creationId xmlns:a16="http://schemas.microsoft.com/office/drawing/2014/main" id="{D0654DE8-2FAD-F67F-381E-16FDC613B081}"/>
                    </a:ext>
                  </a:extLst>
                </p14:cNvPr>
                <p14:cNvContentPartPr/>
                <p14:nvPr/>
              </p14:nvContentPartPr>
              <p14:xfrm>
                <a:off x="3964636" y="6602752"/>
                <a:ext cx="64080" cy="88200"/>
              </p14:xfrm>
            </p:contentPart>
          </mc:Choice>
          <mc:Fallback xmlns="">
            <p:pic>
              <p:nvPicPr>
                <p:cNvPr id="219214" name="Ink 219213">
                  <a:extLst>
                    <a:ext uri="{FF2B5EF4-FFF2-40B4-BE49-F238E27FC236}">
                      <a16:creationId xmlns:a16="http://schemas.microsoft.com/office/drawing/2014/main" id="{D0654DE8-2FAD-F67F-381E-16FDC613B081}"/>
                    </a:ext>
                  </a:extLst>
                </p:cNvPr>
                <p:cNvPicPr/>
                <p:nvPr/>
              </p:nvPicPr>
              <p:blipFill>
                <a:blip r:embed="rId224"/>
                <a:stretch>
                  <a:fillRect/>
                </a:stretch>
              </p:blipFill>
              <p:spPr>
                <a:xfrm>
                  <a:off x="3955636" y="6593752"/>
                  <a:ext cx="8172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219215" name="Ink 219214">
                  <a:extLst>
                    <a:ext uri="{FF2B5EF4-FFF2-40B4-BE49-F238E27FC236}">
                      <a16:creationId xmlns:a16="http://schemas.microsoft.com/office/drawing/2014/main" id="{9625EAB3-0D18-ECF2-03B5-66A566006EF7}"/>
                    </a:ext>
                  </a:extLst>
                </p14:cNvPr>
                <p14:cNvContentPartPr/>
                <p14:nvPr/>
              </p14:nvContentPartPr>
              <p14:xfrm>
                <a:off x="4069036" y="6542272"/>
                <a:ext cx="38880" cy="190440"/>
              </p14:xfrm>
            </p:contentPart>
          </mc:Choice>
          <mc:Fallback xmlns="">
            <p:pic>
              <p:nvPicPr>
                <p:cNvPr id="219215" name="Ink 219214">
                  <a:extLst>
                    <a:ext uri="{FF2B5EF4-FFF2-40B4-BE49-F238E27FC236}">
                      <a16:creationId xmlns:a16="http://schemas.microsoft.com/office/drawing/2014/main" id="{9625EAB3-0D18-ECF2-03B5-66A566006EF7}"/>
                    </a:ext>
                  </a:extLst>
                </p:cNvPr>
                <p:cNvPicPr/>
                <p:nvPr/>
              </p:nvPicPr>
              <p:blipFill>
                <a:blip r:embed="rId226"/>
                <a:stretch>
                  <a:fillRect/>
                </a:stretch>
              </p:blipFill>
              <p:spPr>
                <a:xfrm>
                  <a:off x="4060036" y="6533632"/>
                  <a:ext cx="5652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219216" name="Ink 219215">
                  <a:extLst>
                    <a:ext uri="{FF2B5EF4-FFF2-40B4-BE49-F238E27FC236}">
                      <a16:creationId xmlns:a16="http://schemas.microsoft.com/office/drawing/2014/main" id="{5956C106-6D09-F83E-0DDD-F14BFA3FC0C3}"/>
                    </a:ext>
                  </a:extLst>
                </p14:cNvPr>
                <p14:cNvContentPartPr/>
                <p14:nvPr/>
              </p14:nvContentPartPr>
              <p14:xfrm>
                <a:off x="4200076" y="6536872"/>
                <a:ext cx="119880" cy="194040"/>
              </p14:xfrm>
            </p:contentPart>
          </mc:Choice>
          <mc:Fallback xmlns="">
            <p:pic>
              <p:nvPicPr>
                <p:cNvPr id="219216" name="Ink 219215">
                  <a:extLst>
                    <a:ext uri="{FF2B5EF4-FFF2-40B4-BE49-F238E27FC236}">
                      <a16:creationId xmlns:a16="http://schemas.microsoft.com/office/drawing/2014/main" id="{5956C106-6D09-F83E-0DDD-F14BFA3FC0C3}"/>
                    </a:ext>
                  </a:extLst>
                </p:cNvPr>
                <p:cNvPicPr/>
                <p:nvPr/>
              </p:nvPicPr>
              <p:blipFill>
                <a:blip r:embed="rId228"/>
                <a:stretch>
                  <a:fillRect/>
                </a:stretch>
              </p:blipFill>
              <p:spPr>
                <a:xfrm>
                  <a:off x="4191076" y="6528232"/>
                  <a:ext cx="137520" cy="21168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219217" name="Ink 219216">
                  <a:extLst>
                    <a:ext uri="{FF2B5EF4-FFF2-40B4-BE49-F238E27FC236}">
                      <a16:creationId xmlns:a16="http://schemas.microsoft.com/office/drawing/2014/main" id="{18112544-2911-5B3E-3CD2-E362C3E622FB}"/>
                    </a:ext>
                  </a:extLst>
                </p14:cNvPr>
                <p14:cNvContentPartPr/>
                <p14:nvPr/>
              </p14:nvContentPartPr>
              <p14:xfrm>
                <a:off x="4346956" y="6653512"/>
                <a:ext cx="63360" cy="99360"/>
              </p14:xfrm>
            </p:contentPart>
          </mc:Choice>
          <mc:Fallback xmlns="">
            <p:pic>
              <p:nvPicPr>
                <p:cNvPr id="219217" name="Ink 219216">
                  <a:extLst>
                    <a:ext uri="{FF2B5EF4-FFF2-40B4-BE49-F238E27FC236}">
                      <a16:creationId xmlns:a16="http://schemas.microsoft.com/office/drawing/2014/main" id="{18112544-2911-5B3E-3CD2-E362C3E622FB}"/>
                    </a:ext>
                  </a:extLst>
                </p:cNvPr>
                <p:cNvPicPr/>
                <p:nvPr/>
              </p:nvPicPr>
              <p:blipFill>
                <a:blip r:embed="rId230"/>
                <a:stretch>
                  <a:fillRect/>
                </a:stretch>
              </p:blipFill>
              <p:spPr>
                <a:xfrm>
                  <a:off x="4337956" y="6644872"/>
                  <a:ext cx="8100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219218" name="Ink 219217">
                  <a:extLst>
                    <a:ext uri="{FF2B5EF4-FFF2-40B4-BE49-F238E27FC236}">
                      <a16:creationId xmlns:a16="http://schemas.microsoft.com/office/drawing/2014/main" id="{6D7B36FF-B18B-07C6-DC2E-87E48F684033}"/>
                    </a:ext>
                  </a:extLst>
                </p14:cNvPr>
                <p14:cNvContentPartPr/>
                <p14:nvPr/>
              </p14:nvContentPartPr>
              <p14:xfrm>
                <a:off x="4496356" y="6526792"/>
                <a:ext cx="9720" cy="196920"/>
              </p14:xfrm>
            </p:contentPart>
          </mc:Choice>
          <mc:Fallback xmlns="">
            <p:pic>
              <p:nvPicPr>
                <p:cNvPr id="219218" name="Ink 219217">
                  <a:extLst>
                    <a:ext uri="{FF2B5EF4-FFF2-40B4-BE49-F238E27FC236}">
                      <a16:creationId xmlns:a16="http://schemas.microsoft.com/office/drawing/2014/main" id="{6D7B36FF-B18B-07C6-DC2E-87E48F684033}"/>
                    </a:ext>
                  </a:extLst>
                </p:cNvPr>
                <p:cNvPicPr/>
                <p:nvPr/>
              </p:nvPicPr>
              <p:blipFill>
                <a:blip r:embed="rId232"/>
                <a:stretch>
                  <a:fillRect/>
                </a:stretch>
              </p:blipFill>
              <p:spPr>
                <a:xfrm>
                  <a:off x="4487716" y="6517792"/>
                  <a:ext cx="27360" cy="21456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219219" name="Ink 219218">
                  <a:extLst>
                    <a:ext uri="{FF2B5EF4-FFF2-40B4-BE49-F238E27FC236}">
                      <a16:creationId xmlns:a16="http://schemas.microsoft.com/office/drawing/2014/main" id="{DFC1CB55-8C1C-7ED4-298F-43FB1F574116}"/>
                    </a:ext>
                  </a:extLst>
                </p14:cNvPr>
                <p14:cNvContentPartPr/>
                <p14:nvPr/>
              </p14:nvContentPartPr>
              <p14:xfrm>
                <a:off x="4457836" y="6598072"/>
                <a:ext cx="81360" cy="29520"/>
              </p14:xfrm>
            </p:contentPart>
          </mc:Choice>
          <mc:Fallback xmlns="">
            <p:pic>
              <p:nvPicPr>
                <p:cNvPr id="219219" name="Ink 219218">
                  <a:extLst>
                    <a:ext uri="{FF2B5EF4-FFF2-40B4-BE49-F238E27FC236}">
                      <a16:creationId xmlns:a16="http://schemas.microsoft.com/office/drawing/2014/main" id="{DFC1CB55-8C1C-7ED4-298F-43FB1F574116}"/>
                    </a:ext>
                  </a:extLst>
                </p:cNvPr>
                <p:cNvPicPr/>
                <p:nvPr/>
              </p:nvPicPr>
              <p:blipFill>
                <a:blip r:embed="rId234"/>
                <a:stretch>
                  <a:fillRect/>
                </a:stretch>
              </p:blipFill>
              <p:spPr>
                <a:xfrm>
                  <a:off x="4449196" y="6589432"/>
                  <a:ext cx="99000" cy="47160"/>
                </a:xfrm>
                <a:prstGeom prst="rect">
                  <a:avLst/>
                </a:prstGeom>
              </p:spPr>
            </p:pic>
          </mc:Fallback>
        </mc:AlternateContent>
      </p:grpSp>
      <p:grpSp>
        <p:nvGrpSpPr>
          <p:cNvPr id="219234" name="Group 219233">
            <a:extLst>
              <a:ext uri="{FF2B5EF4-FFF2-40B4-BE49-F238E27FC236}">
                <a16:creationId xmlns:a16="http://schemas.microsoft.com/office/drawing/2014/main" id="{EE99591B-CAC4-FF22-2D3C-C476E643F885}"/>
              </a:ext>
            </a:extLst>
          </p:cNvPr>
          <p:cNvGrpSpPr/>
          <p:nvPr/>
        </p:nvGrpSpPr>
        <p:grpSpPr>
          <a:xfrm>
            <a:off x="4697596" y="6478552"/>
            <a:ext cx="1458360" cy="317880"/>
            <a:chOff x="4697596" y="6478552"/>
            <a:chExt cx="1458360" cy="317880"/>
          </a:xfrm>
        </p:grpSpPr>
        <mc:AlternateContent xmlns:mc="http://schemas.openxmlformats.org/markup-compatibility/2006" xmlns:p14="http://schemas.microsoft.com/office/powerpoint/2010/main">
          <mc:Choice Requires="p14">
            <p:contentPart p14:bwMode="auto" r:id="rId235">
              <p14:nvContentPartPr>
                <p14:cNvPr id="219220" name="Ink 219219">
                  <a:extLst>
                    <a:ext uri="{FF2B5EF4-FFF2-40B4-BE49-F238E27FC236}">
                      <a16:creationId xmlns:a16="http://schemas.microsoft.com/office/drawing/2014/main" id="{834A9329-741C-9C8D-0BCF-3F2E2C1579F8}"/>
                    </a:ext>
                  </a:extLst>
                </p14:cNvPr>
                <p14:cNvContentPartPr/>
                <p14:nvPr/>
              </p14:nvContentPartPr>
              <p14:xfrm>
                <a:off x="4697596" y="6640192"/>
                <a:ext cx="188640" cy="17280"/>
              </p14:xfrm>
            </p:contentPart>
          </mc:Choice>
          <mc:Fallback xmlns="">
            <p:pic>
              <p:nvPicPr>
                <p:cNvPr id="219220" name="Ink 219219">
                  <a:extLst>
                    <a:ext uri="{FF2B5EF4-FFF2-40B4-BE49-F238E27FC236}">
                      <a16:creationId xmlns:a16="http://schemas.microsoft.com/office/drawing/2014/main" id="{834A9329-741C-9C8D-0BCF-3F2E2C1579F8}"/>
                    </a:ext>
                  </a:extLst>
                </p:cNvPr>
                <p:cNvPicPr/>
                <p:nvPr/>
              </p:nvPicPr>
              <p:blipFill>
                <a:blip r:embed="rId236"/>
                <a:stretch>
                  <a:fillRect/>
                </a:stretch>
              </p:blipFill>
              <p:spPr>
                <a:xfrm>
                  <a:off x="4688956" y="6631192"/>
                  <a:ext cx="206280" cy="3492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219221" name="Ink 219220">
                  <a:extLst>
                    <a:ext uri="{FF2B5EF4-FFF2-40B4-BE49-F238E27FC236}">
                      <a16:creationId xmlns:a16="http://schemas.microsoft.com/office/drawing/2014/main" id="{78B9C776-1DBB-F72F-D0BA-2651E51E7AF3}"/>
                    </a:ext>
                  </a:extLst>
                </p14:cNvPr>
                <p14:cNvContentPartPr/>
                <p14:nvPr/>
              </p14:nvContentPartPr>
              <p14:xfrm>
                <a:off x="4782556" y="6478552"/>
                <a:ext cx="14040" cy="246960"/>
              </p14:xfrm>
            </p:contentPart>
          </mc:Choice>
          <mc:Fallback xmlns="">
            <p:pic>
              <p:nvPicPr>
                <p:cNvPr id="219221" name="Ink 219220">
                  <a:extLst>
                    <a:ext uri="{FF2B5EF4-FFF2-40B4-BE49-F238E27FC236}">
                      <a16:creationId xmlns:a16="http://schemas.microsoft.com/office/drawing/2014/main" id="{78B9C776-1DBB-F72F-D0BA-2651E51E7AF3}"/>
                    </a:ext>
                  </a:extLst>
                </p:cNvPr>
                <p:cNvPicPr/>
                <p:nvPr/>
              </p:nvPicPr>
              <p:blipFill>
                <a:blip r:embed="rId238"/>
                <a:stretch>
                  <a:fillRect/>
                </a:stretch>
              </p:blipFill>
              <p:spPr>
                <a:xfrm>
                  <a:off x="4773916" y="6469552"/>
                  <a:ext cx="31680" cy="26460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219222" name="Ink 219221">
                  <a:extLst>
                    <a:ext uri="{FF2B5EF4-FFF2-40B4-BE49-F238E27FC236}">
                      <a16:creationId xmlns:a16="http://schemas.microsoft.com/office/drawing/2014/main" id="{C8376CCC-B82A-82C8-5785-580F853B6E5F}"/>
                    </a:ext>
                  </a:extLst>
                </p14:cNvPr>
                <p14:cNvContentPartPr/>
                <p14:nvPr/>
              </p14:nvContentPartPr>
              <p14:xfrm>
                <a:off x="4975516" y="6521752"/>
                <a:ext cx="69840" cy="212400"/>
              </p14:xfrm>
            </p:contentPart>
          </mc:Choice>
          <mc:Fallback xmlns="">
            <p:pic>
              <p:nvPicPr>
                <p:cNvPr id="219222" name="Ink 219221">
                  <a:extLst>
                    <a:ext uri="{FF2B5EF4-FFF2-40B4-BE49-F238E27FC236}">
                      <a16:creationId xmlns:a16="http://schemas.microsoft.com/office/drawing/2014/main" id="{C8376CCC-B82A-82C8-5785-580F853B6E5F}"/>
                    </a:ext>
                  </a:extLst>
                </p:cNvPr>
                <p:cNvPicPr/>
                <p:nvPr/>
              </p:nvPicPr>
              <p:blipFill>
                <a:blip r:embed="rId240"/>
                <a:stretch>
                  <a:fillRect/>
                </a:stretch>
              </p:blipFill>
              <p:spPr>
                <a:xfrm>
                  <a:off x="4966876" y="6513112"/>
                  <a:ext cx="87480" cy="230040"/>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219223" name="Ink 219222">
                  <a:extLst>
                    <a:ext uri="{FF2B5EF4-FFF2-40B4-BE49-F238E27FC236}">
                      <a16:creationId xmlns:a16="http://schemas.microsoft.com/office/drawing/2014/main" id="{B8318282-DE24-DC4B-E106-516A6D2B129E}"/>
                    </a:ext>
                  </a:extLst>
                </p14:cNvPr>
                <p14:cNvContentPartPr/>
                <p14:nvPr/>
              </p14:nvContentPartPr>
              <p14:xfrm>
                <a:off x="4989916" y="6536152"/>
                <a:ext cx="90000" cy="260280"/>
              </p14:xfrm>
            </p:contentPart>
          </mc:Choice>
          <mc:Fallback xmlns="">
            <p:pic>
              <p:nvPicPr>
                <p:cNvPr id="219223" name="Ink 219222">
                  <a:extLst>
                    <a:ext uri="{FF2B5EF4-FFF2-40B4-BE49-F238E27FC236}">
                      <a16:creationId xmlns:a16="http://schemas.microsoft.com/office/drawing/2014/main" id="{B8318282-DE24-DC4B-E106-516A6D2B129E}"/>
                    </a:ext>
                  </a:extLst>
                </p:cNvPr>
                <p:cNvPicPr/>
                <p:nvPr/>
              </p:nvPicPr>
              <p:blipFill>
                <a:blip r:embed="rId242"/>
                <a:stretch>
                  <a:fillRect/>
                </a:stretch>
              </p:blipFill>
              <p:spPr>
                <a:xfrm>
                  <a:off x="4981276" y="6527152"/>
                  <a:ext cx="107640" cy="27792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219224" name="Ink 219223">
                  <a:extLst>
                    <a:ext uri="{FF2B5EF4-FFF2-40B4-BE49-F238E27FC236}">
                      <a16:creationId xmlns:a16="http://schemas.microsoft.com/office/drawing/2014/main" id="{26D70493-36B2-C2F1-D521-8FB2E5465B3A}"/>
                    </a:ext>
                  </a:extLst>
                </p14:cNvPr>
                <p14:cNvContentPartPr/>
                <p14:nvPr/>
              </p14:nvContentPartPr>
              <p14:xfrm>
                <a:off x="5148316" y="6696712"/>
                <a:ext cx="76320" cy="96480"/>
              </p14:xfrm>
            </p:contentPart>
          </mc:Choice>
          <mc:Fallback xmlns="">
            <p:pic>
              <p:nvPicPr>
                <p:cNvPr id="219224" name="Ink 219223">
                  <a:extLst>
                    <a:ext uri="{FF2B5EF4-FFF2-40B4-BE49-F238E27FC236}">
                      <a16:creationId xmlns:a16="http://schemas.microsoft.com/office/drawing/2014/main" id="{26D70493-36B2-C2F1-D521-8FB2E5465B3A}"/>
                    </a:ext>
                  </a:extLst>
                </p:cNvPr>
                <p:cNvPicPr/>
                <p:nvPr/>
              </p:nvPicPr>
              <p:blipFill>
                <a:blip r:embed="rId244"/>
                <a:stretch>
                  <a:fillRect/>
                </a:stretch>
              </p:blipFill>
              <p:spPr>
                <a:xfrm>
                  <a:off x="5139316" y="6687712"/>
                  <a:ext cx="9396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219227" name="Ink 219226">
                  <a:extLst>
                    <a:ext uri="{FF2B5EF4-FFF2-40B4-BE49-F238E27FC236}">
                      <a16:creationId xmlns:a16="http://schemas.microsoft.com/office/drawing/2014/main" id="{CD2B7C95-3B9C-8C4E-A72C-9056ACB60AC6}"/>
                    </a:ext>
                  </a:extLst>
                </p14:cNvPr>
                <p14:cNvContentPartPr/>
                <p14:nvPr/>
              </p14:nvContentPartPr>
              <p14:xfrm>
                <a:off x="5327236" y="6578632"/>
                <a:ext cx="65520" cy="182160"/>
              </p14:xfrm>
            </p:contentPart>
          </mc:Choice>
          <mc:Fallback xmlns="">
            <p:pic>
              <p:nvPicPr>
                <p:cNvPr id="219227" name="Ink 219226">
                  <a:extLst>
                    <a:ext uri="{FF2B5EF4-FFF2-40B4-BE49-F238E27FC236}">
                      <a16:creationId xmlns:a16="http://schemas.microsoft.com/office/drawing/2014/main" id="{CD2B7C95-3B9C-8C4E-A72C-9056ACB60AC6}"/>
                    </a:ext>
                  </a:extLst>
                </p:cNvPr>
                <p:cNvPicPr/>
                <p:nvPr/>
              </p:nvPicPr>
              <p:blipFill>
                <a:blip r:embed="rId246"/>
                <a:stretch>
                  <a:fillRect/>
                </a:stretch>
              </p:blipFill>
              <p:spPr>
                <a:xfrm>
                  <a:off x="5318596" y="6569992"/>
                  <a:ext cx="8316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219228" name="Ink 219227">
                  <a:extLst>
                    <a:ext uri="{FF2B5EF4-FFF2-40B4-BE49-F238E27FC236}">
                      <a16:creationId xmlns:a16="http://schemas.microsoft.com/office/drawing/2014/main" id="{BAD1BF92-7319-6FFE-2D27-4FA71F468795}"/>
                    </a:ext>
                  </a:extLst>
                </p14:cNvPr>
                <p14:cNvContentPartPr/>
                <p14:nvPr/>
              </p14:nvContentPartPr>
              <p14:xfrm>
                <a:off x="5437756" y="6517072"/>
                <a:ext cx="25200" cy="218880"/>
              </p14:xfrm>
            </p:contentPart>
          </mc:Choice>
          <mc:Fallback xmlns="">
            <p:pic>
              <p:nvPicPr>
                <p:cNvPr id="219228" name="Ink 219227">
                  <a:extLst>
                    <a:ext uri="{FF2B5EF4-FFF2-40B4-BE49-F238E27FC236}">
                      <a16:creationId xmlns:a16="http://schemas.microsoft.com/office/drawing/2014/main" id="{BAD1BF92-7319-6FFE-2D27-4FA71F468795}"/>
                    </a:ext>
                  </a:extLst>
                </p:cNvPr>
                <p:cNvPicPr/>
                <p:nvPr/>
              </p:nvPicPr>
              <p:blipFill>
                <a:blip r:embed="rId248"/>
                <a:stretch>
                  <a:fillRect/>
                </a:stretch>
              </p:blipFill>
              <p:spPr>
                <a:xfrm>
                  <a:off x="5429116" y="6508072"/>
                  <a:ext cx="42840" cy="236520"/>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219229" name="Ink 219228">
                  <a:extLst>
                    <a:ext uri="{FF2B5EF4-FFF2-40B4-BE49-F238E27FC236}">
                      <a16:creationId xmlns:a16="http://schemas.microsoft.com/office/drawing/2014/main" id="{CA45DCC8-B117-1B04-3233-C825296BDF5D}"/>
                    </a:ext>
                  </a:extLst>
                </p14:cNvPr>
                <p14:cNvContentPartPr/>
                <p14:nvPr/>
              </p14:nvContentPartPr>
              <p14:xfrm>
                <a:off x="5547196" y="6616432"/>
                <a:ext cx="95760" cy="136440"/>
              </p14:xfrm>
            </p:contentPart>
          </mc:Choice>
          <mc:Fallback xmlns="">
            <p:pic>
              <p:nvPicPr>
                <p:cNvPr id="219229" name="Ink 219228">
                  <a:extLst>
                    <a:ext uri="{FF2B5EF4-FFF2-40B4-BE49-F238E27FC236}">
                      <a16:creationId xmlns:a16="http://schemas.microsoft.com/office/drawing/2014/main" id="{CA45DCC8-B117-1B04-3233-C825296BDF5D}"/>
                    </a:ext>
                  </a:extLst>
                </p:cNvPr>
                <p:cNvPicPr/>
                <p:nvPr/>
              </p:nvPicPr>
              <p:blipFill>
                <a:blip r:embed="rId250"/>
                <a:stretch>
                  <a:fillRect/>
                </a:stretch>
              </p:blipFill>
              <p:spPr>
                <a:xfrm>
                  <a:off x="5538196" y="6607432"/>
                  <a:ext cx="11340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219230" name="Ink 219229">
                  <a:extLst>
                    <a:ext uri="{FF2B5EF4-FFF2-40B4-BE49-F238E27FC236}">
                      <a16:creationId xmlns:a16="http://schemas.microsoft.com/office/drawing/2014/main" id="{3E6B9502-D660-E038-40B2-F8DA73E54298}"/>
                    </a:ext>
                  </a:extLst>
                </p14:cNvPr>
                <p14:cNvContentPartPr/>
                <p14:nvPr/>
              </p14:nvContentPartPr>
              <p14:xfrm>
                <a:off x="5697676" y="6607432"/>
                <a:ext cx="156600" cy="113760"/>
              </p14:xfrm>
            </p:contentPart>
          </mc:Choice>
          <mc:Fallback xmlns="">
            <p:pic>
              <p:nvPicPr>
                <p:cNvPr id="219230" name="Ink 219229">
                  <a:extLst>
                    <a:ext uri="{FF2B5EF4-FFF2-40B4-BE49-F238E27FC236}">
                      <a16:creationId xmlns:a16="http://schemas.microsoft.com/office/drawing/2014/main" id="{3E6B9502-D660-E038-40B2-F8DA73E54298}"/>
                    </a:ext>
                  </a:extLst>
                </p:cNvPr>
                <p:cNvPicPr/>
                <p:nvPr/>
              </p:nvPicPr>
              <p:blipFill>
                <a:blip r:embed="rId252"/>
                <a:stretch>
                  <a:fillRect/>
                </a:stretch>
              </p:blipFill>
              <p:spPr>
                <a:xfrm>
                  <a:off x="5688676" y="6598432"/>
                  <a:ext cx="17424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253">
              <p14:nvContentPartPr>
                <p14:cNvPr id="219231" name="Ink 219230">
                  <a:extLst>
                    <a:ext uri="{FF2B5EF4-FFF2-40B4-BE49-F238E27FC236}">
                      <a16:creationId xmlns:a16="http://schemas.microsoft.com/office/drawing/2014/main" id="{48CBAA01-98A2-9B1B-312B-F98B03C72942}"/>
                    </a:ext>
                  </a:extLst>
                </p14:cNvPr>
                <p14:cNvContentPartPr/>
                <p14:nvPr/>
              </p14:nvContentPartPr>
              <p14:xfrm>
                <a:off x="5878396" y="6620752"/>
                <a:ext cx="74160" cy="171000"/>
              </p14:xfrm>
            </p:contentPart>
          </mc:Choice>
          <mc:Fallback xmlns="">
            <p:pic>
              <p:nvPicPr>
                <p:cNvPr id="219231" name="Ink 219230">
                  <a:extLst>
                    <a:ext uri="{FF2B5EF4-FFF2-40B4-BE49-F238E27FC236}">
                      <a16:creationId xmlns:a16="http://schemas.microsoft.com/office/drawing/2014/main" id="{48CBAA01-98A2-9B1B-312B-F98B03C72942}"/>
                    </a:ext>
                  </a:extLst>
                </p:cNvPr>
                <p:cNvPicPr/>
                <p:nvPr/>
              </p:nvPicPr>
              <p:blipFill>
                <a:blip r:embed="rId254"/>
                <a:stretch>
                  <a:fillRect/>
                </a:stretch>
              </p:blipFill>
              <p:spPr>
                <a:xfrm>
                  <a:off x="5869396" y="6612112"/>
                  <a:ext cx="91800" cy="18864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219232" name="Ink 219231">
                  <a:extLst>
                    <a:ext uri="{FF2B5EF4-FFF2-40B4-BE49-F238E27FC236}">
                      <a16:creationId xmlns:a16="http://schemas.microsoft.com/office/drawing/2014/main" id="{99B38210-F09B-AC69-72AA-DD8569A573F9}"/>
                    </a:ext>
                  </a:extLst>
                </p14:cNvPr>
                <p14:cNvContentPartPr/>
                <p14:nvPr/>
              </p14:nvContentPartPr>
              <p14:xfrm>
                <a:off x="6075316" y="6535432"/>
                <a:ext cx="43560" cy="205560"/>
              </p14:xfrm>
            </p:contentPart>
          </mc:Choice>
          <mc:Fallback xmlns="">
            <p:pic>
              <p:nvPicPr>
                <p:cNvPr id="219232" name="Ink 219231">
                  <a:extLst>
                    <a:ext uri="{FF2B5EF4-FFF2-40B4-BE49-F238E27FC236}">
                      <a16:creationId xmlns:a16="http://schemas.microsoft.com/office/drawing/2014/main" id="{99B38210-F09B-AC69-72AA-DD8569A573F9}"/>
                    </a:ext>
                  </a:extLst>
                </p:cNvPr>
                <p:cNvPicPr/>
                <p:nvPr/>
              </p:nvPicPr>
              <p:blipFill>
                <a:blip r:embed="rId256"/>
                <a:stretch>
                  <a:fillRect/>
                </a:stretch>
              </p:blipFill>
              <p:spPr>
                <a:xfrm>
                  <a:off x="6066316" y="6526432"/>
                  <a:ext cx="61200" cy="223200"/>
                </a:xfrm>
                <a:prstGeom prst="rect">
                  <a:avLst/>
                </a:prstGeom>
              </p:spPr>
            </p:pic>
          </mc:Fallback>
        </mc:AlternateContent>
        <mc:AlternateContent xmlns:mc="http://schemas.openxmlformats.org/markup-compatibility/2006" xmlns:p14="http://schemas.microsoft.com/office/powerpoint/2010/main">
          <mc:Choice Requires="p14">
            <p:contentPart p14:bwMode="auto" r:id="rId257">
              <p14:nvContentPartPr>
                <p14:cNvPr id="219233" name="Ink 219232">
                  <a:extLst>
                    <a:ext uri="{FF2B5EF4-FFF2-40B4-BE49-F238E27FC236}">
                      <a16:creationId xmlns:a16="http://schemas.microsoft.com/office/drawing/2014/main" id="{2B2A53C5-FBBF-604D-D9D3-57C1E81B3007}"/>
                    </a:ext>
                  </a:extLst>
                </p14:cNvPr>
                <p14:cNvContentPartPr/>
                <p14:nvPr/>
              </p14:nvContentPartPr>
              <p14:xfrm>
                <a:off x="6014476" y="6571432"/>
                <a:ext cx="141480" cy="30240"/>
              </p14:xfrm>
            </p:contentPart>
          </mc:Choice>
          <mc:Fallback xmlns="">
            <p:pic>
              <p:nvPicPr>
                <p:cNvPr id="219233" name="Ink 219232">
                  <a:extLst>
                    <a:ext uri="{FF2B5EF4-FFF2-40B4-BE49-F238E27FC236}">
                      <a16:creationId xmlns:a16="http://schemas.microsoft.com/office/drawing/2014/main" id="{2B2A53C5-FBBF-604D-D9D3-57C1E81B3007}"/>
                    </a:ext>
                  </a:extLst>
                </p:cNvPr>
                <p:cNvPicPr/>
                <p:nvPr/>
              </p:nvPicPr>
              <p:blipFill>
                <a:blip r:embed="rId258"/>
                <a:stretch>
                  <a:fillRect/>
                </a:stretch>
              </p:blipFill>
              <p:spPr>
                <a:xfrm>
                  <a:off x="6005836" y="6562792"/>
                  <a:ext cx="159120" cy="47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59">
            <p14:nvContentPartPr>
              <p14:cNvPr id="219235" name="Ink 219234">
                <a:extLst>
                  <a:ext uri="{FF2B5EF4-FFF2-40B4-BE49-F238E27FC236}">
                    <a16:creationId xmlns:a16="http://schemas.microsoft.com/office/drawing/2014/main" id="{606B423E-BAAE-3268-2782-B799E079BD80}"/>
                  </a:ext>
                </a:extLst>
              </p14:cNvPr>
              <p14:cNvContentPartPr/>
              <p14:nvPr/>
            </p14:nvContentPartPr>
            <p14:xfrm>
              <a:off x="6280876" y="6735592"/>
              <a:ext cx="43560" cy="72360"/>
            </p14:xfrm>
          </p:contentPart>
        </mc:Choice>
        <mc:Fallback xmlns="">
          <p:pic>
            <p:nvPicPr>
              <p:cNvPr id="219235" name="Ink 219234">
                <a:extLst>
                  <a:ext uri="{FF2B5EF4-FFF2-40B4-BE49-F238E27FC236}">
                    <a16:creationId xmlns:a16="http://schemas.microsoft.com/office/drawing/2014/main" id="{606B423E-BAAE-3268-2782-B799E079BD80}"/>
                  </a:ext>
                </a:extLst>
              </p:cNvPr>
              <p:cNvPicPr/>
              <p:nvPr/>
            </p:nvPicPr>
            <p:blipFill>
              <a:blip r:embed="rId260"/>
              <a:stretch>
                <a:fillRect/>
              </a:stretch>
            </p:blipFill>
            <p:spPr>
              <a:xfrm>
                <a:off x="6271876" y="6726592"/>
                <a:ext cx="61200" cy="90000"/>
              </a:xfrm>
              <a:prstGeom prst="rect">
                <a:avLst/>
              </a:prstGeom>
            </p:spPr>
          </p:pic>
        </mc:Fallback>
      </mc:AlternateContent>
      <p:grpSp>
        <p:nvGrpSpPr>
          <p:cNvPr id="219240" name="Group 219239">
            <a:extLst>
              <a:ext uri="{FF2B5EF4-FFF2-40B4-BE49-F238E27FC236}">
                <a16:creationId xmlns:a16="http://schemas.microsoft.com/office/drawing/2014/main" id="{15D65C7E-3930-B6E5-DDA9-7313531242FE}"/>
              </a:ext>
            </a:extLst>
          </p:cNvPr>
          <p:cNvGrpSpPr/>
          <p:nvPr/>
        </p:nvGrpSpPr>
        <p:grpSpPr>
          <a:xfrm>
            <a:off x="6564556" y="6493672"/>
            <a:ext cx="883800" cy="277560"/>
            <a:chOff x="6564556" y="6493672"/>
            <a:chExt cx="883800" cy="277560"/>
          </a:xfrm>
        </p:grpSpPr>
        <mc:AlternateContent xmlns:mc="http://schemas.openxmlformats.org/markup-compatibility/2006" xmlns:p14="http://schemas.microsoft.com/office/powerpoint/2010/main">
          <mc:Choice Requires="p14">
            <p:contentPart p14:bwMode="auto" r:id="rId261">
              <p14:nvContentPartPr>
                <p14:cNvPr id="219236" name="Ink 219235">
                  <a:extLst>
                    <a:ext uri="{FF2B5EF4-FFF2-40B4-BE49-F238E27FC236}">
                      <a16:creationId xmlns:a16="http://schemas.microsoft.com/office/drawing/2014/main" id="{6279E08D-EDDA-7D56-3644-E4E7FE7BE23A}"/>
                    </a:ext>
                  </a:extLst>
                </p14:cNvPr>
                <p14:cNvContentPartPr/>
                <p14:nvPr/>
              </p14:nvContentPartPr>
              <p14:xfrm>
                <a:off x="6564556" y="6493672"/>
                <a:ext cx="235800" cy="277560"/>
              </p14:xfrm>
            </p:contentPart>
          </mc:Choice>
          <mc:Fallback xmlns="">
            <p:pic>
              <p:nvPicPr>
                <p:cNvPr id="219236" name="Ink 219235">
                  <a:extLst>
                    <a:ext uri="{FF2B5EF4-FFF2-40B4-BE49-F238E27FC236}">
                      <a16:creationId xmlns:a16="http://schemas.microsoft.com/office/drawing/2014/main" id="{6279E08D-EDDA-7D56-3644-E4E7FE7BE23A}"/>
                    </a:ext>
                  </a:extLst>
                </p:cNvPr>
                <p:cNvPicPr/>
                <p:nvPr/>
              </p:nvPicPr>
              <p:blipFill>
                <a:blip r:embed="rId262"/>
                <a:stretch>
                  <a:fillRect/>
                </a:stretch>
              </p:blipFill>
              <p:spPr>
                <a:xfrm>
                  <a:off x="6555916" y="6485032"/>
                  <a:ext cx="253440" cy="295200"/>
                </a:xfrm>
                <a:prstGeom prst="rect">
                  <a:avLst/>
                </a:prstGeom>
              </p:spPr>
            </p:pic>
          </mc:Fallback>
        </mc:AlternateContent>
        <mc:AlternateContent xmlns:mc="http://schemas.openxmlformats.org/markup-compatibility/2006" xmlns:p14="http://schemas.microsoft.com/office/powerpoint/2010/main">
          <mc:Choice Requires="p14">
            <p:contentPart p14:bwMode="auto" r:id="rId263">
              <p14:nvContentPartPr>
                <p14:cNvPr id="219237" name="Ink 219236">
                  <a:extLst>
                    <a:ext uri="{FF2B5EF4-FFF2-40B4-BE49-F238E27FC236}">
                      <a16:creationId xmlns:a16="http://schemas.microsoft.com/office/drawing/2014/main" id="{4E70AFA9-563B-1C9D-1595-35BE674A1D59}"/>
                    </a:ext>
                  </a:extLst>
                </p14:cNvPr>
                <p14:cNvContentPartPr/>
                <p14:nvPr/>
              </p14:nvContentPartPr>
              <p14:xfrm>
                <a:off x="6876316" y="6524632"/>
                <a:ext cx="163080" cy="187200"/>
              </p14:xfrm>
            </p:contentPart>
          </mc:Choice>
          <mc:Fallback xmlns="">
            <p:pic>
              <p:nvPicPr>
                <p:cNvPr id="219237" name="Ink 219236">
                  <a:extLst>
                    <a:ext uri="{FF2B5EF4-FFF2-40B4-BE49-F238E27FC236}">
                      <a16:creationId xmlns:a16="http://schemas.microsoft.com/office/drawing/2014/main" id="{4E70AFA9-563B-1C9D-1595-35BE674A1D59}"/>
                    </a:ext>
                  </a:extLst>
                </p:cNvPr>
                <p:cNvPicPr/>
                <p:nvPr/>
              </p:nvPicPr>
              <p:blipFill>
                <a:blip r:embed="rId264"/>
                <a:stretch>
                  <a:fillRect/>
                </a:stretch>
              </p:blipFill>
              <p:spPr>
                <a:xfrm>
                  <a:off x="6867676" y="6515632"/>
                  <a:ext cx="18072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219238" name="Ink 219237">
                  <a:extLst>
                    <a:ext uri="{FF2B5EF4-FFF2-40B4-BE49-F238E27FC236}">
                      <a16:creationId xmlns:a16="http://schemas.microsoft.com/office/drawing/2014/main" id="{DE911075-A71D-0178-E39C-28273C545199}"/>
                    </a:ext>
                  </a:extLst>
                </p14:cNvPr>
                <p14:cNvContentPartPr/>
                <p14:nvPr/>
              </p14:nvContentPartPr>
              <p14:xfrm>
                <a:off x="7151716" y="6525712"/>
                <a:ext cx="188280" cy="185040"/>
              </p14:xfrm>
            </p:contentPart>
          </mc:Choice>
          <mc:Fallback xmlns="">
            <p:pic>
              <p:nvPicPr>
                <p:cNvPr id="219238" name="Ink 219237">
                  <a:extLst>
                    <a:ext uri="{FF2B5EF4-FFF2-40B4-BE49-F238E27FC236}">
                      <a16:creationId xmlns:a16="http://schemas.microsoft.com/office/drawing/2014/main" id="{DE911075-A71D-0178-E39C-28273C545199}"/>
                    </a:ext>
                  </a:extLst>
                </p:cNvPr>
                <p:cNvPicPr/>
                <p:nvPr/>
              </p:nvPicPr>
              <p:blipFill>
                <a:blip r:embed="rId266"/>
                <a:stretch>
                  <a:fillRect/>
                </a:stretch>
              </p:blipFill>
              <p:spPr>
                <a:xfrm>
                  <a:off x="7143076" y="6517072"/>
                  <a:ext cx="205920" cy="202680"/>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219239" name="Ink 219238">
                  <a:extLst>
                    <a:ext uri="{FF2B5EF4-FFF2-40B4-BE49-F238E27FC236}">
                      <a16:creationId xmlns:a16="http://schemas.microsoft.com/office/drawing/2014/main" id="{5310D26A-59DA-C70E-6809-0B07C777ECCD}"/>
                    </a:ext>
                  </a:extLst>
                </p14:cNvPr>
                <p14:cNvContentPartPr/>
                <p14:nvPr/>
              </p14:nvContentPartPr>
              <p14:xfrm>
                <a:off x="7376716" y="6669712"/>
                <a:ext cx="71640" cy="47520"/>
              </p14:xfrm>
            </p:contentPart>
          </mc:Choice>
          <mc:Fallback xmlns="">
            <p:pic>
              <p:nvPicPr>
                <p:cNvPr id="219239" name="Ink 219238">
                  <a:extLst>
                    <a:ext uri="{FF2B5EF4-FFF2-40B4-BE49-F238E27FC236}">
                      <a16:creationId xmlns:a16="http://schemas.microsoft.com/office/drawing/2014/main" id="{5310D26A-59DA-C70E-6809-0B07C777ECCD}"/>
                    </a:ext>
                  </a:extLst>
                </p:cNvPr>
                <p:cNvPicPr/>
                <p:nvPr/>
              </p:nvPicPr>
              <p:blipFill>
                <a:blip r:embed="rId268"/>
                <a:stretch>
                  <a:fillRect/>
                </a:stretch>
              </p:blipFill>
              <p:spPr>
                <a:xfrm>
                  <a:off x="7368076" y="6661072"/>
                  <a:ext cx="89280" cy="65160"/>
                </a:xfrm>
                <a:prstGeom prst="rect">
                  <a:avLst/>
                </a:prstGeom>
              </p:spPr>
            </p:pic>
          </mc:Fallback>
        </mc:AlternateContent>
      </p:grpSp>
      <p:grpSp>
        <p:nvGrpSpPr>
          <p:cNvPr id="219246" name="Group 219245">
            <a:extLst>
              <a:ext uri="{FF2B5EF4-FFF2-40B4-BE49-F238E27FC236}">
                <a16:creationId xmlns:a16="http://schemas.microsoft.com/office/drawing/2014/main" id="{4750F5D6-2F75-F8F1-DF76-47BB1F374A76}"/>
              </a:ext>
            </a:extLst>
          </p:cNvPr>
          <p:cNvGrpSpPr/>
          <p:nvPr/>
        </p:nvGrpSpPr>
        <p:grpSpPr>
          <a:xfrm>
            <a:off x="1713916" y="6518152"/>
            <a:ext cx="435960" cy="205920"/>
            <a:chOff x="1713916" y="6518152"/>
            <a:chExt cx="435960" cy="205920"/>
          </a:xfrm>
        </p:grpSpPr>
        <mc:AlternateContent xmlns:mc="http://schemas.openxmlformats.org/markup-compatibility/2006" xmlns:p14="http://schemas.microsoft.com/office/powerpoint/2010/main">
          <mc:Choice Requires="p14">
            <p:contentPart p14:bwMode="auto" r:id="rId269">
              <p14:nvContentPartPr>
                <p14:cNvPr id="219241" name="Ink 219240">
                  <a:extLst>
                    <a:ext uri="{FF2B5EF4-FFF2-40B4-BE49-F238E27FC236}">
                      <a16:creationId xmlns:a16="http://schemas.microsoft.com/office/drawing/2014/main" id="{9A0467F1-E86C-6DF4-E808-8988AF2FA928}"/>
                    </a:ext>
                  </a:extLst>
                </p14:cNvPr>
                <p14:cNvContentPartPr/>
                <p14:nvPr/>
              </p14:nvContentPartPr>
              <p14:xfrm>
                <a:off x="1782676" y="6518152"/>
                <a:ext cx="47520" cy="200160"/>
              </p14:xfrm>
            </p:contentPart>
          </mc:Choice>
          <mc:Fallback xmlns="">
            <p:pic>
              <p:nvPicPr>
                <p:cNvPr id="219241" name="Ink 219240">
                  <a:extLst>
                    <a:ext uri="{FF2B5EF4-FFF2-40B4-BE49-F238E27FC236}">
                      <a16:creationId xmlns:a16="http://schemas.microsoft.com/office/drawing/2014/main" id="{9A0467F1-E86C-6DF4-E808-8988AF2FA928}"/>
                    </a:ext>
                  </a:extLst>
                </p:cNvPr>
                <p:cNvPicPr/>
                <p:nvPr/>
              </p:nvPicPr>
              <p:blipFill>
                <a:blip r:embed="rId270"/>
                <a:stretch>
                  <a:fillRect/>
                </a:stretch>
              </p:blipFill>
              <p:spPr>
                <a:xfrm>
                  <a:off x="1773676" y="6509152"/>
                  <a:ext cx="65160"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271">
              <p14:nvContentPartPr>
                <p14:cNvPr id="219242" name="Ink 219241">
                  <a:extLst>
                    <a:ext uri="{FF2B5EF4-FFF2-40B4-BE49-F238E27FC236}">
                      <a16:creationId xmlns:a16="http://schemas.microsoft.com/office/drawing/2014/main" id="{ACB7ADB8-6DB8-7E14-EBEE-8F05E30449AA}"/>
                    </a:ext>
                  </a:extLst>
                </p14:cNvPr>
                <p14:cNvContentPartPr/>
                <p14:nvPr/>
              </p14:nvContentPartPr>
              <p14:xfrm>
                <a:off x="1713916" y="6616432"/>
                <a:ext cx="75600" cy="7560"/>
              </p14:xfrm>
            </p:contentPart>
          </mc:Choice>
          <mc:Fallback xmlns="">
            <p:pic>
              <p:nvPicPr>
                <p:cNvPr id="219242" name="Ink 219241">
                  <a:extLst>
                    <a:ext uri="{FF2B5EF4-FFF2-40B4-BE49-F238E27FC236}">
                      <a16:creationId xmlns:a16="http://schemas.microsoft.com/office/drawing/2014/main" id="{ACB7ADB8-6DB8-7E14-EBEE-8F05E30449AA}"/>
                    </a:ext>
                  </a:extLst>
                </p:cNvPr>
                <p:cNvPicPr/>
                <p:nvPr/>
              </p:nvPicPr>
              <p:blipFill>
                <a:blip r:embed="rId272"/>
                <a:stretch>
                  <a:fillRect/>
                </a:stretch>
              </p:blipFill>
              <p:spPr>
                <a:xfrm>
                  <a:off x="1704916" y="6607792"/>
                  <a:ext cx="9324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219243" name="Ink 219242">
                  <a:extLst>
                    <a:ext uri="{FF2B5EF4-FFF2-40B4-BE49-F238E27FC236}">
                      <a16:creationId xmlns:a16="http://schemas.microsoft.com/office/drawing/2014/main" id="{D9AC1D61-7986-3AA0-2D34-A579DEB0C414}"/>
                    </a:ext>
                  </a:extLst>
                </p14:cNvPr>
                <p14:cNvContentPartPr/>
                <p14:nvPr/>
              </p14:nvContentPartPr>
              <p14:xfrm>
                <a:off x="1914076" y="6573592"/>
                <a:ext cx="82800" cy="143280"/>
              </p14:xfrm>
            </p:contentPart>
          </mc:Choice>
          <mc:Fallback xmlns="">
            <p:pic>
              <p:nvPicPr>
                <p:cNvPr id="219243" name="Ink 219242">
                  <a:extLst>
                    <a:ext uri="{FF2B5EF4-FFF2-40B4-BE49-F238E27FC236}">
                      <a16:creationId xmlns:a16="http://schemas.microsoft.com/office/drawing/2014/main" id="{D9AC1D61-7986-3AA0-2D34-A579DEB0C414}"/>
                    </a:ext>
                  </a:extLst>
                </p:cNvPr>
                <p:cNvPicPr/>
                <p:nvPr/>
              </p:nvPicPr>
              <p:blipFill>
                <a:blip r:embed="rId274"/>
                <a:stretch>
                  <a:fillRect/>
                </a:stretch>
              </p:blipFill>
              <p:spPr>
                <a:xfrm>
                  <a:off x="1905076" y="6564952"/>
                  <a:ext cx="10044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275">
              <p14:nvContentPartPr>
                <p14:cNvPr id="219244" name="Ink 219243">
                  <a:extLst>
                    <a:ext uri="{FF2B5EF4-FFF2-40B4-BE49-F238E27FC236}">
                      <a16:creationId xmlns:a16="http://schemas.microsoft.com/office/drawing/2014/main" id="{05851447-0AED-3816-CE61-5A7EDFB73F22}"/>
                    </a:ext>
                  </a:extLst>
                </p14:cNvPr>
                <p14:cNvContentPartPr/>
                <p14:nvPr/>
              </p14:nvContentPartPr>
              <p14:xfrm>
                <a:off x="2075356" y="6619312"/>
                <a:ext cx="74520" cy="104760"/>
              </p14:xfrm>
            </p:contentPart>
          </mc:Choice>
          <mc:Fallback xmlns="">
            <p:pic>
              <p:nvPicPr>
                <p:cNvPr id="219244" name="Ink 219243">
                  <a:extLst>
                    <a:ext uri="{FF2B5EF4-FFF2-40B4-BE49-F238E27FC236}">
                      <a16:creationId xmlns:a16="http://schemas.microsoft.com/office/drawing/2014/main" id="{05851447-0AED-3816-CE61-5A7EDFB73F22}"/>
                    </a:ext>
                  </a:extLst>
                </p:cNvPr>
                <p:cNvPicPr/>
                <p:nvPr/>
              </p:nvPicPr>
              <p:blipFill>
                <a:blip r:embed="rId276"/>
                <a:stretch>
                  <a:fillRect/>
                </a:stretch>
              </p:blipFill>
              <p:spPr>
                <a:xfrm>
                  <a:off x="2066356" y="6610672"/>
                  <a:ext cx="9216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277">
              <p14:nvContentPartPr>
                <p14:cNvPr id="219245" name="Ink 219244">
                  <a:extLst>
                    <a:ext uri="{FF2B5EF4-FFF2-40B4-BE49-F238E27FC236}">
                      <a16:creationId xmlns:a16="http://schemas.microsoft.com/office/drawing/2014/main" id="{219071C8-A872-63C6-8A81-D42B9BB214C5}"/>
                    </a:ext>
                  </a:extLst>
                </p14:cNvPr>
                <p14:cNvContentPartPr/>
                <p14:nvPr/>
              </p14:nvContentPartPr>
              <p14:xfrm>
                <a:off x="1720756" y="6598072"/>
                <a:ext cx="120960" cy="20160"/>
              </p14:xfrm>
            </p:contentPart>
          </mc:Choice>
          <mc:Fallback xmlns="">
            <p:pic>
              <p:nvPicPr>
                <p:cNvPr id="219245" name="Ink 219244">
                  <a:extLst>
                    <a:ext uri="{FF2B5EF4-FFF2-40B4-BE49-F238E27FC236}">
                      <a16:creationId xmlns:a16="http://schemas.microsoft.com/office/drawing/2014/main" id="{219071C8-A872-63C6-8A81-D42B9BB214C5}"/>
                    </a:ext>
                  </a:extLst>
                </p:cNvPr>
                <p:cNvPicPr/>
                <p:nvPr/>
              </p:nvPicPr>
              <p:blipFill>
                <a:blip r:embed="rId278"/>
                <a:stretch>
                  <a:fillRect/>
                </a:stretch>
              </p:blipFill>
              <p:spPr>
                <a:xfrm>
                  <a:off x="1712116" y="6589432"/>
                  <a:ext cx="138600" cy="37800"/>
                </a:xfrm>
                <a:prstGeom prst="rect">
                  <a:avLst/>
                </a:prstGeom>
              </p:spPr>
            </p:pic>
          </mc:Fallback>
        </mc:AlternateContent>
      </p:grpSp>
      <p:grpSp>
        <p:nvGrpSpPr>
          <p:cNvPr id="219266" name="Group 219265">
            <a:extLst>
              <a:ext uri="{FF2B5EF4-FFF2-40B4-BE49-F238E27FC236}">
                <a16:creationId xmlns:a16="http://schemas.microsoft.com/office/drawing/2014/main" id="{9F403DE6-0D7F-FFC1-6C0F-4A148E405649}"/>
              </a:ext>
            </a:extLst>
          </p:cNvPr>
          <p:cNvGrpSpPr/>
          <p:nvPr/>
        </p:nvGrpSpPr>
        <p:grpSpPr>
          <a:xfrm>
            <a:off x="5820796" y="4687912"/>
            <a:ext cx="995760" cy="713880"/>
            <a:chOff x="5820796" y="4687912"/>
            <a:chExt cx="995760" cy="713880"/>
          </a:xfrm>
        </p:grpSpPr>
        <mc:AlternateContent xmlns:mc="http://schemas.openxmlformats.org/markup-compatibility/2006" xmlns:p14="http://schemas.microsoft.com/office/powerpoint/2010/main">
          <mc:Choice Requires="p14">
            <p:contentPart p14:bwMode="auto" r:id="rId279">
              <p14:nvContentPartPr>
                <p14:cNvPr id="219247" name="Ink 219246">
                  <a:extLst>
                    <a:ext uri="{FF2B5EF4-FFF2-40B4-BE49-F238E27FC236}">
                      <a16:creationId xmlns:a16="http://schemas.microsoft.com/office/drawing/2014/main" id="{FFED6C1B-73F5-5FA2-7B16-CF6C796B6B34}"/>
                    </a:ext>
                  </a:extLst>
                </p14:cNvPr>
                <p14:cNvContentPartPr/>
                <p14:nvPr/>
              </p14:nvContentPartPr>
              <p14:xfrm>
                <a:off x="5820796" y="5117752"/>
                <a:ext cx="395640" cy="23040"/>
              </p14:xfrm>
            </p:contentPart>
          </mc:Choice>
          <mc:Fallback xmlns="">
            <p:pic>
              <p:nvPicPr>
                <p:cNvPr id="219247" name="Ink 219246">
                  <a:extLst>
                    <a:ext uri="{FF2B5EF4-FFF2-40B4-BE49-F238E27FC236}">
                      <a16:creationId xmlns:a16="http://schemas.microsoft.com/office/drawing/2014/main" id="{FFED6C1B-73F5-5FA2-7B16-CF6C796B6B34}"/>
                    </a:ext>
                  </a:extLst>
                </p:cNvPr>
                <p:cNvPicPr/>
                <p:nvPr/>
              </p:nvPicPr>
              <p:blipFill>
                <a:blip r:embed="rId280"/>
                <a:stretch>
                  <a:fillRect/>
                </a:stretch>
              </p:blipFill>
              <p:spPr>
                <a:xfrm>
                  <a:off x="5812156" y="5109112"/>
                  <a:ext cx="41328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281">
              <p14:nvContentPartPr>
                <p14:cNvPr id="219248" name="Ink 219247">
                  <a:extLst>
                    <a:ext uri="{FF2B5EF4-FFF2-40B4-BE49-F238E27FC236}">
                      <a16:creationId xmlns:a16="http://schemas.microsoft.com/office/drawing/2014/main" id="{326F9708-3E32-129B-B45C-BE6743478B73}"/>
                    </a:ext>
                  </a:extLst>
                </p14:cNvPr>
                <p14:cNvContentPartPr/>
                <p14:nvPr/>
              </p14:nvContentPartPr>
              <p14:xfrm>
                <a:off x="5835916" y="4687912"/>
                <a:ext cx="162360" cy="330480"/>
              </p14:xfrm>
            </p:contentPart>
          </mc:Choice>
          <mc:Fallback xmlns="">
            <p:pic>
              <p:nvPicPr>
                <p:cNvPr id="219248" name="Ink 219247">
                  <a:extLst>
                    <a:ext uri="{FF2B5EF4-FFF2-40B4-BE49-F238E27FC236}">
                      <a16:creationId xmlns:a16="http://schemas.microsoft.com/office/drawing/2014/main" id="{326F9708-3E32-129B-B45C-BE6743478B73}"/>
                    </a:ext>
                  </a:extLst>
                </p:cNvPr>
                <p:cNvPicPr/>
                <p:nvPr/>
              </p:nvPicPr>
              <p:blipFill>
                <a:blip r:embed="rId282"/>
                <a:stretch>
                  <a:fillRect/>
                </a:stretch>
              </p:blipFill>
              <p:spPr>
                <a:xfrm>
                  <a:off x="5827276" y="4678912"/>
                  <a:ext cx="180000" cy="348120"/>
                </a:xfrm>
                <a:prstGeom prst="rect">
                  <a:avLst/>
                </a:prstGeom>
              </p:spPr>
            </p:pic>
          </mc:Fallback>
        </mc:AlternateContent>
        <mc:AlternateContent xmlns:mc="http://schemas.openxmlformats.org/markup-compatibility/2006" xmlns:p14="http://schemas.microsoft.com/office/powerpoint/2010/main">
          <mc:Choice Requires="p14">
            <p:contentPart p14:bwMode="auto" r:id="rId283">
              <p14:nvContentPartPr>
                <p14:cNvPr id="219249" name="Ink 219248">
                  <a:extLst>
                    <a:ext uri="{FF2B5EF4-FFF2-40B4-BE49-F238E27FC236}">
                      <a16:creationId xmlns:a16="http://schemas.microsoft.com/office/drawing/2014/main" id="{4232AAB5-886B-9EFF-E033-A349E4BDDA4F}"/>
                    </a:ext>
                  </a:extLst>
                </p14:cNvPr>
                <p14:cNvContentPartPr/>
                <p14:nvPr/>
              </p14:nvContentPartPr>
              <p14:xfrm>
                <a:off x="6034636" y="4800952"/>
                <a:ext cx="75600" cy="153000"/>
              </p14:xfrm>
            </p:contentPart>
          </mc:Choice>
          <mc:Fallback xmlns="">
            <p:pic>
              <p:nvPicPr>
                <p:cNvPr id="219249" name="Ink 219248">
                  <a:extLst>
                    <a:ext uri="{FF2B5EF4-FFF2-40B4-BE49-F238E27FC236}">
                      <a16:creationId xmlns:a16="http://schemas.microsoft.com/office/drawing/2014/main" id="{4232AAB5-886B-9EFF-E033-A349E4BDDA4F}"/>
                    </a:ext>
                  </a:extLst>
                </p:cNvPr>
                <p:cNvPicPr/>
                <p:nvPr/>
              </p:nvPicPr>
              <p:blipFill>
                <a:blip r:embed="rId284"/>
                <a:stretch>
                  <a:fillRect/>
                </a:stretch>
              </p:blipFill>
              <p:spPr>
                <a:xfrm>
                  <a:off x="6025636" y="4791952"/>
                  <a:ext cx="93240" cy="170640"/>
                </a:xfrm>
                <a:prstGeom prst="rect">
                  <a:avLst/>
                </a:prstGeom>
              </p:spPr>
            </p:pic>
          </mc:Fallback>
        </mc:AlternateContent>
        <mc:AlternateContent xmlns:mc="http://schemas.openxmlformats.org/markup-compatibility/2006" xmlns:p14="http://schemas.microsoft.com/office/powerpoint/2010/main">
          <mc:Choice Requires="p14">
            <p:contentPart p14:bwMode="auto" r:id="rId285">
              <p14:nvContentPartPr>
                <p14:cNvPr id="219250" name="Ink 219249">
                  <a:extLst>
                    <a:ext uri="{FF2B5EF4-FFF2-40B4-BE49-F238E27FC236}">
                      <a16:creationId xmlns:a16="http://schemas.microsoft.com/office/drawing/2014/main" id="{6FED15ED-218E-40A8-13D8-F6FC0AD6570D}"/>
                    </a:ext>
                  </a:extLst>
                </p14:cNvPr>
                <p14:cNvContentPartPr/>
                <p14:nvPr/>
              </p14:nvContentPartPr>
              <p14:xfrm>
                <a:off x="6126076" y="4968712"/>
                <a:ext cx="37080" cy="28800"/>
              </p14:xfrm>
            </p:contentPart>
          </mc:Choice>
          <mc:Fallback xmlns="">
            <p:pic>
              <p:nvPicPr>
                <p:cNvPr id="219250" name="Ink 219249">
                  <a:extLst>
                    <a:ext uri="{FF2B5EF4-FFF2-40B4-BE49-F238E27FC236}">
                      <a16:creationId xmlns:a16="http://schemas.microsoft.com/office/drawing/2014/main" id="{6FED15ED-218E-40A8-13D8-F6FC0AD6570D}"/>
                    </a:ext>
                  </a:extLst>
                </p:cNvPr>
                <p:cNvPicPr/>
                <p:nvPr/>
              </p:nvPicPr>
              <p:blipFill>
                <a:blip r:embed="rId286"/>
                <a:stretch>
                  <a:fillRect/>
                </a:stretch>
              </p:blipFill>
              <p:spPr>
                <a:xfrm>
                  <a:off x="6117076" y="4959712"/>
                  <a:ext cx="5472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287">
              <p14:nvContentPartPr>
                <p14:cNvPr id="219251" name="Ink 219250">
                  <a:extLst>
                    <a:ext uri="{FF2B5EF4-FFF2-40B4-BE49-F238E27FC236}">
                      <a16:creationId xmlns:a16="http://schemas.microsoft.com/office/drawing/2014/main" id="{58C6CB4A-F136-2D57-5C6F-698FFDC3100D}"/>
                    </a:ext>
                  </a:extLst>
                </p14:cNvPr>
                <p14:cNvContentPartPr/>
                <p14:nvPr/>
              </p14:nvContentPartPr>
              <p14:xfrm>
                <a:off x="6125356" y="4924792"/>
                <a:ext cx="38160" cy="75600"/>
              </p14:xfrm>
            </p:contentPart>
          </mc:Choice>
          <mc:Fallback xmlns="">
            <p:pic>
              <p:nvPicPr>
                <p:cNvPr id="219251" name="Ink 219250">
                  <a:extLst>
                    <a:ext uri="{FF2B5EF4-FFF2-40B4-BE49-F238E27FC236}">
                      <a16:creationId xmlns:a16="http://schemas.microsoft.com/office/drawing/2014/main" id="{58C6CB4A-F136-2D57-5C6F-698FFDC3100D}"/>
                    </a:ext>
                  </a:extLst>
                </p:cNvPr>
                <p:cNvPicPr/>
                <p:nvPr/>
              </p:nvPicPr>
              <p:blipFill>
                <a:blip r:embed="rId288"/>
                <a:stretch>
                  <a:fillRect/>
                </a:stretch>
              </p:blipFill>
              <p:spPr>
                <a:xfrm>
                  <a:off x="6116716" y="4915792"/>
                  <a:ext cx="5580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289">
              <p14:nvContentPartPr>
                <p14:cNvPr id="219252" name="Ink 219251">
                  <a:extLst>
                    <a:ext uri="{FF2B5EF4-FFF2-40B4-BE49-F238E27FC236}">
                      <a16:creationId xmlns:a16="http://schemas.microsoft.com/office/drawing/2014/main" id="{11A0B1E8-408D-D798-3F22-4636B51585C8}"/>
                    </a:ext>
                  </a:extLst>
                </p14:cNvPr>
                <p14:cNvContentPartPr/>
                <p14:nvPr/>
              </p14:nvContentPartPr>
              <p14:xfrm>
                <a:off x="6235156" y="4730032"/>
                <a:ext cx="11160" cy="240480"/>
              </p14:xfrm>
            </p:contentPart>
          </mc:Choice>
          <mc:Fallback xmlns="">
            <p:pic>
              <p:nvPicPr>
                <p:cNvPr id="219252" name="Ink 219251">
                  <a:extLst>
                    <a:ext uri="{FF2B5EF4-FFF2-40B4-BE49-F238E27FC236}">
                      <a16:creationId xmlns:a16="http://schemas.microsoft.com/office/drawing/2014/main" id="{11A0B1E8-408D-D798-3F22-4636B51585C8}"/>
                    </a:ext>
                  </a:extLst>
                </p:cNvPr>
                <p:cNvPicPr/>
                <p:nvPr/>
              </p:nvPicPr>
              <p:blipFill>
                <a:blip r:embed="rId290"/>
                <a:stretch>
                  <a:fillRect/>
                </a:stretch>
              </p:blipFill>
              <p:spPr>
                <a:xfrm>
                  <a:off x="6226516" y="4721032"/>
                  <a:ext cx="28800" cy="258120"/>
                </a:xfrm>
                <a:prstGeom prst="rect">
                  <a:avLst/>
                </a:prstGeom>
              </p:spPr>
            </p:pic>
          </mc:Fallback>
        </mc:AlternateContent>
        <mc:AlternateContent xmlns:mc="http://schemas.openxmlformats.org/markup-compatibility/2006" xmlns:p14="http://schemas.microsoft.com/office/powerpoint/2010/main">
          <mc:Choice Requires="p14">
            <p:contentPart p14:bwMode="auto" r:id="rId291">
              <p14:nvContentPartPr>
                <p14:cNvPr id="219253" name="Ink 219252">
                  <a:extLst>
                    <a:ext uri="{FF2B5EF4-FFF2-40B4-BE49-F238E27FC236}">
                      <a16:creationId xmlns:a16="http://schemas.microsoft.com/office/drawing/2014/main" id="{194A9A5B-1D3D-E09E-86E9-BAC1EDD3B6CA}"/>
                    </a:ext>
                  </a:extLst>
                </p14:cNvPr>
                <p14:cNvContentPartPr/>
                <p14:nvPr/>
              </p14:nvContentPartPr>
              <p14:xfrm>
                <a:off x="6309676" y="4816072"/>
                <a:ext cx="83880" cy="136440"/>
              </p14:xfrm>
            </p:contentPart>
          </mc:Choice>
          <mc:Fallback xmlns="">
            <p:pic>
              <p:nvPicPr>
                <p:cNvPr id="219253" name="Ink 219252">
                  <a:extLst>
                    <a:ext uri="{FF2B5EF4-FFF2-40B4-BE49-F238E27FC236}">
                      <a16:creationId xmlns:a16="http://schemas.microsoft.com/office/drawing/2014/main" id="{194A9A5B-1D3D-E09E-86E9-BAC1EDD3B6CA}"/>
                    </a:ext>
                  </a:extLst>
                </p:cNvPr>
                <p:cNvPicPr/>
                <p:nvPr/>
              </p:nvPicPr>
              <p:blipFill>
                <a:blip r:embed="rId292"/>
                <a:stretch>
                  <a:fillRect/>
                </a:stretch>
              </p:blipFill>
              <p:spPr>
                <a:xfrm>
                  <a:off x="6301036" y="4807072"/>
                  <a:ext cx="10152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293">
              <p14:nvContentPartPr>
                <p14:cNvPr id="219254" name="Ink 219253">
                  <a:extLst>
                    <a:ext uri="{FF2B5EF4-FFF2-40B4-BE49-F238E27FC236}">
                      <a16:creationId xmlns:a16="http://schemas.microsoft.com/office/drawing/2014/main" id="{B117DFC6-C4B9-2696-235E-4FB1DA37B9D9}"/>
                    </a:ext>
                  </a:extLst>
                </p14:cNvPr>
                <p14:cNvContentPartPr/>
                <p14:nvPr/>
              </p14:nvContentPartPr>
              <p14:xfrm>
                <a:off x="6400396" y="4786192"/>
                <a:ext cx="74880" cy="24120"/>
              </p14:xfrm>
            </p:contentPart>
          </mc:Choice>
          <mc:Fallback xmlns="">
            <p:pic>
              <p:nvPicPr>
                <p:cNvPr id="219254" name="Ink 219253">
                  <a:extLst>
                    <a:ext uri="{FF2B5EF4-FFF2-40B4-BE49-F238E27FC236}">
                      <a16:creationId xmlns:a16="http://schemas.microsoft.com/office/drawing/2014/main" id="{B117DFC6-C4B9-2696-235E-4FB1DA37B9D9}"/>
                    </a:ext>
                  </a:extLst>
                </p:cNvPr>
                <p:cNvPicPr/>
                <p:nvPr/>
              </p:nvPicPr>
              <p:blipFill>
                <a:blip r:embed="rId294"/>
                <a:stretch>
                  <a:fillRect/>
                </a:stretch>
              </p:blipFill>
              <p:spPr>
                <a:xfrm>
                  <a:off x="6391396" y="4777552"/>
                  <a:ext cx="9252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295">
              <p14:nvContentPartPr>
                <p14:cNvPr id="219255" name="Ink 219254">
                  <a:extLst>
                    <a:ext uri="{FF2B5EF4-FFF2-40B4-BE49-F238E27FC236}">
                      <a16:creationId xmlns:a16="http://schemas.microsoft.com/office/drawing/2014/main" id="{E91F7C37-9B67-B284-3001-2B79D5E737F3}"/>
                    </a:ext>
                  </a:extLst>
                </p14:cNvPr>
                <p14:cNvContentPartPr/>
                <p14:nvPr/>
              </p14:nvContentPartPr>
              <p14:xfrm>
                <a:off x="6444316" y="4721752"/>
                <a:ext cx="119160" cy="294840"/>
              </p14:xfrm>
            </p:contentPart>
          </mc:Choice>
          <mc:Fallback xmlns="">
            <p:pic>
              <p:nvPicPr>
                <p:cNvPr id="219255" name="Ink 219254">
                  <a:extLst>
                    <a:ext uri="{FF2B5EF4-FFF2-40B4-BE49-F238E27FC236}">
                      <a16:creationId xmlns:a16="http://schemas.microsoft.com/office/drawing/2014/main" id="{E91F7C37-9B67-B284-3001-2B79D5E737F3}"/>
                    </a:ext>
                  </a:extLst>
                </p:cNvPr>
                <p:cNvPicPr/>
                <p:nvPr/>
              </p:nvPicPr>
              <p:blipFill>
                <a:blip r:embed="rId296"/>
                <a:stretch>
                  <a:fillRect/>
                </a:stretch>
              </p:blipFill>
              <p:spPr>
                <a:xfrm>
                  <a:off x="6435316" y="4713112"/>
                  <a:ext cx="136800" cy="312480"/>
                </a:xfrm>
                <a:prstGeom prst="rect">
                  <a:avLst/>
                </a:prstGeom>
              </p:spPr>
            </p:pic>
          </mc:Fallback>
        </mc:AlternateContent>
        <mc:AlternateContent xmlns:mc="http://schemas.openxmlformats.org/markup-compatibility/2006" xmlns:p14="http://schemas.microsoft.com/office/powerpoint/2010/main">
          <mc:Choice Requires="p14">
            <p:contentPart p14:bwMode="auto" r:id="rId297">
              <p14:nvContentPartPr>
                <p14:cNvPr id="219256" name="Ink 219255">
                  <a:extLst>
                    <a:ext uri="{FF2B5EF4-FFF2-40B4-BE49-F238E27FC236}">
                      <a16:creationId xmlns:a16="http://schemas.microsoft.com/office/drawing/2014/main" id="{18DEC31E-D863-2A3C-8A5E-390E384DD1D8}"/>
                    </a:ext>
                  </a:extLst>
                </p14:cNvPr>
                <p14:cNvContentPartPr/>
                <p14:nvPr/>
              </p14:nvContentPartPr>
              <p14:xfrm>
                <a:off x="6210676" y="5114872"/>
                <a:ext cx="270360" cy="34200"/>
              </p14:xfrm>
            </p:contentPart>
          </mc:Choice>
          <mc:Fallback xmlns="">
            <p:pic>
              <p:nvPicPr>
                <p:cNvPr id="219256" name="Ink 219255">
                  <a:extLst>
                    <a:ext uri="{FF2B5EF4-FFF2-40B4-BE49-F238E27FC236}">
                      <a16:creationId xmlns:a16="http://schemas.microsoft.com/office/drawing/2014/main" id="{18DEC31E-D863-2A3C-8A5E-390E384DD1D8}"/>
                    </a:ext>
                  </a:extLst>
                </p:cNvPr>
                <p:cNvPicPr/>
                <p:nvPr/>
              </p:nvPicPr>
              <p:blipFill>
                <a:blip r:embed="rId298"/>
                <a:stretch>
                  <a:fillRect/>
                </a:stretch>
              </p:blipFill>
              <p:spPr>
                <a:xfrm>
                  <a:off x="6201676" y="5106232"/>
                  <a:ext cx="28800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299">
              <p14:nvContentPartPr>
                <p14:cNvPr id="219258" name="Ink 219257">
                  <a:extLst>
                    <a:ext uri="{FF2B5EF4-FFF2-40B4-BE49-F238E27FC236}">
                      <a16:creationId xmlns:a16="http://schemas.microsoft.com/office/drawing/2014/main" id="{19E542A1-9764-2237-AA19-253DE4E3839A}"/>
                    </a:ext>
                  </a:extLst>
                </p14:cNvPr>
                <p14:cNvContentPartPr/>
                <p14:nvPr/>
              </p14:nvContentPartPr>
              <p14:xfrm>
                <a:off x="6092596" y="5190472"/>
                <a:ext cx="252360" cy="211320"/>
              </p14:xfrm>
            </p:contentPart>
          </mc:Choice>
          <mc:Fallback xmlns="">
            <p:pic>
              <p:nvPicPr>
                <p:cNvPr id="219258" name="Ink 219257">
                  <a:extLst>
                    <a:ext uri="{FF2B5EF4-FFF2-40B4-BE49-F238E27FC236}">
                      <a16:creationId xmlns:a16="http://schemas.microsoft.com/office/drawing/2014/main" id="{19E542A1-9764-2237-AA19-253DE4E3839A}"/>
                    </a:ext>
                  </a:extLst>
                </p:cNvPr>
                <p:cNvPicPr/>
                <p:nvPr/>
              </p:nvPicPr>
              <p:blipFill>
                <a:blip r:embed="rId300"/>
                <a:stretch>
                  <a:fillRect/>
                </a:stretch>
              </p:blipFill>
              <p:spPr>
                <a:xfrm>
                  <a:off x="6083956" y="5181472"/>
                  <a:ext cx="270000" cy="228960"/>
                </a:xfrm>
                <a:prstGeom prst="rect">
                  <a:avLst/>
                </a:prstGeom>
              </p:spPr>
            </p:pic>
          </mc:Fallback>
        </mc:AlternateContent>
        <mc:AlternateContent xmlns:mc="http://schemas.openxmlformats.org/markup-compatibility/2006" xmlns:p14="http://schemas.microsoft.com/office/powerpoint/2010/main">
          <mc:Choice Requires="p14">
            <p:contentPart p14:bwMode="auto" r:id="rId301">
              <p14:nvContentPartPr>
                <p14:cNvPr id="219259" name="Ink 219258">
                  <a:extLst>
                    <a:ext uri="{FF2B5EF4-FFF2-40B4-BE49-F238E27FC236}">
                      <a16:creationId xmlns:a16="http://schemas.microsoft.com/office/drawing/2014/main" id="{9C90A53F-31B0-6282-CB52-596F12206507}"/>
                    </a:ext>
                  </a:extLst>
                </p14:cNvPr>
                <p14:cNvContentPartPr/>
                <p14:nvPr/>
              </p14:nvContentPartPr>
              <p14:xfrm>
                <a:off x="6252076" y="5261752"/>
                <a:ext cx="90000" cy="19440"/>
              </p14:xfrm>
            </p:contentPart>
          </mc:Choice>
          <mc:Fallback xmlns="">
            <p:pic>
              <p:nvPicPr>
                <p:cNvPr id="219259" name="Ink 219258">
                  <a:extLst>
                    <a:ext uri="{FF2B5EF4-FFF2-40B4-BE49-F238E27FC236}">
                      <a16:creationId xmlns:a16="http://schemas.microsoft.com/office/drawing/2014/main" id="{9C90A53F-31B0-6282-CB52-596F12206507}"/>
                    </a:ext>
                  </a:extLst>
                </p:cNvPr>
                <p:cNvPicPr/>
                <p:nvPr/>
              </p:nvPicPr>
              <p:blipFill>
                <a:blip r:embed="rId302"/>
                <a:stretch>
                  <a:fillRect/>
                </a:stretch>
              </p:blipFill>
              <p:spPr>
                <a:xfrm>
                  <a:off x="6243436" y="5253112"/>
                  <a:ext cx="10764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303">
              <p14:nvContentPartPr>
                <p14:cNvPr id="219260" name="Ink 219259">
                  <a:extLst>
                    <a:ext uri="{FF2B5EF4-FFF2-40B4-BE49-F238E27FC236}">
                      <a16:creationId xmlns:a16="http://schemas.microsoft.com/office/drawing/2014/main" id="{9E001DB5-1E63-E084-2C07-78B77D7B7127}"/>
                    </a:ext>
                  </a:extLst>
                </p14:cNvPr>
                <p14:cNvContentPartPr/>
                <p14:nvPr/>
              </p14:nvContentPartPr>
              <p14:xfrm>
                <a:off x="6702076" y="5062312"/>
                <a:ext cx="109800" cy="10080"/>
              </p14:xfrm>
            </p:contentPart>
          </mc:Choice>
          <mc:Fallback xmlns="">
            <p:pic>
              <p:nvPicPr>
                <p:cNvPr id="219260" name="Ink 219259">
                  <a:extLst>
                    <a:ext uri="{FF2B5EF4-FFF2-40B4-BE49-F238E27FC236}">
                      <a16:creationId xmlns:a16="http://schemas.microsoft.com/office/drawing/2014/main" id="{9E001DB5-1E63-E084-2C07-78B77D7B7127}"/>
                    </a:ext>
                  </a:extLst>
                </p:cNvPr>
                <p:cNvPicPr/>
                <p:nvPr/>
              </p:nvPicPr>
              <p:blipFill>
                <a:blip r:embed="rId304"/>
                <a:stretch>
                  <a:fillRect/>
                </a:stretch>
              </p:blipFill>
              <p:spPr>
                <a:xfrm>
                  <a:off x="6693436" y="5053312"/>
                  <a:ext cx="127440" cy="27720"/>
                </a:xfrm>
                <a:prstGeom prst="rect">
                  <a:avLst/>
                </a:prstGeom>
              </p:spPr>
            </p:pic>
          </mc:Fallback>
        </mc:AlternateContent>
        <mc:AlternateContent xmlns:mc="http://schemas.openxmlformats.org/markup-compatibility/2006" xmlns:p14="http://schemas.microsoft.com/office/powerpoint/2010/main">
          <mc:Choice Requires="p14">
            <p:contentPart p14:bwMode="auto" r:id="rId305">
              <p14:nvContentPartPr>
                <p14:cNvPr id="219261" name="Ink 219260">
                  <a:extLst>
                    <a:ext uri="{FF2B5EF4-FFF2-40B4-BE49-F238E27FC236}">
                      <a16:creationId xmlns:a16="http://schemas.microsoft.com/office/drawing/2014/main" id="{336511F4-E50D-8B69-61B9-1241446ADB1C}"/>
                    </a:ext>
                  </a:extLst>
                </p14:cNvPr>
                <p14:cNvContentPartPr/>
                <p14:nvPr/>
              </p14:nvContentPartPr>
              <p14:xfrm>
                <a:off x="6689116" y="5177512"/>
                <a:ext cx="127440" cy="9720"/>
              </p14:xfrm>
            </p:contentPart>
          </mc:Choice>
          <mc:Fallback xmlns="">
            <p:pic>
              <p:nvPicPr>
                <p:cNvPr id="219261" name="Ink 219260">
                  <a:extLst>
                    <a:ext uri="{FF2B5EF4-FFF2-40B4-BE49-F238E27FC236}">
                      <a16:creationId xmlns:a16="http://schemas.microsoft.com/office/drawing/2014/main" id="{336511F4-E50D-8B69-61B9-1241446ADB1C}"/>
                    </a:ext>
                  </a:extLst>
                </p:cNvPr>
                <p:cNvPicPr/>
                <p:nvPr/>
              </p:nvPicPr>
              <p:blipFill>
                <a:blip r:embed="rId306"/>
                <a:stretch>
                  <a:fillRect/>
                </a:stretch>
              </p:blipFill>
              <p:spPr>
                <a:xfrm>
                  <a:off x="6680476" y="5168512"/>
                  <a:ext cx="145080" cy="27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07">
            <p14:nvContentPartPr>
              <p14:cNvPr id="219262" name="Ink 219261">
                <a:extLst>
                  <a:ext uri="{FF2B5EF4-FFF2-40B4-BE49-F238E27FC236}">
                    <a16:creationId xmlns:a16="http://schemas.microsoft.com/office/drawing/2014/main" id="{1A0453CF-FDB6-F8A1-D3B4-967F9088CD83}"/>
                  </a:ext>
                </a:extLst>
              </p14:cNvPr>
              <p14:cNvContentPartPr/>
              <p14:nvPr/>
            </p14:nvContentPartPr>
            <p14:xfrm>
              <a:off x="7057396" y="5081752"/>
              <a:ext cx="578520" cy="44280"/>
            </p14:xfrm>
          </p:contentPart>
        </mc:Choice>
        <mc:Fallback xmlns="">
          <p:pic>
            <p:nvPicPr>
              <p:cNvPr id="219262" name="Ink 219261">
                <a:extLst>
                  <a:ext uri="{FF2B5EF4-FFF2-40B4-BE49-F238E27FC236}">
                    <a16:creationId xmlns:a16="http://schemas.microsoft.com/office/drawing/2014/main" id="{1A0453CF-FDB6-F8A1-D3B4-967F9088CD83}"/>
                  </a:ext>
                </a:extLst>
              </p:cNvPr>
              <p:cNvPicPr/>
              <p:nvPr/>
            </p:nvPicPr>
            <p:blipFill>
              <a:blip r:embed="rId308"/>
              <a:stretch>
                <a:fillRect/>
              </a:stretch>
            </p:blipFill>
            <p:spPr>
              <a:xfrm>
                <a:off x="7048756" y="5073112"/>
                <a:ext cx="596160" cy="61920"/>
              </a:xfrm>
              <a:prstGeom prst="rect">
                <a:avLst/>
              </a:prstGeom>
            </p:spPr>
          </p:pic>
        </mc:Fallback>
      </mc:AlternateContent>
      <p:grpSp>
        <p:nvGrpSpPr>
          <p:cNvPr id="219265" name="Group 219264">
            <a:extLst>
              <a:ext uri="{FF2B5EF4-FFF2-40B4-BE49-F238E27FC236}">
                <a16:creationId xmlns:a16="http://schemas.microsoft.com/office/drawing/2014/main" id="{B4CFD38B-99BA-7CD1-FE24-76BB5F6F10F4}"/>
              </a:ext>
            </a:extLst>
          </p:cNvPr>
          <p:cNvGrpSpPr/>
          <p:nvPr/>
        </p:nvGrpSpPr>
        <p:grpSpPr>
          <a:xfrm>
            <a:off x="7122196" y="5223232"/>
            <a:ext cx="124200" cy="206640"/>
            <a:chOff x="7122196" y="5223232"/>
            <a:chExt cx="124200" cy="206640"/>
          </a:xfrm>
        </p:grpSpPr>
        <mc:AlternateContent xmlns:mc="http://schemas.openxmlformats.org/markup-compatibility/2006" xmlns:p14="http://schemas.microsoft.com/office/powerpoint/2010/main">
          <mc:Choice Requires="p14">
            <p:contentPart p14:bwMode="auto" r:id="rId309">
              <p14:nvContentPartPr>
                <p14:cNvPr id="219263" name="Ink 219262">
                  <a:extLst>
                    <a:ext uri="{FF2B5EF4-FFF2-40B4-BE49-F238E27FC236}">
                      <a16:creationId xmlns:a16="http://schemas.microsoft.com/office/drawing/2014/main" id="{4E68E3DD-DC0C-1757-4030-22217E8F4831}"/>
                    </a:ext>
                  </a:extLst>
                </p14:cNvPr>
                <p14:cNvContentPartPr/>
                <p14:nvPr/>
              </p14:nvContentPartPr>
              <p14:xfrm>
                <a:off x="7122196" y="5223952"/>
                <a:ext cx="10440" cy="205920"/>
              </p14:xfrm>
            </p:contentPart>
          </mc:Choice>
          <mc:Fallback xmlns="">
            <p:pic>
              <p:nvPicPr>
                <p:cNvPr id="219263" name="Ink 219262">
                  <a:extLst>
                    <a:ext uri="{FF2B5EF4-FFF2-40B4-BE49-F238E27FC236}">
                      <a16:creationId xmlns:a16="http://schemas.microsoft.com/office/drawing/2014/main" id="{4E68E3DD-DC0C-1757-4030-22217E8F4831}"/>
                    </a:ext>
                  </a:extLst>
                </p:cNvPr>
                <p:cNvPicPr/>
                <p:nvPr/>
              </p:nvPicPr>
              <p:blipFill>
                <a:blip r:embed="rId310"/>
                <a:stretch>
                  <a:fillRect/>
                </a:stretch>
              </p:blipFill>
              <p:spPr>
                <a:xfrm>
                  <a:off x="7113556" y="5214952"/>
                  <a:ext cx="28080"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311">
              <p14:nvContentPartPr>
                <p14:cNvPr id="219264" name="Ink 219263">
                  <a:extLst>
                    <a:ext uri="{FF2B5EF4-FFF2-40B4-BE49-F238E27FC236}">
                      <a16:creationId xmlns:a16="http://schemas.microsoft.com/office/drawing/2014/main" id="{2F01B251-9959-9F28-88B6-3940DA17B48C}"/>
                    </a:ext>
                  </a:extLst>
                </p14:cNvPr>
                <p14:cNvContentPartPr/>
                <p14:nvPr/>
              </p14:nvContentPartPr>
              <p14:xfrm>
                <a:off x="7137316" y="5223232"/>
                <a:ext cx="109080" cy="162720"/>
              </p14:xfrm>
            </p:contentPart>
          </mc:Choice>
          <mc:Fallback xmlns="">
            <p:pic>
              <p:nvPicPr>
                <p:cNvPr id="219264" name="Ink 219263">
                  <a:extLst>
                    <a:ext uri="{FF2B5EF4-FFF2-40B4-BE49-F238E27FC236}">
                      <a16:creationId xmlns:a16="http://schemas.microsoft.com/office/drawing/2014/main" id="{2F01B251-9959-9F28-88B6-3940DA17B48C}"/>
                    </a:ext>
                  </a:extLst>
                </p:cNvPr>
                <p:cNvPicPr/>
                <p:nvPr/>
              </p:nvPicPr>
              <p:blipFill>
                <a:blip r:embed="rId312"/>
                <a:stretch>
                  <a:fillRect/>
                </a:stretch>
              </p:blipFill>
              <p:spPr>
                <a:xfrm>
                  <a:off x="7128676" y="5214592"/>
                  <a:ext cx="126720" cy="180360"/>
                </a:xfrm>
                <a:prstGeom prst="rect">
                  <a:avLst/>
                </a:prstGeom>
              </p:spPr>
            </p:pic>
          </mc:Fallback>
        </mc:AlternateContent>
      </p:grpSp>
      <p:grpSp>
        <p:nvGrpSpPr>
          <p:cNvPr id="219270" name="Group 219269">
            <a:extLst>
              <a:ext uri="{FF2B5EF4-FFF2-40B4-BE49-F238E27FC236}">
                <a16:creationId xmlns:a16="http://schemas.microsoft.com/office/drawing/2014/main" id="{72ABF821-FE35-1AB5-8F63-B690960349AE}"/>
              </a:ext>
            </a:extLst>
          </p:cNvPr>
          <p:cNvGrpSpPr/>
          <p:nvPr/>
        </p:nvGrpSpPr>
        <p:grpSpPr>
          <a:xfrm>
            <a:off x="7294636" y="5236192"/>
            <a:ext cx="321840" cy="221400"/>
            <a:chOff x="7294636" y="5236192"/>
            <a:chExt cx="321840" cy="221400"/>
          </a:xfrm>
        </p:grpSpPr>
        <mc:AlternateContent xmlns:mc="http://schemas.openxmlformats.org/markup-compatibility/2006" xmlns:p14="http://schemas.microsoft.com/office/powerpoint/2010/main">
          <mc:Choice Requires="p14">
            <p:contentPart p14:bwMode="auto" r:id="rId313">
              <p14:nvContentPartPr>
                <p14:cNvPr id="219267" name="Ink 219266">
                  <a:extLst>
                    <a:ext uri="{FF2B5EF4-FFF2-40B4-BE49-F238E27FC236}">
                      <a16:creationId xmlns:a16="http://schemas.microsoft.com/office/drawing/2014/main" id="{42322FE1-C2DD-B98B-67BB-2B72783207D0}"/>
                    </a:ext>
                  </a:extLst>
                </p14:cNvPr>
                <p14:cNvContentPartPr/>
                <p14:nvPr/>
              </p14:nvContentPartPr>
              <p14:xfrm>
                <a:off x="7294636" y="5337352"/>
                <a:ext cx="70200" cy="120240"/>
              </p14:xfrm>
            </p:contentPart>
          </mc:Choice>
          <mc:Fallback xmlns="">
            <p:pic>
              <p:nvPicPr>
                <p:cNvPr id="219267" name="Ink 219266">
                  <a:extLst>
                    <a:ext uri="{FF2B5EF4-FFF2-40B4-BE49-F238E27FC236}">
                      <a16:creationId xmlns:a16="http://schemas.microsoft.com/office/drawing/2014/main" id="{42322FE1-C2DD-B98B-67BB-2B72783207D0}"/>
                    </a:ext>
                  </a:extLst>
                </p:cNvPr>
                <p:cNvPicPr/>
                <p:nvPr/>
              </p:nvPicPr>
              <p:blipFill>
                <a:blip r:embed="rId314"/>
                <a:stretch>
                  <a:fillRect/>
                </a:stretch>
              </p:blipFill>
              <p:spPr>
                <a:xfrm>
                  <a:off x="7285996" y="5328712"/>
                  <a:ext cx="8784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315">
              <p14:nvContentPartPr>
                <p14:cNvPr id="219268" name="Ink 219267">
                  <a:extLst>
                    <a:ext uri="{FF2B5EF4-FFF2-40B4-BE49-F238E27FC236}">
                      <a16:creationId xmlns:a16="http://schemas.microsoft.com/office/drawing/2014/main" id="{A168BECB-C4DD-91DF-83AD-C4D964386D14}"/>
                    </a:ext>
                  </a:extLst>
                </p14:cNvPr>
                <p14:cNvContentPartPr/>
                <p14:nvPr/>
              </p14:nvContentPartPr>
              <p14:xfrm>
                <a:off x="7428556" y="5236192"/>
                <a:ext cx="120600" cy="191160"/>
              </p14:xfrm>
            </p:contentPart>
          </mc:Choice>
          <mc:Fallback xmlns="">
            <p:pic>
              <p:nvPicPr>
                <p:cNvPr id="219268" name="Ink 219267">
                  <a:extLst>
                    <a:ext uri="{FF2B5EF4-FFF2-40B4-BE49-F238E27FC236}">
                      <a16:creationId xmlns:a16="http://schemas.microsoft.com/office/drawing/2014/main" id="{A168BECB-C4DD-91DF-83AD-C4D964386D14}"/>
                    </a:ext>
                  </a:extLst>
                </p:cNvPr>
                <p:cNvPicPr/>
                <p:nvPr/>
              </p:nvPicPr>
              <p:blipFill>
                <a:blip r:embed="rId316"/>
                <a:stretch>
                  <a:fillRect/>
                </a:stretch>
              </p:blipFill>
              <p:spPr>
                <a:xfrm>
                  <a:off x="7419916" y="5227552"/>
                  <a:ext cx="13824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317">
              <p14:nvContentPartPr>
                <p14:cNvPr id="219269" name="Ink 219268">
                  <a:extLst>
                    <a:ext uri="{FF2B5EF4-FFF2-40B4-BE49-F238E27FC236}">
                      <a16:creationId xmlns:a16="http://schemas.microsoft.com/office/drawing/2014/main" id="{0D4B0AA4-2BE5-43DC-3DBC-429CCEBCBAD8}"/>
                    </a:ext>
                  </a:extLst>
                </p14:cNvPr>
                <p14:cNvContentPartPr/>
                <p14:nvPr/>
              </p14:nvContentPartPr>
              <p14:xfrm>
                <a:off x="7609636" y="5333752"/>
                <a:ext cx="6840" cy="96840"/>
              </p14:xfrm>
            </p:contentPart>
          </mc:Choice>
          <mc:Fallback xmlns="">
            <p:pic>
              <p:nvPicPr>
                <p:cNvPr id="219269" name="Ink 219268">
                  <a:extLst>
                    <a:ext uri="{FF2B5EF4-FFF2-40B4-BE49-F238E27FC236}">
                      <a16:creationId xmlns:a16="http://schemas.microsoft.com/office/drawing/2014/main" id="{0D4B0AA4-2BE5-43DC-3DBC-429CCEBCBAD8}"/>
                    </a:ext>
                  </a:extLst>
                </p:cNvPr>
                <p:cNvPicPr/>
                <p:nvPr/>
              </p:nvPicPr>
              <p:blipFill>
                <a:blip r:embed="rId318"/>
                <a:stretch>
                  <a:fillRect/>
                </a:stretch>
              </p:blipFill>
              <p:spPr>
                <a:xfrm>
                  <a:off x="7600636" y="5324752"/>
                  <a:ext cx="24480" cy="114480"/>
                </a:xfrm>
                <a:prstGeom prst="rect">
                  <a:avLst/>
                </a:prstGeom>
              </p:spPr>
            </p:pic>
          </mc:Fallback>
        </mc:AlternateContent>
      </p:grpSp>
      <p:grpSp>
        <p:nvGrpSpPr>
          <p:cNvPr id="219281" name="Group 219280">
            <a:extLst>
              <a:ext uri="{FF2B5EF4-FFF2-40B4-BE49-F238E27FC236}">
                <a16:creationId xmlns:a16="http://schemas.microsoft.com/office/drawing/2014/main" id="{3BB3E888-B38F-3C0A-3259-B393110D0280}"/>
              </a:ext>
            </a:extLst>
          </p:cNvPr>
          <p:cNvGrpSpPr/>
          <p:nvPr/>
        </p:nvGrpSpPr>
        <p:grpSpPr>
          <a:xfrm>
            <a:off x="7112836" y="4742992"/>
            <a:ext cx="588600" cy="267480"/>
            <a:chOff x="7112836" y="4742992"/>
            <a:chExt cx="588600" cy="267480"/>
          </a:xfrm>
        </p:grpSpPr>
        <mc:AlternateContent xmlns:mc="http://schemas.openxmlformats.org/markup-compatibility/2006" xmlns:p14="http://schemas.microsoft.com/office/powerpoint/2010/main">
          <mc:Choice Requires="p14">
            <p:contentPart p14:bwMode="auto" r:id="rId319">
              <p14:nvContentPartPr>
                <p14:cNvPr id="219271" name="Ink 219270">
                  <a:extLst>
                    <a:ext uri="{FF2B5EF4-FFF2-40B4-BE49-F238E27FC236}">
                      <a16:creationId xmlns:a16="http://schemas.microsoft.com/office/drawing/2014/main" id="{F8C3B6C2-D8BC-8D8A-A237-CA207BAB7C91}"/>
                    </a:ext>
                  </a:extLst>
                </p14:cNvPr>
                <p14:cNvContentPartPr/>
                <p14:nvPr/>
              </p14:nvContentPartPr>
              <p14:xfrm>
                <a:off x="7112836" y="4805632"/>
                <a:ext cx="102240" cy="181080"/>
              </p14:xfrm>
            </p:contentPart>
          </mc:Choice>
          <mc:Fallback xmlns="">
            <p:pic>
              <p:nvPicPr>
                <p:cNvPr id="219271" name="Ink 219270">
                  <a:extLst>
                    <a:ext uri="{FF2B5EF4-FFF2-40B4-BE49-F238E27FC236}">
                      <a16:creationId xmlns:a16="http://schemas.microsoft.com/office/drawing/2014/main" id="{F8C3B6C2-D8BC-8D8A-A237-CA207BAB7C91}"/>
                    </a:ext>
                  </a:extLst>
                </p:cNvPr>
                <p:cNvPicPr/>
                <p:nvPr/>
              </p:nvPicPr>
              <p:blipFill>
                <a:blip r:embed="rId320"/>
                <a:stretch>
                  <a:fillRect/>
                </a:stretch>
              </p:blipFill>
              <p:spPr>
                <a:xfrm>
                  <a:off x="7104196" y="4796992"/>
                  <a:ext cx="11988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321">
              <p14:nvContentPartPr>
                <p14:cNvPr id="219272" name="Ink 219271">
                  <a:extLst>
                    <a:ext uri="{FF2B5EF4-FFF2-40B4-BE49-F238E27FC236}">
                      <a16:creationId xmlns:a16="http://schemas.microsoft.com/office/drawing/2014/main" id="{3CBEBB91-A689-B956-73EB-2E54525CEDFE}"/>
                    </a:ext>
                  </a:extLst>
                </p14:cNvPr>
                <p14:cNvContentPartPr/>
                <p14:nvPr/>
              </p14:nvContentPartPr>
              <p14:xfrm>
                <a:off x="7260436" y="4915432"/>
                <a:ext cx="77040" cy="86400"/>
              </p14:xfrm>
            </p:contentPart>
          </mc:Choice>
          <mc:Fallback xmlns="">
            <p:pic>
              <p:nvPicPr>
                <p:cNvPr id="219272" name="Ink 219271">
                  <a:extLst>
                    <a:ext uri="{FF2B5EF4-FFF2-40B4-BE49-F238E27FC236}">
                      <a16:creationId xmlns:a16="http://schemas.microsoft.com/office/drawing/2014/main" id="{3CBEBB91-A689-B956-73EB-2E54525CEDFE}"/>
                    </a:ext>
                  </a:extLst>
                </p:cNvPr>
                <p:cNvPicPr/>
                <p:nvPr/>
              </p:nvPicPr>
              <p:blipFill>
                <a:blip r:embed="rId322"/>
                <a:stretch>
                  <a:fillRect/>
                </a:stretch>
              </p:blipFill>
              <p:spPr>
                <a:xfrm>
                  <a:off x="7251796" y="4906792"/>
                  <a:ext cx="9468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323">
              <p14:nvContentPartPr>
                <p14:cNvPr id="219273" name="Ink 219272">
                  <a:extLst>
                    <a:ext uri="{FF2B5EF4-FFF2-40B4-BE49-F238E27FC236}">
                      <a16:creationId xmlns:a16="http://schemas.microsoft.com/office/drawing/2014/main" id="{96A7DB0C-6CB9-1DFA-A978-FA69B1494ED8}"/>
                    </a:ext>
                  </a:extLst>
                </p14:cNvPr>
                <p14:cNvContentPartPr/>
                <p14:nvPr/>
              </p14:nvContentPartPr>
              <p14:xfrm>
                <a:off x="7376356" y="4777552"/>
                <a:ext cx="30600" cy="215280"/>
              </p14:xfrm>
            </p:contentPart>
          </mc:Choice>
          <mc:Fallback xmlns="">
            <p:pic>
              <p:nvPicPr>
                <p:cNvPr id="219273" name="Ink 219272">
                  <a:extLst>
                    <a:ext uri="{FF2B5EF4-FFF2-40B4-BE49-F238E27FC236}">
                      <a16:creationId xmlns:a16="http://schemas.microsoft.com/office/drawing/2014/main" id="{96A7DB0C-6CB9-1DFA-A978-FA69B1494ED8}"/>
                    </a:ext>
                  </a:extLst>
                </p:cNvPr>
                <p:cNvPicPr/>
                <p:nvPr/>
              </p:nvPicPr>
              <p:blipFill>
                <a:blip r:embed="rId324"/>
                <a:stretch>
                  <a:fillRect/>
                </a:stretch>
              </p:blipFill>
              <p:spPr>
                <a:xfrm>
                  <a:off x="7367356" y="4768912"/>
                  <a:ext cx="48240" cy="232920"/>
                </a:xfrm>
                <a:prstGeom prst="rect">
                  <a:avLst/>
                </a:prstGeom>
              </p:spPr>
            </p:pic>
          </mc:Fallback>
        </mc:AlternateContent>
        <mc:AlternateContent xmlns:mc="http://schemas.openxmlformats.org/markup-compatibility/2006" xmlns:p14="http://schemas.microsoft.com/office/powerpoint/2010/main">
          <mc:Choice Requires="p14">
            <p:contentPart p14:bwMode="auto" r:id="rId325">
              <p14:nvContentPartPr>
                <p14:cNvPr id="219274" name="Ink 219273">
                  <a:extLst>
                    <a:ext uri="{FF2B5EF4-FFF2-40B4-BE49-F238E27FC236}">
                      <a16:creationId xmlns:a16="http://schemas.microsoft.com/office/drawing/2014/main" id="{FC02D45C-36D9-0EC3-5E51-363A035ED00D}"/>
                    </a:ext>
                  </a:extLst>
                </p14:cNvPr>
                <p14:cNvContentPartPr/>
                <p14:nvPr/>
              </p14:nvContentPartPr>
              <p14:xfrm>
                <a:off x="7485796" y="4813912"/>
                <a:ext cx="123120" cy="163440"/>
              </p14:xfrm>
            </p:contentPart>
          </mc:Choice>
          <mc:Fallback xmlns="">
            <p:pic>
              <p:nvPicPr>
                <p:cNvPr id="219274" name="Ink 219273">
                  <a:extLst>
                    <a:ext uri="{FF2B5EF4-FFF2-40B4-BE49-F238E27FC236}">
                      <a16:creationId xmlns:a16="http://schemas.microsoft.com/office/drawing/2014/main" id="{FC02D45C-36D9-0EC3-5E51-363A035ED00D}"/>
                    </a:ext>
                  </a:extLst>
                </p:cNvPr>
                <p:cNvPicPr/>
                <p:nvPr/>
              </p:nvPicPr>
              <p:blipFill>
                <a:blip r:embed="rId326"/>
                <a:stretch>
                  <a:fillRect/>
                </a:stretch>
              </p:blipFill>
              <p:spPr>
                <a:xfrm>
                  <a:off x="7476796" y="4804912"/>
                  <a:ext cx="140760" cy="181080"/>
                </a:xfrm>
                <a:prstGeom prst="rect">
                  <a:avLst/>
                </a:prstGeom>
              </p:spPr>
            </p:pic>
          </mc:Fallback>
        </mc:AlternateContent>
        <mc:AlternateContent xmlns:mc="http://schemas.openxmlformats.org/markup-compatibility/2006" xmlns:p14="http://schemas.microsoft.com/office/powerpoint/2010/main">
          <mc:Choice Requires="p14">
            <p:contentPart p14:bwMode="auto" r:id="rId327">
              <p14:nvContentPartPr>
                <p14:cNvPr id="219275" name="Ink 219274">
                  <a:extLst>
                    <a:ext uri="{FF2B5EF4-FFF2-40B4-BE49-F238E27FC236}">
                      <a16:creationId xmlns:a16="http://schemas.microsoft.com/office/drawing/2014/main" id="{22922AEF-CD0F-051F-2F44-878982D89FB7}"/>
                    </a:ext>
                  </a:extLst>
                </p14:cNvPr>
                <p14:cNvContentPartPr/>
                <p14:nvPr/>
              </p14:nvContentPartPr>
              <p14:xfrm>
                <a:off x="7573996" y="4760632"/>
                <a:ext cx="11880" cy="121680"/>
              </p14:xfrm>
            </p:contentPart>
          </mc:Choice>
          <mc:Fallback xmlns="">
            <p:pic>
              <p:nvPicPr>
                <p:cNvPr id="219275" name="Ink 219274">
                  <a:extLst>
                    <a:ext uri="{FF2B5EF4-FFF2-40B4-BE49-F238E27FC236}">
                      <a16:creationId xmlns:a16="http://schemas.microsoft.com/office/drawing/2014/main" id="{22922AEF-CD0F-051F-2F44-878982D89FB7}"/>
                    </a:ext>
                  </a:extLst>
                </p:cNvPr>
                <p:cNvPicPr/>
                <p:nvPr/>
              </p:nvPicPr>
              <p:blipFill>
                <a:blip r:embed="rId328"/>
                <a:stretch>
                  <a:fillRect/>
                </a:stretch>
              </p:blipFill>
              <p:spPr>
                <a:xfrm>
                  <a:off x="7564996" y="4751992"/>
                  <a:ext cx="2952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329">
              <p14:nvContentPartPr>
                <p14:cNvPr id="219276" name="Ink 219275">
                  <a:extLst>
                    <a:ext uri="{FF2B5EF4-FFF2-40B4-BE49-F238E27FC236}">
                      <a16:creationId xmlns:a16="http://schemas.microsoft.com/office/drawing/2014/main" id="{A86974C2-868B-14BA-E5D1-CBDA86A479C0}"/>
                    </a:ext>
                  </a:extLst>
                </p14:cNvPr>
                <p14:cNvContentPartPr/>
                <p14:nvPr/>
              </p14:nvContentPartPr>
              <p14:xfrm>
                <a:off x="7635556" y="4742992"/>
                <a:ext cx="65880" cy="267480"/>
              </p14:xfrm>
            </p:contentPart>
          </mc:Choice>
          <mc:Fallback xmlns="">
            <p:pic>
              <p:nvPicPr>
                <p:cNvPr id="219276" name="Ink 219275">
                  <a:extLst>
                    <a:ext uri="{FF2B5EF4-FFF2-40B4-BE49-F238E27FC236}">
                      <a16:creationId xmlns:a16="http://schemas.microsoft.com/office/drawing/2014/main" id="{A86974C2-868B-14BA-E5D1-CBDA86A479C0}"/>
                    </a:ext>
                  </a:extLst>
                </p:cNvPr>
                <p:cNvPicPr/>
                <p:nvPr/>
              </p:nvPicPr>
              <p:blipFill>
                <a:blip r:embed="rId330"/>
                <a:stretch>
                  <a:fillRect/>
                </a:stretch>
              </p:blipFill>
              <p:spPr>
                <a:xfrm>
                  <a:off x="7626556" y="4733992"/>
                  <a:ext cx="83520" cy="285120"/>
                </a:xfrm>
                <a:prstGeom prst="rect">
                  <a:avLst/>
                </a:prstGeom>
              </p:spPr>
            </p:pic>
          </mc:Fallback>
        </mc:AlternateContent>
      </p:grpSp>
      <p:grpSp>
        <p:nvGrpSpPr>
          <p:cNvPr id="219280" name="Group 219279">
            <a:extLst>
              <a:ext uri="{FF2B5EF4-FFF2-40B4-BE49-F238E27FC236}">
                <a16:creationId xmlns:a16="http://schemas.microsoft.com/office/drawing/2014/main" id="{BAE49347-543F-23D8-9155-0F495FE948DF}"/>
              </a:ext>
            </a:extLst>
          </p:cNvPr>
          <p:cNvGrpSpPr/>
          <p:nvPr/>
        </p:nvGrpSpPr>
        <p:grpSpPr>
          <a:xfrm>
            <a:off x="7929676" y="5031352"/>
            <a:ext cx="448200" cy="160560"/>
            <a:chOff x="7929676" y="5031352"/>
            <a:chExt cx="448200" cy="160560"/>
          </a:xfrm>
        </p:grpSpPr>
        <mc:AlternateContent xmlns:mc="http://schemas.openxmlformats.org/markup-compatibility/2006" xmlns:p14="http://schemas.microsoft.com/office/powerpoint/2010/main">
          <mc:Choice Requires="p14">
            <p:contentPart p14:bwMode="auto" r:id="rId331">
              <p14:nvContentPartPr>
                <p14:cNvPr id="219277" name="Ink 219276">
                  <a:extLst>
                    <a:ext uri="{FF2B5EF4-FFF2-40B4-BE49-F238E27FC236}">
                      <a16:creationId xmlns:a16="http://schemas.microsoft.com/office/drawing/2014/main" id="{55CB622E-E4DF-68B3-361B-AF0CDA9BBA8B}"/>
                    </a:ext>
                  </a:extLst>
                </p14:cNvPr>
                <p14:cNvContentPartPr/>
                <p14:nvPr/>
              </p14:nvContentPartPr>
              <p14:xfrm>
                <a:off x="7939036" y="5079952"/>
                <a:ext cx="154440" cy="10440"/>
              </p14:xfrm>
            </p:contentPart>
          </mc:Choice>
          <mc:Fallback xmlns="">
            <p:pic>
              <p:nvPicPr>
                <p:cNvPr id="219277" name="Ink 219276">
                  <a:extLst>
                    <a:ext uri="{FF2B5EF4-FFF2-40B4-BE49-F238E27FC236}">
                      <a16:creationId xmlns:a16="http://schemas.microsoft.com/office/drawing/2014/main" id="{55CB622E-E4DF-68B3-361B-AF0CDA9BBA8B}"/>
                    </a:ext>
                  </a:extLst>
                </p:cNvPr>
                <p:cNvPicPr/>
                <p:nvPr/>
              </p:nvPicPr>
              <p:blipFill>
                <a:blip r:embed="rId332"/>
                <a:stretch>
                  <a:fillRect/>
                </a:stretch>
              </p:blipFill>
              <p:spPr>
                <a:xfrm>
                  <a:off x="7930396" y="5071312"/>
                  <a:ext cx="17208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333">
              <p14:nvContentPartPr>
                <p14:cNvPr id="219278" name="Ink 219277">
                  <a:extLst>
                    <a:ext uri="{FF2B5EF4-FFF2-40B4-BE49-F238E27FC236}">
                      <a16:creationId xmlns:a16="http://schemas.microsoft.com/office/drawing/2014/main" id="{86F6027A-5DF0-9AF2-AD7C-BD53F6C3E9D7}"/>
                    </a:ext>
                  </a:extLst>
                </p14:cNvPr>
                <p14:cNvContentPartPr/>
                <p14:nvPr/>
              </p14:nvContentPartPr>
              <p14:xfrm>
                <a:off x="7929676" y="5149072"/>
                <a:ext cx="188280" cy="28440"/>
              </p14:xfrm>
            </p:contentPart>
          </mc:Choice>
          <mc:Fallback xmlns="">
            <p:pic>
              <p:nvPicPr>
                <p:cNvPr id="219278" name="Ink 219277">
                  <a:extLst>
                    <a:ext uri="{FF2B5EF4-FFF2-40B4-BE49-F238E27FC236}">
                      <a16:creationId xmlns:a16="http://schemas.microsoft.com/office/drawing/2014/main" id="{86F6027A-5DF0-9AF2-AD7C-BD53F6C3E9D7}"/>
                    </a:ext>
                  </a:extLst>
                </p:cNvPr>
                <p:cNvPicPr/>
                <p:nvPr/>
              </p:nvPicPr>
              <p:blipFill>
                <a:blip r:embed="rId334"/>
                <a:stretch>
                  <a:fillRect/>
                </a:stretch>
              </p:blipFill>
              <p:spPr>
                <a:xfrm>
                  <a:off x="7921036" y="5140432"/>
                  <a:ext cx="20592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335">
              <p14:nvContentPartPr>
                <p14:cNvPr id="219279" name="Ink 219278">
                  <a:extLst>
                    <a:ext uri="{FF2B5EF4-FFF2-40B4-BE49-F238E27FC236}">
                      <a16:creationId xmlns:a16="http://schemas.microsoft.com/office/drawing/2014/main" id="{C2B03811-9B81-6572-F2A9-D365503A171B}"/>
                    </a:ext>
                  </a:extLst>
                </p14:cNvPr>
                <p14:cNvContentPartPr/>
                <p14:nvPr/>
              </p14:nvContentPartPr>
              <p14:xfrm>
                <a:off x="8256556" y="5031352"/>
                <a:ext cx="121320" cy="160560"/>
              </p14:xfrm>
            </p:contentPart>
          </mc:Choice>
          <mc:Fallback xmlns="">
            <p:pic>
              <p:nvPicPr>
                <p:cNvPr id="219279" name="Ink 219278">
                  <a:extLst>
                    <a:ext uri="{FF2B5EF4-FFF2-40B4-BE49-F238E27FC236}">
                      <a16:creationId xmlns:a16="http://schemas.microsoft.com/office/drawing/2014/main" id="{C2B03811-9B81-6572-F2A9-D365503A171B}"/>
                    </a:ext>
                  </a:extLst>
                </p:cNvPr>
                <p:cNvPicPr/>
                <p:nvPr/>
              </p:nvPicPr>
              <p:blipFill>
                <a:blip r:embed="rId336"/>
                <a:stretch>
                  <a:fillRect/>
                </a:stretch>
              </p:blipFill>
              <p:spPr>
                <a:xfrm>
                  <a:off x="8247916" y="5022352"/>
                  <a:ext cx="138960" cy="178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37">
            <p14:nvContentPartPr>
              <p14:cNvPr id="219282" name="Ink 219281">
                <a:extLst>
                  <a:ext uri="{FF2B5EF4-FFF2-40B4-BE49-F238E27FC236}">
                    <a16:creationId xmlns:a16="http://schemas.microsoft.com/office/drawing/2014/main" id="{5CBFA8F0-2C08-FE66-507E-37C001D92BFB}"/>
                  </a:ext>
                </a:extLst>
              </p14:cNvPr>
              <p14:cNvContentPartPr/>
              <p14:nvPr/>
            </p14:nvContentPartPr>
            <p14:xfrm>
              <a:off x="5561236" y="5172112"/>
              <a:ext cx="31320" cy="160560"/>
            </p14:xfrm>
          </p:contentPart>
        </mc:Choice>
        <mc:Fallback xmlns="">
          <p:pic>
            <p:nvPicPr>
              <p:cNvPr id="219282" name="Ink 219281">
                <a:extLst>
                  <a:ext uri="{FF2B5EF4-FFF2-40B4-BE49-F238E27FC236}">
                    <a16:creationId xmlns:a16="http://schemas.microsoft.com/office/drawing/2014/main" id="{5CBFA8F0-2C08-FE66-507E-37C001D92BFB}"/>
                  </a:ext>
                </a:extLst>
              </p:cNvPr>
              <p:cNvPicPr/>
              <p:nvPr/>
            </p:nvPicPr>
            <p:blipFill>
              <a:blip r:embed="rId338"/>
              <a:stretch>
                <a:fillRect/>
              </a:stretch>
            </p:blipFill>
            <p:spPr>
              <a:xfrm>
                <a:off x="5552236" y="5163112"/>
                <a:ext cx="48960" cy="178200"/>
              </a:xfrm>
              <a:prstGeom prst="rect">
                <a:avLst/>
              </a:prstGeom>
            </p:spPr>
          </p:pic>
        </mc:Fallback>
      </mc:AlternateContent>
      <p:grpSp>
        <p:nvGrpSpPr>
          <p:cNvPr id="219292" name="Group 219291">
            <a:extLst>
              <a:ext uri="{FF2B5EF4-FFF2-40B4-BE49-F238E27FC236}">
                <a16:creationId xmlns:a16="http://schemas.microsoft.com/office/drawing/2014/main" id="{F496C021-7AC2-A277-95A9-D94E73C0AB67}"/>
              </a:ext>
            </a:extLst>
          </p:cNvPr>
          <p:cNvGrpSpPr/>
          <p:nvPr/>
        </p:nvGrpSpPr>
        <p:grpSpPr>
          <a:xfrm>
            <a:off x="8174116" y="5839192"/>
            <a:ext cx="1578240" cy="484200"/>
            <a:chOff x="8174116" y="5839192"/>
            <a:chExt cx="1578240" cy="484200"/>
          </a:xfrm>
        </p:grpSpPr>
        <mc:AlternateContent xmlns:mc="http://schemas.openxmlformats.org/markup-compatibility/2006" xmlns:p14="http://schemas.microsoft.com/office/powerpoint/2010/main">
          <mc:Choice Requires="p14">
            <p:contentPart p14:bwMode="auto" r:id="rId339">
              <p14:nvContentPartPr>
                <p14:cNvPr id="219283" name="Ink 219282">
                  <a:extLst>
                    <a:ext uri="{FF2B5EF4-FFF2-40B4-BE49-F238E27FC236}">
                      <a16:creationId xmlns:a16="http://schemas.microsoft.com/office/drawing/2014/main" id="{6A49DCFB-6C9C-CD24-79FB-485FDD26DB02}"/>
                    </a:ext>
                  </a:extLst>
                </p14:cNvPr>
                <p14:cNvContentPartPr/>
                <p14:nvPr/>
              </p14:nvContentPartPr>
              <p14:xfrm>
                <a:off x="8174116" y="6077152"/>
                <a:ext cx="195120" cy="176040"/>
              </p14:xfrm>
            </p:contentPart>
          </mc:Choice>
          <mc:Fallback xmlns="">
            <p:pic>
              <p:nvPicPr>
                <p:cNvPr id="219283" name="Ink 219282">
                  <a:extLst>
                    <a:ext uri="{FF2B5EF4-FFF2-40B4-BE49-F238E27FC236}">
                      <a16:creationId xmlns:a16="http://schemas.microsoft.com/office/drawing/2014/main" id="{6A49DCFB-6C9C-CD24-79FB-485FDD26DB02}"/>
                    </a:ext>
                  </a:extLst>
                </p:cNvPr>
                <p:cNvPicPr/>
                <p:nvPr/>
              </p:nvPicPr>
              <p:blipFill>
                <a:blip r:embed="rId340"/>
                <a:stretch>
                  <a:fillRect/>
                </a:stretch>
              </p:blipFill>
              <p:spPr>
                <a:xfrm>
                  <a:off x="8165116" y="6068152"/>
                  <a:ext cx="21276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341">
              <p14:nvContentPartPr>
                <p14:cNvPr id="219284" name="Ink 219283">
                  <a:extLst>
                    <a:ext uri="{FF2B5EF4-FFF2-40B4-BE49-F238E27FC236}">
                      <a16:creationId xmlns:a16="http://schemas.microsoft.com/office/drawing/2014/main" id="{EA394ED6-04DE-6902-C673-AA6D20AA8BBE}"/>
                    </a:ext>
                  </a:extLst>
                </p14:cNvPr>
                <p14:cNvContentPartPr/>
                <p14:nvPr/>
              </p14:nvContentPartPr>
              <p14:xfrm>
                <a:off x="8415676" y="6094792"/>
                <a:ext cx="85680" cy="192600"/>
              </p14:xfrm>
            </p:contentPart>
          </mc:Choice>
          <mc:Fallback xmlns="">
            <p:pic>
              <p:nvPicPr>
                <p:cNvPr id="219284" name="Ink 219283">
                  <a:extLst>
                    <a:ext uri="{FF2B5EF4-FFF2-40B4-BE49-F238E27FC236}">
                      <a16:creationId xmlns:a16="http://schemas.microsoft.com/office/drawing/2014/main" id="{EA394ED6-04DE-6902-C673-AA6D20AA8BBE}"/>
                    </a:ext>
                  </a:extLst>
                </p:cNvPr>
                <p:cNvPicPr/>
                <p:nvPr/>
              </p:nvPicPr>
              <p:blipFill>
                <a:blip r:embed="rId342"/>
                <a:stretch>
                  <a:fillRect/>
                </a:stretch>
              </p:blipFill>
              <p:spPr>
                <a:xfrm>
                  <a:off x="8407036" y="6085792"/>
                  <a:ext cx="10332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343">
              <p14:nvContentPartPr>
                <p14:cNvPr id="219285" name="Ink 219284">
                  <a:extLst>
                    <a:ext uri="{FF2B5EF4-FFF2-40B4-BE49-F238E27FC236}">
                      <a16:creationId xmlns:a16="http://schemas.microsoft.com/office/drawing/2014/main" id="{F3EAB0B9-D1CD-CDFF-7A0A-016F8AF42669}"/>
                    </a:ext>
                  </a:extLst>
                </p14:cNvPr>
                <p14:cNvContentPartPr/>
                <p14:nvPr/>
              </p14:nvContentPartPr>
              <p14:xfrm>
                <a:off x="8531956" y="6107032"/>
                <a:ext cx="169200" cy="119520"/>
              </p14:xfrm>
            </p:contentPart>
          </mc:Choice>
          <mc:Fallback xmlns="">
            <p:pic>
              <p:nvPicPr>
                <p:cNvPr id="219285" name="Ink 219284">
                  <a:extLst>
                    <a:ext uri="{FF2B5EF4-FFF2-40B4-BE49-F238E27FC236}">
                      <a16:creationId xmlns:a16="http://schemas.microsoft.com/office/drawing/2014/main" id="{F3EAB0B9-D1CD-CDFF-7A0A-016F8AF42669}"/>
                    </a:ext>
                  </a:extLst>
                </p:cNvPr>
                <p:cNvPicPr/>
                <p:nvPr/>
              </p:nvPicPr>
              <p:blipFill>
                <a:blip r:embed="rId344"/>
                <a:stretch>
                  <a:fillRect/>
                </a:stretch>
              </p:blipFill>
              <p:spPr>
                <a:xfrm>
                  <a:off x="8523316" y="6098032"/>
                  <a:ext cx="18684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345">
              <p14:nvContentPartPr>
                <p14:cNvPr id="219286" name="Ink 219285">
                  <a:extLst>
                    <a:ext uri="{FF2B5EF4-FFF2-40B4-BE49-F238E27FC236}">
                      <a16:creationId xmlns:a16="http://schemas.microsoft.com/office/drawing/2014/main" id="{85BABE47-7D2B-B970-0C10-6DE239FF9BD3}"/>
                    </a:ext>
                  </a:extLst>
                </p14:cNvPr>
                <p14:cNvContentPartPr/>
                <p14:nvPr/>
              </p14:nvContentPartPr>
              <p14:xfrm>
                <a:off x="8760196" y="5839192"/>
                <a:ext cx="726480" cy="453600"/>
              </p14:xfrm>
            </p:contentPart>
          </mc:Choice>
          <mc:Fallback xmlns="">
            <p:pic>
              <p:nvPicPr>
                <p:cNvPr id="219286" name="Ink 219285">
                  <a:extLst>
                    <a:ext uri="{FF2B5EF4-FFF2-40B4-BE49-F238E27FC236}">
                      <a16:creationId xmlns:a16="http://schemas.microsoft.com/office/drawing/2014/main" id="{85BABE47-7D2B-B970-0C10-6DE239FF9BD3}"/>
                    </a:ext>
                  </a:extLst>
                </p:cNvPr>
                <p:cNvPicPr/>
                <p:nvPr/>
              </p:nvPicPr>
              <p:blipFill>
                <a:blip r:embed="rId346"/>
                <a:stretch>
                  <a:fillRect/>
                </a:stretch>
              </p:blipFill>
              <p:spPr>
                <a:xfrm>
                  <a:off x="8751196" y="5830192"/>
                  <a:ext cx="744120" cy="471240"/>
                </a:xfrm>
                <a:prstGeom prst="rect">
                  <a:avLst/>
                </a:prstGeom>
              </p:spPr>
            </p:pic>
          </mc:Fallback>
        </mc:AlternateContent>
        <mc:AlternateContent xmlns:mc="http://schemas.openxmlformats.org/markup-compatibility/2006" xmlns:p14="http://schemas.microsoft.com/office/powerpoint/2010/main">
          <mc:Choice Requires="p14">
            <p:contentPart p14:bwMode="auto" r:id="rId347">
              <p14:nvContentPartPr>
                <p14:cNvPr id="219287" name="Ink 219286">
                  <a:extLst>
                    <a:ext uri="{FF2B5EF4-FFF2-40B4-BE49-F238E27FC236}">
                      <a16:creationId xmlns:a16="http://schemas.microsoft.com/office/drawing/2014/main" id="{396F120D-AAD0-851E-6A9D-DCA288AE0A5D}"/>
                    </a:ext>
                  </a:extLst>
                </p14:cNvPr>
                <p14:cNvContentPartPr/>
                <p14:nvPr/>
              </p14:nvContentPartPr>
              <p14:xfrm>
                <a:off x="8915716" y="6133672"/>
                <a:ext cx="233640" cy="138600"/>
              </p14:xfrm>
            </p:contentPart>
          </mc:Choice>
          <mc:Fallback xmlns="">
            <p:pic>
              <p:nvPicPr>
                <p:cNvPr id="219287" name="Ink 219286">
                  <a:extLst>
                    <a:ext uri="{FF2B5EF4-FFF2-40B4-BE49-F238E27FC236}">
                      <a16:creationId xmlns:a16="http://schemas.microsoft.com/office/drawing/2014/main" id="{396F120D-AAD0-851E-6A9D-DCA288AE0A5D}"/>
                    </a:ext>
                  </a:extLst>
                </p:cNvPr>
                <p:cNvPicPr/>
                <p:nvPr/>
              </p:nvPicPr>
              <p:blipFill>
                <a:blip r:embed="rId348"/>
                <a:stretch>
                  <a:fillRect/>
                </a:stretch>
              </p:blipFill>
              <p:spPr>
                <a:xfrm>
                  <a:off x="8906716" y="6125032"/>
                  <a:ext cx="251280" cy="156240"/>
                </a:xfrm>
                <a:prstGeom prst="rect">
                  <a:avLst/>
                </a:prstGeom>
              </p:spPr>
            </p:pic>
          </mc:Fallback>
        </mc:AlternateContent>
        <mc:AlternateContent xmlns:mc="http://schemas.openxmlformats.org/markup-compatibility/2006" xmlns:p14="http://schemas.microsoft.com/office/powerpoint/2010/main">
          <mc:Choice Requires="p14">
            <p:contentPart p14:bwMode="auto" r:id="rId349">
              <p14:nvContentPartPr>
                <p14:cNvPr id="219288" name="Ink 219287">
                  <a:extLst>
                    <a:ext uri="{FF2B5EF4-FFF2-40B4-BE49-F238E27FC236}">
                      <a16:creationId xmlns:a16="http://schemas.microsoft.com/office/drawing/2014/main" id="{D4EE851C-DE93-0E93-D22C-125ADAFB803C}"/>
                    </a:ext>
                  </a:extLst>
                </p14:cNvPr>
                <p14:cNvContentPartPr/>
                <p14:nvPr/>
              </p14:nvContentPartPr>
              <p14:xfrm>
                <a:off x="9167356" y="6251752"/>
                <a:ext cx="68760" cy="71640"/>
              </p14:xfrm>
            </p:contentPart>
          </mc:Choice>
          <mc:Fallback xmlns="">
            <p:pic>
              <p:nvPicPr>
                <p:cNvPr id="219288" name="Ink 219287">
                  <a:extLst>
                    <a:ext uri="{FF2B5EF4-FFF2-40B4-BE49-F238E27FC236}">
                      <a16:creationId xmlns:a16="http://schemas.microsoft.com/office/drawing/2014/main" id="{D4EE851C-DE93-0E93-D22C-125ADAFB803C}"/>
                    </a:ext>
                  </a:extLst>
                </p:cNvPr>
                <p:cNvPicPr/>
                <p:nvPr/>
              </p:nvPicPr>
              <p:blipFill>
                <a:blip r:embed="rId350"/>
                <a:stretch>
                  <a:fillRect/>
                </a:stretch>
              </p:blipFill>
              <p:spPr>
                <a:xfrm>
                  <a:off x="9158356" y="6243112"/>
                  <a:ext cx="8640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351">
              <p14:nvContentPartPr>
                <p14:cNvPr id="219289" name="Ink 219288">
                  <a:extLst>
                    <a:ext uri="{FF2B5EF4-FFF2-40B4-BE49-F238E27FC236}">
                      <a16:creationId xmlns:a16="http://schemas.microsoft.com/office/drawing/2014/main" id="{4106E234-0FC8-CEFF-1C1E-3134953211E8}"/>
                    </a:ext>
                  </a:extLst>
                </p14:cNvPr>
                <p14:cNvContentPartPr/>
                <p14:nvPr/>
              </p14:nvContentPartPr>
              <p14:xfrm>
                <a:off x="9243316" y="6064912"/>
                <a:ext cx="181080" cy="139320"/>
              </p14:xfrm>
            </p:contentPart>
          </mc:Choice>
          <mc:Fallback xmlns="">
            <p:pic>
              <p:nvPicPr>
                <p:cNvPr id="219289" name="Ink 219288">
                  <a:extLst>
                    <a:ext uri="{FF2B5EF4-FFF2-40B4-BE49-F238E27FC236}">
                      <a16:creationId xmlns:a16="http://schemas.microsoft.com/office/drawing/2014/main" id="{4106E234-0FC8-CEFF-1C1E-3134953211E8}"/>
                    </a:ext>
                  </a:extLst>
                </p:cNvPr>
                <p:cNvPicPr/>
                <p:nvPr/>
              </p:nvPicPr>
              <p:blipFill>
                <a:blip r:embed="rId352"/>
                <a:stretch>
                  <a:fillRect/>
                </a:stretch>
              </p:blipFill>
              <p:spPr>
                <a:xfrm>
                  <a:off x="9234676" y="6055912"/>
                  <a:ext cx="19872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353">
              <p14:nvContentPartPr>
                <p14:cNvPr id="219290" name="Ink 219289">
                  <a:extLst>
                    <a:ext uri="{FF2B5EF4-FFF2-40B4-BE49-F238E27FC236}">
                      <a16:creationId xmlns:a16="http://schemas.microsoft.com/office/drawing/2014/main" id="{491C6D4D-BB99-4A53-522B-39A392C032EF}"/>
                    </a:ext>
                  </a:extLst>
                </p14:cNvPr>
                <p14:cNvContentPartPr/>
                <p14:nvPr/>
              </p14:nvContentPartPr>
              <p14:xfrm>
                <a:off x="9476956" y="6052672"/>
                <a:ext cx="165240" cy="235080"/>
              </p14:xfrm>
            </p:contentPart>
          </mc:Choice>
          <mc:Fallback xmlns="">
            <p:pic>
              <p:nvPicPr>
                <p:cNvPr id="219290" name="Ink 219289">
                  <a:extLst>
                    <a:ext uri="{FF2B5EF4-FFF2-40B4-BE49-F238E27FC236}">
                      <a16:creationId xmlns:a16="http://schemas.microsoft.com/office/drawing/2014/main" id="{491C6D4D-BB99-4A53-522B-39A392C032EF}"/>
                    </a:ext>
                  </a:extLst>
                </p:cNvPr>
                <p:cNvPicPr/>
                <p:nvPr/>
              </p:nvPicPr>
              <p:blipFill>
                <a:blip r:embed="rId354"/>
                <a:stretch>
                  <a:fillRect/>
                </a:stretch>
              </p:blipFill>
              <p:spPr>
                <a:xfrm>
                  <a:off x="9467956" y="6044032"/>
                  <a:ext cx="182880" cy="252720"/>
                </a:xfrm>
                <a:prstGeom prst="rect">
                  <a:avLst/>
                </a:prstGeom>
              </p:spPr>
            </p:pic>
          </mc:Fallback>
        </mc:AlternateContent>
        <mc:AlternateContent xmlns:mc="http://schemas.openxmlformats.org/markup-compatibility/2006" xmlns:p14="http://schemas.microsoft.com/office/powerpoint/2010/main">
          <mc:Choice Requires="p14">
            <p:contentPart p14:bwMode="auto" r:id="rId355">
              <p14:nvContentPartPr>
                <p14:cNvPr id="219291" name="Ink 219290">
                  <a:extLst>
                    <a:ext uri="{FF2B5EF4-FFF2-40B4-BE49-F238E27FC236}">
                      <a16:creationId xmlns:a16="http://schemas.microsoft.com/office/drawing/2014/main" id="{D8E74C7F-894D-B385-893D-76184BD3C76E}"/>
                    </a:ext>
                  </a:extLst>
                </p14:cNvPr>
                <p14:cNvContentPartPr/>
                <p14:nvPr/>
              </p14:nvContentPartPr>
              <p14:xfrm>
                <a:off x="9630316" y="5951152"/>
                <a:ext cx="122040" cy="125640"/>
              </p14:xfrm>
            </p:contentPart>
          </mc:Choice>
          <mc:Fallback xmlns="">
            <p:pic>
              <p:nvPicPr>
                <p:cNvPr id="219291" name="Ink 219290">
                  <a:extLst>
                    <a:ext uri="{FF2B5EF4-FFF2-40B4-BE49-F238E27FC236}">
                      <a16:creationId xmlns:a16="http://schemas.microsoft.com/office/drawing/2014/main" id="{D8E74C7F-894D-B385-893D-76184BD3C76E}"/>
                    </a:ext>
                  </a:extLst>
                </p:cNvPr>
                <p:cNvPicPr/>
                <p:nvPr/>
              </p:nvPicPr>
              <p:blipFill>
                <a:blip r:embed="rId356"/>
                <a:stretch>
                  <a:fillRect/>
                </a:stretch>
              </p:blipFill>
              <p:spPr>
                <a:xfrm>
                  <a:off x="9621676" y="5942152"/>
                  <a:ext cx="139680" cy="143280"/>
                </a:xfrm>
                <a:prstGeom prst="rect">
                  <a:avLst/>
                </a:prstGeom>
              </p:spPr>
            </p:pic>
          </mc:Fallback>
        </mc:AlternateContent>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E970F-C7D6-A34D-8C11-1115273591ED}"/>
              </a:ext>
            </a:extLst>
          </p:cNvPr>
          <p:cNvSpPr>
            <a:spLocks noGrp="1"/>
          </p:cNvSpPr>
          <p:nvPr>
            <p:ph type="title"/>
          </p:nvPr>
        </p:nvSpPr>
        <p:spPr/>
        <p:txBody>
          <a:bodyPr/>
          <a:lstStyle/>
          <a:p>
            <a:r>
              <a:rPr lang="en-US" dirty="0"/>
              <a:t>Expected learning outcome</a:t>
            </a:r>
          </a:p>
        </p:txBody>
      </p:sp>
      <p:sp>
        <p:nvSpPr>
          <p:cNvPr id="3" name="Content Placeholder 2">
            <a:extLst>
              <a:ext uri="{FF2B5EF4-FFF2-40B4-BE49-F238E27FC236}">
                <a16:creationId xmlns:a16="http://schemas.microsoft.com/office/drawing/2014/main" id="{0254D36F-1991-E143-86D7-69A4587B1920}"/>
              </a:ext>
            </a:extLst>
          </p:cNvPr>
          <p:cNvSpPr>
            <a:spLocks noGrp="1"/>
          </p:cNvSpPr>
          <p:nvPr>
            <p:ph idx="1"/>
          </p:nvPr>
        </p:nvSpPr>
        <p:spPr/>
        <p:txBody>
          <a:bodyPr/>
          <a:lstStyle/>
          <a:p>
            <a:r>
              <a:rPr lang="en-US" dirty="0"/>
              <a:t>Be able to formulate and solve second-order ODEs for series and parallel RLC and other second-order circuits</a:t>
            </a:r>
          </a:p>
          <a:p>
            <a:pPr lvl="1"/>
            <a:r>
              <a:rPr lang="en-US" dirty="0"/>
              <a:t>Be able to find the initial conditions (zero-order and first-order initial condition for the variable of interest)</a:t>
            </a:r>
          </a:p>
          <a:p>
            <a:pPr lvl="1"/>
            <a:r>
              <a:rPr lang="en-US" dirty="0"/>
              <a:t>Be able to find the characteristic function and discuss the types </a:t>
            </a:r>
            <a:r>
              <a:rPr lang="en-US"/>
              <a:t>of roots</a:t>
            </a:r>
            <a:endParaRPr lang="en-US" dirty="0"/>
          </a:p>
          <a:p>
            <a:r>
              <a:rPr lang="en-US" dirty="0"/>
              <a:t>Understand how different circuit parameters lead to overdamped, critically damped, and underdamped systems</a:t>
            </a:r>
          </a:p>
        </p:txBody>
      </p:sp>
      <p:sp>
        <p:nvSpPr>
          <p:cNvPr id="4" name="Slide Number Placeholder 3">
            <a:extLst>
              <a:ext uri="{FF2B5EF4-FFF2-40B4-BE49-F238E27FC236}">
                <a16:creationId xmlns:a16="http://schemas.microsoft.com/office/drawing/2014/main" id="{E18E6483-B731-DD48-9460-F7F679138772}"/>
              </a:ext>
            </a:extLst>
          </p:cNvPr>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52</a:t>
            </a:fld>
            <a:endParaRPr lang="en-US" altLang="zh-CN" dirty="0">
              <a:ea typeface="黑体" panose="02010609060101010101" pitchFamily="49" charset="-122"/>
            </a:endParaRPr>
          </a:p>
        </p:txBody>
      </p:sp>
    </p:spTree>
    <p:extLst>
      <p:ext uri="{BB962C8B-B14F-4D97-AF65-F5344CB8AC3E}">
        <p14:creationId xmlns:p14="http://schemas.microsoft.com/office/powerpoint/2010/main" val="34710699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6B414-B432-9444-9722-C14ED4350C94}"/>
              </a:ext>
            </a:extLst>
          </p:cNvPr>
          <p:cNvSpPr>
            <a:spLocks noGrp="1"/>
          </p:cNvSpPr>
          <p:nvPr>
            <p:ph type="title"/>
          </p:nvPr>
        </p:nvSpPr>
        <p:spPr/>
        <p:txBody>
          <a:bodyPr/>
          <a:lstStyle/>
          <a:p>
            <a:r>
              <a:rPr lang="en-CN" dirty="0"/>
              <a:t>Key contents		</a:t>
            </a:r>
          </a:p>
        </p:txBody>
      </p:sp>
      <p:sp>
        <p:nvSpPr>
          <p:cNvPr id="3" name="Content Placeholder 2">
            <a:extLst>
              <a:ext uri="{FF2B5EF4-FFF2-40B4-BE49-F238E27FC236}">
                <a16:creationId xmlns:a16="http://schemas.microsoft.com/office/drawing/2014/main" id="{CD977059-2206-2E49-800B-17596FA2D2DB}"/>
              </a:ext>
            </a:extLst>
          </p:cNvPr>
          <p:cNvSpPr>
            <a:spLocks noGrp="1"/>
          </p:cNvSpPr>
          <p:nvPr>
            <p:ph idx="1"/>
          </p:nvPr>
        </p:nvSpPr>
        <p:spPr>
          <a:xfrm>
            <a:off x="699975" y="1460500"/>
            <a:ext cx="10985205" cy="4895850"/>
          </a:xfrm>
        </p:spPr>
        <p:txBody>
          <a:bodyPr>
            <a:normAutofit fontScale="92500" lnSpcReduction="10000"/>
          </a:bodyPr>
          <a:lstStyle/>
          <a:p>
            <a:r>
              <a:rPr lang="en-CN" dirty="0"/>
              <a:t>Pick a voltage or current as the variable</a:t>
            </a:r>
          </a:p>
          <a:p>
            <a:r>
              <a:rPr lang="en-CN" dirty="0"/>
              <a:t>Solve intitial values for t</a:t>
            </a:r>
            <a:r>
              <a:rPr lang="en-US" dirty="0"/>
              <a:t>he</a:t>
            </a:r>
            <a:r>
              <a:rPr lang="en-CN" dirty="0"/>
              <a:t> variable or its derivative </a:t>
            </a:r>
          </a:p>
          <a:p>
            <a:r>
              <a:rPr lang="en-CN" dirty="0"/>
              <a:t>For RLC in series or in parallel</a:t>
            </a:r>
          </a:p>
          <a:p>
            <a:pPr lvl="1"/>
            <a:r>
              <a:rPr lang="en-CN" dirty="0"/>
              <a:t>Total response=Steady-State Response + Transient Response </a:t>
            </a:r>
          </a:p>
          <a:p>
            <a:pPr lvl="1"/>
            <a:r>
              <a:rPr lang="en-CN" dirty="0"/>
              <a:t>Transient Resposne=Natural (Source-Free) Responses; one of the three forms</a:t>
            </a:r>
          </a:p>
          <a:p>
            <a:pPr lvl="1"/>
            <a:r>
              <a:rPr lang="en-CN" dirty="0"/>
              <a:t>Steady-State Response: final value for voltage/current </a:t>
            </a:r>
          </a:p>
          <a:p>
            <a:pPr lvl="1"/>
            <a:r>
              <a:rPr lang="en-CN" dirty="0"/>
              <a:t>Use initial values pair to solve the two unknown constants </a:t>
            </a:r>
          </a:p>
          <a:p>
            <a:r>
              <a:rPr lang="en-CN" dirty="0"/>
              <a:t>For general 2nd-order circuit: pick a voltage or current as the variable</a:t>
            </a:r>
          </a:p>
          <a:p>
            <a:pPr lvl="1"/>
            <a:r>
              <a:rPr lang="en-CN" dirty="0"/>
              <a:t>Total response=Steady-State Response + Transient Response </a:t>
            </a:r>
          </a:p>
          <a:p>
            <a:pPr lvl="1"/>
            <a:r>
              <a:rPr lang="en-CN" dirty="0"/>
              <a:t>Transient Resposne=Natural (Source-Free) Responses</a:t>
            </a:r>
          </a:p>
          <a:p>
            <a:pPr lvl="1"/>
            <a:r>
              <a:rPr lang="en-CN" dirty="0"/>
              <a:t>Disable all the independent sources; Apply KVL/KCL to get a 2nd-order ODE for the variable; write out the characteric equation:</a:t>
            </a:r>
          </a:p>
          <a:p>
            <a:pPr lvl="1"/>
            <a:r>
              <a:rPr lang="en-CN" dirty="0"/>
              <a:t> T</a:t>
            </a:r>
            <a:r>
              <a:rPr lang="en-US" dirty="0"/>
              <a:t>he</a:t>
            </a:r>
            <a:r>
              <a:rPr lang="en-CN" dirty="0"/>
              <a:t> transient response: </a:t>
            </a:r>
          </a:p>
        </p:txBody>
      </p:sp>
      <p:sp>
        <p:nvSpPr>
          <p:cNvPr id="4" name="Slide Number Placeholder 3">
            <a:extLst>
              <a:ext uri="{FF2B5EF4-FFF2-40B4-BE49-F238E27FC236}">
                <a16:creationId xmlns:a16="http://schemas.microsoft.com/office/drawing/2014/main" id="{3F539D2D-9A48-8D4C-9CC0-5A9B73B0C9C2}"/>
              </a:ext>
            </a:extLst>
          </p:cNvPr>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53</a:t>
            </a:fld>
            <a:endParaRPr lang="en-US" altLang="zh-CN" dirty="0">
              <a:ea typeface="黑体" panose="02010609060101010101" pitchFamily="49" charset="-122"/>
            </a:endParaRPr>
          </a:p>
        </p:txBody>
      </p:sp>
      <p:pic>
        <p:nvPicPr>
          <p:cNvPr id="6" name="Picture 5">
            <a:extLst>
              <a:ext uri="{FF2B5EF4-FFF2-40B4-BE49-F238E27FC236}">
                <a16:creationId xmlns:a16="http://schemas.microsoft.com/office/drawing/2014/main" id="{EEC63427-B47E-054B-ACFF-61511380AE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9936" y="5440358"/>
            <a:ext cx="1466260" cy="355829"/>
          </a:xfrm>
          <a:prstGeom prst="rect">
            <a:avLst/>
          </a:prstGeom>
        </p:spPr>
      </p:pic>
      <p:pic>
        <p:nvPicPr>
          <p:cNvPr id="7" name="图片 6">
            <a:extLst>
              <a:ext uri="{FF2B5EF4-FFF2-40B4-BE49-F238E27FC236}">
                <a16:creationId xmlns:a16="http://schemas.microsoft.com/office/drawing/2014/main" id="{74C95BAA-CB78-C363-9828-1A1054CA2E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64050" y="5741308"/>
            <a:ext cx="4810579" cy="1092490"/>
          </a:xfrm>
          <a:prstGeom prst="rect">
            <a:avLst/>
          </a:prstGeom>
        </p:spPr>
      </p:pic>
    </p:spTree>
    <p:extLst>
      <p:ext uri="{BB962C8B-B14F-4D97-AF65-F5344CB8AC3E}">
        <p14:creationId xmlns:p14="http://schemas.microsoft.com/office/powerpoint/2010/main" val="13534025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nglish">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18721</TotalTime>
  <Words>3149</Words>
  <Application>Microsoft Macintosh PowerPoint</Application>
  <PresentationFormat>宽屏</PresentationFormat>
  <Paragraphs>510</Paragraphs>
  <Slides>54</Slides>
  <Notes>21</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54</vt:i4>
      </vt:variant>
    </vt:vector>
  </HeadingPairs>
  <TitlesOfParts>
    <vt:vector size="62" baseType="lpstr">
      <vt:lpstr>DengXian</vt:lpstr>
      <vt:lpstr>Arial</vt:lpstr>
      <vt:lpstr>Calibri</vt:lpstr>
      <vt:lpstr>Cambria Math</vt:lpstr>
      <vt:lpstr>Symbol</vt:lpstr>
      <vt:lpstr>Times New Roman</vt:lpstr>
      <vt:lpstr>Office Theme</vt:lpstr>
      <vt:lpstr>Equation</vt:lpstr>
      <vt:lpstr>EIE 2001 Basic Circuit Theory</vt:lpstr>
      <vt:lpstr>Overview</vt:lpstr>
      <vt:lpstr>Second Order Circuits</vt:lpstr>
      <vt:lpstr>RLC Circuits Analysis</vt:lpstr>
      <vt:lpstr>Example 1</vt:lpstr>
      <vt:lpstr>Example 2</vt:lpstr>
      <vt:lpstr>PowerPoint 演示文稿</vt:lpstr>
      <vt:lpstr>Recall the Response of RL/RC Circuits</vt:lpstr>
      <vt:lpstr>Source Free Series RLC</vt:lpstr>
      <vt:lpstr>Source Free Series RLC – Initial Values</vt:lpstr>
      <vt:lpstr>Source Free Series RLC</vt:lpstr>
      <vt:lpstr>Source Free Series RLC</vt:lpstr>
      <vt:lpstr>Solutions of the second order ODE</vt:lpstr>
      <vt:lpstr>Characteristic Equation of 2nd Order System</vt:lpstr>
      <vt:lpstr>PowerPoint 演示文稿</vt:lpstr>
      <vt:lpstr>Critically damped system is the quickest to reach the steady state</vt:lpstr>
      <vt:lpstr>Solutions of the second order ODE</vt:lpstr>
      <vt:lpstr>Solutions of the second order ODE</vt:lpstr>
      <vt:lpstr>PowerPoint 演示文稿</vt:lpstr>
      <vt:lpstr>Solutions of the second order ODE</vt:lpstr>
      <vt:lpstr>PowerPoint 演示文稿</vt:lpstr>
      <vt:lpstr>Solutions of the second order ODE</vt:lpstr>
      <vt:lpstr>Source Free Series RLC</vt:lpstr>
      <vt:lpstr>Damping and RLC networks</vt:lpstr>
      <vt:lpstr>Example 3</vt:lpstr>
      <vt:lpstr>Example 3 (cont’d)</vt:lpstr>
      <vt:lpstr>Example 3 (cont’d)</vt:lpstr>
      <vt:lpstr>Step Response of a Series RLC Circuit</vt:lpstr>
      <vt:lpstr>Step Response of a Series RLC Circuit</vt:lpstr>
      <vt:lpstr>Step Response of a Series RLC Circuit</vt:lpstr>
      <vt:lpstr>Source Free Parallel RLC – Initial Values</vt:lpstr>
      <vt:lpstr>Source Free Parallel RLC Circuit</vt:lpstr>
      <vt:lpstr>Source Free Parallel RLC Circuit</vt:lpstr>
      <vt:lpstr>PowerPoint 演示文稿</vt:lpstr>
      <vt:lpstr>Example 4</vt:lpstr>
      <vt:lpstr>Example 4 (cont’d)</vt:lpstr>
      <vt:lpstr>Step Response of a Parallel RLC Circuit</vt:lpstr>
      <vt:lpstr>Example 5</vt:lpstr>
      <vt:lpstr>Example 5 (cont’d)</vt:lpstr>
      <vt:lpstr>Example 5 (cont’d)</vt:lpstr>
      <vt:lpstr>Example 5 (cont’d)</vt:lpstr>
      <vt:lpstr>Example 5 (cont’d)</vt:lpstr>
      <vt:lpstr>Example 6</vt:lpstr>
      <vt:lpstr>Example 6 (cont’d)</vt:lpstr>
      <vt:lpstr>Example 6 (cont’d)</vt:lpstr>
      <vt:lpstr>General Second Order Circuits (beyond RLC)</vt:lpstr>
      <vt:lpstr>Example 7</vt:lpstr>
      <vt:lpstr>Example 7</vt:lpstr>
      <vt:lpstr>Example 7</vt:lpstr>
      <vt:lpstr>Example 7</vt:lpstr>
      <vt:lpstr>Example: second order op-amp circuit</vt:lpstr>
      <vt:lpstr>Example: second order op-amp circuit</vt:lpstr>
      <vt:lpstr>Expected learning outcome</vt:lpstr>
      <vt:lpstr>Key contents  </vt:lpstr>
    </vt:vector>
  </TitlesOfParts>
  <Company>The Chinese University of Hong Kong, Shenzhen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Scientific Method</dc:title>
  <dc:creator>Skhark</dc:creator>
  <cp:lastModifiedBy>Prof. Shuguang Cui (SSE)</cp:lastModifiedBy>
  <cp:revision>1196</cp:revision>
  <cp:lastPrinted>2023-10-30T06:49:41Z</cp:lastPrinted>
  <dcterms:created xsi:type="dcterms:W3CDTF">2015-01-13T03:48:29Z</dcterms:created>
  <dcterms:modified xsi:type="dcterms:W3CDTF">2023-10-30T07:16:24Z</dcterms:modified>
</cp:coreProperties>
</file>