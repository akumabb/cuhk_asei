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6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7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97" r:id="rId1"/>
  </p:sldMasterIdLst>
  <p:notesMasterIdLst>
    <p:notesMasterId r:id="rId57"/>
  </p:notesMasterIdLst>
  <p:sldIdLst>
    <p:sldId id="682" r:id="rId2"/>
    <p:sldId id="689" r:id="rId3"/>
    <p:sldId id="690" r:id="rId4"/>
    <p:sldId id="642" r:id="rId5"/>
    <p:sldId id="643" r:id="rId6"/>
    <p:sldId id="683" r:id="rId7"/>
    <p:sldId id="684" r:id="rId8"/>
    <p:sldId id="644" r:id="rId9"/>
    <p:sldId id="645" r:id="rId10"/>
    <p:sldId id="685" r:id="rId11"/>
    <p:sldId id="648" r:id="rId12"/>
    <p:sldId id="646" r:id="rId13"/>
    <p:sldId id="676" r:id="rId14"/>
    <p:sldId id="647" r:id="rId15"/>
    <p:sldId id="649" r:id="rId16"/>
    <p:sldId id="650" r:id="rId17"/>
    <p:sldId id="677" r:id="rId18"/>
    <p:sldId id="678" r:id="rId19"/>
    <p:sldId id="679" r:id="rId20"/>
    <p:sldId id="680" r:id="rId21"/>
    <p:sldId id="681" r:id="rId22"/>
    <p:sldId id="651" r:id="rId23"/>
    <p:sldId id="660" r:id="rId24"/>
    <p:sldId id="652" r:id="rId25"/>
    <p:sldId id="653" r:id="rId26"/>
    <p:sldId id="654" r:id="rId27"/>
    <p:sldId id="655" r:id="rId28"/>
    <p:sldId id="656" r:id="rId29"/>
    <p:sldId id="657" r:id="rId30"/>
    <p:sldId id="658" r:id="rId31"/>
    <p:sldId id="686" r:id="rId32"/>
    <p:sldId id="692" r:id="rId33"/>
    <p:sldId id="661" r:id="rId34"/>
    <p:sldId id="662" r:id="rId35"/>
    <p:sldId id="663" r:id="rId36"/>
    <p:sldId id="664" r:id="rId37"/>
    <p:sldId id="665" r:id="rId38"/>
    <p:sldId id="666" r:id="rId39"/>
    <p:sldId id="667" r:id="rId40"/>
    <p:sldId id="668" r:id="rId41"/>
    <p:sldId id="669" r:id="rId42"/>
    <p:sldId id="634" r:id="rId43"/>
    <p:sldId id="635" r:id="rId44"/>
    <p:sldId id="636" r:id="rId45"/>
    <p:sldId id="687" r:id="rId46"/>
    <p:sldId id="525" r:id="rId47"/>
    <p:sldId id="526" r:id="rId48"/>
    <p:sldId id="527" r:id="rId49"/>
    <p:sldId id="639" r:id="rId50"/>
    <p:sldId id="529" r:id="rId51"/>
    <p:sldId id="531" r:id="rId52"/>
    <p:sldId id="532" r:id="rId53"/>
    <p:sldId id="534" r:id="rId54"/>
    <p:sldId id="640" r:id="rId55"/>
    <p:sldId id="688" r:id="rId56"/>
  </p:sldIdLst>
  <p:sldSz cx="12192000" cy="6858000"/>
  <p:notesSz cx="6807200" cy="99393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82"/>
  </p:normalViewPr>
  <p:slideViewPr>
    <p:cSldViewPr snapToGrid="0">
      <p:cViewPr varScale="1">
        <p:scale>
          <a:sx n="111" d="100"/>
          <a:sy n="111" d="100"/>
        </p:scale>
        <p:origin x="632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2T02:53:45.8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7344 5358 8532,'-25'0'-153,"0"0"-77,1 0 0,4 0 230,4 0 239,7 0 26,4 0 193,5 0-56,5 0-293,2 0 0,11 0 117,3 0-100,2 0 30,8 0 171,6 0-226,1 0 0,15-4 102,-4 0-1145,9-1 1026,-1 0 0,-21 2 1,1 0 8,2 0 1,1-2 0,4-1 0,2 0-2,3-1 0,2 1 1,4 0-1,1 0 95,6-2 1,0-1-1127,-15 3 0,0 0 1,0-1 983,1 1 1,0-1 0,1 1-1,4-1 1,0 0 0,1 0 108,-2 0 1,0 0 0,1 0-297,1 1 1,2-1-1,-1 0 1,3-1-1,1-1 1,1 1 240,3 0 1,0-1 0,1 1 0,-3 0 0,0 0 0,0-1-31,3 1 1,-1 0 0,0 0 0,-3 0-1,-1 2 1,0-1 19,-1 0 0,0-1 0,0 2 0,-3 2 0,-1 1 0,0-1 9,-3 0 0,0-1 0,0 2 0,18 0 0,-2 2-261,-4-2 0,-2 2 1,-2 0-1,-1 0 218,-6 1 1,0 0 0,1 2 0,0 2-34,-3 0 0,-1 0 1,-2-1-1,-2 1-169,-3 0 1,-1 0-1,-3 0 1,0 0 533,-1 2 1,0 1 0,-1-1 0,0 0-2414,26 7 1017,-3-1 1009,-15-5 0,2 2 0,-9-4 0,-5-3 0,-5 0 0</inkml:trace>
  <inkml:trace contextRef="#ctx0" brushRef="#br0" timeOffset="1">15680 6499 8855,'-12'0'-229,"0"0"1,-1-4 247,1 0 85,-1-1 157,1 5 223,5 0-754,2 0 263,5 0 1,1 0-132,3 0 237,3 0 1,1 0 108,0 0-212,1 0 70,9 0 1,-3 0-246,6 0 231,-1 0 0,5 0 14,0 0 3,5 0-20,2 0 0,6-1 34,4-3-28,2 3 0,12-9-1394,6 6 1314,0-6 46,-25 9 1,0 1 0,-1-5-1,1-1 22,1 1 0,2 1 35,2 2 1,0-1-58,2-3 1,-1 1 0,-1 3-1,0 1 92,1-3 0,1 0-88,1 3 1,0-1 0,-1-3 0,1-1-28,2 2 1,1 0 0,2 0 0,0 1-223,1-1 1,1 0-1,-2 0 1,-1 1 145,-1-1 0,-1 0 0,-2 0 0,0 2 61,0 2 0,1 0 0,-1 0 0,1 0-226,-3 0 0,1 0 0,-2 0 0,0-1 210,-5-1 0,0-1 0,0 3 0,1-1-47,-1-1 0,0 0 42,0-2 0,0 1 1,34 2-15,-36-1 0,0 0-10,30-5-757,-3 5 935,4-9-148,-14 10 1,8-9-24,-15 6 681,-2 0-646,-6-2 0,-7 5 943,-5-3-1246,-5 3 690,-8 1-643,-5 0 589,-2 0 0,-20 4-656,-6 0 263,-10 0 258,-1 2 0,-7-5-341,-2 3 0,-4 2-60,-9-2-940,3 0 1048,-10 1 0,-4-3 17,31-1 1,-2 2 157,-2 0 1,0 1-32,-25-3 1,26 2 0,0 1 2,0-2 1,-1 0-2,-4-1 0,-1-1 0,-4 4 0,0-1-71,-2 0 1,-1-1 104,-3-2 1,1 1-76,-1 4 0,0 1 1,-3-4-1,-1-1 70,-1 3 1,0 0 0,4-1 0,0 1-31,1 0 0,-1 0 0,3 1 0,0 0-10,1-3 1,1 0 0,-1 2 0,0 0-11,1-2 1,-1 0 0,3 1 0,0 0-1,2-1 1,0 0-1,1-1 1,1-1-155,1 2 1,1 0-1,-2-1 1,0 0 179,2-1 0,0 0 0,1 2 0,1 0-25,2 0 1,0 0-1,0 0 1,1 0 22,-30-2-16,5 0 1,2 0-33,5 0 39,0 0-4,10 0-92,1 0 89,6 0 0,3 4 6,5 0-18,5 1 16,12-5-2,-1 0 1251,7 0-1261,0 0 1,7 0 608,4 0-604,1 0 0,12 0-61,3 0 58,8 0 0,3 0 12,5 0-73,6 0-97,6 0 0,4 0 155,5 0-1268,-6-6 1258,14 5 1,-7-5 231,12 6-220,-7-5-7,-27 4 0,-1 0 0,-1-3 0,1-1 103,3 3 1,0 0-95,1-3 0,2 0 0,5 2 0,2 0 48,0 0 1,1-2-1,3 0 1,1-1-38,-3 2 0,1 0 0,2-1 0,-1 0-32,-1 1 0,0 0 0,2-1 0,-1 0 34,-1 3 0,0 0 1,-2-2-1,-1 0-31,-1 2 0,-1 0 0,-2-2 0,0-1-145,0 3 0,1 0 0,0 0 1,0 0 96,0 2 1,-1 0 0,-2-2 0,-1 0-45,-2 0 0,-1 0 1,-1 0-1,0 0 98,-1 2 1,0 0-19,1 0 1,-1 0-1102,32 0 1095,-7 0 1,-7-4-44,-6 0 24,-5-1 16,5 5 0,-15-4-33,3 0-209,-8-6 268,2 9 0,-7-7 0,1 0 0,0-6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2T02:53:45.8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25059 11919 8116,'0'-7'-767,"0"1"1176,0 1-281,0 3 13,0-3 0,0 5-99,-6-6 102,5 5-56,-5-5 0,5 11-7,-3-1 0,3 7 293,-4 1-303,-1 6 0,3 8 167,-5 3-133,5 3-19,-8 11 1,8 3-77,-5 12 1,4 2-163,0-26 1,-1 2 0,2-1 0,-1 2 182,0 2 1,0 0 0,-1-1 0,0 0 50,3 1 0,0 0-33,-3-3 0,1-1-1271,2 32 1276,-9-10 0,10-2 28,-3-6-722,-3 1 685,6-6-571,-5-7 456,6-1 1,0-10 772,0 3-334,0-8 162,0 2 1,0-13-459,0 2 1017,0-7-778,6 6 294,-5-10-432,4 4-35,-5-5 144,0 0-173,0 6-268,0-5 56,0 5 371,0-6 395,0 0-716,6 0 99,-5-6 1,9 4-248,-6-7 251,6 7-11,-3-4 1,1 2-105,0 0 104,0 0 20,5-2-314,-1 5 266,1-5 1,-1 6 9,0 0-271,1-5 119,5 3 0,-3-4 109,6 1-86,-6 4 79,8-5 1,-2 2 30,8 0-36,-3-5 4,4 7 68,-5-9-62,0 10 0,5-6-24,3 3 96,-2 2-62,5-3 0,-9 3-10,6-2 116,0 3-100,4-5 0,1 6-6,-1 0-305,-5 0 304,-2 0 0,-4 0-27,3 0-273,-8 0 281,8 6 105,-16-5-111,11 5-25,-10-1 71,4-3 0,-2 7-4,1-4 1,1-1-27,-2-4 0,-1 0 11,6 0 1,0 0-1,3 0 52,-4 0-38,9 0 1,-7-2 162,11-2-75,-6-3 1,5-1 17,-3 0 0,-3-1-81,3-3 2,-3 5 86,-1-4-88,-6 10 0,4-6 44,-7 3-307,-5 2 263,6-3 1,-9 5 36,8 0-299,-2 0 251,-1 0 0,0 0-220,4 0 79,2 5 1,2-3 82,0 2-10,-1-3 16,11-1 1,-5 0 187,3 0-72,-3 0 0,0 0-125,3 0 1,-3 0 7,3 0 0,-7 6 9,-1 2-193,0 3 105,3 1 0,1 1-158,0-1 133,-6 1 0,5 3-110,-4 1 180,4-1 1,5-3-49,0-1 106,-6 0-62,1-5 0,-9 3-107,5-6 621,1 0-304,-2-4 0,1-5 625,-4-3-399,-2 2-196,4-11 0,-6 9 273,1-8-313,-1 2-27,1 1 1,-5 1-1177,0 0 516,-5-1 311,8 6 251,-10 2 0,5-1 0,-6-1 0</inkml:trace>
  <inkml:trace contextRef="#ctx0" brushRef="#br0" timeOffset="1">25096 11782 13613,'0'-12'-1818,"0"-1"1547,0 1 0,0 0 448,0-1-53,0 1 1,6-1 204,2 1 1,-1 1 152,1 3-84,0-3 0,5 5-90,-1-2 1,5 2 182,-1 6 0,2 0-27,-1 0 1,-2 2-157,5 2 1,5-3-81,4 3 0,6-2-233,-2-2 0,3 4-211,1 0 0,1 0-1953,4-4 1168,2 0-317,0 0 1742,4 0-208,-9 0 1,9-4-430,-2 0 553,2 0-127,-4 4 1,0 0-118,-3 0 1,-2 0-8,2 0 1,-2 0-1,-2 0 0,-4 1 30,0 3 0,0-2 89,5 2 1,-1-3 346,0-1 0,-4 0-439,0 0 0,0 0-143,4 0-1627,1 0 1376,-7 0 0,5 0-21,-3 0 214,-2 0 44,4 0 185,-3 0-156,0 0 1,2 0 9,-5 0-398,0 0 400,2 0 1,-5 0-4,3 0-304,-3 0 159,-7 0 1,3 2 77,-5 2-202,-1-3 214,-3 5 0,-1-6 10,1 0-73,-7 0 144,5 0-11,-4 5-134,0-4 179,-1 5-107,-1-6 13,-3 0 198,3 0 40,-5 0-259,0 0 10,0 6 0,0-4-21,0 7 236,0-1-183,0-1 1,2 8 17,2-3 1,-3 9 10,3 0 1,-2 8 8,-2 4-22,0 2 1,0 8 0,0 3-1256,0 2 1084,0 1 0,0 1 351,0 0-149,0-1 0,0-5-77,0-2 285,0-4-254,0 0 1,0-1-19,0 0 95,-6 0-68,5 0 0,-5 2 13,6 2-226,0-2 213,-5 4 1,3-10-7,-2 0 30,3 0-23,1 4 846,0-5-849,0-2 0,0-9 115,0-1 145,0-4-259,0 1 3,0-10-848,0-1 414,0-6 501,0 0 1,-6 5 0,-1 2-1</inkml:trace>
  <inkml:trace contextRef="#ctx0" brushRef="#br0" timeOffset="2">22044 4105 8035,'0'-8'-363,"0"0"458,0 5 1,0-4 27,0 3 246,0 2-203,0-3-168,0 5 0,-1 0 170,-3 0-62,2 0 55,-3 0-71,5 0 1,-1 1 87,-4 3-90,4-2 144,-4 3 0,0-3-2,1 2 0,-1-3 304,1 3-174,2-2-319,-9 3 0,6-2 4,-4 5 101,-2-5-86,5 8 1,-6-4 41,4 5 0,-3-3-90,3-1 1,-3 2 60,-2 6 1,5-2-92,0 2 1,-2 4 82,-6 0 0,2 4-76,-3 1 0,4 5-59,0 3 0,2 1 108,3 0 1,-3 0-113,3-5 0,2 4 91,2-4 1,-2 0-108,2-4 0,0-6 86,4-2-249,0 2 140,6 0 1,1-4 31,5-2 0,0-9 42,1 0 0,-1-3 2,1-1 1,-1 0 6,0 0 0,5 0-28,0 0 1,-1-4 33,-4 0 0,5-6-20,0 2 1,-1-4 58,-3-5 0,2 3-45,-3-2 1,3-2 121,-6 1 0,-4 1-8,-1 3 0,2 1 164,-2 0 1,-1-1 7,-8 1 1,-1 4-137,-7-1 0,-5 7-58,-2-3 0,-5 5 46,-4 5 0,1 1-151,-5 7 1,6-1 145,-2 1 1,7-1-502,1 0 0,6-3-2145,-2-1 2543,9-5 0,2 8 0,6-4 0</inkml:trace>
  <inkml:trace contextRef="#ctx0" brushRef="#br0" timeOffset="3">22292 4390 8083,'-6'0'812,"-5"0"-401,9 0 187,-9 0 23,10 0-192,-5 0-259,1 0 175,3 0-157,-3 0 0,6 0-174,3 0 12,-2 0 0,9 0-99,-3 0 0,-1 0 168,1 0 0,0 0-165,5 0 0,-2-1 30,-3-3 0,3 3-79,-3-4 129,3-1 1,1 3-104,-4-6 118,3 7-29,-4-9 1,4 8-35,-3-5 61,-2 5 207,-1-8-194,-4 10-1,5-10 18,-6 9-78,0-3 1,0 10-1,0 3 1,-4 8-122,0 0 1,-6 8-74,2 0 1,1 1 116,-1 4 0,1 3-127,-2 1 1,0-1 23,5 1 1,-1-6-23,5 2 0,0-3 46,0-1 1,6-6 112,2-2 1,1-9-14,3-4 1,-2-2 177,6-2 0,-2-2-347,-2-2 0,1-3 36,-1-5 1,-1-1 213,-3 1 0,3-6 0,-4-1 0</inkml:trace>
  <inkml:trace contextRef="#ctx0" brushRef="#br0" timeOffset="4">22516 4068 7942,'-13'-12'738,"-2"-1"-554,3 1 1,-3 3 1060,6 1-383,4 5-709,-1-2 0,8 5 29,2 0-237,3 0 0,9 4-698,1 0 0,-1 4 174,-3-3 579,5 4 0,-5 4 0,5 6 0</inkml:trace>
  <inkml:trace contextRef="#ctx0" brushRef="#br0" timeOffset="5">22739 4614 7878,'-12'0'372,"-1"0"719,1 0 58,5 0-314,1 0-443,1 0-178,4 0 1,-5 1-105,6 3 0,1 4 11,4 9 0,-4-2-57,3 6 1,-3-2-51,-1 2 1,5 2-1,-1-2 1,0 2-681,-4 2 0,0-4 43,0-1 623,0-4 0,5 7 0,2-4 0</inkml:trace>
  <inkml:trace contextRef="#ctx0" brushRef="#br0" timeOffset="6">23297 4440 8034,'-7'0'130,"2"0"184,-1-5 215,5 3 229,-5-3-413,6 5 110,0-6-282,0 5 0,2-5 172,2 6 81,3 0-142,5 0 1,2-4 362,3 0-338,2-6 1,2 9-43,-1-3 1,-3-2-9,3 2 0,-3 0-315,4 4 0,-6 0 114,1 0 1,-2 0-25,-1 0 1,3 0-280,1 0 0,-1 1-327,-3 4 1,-5-3 401,0 7 0,0-5-2161,5 4 2331,-6 0 0,4 10 0,-4 1 0</inkml:trace>
  <inkml:trace contextRef="#ctx0" brushRef="#br0" timeOffset="7">23533 4254 8027,'-7'0'0,"-4"-6"373,10 5 115,-10-10-87,9 10-454,-3-5 397,5 6-193,0 0-65,0 6 1,0 1 63,0 5 0,0 6-152,0 3 0,0 3-55,0 5 1,0 3 103,0 5 0,0 0-203,0 1 1,0-1 88,0 0 0,0-4 67,0 0 0,-6 0 0,-1 4 0</inkml:trace>
  <inkml:trace contextRef="#ctx0" brushRef="#br0" timeOffset="8">24228 4440 7947,'-7'0'-36,"-4"-5"257,9 3 0,-4-7-274,1 4 1,4 0 77,-3 1 489,2 2-134,2-9 224,0 4-120,6-5 315,-5 0-215,10-1-134,-9 1-336,9-1 201,-10 1-399,10 0 1,-8 3 104,5 1 0,-4 4-199,5-4 0,-5 5-138,4-1 180,0-3 0,5 6-358,-1-4 309,1 4 0,-1 1-31,0 0 0,1 0 81,-1 0 0,-1 1 120,-3 4 1,3 0-92,-2 3 0,-2 3 169,1-2 0,-5 3-32,1 5 0,-3-2 53,-1 5 1,0-3-59,0 4 1,-5-5-34,-4 5 0,-2-2 54,-1 2 0,0 2-37,-1-2 0,-1-2-2,-2 2 0,2-5-1,-2 5 0,0-6-13,0 2 0,2-4 5,-3 0 0,4-1-2,0 1 1,1-1 82,-1 0 1,2-3-75,3-1 0,-3-4 58,3 4-51,2-5 0,-1 3 210,3-6-161,3 0 237,-5 0-80,6 0 856,0 0-1053,6 0 1,-3 0-21,5 0 1,-4 0-12,4 0 1,1-2-155,3-2 0,0 3 117,1-3 1,5 2-311,2 2 0,0 0 138,0 0 1,1 0-348,4 0 0,-4 2-113,-1 2 1,1-3 677,4 3 0,-6 3 0,-1 0 0</inkml:trace>
  <inkml:trace contextRef="#ctx0" brushRef="#br0" timeOffset="9">24649 4576 7923,'-6'0'-8,"-5"0"959,4 0-166,0 0-182,-4 0-68,4 0 55,0 0-407,1 0 1,6 0 162,0-5-310,0 4 1,0-6-203,0 3 1,6 1 155,2-5 0,3 3-215,2-3 1,-1 0 124,0-5 1,2 5-89,3 0 0,-3 0 74,2-5 1,-2 1 107,-2-1 1,-1 5 46,-2 0-14,2 0 0,-6-1 403,3 1-93,-2 5-135,-6-2 0,0 6-52,0 3 0,-4 3-26,0 6 1,-6 3 16,2 1 0,-3 9 35,-2-1 1,1 4 4,0 0 1,0-3-14,4 3 1,-1 1-34,4-1 0,1 0-159,4-4 1,0-5-33,0 1 1,2-6 20,2 2 0,3-8-1407,5 0 1,1-7 685,-1 3 0,0-5-43,1-5 0,1 1 799,2-8 0,-2 2 0,4-8 0</inkml:trace>
  <inkml:trace contextRef="#ctx0" brushRef="#br0" timeOffset="10">24848 4192 7907,'-12'-12'587,"-1"-1"0,5 2-307,0 3-277,5-3 550,-3 9-65,6-9-823,0 10 1,2-3 133,2 8 0,-1 3-1146,5 5 1347,0 1 0,10 5 0,1 1 0</inkml:trace>
  <inkml:trace contextRef="#ctx0" brushRef="#br0" timeOffset="11">25022 4638 8312,'-7'0'991,"1"0"0,6 6-732,0 2 1,0 5-26,0 3 1,0 1-182,0 8 1,0-3-363,0 7 0,0-2 251,0 2 0,2-1-1804,2 5 1862,-3-6 0,5 4 0,-6-7 0</inkml:trace>
  <inkml:trace contextRef="#ctx0" brushRef="#br0" timeOffset="12">25481 4539 7981,'0'-7'808,"0"2"-508,0-1-132,5 5 1,2-6 73,5 3-46,6 3 1,6-6 33,5 3 0,5 2-5,-1-2 0,7-1-267,2 0 1,4 1 80,0 4 0,-3 0-612,-2 0 0,-8 0 353,-4 0 1,-4 2 219,-4 2 0,-4 3 0,-4 5 0</inkml:trace>
  <inkml:trace contextRef="#ctx0" brushRef="#br0" timeOffset="13">25890 4353 7721,'7'0'919,"-2"0"-764,-5 0 1,0-1 138,0-3-455,0 2 155,0-3 182,0 5 429,0 0-529,0 5 1,-4 2 141,0 6 0,0-1-121,4 0 1,-4 5 127,0 0 1,-2 10-99,2 2 0,3 5-41,-3 4 1,1 3-109,-1 0 1,2 1 93,-2-5 1,3-4-98,1 0 1,0-10 95,0 2 0,0-12-372,0-1 0,1-8 59,3 0 242,-2-2 0,9-13 0,-4-3 0</inkml:trace>
  <inkml:trace contextRef="#ctx0" brushRef="#br0" timeOffset="14">26647 4180 7924,'5'-13'-253,"-3"1"1,3-1 340,-5 1 0,4 4 485,0-1 302,1 7-520,-5-4 1,-2 6-283,-2 0 1,-3 6 112,-5 2 0,-1 7-142,1 2 0,-2 5 119,-2-2 1,0 4-117,-4 1 1,3-1 47,-3 1 1,3 0 15,-4 0 0,6-2-76,-1-2 0,2 1 66,1-5 0,5-1-109,0-4 207,5 1-228,-2-1 0,10-3 80,3-1 1,3-5-3,2 1 0,5-3-18,2-1 1,4 0-7,1 0 1,1-1-93,3-3 1,3 2 106,5-2 1,-1 3-298,-3 1 1,2-4 86,-1-1 0,0 1-221,-1 4 0,-3 0-10,-5 0 0,-5 4-137,-4 1 1,-4 4-174,-3-1 1,0 3 255,-4 2 1,-3-1 454,-6 1 0,-3-1 0,-5 0 0,-1 1 0</inkml:trace>
  <inkml:trace contextRef="#ctx0" brushRef="#br0" timeOffset="15">26833 4217 7924,'0'-19'135,"0"2"0,-4 3 588,0 2-217,-1-1 392,5 6-686,0 2-106,0 22 0,0-2 39,0 14 0,0 2 18,0 2 1,-4 7-449,0 2 0,0-1-118,4-4 0,0 5-315,0-1 1,-4 0-23,0-4 1,0-3 739,4-1 0,0-6 0,0 3 0</inkml:trace>
  <inkml:trace contextRef="#ctx0" brushRef="#br0" timeOffset="16">27366 4118 7940,'-7'0'-1879,"2"0"1945,5 0 247,0 0-28,-6 0 111,5 0-139,-5 5 240,6-4-310,0 10 0,0-8 77,0 6 6,0-7 1,-4 9-64,0-2 1,-1-3 39,1 3 1,1-1-50,-6 4 1,5 5 46,-4-1 0,4 5-63,-4-4 0,4 6 21,-5 2 0,5 0-157,-4 4 0,5 1 83,-1-1 1,3 1-77,1-1 0,0-3 48,0 3 1,5-4-327,3-4 0,3 1-117,2-6 1,3 5-311,1-4 0,-1-1-681,-3-4 1,3-3 1332,1-1 0,-1 0 0,-3 5 0</inkml:trace>
  <inkml:trace contextRef="#ctx0" brushRef="#br0" timeOffset="17">27540 4415 7940,'-7'7'1368,"2"4"-957,5-9 388,0 3-528,0-5 0,0-1-161,0-3 0,4 1 101,0-5 1,5 1-274,0-2 1,2-2 112,1 3 1,1-3-152,-1-1 1,0-1 12,1 1 0,-1-2-1,1-2 1,-1 2-121,0-3 0,1 3-97,-1 2 383,1 0 0,-2-1-125,-3 1 271,-3 5-216,-5 1 0,-1 12 191,-3 2 0,-3 9-37,-5 3 1,-5 8-43,1 1 1,-1 5-101,5-1 0,1-1 61,2 1 0,0-4-154,4 4 0,1-5 81,4 1 1,0-5-308,0-3 0,6-3 133,2-6 0,7 0-441,2-4 0,4-3-18,-5-5 0,5-5-261,-5-3 0,1-5 172,-5-3 714,1-4 0,-6-5 0,-2 1 0</inkml:trace>
  <inkml:trace contextRef="#ctx0" brushRef="#br0" timeOffset="18">27813 3944 7940,'-13'0'1286,"1"-6"-1560,5 5 588,2-4-548,5 5 1,5 1 35,3 3 0,-1 3-707,2 5 0,-1 5 905,4-1 0,6 6 0,1-2 0</inkml:trace>
  <inkml:trace contextRef="#ctx0" brushRef="#br0" timeOffset="19">27924 4490 8428,'-5'-7'259,"4"1"1,-5 12-40,6 2 1,0 4-108,0 5 0,0-2 102,0 6 1,4-2-354,0 2 0,0 2 133,-4-2 1,5 1-527,-1-1 1,0 1 47,-4-6 483,0 1 0,5-5 0,2 1 0</inkml:trace>
  <inkml:trace contextRef="#ctx0" brushRef="#br0" timeOffset="20">28160 4353 7940,'0'-8'-78,"0"0"1,0 4-21,0-5 1,0 5 836,0-4 0,6 5-248,2-1 1,3 3-708,1 1 1,6-2 115,3-2 0,2 3-885,2-3 0,4 2 985,0 2 0,11 6 0,-1 1 0</inkml:trace>
  <inkml:trace contextRef="#ctx0" brushRef="#br0" timeOffset="21">28656 4341 10196,'13'-8'694,"-1"-1"-995,6 1 246,-4 1 1,5-4 174,-2 3-444,-3-3 232,9-2 1,-8 2 138,6 3-307,-6-3 167,8 4 0,-9-5-161,3-1 271,-3 7-97,-2 0 0,-4 2-42,0 0 126,-5 0 1,3 13 93,-6 4 1,-6 7-119,-2 1 171,-9 2-66,4 8 1,-7-1-57,4 3-26,2 3 16,-4-4 1,6 1-100,-1 0 97,1-6 1,5 4-108,3-7 1,2-3 100,2 0 0,6-10-236,2 1 0,5-8-100,3 1 295,-2-4-493,9-7 318,-3-6 0,3-3-524,-2-6-29,2 0 702,-3-9 0,4-2 0,1-5 0</inkml:trace>
  <inkml:trace contextRef="#ctx0" brushRef="#br0" timeOffset="22">29041 3882 7830,'-12'0'1388,"-1"0"-1575,1 5 90,-1-3 112,6 3 0,7 1-131,9 2 1,2 3-962,1 2 1077,6 4 0,1 3 0,6 5 0</inkml:trace>
  <inkml:trace contextRef="#ctx0" brushRef="#br0" timeOffset="23">29103 4428 7830,'-12'0'-1678,"1"-2"1991,2-2 578,4 3 1,5-6-254,0 3-341,0 2-140,5-3 1,2 5-321,6 0 149,5 0 0,-3 0-1,5 0 0,-4 4-290,0 0 180,3 6-8,-5-9 75,4 10 1,-10-4 167,1 5-296,-7 1 200,4-1 1,-6 1 15,0-1 161,0 0-95,-6 6 0,-1-4-84,-5 3 208,0 2-84,-1-5 0,1 4-63,-1-6-15,7-5 39,-5 4-215,9-4 70,-3 0 0,5 0 137,0-3-448,0-3 225,5 5 1,6-6 7,6 0-97,5-6 103,-3 5 0,7-10-109,3 3-500,-3 2 422,10-5 0,-10 4 307,3-5 0,3-6 0,0-2 0</inkml:trace>
  <inkml:trace contextRef="#ctx0" brushRef="#br0" timeOffset="24">29537 4006 7825,'-1'-7'270,"-3"3"590,2-3-407,-3 6 1,6-5-14,3 6-231,3 11 164,11-3-108,-4 16 0,9 2-56,-2 11 0,1 3 0,-1 10 0,2 2-1319,-2 10 1127,-3 6 23,-6 1 1,-8-34 0,-2 0-917,-2 35 158,-6-11 435,-1 8 283,-16-16 0,2 8 0,-11-5 0,-2-2 0,-5-1 0</inkml:trace>
  <inkml:trace contextRef="#ctx0" brushRef="#br0" timeOffset="25">30046 4328 7884,'-13'0'450,"7"0"700,-6 0-569,11 0-443,-4 0 23,5 0 1,1 0 160,3 0-24,9 0-137,6-5 0,6 4-311,-1-4 117,7 4 76,0 1 1,7 0-897,-1 0 415,0 0-235,0 0-428,1 0 714,-7 0 1,1 4-148,-3 0 534,-8 0 0,8 2 0,-10 1 0</inkml:trace>
  <inkml:trace contextRef="#ctx0" brushRef="#br0" timeOffset="26">30344 4155 7884,'-6'-7'0,"3"1"0,-5 6 347,5 0-139,-2 0 0,1 2-72,-1 2 388,-4 8-263,7 2 1,-7 11-23,5 0 0,0 1-66,4 7 1,0-4-2168,0 4 1994,0 0 0,5 4 0,2 0 0</inkml:trace>
  <inkml:trace contextRef="#ctx0" brushRef="#br0" timeOffset="27">30666 4316 7865,'-12'-12'1234,"-1"5"-926,1-4 1137,5 4-667,-4 0-282,10-4 324,-5 10-155,6-11-205,0 11-452,0-10 1,1 4 251,4-5-351,1 5 137,7-4 0,-1 5-356,1-2 0,5-3 258,2 3 1,0-2-651,0 2 383,-5-3 8,9 4 66,-10 0 83,4-4 0,-6 6 33,0-4 0,1 4 162,-1 5-114,1-6 162,-1 5 0,-5 2 110,-3 12-189,-3-1 19,-1 11 1,0-3 195,0 5-180,0 5-55,0-4 0,-4 10 7,0-3 1,0-3 33,4-1-201,0-3 88,0 5 0,0-5 48,0 3 0,0-7-91,0-1 0,1-8-150,3 0 211,3-1 27,6-10-129,-1 3 124,1-5 0,0-1-55,4-3-163,-3-9 208,9-6 1,-9-3-63,2-3 149,-2 3-92,4-8 0,-4-1-67,2-2 172,-2-3-97,-1-1 1,-1-4 50,0 0 0,4-9-53,-4 4 0,2 1 162,-10 8-525,0 0 434,-4 5 0,0 2 190,0 5-231,-5 5 114,-2 3-90,0 10 25,-4 1-20,9 6 0,-3 6 0,5 1 0</inkml:trace>
  <inkml:trace contextRef="#ctx0" brushRef="#br0" timeOffset="28">31237 4527 7885,'0'-8'0,"0"-1"-126,0 7 49,0-4 794,0 1-292,0-2-166,0 0 0,0 0 189,0 3-191,0 2 0,0-5 171,0 3-105,5 3 36,-3-5-277,3 1 0,-3 4 243,2-4-447,-3 4 187,5-4-376,-6 3 150,0-3 51,0 5 0,-2 4 61,-2 0 20,3 6 43,-10-9 1,8 10 9,-5-3 1,1 3 7,-2 2 1,-2-1 21,3 0 1,1 1 102,-1-1 0,4 1 91,-4-1-197,5-5-42,-3 4 1,6-4-7,0 5 71,0-5-6,0 4-278,6-9 246,-5 9 0,10-10 14,-3 3 0,4 2-19,0-2 1,0 1-27,1-1 1,-2-1-57,-3 5 0,3-1-485,-3 2 358,-2 2 1,3-5 0,-3 7-13,1-1 1,-4 1 90,1-1 242,-3 1-188,-1-1 1,-1 0 49,-3 1 0,-3-1 168,-6 1 1,1-2-200,0-3 1,-1-1 14,1-3 1,-1-3-1248,1 3 579,5-2 305,-4-2 374,10-6 0,-5-6 0,6-7 0</inkml:trace>
  <inkml:trace contextRef="#ctx0" brushRef="#br0" timeOffset="29">31621 4217 7857,'0'-7'358,"-5"-4"-149,3 10 112,-3-11 0,6 11 701,3-3-650,3 3 1,6 1-412,-1 0 208,6 0 1,-3 0 169,6 0-396,0 0 75,-2 0 0,4 0-75,-2 0 1,1 1-346,-1 3 1,1-1-1267,-6 5 1668,1-5 0,-5 13 0,1-2 0</inkml:trace>
  <inkml:trace contextRef="#ctx0" brushRef="#br0" timeOffset="30">31646 4366 7857,'-7'0'1443,"2"0"-1227,5 0 0,5 0 43,3 0-1127,9 0 451,2 0 417,6 0 0,5-6 0,2-1 0</inkml:trace>
  <inkml:trace contextRef="#ctx0" brushRef="#br0" timeOffset="31">32229 4415 7916,'-12'-4'0,"-1"0"0,1-2 751,0 2 1,3 2 100,1-7-115,0 7-379,1-9 0,1 8 99,6-6-484,0 1 95,0 1 1,0-4 258,0 3-330,6-3 55,1 4 1,1-4-137,0 3 0,2-2 104,6 2 1,-2-3-310,3 3 0,-3-2 132,-2 2 1,2-2 26,2 6 1,-2-4-19,3 4 405,-4-1-268,0 5 1,3 0-1,1 0 288,-1 0-261,-3 6 1,-1 1 4,1 5 1,-1 2 28,0 3 0,-1 2-127,-2 6 112,-4-1-41,-5 1 1,0-1-14,0-4 1,-1 2 31,-3-5 0,-7 4-16,-6-5 0,-5-1-12,1-6 138,-2 2-118,-7-10 0,4 4-218,-3-5-1335,2-5 1548,3-2 0,4-16 0,2-4 0</inkml:trace>
  <inkml:trace contextRef="#ctx0" brushRef="#br0" timeOffset="32">21511 5941 7899,'-12'0'223,"-1"0"333,1 0-294,-1 0-225,6 0 364,-4 0 0,11 0-91,0 0 0,2-6 5,6-2 0,2 1-106,6-1 1,-1 0 41,6-5 0,-4 2-48,3 3 1,-3-2-415,3 6 0,0 0-37,0 4 0,0 0-202,-4 0 1,2 1-62,3 3 0,-2 3 50,-2 6 461,-3 5 0,9-5 0,-4 5 0</inkml:trace>
  <inkml:trace contextRef="#ctx0" brushRef="#br0" timeOffset="33">22131 5854 7840,'-8'0'180,"0"0"1,4 0 270,-5 0-254,6 0 0,-3 0 786,1 0-194,4 0-572,-4-6 175,5 5-364,0-4 0,1 0 20,3 1 1,-1 0-87,5 4 0,-4-4 206,5 0 0,-5-2-73,4 2 0,-4 3-67,4-3 1,-4-2 50,5 2 0,-5-4-330,4 4 0,-4-5 103,5 5 1,-5-4 54,4 4 1,-4-4 86,4 3 0,-4 0-92,5 1 1,-6 1 34,1-5 1,1 4 18,-1-5 412,6 7-225,-9-9-84,10 4-34,-9 0 1,5 1 132,-3 6-109,-3 0 1,5 2-2,-6 2 0,0 4-31,0 9 1,0 2-20,0 6 1,0-1-154,0 1 1,0 1 56,0 3 1,0 2-30,0 2 1,0 1 67,0-5 0,1 0-99,3-4 0,2 3 93,2-4 0,3-2-20,-3-9 0,1-5 60,3 0 0,-7-5 6,8 1 0,-4-8 126,4-4 1,-1-3-90,1-2 1,-1-5 76,1-2 0,-1-4-101,0 0 1,1-1-117,-1 0 0,-1-4 58,-3 0 0,2-1-6,-6 1 1,4 1 7,-3-5 0,-1 7-16,-4 1 0,0 2-172,0 6 1,-6-3 93,-2 3 1,1 0-178,-1 5 0,5 4 49,-1 0 0,3-1 284,1-3 0,-6-1 0,-1 1 0</inkml:trace>
  <inkml:trace contextRef="#ctx0" brushRef="#br0" timeOffset="34">22764 6052 7833,'0'-7'215,"0"-4"50,0 3 1,0 1 48,0-1 67,0 0 130,0 1-170,0-4-390,0 9 363,0-3-134,0-1-53,0 5 19,0-4 1,-2 5-115,-2 0 1,2 0-31,-7 0 0,5 1-20,-4 3 0,0-1 62,-5 5 0,1-4 27,-1 4 0,5-1-40,0 2 0,0 2 86,-5-3 0,1 2 0,-1-2 1,1 3-36,0-3 0,3-1 20,1 1-176,5 1 140,-8 3-125,10 0 1,-5 1 68,6-1 0,0-4-104,0 1 1,6-5 48,2 4 1,-1-4-152,1 5 1,1-5 131,3 4 0,-4-1-95,1 1 0,-1 3-11,4-3 0,1-1 101,-1 2 1,-4-3 35,1 3 1,-3 2-47,3-3 0,0 3 155,-4 1 1,0-3 55,-1-1 19,-2 0 0,3 5-113,-5-1 0,-5-4-11,-4 1 0,-2-5 26,-1 4 0,-1-4 12,1 4 0,0-5-1441,-1 1 1376,-5-2 0,-1 3 0,-6 2 0</inkml:trace>
  <inkml:trace contextRef="#ctx0" brushRef="#br0" timeOffset="35">23347 5916 7984,'-8'0'-467,"-1"0"1208,7 0-111,-4 0-255,6 0 1,1 0-109,4 0 1,6 0-44,5 0 1,8 0 40,0 0 1,3 0-42,6 0 1,-2-4-733,2 0 1,2 0 325,-6 4 1,3 0 181,-8 0 0,4 5 0,-9 2 0</inkml:trace>
  <inkml:trace contextRef="#ctx0" brushRef="#br0" timeOffset="36">23558 5779 7919,'-13'0'0,"1"0"0,1 2-178,3 2 0,2 4 102,6 9 1,0 3 213,0 9 0,0 3-313,0 5 0,0 6 29,0 3 1,6-2 145,2 1 0,3-5 0,1 3 0</inkml:trace>
  <inkml:trace contextRef="#ctx0" brushRef="#br0" timeOffset="37">24128 5916 7883,'0'-19'0,"5"1"-209,-1 5 1,4 1 274,-4 0 0,6-1 349,-2 1 1,3 5-384,1 3 1,1-2 51,-1 2 0,5 0-79,-1 4 1,2 0 63,-1 0 0,-3 5-102,2 4 0,-1-1 91,2 4 1,-7-2-40,2 7 1,-4-4-29,0 0 0,-2 5-25,-6 2 1,0 0 5,0 0 0,-6 0 51,-2 0 0,-4 4 42,-5-4 1,2 2-50,-6-1 1,1 1 135,-5-5 1,1 3-128,4-3 0,-4-2 116,4-7 0,-2 3-39,1-2 0,-1-4 117,5-1 0,1 2 196,3-2-178,1 0-269,0-4 246,5 0-340,1 0 173,6 0-151,0 0 119,6 0 1,-4 0 52,7 0 40,-1 0 0,4 0-80,1 0 1,-1 0-71,1 0 0,3 0 84,1 0 0,5 0-258,-2 0 0,0 0 82,0 0 1,2 0-346,7 0 1,-2 0-4,2 0 1,1 0-135,-1 0 1,-2 0 615,-6 0 0,8 0 0,-3 0 0</inkml:trace>
  <inkml:trace contextRef="#ctx0" brushRef="#br0" timeOffset="38">24836 5655 7819,'-13'-5'355,"2"2"-236,3-5-614,-3 5 653,4-8 854,0 10-463,2-5-319,5 6 48,0 0 0,-5 10-74,1 2 0,-1 10 181,1 3 1,1 5-46,-5 8 1,3 0 11,-3 4 0,1 6-202,-1 6 1,-2 3-330,6-3 0,1 1-447,8-1 0,3-4 393,8-1 0,5-5 233,8-6 0,8-1 0,7 0 0</inkml:trace>
  <inkml:trace contextRef="#ctx0" brushRef="#br0" timeOffset="39">24414 5829 7872,'0'-7'-59,"-6"-4"1,5 8 318,-3-5 0,1 5 6,-1-1 1,2 2 136,-2-3-302,3 4 62,1-5 0,-1 6-22,-4 0 1,4 2 4,-3 2 0,3-1 14,1 5 0,-5-4-29,1 4 0,-4 1 4,4 3 1,-6 1-30,2-1 1,-3 0 26,-1 1 1,-1 3-56,1 1 1,-2 5 26,-3-1 0,2 2-26,-5 2 0,4 1 12,0 3 1,-2-3 23,1 3 0,-3 0-114,3-4 1,1 2 93,3-6 0,1 1-103,-1-1 0,2-3 8,3-6 1,-2-4-285,6 1 222,0-7-151,4 4 528,0-6-210,0 0 250,0-6-175,0 5 136,0-10-154,0 10-7,0-5-26,0 6-393,0 0 273,6 0 18,1 0 0,5 0-26,0 0 1,1-4 1,-1 0 0,1 0-118,-1 4 1,6 0 121,3 0 0,2 0-149,2 0 1,5 0 72,3 0 0,3 0-157,1 0 0,5 0 93,-1 0 1,-1 0-134,-7 0 1,2 0 20,-6 0 0,-2 4 110,-6 0 0,-3 0-294,-6-4 284,0 0 1,-3 0-510,-1 0 371,-5-6 1,-2 4-1046,-5-7 1328,-6 7 0,-2-9 0,-7 4 0</inkml:trace>
  <inkml:trace contextRef="#ctx0" brushRef="#br0" timeOffset="40">24414 5866 7913,'-6'-7'0,"4"-4"-72,-7 3 1,6 1-91,-1-1 0,-1 4 537,1-4 0,0 3 267,4-3-314,0 5 40,0-2-221,0-1 165,0 5 63,0-5-73,0 6-144,0 0 0,4 2 3,0 2 1,0-1-14,-4 5 1,0-4-98,0 4 0,0 1 109,0 3 0,0 6-90,0 3 0,0 3 61,0 5 1,0 3-176,0 5 1,0 6-77,0 3 1,1 2-77,3 1 0,-2 5 37,2 0 1,2 0 108,-2-5 0,1-6-199,-1-6 0,-2-5-205,2-7 9,3-1 97,-6-4-79,5-8 1,-6-8-283,0-8 1,0-3 16,0-5 692,0-1 0,-6-4 0,-1-3 0</inkml:trace>
  <inkml:trace contextRef="#ctx0" brushRef="#br0" timeOffset="41">24377 5879 7922,'-9'-9'0,"1"1"0,4 5 73,-4-1 0,3-1 85,-3 1 493,5 0-386,-8 4 0,9 0 123,-7 0-246,7 0 0,-8 5 22,6 3 1,-2 3-17,2 2 1,-3 3 6,-5 1 0,0 9-199,-1-1 1,1 4 115,-1 0 1,-3 2-142,-1 7 0,-5-1 63,1 0 1,2-4 46,-1 0 1,3-7 65,-4-1 0,6-3 17,-1-9 0,6 0 106,2-9-95,5 1 353,-3-5-321,6 0 0,0-2-88,0-2 140,0 3-132,0-5 1,2 6 71,2 0 62,-3-5-135,5 3 88,-6-3-108,5 5 1,-2 0 17,5 0 1,-5 1-69,1 3 0,3-2 47,1 2 0,-1-3-39,2-1 0,-1 0-25,4 0 1,2 0-5,3 0 0,0 0-93,4 0 0,7 0 78,-3 0 1,9 0-83,3 0 1,5 0 61,3 0 1,2-1-145,-6-3 1,-1 2 56,-7-2 1,2-1 36,-6 1 1,-6-1-210,-6 5-326,-4-5-854,0 4 1051,-6-5 1,-9 6 427,-10 0 0,0 6 0,-6 0 0</inkml:trace>
  <inkml:trace contextRef="#ctx0" brushRef="#br0" timeOffset="42">24401 5866 7963,'-4'-12'123,"0"0"55,0-1 906,4 1-300,0 5-483,0 1 0,0 17-75,0 6 0,0 12-143,0 8 0,0 6 74,0 6 0,0 5-488,0 0 0,0 11 1,0-2-1</inkml:trace>
  <inkml:trace contextRef="#ctx0" brushRef="#br0" timeOffset="43">25046 6040 7967,'-12'0'9,"4"0"80,0 0 1,-1 4 279,-3 0-28,5 0 1,-3-2-101,6 2-163,0-3 172,4 5-162,0-6-39,6 0 1,0 0-27,7 0 0,-1-4 70,1-1 0,0-4-160,4 1 1,-3 1 47,2-2 0,2 1 70,-1-4 0,-1-1-151,-3 1 0,-1 0-49,1-1 0,-1 1 156,0-1 0,-3 5 131,-1 0 0,-4 1 354,4-1-137,-5-3-209,3 9 0,-11-2-48,1 8 0,-5 4 77,0 9 0,-3 6-82,-5 6 0,4 7-91,-4 1 1,3 1-85,2 3 0,1-2 101,3-2 0,2 0-241,6 0 0,1-5 85,4-3 0,3-4-148,8-5 1,0-6 57,4-6 1,0-5-48,0 1 1,4-8 16,-4-4 0,0-9 257,0-3 0,1-4 0,4-1 0</inkml:trace>
  <inkml:trace contextRef="#ctx0" brushRef="#br0" timeOffset="44">25295 5618 7843,'-18'-12'0,"8"4"0,-2-1 254,2 7-208,3-4-211,2 6 486,5 0-536,0 0 0,5 6 66,3 2 149,3 3 0,7 7 0,2 1 0</inkml:trace>
  <inkml:trace contextRef="#ctx0" brushRef="#br0" timeOffset="45">25419 6214 7862,'-13'-6'1105,"1"5"-890,5-10 0,1 8-194,6-5 1,6 5 110,2-1 1,7-2-101,2 2 0,1 0 72,-2 4 0,0 0-77,4 0 1,-3 0-8,3 0 1,-4 1-123,0 3 0,-3-1-26,-5 6 0,3-1 115,-3 4 1,-2 2 133,-2 2 0,-3 0-59,-1 4 1,-5-3 159,-4 4 0,-3-5-108,-5 5 1,4-5 83,-4 5 1,2-6-92,-2 2 0,8-4-51,-4 0 0,5-5-94,0 0 110,2-5 0,8 3-333,2-6 0,3 0 125,5 0 0,2-2-481,2-2 1,0 1 272,4-5 0,1 1 344,4-1 0,-1-9 0,1 4 0</inkml:trace>
  <inkml:trace contextRef="#ctx0" brushRef="#br0" timeOffset="46">25791 6052 7815,'-13'-4'0,"1"0"1245,5 0-107,2-2-785,5 5 0,1-4-375,3 5 0,3 0 118,5 0 0,5 0-492,-1 0 0,6 0 275,-1 0 1,-2 0-1390,2 0 1510,0 0 0,9 0 0,2 0 0</inkml:trace>
  <inkml:trace contextRef="#ctx0" brushRef="#br0" timeOffset="47">26175 6028 7870,'-18'0'480,"5"0"165,-4 0 1,-1 4 421,2 0-328,5 0-510,5-4 1,6-1-3,0-4 0,3 3-202,5-7 0,0 3 88,9-3 1,2-2-232,2 3 0,1-3-61,-1-1 1,2 1-44,-2 2 1,-2-2 28,2 3 1,-6-2 53,1 2 1,-2-2 335,-1 6-186,-1 0 313,-5 4-201,-2 0 1,-10 7 181,-3 5 0,-3 2-10,-2 7 1,1 0-20,-1 3 1,0 1-225,-4 0 0,7 4 62,-2 0 1,2 1-184,-2-1 1,5-3 53,3 3 0,3-3-194,1-1 1,0-6 71,0-2 0,5-7 12,3-2 0,3-5-76,2 1 1,-1-3-93,1-1 0,-1-5 21,0-4 1,1-6-145,-1-1 0,1-5-499,-1 5 1,0-7 387,1 3 1,-5 1 526,0-2 0,-5-5 0,3-6 0</inkml:trace>
  <inkml:trace contextRef="#ctx0" brushRef="#br0" timeOffset="48">26349 5680 7870,'-6'-11'530,"-2"3"0,1 1-95,-1 3 1,4 3-11,-4-4 0,4 0 98,-5 1-74,6 0-393,-2 4 1,5 5 46,0 3 1,5 3-747,4 2 1,2 3 642,1 1 0,1 11 0,-1-2 0</inkml:trace>
  <inkml:trace contextRef="#ctx0" brushRef="#br0" timeOffset="49">26523 6176 7830,'-13'13'346,"1"-1"-121,5 1 1,-3 0-49,6 4 1,0-2-143,4 6 1,0-5 279,0 5-959,0-6 508,6 9 0,-1-11-146,3 4 1,3-3-620,-2-2 901,-4-5 0,6 4 0,-4-4 0</inkml:trace>
  <inkml:trace contextRef="#ctx0" brushRef="#br0" timeOffset="50">26721 5767 7571,'8'-4'-278,"1"0"852,-7 0-294,4 4 0,-1 0 78,4 0 299,-4 0-351,6 0 0,-2 7 109,7 5-74,-2 6-169,9 7 0,-8 2-227,6 6 64,-6 0 0,3 16-453,-5-4 1,-2 3 323,-3 2 1,-3 2-505,-5-2 1,-6 2-887,-7-6 1510,1 2 0,-17-4 0,3-1 0</inkml:trace>
  <inkml:trace contextRef="#ctx0" brushRef="#br0" timeOffset="51">27366 6077 7845,'-12'0'-2108,"5"0"3641,-4 0-364,10 0-307,-5 0-610,6 0 1,6 0 376,2 0-327,8 0 0,4 0-104,4 0 1,7-1 12,2-3 1,3 1-496,1-5 0,4 3 184,1-3-63,-1 5 0,-4-2-183,0 5 0,-5 0-1500,-3 0 911,-3 0 280,-12 5 655,-3-3 0,-11 9 0,0-4 0</inkml:trace>
  <inkml:trace contextRef="#ctx0" brushRef="#br0" timeOffset="52">27639 5916 8288,'-8'-4'812,"0"0"-721,5 0 80,-3 4 1,2 1-26,0 3 65,-6 3 0,9 11-473,-4 1 269,-1 11 1,5 4-59,-3 7 1,2-1-225,2 5 1,2-1 246,2 2-120,3-3 1,10-12-1,3 0 1</inkml:trace>
  <inkml:trace contextRef="#ctx0" brushRef="#br0" timeOffset="53">28259 5978 7845,'6'-7'0,"-5"-4"0,6 6 0,-3-4 0,3-2 0,6 4 0,-1-5 91,0 0 1,1-1 273,-1 1 843,1-1-805,-1 1-216,-5 0 0,3-1 80,-6 1-575,5-1 201,-7 1 1,3-1-49,-5 1 157,0 0 0,-1 3-39,-3 1 0,-3 1-47,-6-1 1,-3-2-46,-1 6 1,-3-1 0,3 1 1,-5 2-69,1-2 0,2 3-42,-2 1 0,2 0 1238,-1 0-92,-4 0-592,10 5 0,-6-2 144,7 5-486,-2 0 121,8 5 1,0 1 108,3 2-304,3-2 196,1 9 0,5-5 100,4 3-324,2 2 87,6-3 1,-1 6-90,4 3 70,1-3 1,4 6 32,0-3 0,-2-3-21,-2 3 38,2 2-438,-4-4 454,1 3 0,-2-5 9,-6 0 96,-5-6-104,-2 4 1,-5-9 4,0 3 151,-5-4-74,-7 0 0,-4-5 615,-4 0-409,5-5-241,-9 3 0,6-2 177,-2 0-26,-4 0-81,10-4-225,-9 0 187,9 0 1,-8-4 85,6 0-280,-1-6 76,10 3 0,-3-7 153,6-2-409,0-3 183,4-1 0,2-3-143,2 2 146,3-2 1,9-2-604,1 0 308,5 0 204,-3 1 0,10 4-1465,0 4 1039,0 2 1,0 2 618,0-1 0,0 1 0,-5-1 0</inkml:trace>
  <inkml:trace contextRef="#ctx0" brushRef="#br0" timeOffset="54">28607 6114 7845,'-13'0'495,"6"0"35,-4 0-143,10-5-77,-10 3 60,10-3 52,-5-1-210,6 5-1,0-10-180,0 10 11,0-10 1,0 8 274,0-5-463,6-1 184,1 2 0,5-4 216,0 3-284,6-3-19,-4-1 1,4-1 60,-6 1-280,1 0 137,-1-1 0,1 5-113,-1 0 88,0-1 123,1-3 193,-6 5-90,4-4 0,-10 8-15,3-5 0,-1 5 322,1-1-314,-2 3-15,3 1-9,-5 0 1,-5 5 72,-4 3-13,-2 9-30,-1 2 0,-1 6-168,1 0 147,0 5 1,1 2-95,2 5 4,-2 0 0,6-1 69,-3-3-200,2 3 72,6-10 0,0 5 108,0-7-403,0-4 239,11-2 1,-1-7-633,10-3 361,-4-3 223,7-5 0,-4-9-575,6-4 342,0-7-299,0 0-188,-1-10 488,-4 4 437,-2-4 0,-7 1 0,-3 0 0,-4 1 0,-2 2 0,-2 1 0</inkml:trace>
  <inkml:trace contextRef="#ctx0" brushRef="#br0" timeOffset="55">28855 5606 7845,'-17'-8'0,"1"-1"970,-1 7-179,10-9-680,-4 9-200,10-3 257,-10 5-637,10 0 158,-5 0 263,6 0-1117,6 5 756,0 2 1,7 5 408,-1 1 0,1 5 0,-1 1 0</inkml:trace>
  <inkml:trace contextRef="#ctx0" brushRef="#br0" timeOffset="56">28967 6251 7845,'-9'-2'-19,"1"-2"177,5 3 1,-4-6 157,3 3 49,3 2 157,-5-3-17,1-1-347,3 0 1,-3-3 158,5 1-109,0 5 109,0-2 0,0-1-306,5-1 60,-3 0 1,9-2-115,-3 5 53,3 0 37,2-2-234,-1 5 146,0-5-4,1 1-210,-1 3 163,1-3 0,-1 5 15,0 0-49,-5 0 46,4 5 0,-5-2 62,2 5 0,-1-1-5,-3 1 0,-3 8-3,4-4 0,-4 3-7,-1-2 1,0-1 176,0 0-67,-6 6 1,4-4-21,-7 3-51,7-4 1,-9 0 24,2-1-55,4 1 37,-6-1 1,5 0 17,-2 1 90,-3-1-105,4-5 0,-1 4 108,0-3-103,5-2-5,-8 5 1,8-8 6,-5 5 0,5-5 4,-8 8 80,10-10-82,-5 5 0,2-5 41,0 3 98,0-2-102,-2 3 2,5-5 104,-5 0-128,6 0 0,-1 4 98,-3 0-82,2 0 30,-3-4 117,5 0 158,0 0-237,5 0 53,-3 0-120,3 0 0,1 0 56,2 0 1,3 0 89,2 0 0,-1 0-334,0 0 63,6 0 0,-3 0 202,6 0-1572,0 0 970,4 0 0,-5 0 468,1 0 0,0 6 0,3 1 0</inkml:trace>
  <inkml:trace contextRef="#ctx0" brushRef="#br0" timeOffset="57">29550 6003 8052,'-13'0'-527,"1"0"1,4 1 325,-1 3 65,6-2 1,-3 3-260,1-5 299,4 0 0,-4 0 57,10 0 1,2 0-8,5 0 1,1 0 39,-1 0 1,2-4-9,3 0 14,-4-6 0,11 3 0,-5-5 0</inkml:trace>
  <inkml:trace contextRef="#ctx0" brushRef="#br0" timeOffset="58">29636 5928 8226,'-12'0'-210,"0"0"1,3 0 242,1 0 0,1-1 813,-1-3-169,-3 2-97,4-3-175,-5 5 64,5 0-594,-4 0 191,9 0 9,2 0 1,11 0 37,6 0 0,5 0-111,-1 0 1,8 0-7,4 0 0,2 0-197,3 0 1,-1 0 29,0 0 0,0-1-169,1-4 1,-3 4 39,-2-3 1,-2 3 72,-6 1 1,-2 0-271,-2 0 1,1 0-484,-6 0 179,-5 0 801,-5 0 0,-6 0 0,0 0 0</inkml:trace>
  <inkml:trace contextRef="#ctx0" brushRef="#br0" timeOffset="59">29984 5717 8226,'-6'-6'0,"-1"-4"188,-5 6 0,4 0 353,-1 4 0,7 1-237,-2 3 1,-2 4-99,2 9 1,0 9 73,4 11-39,0 6-367,0 7 0,0 1-68,0 2 1,0 4-19,0 5 1,0-10-372,0-2 1,5-10 582,4-3 0,7-5 0,3-7 0</inkml:trace>
  <inkml:trace contextRef="#ctx0" brushRef="#br0" timeOffset="60">30616 5742 8157,'-4'-23'-19,"0"2"1,-4 3 29,4 6 5,0-1 623,4 1-153,0 5-395,-6 7 0,1 8 89,-4 9 0,-2-2 172,3 6 0,-4 5-142,-5 7 0,2-1-43,-6 1 1,5 0-4,-5 4 1,2-2 18,-2 2 1,-2-7-6,2 7 1,3-6-23,2 2 0,2-7-273,1-1-152,1-1 54,5-10 1,7-1 90,8-9 1,3-3-89,2-1 0,3 0 175,1 0 0,6-4-14,2 0 0,0-4 28,4 4 1,1-2 3,-1 2 1,6 2-224,-2-2 0,-2 2 47,2-3 1,-5 4-85,1-3 0,-2 3 76,2 1 0,-7 0-79,3 0 1,-8 0-103,-1 0 1,-6 0-568,-2 0 951,-5 0 0,3 0 0,-6 0 0</inkml:trace>
  <inkml:trace contextRef="#ctx0" brushRef="#br0" timeOffset="61">30716 5717 8157,'-13'0'0,"-3"0"57,-1 0 1,2 2 104,7 2 1,-3 4 36,2 9 0,0 6 388,1 6 0,-2 10-244,6-2 1,-2 10-156,2 2 1,3 1-214,-3 4 0,2-3-133,2-2 1,0-5-273,0-2 1,2-6-10,2-7 1,-1-3-875,5-14 1313,0 3 0,4-13 0,1 3 0</inkml:trace>
  <inkml:trace contextRef="#ctx0" brushRef="#br0" timeOffset="62">30865 6077 8218,'0'-8'539,"0"0"1,0 3-262,0-3 1,0 4 177,0-4-212,0 0 0,0-5-27,0 1 1,5-1-109,3 1 0,3 4-190,2-1 1,-1 1 125,1-4 1,-1-1-221,0 1 1,2 1-13,3 3 0,-3-3-38,2 2 1,-2 4 126,-2 1 1,-3 2 13,-1 2 153,-5 0 0,2 6 155,-5 2 1,-1 7-13,-3 2 0,-3 5-101,-6-1 0,1 6 121,-1 2 0,-2 1-182,3-1 1,-3-3 4,6 3 0,0-2-6,1-3 0,-2 1-155,6 0 0,0-4 14,4-1 1,5-6-235,3-2 0,5-5-286,3-7 1,4 0 274,4 0 1,1-9-1180,0-4 1516,0-7 0,0 0 0,-1-4 0</inkml:trace>
  <inkml:trace contextRef="#ctx0" brushRef="#br0" timeOffset="63">31187 5618 8015,'-12'-12'283,"-1"1"426,1 3-1481,5-3 60,-4 9 829,10-9-214,1 10 0,6-1-240,7 7 1,-1 3 336,1-4 0,5 6 0,1-4 0</inkml:trace>
  <inkml:trace contextRef="#ctx0" brushRef="#br0" timeOffset="64">31224 6127 8142,'0'-7'858,"0"1"-513,0 1 13,0 3-266,0-3 0,2 5-144,2 0 0,-1 0 81,5 0 1,-4 0-68,4 0 0,-4 0 12,5 0 1,-5 5-39,4 4 0,-5-2 112,1 1 0,-3 0-27,-1 5 1,0 3 61,0 1 1,0 1 25,0-2 1,-1-1 97,-3 6 1,-2-5-125,-2 5 0,-2-6 119,6 2 1,-5-2-116,0 2 1,4-8-5,1 4 35,2-4-195,2 4 1,2-7 109,2-1 1,4-4-100,9-1 0,-2 0-498,5 0 0,-4-4 221,0 0 0,2-2-971,-1 2 1314,5 3 0,-3-10 0,6 4 0</inkml:trace>
  <inkml:trace contextRef="#ctx0" brushRef="#br0" timeOffset="65">31497 5916 8141,'-8'-4'461,"0"0"1,5-2 272,-1 2-236,2 3-234,2-5 0,6 2-36,2 0 0,5 0-16,3 4 1,2-2-5,3-2 1,2 3-96,-2-3 1,2 2-89,2 2 1,0 0 21,0 0 1,1 0-503,3 0 0,-4 0 21,-1 0 1,0 0-177,-8 0 0,2 0 122,-1 0 1,-3 0-282,2 0 1,-6 4 768,-2 1 0,0-1 0,5-4 0</inkml:trace>
  <inkml:trace contextRef="#ctx0" brushRef="#br0" timeOffset="66">31807 5680 8141,'-8'-4'0,"0"0"294,0-6 132,-5 9 1,5-3-32,0 8 0,1 8 199,-2 9 1,0 8-407,5 4 1,-2 4 40,2 5 1,3 2-1026,-3 5 1,2 2 795,2 3 0,6-3 0,1 4 0</inkml:trace>
  <inkml:trace contextRef="#ctx0" brushRef="#br0" timeOffset="67">32180 5556 8445,'-7'0'-758,"0"0"385,3 0 566,2 0-11,-3 0 1,3 0-205,-2 0 179,3 0 59,-5 0 15,6 0 1625,0 0-1711,0 6 0,-1 6 0,-3 9 0,2 4-125,-2 4 1,-3 8 1,-1 8 1,1 9-129,-1 4 1,5 7-196,-1 1 0,3-1-95,1-8 1,1-3-117,3-8 1,3-9 511,6-8 0,4-3 0,3-1 0</inkml:trace>
  <inkml:trace contextRef="#ctx0" brushRef="#br0" timeOffset="68">32304 5928 9527,'-13'0'-96,"5"0"8,0 0 514,5 0-14,-8 0-201,9 0 7,-3 0-418,5 0 1,1 0-45,3 0 1,3 0 194,6 0 1,1 0-356,2 0 1,-2 0 95,2 0 297,4 0 0,-6-5 0,3-2 1</inkml:trace>
  <inkml:trace contextRef="#ctx0" brushRef="#br0" timeOffset="69">32614 5755 8404,'-6'-7'289,"3"1"337,-5 6-200,5 0-287,-2 6 0,5 5-45,0 5 0,0 6-287,0-1 0,0 3-86,0 0 1,0 5 189,0 0 1,0 2-380,0-3 1,0-1-36,0 2 503,5-9 0,-3 4 0,3-5 0</inkml:trace>
  <inkml:trace contextRef="#ctx0" brushRef="#br0" timeOffset="70">32725 5581 8404,'0'-12'-311,"0"-1"-582,0 1 879,0-1 380,0 7 1,2 0-77,2 6 0,-1 0-166,5 0 0,0 6 160,5 2 0,-5 7-44,0 2 0,0 5 64,5-2 0,-5 5-96,0 4 1,-1 3 146,2 5 0,-3-1-213,-1-3 1,-4 4-1,3 0 0,-4 0-269,-4 5 1,-3-4 92,-5 0 0,-1-5-697,1 0 1,-2-6 143,-3 2 587,4-3 0,-11-1 0,5 0 0</inkml:trace>
  <inkml:trace contextRef="#ctx0" brushRef="#br0" timeOffset="71">33048 5569 8404,'-4'-9'32,"0"1"418,0 5-158,4-8 0,0 9 57,0-7 185,0 7-818,0-4 27,0 6 138,0 0 109,0 6 1,1-5-33,3 3-24,-3 3 133,10 0-166,-4 5 0,6 1 49,-1-1 1,-4-4-21,1 1 1,-5-1 44,4 4 1,-4 1 0,4-1 0,-5 0 73,1 1 0,-2 1 151,-2 2 0,0-1-7,0 6 1,-4-2-96,-1 2 0,-4 1 29,1-5 0,-3 3-49,-2-3 1,1-1 9,-1-3 1,1-5-48,0 0 0,3-1 0,1 1 9,5-2-226,-2-6-51,5 0 241,0-6 1,1 1-200,3-3 176,-2 2-54,9 6-26,-4 0 9,5 0 0,0 1-11,1 4 0,-6 2 82,-3 5 0,1 2-1,-1 2 1,1-1 136,-5 6 1,-2 0-151,-2 4 1,1-5 154,-5 1 1,0 0-63,-5 3 0,1-4-37,0-4 1,-5 2-98,0-1 0,5-2-181,4-7 0,1-1-99,-1-3 7,2-3 0,6-1 337,0-8 0,0-3 0,0-1 0</inkml:trace>
  <inkml:trace contextRef="#ctx0" brushRef="#br0" timeOffset="72">33234 5904 8404,'-7'0'19,"2"-6"241,5 5 1,0-6 252,0 3 73,0 2-326,0-3 1,0 3-818,0-2 483,0 3-103,0-5 199,0 1 1,0 2 202,0-5-318,0 5-54,0-8 1,4 8 119,0-5 0,1 5-226,0-1 329,-4-3-63,10 6 1,-8-5 118,5 6 1,-5 2-77,1 2 0,-3 0 13,-1 8 1,0-2-63,0 7 1,0 2 1,0 1 1,0 4-24,0 1 1,-4 0 48,0-1 0,0-3-82,4 0 0,0-1 64,0 5 0,0-6-68,0-2 0,0-3 6,0-2 1,1-4-103,3 1 0,-1-7 77,5 3 1,1-5-16,3-5 0,-4-1-14,1-7 0,-1-1-13,4-2 1,-1 1-11,-2-6 1,0 0 45,-5-3 1,5-1 77,-5 0 0,0 4-48,-4 1 0,4-1 4,0-4 1,0 4 6,-4 1 0,0 5 5,0-2 1,-4-1-48,0 2 1,0-1 6,4 5 1,-4-1-282,0 1 1,-1 4 350,5-1 0,0 1 0,0-4 0</inkml:trace>
  <inkml:trace contextRef="#ctx0" brushRef="#br0" timeOffset="73">33457 6127 8404,'0'7'0,"0"4"96,0-4 0,0 5 93,0 0 0,2-1-367,2-2 0,-1 2 120,5-3 1,-4 2 171,4-2 1,-4 2 129,5-6-292,-7 5-216,9-2 0,-8 4 264,5-3 0,-5 4 0,3-6 0</inkml:trace>
  <inkml:trace contextRef="#ctx0" brushRef="#br0" timeOffset="74">33581 6102 7785,'-8'0'1413,"0"0"-1187,5 0 1,-7 1-10,6 3 0,-5 3-145,0 6 1,2 1 66,-1 2 1,0-1-374,-4 6 0,-1 0-20,1 3 1,-1 1-35,1 0 0,2 0 235,-2 0 53,8-6 0,-18 4 0,8-3 0</inkml:trace>
  <inkml:trace contextRef="#ctx0" brushRef="#br0" timeOffset="75">32366 7045 8277,'0'-9'-141,"0"1"828,0 5-228,0-2-147,0-1 0,5 5-472,3-3 1,3 2-63,2 2 0,3-4-101,1 0 0,-1 0 183,-3 4 1,3 0-100,1 0 0,-1 0 239,-3 0 0,5 5 0,1 2 0</inkml:trace>
  <inkml:trace contextRef="#ctx0" brushRef="#br0" timeOffset="76">32366 7193 8404,'-13'0'-617,"1"0"872,5 6 382,1-5 0,8 5-346,2-6 1,4-4-150,9-1 1,2-4-429,6 1 1,4-2 285,0 2 0,5-9 0,-2 3 0</inkml:trace>
  <inkml:trace contextRef="#ctx0" brushRef="#br0" timeOffset="77">32936 7131 7296,'-7'-5'1100,"2"3"0,3-4-126,-2 1-342,3 4-501,-5-10 1,6 4 26,0-5 1,2 3-101,2 1 0,-1 0 114,5-4 1,-4-1-144,4 1 0,-3-1 94,3 1 1,-4 0-20,4-1 0,0 1-113,5-1 0,-5 1 61,0 0 0,-1-1-115,2 1 0,2-1 22,-3 1 0,-1 4 39,1-1 0,-4 7 44,4-3-27,1 4 0,3 1-27,1 0 0,-1 0-1,0 0 0,-2 6 3,2 2 0,-6 3 29,6 1 1,-2 1-105,2-1 1,1 2 92,-1 2 1,-4-2-9,1 3 0,-5-2-53,4 1 0,-5-2 7,1 3 0,-3-3 108,-1-2 0,0 0 13,0 1 0,0-1-70,0 1 0,-5-1 74,-3 0 0,-3-3 85,-2-1 1,1 0-53,-1 5 0,-3-1 11,-1 0 1,-3-1 1,3-2 0,-4 2 107,5-3 1,-2-1-187,1 1 0,4-5 17,-4 1 1,2-3-235,-2-1 0,8 0 86,-4 0 1,5-5-800,0-3 0,2-3 112,6-2 772,0-5 0,0-7 0,0-6 0</inkml:trace>
  <inkml:trace contextRef="#ctx0" brushRef="#br0" timeOffset="78">23062 15925 7817,'-7'0'0,"-4"-5"0,2 1-179,4 0 147,-6-1 0,9 2 126,-2-5-42,3 5 66,1-8 1,0 4 15,0-5-60,0-1 0,0 1 119,0-1-127,5 7 0,-2-6 19,6 4 0,-3-3 103,3-1-215,2-1 222,-4 1-280,5 0 146,0-1 0,-3 2-65,-1 3 1,-4 1 50,4 3 1,-5 1-20,1-5 1,2 4 83,-2-5 0,1 5-64,0-4 0,-3 5 57,7-1-46,-7-3 0,8 4-29,-6-5 1,2 5 83,-2-1-125,-3 3 1,6 2 36,-3 3 1,-2 3-3,2 6 1,-3 5 10,-1 2 1,0 5-4,0 4 1,1-1-87,4 5 1,-4 0 83,3 4 1,-3 0-40,-1 0 0,5-1 30,-1-3 1,5 2-108,0-6 0,-2 4 42,1-4 0,1-4-10,8-5 0,-3-6 36,2-2 0,2-1-3,-1-6 1,-1-1 58,-3-4 1,-1-4-55,1-1 0,-1-4 52,0 0 0,-1-2-41,-2-1 1,0-4 14,-5-1 1,6-5-4,-2 1 1,-2-2-1,-2-2 0,2-4-11,-2 0 0,4-5 8,-4 1 0,0-3 123,-4-1 0,0-5-72,0 1 0,0-5-3,0 5 1,0 5-25,0 7 1,-4 5-312,0 3-52,-6-3-90,9 11-327,-5 0 0,6 6 752,0 3 0,0 3 0,0-5 0</inkml:trace>
  <inkml:trace contextRef="#ctx0" brushRef="#br0" timeOffset="79">23694 16011 8365,'11'2'619,"-2"2"0,2 1-414,-3 4 0,3 3-256,1 1 0,1 0 66,-1 8 1,1-4-113,-1 3 1,0 1 98,1 4 0,-1-2-238,1-2 1,-2 1 17,-3-6 0,1 1-89,-4-5 0,3 1-921,-4-1 1228,0-5 0,2 4 0,1-4 0</inkml:trace>
  <inkml:trace contextRef="#ctx0" brushRef="#br0" timeOffset="80">23955 15949 7784,'-13'0'0,"1"0"478,0 0-308,-1 0 0,1 2-41,-1 2 1,5 3-217,0 5 1,4 1 92,-5-1 0,7 2-264,-2 2 0,-2 0 96,2 4 0,-2-3 18,2 3 0,1 1 78,-5 4 0,4-4-130,-4-1 1,4-3 0,-5 3 0,2-4-126,-1 0 1,-3-2 320,3-2 0,-3-5 0,-2-1 0</inkml:trace>
  <inkml:trace contextRef="#ctx0" brushRef="#br0" timeOffset="81">24153 15726 7797,'-12'6'-1270,"4"-5"952,-1 3 1,5 2 1651,-4-2-369,5 0-477,-2-4-337,5 0 0,1 0-139,3 0 0,4 0 53,9 0 0,-2 0 77,6 0 1,-5 0-191,5 0 1,-4-4 60,3 0 1,-3 0-79,3 4 0,-3 0 81,4 0 1,-6 0-221,1 0 0,-2 0-67,-1 0 1,-1 1-168,0 3 1,-3-1-146,-1 5 0,-5 0 583,1 5 0,-3 5 0,-1 1 0</inkml:trace>
  <inkml:trace contextRef="#ctx0" brushRef="#br0" timeOffset="82">24277 15850 7797,'-12'0'123,"0"0"0,-1 0 262,1 0 0,3 0-143,1 0 0,4 0 222,-4 0-599,5 0 82,-3 0 1,16 0-16,3 0 1,6 0 0,-3 0 1,2 0 125,-1 0 1,-3 0-58,2 0 0,2 0-61,-1 0 0,-1 0 23,-3 0 0,-1 0-55,0 0 0,1 2 99,-1 2 0,1-3-356,-1 3 85,0 3 0,-1-4-683,-2 5 946,2-5 0,-4 8 0,5-4 0</inkml:trace>
  <inkml:trace contextRef="#ctx0" brushRef="#br0" timeOffset="83">25146 15615 7859,'-6'-13'-797,"1"1"684,-4-1 632,4 6 7,5-4-227,0 5 20,0-7-204,0 6 0,0-4 153,0 3-339,0 2 176,5-5 1,-2 6-146,5-3 22,1-3 0,3 8-50,1-5 173,-1-1-26,0 2 0,1-2-189,-1 5 44,1 0 0,3-1 142,1 1-219,-1 0 69,-3 4 0,0 0 97,4 0-247,-3 6 221,4-5 0,-6 10-63,0-3 56,-5 3 1,4 3 32,-2 3 124,-4-4-153,1 5 1,-5-1 48,3-1 1,-2 5-40,2-4 34,-3 5 0,-5-9 15,0 4 0,-6 1-9,2-2 1,-2 1-7,2-5 0,-3 1 149,3-1-146,-3-5 1,-2 4-36,1-4 21,-1 0 1,5 3 22,0-6-117,0 5 91,1-2 1,-4 1 25,2 1-176,4-1 147,-6-1 1,4 4 14,-5-3-136,-1 3 104,6 2 0,-4-2-91,3-3 87,2 3 0,-3-4 51,5 5 0,-5-4 42,5 1-98,0-6 184,4 2 12,-5 1-129,3-5 0,-3 6 85,5-3-54,0-3-146,0 5 137,0-6 102,0 0-155,5 0 165,-3 0-141,3 0-28,1 0 0,1 0 10,5 0 1,-4 0 29,0 0-257,1 0 220,3 0 1,1 0-185,-1 0 64,6 0 1,-4 0-42,2 0 1,-1 4 57,2 0 1,-3 4-239,2-4 0,2 2-21,-1-2 134,-1-2-661,-3 3 502,-1-5 0,0 0 357,1 0 0,-1 0 0,1 0 0</inkml:trace>
  <inkml:trace contextRef="#ctx0" brushRef="#br0" timeOffset="84">25667 15776 9417,'7'0'406,"-2"0"0,-5-2-94,0-2-336,6 3 193,-5-10 0,6 8-274,-3-5 84,-3 5-1,10-8-308,-4 4 238,0-5 1,4-1 19,-2 1-321,2 0 273,1 5 0,-1-4-84,-3 2-66,3-2 211,-9-1-15,9 5 268,-4-4-109,-1 10 1,0-6 117,-6 3 34,0 2-225,0-3 49,0 5-4,0 0 124,-6 0-136,5 5 0,-9 2 35,6 6 0,-4-1 0,4 0 0,-4 6-218,3 3 80,-4 2 0,3 2 84,-2 0-160,-3 5 141,10-4-203,-5 10 62,1-10 67,3 5 0,-3-6 34,5-1 1,1 0-79,3-3 1,-1-5 84,5-8-197,1 3 97,8-9 0,-3 3-244,3-5 369,-3-5-143,4-2 0,-5-6-666,4 1 376,2 0 434,-5-6 0,4-2 0,-6-4 0</inkml:trace>
  <inkml:trace contextRef="#ctx0" brushRef="#br0" timeOffset="85">25977 15329 7815,'-6'-12'0,"-2"-1"0,-3 7 396,4-5-203,2 4-1,5 0 212,0 1-44,0 6-377,0 0 0,5 6 97,3 2-729,3-2 442,-4 5 0,4-3-1193,-2 8 1400,-4-2 0,6 4 0,-4-5 0</inkml:trace>
  <inkml:trace contextRef="#ctx0" brushRef="#br0" timeOffset="86">26126 15850 7815,'0'-8'-310,"0"0"310,0 5 840,0-3-133,0 1-104,0 4-131,0-5-160,0 6 59,0 0-33,0 6-186,0 0 1,0 7 0,0 3-50,0 1 139,0-1-97,-6 2 1,5-3-180,-3 6 52,-3 0-39,5-2-177,-9 5 140,10-11 0,-4 9 101,5-5-343,0-1 185,-6-3 1,5 3 73,-4 1-249,4-6 79,1 0-870,0-10 493,0 10 137,0-9-802,0 3 1253,0-5 0,-5-11 0,-2-3 0</inkml:trace>
  <inkml:trace contextRef="#ctx0" brushRef="#br0" timeOffset="87">26734 16210 8042,'0'7'-1622,"0"4"1746,0-4 0,0 5 34,0 0-69,0 1 344,0-6-217,0 4 1,0-8 74,0 5 167,-6 0-206,5-1 0,-5 4 153,6-3-206,-5-2-37,3 5 0,-5-4 292,3 5-243,3 0-1,-10 1-262,4-1 109,-5 1 0,3 0 297,1 4-877,0-3 421,-5 4 0,1-2 29,0 1 73,-1-1 0,1 2 0,-1 2 0</inkml:trace>
  <inkml:trace contextRef="#ctx0" brushRef="#br0" timeOffset="88">27813 15615 7982,'-7'0'-804,"-4"0"0,8 0 994,-5 0 244,5 0-74,-8 0-28,10 0 42,-5-6 17,1 5-33,3-5-24,-3 6 28,5 0-7,0 0-276,5 0-78,-3 0 49,9 0 0,-9 2-95,7 2 0,-1-3 89,4 3 1,1 2-150,-1-2 1,2 0 115,3-4 1,-4 0-124,4 0 1,1 0-82,-2 0 0,5 4 61,-4 0 0,3 0-213,-3-4 1,1 0-105,-2 0 14,-7 0 19,7 6-144,-9-5 560,5 10 0,-5-4 0,-1 6 0</inkml:trace>
  <inkml:trace contextRef="#ctx0" brushRef="#br0" timeOffset="89">27974 15639 7982,'-12'0'0,"-1"0"0,5 0 116,0 0 171,5 0-287,-8 6 0,10-3 139,-4 5 0,4-4-120,1 4 1,0-4 221,0 5-303,0-7 169,0 9 0,0-4-82,0 6 1,1 3 36,4 1 1,-4 6-65,3 2 1,2 1 103,-2 7 0,1 2-242,-1 6 0,-2-2-65,2 2 1,-1 2-64,1-2 1,-3 0 75,3-3 1,-2-8-293,-2-5-236,0 0 459,0-12 1,0-2 260,0-11 0,0-5 0,0-13 0,0-1 0</inkml:trace>
  <inkml:trace contextRef="#ctx0" brushRef="#br0" timeOffset="90">27850 16135 7982,'-7'6'0,"-4"-3"22,3 5 1,-2-4 162,2 4 1,-3-5 44,3 1-93,2 3 1,-1-4-127,3 5 1,3-4 121,-3 5 1,4-7-130,4 2 0,-2 2 82,7-2 0,-1 2 62,4-2 1,1-3-72,-1 3-32,6-2 13,-4 3 0,5-3 24,-2 2 1,-2-3-9,6-1 1,-5 4-97,5 0 0,-5 5 157,5-5-339,-6 5 144,9-2 0,-6 6-196,2-1 0,2 5 102,-5-1 0,-1 1-172,-3-5 112,-1 0 7,6 1-975,-10-6 1182,9 4 0,-10-10 0,5 5 0</inkml:trace>
  <inkml:trace contextRef="#ctx0" brushRef="#br0" timeOffset="91">28408 16334 7527,'-12'5'-393,"4"-3"812,-1 2-309,7-3 1,-5-1 32,3 0-15,2 0 120,-3 0-15,5 0-133,-6 0-64,5 0 1,-5-1 29,6-3 15,0 2 57,0-3-69,0-1-14,0-1 1,0-5 3,0 0 0,0 3 88,0 1-84,0 0 0,2-5-6,2 1 0,-3 4-3,3 0 1,2-1-100,-2-3 0,1 4 160,0-1-189,-4 1 1,9-4 60,-6-1-3,5 6 0,-6-2 11,5 5 1,-5-2-24,1 2 12,3 3 0,-4-5 4,5 6 0,-4 1 22,5 4 0,-5-3-11,4 7 0,-5-1 38,1 4 1,1 5-33,0-1 0,3 2 2,-4-1 0,0 1-6,-4 2 1,0 4-2,0-4 1,0 0 3,0 0 0,0-3-2,0 4 0,-1-6 36,-3 1 1,1-2-34,-5-1 1,-1-5 57,-3 0 0,4-5-57,-1 1 0,1-3 4,-4-1 0,-1-1-92,1-3 0,4-3-164,-1-5 1,5-2-105,-4-3 0,5-2-342,-1-6 0,3 4 692,1 1 0,0-1 0,0-4 0</inkml:trace>
  <inkml:trace contextRef="#ctx0" brushRef="#br0" timeOffset="92">28706 15937 8241,'-11'-1'691,"3"-3"0,1 2 375,3-2-329,2 3 128,-9 1-510,10 0-113,-5 0 1,8 0-77,2 0 1,-1 0-24,5 0 1,0-2-149,5-2 0,-1 3 39,0-3 0,5 2-170,0 2 0,3-4 32,-3 0 1,3 0-88,-3 4 0,5 0-13,-1 0 1,-2 0 139,2 0 0,-2 1-67,2 3 1,1-1-13,-6 5 1,1-5-490,-5 1 425,1 3-704,-1 0 187,-5 0 121,-2 4 1,-5-8-758,0 5 1360,0-5 0,-5 8 0,-2-4 0</inkml:trace>
  <inkml:trace contextRef="#ctx0" brushRef="#br0" timeOffset="93">28842 16111 8017,'-12'0'88,"0"0"1,3 0 170,1 0 1,4 0 68,-4 0-198,-1 0-141,3 0 275,0 0 254,6 0 1797,0 0-2132,6 0 1,-4 0-66,7 0 1,-5 0-162,4 0 0,-4 0-183,4 0 142,1 0 0,3 0-26,0 0 1,2 0 136,3 0 1,-3 0-33,2 0 0,-2 0-23,-2 0 0,5 4-3,-1 0 0,1 0-41,-5-4 1,1 0-132,-1 0 1,1 0-822,-1 0 561,0 0 463,1 0 0,-1 0 0,1 0 0</inkml:trace>
  <inkml:trace contextRef="#ctx0" brushRef="#br0" timeOffset="94">29612 15887 7484,'-7'-5'343,"1"4"1,8-5 26,2 6 1,-2-4-271,7 0 0,-5-5 275,4 5-340,0-5 1,5 2-31,-1-6 1,1 2 24,-1 3 0,0-3 110,1 3 1,-5-3-26,0-2 0,1 2-109,3 3 1,-4-3 24,1 3 0,-5 2-60,4 2-11,-5-3 429,2 6-3,-5-10 24,0 9-284,0-3 0,0 6 26,0 3 1,0-1 178,0 6-261,-5-1 1,2 6 75,-5 2 1,5-1-121,-1 6 1,-2 0 182,2 3 1,-1 3-198,1 2 0,1-2 33,-5 6 0,5 0-13,-1 4 0,1 1-130,-1-1 0,2 0 113,-2 0 1,3-5-6,1-3 1,0-7-29,0-1 0,0-6-10,0 1-8,5-7-309,2-4 104,0-5 1,4 0-342,-3 0 1,3-1 140,2-3 0,-1-3 387,1-6 0,5-5 1,1-1-1</inkml:trace>
  <inkml:trace contextRef="#ctx0" brushRef="#br0" timeOffset="95">29847 15503 11514,'0'-12'8772,"-1"-1"-8418,-3 1 0,2 3 104,-2 1-512,3 5 0,2-2-19,3 5 1,-1 0-733,5 0 0,-3 0-418,3 0 1190,0 0-2741,5 0 2305,-1 5 0,0-3 0,1 3 0</inkml:trace>
  <inkml:trace contextRef="#ctx0" brushRef="#br0" timeOffset="96">29996 16123 10009,'0'-7'2403,"0"0"-1568,0 3 35,0 3-279,0-10-352,0 4 0,0-1 215,0-1-240,0 7 1,0-5 400,0 3 0,2 2-675,2-2 1,-3 1 49,3-1-203,-2 3-5,3-5 1,-2 6-779,5 0-28,-5-5 964,8 3-288,-4-3 0,1 5-35,0 0 0,-4 0-50,5 0 0,-5 0 93,4 0 1,-4 0-287,5 0 666,-7 5 1,8-2 91,-6 5 0,2-3-342,-2 3 1,-3-4 380,3 4 0,-2-4 535,-2 5 251,5-1-456,-3 4-156,3 1 0,-5-1 522,0 0-518,0-5 0,4 4-109,0-2-274,0-4-174,-4 6 234,0-4 1,-1 1 255,-3 1 0,3-5-25,-4 4-357,4-5 62,-4 8 0,3-8 245,-2 5-113,-3 0 1,4 0 66,-5 1 1,4-3-285,-4 3-221,5 2 215,-8-4 0,5 5 116,-2 0 1,1-3-28,3-1 0,3-4 260,-3 4 20,-3-5-566,5 8 431,-9-9 1,10 4 615,-3-1-585,2-4-97,-3 4-41,4-5-882,-5 0 78,6 0 552,0 0-392,-6 0-474,5 0 532,-4 0-32,5 0 312,0 0 302,5 0 8,-4 0 1,6 0-70,-2 0-8,-4 0 19,10 0 1,-8-4 208,5 0 1,-4 0 288,4 4-482,-5 0-59,8 0 85,-4 0 1,5 0 12,1 0 0,-5 0-40,0 0 121,-5 0-320,8 0 1,-8 0-303,5 0 555,0 0 1,1 0-551,-1 0 180,0 0 357,5 0 0,-1 0 0,0 0 0</inkml:trace>
  <inkml:trace contextRef="#ctx0" brushRef="#br0" timeOffset="97">3474 14746 7851,'-6'-7'0,"3"2"285,-5 5 95,5 0 0,-4 0-261,3 0 0,3 10 70,-3 2 1,2 9-88,2-1 1,-4 5 118,0 4 1,0 0-158,4 8 0,0-6 73,0 6 0,0-4-92,0 0 0,0 1 75,0-5 0,0 0-178,0-4 1,0-6-41,0-2 1,0-3-164,0-2 1,0 0-1200,0 1 711,0-6 749,0-2 0,-6 1 0,-1 1 0</inkml:trace>
  <inkml:trace contextRef="#ctx0" brushRef="#br0" timeOffset="98">3808 14796 7926,'-12'0'0,"0"0"0,3-1 384,1-4 1,4 3-50,-4-7 0,4 5 7,-5-4 0,7 4-154,-3-4 0,4-1-146,1-3 1,0 0-19,0-1 1,6-1 100,2-2 0,3 2-184,1-2 1,1-2 36,-1 1 0,2 1-28,2 3 0,-2 1-2,3-1 1,1 5-139,-2 0 1,2 5-26,-1-1 0,-4 3 141,4 1 1,1 0-3,-2 0 0,1 5 31,-5 3 0,1 7 52,-1 2 0,-1 4-55,-3-5 1,2 6 55,-6-1 1,0 1 2,-4-1 1,0 2 11,0-2 1,0 2 22,0 2 0,-1 0-48,-3 0 1,-4-2 129,-9-2 0,3 2-74,-2-2 0,1-2 26,-2 2 0,2-6-50,-6 1 0,5 0 113,-5 0 1,4-5-59,-3 6 1,0-10 77,0 5 0,0-2-92,4 2 0,2-4-4,-2 1 0,3-5-38,5 4 0,-3-4 129,3 4-92,2-5 78,-5 3-39,10-6-40,-5 0 6,6 0 444,0 0-452,6 0 1,-4-4-88,7-1 1,-5 0 88,4 1 1,0 2-134,5-2 1,-1-1-24,1 1 1,0-1-105,4 5 1,2 0-406,6 0 1,0 0 261,0 0 1,1 0 22,3 0 1,1 5 101,3-1 1,-2 4 10,-7-4 1,1 4-163,0-3 364,0 4 0,-6-2 0,-1 5 0</inkml:trace>
  <inkml:trace contextRef="#ctx0" brushRef="#br0" timeOffset="99">4317 14883 7924,'-12'0'460,"-1"0"1,5 0 332,0 0-177,5 0-150,-3 0-440,6 0 0,0 0-38,6-6 0,1 4-170,5-7 0,1 2 158,-1-1 0,5-3-221,-1 3 0,1-3 61,-5-2 0,1 2 17,-1 3 0,0-3 87,1 3 1,-1-2 87,1 2 1,-5-2 45,0 6 1,-5-1 168,1 0 0,-1 4 132,1-3-278,-3 3 0,5 2-68,-6 3 0,-4 3 60,-1 5 0,-3 2-91,4 3 1,-4 2 75,4 6 1,-5 4-124,5 0 1,-1 4 23,1-4 0,2 4 25,-2-4 0,-1 0 3,0-5 1,1 1 13,4 0 0,4-6-216,1-2 0,4-5 65,0-3 1,3-5-340,4-8 0,0-5 493,4-7 0,1-4 0,4-4 0</inkml:trace>
  <inkml:trace contextRef="#ctx0" brushRef="#br0" timeOffset="100">4615 14399 7824,'-13'-4'520,"1"0"0,1-2-109,3 2 14,-3 3-214,9-5-762,-3 6 171,5 0 1,5 4-131,4 1 0,2 4 510,1 0 0,6 7 0,1 3 0</inkml:trace>
  <inkml:trace contextRef="#ctx0" brushRef="#br0" timeOffset="101">4764 15019 7886,'-7'0'-427,"1"-1"1461,6-3-307,0 2-410,0-3 108,0 5 12,0 0-215,0 5 0,0-2-37,0 5 1,0 1-82,0 3 1,0 5 117,0-1 1,0 2-194,0-1 1,0-2 72,0 5 1,0-3-112,0 4 0,4-5-38,1 5 0,-1-6 136,-4 2-47,0-4 0,4 0 102,0-1-347,0-5 1,-4 0-7,0-3-2115,0-3 2324,0 5 0,-5-12 0,-2-1 0</inkml:trace>
  <inkml:trace contextRef="#ctx0" brushRef="#br0" timeOffset="102">5533 14895 7956,'-13'0'0,"5"0"0,0 0 259,0 0-83,-5 0 145,6 0-236,2 0 0,6 0-17,3 0 1,3 0 15,6 0 1,-1 0 13,0 0 1,2 0-53,3 0 1,-2 0 47,6 0 0,-1 0-108,5 0 0,1 0 80,3 0 0,-1 0-215,5 0 1,-4-4-153,4 0 1,-4 0-575,4 4 875,-6 0 0,4-6 0,-6-1 0</inkml:trace>
  <inkml:trace contextRef="#ctx0" brushRef="#br0" timeOffset="103">6538 14573 7939,'-13'0'0,"1"0"40,-1 0 0,5 0-52,0 0 1,4 0 342,-5 0 0,5 0-87,-4 0 1,5 5-39,-1 4 0,1-3-113,-1 3 1,3-1 7,-3 4 1,-2 1-4,2-1 0,-1 5-47,0-1 0,3 6 38,-7-1 0,1-2 10,-4 2 0,-1 0 77,1 3 0,0 1-85,-1 0 0,-1-4 134,-2-1 1,2-3-72,-3 4 1,8-6-155,1 1 63,5-2 1,-3-6 71,6 1-256,0-7 1,2 4 72,2-6 0,7 0-141,5 0 1,6 0 60,-1 0 0,4 0-198,4 0 0,3-4 92,5 0 1,-4-5-140,0 5 0,-1-1 31,1 1 0,3 2 83,-3-2 0,-3 1-252,-1-1 1,-8 3 68,-5-3 1,2 2 441,-1 2 0,-6 0 0,0 6 0,-4 1 0</inkml:trace>
  <inkml:trace contextRef="#ctx0" brushRef="#br0" timeOffset="104">6476 14622 7935,'-13'-5'0,"1"2"0,-1-5 0,1 5 0,5-2 0,2 5 0,5 5 210,0 3 1,1 9 309,3 4 1,3 2-314,5 2 1,-3 5-258,-1 3 1,0 3 96,5 1 0,-5 5-264,0-1 0,-1 0-136,1-4 0,-2 1-579,-6-1 932,5 0 0,-3-5 0,3-2 0</inkml:trace>
  <inkml:trace contextRef="#ctx0" brushRef="#br0" timeOffset="105">6811 14833 7899,'-13'0'535,"5"-1"698,0-3-588,5 2 124,-8-3-232,9-1-475,-3 5 133,5-5-330,0 6 0,5-4-13,4 0 1,-2 0-42,1 4 0,-1-1 148,1-4 0,3 4-411,-3-3 107,3-3 250,2 6 226,-1-10-163,1 9 0,-5-7 423,0 5 0,-5-1-195,2 5-193,-5 0 1,0 2 8,0 2 1,0 4-144,0 9 1,-1 2 53,-3 6 1,2 0-58,-2-1 1,3 1 62,1 0 0,0 4 12,0 0 1,0 0-35,0-4 1,0-6-3,0-3 1,4-2-25,0-1 0,6-2 2,-2-3 0,3-3-340,2-5 1,-2-1 148,-3-3 0,6-4 308,-6-9 0,11-2 0,-5-6 0</inkml:trace>
  <inkml:trace contextRef="#ctx0" brushRef="#br0" timeOffset="106">6935 14436 7903,'-13'0'0,"1"-1"0,-1-3 1122,6 2-204,2-9-226,5 10-1152,0-4 411,0 5 1,1 0 120,3 0-1420,3 0 677,6 0 671,5 0 0,-5 5 0,5 2 0</inkml:trace>
  <inkml:trace contextRef="#ctx0" brushRef="#br0" timeOffset="107">7220 15019 7790,'-8'0'277,"-1"0"0,5-4 57,-4 0-73,5-6 48,-8 9-1,10-10 98,-5 4-201,6-5-258,0 5 110,0-4 0,0 8 78,0-5 1,2 1-1,2-1 174,3-3-687,5 9 236,1-3 6,-1-1-248,0 5 270,1-5 1,-2 8-180,-3 2 28,3-3 172,-4 10 0,4-4 56,-3 5 0,2 1 65,-6-1 1,2-1-64,-2-2 0,-3 2 18,3-3 0,-2 3-1,-2 1 0,0 1 60,0-1 0,0 0-45,0 1 0,-6-1 0,-2 1 1,1-1 4,-1 0 1,-1 1-10,-3-1 0,1-3 83,3-1 0,-3 0-78,2 4 0,-2-3 151,-1-1-137,0 0 0,-1 3 111,1-2 1,3-3-41,1-1 1,4-4 118,-4 3 246,5-3-86,-8-1 49,10 0-122,-5 0-130,6 0 61,0 0-93,6 0-222,0 0 0,7 0-64,-1 0 1,1 0 69,-1 0 0,5 0-244,-1 0 0,5 0 114,-5 0 0,6 0-481,-1 0 0,3 0 700,0 0 0,1-5 0,0-2 0</inkml:trace>
  <inkml:trace contextRef="#ctx0" brushRef="#br0" timeOffset="108">8014 14622 8079,'-7'-7'1204,"1"2"-966,6 5 0,0-1-20,0-4 232,0 4-315,0-4 1,2 5-10,2 0 0,3 0-128,5 0 0,5 0-235,-1 0 1,6 0 153,-1 0 1,3 0-362,0 0 1,1 0 198,0 0 1,0 0-976,0 0 1220,-6 0 0,4 5 0,-3 2 0</inkml:trace>
  <inkml:trace contextRef="#ctx0" brushRef="#br0" timeOffset="109">8063 14796 7845,'-13'0'180,"-4"0"271,9 0-400,2 0-59,1 0 118,5 0 1,3-4 215,5 0 0,2-5-347,10 5 0,2 0 42,7 4 0,-1 0-302,5 0 1,-1 0 112,1 0 1,2 2-357,-1 2 524,-4-3 0,11 10 0,-2-4 0</inkml:trace>
  <inkml:trace contextRef="#ctx0" brushRef="#br0" timeOffset="110">8684 14684 7839,'-7'7'0,"-4"-1"323,3-6-81,2 5 681,-5-3-223,10 3-612,-5 1 0,8-5 67,2 3 0,3-2-117,5-2 1,4 0-85,1 0 1,5-2-186,-1-2 0,2 3-146,2-3 1,0 1 376,0-1 0,5 2 0,2-3 0</inkml:trace>
  <inkml:trace contextRef="#ctx0" brushRef="#br0" timeOffset="111">9205 14635 7841,'-13'0'530,"1"0"0,4 0-147,-1 0 0,5-2 305,-4-2-495,5 3 0,-4-5-113,3 6 209,3-5-333,-5-2 0,10-1 83,1-1-107,4 1 1,-2-4-18,6-1 0,-5 5-25,0 0 0,-1 4 81,1-5 1,2 5-45,-6-4 523,6 5-134,-3-8-229,-1 10 24,6-5-131,-11 6 20,4 0 1,0 2-13,-1 2 1,0 4 5,-4 9 0,1 2-155,3 6 0,-2 1 114,2 3 1,-1-2 29,1 7 0,-3-1-23,3 4 0,2-4 19,-2 0 0,4-4-143,-4 4 0,5-5 95,-5 0 0,4-7 0,-4-4 64,6-4 17,-3-6 33,5-1 0,-1-8-78,-3-2 0,3-3 93,-2-5 0,-2-5-70,1 1 0,-1-2-4,1 2 0,3-4-27,-3-5 1,-1 5-10,1-1 0,-1 0 44,2-3 0,0-1-11,-5 0 0,5-4 75,-5 0 1,0-1-78,-4 1 0,0 3-37,0-3 0,0 0 41,0 4 1,-1-3-97,-4 8 0,3 2-20,-7 1 1,7-1-197,-3 2 0,0-1-432,1 5 759,0 0 0,4-6 0,0-2 0</inkml:trace>
  <inkml:trace contextRef="#ctx0" brushRef="#br0" timeOffset="112">9751 14796 7821,'-7'-6'521,"-4"0"1,8-3 303,-5 1-620,5 5 0,-3-4 213,6 3-619,0 3 214,0-5 1,-1 6-224,-3 0 114,3 0 1,-5 2 1,6 2 0,-4-1 7,0 5 39,0 0 0,-1 5-16,1-1 0,-1 0 51,1 1 0,2-5 29,-2 0 0,3 1-23,1 3 1,0-4 25,0 1-13,0-1 3,0 4 31,0 1-36,5-1 1,2-4-38,6 1 1,-5-5 33,0 4 0,0-5-42,5 1 0,-5 1 34,0-1-20,1 1 1,3-1-7,0 0 0,-3 4-4,-1-4 1,-1 2-152,1-2 0,2-1 98,-6 5 1,6-4 153,-2 4 1,-3-3-69,-1 3 0,-1-4 142,1 4 1,-2-4-105,2 5 0,-3-5 70,-1 4 0,-1-4 3,-3 4 1,1-1 120,-5 2 1,-1 2-29,-3-3 1,0-1-59,-1 1 1,1-4 44,-1 4 1,1-3-77,0 3 0,-1-5-407,1 1 0,-1 1 105,1-1 191,0 0 0,-6-9 0,-2-2 0</inkml:trace>
  <inkml:trace contextRef="#ctx0" brushRef="#br0" timeOffset="113">20494 17859 7972,'-7'0'-299,"1"0"530,1 0 53,3 0 37,-3 0-91,5 0 750,0 0-816,5 0 1,4 0 197,7 0-191,-2-5 59,9 3-335,-3-9 93,5 10 0,-1-9 251,1 6-1028,0 0 588,0 4 1,0 0 73,-1 0 127,-4 0 0,-2 6 0,-6 1 0</inkml:trace>
  <inkml:trace contextRef="#ctx0" brushRef="#br0" timeOffset="114">21027 17723 8039,'-7'0'-119,"-4"-6"1,8 5 309,-5-3-70,5-3-39,-2 6 40,5-5-220,0 6 216,0 0 16,0-5-85,0 3 1,1-7 49,3 4-196,-2 1 142,9-1 1,-8 2 3,5-5 1,-4 4 46,4-5-28,1 1 117,3-4-146,-5 5 0,2 0 280,-4 3-271,4 2 1,-7-4 106,2 1-49,3 4-2,-6-4-110,5 5 66,-1 0 0,-4 1 2,4 3 1,-4 3-4,-1 5 0,0 6-214,0 3 196,0 8 0,0-2-103,0 6 0,0 1 95,0 3 0,0 0-91,0 0 0,0-1 75,0-3 0,0 2-58,0-7 0,5 0 39,4-7 0,0-3-16,0-6 1,2-5 34,-3-3 1,3-3 8,1-1 1,5-5-76,-1-3 1,1-9 53,-5-4 0,2-3-132,3-5 1,-3-3 119,2-5 1,-6 0-105,-2-1 1,-1 1 79,1 0 1,-2 0 104,-6 0 1,0-1-89,0 1 1,-2 7 11,-2 5 1,1 0-326,-5 5 1,1 2 107,-1 1 0,1 3-331,3 2 1,3 0 179,-4-1 1,5 1-262,5-1 631,-4 6 0,10-4 0,-4 4 0</inkml:trace>
  <inkml:trace contextRef="#ctx0" brushRef="#br0" timeOffset="115">21536 17946 8061,'0'-12'72,"0"-1"1,0 1 159,0 0 1,0 3 192,0 1-65,0 0-212,0-5-55,0 1 86,0 5-115,0 2 85,0 5 0,-4 1-186,-1 3 1,0 2 1,1 2 0,-2 3-32,-2-3 1,-2 3 66,6 2 1,-4 3-91,4 1 0,-4-1 92,3-3 1,-3-1 25,4 0 0,0-3-37,4-1 1,-1 0 56,-4 5-19,4-1-7,-5 0-30,12 1 0,1-2 17,5-3 1,1 2-2,-1-6 1,-2 1-49,2 0 0,-6-3 45,6 7 1,-2-5-19,2 4 0,-1-4 17,-3 4 9,3 1-13,-9 3 0,3 0-2,-5 1-41,0-1 1,-5-1-4,-3-2 0,-3 2-353,-2-3 1,1-3 159,-1-1 1,1 2-588,0-2 0,-1 0 59,1-4 767,-1-5 0,1-2 0,-1-6 0</inkml:trace>
  <inkml:trace contextRef="#ctx0" brushRef="#br0" timeOffset="116">22007 17884 8061,'-12'-1'-1,"-1"-3"0,5 2 10,0-2 657,5 3-60,-2 1-512,-1-6-230,5 5 302,-5-5-277,6 6 198,6 0-33,-5 0 0,10 0 6,-3 0 1,5 0-4,3 0 1,-1 0-1,6 0 0,0 0 40,4 0-300,-1 0 234,1 0 1,-4 0-342,0 0 155,-1 0 80,5 0 0,-2 0-510,-2 0 255,3 0 141,-11 0-749,5 0 586,-5 0 1,-2 2-195,-3 2 546,-3-3 0,1 5 0,1-6 0</inkml:trace>
  <inkml:trace contextRef="#ctx0" brushRef="#br0" timeOffset="117">22218 17673 8061,'-7'0'-605,"2"0"260,5 0 165,-6 0 520,5 0 66,-5 0-124,6 0-163,0 0-30,0 6 1,0 1 368,0 5-286,0 1-34,0 4 190,0-3-216,0 15 1,0-7 112,0 11-245,6 6 33,-5-1 1,5 5 218,-6-6-567,0 1 250,0-7 1,4 0-978,0-7 544,0-4 518,-4-2 0,6 0 0,0 1 0</inkml:trace>
  <inkml:trace contextRef="#ctx0" brushRef="#br0" timeOffset="118">22094 17847 7953,'-12'-12'0,"-1"-1"0,1 5 145,-1 0 29,6-1 1,2 2 71,5-4 55,-6 10 0,5-4-253,-4 5 84,5 11 1,1-2 133,3 12-306,-3 0 39,10 3 0,-4 1 229,6 0-462,-1 0 198,1 0 1,0-5-372,4 1 245,-3-6 69,4 3-178,-6-6 156,0 1 0,-1-5-33,-2 0-194,2-5 19,-10 8 87,10-9 22,-9 3 48,3-5-19,-5-5-185,0-2 154,-5-6 1,-1-3-149,-2-1 364,-3-5 0,5 7 85,-2-6-85,-3 1 0,8-5 0,-5 0 184,5 0-117,-2 0 0,0 5-70,1-1 959,0 0-629,4 2 0,0 1 578,0 6-235,0-1-147,0 6-351,0 2 164,6 10-589,-5 2 285,10 6 1,-4-1 192,5 1-683,1-1 363,-1 0 0,-1-3 26,-2-1-466,7-5 361,-13 8 1,13-10-127,-7 3-236,2-2 321,1-2 1,-4 0-296,1 0 211,-1 0 0,-1 0-103,4-6 402,-10-1 0,9-5 0,-6-1 0,0 1 0,-4 0 0,0 3 0,0 1 36,0 0 33,-5 1 1,2 0 134,-5 3 0,3 2 327,-3-2 1,1 8-45,-1 5 1,-2 2-319,6 1 1,0 1-254,4-1 0,0 0 240,0 1-570,0-1 271,0 1 143,6-1 0,0 0 0,7 1 0</inkml:trace>
  <inkml:trace contextRef="#ctx0" brushRef="#br0" timeOffset="119">22677 17773 7994,'-12'0'71,"-1"0"815,1 0-86,5 0-221,1 0-749,6 0 163,0 0-12,0 5 1,6-4 148,2 4 1,3-4-126,2-1-65,5 0 103,1 0 1,4 0-98,-2 0 1,2 0 197,-2 0-1269,2 0 1125,2 0 0,0-6 0,0 0 0</inkml:trace>
  <inkml:trace contextRef="#ctx0" brushRef="#br0" timeOffset="120">23434 17611 7996,'0'-7'-424,"0"2"1,0 4 309,0-4 498,0 4-305,0-4 0,0 3 80,0-2 90,0 3-148,0-5 1,0 5 365,0-3-333,0 2 68,0-3-13,0 5 265,0 0-344,-6 0 1,3 1 151,-5 3-269,5 3 38,-8 6 1,5 3 52,-7 1 1,1 5-140,-1-2 0,-3 4 34,-1 1 93,1-1-10,-2-4 1,3 3-27,-6-2 16,6-3 1,-2 4-1,8-6 61,0-1 1,2-5-10,-1-2 42,-3-5-25,10 3 14,-5-1-289,6-4 267,0 5-274,0-6 221,6 0-20,-5 0 1,6 0-199,-3 0 200,-2 0-24,9 0 0,-5 0-8,7 0 0,-1-1-38,1-4-214,-1 4 113,6-4 0,-4 5 113,2 0-249,4 0 117,-1 0 0,2 0-332,-1 0 0,-5 0 150,2 0 0,1 0-753,-2 0 532,1 0 551,-5 5 0,6 2 0,2 5 0</inkml:trace>
  <inkml:trace contextRef="#ctx0" brushRef="#br0" timeOffset="121">23421 17611 7996,'0'-12'-52,"0"0"1,0 3 311,0 1-216,0 5 96,0-2-56,0 5 0,0 1 35,0 3 1,0 7 24,0 6 1,0 9-73,0-1 1,0 8 4,0 0 0,0 3 64,0 1-323,0 0 106,-5 0 1,3 1-411,-2-1 1,3-1 81,1-3 404,0 3 0,-6-10 0,0 4 0</inkml:trace>
  <inkml:trace contextRef="#ctx0" brushRef="#br0" timeOffset="122">23620 17847 6559,'-7'0'366,"1"0"-305,6 0 2841,0 0-2628,-5 0 13,4 0-388,-5 0 105,6 0-29,0 0 89,6 0-18,-5-6-42,4 5 36,1-4 0,-5 3-62,3-2 0,2 1 62,-2-5 1,4 4-99,-3-4 1,4 4 75,-1-5 1,-1 2-113,2-1 111,-7-3-37,9 4 10,-4-5 0,6-1 11,-1 1 0,-5 4 6,-3-1-10,3 7 4,0-9 0,0 9 75,-2-3-72,-5 5 0,0 5-6,0 4 10,0 7-2,0 3 6,0 6-258,0 0 120,-5 5 0,2-2 111,-5 5 226,5-6-227,-8 9 1,8-5-12,-5 2 67,5-3-54,-2-5 0,5-2-47,0-2 35,0 2 8,0-9-171,0-1 88,0-2 0,1-10 55,3 3-318,3-3 208,0-1 1,4 0 1,-3 0-549,3-5 411,2-2 0,0-5 292,4-1 0,-3-5 0,4-1 0</inkml:trace>
  <inkml:trace contextRef="#ctx0" brushRef="#br0" timeOffset="123">23880 17487 7969,'-19'0'1352,"3"0"-555,2 0-337,7 0-499,-4 0 191,9 0-1,-3-5-728,5 3 398,0-3 0,1 6-35,3 3-439,3-2 402,6 9 1,-1-8-855,1 5 1105,-1 0 0,6 5 0,1-1 0</inkml:trace>
  <inkml:trace contextRef="#ctx0" brushRef="#br0" timeOffset="124">24004 18070 8023,'-1'-8'136,"-3"0"0,3 4 660,-4-5-466,4 7 113,1-4 156,0 6-449,0-6 31,0 5 1,0 5-31,0 9 1,0 3 126,0 1-275,0-3 130,0 9 1,0-4 168,0 6-554,0 0 194,-6 0 0,5-2-372,-3-2-404,3 2 834,1-9 0,-6 9 0,-1-3 0</inkml:trace>
  <inkml:trace contextRef="#ctx0" brushRef="#br0" timeOffset="125">25059 6796 7959,'0'-8'-345,"0"0"1,0 4 600,0-4 1,1 3 251,3-3-334,3 5 1,7-6-131,3 5 1,-2-5 69,5 5 0,-3-1-38,4 1 1,3 2 30,5-2 1,0 1-284,-4-1 1,-4 3 107,0-3 0,-2 4-415,1 4 1,-2-1 35,-5 5 447,-1 0 0,-5 4 0,-1 1 0</inkml:trace>
  <inkml:trace contextRef="#ctx0" brushRef="#br0" timeOffset="126">25108 6908 7959,'-12'0'-617,"4"0"485,0 0 85,5 0 0,-1 0 313,8 0 1,4-4-82,9 0 1,3-2-101,9 2 1,3-1-207,5-4 1,6-2 120,2 3 0,4-3 0,0-1 0</inkml:trace>
  <inkml:trace contextRef="#ctx0" brushRef="#br0" timeOffset="127">28111 6747 7328,'-7'-2'252,"3"-2"70,2 3 0,2-6 110,0 3-179,-5 3 102,3-5 0,-3 6-488,5 0 313,0 0-80,5 0 1,2 0-109,6 0 0,-1 0-226,0 0 132,6 0 1,0 0 51,3 0-878,2 0 618,-9 0 1,8 0 309,-5 0 0,5 0 0,-3 0 0</inkml:trace>
  <inkml:trace contextRef="#ctx0" brushRef="#br0" timeOffset="128">28086 6896 8174,'5'-7'204,"4"3"1,3 1-379,4-1 1,4 2-16,5-2 189,5-3 0,7 6 0,7-5 0</inkml:trace>
  <inkml:trace contextRef="#ctx0" brushRef="#br0" timeOffset="129">30567 6759 7974,'-7'-5'-994,"-4"3"765,4-3 1246,-5-1-158,5 5-189,1-5-238,6 6-96,0 0-213,0-5 158,0 4-166,0-5-177,0 6 0,6-1 305,2-3-962,3 2 551,1-3 1,1 5 91,-1 0-673,1 0 749,-1 0 0,6 5 0,1 2 0</inkml:trace>
  <inkml:trace contextRef="#ctx0" brushRef="#br0" timeOffset="130">30542 6858 7848,'-5'-6'33,"3"-5"521,-3 4 0,6-4-230,3 2 1,9 3-89,7 1 1,5 4-1040,4-3 388,3 2 288,5 2 1,1 0 126,4 0 0,2 0 0,6 0 0</inkml:trace>
  <inkml:trace contextRef="#ctx0" brushRef="#br0" timeOffset="131">24525 17797 7991,'-12'0'-29,"4"-4"161,-1 0 0,5 0 649,-4 4-414,5 0-179,-2 0-297,5 0 264,0 0 0,11 0-228,-3 0 63,10 0 0,1 0 151,6 0-379,0 0 173,5 0 0,-1 4-193,0 0 53,0 0 198,1-4 1,-3 0-601,2 0 279,-9 0 100,4 0-675,-11 0 364,11 0 539,-10 6 0,4-5 0,-6 5 0</inkml:trace>
  <inkml:trace contextRef="#ctx0" brushRef="#br0" timeOffset="132">24736 17587 7990,'-7'0'587,"-4"0"1,9 0-778,-7 0 152,7 0 0,-4 0 57,6 0 17,0 5 0,0 3 279,0 9-595,6 2 229,1 11 1,5 4 153,0 7-682,1-3 314,5 11 1,-5-5 211,4 5 1,-3 1 16,-2 0 1,-1-8 35,-3-4 0,3-1 0,-4-6 0</inkml:trace>
  <inkml:trace contextRef="#ctx0" brushRef="#br0" timeOffset="133">25257 17686 7309,'-7'-6'213,"2"3"213,5-5 0,0 4-67,0-4-197,0 5-20,0-8 1,0 8-54,0-5-64,0 5 0,0-4 475,0 3-186,0 3-204,0 12 1,0 5-42,0 17 0,4 2-143,0 6 0,0-1 146,-4 6-1040,0-6 926,0 8 0,0-8-679,0 5 384,0-5 171,0-2 1,0-10 165,0-7 0,0-3 0,0-6 0</inkml:trace>
  <inkml:trace contextRef="#ctx0" brushRef="#br0" timeOffset="134">25642 17463 7934,'0'-7'-90,"0"-4"27,0 9 449,0-9-56,0 10-80,0-5 241,0 1-318,0 3 199,-6-3-121,5 5 0,-9 5 53,6 4 88,-5 2-243,2 7 0,-4 1 150,2 6-145,-2 5 5,4 7 0,-5 3 58,0 6 1,-1-5 107,1 4-929,5-5 436,1 9-502,6-11 648,0 5-207,0-11 176,0-2 0,6-7 106,2-2-428,9-9 268,-3-6 1,9-6 369,-2 0-504,2-11 444,2 3 0,-2-16-507,-2 4-1,2-4 254,-9-6 0,3 4 95,-9-3-132,-2 3 72,-6 6 1,0 2 48,0 6 1,-7 0-148,-6-1 331,1 6-108,-12 2 0,4 5-149,-9 0-310,3 5 215,-5 8 1,6 0-626,1 4 380,4-3 186,-3-2 1,11 1 193,-1-1 0,1 0 0,5 1 0</inkml:trace>
  <inkml:trace contextRef="#ctx0" brushRef="#br0" timeOffset="135">26002 17661 7962,'-7'7'626,"1"-2"-351,1-5-117,3 0 0,-3 0-210,5 0 32,-6 0 209,5 0-197,-5 0 101,6 0 0,2 0-35,2 0 0,-1-1-19,5-3 1,-1-3-61,1-5 0,3-1 91,-3 1 1,3-1-199,2 1 165,-1 5 1,1-4 319,-1 3-272,0-3 117,1 4 185,-1-4-258,1 9 1,-6 2-56,-2 7 1,-5 7-68,0 3 1,-5 2 103,-4 6 0,2 4-229,-1 0 0,-1 5 112,-8-1-171,3 3 84,2-4 0,1 2 92,2-5-182,4 0 72,-1-4 1,6-2 39,0-2-194,0 2 104,6-14 1,5 6-51,6-11 0,0 0 90,0-4 0,-2-1-456,6-4 1,-2-1 576,2-7 0,2-5 0,-3-1 0</inkml:trace>
  <inkml:trace contextRef="#ctx0" brushRef="#br0" timeOffset="136">26225 17376 7962,'-12'-13'853,"-1"5"204,1 0 0,3 4-1059,1-5-344,5 7-85,-2-9 454,5 9-66,0-3 1,1 5-111,3 0 1,3 1-118,6 3 1,-1-1 269,1 5 0,4 0 0,3 5 0</inkml:trace>
  <inkml:trace contextRef="#ctx0" brushRef="#br0" timeOffset="137">26361 17983 7261,'-4'-8'818,"0"0"-643,0 5 0,4-4 138,0 3-114,0 3-75,0-5 0,0 1-203,0 3 279,0-3-109,6 5 0,-4-2-4,7-2 1,-5 3-25,4-3 0,-4 2-147,4 2 1,-4 0 199,5 0-260,-6-5 78,8 3 1,-9-3-25,7 5 0,-5 0 112,4 0 0,-4 0-133,4 0 124,-5 0-2,3 0 3,-1 5 0,-3-2-13,2 6 1,-2-5 7,3 4 3,-4-5 83,4 8-75,-5-10 93,0 10 0,0-8-83,0 5 1,-1-4 28,-3 5-33,3-7 13,-5 4 31,6-1-19,-5-3 16,3 9 61,-9-4-66,10-1 5,-10 6 1,5-6 6,-2 7 0,1-5-30,3 0 1,1-1-36,-5 2 0,4 0-85,-5-5 0,7 6 140,-2-2-193,-3-2 65,5 5 0,-5-9 77,3 7-1,3-6-20,-5 2-7,6 1 256,-5-5 1,4 4-84,-5 1 19,6-5-4,0 5 82,0-6-193,0 0 6,0 5 44,-6-3-37,5 3-9,-4-5-27,5 0 627,0 0-615,5 0-19,-4 0-20,5 0 1,-5 0-79,4 0 100,-4 0-8,4 0-8,1 0-29,-5 0-5,10 0 0,-8 0 169,5 0-49,-5 0 9,8 0-96,-9 0 14,9 0 145,-10 0-114,4 0-31,1 0 1,-3 0 39,5 0-173,-5 0 139,8 0 24,-10 0-114,10 0 82,-9 0 2,3 0 134,1 0-56,-5 0 173,10 0-220,-10 0-13,5 0-10,-6 0 0,1 0 27,3 0-23,-2 0-110,3 0-26,-5 0-27,0 0-310,6 0-159,-5 6-615,5-5 671,-6 5 533,0-6 0,5 0 0,2 0 0</inkml:trace>
  <inkml:trace contextRef="#ctx0" brushRef="#br0" timeOffset="138">26138 6648 8114,'-11'-2'108,"3"-2"204,-3 3 12,9-5-239,-9 12 1,10 1-111,-3 5 1,3 5 77,1-1 0,0 5 47,0-5 0,0 5-126,0-4 1,4 3 108,0-3 1,0 3-92,-4-3 0,4-1 72,0-3 0,2-5-161,-2 0 0,-3-3-96,3 3-205,3-5 165,0 2 168,6-10 1,-2-2 40,-3-6 0,1 5-95,-4 0 451,4-1-161,-7-3 297,3 0 29,-5 5-44,0 1-348,0 17 0,0-7 12,0 9 0,0-4-157,0 4 1,0-1 115,0 1-106,0-1 0,2-1 80,2-3 1,-2-1-192,7-3 0,-1-2-18,4 2 1,1-4-72,-1-4 1,-4 1 158,1-5 0,-1 0-19,4-5 1,-3 5 188,-1 0 1,-5 3-93,1-3 540,3 5-175,-6-2-196,5 10 1,-6 2-20,0 6 0,0-1-11,0 1 1,1-1-155,3 0 0,-1-1 80,5-2 0,0 0-378,5-5 1,-1 1 76,1-5 229,-1 0 0,6-6 0,1-1 0</inkml:trace>
  <inkml:trace contextRef="#ctx0" brushRef="#br0" timeOffset="139">21623 15999 7895,'-7'0'61,"1"-5"0,5 3 35,-3-2 10,2 3-15,-3 1 207,5 0-229,5 0 0,-2 0 14,5 0 1,6 0 43,7 0-42,-3 0-307,11 0 156,-9 0 1,12 0 85,-3 0-20,3 0 0,5 0 0,0 0 0</inkml:trace>
  <inkml:trace contextRef="#ctx0" brushRef="#br0" timeOffset="140">22528 15577 7977,'0'-8'-182,"0"0"203,0 5-57,0-2 42,0-1 199,0 5-415,0-5 169,0 6 0,2 0 116,2 0-174,-3 6 17,10-5 190,-4 10-327,5-4 263,1 5 0,-2-3 14,-3-1-82,3 0 48,-4-1 0,0 4 11,-3-3 0,2 7-19,-2 2 0,0 1 15,-4-2 0,0 0 18,0 4 182,-6-5-188,-1 9 0,-5-6 71,0 2 175,-1 4-220,1-10 1,-1 5 71,1-2-78,0-4 10,-1 0-68,1-2 116,5-4-14,-4 0-141,4-2 137,0-5 13,2 0-206,5 0 229,0 0-223,0-5 143,0 3-211,5-9 170,2 10 0,0-6-232,-3 3 149,3 2 48,-6-3-484,5 5 223,-6-6 278,5 5 0,-3-5 0,3 6 0</inkml:trace>
  <inkml:trace contextRef="#ctx0" brushRef="#br0" timeOffset="141">21958 15999 8014,'0'-18'-175,"0"-3"175,5 4 225,-4-7-197,16 5 0,-7-5 83,10 4 0,1-4 169,4 4 0,5-4-191,3-1 1,2 2-9,-2 2 1,3 2 64,-3 2 1,-3 8 66,-1-4-68,-8 9-68,-9-1 1,-8 10-9,-8 4 9,-8 7 1,-9 3 60,-8 6-212,-3 5 140,-5 2 1,-4 1 79,-1 0-1084,-5 0 999,9-1 1,-5-2-16,6-5 21,5 0 0,-6-2 44,5-2-431,5-3 188,10-11-8,11-2-218,2-10 215,10-7 1,9-8 37,11-5-363,11-5 635,8-2 0,11-5-487,3 0-1499,-3 0 1583,0 5 0,-4-2 239,3 5 113,2 0-225,1 9 0,-5 3-383,-10 4 596,-7 6-257,-15 7 582,-2 7-161,-12 11 0,-12 3-102,-15 8 820,-8 2-26,-8 12 1,-5-4-561,1 2-371,-6-2 264,9-2 0,-9-1 58,5-3-229,-5 3 1,14-16-1123,0 1 703,6-6 228,13-14-918,3-2 986,22-22 0,-8 2 0,8-9 0</inkml:trace>
  <inkml:trace contextRef="#ctx0" brushRef="#br0" timeOffset="142">22876 14870 8024,'-13'0'-41,"5"0"41,0 0 832,5-5-120,-8 4-152,9-5-599,-3 6 214,10 0 0,0 0-222,7 0 50,-2 0 1,12 0 21,-6 0 1,8 0-167,0 0 1,1 0 214,4 0-1259,-3 0 1185,5 6 0,0 0 0,7 7 0</inkml:trace>
  <inkml:trace contextRef="#ctx0" brushRef="#br0" timeOffset="143">23310 14734 7963,'-7'-12'-193,"-4"-1"193,9 1 0,-3 4 0,5-1 219,0 6-9,0-8-174,5 10-152,2-10 140,6 10 1,-1-5 33,1 6-259,4 0 216,-3 0 1,4 0 14,-5 0-289,-1 0 263,0 0 1,-1 6 212,-2 2-218,-4 3 55,1 7 0,-5-3-2,3 6 1,-4-5-61,-4 5 384,-3 0-211,-5 3 0,-1 0 1,1-4 119,-6 4-106,4-5 1,-4 1-17,6-4-26,0-2 46,-1-2-187,1 1-70,-1-1 106,6-5-276,2-2 292,5-5 0,7-1-116,5-3 14,1 3 1,6-6 12,-3 3-164,-2 2 74,10-3 1,-9 5-15,5 0 93,-4 0 12,2 0 1,-6 5 94,0 3-89,1-2-10,-6 5 281,-2-4-117,-5 11 1,0-4-128,0 2 239,-11-2-98,3 4 0,-11-4-96,2 2 1,-1-2 7,-3-2 1,-1-3-282,6-1 0,-2-5 110,1 1 1,8-3-812,-4-1 439,9 0 175,-1-11-749,5 3 1071,0-21 0,5 3 0,2-12 0</inkml:trace>
  <inkml:trace contextRef="#ctx0" brushRef="#br0" timeOffset="144">23657 14870 7987,'-7'0'781,"2"0"-447,-1 0 189,5 0-300,-5 0 56,6 0 250,0 0-447,0-5 0,0 2 252,0-5-719,0 0 316,6 1 1,1-4-46,5 2 0,-1-2-130,-3-1 1,3 4 75,-2-1 42,2 7-86,1-9 440,0 9-126,1-3 1,-5 5-113,0 0 188,-5 0-74,8 5 0,-8 6-33,5 6 55,-5 5-69,3-3 0,-5 6-71,3 0 71,-3 0 2,5-1 1,-5 1-250,3 0 233,-2 0 1,5-4-120,-3-1 1,-1-6 42,5-2 34,-5 1 1,8-12-5,-3 3 0,2-4-54,-2-4-132,3-3 171,-4-5 0,5-6-22,1-3-62,-7-2 84,5-2 0,-8-1-22,6-3 149,-7 3-128,4-10 172,-6 10-158,0-10 0,0 6 5,0-4-177,0-1 174,0 8 1,0-3-1,0 5-703,0 6 213,0 1-860,0 6 635,0 5 718,5 1 0,2 6 0,6 0 0</inkml:trace>
  <inkml:trace contextRef="#ctx0" brushRef="#br0" timeOffset="145">24104 14920 7931,'-2'-8'374,"-2"-1"-222,3 7 1,-5-5 168,6 3-43,0 2-376,0-3 75,0 5 1,2 1 164,2 3-540,-3 3 273,10 6 0,-4 3 69,5 1 1,1 3-71,-1-3 1,-1 5 183,-2-1-621,2-3 333,-5-1 1,6 0-638,-4 0 867,3-1 0,-4 2 0,5 1 0</inkml:trace>
  <inkml:trace contextRef="#ctx0" brushRef="#br0" timeOffset="146">24290 14870 7959,'-13'0'27,"1"0"-27,0 0 248,5 0-215,-4 6 0,5 1 58,-2 5-43,-3 1-12,9-1 0,-7 5-153,5-1-30,-6 6 173,9-8-644,-10 4 407,9 0 0,-5-4 211,3 2 0,3-2 0,-5-2 0</inkml:trace>
  <inkml:trace contextRef="#ctx0" brushRef="#br0" timeOffset="147">24513 14771 7868,'0'-7'636,"0"2"-204,0 5-213,0-6 1,0 4 315,0-7-150,6 6 1,0-6-206,7 5 1,3-5-182,1 5 0,5-4-301,-1 4 169,-3-6 1,5 9-901,-4-10 721,6 9 0,-1-3 89,-4 5-1249,4 0 718,-11 0 754,0 5 0,-2 8 0,-4 6 0</inkml:trace>
  <inkml:trace contextRef="#ctx0" brushRef="#br0" timeOffset="148">24587 14908 8258,'-12'0'880,"4"0"-587,0 0 572,5 0-172,-3 0-228,6 0-252,11 0-26,-2-6 0,18 5-863,-2-3 332,8 2-194,-1-3 538,5 3 0,6-9 0,1 4 0</inkml:trace>
  <inkml:trace contextRef="#ctx0" brushRef="#br0" timeOffset="149">25344 14821 7728,'-8'-2'-553,"0"-2"1371,5 3-440,-3-5 1,5 6 173,-3 0-188,2 0 108,-3-5-275,5 4 21,0-5 71,0 6 490,0 0-795,5 0 60,2 0 0,10 0-81,-1 0 0,8 0-360,1 0 0,0 0 299,3 0 98,-1 0 0,3 6 0,2 0 0</inkml:trace>
  <inkml:trace contextRef="#ctx0" brushRef="#br0" timeOffset="150">25952 14498 7919,'-7'0'-354,"-4"0"263,4 0 201,0 0 350,2 0 96,-1 0-181,5 0-55,-5-5-36,6 3-322,0-3 343,0-1-148,0 5 11,0-4-1,0 5 102,0 0 1,2-5-17,2 1-204,-3 0 207,5 4-7,-6 0 417,0 0-518,-6 6 0,4-4-192,-7 7 148,7 4 0,-10 3-150,4 4 29,-3 1 1,3 9 95,0 3-220,-1-2 84,2 4 0,-2-3 135,5 5-279,0 1 126,4-7 1,1-5 6,3-5-316,3-6 218,5 3 0,2-7-127,3-2 110,-3-4 94,9-5 1,-8-5-323,6-4 225,-6-2 1,3-1-284,-6-1 239,1 1 0,-5-5-30,0 1 317,-5-1-68,2 5 0,-6 0-217,-3-1 364,-3 1-113,-5-1 0,-2 6 44,-3 3-2,-2 3-154,0 1-203,-5 0 150,5 0 0,-4 1 59,2 3-563,3 3 270,6 6 376,5-6 0,-4 4 0,4-4 0</inkml:trace>
  <inkml:trace contextRef="#ctx0" brushRef="#br0" timeOffset="151">26250 14746 7891,'-13'0'58,"6"0"0,-4 0 319,3 0-66,3 0 13,-6 0 224,4 0-170,0 0-55,-4 0-358,9 0 359,-3 0 12,5 0-278,0 0-265,5 0 179,2 0 35,6 0 1,-5-1-301,0-3 201,1 2 0,3-7-262,0 5 248,1-6 0,-1 7 24,1-5 0,-1 4 21,0-4 0,-3 5-56,-1-1 136,0 2-101,-1 2 272,-1 0 16,-1 0-224,-4 6 1,5 1 155,-6 5-52,-6 6 0,4 1 1,-7 6-58,1 0 0,0 0 44,0 0-179,5-1 134,-8 1 0,9-1 38,-2-4-290,3-2 237,1-5 0,1-6-481,3-3 222,3-3 121,6-1 0,3-5-826,1-4 951,5-7 0,-3-4 0,6-4 0</inkml:trace>
  <inkml:trace contextRef="#ctx0" brushRef="#br0" timeOffset="152">26473 14449 8216,'-12'0'1080,"5"-6"-577,1 5-147,6-5-107,0 1 3,0 3-564,0-3 242,0 5 1,0 5 140,0 4-441,6 2 214,-5 1 156,10 6 0,-4 1 0,5 6 0</inkml:trace>
  <inkml:trace contextRef="#ctx0" brushRef="#br0" timeOffset="153">26696 14808 7889,'-12'0'875,"0"0"1,-1 5-339,1-1 0,-1 5 102,1 0 0,0 3-223,-1 5 0,5 6-558,0 6 0,5 5-385,-1-1 0,2 5-1596,2 3 2123,0-2 0,0 3 0,0-5 0</inkml:trace>
  <inkml:trace contextRef="#ctx0" brushRef="#br0" timeOffset="154">27006 17748 7768,'-6'0'1813,"0"-6"-1475,6 5-138,0-5 108,0 6-407,0 0 129,6 6 1,0-1-73,7 4 1,-1 0 62,1-5 1,3 6-166,1-2 0,5-2 107,-1-2 1,2-3-15,2-1 1,0 0-131,-1 0 1,5 0 55,0 0 0,-1 0 125,-7 0 0,2-5 0,-4-2 0</inkml:trace>
  <inkml:trace contextRef="#ctx0" brushRef="#br0" timeOffset="155">27912 17525 8013,'-7'0'-1277,"-4"0"2036,10 0-740,-5 0 221,6-6-146,0-1 0,0-1 39,0 0 1,0 3 16,0-3 0,0 4 116,0-4 1,0 5-124,0-8 1,0 8 112,0-5-129,0 5 0,-1-2 168,-3 5-162,2 0 1,-9 1-18,3 3 1,1 3 9,-1 6 0,0 0-1,-5 4 1,1 3 4,-1 9 0,1 3-37,0 5 0,-1 6 29,1 3 0,-1 2-131,1 1 0,5-3 52,3-1 1,3-5-142,1 2 1,9-11 37,4-6 1,3-1-142,1-8 0,2-5-33,6-7 1,-4-2 81,-1-2 1,1-2-80,4-2 0,-6-3 42,-2-5 0,-4-2-59,0-3 1,-2 2 125,-3-5 1,2 5 15,-6-2 1,-1 3 54,-8 2 0,1-1 133,-8 1 1,2 4 63,-6-1 0,-4 7-83,0-2 0,0 2-240,0 2 0,-1 0 165,-4 0 0,2 4-245,2 0 1,-2 5-53,2-5 1,3 1-504,2-1 812,2-2 0,1 3 0,1-5 0</inkml:trace>
  <inkml:trace contextRef="#ctx0" brushRef="#br0" timeOffset="156">28123 17698 8099,'-8'0'-402,"-1"0"1,5 0 742,-4 0 889,0 0-898,1 0 0,0 0 158,3 0-493,2 0 269,-3 0-269,10 0 11,2-5 1,6-1-80,-1-2 0,-4-2-50,1 6 0,-1-4 63,4 4 1,1-5-43,-1 5 0,1-4 73,-1 4 0,-1-2-9,-3 2 1,3 3 14,-2-3 1,-3 2 102,3 2 1,-5 2-46,4 2 1,-4 3 95,5 5 0,-7 6-121,2 3 0,-2 6 23,-2 2 0,0 6-88,0-2 1,-2 3 85,-2 1 1,3-1-97,-3-3 0,-2-3 77,2-5 0,0 0-168,4-1 33,0-10 1,6 1 0,2-11-276,3-1 1,3-7-176,2-4 1,2-9 570,3-3 0,2-9 0,-4-3 0</inkml:trace>
  <inkml:trace contextRef="#ctx0" brushRef="#br0" timeOffset="157">28309 17351 8099,'-19'-7'1097,"1"0"-785,5 3-769,7 3 368,-5-5 1,11 6 5,0 0 0,5 0-199,7 0 1,1 1 114,-1 4 0,2 0-185,3 3 1,-4 3-55,4-2 406,2 2 0,0 7 0,6 1 0</inkml:trace>
  <inkml:trace contextRef="#ctx0" brushRef="#br0" timeOffset="158">28607 17847 7997,'-8'-7'708,"-1"3"-341,6-3 1,-6 4 244,5-5 234,0 5-488,4-2 1,0 12-348,0 5 0,0 2 77,0 7 1,0 3-239,0 5 1,0 6 194,0-2 1,0-2-1446,0 3 1400,5-1 0,-4-2 0,5 0 0</inkml:trace>
  <inkml:trace contextRef="#ctx0" brushRef="#br0" timeOffset="159">29128 17698 7998,'-8'-4'-634,"-1"0"253,1-6 1494,-4 9-341,-1-10-395,6 9-149,2-3-258,5 5 1,1 0-76,3 0 167,3 0 0,6 0-79,-1 0 1,5 0 100,-1 0 1,2 1-310,-1 3 0,-4-2-62,4 2 0,1-1-188,-2 1 0,5-3 63,-4 3 412,-1 3 0,-4 0 0,1 6 0</inkml:trace>
  <inkml:trace contextRef="#ctx0" brushRef="#br0" timeOffset="160">29165 17822 7998,'-19'0'-41,"2"0"0,3 0 22,2 0 0,4 0 260,-1 0-221,7 0 1,-2 0 0,8 0 0,4 0-64,9 0 0,2 0-123,6 0 1,-1 0-263,1 0 0,0 0 428,0 0 0,5 6 0,2 1 0</inkml:trace>
  <inkml:trace contextRef="#ctx0" brushRef="#br0" timeOffset="161">29785 17859 8114,'-8'0'-326,"0"0"905,5 0-184,-8 0-401,4 0 0,-1 0 140,0 0-82,5 0 1,-4-1 6,3-3 0,2 1-9,-2-5 0,3 0 35,1-5 1,0 1-18,0-1 0,1 0-123,3-4 1,-1 2 75,5-6 1,1 1-50,3-5 1,0 0 73,1 0 0,-1 0-5,1 1 1,3-1-8,1 0 1,-1 4-8,-3 1 1,1 3 54,2-4 1,-2 6 7,2-1 0,-2 3 28,-1 5 1,-1-2-46,0 6 1,1 0-138,-1 4 0,-4 1 119,1 4 1,-1 1-207,4 7 0,1 3 56,-1 1 0,1 5-53,-1-1 0,0 1 80,1-2 1,3 2-22,1-5 0,-1 4-1,-3-5 1,-1 2 19,1-1 0,-5-4 123,0 4 1,-5-3-159,1-2 256,-3 1 1,-7-1-38,-7 0 1,-1 1 79,-6-1 0,-2 1-104,-7-1 1,1 0 109,-5 1 1,0-2-38,-4-3 1,0 3-61,-1-3 0,5-2-86,0-2 0,7-3 89,1-1 0,6-1-1013,6-3 907,7-3 0,0-11 0,6-1 0</inkml:trace>
  <inkml:trace contextRef="#ctx0" brushRef="#br0" timeOffset="162">3176 16594 8486,'-13'0'-1004,"5"0"542,0 0 0,1-1 434,-1-3 0,1 2-304,3-2 1951,2 3-499,-3 1-39,-1 0-532,5 0-396,-5 0 0,8 0 352,2 0-100,-3 0-385,10 0 1,-4 0 67,6 0 1,-1 0-91,0 0 1,1 0 49,-1 0 1,1 0-155,-1 0 0,6 4 4,3 0 1,2 0 92,2-4 0,-3 0-160,3 0 1,-2-1 102,10-3 0,-5 2-551,1-2 0,1 3 617,-1 1 0,5 0 0,-2 0 0</inkml:trace>
  <inkml:trace contextRef="#ctx0" brushRef="#br0" timeOffset="163">3957 16371 8266,'-8'-7'-1216,"0"3"1375,5 3 1,-2 6 65,5 3 1,-5 8 312,1 0 1,0 10-317,4-1 1,0 10-40,0 2 0,0 1-156,0 8 0,0-5 81,0 5 0,0-6-197,0 1 0,0-7 151,0 0 1,0-8-124,0-1 0,4-6-122,0-7 0,2 1-261,-2-1 0,-3-4-1017,4 1 1461,1-7 0,-4 9 0,3-4 0</inkml:trace>
  <inkml:trace contextRef="#ctx0" brushRef="#br0" timeOffset="164">4354 16421 8117,'-7'-7'597,"-4"-4"0,9 5-279,-7-2 0,7 1 151,-3 3-271,-1 3-226,4-5 242,-3 1-233,-1 3 1,5 2 38,-3 8 0,2 8-46,2 0 1,0 8 19,0 0 0,2 3 16,2 6 0,-3 0 13,3 4 0,2 4-17,-2 1 0,6-1 26,-2-4 0,3-1 25,1-3 0,1 0-43,-1-8 1,1-3 28,-1-10 1,4-5-92,1-3 0,1-2 84,-2-2 0,-2-7-206,3-5 1,1-6 48,-2-7 0,1-4-104,-5 0 1,1-6-153,-1 2 1,-4-2 69,1-3 1,-7 3 236,2 1 1,-4-1-99,-4 2 1,-4-2 235,-9 2 0,-2-1-24,-6 5 0,1 4 133,-1 4 0,-1 6-95,-3-2 1,2 4 113,-2 0 1,5 6-148,3 3 1,3 3 76,6 1-1225,5 0 1099,1 0 0,6 5 0,0 2 0</inkml:trace>
  <inkml:trace contextRef="#ctx0" brushRef="#br0" timeOffset="165">4863 16433 8416,'-12'0'0,"-1"0"1302,1 0-794,5 0 1,0 0 436,3 0-374,2 0-311,-3-5 1,6 2-408,3-5 0,2-1-140,2-3 1,3-1 211,-3 1 1,5 0-72,3-1 0,-2-3 72,3-1 0,-8 2-164,0 7 1,-1-3-186,4 2-53,-5 4 408,4-1 0,-9 8-24,2 2 0,-3 4 155,-1 9 0,-1 8-149,-3 8 0,1 4 181,-5 4 1,5 2 0,-1 4 80,2-2 0,-2-5-122,0 2 1,0 0 85,4 0 1,4-7-57,0-6 1,6-4-128,-2-4 83,3-3-2,2-11 1,0-2-277,4-5 271,-3 0 1,8-5-713,-6-4 0,5-7 48,-5-5-925,7-8 307,-10 3 1249,11-10 0,-9 2 0,3-6 0,-4 0 0,-5-1 0</inkml:trace>
  <inkml:trace contextRef="#ctx0" brushRef="#br0" timeOffset="166">5086 16049 8416,'-12'-18'388,"-1"4"0,7-4-51,1 6 0,4 3 61,1 1-1370,0 5 696,0-8 0,6 11-180,2 0 1,3 3-76,1 9 531,1-2 0,5 14 0,1-5 0</inkml:trace>
  <inkml:trace contextRef="#ctx0" brushRef="#br0" timeOffset="167">5384 16669 8076,'0'8'809,"0"0"-215,0 1-261,0 8 1,0-1-21,0 4 0,0 1-439,0 4 1,0 4-482,0 0 0,0 4 374,0-4 1,0 0-771,0-5 1003,5 1 0,2 0 0,6 0 0</inkml:trace>
  <inkml:trace contextRef="#ctx0" brushRef="#br0" timeOffset="168">5831 16508 8522,'-7'-7'1333,"1"0"-1400,6 3 266,0 2-174,0-3 0,1 5 48,4 0 1,2-4-8,5-1 0,2 1-4,2 4 1,4 0-141,4 0 0,5 0-322,0 0 0,6 0 171,-2 0 0,-2 0-465,3 0 1,-7 0 693,2 0 0,3 11 0,-1 3 0</inkml:trace>
  <inkml:trace contextRef="#ctx0" brushRef="#br0" timeOffset="169">6079 16371 8204,'0'-12'-558,"0"-1"530,0 1 515,0 5 1,0 3-393,0 8 0,5 7 4,3 6 0,-1 10 29,2 2 0,-3 6-30,3 2 0,0 5-253,-4 4 1,4 2 95,-1 2 0,-1 3 59,2 1 0,-1 5 0,4-2 0</inkml:trace>
  <inkml:trace contextRef="#ctx0" brushRef="#br0" timeOffset="170">6773 16334 8217,'-7'-13'0,"2"1"-25,5 0 1,-1 5 368,-4 3 402,4-3-473,-4 5-161,5-3 1,4 12-91,0 5 0,1 6 96,-1 7 1,-1 1-327,5 3 1,-1 3 121,2 5 0,2-3-176,-3 4 0,2-8-96,-2 7 358,3-2 0,-4 2 0,5 0 0</inkml:trace>
  <inkml:trace contextRef="#ctx0" brushRef="#br0" timeOffset="171">7133 15999 8299,'0'-12'-312,"0"-1"0,0 5 322,0 0 1,0 4 1196,0-5-541,0 7-97,0-4-59,0 6 303,0 0-546,0 6 1,0 0-193,0 7 1,-4 1 149,0 2 0,-4 3-108,3 6 0,-4 7 29,0 5 0,3 6-89,-3 6 0,1 7-210,-4 1 0,3 4 300,1 1 1,5-1-221,-1-3 1,3-9 77,1-7 1,7-5-50,5-4 0,1-10-39,3-10 0,3-2-161,2-7 1,-2 0 92,2-4 0,-6-6-123,2-2 1,1-3-294,-2-1 0,1-2 395,-5-3 0,-1 4-300,-3-4 1,2 2 95,-6-2 1,0 4 266,-4-4 0,-1-1-109,-3 2 0,-7-1-94,-6 5 1,-1 1 222,2 2 1,-3 0-97,-6 5 1,0 0 550,0 4 0,4 0-76,1 0-290,5 0 0,-9 11 0,5 2 0</inkml:trace>
  <inkml:trace contextRef="#ctx0" brushRef="#br0" timeOffset="172">7431 16483 8204,'-8'0'752,"-1"0"724,7 0-499,-10 0-703,11 0 1,-4-2 219,5-2-579,0 3 0,1-9 47,3 6 1,-1-4-17,5 4 0,0-6 121,5 2 0,-1 1-144,1-1 1,-1-1-252,0-3 1,1 4 113,-1-1 0,1 2 159,-1-1 23,0-3 1,-3 6-245,-1-4 276,-5 4 1,6 4 26,-4-4-32,-1 4 0,-4 2-22,0 12 1,0 1 75,0 6 1,-4 5-45,-1 4 0,0 5 8,1-1 0,2 6-19,-2-2 0,3 3-4,1-7 1,0 2-122,0-2 1,5-3-170,4-5 0,-2-6 112,1-2 1,0-9-119,4-4 0,1-2-905,-1-2 1211,1-6 0,5-6 0,1-8 0</inkml:trace>
  <inkml:trace contextRef="#ctx0" brushRef="#br0" timeOffset="173">7642 16098 8204,'-11'-8'1623,"2"0"-1604,4 5 1,5-4-371,0 3-90,0 3 1,5-4-395,4 10 1,2-3 834,1 7 0,1 4 0,-1 7 0</inkml:trace>
  <inkml:trace contextRef="#ctx0" brushRef="#br0" timeOffset="174">7865 16706 8047,'-7'-6'152,"-3"4"369,6-7 206,0 7-264,-1-9-318,3 4 0,-3-2 181,5 1-124,0 5 0,0-3 201,0 1-352,0 4 1,1-6 5,3 3 1,-1 3 264,5-3-369,1 2 0,3-2 33,0 0 0,1 0-15,-1 4 109,1 0 0,-1 0-32,0 0 1,-3 0-227,-1 0 8,0 0 1,1 1-89,-1 3 215,-5 3 0,3 6-24,-1-1 1,-4 0 45,3 1 1,-4-1 0,-4 1 0,1-1 19,-5 0 1,0 1 6,-5-1 0,4 1 174,-4-1 0,6 2-111,-9 2 1,9-6 149,-6 2 1,4-2-49,-4 2 0,1-1 24,0-2 1,-1 0-57,1-5 0,4 5 62,-1-5 1,5 4 75,-4-4-118,5 0 0,-7-2 121,6 2-26,0-3-335,4 5 203,0-6 585,0 0-462,6 0-105,-5 0 50,5 0-296,-6 0 38,0 0-226,0 5 163,0-3 349,0 3-241,0-5 583,0 0-386,5 0-236,-4 0 35,10 0 0,-8 0-328,6 0 170,-1 0 1,4 0 34,1 0 89,-1 0 0,0 0 1,1 0 1,-1 0 64,1 0 0,-5 0-124,0 0 47,0 0-241,5 0-377,-1 0-661,1 0 0,-5 4 132,0 0 1219,-5 1 0,8 0 0,-4 2 0</inkml:trace>
  <inkml:trace contextRef="#ctx0" brushRef="#br0" timeOffset="175">8324 16123 8038,'-12'-5'342,"3"2"51,1-5 219,5 5-242,-2-3 1,5 5 70,0-3 77,0 2-62,0-3 5,5 5-238,2 0 1,6 0 6,-1 0 1,0-2-174,1-2 1,-1 3-64,1-3 0,0 2-200,4 2 0,-3 0-96,2 0 1,-1 0 172,2 0 1,-3 0-143,2 0 0,-2 2 83,-2 2 0,5-1-271,0 5 205,-1-5 1,-3 6-234,-1-4 1,-4 3-560,0-4 1046,-5 6 0,3 2 0,-6 7 0</inkml:trace>
  <inkml:trace contextRef="#ctx0" brushRef="#br0" timeOffset="176">8361 16371 8072,'-8'0'198,"0"0"0,4-4 36,-5 0 0,5 0 80,-4 4 210,5 0-29,-8 0-190,10-6 89,-5 5-86,6-5 218,0 6-314,0 0-121,6 0 0,-4 0-23,7 0 0,-5 0 22,4 0 0,-4 2 64,5 2-122,-1-3 0,4 5 93,1-6 0,-5 0-41,0 0 0,0 0 38,5 0 1,-1 1 46,1 3-105,-1-2 1,5 3-72,-1-5 1,1 0 41,-5 0 0,5 0-121,-1 0 1,2 0-52,-1 0 1,-4 0 46,4 0 1,-3 0-325,-2 0 1,1 0 154,-1 0 0,0 0-252,1 0 0,-2 1 511,-3 4 0,3 1 0,-4 7 0</inkml:trace>
  <inkml:trace contextRef="#ctx0" brushRef="#br0" timeOffset="177">9329 16346 8082,'-8'-4'0,"-1"0"-62,7 0 1,-5 3 154,3-4 885,2 4-300,-3-10-212,5 4-307,0-5 1,4-1 12,0 1 0,1-1-47,0 1 0,-3 1-14,7 3 0,-7-3-98,2 2 1,2-2 92,-2-1 1,0 0-109,-4-1 0,4 1 60,1-1 0,-1 1-270,-4 0 181,5-1-69,-3 1 1,3-1 32,-5 1 1,1 5 40,4 3 0,-4 1-258,3-1 165,-3 3 95,-1-5 1,2 6-3,2 0 0,-3 6 20,3 2 1,-2 4 20,-2 5 0,0 2 87,0 6 1,4 5-60,0 3 1,2 5 17,-2 3 0,-1 3-104,5 6 1,-1-1 67,1 1 0,4-5-189,1 1 0,-1-8 102,5 0 0,1-4 14,-2-9 1,2 0 28,-1-13 0,-4 2-16,4-10 0,-3 0 62,-2-4 0,-4-4 10,1 0 0,-5-10-17,4 2 0,-4-5 128,5 1 0,-7-4-212,2-4 1,-1-5 97,1 0 0,-1-6-160,5 2 0,-5 1 129,1-1 0,2-4-100,-2-4 1,6-2 65,-2 2 0,-1 2-13,1-2 0,-4 4-144,4 4 1,-5-1 135,1 10 1,-2 2-460,-2 9 0,0 5 511,0 0 0,0 5 0,0-3 0</inkml:trace>
  <inkml:trace contextRef="#ctx0" brushRef="#br0" timeOffset="178">9986 16594 8062,'-7'-8'-134,"3"0"0,2 4 89,-3-5 0,4 5 1055,-3-4-345,3 5-481,1-8 1,0 8 166,0-5 44,0 5-571,0-2 174,-6 5 1,5 1-127,-4 3 1,3-1 64,-2 5 1,2-3-54,-2 3 1,3 0 68,1 5 0,0-1 91,0 0 5,0 1 1,0-1 21,0 1 1,0-1-2,0 0 0,0-3-35,0-1 0,0 0-31,0 5 1,0-5 46,0 0 1,0-4-149,0 4 168,5 1-28,2 3-1,6 1 1,-5-2 10,0-3 0,-4 2-22,4-6 1,-3 4-7,3-4 1,-4 6-15,4-2 0,-4 3 25,5 1 0,-5-1-5,4-2 1,-5 2 46,1-3 0,-3 3-3,-1 1 1,0 1 12,0-1 0,-5-1 131,-3-3 0,-3 4-64,-2-4 0,-3 1-67,-1 0 1,1 0-640,3-5 1,-3 1 120,-1-5 430,0 0 0,5 0 0,0 0 0</inkml:trace>
  <inkml:trace contextRef="#ctx0" brushRef="#br0" timeOffset="179">29847 16694 12010,'0'-7'3567,"0"1"-2527,0 6-2355,-5-5 755,3 3 470,-3-3 1,5 3 606,0-2-461,0 3 0,1-5 658,3 6-1081,-2 0 0,5 0-4,-3 0 1,-1 2 105,5 2 0,-4-1 243,4 5 1,-4-5-166,5 1 0,-5 1-300,4-1 1,-4 5 58,4-5 0,-3 4-100,3-4 1,-1 2 381,1-2 26,3-3 0,-4 9 235,5-6 1,-3 0-297,-1-4 212,0 6 0,5-5-33,-1 3 0,-4-2 19,1-2 1,-1 0 66,4 0 0,-4 0 249,1 0-107,-1 0 1,4 0 202,1 0 188,-1 0-384,1 0 0,-1 0 132,0 0-294,-5-6 788,4 5-700,-4-5 1,2 5-6,-1-3 296,-5 2 13,2-3 323,1 5-901,-5 0-16,4 0-1984,-5 0 1770,0 0 0,0 0 1</inkml:trace>
  <inkml:trace contextRef="#ctx0" brushRef="#br0" timeOffset="180">29835 16892 11698,'-8'0'-2044,"-1"0"1759,7 0 263,-4 0 366,6 0 300,0 0-254,0-6 289,6 5 1,-4-4 635,7 5-922,-7 0 115,4-6 562,-1 5-448,-3-5 728,9 1-1183,-10 3 0,9-5-429,-6 3-112,0 3 0,-2-5 1371,2 6-1033,-3 0-360,10 0 0,-8 0 184,5 0-657,-5 0 421,8 6 175,-4-5 0,1 5 29,0-6 1,-4 4-447,5 0 529,-7 0 77,9-4 1,-8 0 34,6 0 0,-7 2 96,2 2 1,-1-3-95,1 3 0,-1-2 217,5-2 167,-5 0-443,8 5 1,-8-4 497,5 4-182,-5-4-231,8-1 114,-4 0 26,5 0 1,-4 0 23,1 0-112,-6 0 140,8 0 1,-9 0-7,7 0 0,-5 0 125,4 0 61,-5 0-301,8 0 0,-8 0 226,5 0-186,-5 0 5,8 0 1,-9 0 23,7 0-167,-7 0 1,5 0 71,-3 0-27,-2 0 1,5 0 52,-3 0-36,-3 0 0,6 0 38,-3 0-22,-2 6 107,3-5 0,-4 4 563,4-5-520,-4 0-133,4 0-5,1 0-37,-5 0 1,6 0-28,-3 0 10,-2 0 1,5 0 27,-3 0-692,-3 0 665,5 0 1,-2 2-312,0 2 315,0-3 0,-3 5 715,4-6-640,-4 0 5,5 0-63,-6 0 1,1 0 60,3 0-72,-3 0 183,5 0 0,-5 0-91,3 0-607,-2 0 544,3 0 49,-5 0 10,6 0 27,-5 0-56,5 0 50,-6 0-36,5 0-56,-3 0 7,3 0-14,-5 0-1101,0 0 0,0 5 1,0 2-1</inkml:trace>
  <inkml:trace contextRef="#ctx0" brushRef="#br0" timeOffset="181">10805 14622 7754,'0'-8'-210,"0"0"0,-4 4 281,0-5 1,0 5 805,4-4-513,0 0 1,-4-5-52,-1 1 1,1 4-147,4-1 0,0 1-21,0-4 1,0 3-18,0 1 0,2 0-133,2-4 0,-1 3 5,5 1 20,0 0 0,6-3-102,2 2 1,-2 0 51,3 5 0,1 0-72,-2 4 0,6 0 118,-1 0 1,2 0-143,2 0 0,0 4 39,0 0 1,0 5-60,-1 0 0,1 2-12,0 1 0,0 5 70,0-1 0,-1 5-128,1-5 0,0 6 84,0-1 0,-6 3 89,-2 0 1,-3 1-11,-2 0 0,0 0-2,1 0 0,-6-1 33,-3 1 1,-3-4 146,-1 0 1,-4-5 47,0 5 1,-6-6-46,2 1 0,-3-6 74,-1-2 0,-1 2-92,1 7 0,-5-4 31,1 4 1,-1-2-61,5 2 1,-5 2-54,1 6 0,-5 1 52,4 3 1,1-2-3,3 6 0,0 2-13,-4 6 0,7-2-11,-2 2 0,4 2-113,0-2 0,-2 1 53,6-5 0,0-6 105,4-2 0,0-2-92,0-3 0,5 1 1,3 0 1,3-2 37,2-2 1,1 1-5,2-5 0,-1 1 56,6-2 0,-2-4-58,2 1 1,4-1-20,0-3 1,1-3 17,7 3 1,-4-7-89,4 3 0,-6-4 89,2-1 0,2-1-156,-2-4 0,-2 3 6,-6-7 0,-3 5-287,-6-4 176,1 5 117,-6-2 136,-2-1 1,-10 5-101,-4-3 1,-2 7 72,-1 1 0,-1 4-44,1-4 0,-2 6 19,-2-2 1,2 3 59,-3 1 0,4-1 4,0-2 1,1 2 67,-1-3 1,2-1-120,3 1 94,-3-5-76,4 8 0,-1-8 21,0 5-84,5-5 12,-3 8 1,6-9 30,0 7 0,0-5-12,0 4 1,-1 0 9,-3 5 1,2-1-2,-2 1 1,3-1 59,1 0 1,0 5-54,0-1 1,-1 7 58,-4-3 0,4 4-47,-3 0 0,3 1 4,1 0 1,-5 0 39,1 0 0,0 1 9,4 3 1,0-3-28,0 3 1,0-4-11,0-5 1,0 4 1,0-4 1,1 3-1,4-3 1,-4-2-34,3-5 1,2 3 24,-2 1 1,1-1-4,-1-3 1,-2-1 29,2 0 0,-3 1 1,-1-1 1,4 1-55,1-1 0,-1 4 29,-4 1 1,0 4-48,0-5 1,0 6 42,0-1 1,0-2-56,0 2 1,-4 0 54,-1 3 1,-4 1-4,1 0 1,-2-4 128,2-1 1,-3 0-86,2 0 1,-6 2 75,-1-5 1,-1-1-52,5-3 1,-2-1 164,-3 1 0,2-2-36,-5-3 1,4 2 17,0-6 1,1 1-190,-2-1 0,3-2-143,-2 2 1,6-3-155,2-1 1,1-1-418,-1-3 0,-2 1 673,6-5 0,-6-6 0,3-5 0</inkml:trace>
  <inkml:trace contextRef="#ctx0" brushRef="#br0" timeOffset="182">1129 14734 21597,'0'-8'-3449,"0"-1"2215,0 7 944,0-9 1,-1 5-307,-4-2 309,4-3 0,-6 5-166,3-2 1,3 1 145,-4 3 1,4 1-812,1-5 925,0 0 251,0-5-86,0 1 0,0 4 424,0-1-169,0 7 1,-1-4-13,-3 6 0,2 2 767,-2 2 1,3 3-475,1 5 1,-2 6-341,-2 3 1,3 2 6,-3 2 1,-2 1 14,2 3 1,-2-2-114,2 7 1,3-1-32,-3 4 0,-2-4 192,2 0 1,-4 0-1020,4 4 1,0-1 543,4-3 0,0-1-141,0-3 1,-4-6 216,-1 6 0,1-11-159,4 3 0,0-2 260,0-2 1,0-1 0,0-4-1</inkml:trace>
  <inkml:trace contextRef="#ctx0" brushRef="#br0" timeOffset="183">1191 14994 20572,'-8'-4'-531,"-1"0"0,5-4-3243,-4 4 3213,0-6 1,1 7 922,3-5-441,-3 5 210,5-8-4,-3 10-937,5-5 0,0 8 881,0 2 0,1-1 106,3 5 1,-2 0-56,2 5 0,1 3-282,0 1 1,0 1 318,-1-2 0,-1-1-350,5 6 0,-5-4 180,1 3 1,2-5 272,-2 2 1,4-3-640,-4-2 0,6 0 328,-2 1 1,3-2-47,2-3 0,-1-2 379,0-6 0,1 0 141,-1 0 0,5-2 102,-1-2 1,5-4 60,-5-9 0,5-2-131,-4-6 0,3 0 185,-3 1 1,-1-3-70,-3-1 1,-5 1-242,0-2 0,-5-1-417,1 1 0,-2 0-206,-2 4 1,-6 5-196,-2-1 1,-5 6-519,-3-2 0,1 4 490,-6 0 1,6 2-39,-2 3 1,-1-2 213,2 6 1,-2 0-92,1 4 1,4 0 337,-4 0 0,5 5 502,3 4-56,-2 2 1,-1 7 0,-7 1-1</inkml:trace>
  <inkml:trace contextRef="#ctx0" brushRef="#br0" timeOffset="184">1960 14908 19227,'-1'-7'-4307,"-3"3"3147,2-3 588,-3 5 352,-1-9 1,3 10 198,-5-3 80,5 2 1,-8 7 464,3-1 1,1 5-431,-1 0 1,0 3 420,-5 5 0,1-4-279,-1 4 0,-3 1 187,-1-2 0,1 5-221,3-4 0,-3 0 5,-1 0 0,1-3 117,3 2 1,2-2-854,3-2 1,-3-1 65,3-2 532,2 2 0,-5-10 0,4 5 1</inkml:trace>
  <inkml:trace contextRef="#ctx0" brushRef="#br0" timeOffset="185">1712 14957 17483,'7'0'-2459,"-2"0"2286,-5 0 1,2 0 637,2 0 1,3 6-641,5 2 0,1 9-350,-1 3 0,6 5-865,3 4 1219,-4 8 0,12 7 0,-2 6 0</inkml:trace>
  <inkml:trace contextRef="#ctx0" brushRef="#br0" timeOffset="186">1265 16545 20094,'-12'0'-3305,"4"0"3753,-1 0-127,7 0 1,-5-4-877,3-1-470,2 1 724,-3 4 712,5 0-290,0 0 346,-6 6 1,5-3-179,-3 5 1,2 2-305,2 6 0,-1-1 381,-3 6 1,2 4-4,-2 4 1,-1 4-266,1-4 0,0 5-252,4-1 0,0 2-202,0-2 1,0-4-245,0-9 1,0-2-285,0-5 1,1-1 708,3 0 0,3 1 1,5-1-1</inkml:trace>
  <inkml:trace contextRef="#ctx0" brushRef="#br0" timeOffset="187">1501 16594 15377,'0'-7'-447,"0"1"340,0 1 259,0 4-105,0-10 1,0 8 34,0-5 0,-1 5-416,-3-1-213,2-3-78,-3 0 108,5-5 416,0 0 1,4 3 377,0 1 0,1 4 5,0-4 1,-3 5 97,7-1 0,-5 1 186,4-1 1,-4 2 457,4-2-166,1 3-440,3 1 1,0 0-289,1 0 1,-5 1-396,0 3 1,-1-1-226,2 5 0,2-3-50,-3 3 1,-3-4-141,0 4 0,0-4 89,-1 5 1,4-5 7,-3 4 0,-1 0 335,-4 5 1,0-1 155,0 1 0,0-1 114,0 0 1,-2 1 242,-2-1 1,-3 1 194,-5-1 1,0 0 200,-1 1 0,1-1 15,-1 1 1,1-1-61,-1 0 1,-3 5-150,-1-1 1,1 1-97,3-5 1,-3 1-70,-1-1 0,-3 2 5,3 2 1,1-3-213,3-1 1,1 1-136,-1-5 157,1 3 0,4-4 83,-1-3 198,7-3-239,-9-1-234,9 0-260,-3 0-14,5 0-229,0 0 259,0-5 0,1 4 167,3-4 1,-1 4-78,5 1 0,-4-4 123,5 0 1,-1 0 105,4 4 1,1 0-119,-1 0 0,1-2 176,-1-2 0,5 3-21,-1-3 1,6 2 68,-1 2 1,-2 0-393,2 0 1,-1 0 17,5 0 1,-4 0-237,0 0 0,-5 4-57,5 0 1,-6 6-64,2-2 0,-5-1 359,-4 2 0,3 4 0,-4 7 1</inkml:trace>
  <inkml:trace contextRef="#ctx0" brushRef="#br0" timeOffset="188">2134 16582 8906,'0'-12'251,"0"-1"17,0 6-6,0 2 1,-2 5 373,-2 0-220,3 0-485,-10 5 0,4 2 76,-5 6 1,0-1-46,4 0 0,-3 1 15,3-1 1,-3 1-143,-2-1 1,1 6-224,0 3 0,-1-2 160,1 1 1,-1-3-21,1 4 1,0-2-4,-1 2 0,1 2 245,-1-2 1,1 2 0,0 2 0</inkml:trace>
  <inkml:trace contextRef="#ctx0" brushRef="#br0" timeOffset="189">1824 16619 11053,'0'-12'-757,"5"-1"1,-2 2-471,5 3 1405,-5-3 1,8 10 187,-3-3 1,-1 2-13,1 2 0,-4 6-312,5 2 1,-1 7 30,4 2 0,1 1-109,-1-2 0,5 3-59,-1 6 1,1-4-99,-5-1 0,5 0-227,-1 0 1,1 4 335,-5-3 0,1 7 0,-1 4 0</inkml:trace>
  <inkml:trace contextRef="#ctx0" brushRef="#br0" timeOffset="190">12517 15553 8622,'-7'0'-1150,"2"-6"1132,5 5 0,1-5 390,3 6 0,3 0-159,5 0 1,6 0-83,3 0 1,2 0-115,2 0 0,0 0-105,0 0 0,0 2-29,0 2 0,-1-3 111,1 3 0,0 3 1,0 0-1</inkml:trace>
  <inkml:trace contextRef="#ctx0" brushRef="#br0" timeOffset="191">12356 15825 8450,'8'-4'-720,"0"0"1,-2-6 635,6 2 1,3 1 360,10-1 0,6 0-385,2-5 1,7 1 163,1 0 0,6 3-362,-2 1 0,2 5-84,-1-1 230,-4 3 1,-4 1-1,-1 0 1</inkml:trace>
  <inkml:trace contextRef="#ctx0" brushRef="#br0" timeOffset="192">12753 15466 12355,'0'-13'-1524,"0"1"0,1 5 2004,3 3 0,5 3-324,7 1 1,1 0-140,7 0 0,-2 1-29,7 3 1,2 4-19,-2 9 1,5-3 38,-1 2 0,-2 2-128,-3-1 1,-3 1 152,-4-2 0,1 3-89,-5 6 1,-2-1-5,-7-4 1,-2 4 49,-6-4 1,-10 8 103,-3 1 0,-7 0-112,-1-4 0,-2-1 198,-2 1 1,-4-4-463,0 0 1,1-5 244,8 5 137,-4-6 0,11 3 0,-5-6 0</inkml:trace>
  <inkml:trace contextRef="#ctx0" brushRef="#br0" timeOffset="193">13609 15788 8362,'-11'-1'-867,"2"-3"1570,-2 2 1,9-5 389,-7 3-927,7 3 21,-4-10 0,6 8-482,0-5 0,1 4 207,4-5 1,1 5-3,7-4 1,3 0 52,1-5 0,1 1-120,-2 0 0,-2 3 21,3 1 0,-3 1 4,-2-1 0,0-2 248,1 6 0,-6-1-52,-3 0 213,3 4-257,-6-4 0,-1 5 82,-8 0 1,-3 4-27,-2 0 0,1 4 9,0-4 1,-1 2-41,1-2 1,-1-3 66,1 3-245,0 3 203,-1-5-210,1 3 1,3-5-56,1 0-142,5 0 285,-2 0-10,5 0 281,-6 0-292,5 0 194,-5 0 0,5 0-40,-3 0 472,3 0-292,-5 0 0,5 0 224,-3 0-189,2 0-33,-3-5-402,5 3 222,0-3-196,0 5 1,5-2 98,3-2 0,5 3-105,3-3 1,0 2 69,4 2 0,1-4-159,4 0 0,4 0 56,0 4 0,1 0-79,-1 0 0,-3 0 45,3 0 0,-3 0 92,-1 0 1,-2 0 56,-2 0 1,-3 0-61,-6 0 1,-5 1-95,-3 3 85,-2-2 0,-4 5 13,-2-3 1,-3-3 97,-5 3 1,-2-2 170,-2-2 0,1 4-277,-6 0 0,4 0 56,-3-4 1,5 4 124,-2 0 0,3 1-82,2-5 0,-1 0 198,1 0 0,4 0 19,-1 0 1,5 0 265,-4 0-280,5 0-120,-2 0 1,5 1 52,0 3 1,1 3-17,3 5 0,-1 6-97,5 3 1,-5 2 67,1 2 0,2 1-224,-2 3 1,0 3-133,-4 5 0,0-4-133,0 0 1,0-4-46,0 4 1,0-5-715,0 1 1159,0-3 0,-6 4 0,0 2 0</inkml:trace>
  <inkml:trace contextRef="#ctx0" brushRef="#br0" timeOffset="194">13571 16222 8362,'-17'0'0,"-1"0"0,-3 0 0,3-4 513,6 0 0,3 0 405,1 4-422,5-6 1,3 1-188,9-3 0,7-3-173,5 2 0,4-2-334,4-1 1,2-1 246,7 1 0,0 4-858,3 0 0,2 5 461,3-1 0,-2-2-635,-3 2 859,-2 0 1,14 4 0,-2 0 0</inkml:trace>
  <inkml:trace contextRef="#ctx0" brushRef="#br0" timeOffset="195">14068 16235 8433,'-13'0'0,"1"0"14,-1 0 148,1-6 1,1 3 438,3-5 0,2 0-213,6-5 1,0 5-352,0 0 0,2-4 79,2-5 0,-1 0-312,5 5 1,0 0 62,4-1 0,1 1 222,-1-1 1,1 1-252,-1 0 0,5 3-117,-1 1 56,1 5 0,-2-4 67,-3 3 1,3 3 94,-6-3 0,-2 7 59,1 1 0,-5 5 25,1 0 0,-3 3 140,-1 5 1,0-2-106,0 5 0,-5-3 43,-4 4 1,-2-2-76,-1 2 1,0 1 99,-1-6 1,1 5-181,-1-5 1,1 1-167,0-5 1,3-3-350,1-1-490,5-5 1059,-2 2 0,5-10 0,0-2 0</inkml:trace>
  <inkml:trace contextRef="#ctx0" brushRef="#br0" timeOffset="196">14452 15912 8482,'-12'-12'-369,"-1"-1"0,7 5 1892,1 0-931,-1 5-668,4-2 1,2 5 151,8 0 0,3 0 107,2 0 0,5 0-172,2 0 0,4 0 113,1 0 0,1 0 11,3 0 1,-3 0-398,3 0 0,-3 0-604,-1 0 1,-2 0 865,-2 0 0,3 11 0,-5 2 0</inkml:trace>
  <inkml:trace contextRef="#ctx0" brushRef="#br0" timeOffset="197">14489 16111 8482,'-6'0'0,"0"-2"0,6-2 0,1 3 216,4-3 0,3-3-81,8-2 1,5-2-133,8-1 0,3 0-141,5-1 1,4 1 250,1-1-113,5 1 0,-3 0 0,5-1 0</inkml:trace>
  <inkml:trace contextRef="#ctx0" brushRef="#br0" timeOffset="198">14986 15962 8203,'0'-13'-63,"1"2"329,3 3 0,-1-2-5,5 6 0,-4-5 21,5 0 1,-1 3-192,4-3 0,1 5 101,-1-4 1,1 4-147,-1-5 0,0 3 56,1-3 0,-1 0-180,1 5 0,-1-6-171,0 2 0,1 1 23,-1-2 96,1 1 0,-1-3-128,0 3-142,-5-3 127,-1 9 207,-6-3 0,0 12 76,0 5 0,-6 8 185,-2 9 0,-7 2-71,-2 6 0,-1 1-67,2-1 0,2 4-29,-2 1 0,-1 3 15,5-4 1,-4-1-23,8-7 1,3 2-18,1-6 0,4-6-19,4-6 0,4-5-15,8-4 1,4-8-116,5-8 0,4-4-482,-1-5 0,6-2 627,-6-6 0,7-5 0,-3-2 0</inkml:trace>
  <inkml:trace contextRef="#ctx0" brushRef="#br0" timeOffset="199">15358 15590 8394,'-13'-14'197,"1"-3"0,5 4 395,3-4 0,3 3-204,1 2 0,1 0 81,3-1 1,4 2-630,9 3 1,-3-2 212,2 6 1,4 0-868,0 4 1,0 0 813,0 0 0,1 5 0,4 2 0</inkml:trace>
  <inkml:trace contextRef="#ctx0" brushRef="#br0" timeOffset="200">15407 16197 8451,'7'0'-107,"-1"0"-12,-6 0 466,0 0-147,5 0 1,-3-1 704,2-3-219,-3 3-567,-1-10 230,6 9-450,-5-9 0,6 8-52,-3-5 1,-1 5-53,5-1 0,-4 3 75,5 1 1,-5-2-176,4-2 191,0 3 1,3-3 59,-2 8 0,0-1 25,-5 5 0,5 2-13,-5 6 1,0-2 95,-4 2 0,0 4-6,0 0 0,-6 0 145,-2 0 0,-3 1 57,-1 4 1,-1-4-126,1-1 0,0-5 113,-1 2 0,1-3-30,-1-2-104,6 1 20,2-1 1,6-5-49,3-3 0,9-4-148,7-4 1,4-2-255,1-2 1,1-3-1512,3 3 1837,3-3 0,-1-2 0,0 1 0</inkml:trace>
  <inkml:trace contextRef="#ctx0" brushRef="#br0" timeOffset="201">16028 15726 8534,'-7'-5'26,"-4"3"0,8-7 209,-5 5-49,5-1 32,-2 5-153,5 0 0,1 0 49,3 0 1,4 0-172,9 0 0,-2 5 162,6-1 0,-2 0-148,2-4 0,2 4-100,-2 0 1,1 0-251,-2-4 0,3 6-42,-7 2 0,1-1 435,-5 1 0,6 6 0,1 5 0</inkml:trace>
  <inkml:trace contextRef="#ctx0" brushRef="#br0" timeOffset="202">16065 15962 8534,'-12'1'-241,"-1"3"-404,1-2 2143,-1 3-964,6-5 0,3 0-454,8 0 1,9 0-163,8 0 1,2 0-313,2 0 1,4-4 148,0 0 0,5-2-353,-1 2 598,3 3 0,1-10 0,0 4 0</inkml:trace>
  <inkml:trace contextRef="#ctx0" brushRef="#br0" timeOffset="203">16772 15875 8534,'0'-8'0,"0"-1"0,1 7 0,4-2 0,-4-3 0,4 5 0,-5-9 0,0 10 0,6-5 0,-3 11 0,5-1 0,0 5 0,5-2 0</inkml:trace>
  <inkml:trace contextRef="#ctx0" brushRef="#br0" timeOffset="204">16983 15875 8872,'5'-7'-30,"2"-4"0,6 4 1</inkml:trace>
  <inkml:trace contextRef="#ctx0" brushRef="#br0" timeOffset="205">17380 15788 8794,'12'0'-14,"-3"0"14,-1 0 0,0 0 0,5 0 0</inkml:trace>
  <inkml:trace contextRef="#ctx0" brushRef="#br0" timeOffset="206">7877 13593 9235,'7'0'728,"0"0"-526,-3 0 1,-1 0-197,5 0 76,1 0 1,3-1-50,0-4 0,5 4 61,0-3 0,0-2-160,0 2 1,2-4-33,6 4 1,-1-2 98,-4 2 1,8 3 35,-3-3 1,2-2 4,-2 2 0,0 0-17,0 4 0,1 0-27,3 0 0,-3 0-6,3 0 0,-2 0 23,2 0 1,-2 0-8,1 0 0,-1 0-24,-3 0 0,5 1 32,0 3 1,2-2 3,-2 2 0,-2 1-13,6 0 0,-5 3 16,1-4 0,3 4-21,1-4 0,-3 5-2,-1-5 0,1 4 53,-1-4 0,6 5-35,-2-5 0,-2 4 80,2-4 0,-4 0-80,4-4 0,1 0 173,3 0 1,0 0-90,0 0 0,-4 2 54,0 2 1,-1-3-156,1 3 1,-1 2-3,-3-2 1,-3 5 3,3 0 0,1 2-185,-1 1 1,0-1 50,-4-3 1,1 4 122,3-4 1,1 3-22,4 1 1,0-4-4,-5 1 0,5-7 68,-1 3 0,2 0 9,-2-1 0,3 0 161,-3-4 1,3 0-144,1 0 1,0 5 123,0-1 1,1 0-244,-1-4 0,0 4 122,0 0 0,5 6-217,-1-2 1,-4-1 60,-4 1 1,0 0-17,5 5 0,-1-5 39,0 0 1,-4-4-29,0 5 1,0-5 42,4 4 1,1-5 144,-1 1 1,-1-1 71,-3 1 1,3-3-44,-3 3 1,3-1 46,1 1 0,0-2-57,0 2 0,0-3-133,1-1 0,3 4 38,0 1 0,2-1-128,-2-4 0,-1 0 62,6 0 0,-1 0 58,5 0 0,-5 0-58,1 0 0,-1-2 27,5-2 1,2-1 10,-2-4 1,2 2-13,-6 3 1,-2 3-113,2-3 0,-2 2 118,1 2 1,2-1-3,-6-3 0,6 3 38,-1-4 1,1 4-43,-2 1 0,3 0 77,-2 0 0,-1 0-80,5 0 0,-7 0 247,6 0 0,-7 0-102,-1 0 0,-1 0-117,1 0 0,-8 0-134,0 0 0,-1 0-265,-3 0 0,-1 0-908,-8 0 1305,-2 0 0,-11 0 0,-1 0 0</inkml:trace>
  <inkml:trace contextRef="#ctx0" brushRef="#br0" timeOffset="207">7617 11596 8181,'-13'-12'-618,"1"-1"130,0 1 693,-1 5 1,5 2-71,0 5 1,5 1-10,-1 3 1,-2 4-6,2 9 1,-1 2-29,1 6 1,2 5-3,-2 3 0,-1 10 117,0 7 1,-3 6-217,4 10 1,1-27-1,0 1-184,1 3 1,0 1-1,2 5 1,-1 2 113,-1 1 0,0 0 0,1-1 1,0 1 33,1 0 1,0-1 0,0-3 0,0-2-1,0-2 1,0-1 0,0-2 0,0-1 64,0-2 0,0-1 0,0 21 113,0-9 0,0-13-120,0-7 1,0-8 9,0-5-443,0-8 363,0-2 0,0-8 56,0-2 0,0-8 0,0-7 0</inkml:trace>
  <inkml:trace contextRef="#ctx0" brushRef="#br0" timeOffset="208">7778 11150 8166,'0'-9'0,"0"1"-787,0 0 1,2 1 645,2 3 0,3 3-109,5 1 1,2 0 530,2 0 1,2 5-154,3 3 0,6-1 199,-2 1 0,7-3-114,-3 3 0,5-5 64,-1 1 1,5 1-80,3-1 0,-1 1 11,5-5 1,0 0-8,0 0 1,2-5-164,-6 1 0,6-5 54,-1 0 1,2 2-182,2-1 1,-5 4 156,0-4 0,1 1 22,4-1 0,3-2 3,1 6 0,-2-4-140,-6 3 0,2 0 173,-2 1 0,6 1-47,2-5 0,-2 5 28,-6-1 0,2 2-49,-3 2 0,2 0-34,-1 0 1,1 0-79,-6 0 1,2 0 80,-2 0 0,3 0 41,6 0 1,-5 0-31,1 0 1,-5 0 129,5 0 0,-2 0-119,1 0 1,-2 2 10,-6 2 0,0-1-7,1 5 0,3-1-1,0 1 1,1 3-125,-5-3 0,4-1 131,1 2 1,-1-2-151,-4 1 0,2 1 113,2-4 0,-2 4-108,2-1 1,-2-2 88,-2-2 1,0 2 4,0-2 0,5 4 33,-1-4 0,2 2 87,-2-2 0,-2-3-66,2 3 1,3-1-36,2 1 1,-4-2 8,0 2 1,0-3 8,0-1 1,5 0 15,-2 0 0,2 0-49,-2 0 0,0-4-11,-4 0 0,-1 0-10,5 4 1,-3 0-15,3 0 0,-3 0 36,3 0 0,-2 0-3,6 0 0,-3 0-108,4 0 0,-1-2 95,-3-2 0,3 3 14,5-3 1,-7-2-19,2 2 0,-3 0 151,-1 4 0,5-4-78,0 0 1,-6 0 14,1 4 0,-5 0-148,-3 0 1,2 0 214,2 0 0,-6 1-319,2 3 1,-2-1 115,2 5 0,1-4-77,4 4 0,-5-3 103,0 3 1,0-4-23,-4 4 0,3-4 28,2 5 1,-5-5 2,0 4 0,-4-4 109,4 4 1,-6-5-116,2 1 0,-3 2 112,-1-2 1,-5 2-78,-4-2 1,2-2 56,-1 7 1,-5-7-21,-4 3 1,-5-3 53,1 2-68,-3-2 1,-1 5 32,0-3 154,0-3 0,-1 5-111,-3-6 1,1 0-4,-5 0 0,4 4 67,-4 0-248,-1 0 0,-2-2 101,3 2 0,-3-3-98,3 3 0,1-1 46,-2 1 1,5-3-16,-4 4 0,4 0-15,-4-1 41,-1 6 1,-2-3-81,3 5 1,-2 1 76,6-1 1,-4 4-116,4 1 0,0 5 74,4-1 0,-4 4-7,0 3 1,-1 4 95,5 5 0,0 5-69,0-1 1,0 6 133,0-2 0,0 2-75,0-1 1,-1 1 60,-3-6 0,2 4-73,-2-3 1,3 3 191,1-3 1,-1 0-57,-4 0 1,4-1-31,-3 9 0,3-6-380,1 9 1,0 1-27,0 8 1,0 2 553,0 2 0,-2-8-53,-2-1 0,1 0-178,-5-3 1,1-3 76,-1-2 1,1-7-7,3 3 0,1-9 12,-5-3 1,5-4 136,-1 4 1,3-7-89,1-1 1,0-4 21,0-5 0,0-2-173,0 3 1,0-4 278,0 0 0,0-1-517,0 1 0,4-1 104,0 0 0,1 1-823,-1-1 1,-1 1 124,5-1 820,-5 0 0,8 6 0,-4 2 0</inkml:trace>
  <inkml:trace contextRef="#ctx0" brushRef="#br0" timeOffset="209">8274 13084 8103,'-7'0'-401,"-4"0"530,10 0 180,-10 0-158,10 0 1,-6 0 276,3 0-393,2 0 221,-3 0-288,5 0 1,1 0 36,3 0 1,-1 0-70,5 0 0,1 0 66,3 0 0,2 0-73,2 0 0,-1 0-27,6 0 0,0 0 122,4 0 0,-1 0-93,1 0 1,0 0 70,0 0 1,0 0-184,-1 0 0,0 0-90,-3 0 26,2 0 1,-9 2-124,2 2 114,-7-3 1,-4 6 135,-5-3 1,-5-2-14,-4 2 1,-7 1 174,-5 0 0,2-1-101,-2-4 0,0 4 91,-3 0 0,-1 0 79,0-4 1,0 1 172,0 4 1,5-4-31,-1 3 0,2-3 104,-2-1 1,-1 0-8,6 0 1,-1 2 221,5 2-480,-1-3 183,6 5-398,2-6 0,6 0 31,3 0 0,3 0 50,6 0 1,3 0-3,1 0 0,1 0-79,-2 0 0,-1 0 70,6 0 0,-2 0 22,2 0 0,1 0-25,-5 0 0,3 0 46,-3 0 1,3 0-40,-3 0 0,4 0 20,-5 0-81,1-6 32,-5 5 35,1-5 1,-8 6-45,-5 0 1,-5 5 48,-8-1 1,-1 5-131,-2 0 0,-4 2 69,-4 1 1,-1-4 84,0 1 1,2-1 22,2 4 1,-2-3 4,2-1 0,-1-4 187,1 4 1,-1-5-78,6 1 0,-1-2-126,5-2 1,3 0 78,1 0 188,5 0 0,-2-2 2,5-2 1,5 1-309,4-5 1,2 4 28,1-4 0,5 3-58,-1-3 0,6 1 63,-1-1 1,-2-2-136,2 6 1,-2-1-19,2 1 0,2 2 84,-2-2 0,-2 1-37,2-1 1,-6 3 65,2-3 1,-4 2-142,0 2 122,-1 0-18,-5 0 65,-1 0 0,-12 4 9,-2 1 1,-3 0 11,-2-1 0,-5-2-35,-2 2 0,0 1 103,0-1 0,-1 0-91,-4-4 0,5 5 140,-1-1 0,2 0-120,-2-4 1,2 0 1,2 0 1,3 0 569,-2 0 56,7 0-636,-2 0 1,11 0 47,0 0 0,3-4-165,10 0 1,-2-2 108,9 2 1,-3 3-136,4-4 1,-1 0 11,5 1 0,0 0 49,0 4 1,-5-4 11,1-1 0,-2 1 16,2 4 0,-3 0 37,-6 0 0,1 0-22,-1 0 0,-4 0 68,1 0-64,-7 0 1,3 0 97,-10 0 1,-1 4-26,-7 1 0,1 0 8,-1-1 0,-3-2 17,-1 2 1,-3-2-56,3 3 0,-5-4 49,1 3 0,2-3-35,-2-1 1,6 0 93,-1 0 1,-2 0-81,1 0 0,1 0 175,3 0-190,6-5-12,-4-2 1,10-5-87,-3-1 1,8 5 111,4 0 0,7 1-124,2-1 1,5-2 96,-1 6 1,-2-4-21,2 3 0,-1-3-3,5 4 1,0-2 8,0 2 0,-5 3 7,1-3 0,-6 2 6,2 2 1,-5 2-117,-4 2 0,2-1 100,-6 5 1,0-4 14,-4 4 0,0 1 0,0 3 0</inkml:trace>
  <inkml:trace contextRef="#ctx0" brushRef="#br0" timeOffset="210">12505 12254 8182,'-9'0'-180,"1"0"-48,5 0 270,-8 0 0,6 1-115,-3 3 0,-2-1 33,6 5 0,-6-4 151,2 4 1,1 1-175,-1 3 1,4-4 156,-5 1-407,6-1 113,-2 4 23,5-5 1,1-1 176,3-6 0,3 0 0,6 0 0</inkml:trace>
  <inkml:trace contextRef="#ctx0" brushRef="#br0" timeOffset="211">12604 12204 8182,'-13'0'0,"5"1"-226,0 3 1,0-2 83,-5 2 0,5-1 434,0 1 0,4-1-70,-5 5 0,5-4-298,-4 4 1,5-4 91,-1 5 1,-2-5-114,2 4 0,0-4-79,4 4 1,-4-3 126,0 3 1,0-4-117,4 4 1,0-4 0,0 5 91,0-7 0,1 4-218,3-6 161,3 0 1,6 0-105,-1 0 0,0-6 234,1-2 0,-5 3-16,0 1 0,-3 1-137,3-1 478,-5 2 1,3-3 169,-1 5-312,-4 0 0,4 5-57,-5 4 1,-4 2-182,0 1 1,-4 0 54,4 1 0,-6 5 0,3 1 0</inkml:trace>
  <inkml:trace contextRef="#ctx0" brushRef="#br0" timeOffset="212">14874 12365 8029,'-5'-7'-64,"3"2"1,-5 1 823,3-1-250,3 1-141,-5-1-110,6 3 0,2-3-3,2 5 1,-1 0 99,5 0 1,0 1-128,4 3 1,1 5 39,-1 7 1,1 4-12,-1 4 0,5 7-226,-1 2 1,1 1-41,-5-1 0,1 3-47,-1-3 0,0 3 73,1 1 1,-5-5-164,0-3 1,-5-4-137,1-5 1,2-6-37,-2-6-795,0-5 765,-4 3 1,0-13-277,0-6 0,0 0 623,0-8 0,0-5 0,0-6 0</inkml:trace>
  <inkml:trace contextRef="#ctx0" brushRef="#br0" timeOffset="213">15308 12291 7968,'-12'0'899,"5"0"-455,-4 0-367,10 0 93,-5 0 0,5 0-101,-3 0 183,2 0 140,-3 0-360,5 0 101,0 0 0,-5 1-72,1 3 1,-1-1 64,1 5 1,1 2-60,-5 6 0,-1 4 56,-3 5 1,0 5 15,-1 3 0,-5 10-61,-2 6 1,-2 6-264,1 7 0,8-27 1,0 1 150,2-1 1,1 0 0,-3 1 0,1 0 67,-4 30 0,-5-7-108,4 3 0,6-19 67,7-6 0,3-9-251,1-8 172,0-2-57,5-11 1,1-3-22,2-8 0,3-3-131,-3-5 0,-2-2-238,-2-3 1,2 2 532,-2-5 0,5-1 0,-2-4 0</inkml:trace>
  <inkml:trace contextRef="#ctx0" brushRef="#br0" timeOffset="214">15668 12427 7901,'-12'0'917,"3"0"-308,1 0 313,5 0-196,-8 0-240,10 0-52,-10 0-224,9 0 143,-3 0-204,5 0 1,1 0-114,3 0 0,3 0 62,6 0 1,1 4-228,2 0 1,-1 1 59,6-5 0,-5 1-280,5 3 1,-2-3 167,2 4 0,1-4-437,-5-1 0,3 0 102,-3 0 1,4 4-114,-5 0 1,1 0 628,-5-4 0,0 6 0,1 1 0</inkml:trace>
  <inkml:trace contextRef="#ctx0" brushRef="#br0" timeOffset="215">15693 12626 7862,'-19'0'0,"2"0"0,3 4 790,2 0 0,4 0 261,-1-4-310,6 0-692,15-6 0,0 5 118,17-3 0,-4-3-120,8-1 0,-4 1 124,4-1 0,1 4-781,8-5 0,-8 6 400,3-1 1,-2 3-2019,2 1 2228,-5 0 0,-2 5 0,-5 2 0</inkml:trace>
  <inkml:trace contextRef="#ctx0" brushRef="#br0" timeOffset="216">16474 12080 8026,'0'-13'-142,"0"1"0,0 4-569,0 0 1249,0-1-7,0-3 1,0-1-228,0 1-19,0 5-131,0 2 0,0 6 62,0 3 1,0 4-69,0 9 1,0 2 20,0 6-1,0 7-120,0 5 1,2 2 94,2 6 0,-3-4-180,3 5 0,-2 1 50,-2 6 1,0-3-128,0 0 1,0-2 48,0-7 1,1-4-196,3-3 1,-2-8 10,2-1 1,1-10-431,-1-7 386,6-5 1,-9 1 113,4-8 1,0 0-658,-1-9 836,0 4 0,-4-9 0,0 5 0</inkml:trace>
  <inkml:trace contextRef="#ctx0" brushRef="#br0" timeOffset="217">16760 12316 8026,'0'-18'475,"-4"4"189,-1-3 0,0 1-271,1 3 1,1-2 64,-5 7-365,5-3 0,-8 4 81,3 3 1,1 3-93,-2 1 1,1 1 126,-4 3 0,-5 7-448,1 6 1,-5 5 63,5-2 1,-5 0-156,4 0 1,-3 1 85,3 4 0,1-2 92,3-2 1,1 1 305,-1-6 1,2 1-65,3-5 0,-2-3 465,6-1-115,0-5-189,4 2 1,2-5 22,2 0 1,-2 0-40,7 0 0,-5 0-75,4 0 0,-4 0 18,4 0 0,-3 0-94,3 0 1,0 0 66,5 0 0,-4 4-294,4 0 0,-4 6-112,8-2 1,1 3-118,-2 2 1,6-1-15,-1 1 0,2-1-189,2 0 0,0 1-45,0-1 1,0 1-60,-1-1 679,1 6 0,0-4 0,0 4 0</inkml:trace>
  <inkml:trace contextRef="#ctx0" brushRef="#br0" timeOffset="218">16983 12378 7419,'0'-7'1625,"0"0"-1297,0 3-291,0 2-61,0-9 134,0 4 1,0-1-19,0 0 0,4 4 120,0-5-115,0 7 1,0-5 130,1 3 9,-1 2 7,-4-3 1,0 5-242,5 0 0,-2 5 117,5 4 1,-4 3-207,5 4 0,-1 4 110,4 5 1,5 1-134,-1 3 1,7-3 84,-3 3 1,4 1-251,0-1 1,-3 0-3,0-4 1,-5 0 11,5-1 0,-10-4-51,1-4 0,-6-6-158,2-2-501,-5-5 610,2 2 1,-9-6-272,0-3 635,-5 3 0,2-16 0,-6 3 0</inkml:trace>
  <inkml:trace contextRef="#ctx0" brushRef="#br0" timeOffset="219">17330 12229 7885,'-12'0'-980,"-1"0"1,1 0 2069,0 0 0,3-2 289,1-2-582,0 3-580,-5-5 1,5 8-102,0 2 0,4 3-30,-4 5 1,1 6 85,-2 3 1,-2 2-152,3 2 0,-4 0 52,-5 0 1,3 3-172,-2 1 0,2 4 31,2-4 1,-5 0-565,1-4 1,3-4 28,5 0 602,0-6 0,-5 3 0,1-6 0</inkml:trace>
  <inkml:trace contextRef="#ctx0" brushRef="#br0" timeOffset="220">16561 13146 8037,'0'-6'0,"-1"-1"0,-3 3-461,2 2 278,-3-3 653,5 5-307,0 0 1,0 5 115,0 3 1,0 8-199,0 0 1,0 6 5,0-1 0,0 6-87,0 2 1,4 6 138,0-2 0,2 1-225,-2-1 0,-2 3 50,7-3 1,-7-2-180,3-2 1,0-5 54,-1-3 1,5-3-485,-5-6-74,0-5-112,1-1 830,-3-12 0,9-1 0,-4-5 0</inkml:trace>
  <inkml:trace contextRef="#ctx0" brushRef="#br0" timeOffset="221">16648 13233 8037,'-12'0'0,"-1"0"0,1-4-74,-1 0 1,5-1 394,0 0 588,5 4-896,-2-5 67,5 6 0,1 2-52,3 2 0,-1 3 56,5 5 0,-4 6-183,5 3 1,-1 2 138,4 2 0,-4 5-154,1 4 0,-5-3-150,4 2 0,-4 0-166,5 5 0,-7-3-569,2-2 999,-2-2 0,-2-6 0,0-1 0</inkml:trace>
  <inkml:trace contextRef="#ctx0" brushRef="#br0" timeOffset="222">16561 13568 7932,'0'-12'-673,"0"-1"1823,0 1-224,0 0-332,0-1-374,6 6 0,-5 7-83,3 9 0,-1 7 97,1 5 0,-1 2-288,5 2 1,-1 0-27,1 0 0,3-1-65,-2 1 0,0-4-11,-1 0 0,4-6 73,-4 1 1,1-2 142,0-2 1,0-3-47,-5-1 368,1-5-286,0-3 0,-3-9-49,2-7 0,-3 1-33,-1-6 1,1-4 5,4-4 0,-4-4-98,3 4 0,-1-5 82,1 1 1,1-3-104,4-1 1,2 5 56,-3 3 1,-1 4-118,1 5 1,-4-1-18,5 9-279,-7-4 291,4 15 0,-6 1-366,0 8 530,0 9 0,-6 2 0,-1 6 0</inkml:trace>
  <inkml:trace contextRef="#ctx0" brushRef="#br0" timeOffset="223">16586 13556 7403,'-12'0'615,"3"0"881,1 0-867,5 0-408,-2 0-207,5 0 277,0 0-509,5-6 214,2-1 0,10-1 208,-1 0-636,12 0 380,-7-5 0,10 5 0,-3 1 52,1 1 0,5-3 0,-2 2 0</inkml:trace>
  <inkml:trace contextRef="#ctx0" brushRef="#br0" timeOffset="224">16784 14225 7960,'-6'-12'-671,"-1"4"1185,3 0-17,2-1 391,-9 2-487,10 2-337,-5 5 0,6 5 4,0 4 0,0 3-177,0 5 0,0-4-305,0 4 1,0-2 163,0 2 1,4-4 0,1 4-1339,-3-3 1588,5-2 0,0 1 0,5-1 0</inkml:trace>
  <inkml:trace contextRef="#ctx0" brushRef="#br0" timeOffset="225">16561 14474 7940,'0'-7'0,"0"-4"0,6 9 0,2-2 0,3-3 0,6 6 0,-1-3 0,7 2 506,2 2 1,2 0-164,6 0 1,0 0-600,4 0 0,6 0 0,-1 0 15,-2 0 1,2 2 172,-9 2 68,-3-3 0,-5 5 0,-7-6 0</inkml:trace>
  <inkml:trace contextRef="#ctx0" brushRef="#br0" timeOffset="226">16698 14622 7940,'0'-7'-122,"0"1"-10,0 1 0,0 3 341,0-7-332,0 7 58,5-4 0,-2 6 170,5 0 0,-4 0 83,5 0-107,-1 0-72,-1 6 68,4-5-14,-4 10 0,1-5-65,0 2 1,-4 3 84,5-3 0,-7 3-18,2 2 0,-1 0-63,1 4 1,-2-3 41,2 2 1,-3-1 0,-2 2 1,-3 4 0,1-2-3,-5 2 1,-1-2 1,-3 1 1,0 5 128,-1 0-138,-5-6 1,5 10-17,-4-8 0,-1 1 2,2-1 1,-1 1 43,5-6-326,5 1 0,-3-9-45,6 0-587,0-5 589,4 3 1,7-8 302,5-2 0,6-8 0,7-8 0</inkml:trace>
  <inkml:trace contextRef="#ctx0" brushRef="#br0" timeOffset="227">17070 14672 7933,'-7'-7'-854,"-3"0"904,6 3 0,-1 1 261,0-5 1,4 4 314,-3-4-368,3 5 0,1-4-148,0 3-7,0-3 1,0-1-98,0-1 1,0 5 183,0-4-10,0 5 81,5-2 226,-4-1-225,5 5 15,-6-5-56,0 12 0,-1-1-73,-4 4 0,3 2-85,-7-3 0,5 3 100,-4 1 1,4 1-137,-4-1 1,3 1 65,-3-1 1,1 2-105,-1 2 1,-2-1 64,6 6 0,-4 0-73,4 4 1,-4-1 18,3 1 1,1 0 57,4 0 1,0-2-141,0-2 0,0 2 63,0-2-143,6-3 0,1 0 95,5-6 1,2-5-91,2-3 0,-2-2 19,3-2 0,-3 0-42,-2 0 1,0 0 68,1 0 1,-1-4-44,1-1 151,-1-4 1,0 2-79,1-6 0,-5 2 93,0 3 0,-5-3-77,1 3 0,-2-3 176,-2-2 0,4 1 68,0 0 0,0 3 98,-4 1 1,-5 1-22,-4-1 0,-2 1-132,-1 3 1,-1 3-224,1-4 0,-5 4 72,1 1 0,-5 1-704,5 4 1,-1 0 111,5 3 619,-1 3 0,-5-9 0,-1 3 0</inkml:trace>
  <inkml:trace contextRef="#ctx0" brushRef="#br0" timeOffset="228">17578 13035 7943,'7'-6'-98,"-1"5"1,-6-6 796,0 3-257,0 3-59,0-10-1,0 9-106,0-3 91,0 5-202,0 0 1,4-2 197,0-2-154,0 3 0,2-5 123,2 6-111,3 6 0,1 1-474,1 5 205,5 6 1,1 1 147,6 6 1,0 1 36,-1 3 0,5-1-44,0 5-40,6-6 0,-9 4 32,3-6-118,-3-6 1,-2-1-1427,-4-6 724,-2 1 393,-11-7 433,-1 0-49,-6-6 54,0 0-109,-6 0 17,5 0-61,-10 0 66,9 0-90,-3 0-214,5 0-220,-6 0-18,5-6 133,-5 5 136,1-4 60,3 5-43,-3 0-47,-1-6 257,0 5 0,-7-5 302,1 6-35,5 0-53,-4-5 0,8 3 246,-5-2 0,4 1 627,-5-1-782,7 3 0,-4-6 1,5 4 688,-3-1-766,2 0-59,-3-2 339,5 5-368,0-4-425,0 5 235,0 0-96,5 0 27,-3 0 1,5 0 120,-3 0-19,-3 5 95,10-4-40,-10 10-3,5-9 61,-1 3-53,-3-5 17,3 0-88,-5 0-577,0 0 699,0 6 179,0-5-183,0 5 28,0-6 13,0 0-70,-5 0 150,3 0 0,-4 0 191,1 0-230,4 0 0,-6-4-16,3-1-19,3 1-68,-5 4 1,5 0 20,-3 0-3,2-5 61,-3 3-195,5-9-12,0 10 107,0-4-203,0-1 87,0 5 1,4-6 13,0 3 0,6 1-70,-2-5 0,2 3 0,1-1-188,1 0 77,-2-4 122,8 9 87,-6-10 0,0 5-53,1-2 0,-2 1 128,-3 3 1,3 3 75,-3-3 44,-2 2-203,-1-3-3,1 3 391,-5-3-194,5 5 0,-6 1 217,0 3-282,-6 3 1,1 6-1,-5-1-71,2 0 55,5 1-107,-8-1 1,8 1 0,-4-1 77,2 1 1,-1-1-116,2 0 1,3 1 0,-3-1-143,2 1 65,-3-7 111,3 5 43,-3-4-420,5 0 50,0 4-514,-6-4 95,5 0 230,-10 4 205,10-10 192,-10 5 143,4-6-54,0 0 1,-3-1 251,6-4 1,-4 3-191,4-7 0,-6 1 259,2-4-40,-3-1 995,4 1-779,-4 0 0,9 3-103,-2 1 0,2 1 535,-3-1 1,4 1 37,-3 3-593,3 2-55,1-3-145,0 5 1,1 0-79,3 0 0,3 4-474,5 0 1,2 6-1,1-3 55,2 0 0,3-1-621,-3-1 657,5-4 385,-8 5 0,9-1 0,-3 2 0</inkml:trace>
  <inkml:trace contextRef="#ctx0" brushRef="#br0" timeOffset="229">18087 13940 7976,'-12'7'46,"-1"-3"0,5-2 138,0-2 1,4 4 228,-5 0-423,7 0 0,-4-4-200,6 0 1057,0 0-706,6 0-68,-5 0 1,4-1 130,-5-3-199,6 2 0,-3-7 29,5 4-120,-5-4 163,2 7-32,-5-9-123,6 10 32,-5-10 0,9 8-17,-6-5 0,1 0 82,0-5 0,-3 5-3,7 0 1,-5-1-1,3-3 36,-2 0-29,5-1 0,-5 1 64,4-1-72,2 1-2,-10 5 1,9-4 100,-6 3-75,0 2 15,1-5 0,-3 9 63,2-7 38,3 7-29,-6-4-58,10 6 1,-9 1-12,2 4 0,-3 1 0,-1 7 1,0-1-49,0 1 0,0 3 39,0 1 0,0 3-105,0-3 0,0 5 96,0-1 1,0 1-131,0-2 0,0 4 31,0-4 1,0 0-11,0 0 1,1 0 31,4 0 1,-3-2-5,7-5 0,-5-1 31,4 0 1,-4 1-19,4-1 0,1-1-6,3-2 1,1 0-52,-1-5 46,0 0 1,1 1-5,-1-1-8,1 0 9,-1-4 1,-1-1-22,-3-4 0,-1 3 165,-3-7 1,-2 5-134,2-4 0,-3 0 76,-1-5 1,0 1-54,0-1 1,2 1 139,2 0 1,-3-5-94,3 1 0,-2-2 7,-2 1 1,1-2-84,3-6 0,-3 0 64,4 0 0,-4 1-124,-1-1 0,0 0 63,0 0 1,0 0-102,0 1 1,0 3 4,0 0-224,0 6 294,0-3 0,-1 11-992,-4 3 1053,4 3 0,-10 6 0,4 2 0</inkml:trace>
  <inkml:trace contextRef="#ctx0" brushRef="#br0" timeOffset="230">18583 14027 7997,'-7'-5'124,"-4"3"492,10-9-529,-5 10 38,1-5-64,4 6 37,-5 0-70,6 0 1,-1 4 11,-3 1 0,2 4 37,-2-1 1,1-1 76,-1 2-101,3-1 1,-9 4 66,6 1 0,0-5-54,4 0 1,-2-1-18,-2 1 0,3-1-13,-3-3 1,2-1-7,2 5 1,0-3-126,0 3 109,6-5 1,-3 6-151,5-5 1,-4 0 95,4-4 0,-4 5-280,5-1 236,-1 0 0,4-3-72,1 3 1,-5-2 123,0 2 1,-1-1-21,2 1 69,2-3 0,-9 6-74,7-3 1,-7-1 241,2 5 1,-2-4-61,-2 5 0,0-5 128,0 4 0,-6-1-49,-2 1 0,-3 3-15,-1-3 0,-1-1-81,1 2 0,-1-5-56,1 4 0,0-5-454,-1 1 0,1 1 42,-1 0-629,1-1 989,5-4 0,-4-6 0,4-1 0</inkml:trace>
  <inkml:trace contextRef="#ctx0" brushRef="#br0" timeOffset="231">15035 13444 7124,'0'-7'-93,"0"0"534,0 3 260,0 3-488,0-10 1,0 8 105,0-5-71,0 5 51,0-8 58,0 10-11,0-10-312,0 9 13,0-3 1,-4 6-55,0 3 0,-6 3 5,2 6 1,-3 4 95,-1 4 0,-2 8-183,-3 4 1,2 4 77,-5 5 0,0-2-57,0 5 0,-2-4 45,5 5 0,0-7-67,5-2 0,1-6-11,3-6 0,-2-5-270,6-4-137,0-8 119,4 3-24,0-9 100,0 3-446,0-5 79,0 0 280,-6 0 400,5 0 0,-10-5 0,4-2 0</inkml:trace>
  <inkml:trace contextRef="#ctx0" brushRef="#br0" timeOffset="232">14800 13791 7927,'-7'0'751,"1"0"0,5-1-415,-3-3 107,2 3-497,-3-5 164,5 6-411,0-6-78,0 5 110,5-4 0,2 5 78,6 0 0,-1 0 21,0 0 1,1 0 20,-1 0 1,1 0 24,-1 0 1,0 0 197,1 0 0,-5 0-146,0 0 1,-5 1 276,1 3 1,-2-1 164,-2 5-190,0 0 1,-2 5-164,-2-1 0,-3 2 43,-5 3 0,2-4-147,-2 4 1,6-3 144,-6-2 1,2 0-272,-2 1 1,-1-1-99,1 1-340,0-1-385,-1 0 563,1 1 473,5-6 0,-4-2 0,4-5 0</inkml:trace>
  <inkml:trace contextRef="#ctx0" brushRef="#br0" timeOffset="233">14775 13816 7951,'-6'-7'0,"4"2"327,-7 5 1,5-2 242,-4-2 147,5 3-422,-8-5 0,10 8-73,-3 2 0,4 1-364,4 4 1,-2 2-464,7-3 1,-1 3 604,4 1 0,1 1 0,-1-1 0</inkml:trace>
  <inkml:trace contextRef="#ctx0" brushRef="#br0" timeOffset="234">14341 14325 8065,'-13'0'0,"5"0"0,0 0 0,4 0 1106,-5 0-932,7 0 1,-3 0 28,10 0 0,1 0-229,7 0 0,5-4 73,2-1 0,4 1-206,1 4 0,5-4 108,3 0 0,-1-1-338,1 0 1,-4 4 110,4-3 1,-6-2-52,2 2 1,-8 0-207,-4 4 0,-4 0 535,0 0 0,-6 0 0,-2 0 0</inkml:trace>
  <inkml:trace contextRef="#ctx0" brushRef="#br0" timeOffset="235">14552 14263 8065,'-9'0'-16,"1"0"41,5 0 1,-2-2 728,5-2 569,-6 3-1212,5-5 0,-5 12-270,6 2 1,0 4 2,0 5 1,0 2 189,0 6 1,0 0-348,0 0 1,0 5 121,0 3 1,0-3-152,0-1 0,0-2 65,0-3 1,4 0 103,1-4 1,-1-2-335,-4-5 309,0-1 1,0 1 197,0-1 0,0-5 0,0-2 0</inkml:trace>
  <inkml:trace contextRef="#ctx0" brushRef="#br0" timeOffset="236">14452 14622 8047,'-12'0'302,"-1"-5"0,2 2 566,3-5-123,-3 5-320,10-8-59,-5 10-342,6-10 1,6 9 99,2-2 0,-1 3-192,1 1 0,0 0 89,5 0 1,3 1-384,1 3 1,1-1 195,-2 5 1,0-4-520,4 5 1,-3-5 48,3 4 0,-3-4 636,4 4 0,-1-5 0,5 3 0</inkml:trace>
  <inkml:trace contextRef="#ctx0" brushRef="#br0" timeOffset="237">14824 14635 6883,'0'-7'619,"0"1"-37,0 1-194,0 3-38,0-9-408,0 10 248,0-10-389,0 10 169,0-10 0,2 9 122,2-2 0,-1 3-284,5 1-171,0 0 1,5 4-34,-1 0 307,0 6 1,-1-3 240,-2 5 1,-4 0-75,-5 1 1,0-1 207,0 1 1,0-1-76,0 0 1,-5 1 40,-4-1 0,-2-1-132,-1-3 1,0 2-30,-1-6 1,1 0-1122,-1-4 1030,1-5 0,-6-8 0,-1-6 0</inkml:trace>
  <inkml:trace contextRef="#ctx0" brushRef="#br0" timeOffset="238">14117 10592 7954,'0'-7'-384,"0"-4"772,0 9 20,0-9 87,0 10-99,0-5 233,0 6 221,0 0-766,0 6 0,0 1 67,0 5 1,0 2-1,2 3-139,2 3-61,-3-2-111,10 6 0,-8-5 1,4 6 160,-2-1 1,4 1 0,-4 0-133,2 0 0,-3-2-232,4-2 212,-5-3 1,7-2-196,-6 1 0,0-5-194,-4-3-392,6-7 460,-5 4 107,10-12 0,-10-1 1,4-6 364,-4-4 0,4-2 0,2-6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9-20T01:37:05.862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23080 14926 10127 0,'-6'-3'896'0,"1"3"-704"0,-1-3-192 0,-12 3 0 0,18 0 1264 0,-8 0 208 0,8 0 64 0,-8 0 0 0,8 0-816 0,-9 0-144 16,9 0-48-16,0 0 0 0,-9 0-352 0,9 0-176 15,0 0 160-15,0 0-160 0,0 0 0 0,0 0 0 16,0 0 0-16,0 0 0 0,0 0 0 0,10-5 0 15,2 0 0-15,1 1 0 0,2 0 0 0,2 1 0 16,2 1 0-16,-2 1 0 0,0-3 0 0,-2 2 0 16,1 2 0-16,-1 0 0 0,0 0 0 0,-2 0 0 15,-1 0 0-15,-2 2 0 0,-10-2 0 0,12 0 0 0,-12 0 0 0,0 0 0 16,0 0 0-16,0 0 0 0,0 0 144 0,0 0-144 16,0 0 288-16,0 0-32 0,0 0 0 0,0 0 0 15,-8 6-80-15,0-1-32 0,-1 1 0 0,-1-2 0 16,-2-1-144-16,0 0 0 0,0 0 0 0,1 1 0 15,-2-3 0-15,0 1 0 0,0 1 0 0,-1-3 0 16,1 0 0-16,2 1 0 0,-1 2 0 0,0 0 0 16,1 0 0-16,-1 1 192 0,1 0-192 0,4 0 192 15,7-4-192-15,0 0 0 0,0 0 0 0,0 0 0 16,0 0 224-16,6 9 64 0,3-2 16 0,3-2 0 16,1-4 80-16,1 1 0 0,2-2 16 0,1-2 0 15,0 1-160-15,0 1-48 0,-2-4 0 0,1 2 0 16,-2-4-192-16,-1 2 128 0,-2 1-128 0,-1-1 0 15,-10 4 144-15,9-6-144 0,-9 6 128 0,8-6-128 0,-8 6 128 0,0 0-128 16,5-11 0-16,-5 11 128 0,3-9-128 0,-3 9 0 16,-3-9 144-16,0 3-144 0,-4-1 0 0,-1 2 144 15,-2 1-144-15,-1-2 0 0,0-1 160 0,-2 0-160 16,-2 4 128-16,0-1-128 0,-1 1 0 0,0-1 0 16,-1 2 128-16,2 2-128 0,-1-4 0 0,2 1 0 15,-1 3 0-15,4 0 128 0,-1 0 96 0,3 3 16 16,0 1 0-16,9-4 0 0,-8 6-48 0,8-6 0 15,-5 8 0-15,5-8 0 0,0 10-192 0,2 2 176 16,1-2-176-16,1 2 160 0,1 0-160 0,1 0 0 16,4-2 0-16,1 1 0 0,2-4 0 0,2 0 0 15,-2-1 0-15,1 0 128 0,2-5 16 0,-2 0 0 0,0-1 0 0,1-2 0 16,-2-2 16-16,0-2 0 0,-1 0 0 0,-3-3 0 16,-1 0-160-16,-2 0 192 0,-6 9-192 0,4-11 192 15,-4 1-192-15,-1 1 192 0,-5-2-192 0,-1 2 192 16,-4 3-48-16,-1-4 0 0,-2 3 0 0,-2 1 0 15,-2 1-144-15,-1 3 160 0,-4-4-160 0,-1 5 160 16,0-3-160-16,2 4 0 0,0 0 0 0,2 4 0 16,1-3 0-16,2 2 0 0,3 0 0 0,2 0 0 15,1 1 0-15,4 0 0 0,7-4 0 0,0 0 0 16,0 0 0-16,0 0 0 0,0 0 0 0,0 0 0 16,3 11 0-16,5-1 0 0,3 1 0 0,0-5 0 15,2 1 0-15,2-1 128 0,0-1-128 0,2 1 0 16,2-5 0-16,-1 1 0 0,-1-2 128 0,-1 0-128 0,-2-1 0 15,-1 1 160-15,-3-2-160 0,-10 2 160 0,0 0 16 0,8-4 0 16,-8 4 0-16,0 0 0 0,5-9 0 16,-5 9 0-16,-1-11 0 0,-2 2 0 0,-3 0-48 0,-1 1 0 15,-2-1 0-15,-1 1 0 0,-3 2-128 0,-2-4 128 16,-1 3-128-16,0-3 128 0,0 1-128 0,2 3 0 16,0-1 0-16,1 2 128 0,-1 0-128 0,3 1 0 15,2 3 0-15,1 1 0 0,8 0 0 0,0 0 0 16,0 0 0-16,0 0 0 0,0 0 0 0,-3 11 0 15,3-11 0-15,5 13 0 0,3-2 0 0,3-2 0 16,-1-1 0-16,3-2 0 0,1 1 0 0,2-1 0 16,0 0 0-16,1-3 0 0,0 1 0 0,-2-1 0 15,-2-2 0-15,-1-1 0 0,-12 0 0 0,10 0 128 16,-10 0-128-16,0 0 0 0,0 0 144 0,0 0-144 0,0 0 160 0,0 0-160 16,-11-5 192-16,-4 1-64 0,-4 0-128 15,-2 2 192-15,0-1-192 0,-1 3 176 0,-1-3-176 0,-1 2 160 16,1 1-160-16,2 0 0 0,1 0 0 0,1 0 0 15,-1 0 0-15,3 4 0 0,4-3 0 0,1 3 0 16,2 0 0-16,2 1 0 0,0 1 0 0,2 0 0 16,6-6 0-16,-5 11 0 0,1 0 0 0,4-11 0 15,-2 12 0-15,4-3 0 0,-2-9 0 0,0 0 0 16,5 11 0-16,-5-11 0 0,8 5 0 0,-8-5 0 16,0 0 0-16,9 4 0 0,-9-4 0 0,0 0 0 15,0 0 0-15,0 0 0 0,0 0 0 0,0 0 0 16,0 0 0-16,0 0 0 0,0 0 0 0,0 0 128 15,0 0-128-15,0 0 0 0,0 0 0 0,0 0 0 0,0-9 0 16,0 9 0-16,1-12 0 0,2 3 128 0,-1 0 64 0,4-1 16 16,-1 1 0-16,4 2 0 0,3-1-208 0,1 0 144 15,0 0-144-15,1 2 128 0,2-1-128 0,1 0 0 16,0 4 0-16,1 0 0 0,-1-1 0 0,0 3 0 16,-4-1 0-16,1 2 0 0,0 0 0 0,-1 0 0 15,-1 0 0-15,0 2 0 0,-2-1 0 0,-10-1 0 16,0 0 0-16,11 1 0 0,-11-1 0 0,0 0 0 15,0 0 0-15,0 0 0 0,0 0 0 0,0 0 128 16,0 0-128-16,0 0 0 0,0 0 0 0,0 0 0 16,0 0 128-16,0 0-128 0,0 0 0 0,0 0 0 15,0 0 0-15,0 0 0 0,0 0 0 0,8-4 0 16,-8 4 0-16,10-2 0 0,-10 2 0 0,10-1 0 0,-10 1 0 0,11 2 0 16,-11-2 0-16,12 4 0 0,-3-1 0 0,0-1 0 15,-9-2-128-15,14 2 128 0,-1-2 0 0,-1 0 0 16,-2-2 0-16,2 0 0 0,0-2 0 0,0-1 0 15,-2-1 0-15,2 0 0 0,-2-3 0 0,1 0 0 16,-2-1 0-16,0 3 0 0,0 0 0 0,-1 2 0 16,0-2 0-16,-8 7 0 0,7-9 128 0,0 0-128 15,-2 0 0-15,-1 0 0 0,0 0 0 0,0 0 0 16,-1-1 128-16,-1-3-128 0,1 3 0 0,-1 3 128 16,-2 7-128-16,0 0 0 0,4-10 0 0,-4 10 128 15,0 0-128-15,0 0 0 0,0 0 0 0,0 0 0 16,0 0-144-16,6 13 144 0,-1 1 0 0,0 3 0 15,-2 3-160-15,0 1 160 0,3-2-128 0,0 4 128 16,-1 0 0-16,2 0 0 0,-1-2 0 0,2 0 0 0,3 0 0 0,-1-5 0 16,-1-1 0-16,0-2 0 0,-1-1 0 0,-1-1 0 15,-1-1 0-15,1-4 0 0,-7-6 0 0,0 0 0 16,0 0 0-16,0 0 0 0,0 0 0 0,0 0 0 16,0 0 0-16,0 0 128 0,8-7-128 0,-2-2 144 15,-1-2-144-15,-1-1 160 0,-1-1-160 0,-1 0 0 16,1-1 0-16,-2 0 128 0,1-1-128 0,-2 1 0 15,-2-3 0-15,1 0 128 0,-2 0-128 0,0 4 160 16,-1 0-160-16,-2 3 160 0,1 0-160 0,0 4 0 16,-2-1 0-16,0 1 0 0,-1 2 0 0,-1-1 0 15,0 1 0-15,-2 3 0 0,1 1 0 0,1 0-176 16,-1 1 48-16,10-1 0 0,-11 4 128 0,0 1 0 0,2-2 0 16,9-3 0-16,0 0 0 0,-9 5 0 0,9-5-144 0,0 0 144 15,0 0 0-15,0 0 0 0,0 0 0 16,0 0 0-16,0 0-144 0,1 12 144 0,3-2 0 0,-4-10 0 15,8 6 0-15,0 1 0 0,-8-7 0 0,10 7 0 16,-10-7 0-16,0 0 0 0,12 1 0 0,-12-1 0 16,0 0 0-16,10 0-128 0,-10 0 128 0,0 0 0 15,0 0 0-15,0 0 0 0,0 0 0 0,0 0 0 16,0 0 144-16,0-8-144 0,-2-1 128 0,-2 2-128 16,0 1 128-16,-2-1-128 0,-4 0 0 0,1 0 128 15,0-3-128-15,-1 0 0 0,-1 0 0 0,1 0 0 16,-1-2 0-16,2 1 0 0,1 4 128 0,2 0-128 15,-1 2 0-15,7 5 0 0,0 0 0 0,0 0 0 16,0 0 0-16,0 0 0 0,0 0 144 0,0 0-144 16,-5 9 0-16,3 1 0 0,2 2 0 0,1-1 0 0,0-1 0 0,-1-10 0 15,5 10 0-15,-5-10 0 0,6 11 0 0,-6-11 0 16,9 9 0-16,-9-9 0 0,9 4 0 0,-9-4 0 16,0 0 0-16,12 3 0 0,-2-2 0 0,-10-1 0 15,11 0 128-15,-11 0-128 0,0 0 0 0,0 0 128 16,0 0-128-16,0 0 0 0,0 0 0 0,0 0 144 15,0 0-144-15,0 0 0 0,-3-8 144 0,3 8-144 16,-5-9 0-16,5 9 144 0,-9-5-144 0,1 1 0 16,8 4 0-16,-9-3 0 0,-1 1 0 0,10 2 0 15,-9 0 0-15,9 0 0 0,0 0 0 0,0 0 0 16,-9-3 0-16,9 3 0 0,0 0 0 0,0 0 0 16,0 0 0-16,0 0 0 0,0 0 0 0,0 0 0 0,0 0 0 0,0 0 0 15,0 0 0-15,0 0 0 0,11-1-144 16,-1-1 144-16,1 1 0 0,-1 1 0 0,0-3 0 0,1 2 0 15,-2 0 0-15,1-1 0 0,-10 2-128 0,12 0 128 16,-1 0 0-16,-11 0 0 0,10 0 0 0,-10 0 0 16,0 0 0-16,10 3 0 0,-10-3 0 0,0 0 0 15,0 0 0-15,0 0 0 0,0 0 0 0,0 0 0 16,0 0 0-16,0 0 0 0,0 0 0 0,0 0 0 16,0 0 128-16,0 0-128 0,0 0 0 0,0 0 144 15,3-8-144-15,-2 0 0 0,-1-1 0 0,0 1 0 16,0 8 0-16,-1-10 192 0,-2 0-192 0,2 1 192 15,1 9-192-15,-3-11 0 0,1 2 0 0,2 9-176 16,-4-7 176-16,4 7 0 0,0 0 0 0,0 0 0 16,0 0 0-16,0 0 0 0,0 0 0 0,-9 2 0 15,1 3-128-15,1 1 128 0,2 4-128 0,0 1 128 0,0 1 0 0,1 1-160 16,3-1 160-16,-1 0 0 0,2-2 0 0,3 0 0 16,1 1 0-16,1-2 0 0,-5-9 0 0,8 7-128 15,0-1 128-15,0-2 0 0,-8-4 0 0,11 5 0 16,0-2 0-16,-1-3 0 0,-10 0 0 0,13-3 0 15,-2 1 0-15,-1-2 0 0,0-3 0 0,0-1 0 16,-3-1 0-16,0 0 0 0,-2 0 144 0,0-2-144 16,-1 0 128-16,-1-1-128 0,-1 0 0 0,-2 2 128 15,-1-1-128-15,0 1 0 0,0 0 128 0,-1 0-128 16,-2 3 0-16,4 7 128 0,-5-8-128 0,5 8 0 16,-8-7 0-16,8 7 0 0,0 0 0 0,-9 0 0 15,9 0 0-15,-6 7-176 0,-1 2 176 0,1 4-160 0,-1 3 160 0,2 4-160 16,0-1 160-16,2 3 0 0,0 0-144 15,2 2 144-15,2-5 0 0,2 2 0 0,2 0 0 0,2-3 0 16,1-2-144-16,1-2 144 0,0-1 0 0,1-1 0 16,1 0 0-16,-1-3 0 0,-2-2 0 0,0-1 0 15,-8-6 0-15,9 4 0 0,-9-4 0 0,0 0 0 16,10-2 0-16,-10 2 0 0,8-5 0 0,-8 5 0 16,7-9 0-16,-2 0 176 0,-2 0-176 0,-3-2 160 15,-2 0-160-15,0-3 0 0,-4-1 144 0,0 1-144 16,-3-1 0-16,-2 1 144 0,0 1-144 0,-2 0 0 15,-2-2 0-15,1 5 0 0,-2-2 0 0,2 6 0 16,1 1 0-16,1 5 0 0,2 0 0 0,-2 3-192 16,-1 9 192-16,1 3-192 0,2-1 192 0,1 8-192 15,0 3 192-15,1 3 0 0,2 0-160 0,4 1 160 16,1-1 0-16,1 0 0 0,2-5 0 0,2-2 0 0,1-4 0 0,3 1 0 16,4-5-144-16,2 0 144 0,1-1 0 0,0-3 0 15,2-2 0-15,1-1 0 0,-1-3 0 0,0 1 0 16,-1-4 0-16,0 0 0 0,-3-4 0 0,1-2 0 15,-1 1 0-15,-1 0 0 0,-2-1 192 0,-2-1-64 16,-2-2-128-16,0 0 192 0,-2-2-192 0,-2 0 176 16,-3-1-176-16,-2-2 160 0,-2-3-160 0,-4 0 128 15,-3 0-128-15,-1 1 128 0,0 0-128 0,-1 5 0 16,-1 2 0-16,0 1 128 0,-1 4-128 0,1 2 0 16,-2 5-192-16,1 2 192 0,0 2-192 0,3 5 192 15,2-2-160-15,0 2 160 0,1 2-128 0,3-4 128 16,6 2 0-16,1 3-144 0,2-6 144 0,2 1 0 15,2-2 0-15,0 1-128 0,-6-9 128 0,13 7 0 0,1-1 0 0,2-2-128 16,1-1 128-16,3-1 0 0,0 0 0 0,1-2 0 16,0 0 0-16,-1-2 0 0,-1 1 0 0,0-2 0 15,-1 1 0-15,-3-1 0 0,-3-1 0 0,0 2 128 16,-3-4-128-16,-9 6 0 0,0 0 0 0,7-7 0 0,-7 7 0 16,0 0 144-16,0-11-144 0,-4 2 0 0,-2 2 144 0,-3 4-144 15,-4-4 0-15,0 3 144 0,-1 0-144 0,0 2 0 16,-1-1 0-16,2 2 0 0,3 2 0 0,1 2 0 15,9-3 0-15,-8 6 0 0,1 2-160 0,3 2 160 16,2 1 0-16,0 1-144 0,2 1 144 0,2-2 0 16,0 1 0-16,1 1 0 0,1-4 0 0,1 0 0 15,3-1 0-15,2 0-128 0,3-1 128 0,0-2 0 16,2-1 0-16,-1-2 0 0,-1-2 0 0,0 0 0 16,-2-1 0-16,-1 0 0 0,-10 1 0 0,10-7 0 15,-2 2 128-15,0-2-128 0,-8 7 0 0,5-10 128 16,-1 0-128-16,-1-1 0 0,-2-1 128 0,-1 1-128 0,-2-2 128 0,-2-3-128 15,-2-2 144-15,-1 2-144 0,-3-2 192 0,0 1-192 16,-3-1 0-16,1 2 0 0,1 2 0 0,-2 3 0 16,-2 3 0-16,2 4 0 0,-1 2 0 0,-1 4 0 15,-1 2 0-15,-1 4-144 0,-2 4 144 0,1 4-128 16,0 1 128-16,2 2-128 0,2-2 128 0,3 0-128 16,5-1 128-16,1-2 0 0,1-2-144 0,2-2 144 15,4-1 0-15,0 0 0 0,-2-9 0 0,4 12 0 16,-4-12-176-16,9 8 176 0,1-2-128 0,0 1 128 15,0-3 0-15,-10-4 0 0,13 2 0 0,-1 1 0 16,0-2 0-16,-12-1 0 0,10 0 0 0,-10 0 0 16,11 0 0-16,-11 0 0 0,0 0 0 0,10-1 128 0,-10 1-128 0,0 0 0 15,0 0 0-15,0 0 0 16,0 0 144-16,0 0-144 16,0 0 192-16,0 0-192 0,-9 0 0 0,0-3 0 0,-2 2 0 15,1 0 0-15,1-2 0 0,0 1 0 0,-2-1 0 0,1 2 0 16,1-4 0-16,1 1 0 0,8 4 0 0,-9-7 0 15,0 2 0-15,1 1 0 0,0 0 0 0,8 4 0 0,-9-3 0 0,9 3 0 16,-8-1 0-16,8 1 0 0,0 0 0 0,0 0 0 16,-6 8 0-16,2 1 0 0,1 3-128 0,3 0 128 15,0 1 0-15,1 0-144 0,1-2 144 0,-1 1 0 16,3 1 0-16,0-4 0 0,-4-9 0 0,8 12 0 16,-1-2 0-16,1-2 0 0,-8-8 0 0,0 0-128 15,11 8 128-15,-11-8 0 0,11 1 0 0,-11-1 0 16,12 0 0-16,-12 0 0 0,11-4 0 0,-4-2 128 15,-7 6-128-15,6-8 128 0,-2-1-128 0,-3 0 128 16,-2-2-128-16,-3 1 128 0,-2-2-128 0,0-1 144 16,-2-1-144-16,2 0 160 0,-2-1-160 0,1 2 0 0,-1 0 144 0,2 3-144 15,1 2 0-15,5 8 0 0,-7-5 0 0,7 5 0 16,0 0 0-16,0 0 0 0,0 0 0 0,0 0-128 16,-1 11 128-16,3 2 0 0,4 0-144 0,0-1 144 15,-1-1 0-15,3-1 0 0,3-1 0 0,0-2 0 16,2-3 0-16,2 0 0 0,0-2 0 0,4 1 0 15,-1-3 0-15,3-2 0 0,0-1 0 0,1-1 0 16,1-2 0-16,-1 1 0 0,-2-3 0 0,-3 2 0 16,-1-2 128-16,-2 3-128 0,-2-3 128 0,-2 0-128 15,-1-1 0-15,-1 1 128 0,-8 8-128 0,4-9 0 16,-4 9 128-16,0-12-128 0,-3 3 0 0,-2 3 128 16,-3-2-128-16,-2 3 0 0,-3 2 144 0,-3-1-144 15,-2 3 0-15,-3 3 0 0,-2 2-192 0,-2 2 64 16,0-1 128-16,2 1-208 0,-1 2 80 0,3 0 128 0,2-2 0 0,2 1 0 15,2-2 0-15,4-1 0 0,2-3 0 0,9-1 0 16,0 0 0-16,0 0-176 0,0 0 176 0,0 0 0 16,0 0 0-16,0 0 0 0,0 0 0 0,0 0 0 15,0 0 0-15,0 0 128 0,0 0-128 0,10-5 0 16,-1 1 0-16,-9 4 0 0,11-5 0 0,-2 1 0 16,-9 4 0-16,10-2 0 0,-10 2 0 0,11-4 0 15,-11 4 0-15,0 0 0 0,7-6 0 0,-7 6 0 16,0 0 0-16,0 0 128 0,0 0-128 0,0 0 0 15,2-9 0-15,-2 9 128 0,0 0-128 0,-6-6 0 16,0 1 0-16,6 5 128 0,-9-6-128 0,0 5 0 16,-2 1 0-16,1 3 0 0,-2 2 0 0,0 0 0 15,-1 2 0-15,0-1 0 0,-1 2 0 0,1 1 0 0,0-1-144 0,2 1 144 16,1-2 0-16,1-1 0 0,9-6 0 0,-8 7 0 16,8-7 0-16,-6 4 0 0,6-4 0 0,0 0 0 15,-7 5 0-15,7-5 0 0,0 0 0 0,0 0 0 16,0 0 0-16,0 0 0 0,0 0 0 0,0 0 0 15,0 0 0-15,0 0 0 0,0 0 0 0,0 0 0 16,0 0-128-16,0 0 128 0,0 0 0 0,0 0 0 16,0 0 0-16,0 0 0 0,0 0 0 0,0 0 0 15,0 0 0-15,0 0 0 0,0 0 0 0,0 0 0 16,4-9 0-16,-4 9 0 0,3-7 0 0,-3 7 0 16,2-12 0-16,-2 3 0 0,0 9 0 0,-1-9 0 15,0 0 0-15,1 9 0 0,-4-10 0 0,0 2 0 16,4 8 0-16,0 0 0 0,0 0 0 0,0 0 0 15,0 0 0-15,0 0 0 0,0 0 0 0,-7 8 0 0,7-8 0 16,-4 13-144-16,3-3 144 0,2 3 0 0,2 1-160 16,2 2 160-16,2 1-128 0,0 0 128 0,1-1 0 0,1-1-160 15,2 0 160-15,2-2 0 0,1 0 0 0,-1 0-128 16,-1-3 128-16,1 1 0 0,0-2 0 0,-1-3 0 16,0-1 0-16,-12-5 0 0,0 0 0 0,11 4 0 15,-11-4 0-15,0 0 0 0,9-1 0 0,-9 1 0 16,7-5 0-16,-3-4 144 0,-2-3-144 0,-2-1 160 15,-1-3-160-15,-1 2 160 0,-1-3-160 0,0-1 192 16,1-2-192-16,-1 1 192 0,0-5-192 0,3 5 0 16,0-1 0-16,3 3 0 0,1-1 0 0,3 6 0 15,-1-4 0-15,2 6 0 0,0 3 0 0,0 4 0 16,-8 3 0-16,13 0 128 0,-2 1-128 0,1 4 128 0,1 3-128 0,1 1 128 16,-2 0-128-16,1 3 0 0,0-2 0 15,2 2 0-15,-1-3 0 0,2 0 0 0,2-2 0 0,1 1 0 16,1-4 0-16,1-2 0 0,0-1 0 0,-2-1 0 15,-1 0 0-15,-1-1 0 0,-1-1 0 0,-2-2 0 16,-2 0 0-16,-1-1 0 0,-2-1 144 0,-2 1-144 16,-7 5 128-16,8-9-128 0,-2-1 160 0,-4-2-160 15,-1 0 192-15,-1-1-64 0,0-1-128 0,-1-2 192 16,0-2-192-16,-2 1 144 0,-1-1-144 0,0-2 128 16,-2-1-128-16,2 2 0 0,0 0 0 0,0 5 0 15,0 1 0-15,0 6 0 0,0 0 0 0,4 7 0 16,0 0 0-16,0 0-144 0,0 0 144 0,-7 7 0 15,0 3-192-15,2 4 192 0,1 7-192 0,0 2 192 16,1 2-160-16,2-1 160 0,1-2-128 0,3 0 128 0,1-1 0 0,1-3 0 16,4-2 0-16,0-3-128 0,0-2 128 15,2-2 0-15,-1-1 0 0,1-2 0 0,0-4 0 0,1-1 0 16,0-1 0-16,-2-1 0 0,-10 1 128 0,11-5 0 16,-2 0 0-16,0-1 0 0,-1 0 48 0,-2-3 16 15,-1-3 0-15,-1-1 0 0,0 0-192 0,-1-3 160 16,-3 2-160-16,-1-3 160 0,-2 0-160 0,0 2 0 15,-2-4 0-15,0 2 0 0,-2-1 0 0,1 1 0 16,-2 1 0-16,-1 3 0 0,-3 3 0 0,0 1 0 16,1 2 0-16,-1 3-176 0,-1 4-48 0,0 3-16 15,-1 2 0-15,0 2 0 0,1 2 96 0,2 3 16 16,0-1 0-16,3 2 0 0,3-1 128 0,1 1 0 0,2-2 0 16,2-11-128-16,0 11 128 0,1 0 0 0,-1-11 0 15,5 9 0-15,-5-9 0 0,7 9 0 0,-7-9 0 0,8 7 0 16,-8-7 0-16,0 0 0 0,11 0 0 0,-11 0 128 15,0 0-128-15,0 0 128 0,9-6-128 0,-9 6 128 16,0 0-128-16,0 0 0 0,0 0 128 0,2-7-128 16,-2 7 0-16,-5-11 128 0,-2 5-128 0,-1 0 0 15,-1 1 0-15,0 3 128 0,-1-2-128 0,-1 1 0 16,1-1 0-16,2 1 0 0,1 1 0 0,7 2 0 16,-8-5 0-16,8 5 0 0,0 0 0 0,0-9 0 15,4-4 0-15,4 1 144 0,5 0-144 0,3-1 0 16,1-1 224-16,2-1-64 0,2 1-16 0,1-3 0 15,2 1-144-15,1 1 128 0,-1-1-128 0,1 0 128 16,-1 3-128-16,-1 3 0 0,-1-2 0 0,-1 4 0 16,-3 1 0-16,-2 1 0 0,0 2 0 0,-3 2 0 15,-13 2 0-15,0 0 0 0,10-1 0 0,-10 1 128 16,0 0-128-16,0 0 0 0,0 0 0 0,-5 7 0 0,-3 1-192 0,-1 0 192 16,-1 0-160-16,-2 1 160 0,-1-2-128 0,2-1 128 15,0 1 0-15,0-1-144 0,2 1 144 0,1-2 0 16,8-5 0-16,-9 5 0 0,0-1 0 0,9-4 0 15,-10 1 0-15,0 1 0 0,10-2 0 0,-9 0 0 16,9 0 0-16,-11-2 0 0,-1 0 0 0,1 0 0 16,1 1 0-16,0 0 0 0,0-2 0 0,10 3 0 15,-9-1 0-15,9 1 0 0,-9-2 0 0,9 2 0 16,0 0 0-16,-9 0 0 0,9 0 0 0,0 0 0 16,0 0 0-16,0 0 0 0,0 0 0 0,0 0 0 0,0 0 0 15,0 0 0-15,0 0 0 0,0 0-160 0,0 0 160 0,0 0 0 16,0 0 0-16,12-2-128 0,-3-2 128 0,-9 4 0 15,12-3 0-15,-12 3 0 0,9-2 0 0,-9 2 0 16,0 0 0-16,0 0 0 0,0 0 0 0,0 0 0 16,0 0 0-16,0 0 0 0,0 0 0 0,0 0 0 15,-11 1 0-15,1 3 0 0,0-1 0 0,-2 3 0 16,-3 2 0-16,0 0 0 0,-2-2-208 0,-1 2 64 16,-1 3 144-16,0-2 0 0,-2 1-144 0,3-2 144 15,1-3 0-15,2 0 0 0,4-1 0 0,2 0 0 0,9-4 0 16,0 0 0-16,0 0 0 0,0 0 0 0,0 0 0 15,0 0 128-15,0 0 0 0,10-8 0 16,2-2 0-16,1-1-128 0,1 0 192 0,2 0-64 0,1 0-128 0,-2 0 0 16,0-1 144-16,-1 2-144 0,0-3 0 0,1 3 128 15,-1 3-128-15,-1-2 0 0,-3 1 0 0,0 2 0 16,-10 6 0-16,9-6 0 0,-9 6 0 0,9-5 0 16,-9 5 0-16,0 0 0 0,0 0 0 0,0 0 0 15,0 0 0-15,0 0 0 0,0 0 0 0,0 0 0 16,0 0 0-16,0 0 0 0,0 0 0 0,0 0 0 15,0 0 0-15,0 0 0 0,8 7 0 0,-8-7 0 16,0 0 0-16,0 0 0 0,0 0 0 0,0 0 0 16,0 0 0-16,0 0 0 0,0 0 0 0,0 0 0 0,0 0 0 0,0 0 0 15,0 0 0-15,0 0 0 0,0 0 0 0,0 0 0 16,-4 9 0-16,4-9 0 0,0 0 0 0,0 0 0 16,-5 8 0-16,5-8 0 0,0 0 0 0,0 0 0 15,-4 10 0-15,4-10 0 0,0 0 0 0,0 0 0 16,0 0 0-16,0 0 0 0,0 0 0 0,0 0-128 15,0 0 128-15,9 4 0 0,-9-4 0 0,13 1 0 16,-1-1 0-16,-2-1 0 0,-10 1 0 0,12-4 0 16,-1-3 0-16,0 1 0 0,-1 2 0 0,-1 1 0 15,-1-3 0-15,-8 6 0 0,11-5 0 0,-11 5 0 16,9-6 0-16,-9 6 0 0,0 0 0 0,0 0 0 16,0 0 0-16,0 0 0 0,0 0 0 0,0 0 0 15,0 0 0-15,0 0 0 0,0 0-144 0,-9 4 144 16,-2 0-144-16,2 2 144 0,-1 0-192 0,1 1 192 15,-1-1-144-15,0 1 144 0,-2-1 0 0,1 1-144 0,-1 0 144 0,1-3 0 16,2 0 0-16,9-4-128 0,-9 7 128 0,1-2 0 16,8-5 0-16,-9 3 0 0,9-3 0 0,0 0 0 15,-9 2 0-15,9-2 0 0,-9-1 0 0,9 1 0 16,0 0 0-16,0 0 0 0,0 0 0 0,0 0 0 16,0 0 0-16,-5-7 0 0,1 1 0 0,4 6 0 15,0 0 0-15,0 0 0 0,0 0 0 0,-4-7 0 16,4 7 0-16,0 0 0 0,0 0 0 0,-8-2 0 15,8 2 0-15,-10 2-128 0,1 2 128 0,-2 1-128 16,-1-1 128-16,2 3-128 0,-2-1 0 0,2 1 0 16,-1-1 0-16,3 1 0 0,1-3 128 0,7-4 0 0,0 0 0 0,0 0 0 15,0 0 0-15,0 0 0 0,0 0 0 0,0 0-128 16,-3 9 128-16,3-9 0 0,0 0 0 0,0 0-128 16,0 0 128-16,0 0 0 0,7 8 0 0,-7-8 0 15,0 0 0-15,11 2 0 0,0-2 0 0,-1-1 0 16,-1-1 0-16,0-2 0 0,1-2 0 0,-1 0 128 15,0-1-128-15,0 1 0 0,0-1 0 0,0 2 0 16,-1-1 0-16,0 0 128 0,-8 6-128 0,8-6 0 16,-8 6 0-16,0 0 0 0,0 0 0 0,0 0 0 15,0 0 0-15,0 0 0 0,0 0 0 0,-8 5 0 16,-3 3 0-16,-2 5-208 0,-4 0 16 0,-2 1 16 16,-5 2-48-16,1 0-16 0,1 4 0 0,0 1 0 15,-1-1 240-15,3-2 0 0,0 0-160 0,3-2 160 16,4-6 0-16,4 1 0 0,4-2 0 0,5-9 0 15,0 0 144-15,0 0 0 0,6 7 0 0,6-4 0 16,4-3 80-16,2-2 16 0,3-6 0 0,3-2 0 0,4-3-32 0,1-3 0 16,1-4 0-16,0 1 0 0,1-1-208 0,1 2 144 15,0 0-144-15,0 0 128 0,1-1-128 0,-2 1 0 16,-3 2 0-16,-2 5 128 0,-4 1-128 0,-3 4 0 16,-3-1 0-16,-4 7 0 0,-12 0 0 0,0 0 0 15,0 0 0-15,-2 11 0 0,-5 3 0 0,-5 4-272 16,-3 2 64-16,-1 1 16 0,-3 0 192 0,1 4-192 15,-2-3 192-15,4 0-192 0,0 0 192 0,4-2 0 16,3-1 0-16,1-2 0 0,2-5 0 0,0 0 0 16,4-3 0-16,2-9 0 0,1 9 0 0,-1-9 0 15,0 0 0-15,0 0 0 0,0 0 192 0,12-2-64 0,-2-1 0 16,1-3-128-16,1-1 192 0,-1-3-64 0,0 0 0 16,0 0-128-16,0-1 0 0,-2 2 0 0,-1 0 0 0,-8 9 0 15,5-8 0-15,-5 8 0 0,0-10-160 0,0 10 160 16,-7-6-256-16,-2 5 80 0,-2 1 16 0,-4 5 0 15,-3 3 16-15,-3 4 0 0,-1 4 0 0,1-2 0 16,2 4 144-16,2-1 0 0,1 0 0 0,3-1 0 16,4-3 176-16,4-2 64 0,2 0 16 0,3-11 0 15,8 5 16-15,6-2 16 0,4-5 0 0,8-3 0 16,6-4 80-16,6-4 16 0,5-4 0 0,2-3 0 16,5-2-208-16,-2-1-48 0,0-5 0 0,0 0 0 15,-3-2-128-15,-2 2 0 0,0 1 0 0,-1 2 0 16,-3 1 0-16,-3 4-192 0,-3 2 32 0,-6 6 16 15,-6 2-64-15,-7 3-16 0,-3 3 0 0,-11 4 0 0,0 0-64 16,-8 7-16-16,-8 4 0 0,-7 6 0 0,-7 5 112 16,-3 1 0-16,-2 1 16 0,0 4 0 0,1 3 176 0,3-1 0 15,3-3 128-15,4 0-128 0,1-5 336 0,6-1 0 16,3-3 0-16,4-3 0 0,2-2-144 0,4-2-16 16,4-11-16-16,0 0 0 0,0 0-160 0,6 6 0 15,-6-6 144-15,16-5-144 0,2-4 128 0,3-4-128 16,0-4 128-16,3-2-128 0,0-4 0 0,2 3 0 15,2-4-192-15,-2 1 64 0,-3 3-160 0,-2 2-32 16,-3 3 0-16,-3 5 0 16,-7-2-144-16,-8 12-48 0,0 0 0 0,0 0 0 0,-12 0 144 15,-6 5 32-15,-6 9 0 0,-3 2 0 0,-5 8 192 0,0 2 144 0,-2 3-192 0,-1 1 192 16,1-2 0-16,4-2 192 0,3-2 0 0,2-5 0 16,4 0 304-16,4-4 48 0,4-2 16 0,4-2 0 15,9-11-240-15,0 0-64 0,0 0 0 0,8 8 0 16,3-4-128-16,4-6-128 0,0-3 192 0,9-4-192 15,-1-3 128-15,3-3-128 0,2-2 0 0,2-6 0 16,0 0 0-16,2-1-192 0,3-2 16 0,1 2 16 16,-2-1-48-16,-3 1-16 0,-1 4 0 0,-4 0 0 15,-3 3-16-15,-3 4 0 0,-6 1 0 0,-2 6 0 16,-4 1 112-16,-8 5 128 0,0 0-208 0,0 0 80 16,-12 0 128-16,-2 5 0 0,-3 3 0 0,-4 2 0 15,-3 3 128-15,1 1-128 0,1 2 128 0,0 0-128 16,-2-1 240-16,5 1-32 0,2-2 0 0,2 1 0 15,1-2 64-15,2 0 16 0,2-2 0 0,1-1 0 16,2-3-128-16,1 0-32 0,6-7 0 0,0 0 0 0,0 0-128 16,0 0 128-16,0 0-128 0,0 0 128 0,0 0-128 0,0 0 0 15,-6-9 0-15,3 1 0 0,3 8 0 0,-3-10-320 16,-1-1 48-16,0 2 16 0,-1 0-32 0,0 2 0 16,-2 1 0-16,-3 1 0 0,-5 1 112 0,-2 2 32 15,-2 2 0-15,-3 3 0 0,-2 1 0 0,-2 0 0 16,1-2 0-16,2 1 0 0,1 1 144 0,4-1 0 15,3-2-144-15,3 0 144 0,3 0 144 0,9-1 112 16,0 0 0-16,0 0 16 0,0 0-16 0,0 0-16 16,0 0 0-16,0 0 0 0,2-10-80 0,3 0-16 15,3-2 0-15,1-2 0 0,1-3-144 0,2 0 0 16,-2-3 144-16,1 2-144 0,-1 0 0 0,-1 1 128 0,-1-2-128 16,0 4 0-16,-1 0 0 0,-1 5 0 0,-1-3 0 0,-1 4 0 15,-4 9 0-15,0 0 0 0,-1-8 0 0,1 8-128 16,0 0 128-16,0 0-192 15,-9 6 192-15,-2 2-192 0,0 5 0 0,-4 4-16 16,-2 4 0-16,0 3 0 0,3 3 208 0,2 0-144 16,2-1 144-16,2 1-128 0,3-7 128 0,2 3 0 15,2-5 0-15,4 0 0 0,0-4 0 0,1-2 0 16,2-1 128-16,0-5-128 0,-6-6 192 0,9 3-48 0,-9-3 0 0,12-2 0 16,-2 1 112-16,1-4 32 0,-2-3 0 0,1-4 0 15,1 1-48-15,-2-2-16 0,-1-2 0 0,0 0 0 16,-2-2-224-16,1 0 128 0,-1-3-128 0,-1 1 0 15,1-5 0-15,-3 2 128 0,0-2-128 0,-3 1 0 16,0 3 0-16,-1 3 0 0,-1 2 128 0,0 2-128 16,-1 2 0-16,1 5 0 0,2 6 0 0,0 0 0 15,-9-1 0-15,-3 2 0 0,-1 4 0 0,-2 5 0 16,-2 1-176-16,1 5 176 0,-3 2-160 0,4 0 160 16,0-1 0-16,1 3 0 0,0 0-128 0,1 1 128 15,1-1 0-15,0-2 0 0,3-1 0 0,0-3 0 16,1 2 0-16,3-2 0 0,0-2 0 0,1-1 0 15,1-2 0-15,3-9 0 0,0 0-128 0,0 0 128 16,-3 7 0-16,3-7 0 0,0 0 0 0,0 0 0 16,0 0 0-16,0 0 0 0,0 0 0 0,7-9 0 0,0-1 0 0,-1-3 0 15,1-1 0-15,-1-2 0 0,-1-1 0 0,-1 0 0 16,0-6 0-16,-1 3 0 16,-2 3 0-16,-1-3 0 0,-1 1 0 0,-2 2 0 15,-1-1 0-15,-1 6 0 0,-3-1 0 0,-2 4 0 16,-1 1 0-16,0 5 0 0,-2 3 0 0,-3 4 0 15,-1 4 0-15,-1 4 0 0,-1 1-192 0,1 1 192 0,1 1-144 0,2-1 144 16,0 2-128-16,4 1 128 0,1-1 0 0,5-1 0 0,0-2 0 0,2-1-128 16,2-2 128-16,1-1 0 0,0-9 0 0,4 11-128 15,-4-11 128-15,8 6 0 0,-8-6-144 0,9 4 144 16,-9-4 0-16,10 0 0 0,-10 0 0 0,11-4 0 16,-3-1 0-16,-8 5 0 0,6-8 0 0,-1-2 0 15,-1-1 0-15,-1 1 128 0,-1-2-128 0,0 0 0 16,-2 1 128-16,0 0-128 0,-2 2 0 0,1-4 128 15,0 4-128-15,-2-2 0 0,1 1 0 0,-1-3 0 16,2 3 0-16,-2-2 0 0,0 4 128 0,3 8-128 16,0-10 0-16,0 10 0 0,-1-8 0 0,1 8 0 15,0 0 0-15,0 0 0 0,0 0 0 0,0 0 0 16,-2-6 0-16,2 6 0 0,0 0-144 0,0 0 144 0,0 0 0 0,0 0 0 16,0 0 0-16,0 0 0 0,0 0 0 0,0 0 0 15,0 0 0-15,0 0 0 0,0 0 0 0,0 0 0 16,0 0 0-16,0 0 0 0,0 0 0 0,0 0 0 15,0 0 0-15,0 0 0 0,0 0 0 0,0 0 0 16,0 0 0-16,0 0 0 0,0 0 0 0,9-5 0 16,-9 5 0-16,8-5 0 0,-1 0 0 0,1 0 0 15,-1-2 0-15,-1 1 0 0,-1-2 0 0,2 0 0 16,-1 1 0-16,1 0 0 0,-2-3 0 0,2 4 0 0,-7 6 0 16,8-9 0-16,-2 0 0 0,-6 9 0 15,5-9 0-15,-5 9 0 0,0 0 0 0,0 0 0 0,0 0 0 0,0 0 0 16,0 0 0-16,11 0-128 0,-11 0 128 0,8 5 0 15,-8-5 0-15,0 0 0 0,7 10 0 0,0 2 0 16,-2-3-128-16,0 3 128 0,-1-2 0 0,1 3 0 16,1 0 0-16,-1 3-128 0,-1 0 128 0,0 2 0 15,0-1 0-15,-1-2 0 0,3 0 0 0,-1-1 0 16,0 0 0-16,0 0 0 0,-1-1 0 0,1-2 0 16,-1-2 0-16,-4-9 0 0,0 0 0 0,6 10 0 15,-6-10 0-15,0 0 0 0,0 0 0 0,0 0 0 16,0 0 128-16,0 0 48 0,0 0 0 0,0 0 0 15,-3-12-48-15,-1 1 0 0,-1 1 0 0,0 0 0 16,-1-1-128-16,1 1 128 0,0-3-128 0,0 0 128 0,1-2-128 0,0 1 0 16,0 0 0-16,1-1 0 0,1 3 128 0,-1-1-128 15,1 3 128-15,0 2-128 0,2 8 0 0,0 0 0 16,0 0 0-16,-2-8 0 0,2 8 0 0,0 0 0 16,0 0 0-16,0 0 0 0,0 0 0 0,0 0 0 15,0 0 0-15,0 0 0 0,-9 3-128 0,1 2 128 16,1 0 0-16,2 5 0 0,0 1 0 0,0 4 0 15,-5 0 0-15,3 4 0 0,-1-3 0 0,0 4 0 16,0 0 0-16,2 0 0 0,0 1 0 0,3-1 0 16,-1-2 0-16,1 0 0 0,2-2 0 0,-1-2 0 15,0-1 0-15,1-2 0 0,1-11 0 0,-2 9 0 0,2-9 0 16,0 0 0-16,0 0 0 0,0 0 0 0,0 0 0 0,0 0 0 16,0 0 288-16,0 0-32 0,2-13 0 0,-1-1 0 15,-1-3-48-15,1-3-16 0,2-2 0 0,-2-2 0 16,-1 1-64-16,0-3-128 0,0-1 176 0,-1-3-176 15,-2 0 128-15,2 0-128 0,0 1 0 0,1 4 0 16,0 4 0-16,0 4 0 0,1 4 0 0,-1 5 0 16,0 8 0-16,0 0 0 0,0 0 0 0,0 0-144 15,0 0 144-15,1 13-160 0,0 1 160 0,-2 2-160 16,1-1 160-16,3 0 0 0,-1 0 0 0,1-1-128 16,-2 0 128-16,3-1 0 0,0-2 0 0,1 2 0 15,-5-13 0-15,7 13 0 0,-1-3 0 0,1 2 0 0,-2-1 0 0,-5-11 0 16,0 0 0-16,0 0 0 0,7 11 0 0,-7-11 0 15,5 12 0-15,-5-12 0 0,0 0 0 0,0 0 0 16,4 10 0-16,-4-10 0 0,0 0 0 0,0 0 0 16,0 0 0-16,0 0 0 0,0 0 0 0,10 3 0 15,-10-3 0-15,12-3 0 0,-3-3 0 0,-1 1 0 16,0-2 0-16,-2-2 128 0,-1-3-128 0,1 1 0 16,-3-1 0-16,1-1 0 0,-1-1 0 0,0 0 0 15,-2 1 0-15,-1 0 0 0,0 3 0 0,0 10 0 16,0-9 0-16,0 9 0 0,0 0 0 0,0 0 0 15,0 0 0-15,0 0 0 0,0 0 0 0,-11 6 0 16,0 2 0-16,0 5-128 0,0 3 128 0,0 1-128 0,1 1 128 16,-1 3-128-16,0 1 128 0,0 2 0 0,2 2 0 0,0 1 0 15,1 3 0-15,2-1-128 0,-1 3 128 0,2 0 0 16,0-5 0-16,1-1 0 0,1 0 0 0,2-2 0 16,-1-4 0-16,4 0 0 0,0-4 0 0,1-3-128 15,-2-3 128-15,-1-10 0 0,6 11 0 0,-6-11 0 16,0 0 0-16,0 0 0 0,0 0 0 0,0 0 0 15,0 0 0-15,11-4 176 0,0-3-176 0,-2-2 192 16,-3-3-192-16,2-2 0 0,-1-3 144 0,-2-1-144 16,-1-2 128-16,0-2-128 0,-2-3 128 0,0 0-128 15,-1-2 0-15,-1-2 0 0,-1 2 0 0,1 1 128 16,0 1-128-16,-2 4 0 0,0 4 0 0,-2 6 0 16,-1 1 0-16,-2 5 0 0,-2 3 0 0,-2 2 0 15,0 2-176-15,-1 6 176 0,-2 5-208 0,-1 4 80 0,1 3 128 0,1 0-192 16,1 3 192-16,3 0-192 0,3 2 192 15,2 0 0-15,1-3-144 0,2-1 144 0,1-4 0 0,4-3 0 16,1-1-144-16,3-1 144 0,0-3 0 0,3 0 0 16,4 0-128-16,0-2 128 0,1-1 0 0,3 1 0 15,4-3 0-15,0 0 0 0,1-1 128 0,-2 3-128 16,0-5 0-16,-1 0 0 0,-3-1 128 0,-2 0-128 16,-1-1 0-16,0 0 144 0,-1 1-144 0,-1-4 0 15,-1 1 0-15,-1 1 128 0,1-1-128 0,-1-1 0 16,-2 0 144-16,0-1-144 0,0 1 0 0,-1-1 128 15,-8 5-128-15,8-8 0 0,-3 0 0 0,0-2 0 16,-4-1 0-16,-1 2 128 0,-1-3-128 0,-2 2 0 0,-3 0 0 16,1 2 0-16,0 1-192 0,5 7 0 0,-8-2 0 0,8 2 0 15,0 0 192-15,-9 1-208 0,9-1 80 0,-6 8 128 16,4 2-160-16,2 2 160 0,1 1 0 0,3 3-144 16,0-2 144-16,1 0 0 0,0-1 0 0,4 2 0 15,2-1 0-15,1-1 144 0,-1-1-16 0,2-2-128 16,0-1 192-16,2-1-64 0,-1-1 0 0,0-1-128 15,-1-3 128-15,-1 1-128 0,-12-4 0 0,12 2 0 16,-12-2 160-16,10 0-160 0,-10 0 128 0,0 0-128 16,9-2 128-16,-9 2-128 0,7-7 128 0,-2-2-128 15,-1 0 160-15,-3-2-160 16,-2-2 192-16,0-2-192 0,0-3 192 0,-2-2-192 16,-1-1 192-16,0-2-192 0,-1-5 160 0,-2 0-160 15,0-2 128-15,0 2-128 0,2 2 0 0,0 5 0 0,-2 4 0 16,2 6 0-16,0 4 0 0,5 7 0 15,0 0 0-15,-11 5 0 0,1 4-192 0,-1 7 192 0,1 2-192 0,-1 4 192 16,1 5-176-16,0-3 176 0,1 2-128 0,-1 3 128 16,1-5 0-16,3 2-128 0,-1-3 128 0,3-3 0 15,2-3 0-15,2-2 0 0,0-3 0 0,2 0-128 16,-2-12 128-16,4 13 0 0,-4-13 0 0,7 11 0 16,-7-11 0-16,0 0 0 0,0 0 0 0,13 3 0 15,-13-3 128-15,12-4 48 0,-3-2 16 0,0-5 0 16,-1 1 0-16,-1-3 0 0,1-2 0 0,-1 0 0 15,-1-1-192-15,-1-3 0 0,1 2 0 0,-2-3 128 16,-3-1-128-16,0-1 0 0,-3-1 0 0,-1-2 0 16,-4 0 0-16,2 2 0 0,0 0 0 0,-1 3 0 15,-2-3-192-15,-1 5 16 0,-2 1 16 0,-1 4 0 0,-2 1 160 16,-2 2-160-16,-1 5 160 0,1 0-160 0,-1 1 160 0,-2 1-160 16,1 0 160-16,-1 2-160 0,2 1 160 0,1 0 0 15,2-1 0-15,1 1 0 0,0-1 0 0,1 1-128 16,1-4 128-16,2 2 0 0,9 2 0 0,-9-1 0 15,9 1 0-15,-8 0 0 0,8 0 0 0,0 0 0 16,-8-3 0-16,8 3-128 0,0 0 128 0,0 0 0 16,0 0 0-16,0 0 0 0,0 0 0 0,0 0 0 15,0 0 0-15,0 0-128 0,0 0 128 0,0 0 0 16,12-2-144-16,0 2 144 0,1 0 0 0,0 2 0 16,0 1-144-16,0 1 144 0,1-1 0 0,1-1 0 15,-1 2 0-15,3-3 0 0,0 2 0 0,1 0 0 0,1-1 0 16,-1 1 0-16,-1-1 0 0,0 1-128 0,1-2 128 0,0-1 0 15,-1-1 0-15,0 0 0 0,0-2 0 0,-1 0 0 16,-1 1 0-16,0-2 0 0,-1 0 0 0,-1-2 0 16,0 0 0-16,0 1 0 0,-1 0 0 0,-2 1 0 15,-10 4 0-15,11-4 0 0,-1 1 0 0,-10 3 0 16,11 4 0-16,-1 3 0 0,2 2 0 0,-4 0 0 16,-3 3 0-16,0 3-128 0,-1 5 128 0,-2 0 0 15,0 4 0-15,-2 2 0 0,-3 2 0 0,1-1 0 16,2 1 0-16,-3-5 0 0,-2-2 0 0,1-2 0 15,1-2 0-15,1-1 0 0,0-2 0 0,2-2 0 16,0-3 0-16,0-9 0 0,0 0 0 0,0 0 0 16,0 0 0-16,8 5 0 0,-8-5 0 0,0 0 0 15,13-5 128-15,0-3-128 0,-1 1 0 0,1-6 144 16,1-2-144-16,1 0 128 0,-2-6-128 0,1-1 128 0,0-5-128 0,-1 1 0 16,-1-1 0-16,0-3 0 0,1 1 0 0,-1 2 0 15,-2 4 128-15,1 0-128 0,-4 5 0 0,0 5 0 16,-2 3 0-16,-5 10 0 0,1-8 0 0,-1 8 0 15,0 0-128-15,0 0 128 0,-9 10 0 0,-1 2-176 16,-2 1 176-16,0 3-128 0,1 2 128 0,0 0-128 16,3 3 128-16,1-4-128 0,1 3 128 0,2-5 0 15,1 1 0-15,1-2 0 0,4-1 0 0,0-1 0 16,2 0 0-16,1-5 0 0,-5-7 0 0,9 7 0 16,-9-7 0-16,13 1 0 0,-1-2 0 0,0-3 0 15,-2-1 0-15,1-2 176 0,-1 0-48 0,1-3-128 0,-4-1 192 0,0-2-64 16,-2 0-128-16,0-2 0 0,-1 1 144 15,-1 0-144-15,-1-2 0 0,-2-1 128 0,0 0-128 16,-1 0 0-16,0 0 0 0,-2 2 128 0,1-1-128 0,-2 4 0 16,-1 0 0-16,-1 3 0 0,1 3 0 0,5 6 0 15,-6-4 0-15,-4 4 0 0,10 0 0 0,-10 4-128 16,2 2 128-16,2 6-128 0,-1-2 128 0,3 3-128 16,0 1 128-16,3 0 0 0,1 1 0 0,3 0-128 15,1 2 128-15,1-2 0 0,3 0 0 0,3-2-128 16,1 0 128-16,0-3 0 0,1-2 0 0,0 3 0 15,1-5 0-15,-1-2 0 0,-2-1 0 0,-2-1 0 16,-9-2 0-16,10 0 0 0,-10 0 0 0,0 0 128 16,0 0-128-16,8-2 0 0,-8 2 128 0,0 0-128 15,4-12 144-15,-5 3-144 0,-5 0 192 0,0-1-192 16,-3 1 160-16,-2-1-160 0,-2-1 128 0,-1 1-128 0,0-2 0 0,-3 1 128 16,-3-2-128-16,2-1 0 0,1 1 0 0,3 3 0 0,1-3 128 0,2 3-128 15,5 0 0-15,2 1 0 0,4 9 0 0,0 0 0 16,0 0 0-16,0 0 0 0,8-4-128 0,3 3 128 15,2 1 0-15,2 4 0 0,0-1 0 0,2 2 0 16,-1 0-144-16,0 2 144 0,-2-1 0 0,-1-1 0 16,0 1 0-16,0-3 0 0,0 3 0 0,-1-1 0 15,-2 0 0-15,-10-5 0 0,11 7 0 0,-11-7 0 16,0 0 0-16,0 0 0 0,0 0 0 0,0 0 0 16,0 0 0-16,0 0 0 0,0 0 0 0,0 0 0 15,0 0 0-15,-10 3 0 0,0-3 128 0,0 0-128 16,-3-3 0-16,0-1 0 0,-2 0 0 0,2 0 0 0,-1 0 0 15,1 0 0-15,-2-2 0 0,2-1 0 0,2-1 0 16,0 2 0-16,3-1 0 0,3 2 0 0,5 5 0 0,0 0 0 16,0 0 0-16,0 0 0 0,0 0 0 0,0 0 0 15,0 0-144-15,15 3 144 0,0-2-128 0,1 3 128 16,-2 1 0-16,1 1-144 0,-2 1 144 0,0 0 0 16,0-4 0-16,0 1 0 0,0 0 0 0,-2 0 0 15,1-3 0-15,-1 1 0 0,-11-2 0 0,0 0 0 16,0 0 0-16,10 2 0 0,-10-2 0 0,0 0 0 15,0 0 0-15,0 0 0 0,0 0 128 0,0 0-128 16,-9-1 128-16,-2 0-128 0,-2-2 0 0,-1 1 0 16,-2-1 0-16,0 2 128 0,-1-1-128 0,-2 2 0 15,-2-1 0-15,1 1 0 0,-1 0 0 0,1 0 0 0,2 0 0 0,2 1 0 16,1 1 0-16,2 0 0 0,1 1 0 0,1 2 0 16,1 2 0-16,2 3 0 0,2-1 0 0,2 3 0 15,2 4-144-15,5-3 144 0,1-4-160 0,4 1 160 16,4-2-128-16,1-2 128 0,2 0 0 0,5-2-144 15,2-2 144-15,3-2 176 0,1-2-48 0,1-2 0 16,1 1 0-16,-1-7 0 0,-1-1 0 0,0-2 0 16,-1-2-128-16,-2 0 128 0,-2 2-128 0,-1 1 128 15,-2 1-128-15,-2-1 0 0,-2 2 0 0,-2-4 128 16,-2 4-128-16,-2 0 0 0,-3 0 0 0,-2-1 0 16,-5 0 0-16,0 3 128 0,2 8-128 0,-11-6 0 15,-2 1 0-15,-2 3 0 0,-4 0 0 0,-3 4 0 16,-4 2-224-16,-1 5 32 0,-3 1 0 0,-1 1 0 0,-2 5-16 0,-1-3 0 15,-1 4 0-15,4-3 0 0,3 3 80 0,3 2 128 16,2-4-208-16,5 0 80 0,2-2 128 0,4-3 0 16,3 0 0-16,5 1-128 0,4-11 128 0,3 12 0 15,2-5 0-15,7 3 0 0,5-4 0 0,6-2 0 16,5-1 0-16,6-2 0 0,5 0 0 0,1-1 192 16,1-1-32-16,0 0-16 0,2-5-144 0,4 2 0 15,3 2 0-15,4-2 128 0,1 0-128 0,1 1 0 16,3 1 0-16,-3-1 0 0,-3-1 0 0,0 0 0 15,-4 0 0-15,1 1 0 0,-3-1 0 0,-2 1 128 16,1 3-128-16,-3-3 0 0,-3 3 0 0,-4 3 0 16,-5-2 128-16,-4 2-128 0,-3 0 0 0,-7-1 0 0,-7 2 0 15,-10-4 0-15,0 0 0 0,0 0 0 0,-8 9 0 0,-6 2 0 16,-7-1 0-16,-1-2 0 0,-3 1-160 0,2 1 160 16,-1-3-192-16,3-1 48 0,2 1 16 0,3-2 0 15,4 0 128-15,3-1 0 0,9-4 0 0,-8 6-128 16,8-6 128-16,0 0 0 0,0 0 0 0,0 0 0 15,7 7 224-15,5-1-32 0,2-4 0 0,6-1 0 16,2-2-16-16,4 1-16 0,1-2 0 0,3-4 0 16,1 1-160-16,1-3 128 0,-1-1-128 0,0 0 128 15,1-5-128-15,-4 1 0 0,-2-2 0 0,0 1 0 16,1-2 0-16,-3 2 0 0,-3-4 0 0,-1 2 0 16,-2 0 0-16,-5 6 0 0,-4-2 0 0,-4 2 0 15,-2-3 0-15,-3 2 0 0,-1 1 0 0,-6-2 0 0,-3 1 0 16,-3 0 0-16,0 2 0 0,-4 0 0 0,-3 2-192 0,1 2 192 15,-4 2-160-15,-1 3 160 0,-4 0-208 0,1 4 48 16,1 3 16-16,-2 1 0 0,0 1 144 0,-1 1 0 16,0 2-144-16,3 0 144 0,3 0 0 0,2-3 0 15,1 1-144-15,3 0 144 0,3 1 0 0,4-1 0 16,1-1 0-16,5 1 0 0,4-10 0 0,2 11 0 16,5 0-128-16,3-1 128 0,5-1 0 0,4 0 0 15,3-2 0-15,6-1 0 0,3 0 0 0,3-2 0 16,-2 0 128-16,1-4-128 15,1-3 160-15,0 0-160 0,0-2 160 0,-3-1-160 16,-2-1 144-16,-1-3-144 0,1-1 128 0,-2 1-128 16,-2-1 160-16,-4 4-160 0,-3-4 192 0,-2 3-192 15,-4-1 160-15,-4 3-160 0,-8 6 128 0,0 0-128 16,-2-8 128-16,-4 1-128 0,-6 1 0 0,-2 1 128 16,-5 1-128-16,-4 1 0 0,-4 0 0 0,-2 0 0 0,-2 0 0 0,-1 0 0 15,0 2 0-15,0-2 0 16,1 3-208-16,1 3 80 0,0 0 128 0,0 1-208 0,0-1 208 0,4 1 0 15,1 2 0-15,3-1 0 0,3 0-128 0,2 1 128 16,1 1 0-16,4 0-144 0,3 0 144 0,9-7 0 16,-5 11 0-16,4-2 0 0,5 0 0 0,3 1 0 15,5-2 0-15,5 0-128 0,4-1 128 0,5-2 0 16,3 0 0-16,1 0 0 0,2-1 160 0,0-1-32 16,-2-3-128-16,-2-2 192 0,0 0-192 0,-4-2 144 0,-3 0-144 15,-1-2 128-15,-3 0-128 0,-3 0 0 0,-2-1 0 0,-4 2 128 16,-8 5-128-16,5-6 160 0,-5 6-160 0,-1-11 160 15,-3 2-160-15,-6 0 160 0,-1 1-160 16,-5 2 160-16,-3 0-160 0,-2 1 192 0,-4-3-192 0,-1 3 192 16,-3 0-192-16,-3 0 0 0,-4-1 0 0,-1 0 0 15,-3-2 0-15,4 3 0 0,1 1 128 0,3 1-128 16,2 2 0-16,3 4 0 16,1 3 0-16,3 3 0 0,-1 3 0 0,2 0 0 15,0 3 0-15,1 4 0 0,1 2-144 0,3-1 144 16,3 3 0-16,2-4 0 0,3 1-144 0,4-2 144 15,0-1 0-15,3-3-144 0,5 1 144 0,1-2 0 0,2 0-144 0,5-7 144 0,2-1 0 16,3-2 0-16,1-3 0 0,2 0 0 16,3-5 0-16,4-2 0 0,3-1 224 0,0 1-64 0,-1-5 16 0,0 0 0 15,-2 0 0-15,-1 1 0 0,-5-1-176 0,0 0 160 16,-2 3-160-16,-3-3 160 0,-4 2-160 0,-3-1 0 16,-4 1 0-16,-4-3 128 0,-5 0-128 0,-4 0 128 15,-4 2-128-15,-4 1 128 0,-4 0-128 0,-4 3 0 16,-5 4 0-16,-1 1 0 0,-3 1 0 0,-1 4-176 15,1 1 176-15,1 7-192 0,2 3 192 0,2 2-208 16,2 1 80-16,3 1 128 0,5-1-144 0,2 3 144 16,4-1 0-16,4 1 0 0,2 0-160 0,6 0 160 15,4-4-128-15,3-2 128 0,5-1 0 0,4-4 0 0,5-1 0 16,2-3-128-16,4-1 128 0,4-4 192 0,3-2-32 16,4-2-16-16,6-2-144 0,2 0 192 0,-1-1-192 0,2-2 192 15,-2-2-192-15,-4-3 0 0,-6 0 0 0,-2 0 0 16,-6-1 0-16,-3 2 0 0,-2 0 128 0,-3 2-128 15,-2-2 0-15,-4 1 0 0,-3 1 0 0,-3 2 0 16,-2 0 0-16,-1-1 0 0,-3-2 128 0,0 3-128 16,-3 0 0-16,-1 1 0 0,-1-1 0 0,-3 1 0 15,-2 1 0-15,-1 1 0 0,1 2 0 0,-1-1-176 16,1 1 176-16,0 0-160 0,-1 0 160 0,2 2-160 16,3-4 160-16,-1 5 0 0,-1-3 0 0,8 4 0 15,0 0 0-15,0 0 0 0,-5-8 0 0,5 8 0 16,0 0 0-16,-1-6 0 0,1 6 0 0,0 0-128 15,0-5 128-15,0 5 0 0,0 0 0 0,0 0 0 16,2-11 0-16,-2 11 0 0,0 0 0 0,0 0 0 16,0 0 0-16,0 0 0 0,-5-5 0 0,5 5 0 15,-9-3 0-15,0 2 0 0,0 1 0 0,1 0 0 0,8 0 0 0,-9 3 0 16,9-3 0-16,0 0-128 0,0 0 128 0,0 0 0 16,0 0 0-16,0 0 0 0,0 0 0 0,0 0 0 15,13-6 0-15,1 0 0 0,2-1 0 0,-1-1 0 16,1 2 0-16,0-1 128 0,-1-2-128 0,0 3 0 15,-2-1 0-15,-2 1 128 0,0-1-128 0,-3 2 0 16,-8 5 0-16,0 0 0 0,0 0 0 0,0 0 0 16,0 0 0-16,0 0 0 0,0 0 0 0,0 0 0 15,-7 7 0-15,-2 0 0 0,-3 1 0 0,1 1-160 16,0 0 160-16,1-1 0 0,-1 0 0 0,2 0-128 16,3-2 128-16,6-6 0 0,0 0 0 0,0 0 0 0,-7 8 0 15,7-8 0-15,0 0 0 0,0 0 0 0,0 0 0 16,0 0 0-16,0 0 0 0,0 0 0 0,0 0 0 0,12-1 0 15,-2-6 0-15,1 2 0 0,-1-1 0 0,-2 0 0 16,-1-3 0-16,-1 3 0 0,1-2 0 0,-1 2 0 16,-6 6 0-16,7-7 0 0,-7 7 0 0,0 0 0 15,4-10 0-15,-4 10 0 0,0 0 0 0,0 0 0 16,0 0 0-16,0 0 0 0,0 0 0 0,0 0 0 16,0 0 0-16,0 0 0 0,0 0 0 0,0 0 0 15,0 0-128-15,0 0 128 0,0 0 0 0,0 0 0 16,0 0 0-16,0 0 0 0,10 3 0 0,-10-3 0 15,10-2 0-15,-10 2 0 0,9-3 0 0,-9 3 0 16,8-5 0-16,-8 5 0 0,0 0 0 0,8-6 0 16,-8 6 0-16,7-8 0 0,-7 8 0 0,0 0 0 0,2-9 0 15,-2 9 0-15,0 0 0 0,0-10 0 0,0 10 0 0,0 0 128 16,0 0-128-16,0 0 0 0,-8-6 0 0,8 6 0 16,-9 0 0-16,9 0 0 0,-9 3 0 0,1 0 0 15,8-3 0-15,-9 7 0 0,1-2 0 0,8-5-128 16,-9 7 128-16,3-1 0 0,6-6 0 0,-8 7-128 15,0-2 128-15,8-5 0 0,-8 6 0 0,8-6 0 16,-9 4 0-16,9-4 0 0,0 0 0 0,0 0 0 16,-9 4 0-16,9-4 0 0,0 0 0 0,0 0 0 15,0 0 0-15,0 0 0 0,0 0 0 0,0 0 0 16,0 0 0-16,3-8 0 0,1-2 0 0,1 1 0 0,0 0 0 16,2 1 0-16,0-2 0 0,1 2 0 15,0 0 0-15,-1 0 0 0,-2 0 0 0,-5 8 0 0,8-8 0 0,-8 8 0 16,0 0 0-16,0 0 0 0,0 0 0 0,0 0 0 15,0 0 0-15,0 0 0 0,-4 11 0 0,-3 1 0 16,-2 2-128-16,-3-1 128 0,-1-1 0 0,-1 1 0 16,-2 0-160-16,1 0 160 0,-2 0-128 0,2-1 128 15,1-3 0-15,1 0 0 0,1 0 0 0,2-3 0 16,1 1 0-16,9-7 0 0,0 0 0 0,0 0 0 16,0 0 0-16,0 0 0 0,0 0 0 0,0 0 0 15,0 0 0-15,0 0 0 0,6-5 0 0,3-2 0 16,2-2 0-16,-1 0 0 0,2-1 0 0,0 0 0 15,-2-1 0-15,0 0 0 0,1 3 0 0,-1-1 0 16,-1-1 0-16,-1 1 0 0,-1 1 0 0,-1 1 0 16,-6 7 0-16,8-9 0 0,-8 9 0 0,0 0 0 15,0 0 0-15,0 0 0 0,0 0 0 0,0 0 0 0,0 0 0 16,0 0 0-16,0 0 0 0,0 0-128 0,0 0 128 0,0 0 0 16,0 0 0-16,0 0 0 0,0 0 0 0,0 0 0 15,0 0 0-15,0 0 0 0,0 0 0 0,0 0 0 16,0 0 0-16,0 0 0 0,0 0 0 0,0 0 0 15,0 0 0-15,0 0 0 0,0 0 0 0,0 0 0 16,0 0 0-16,0 0 0 0,0 0 0 0,0 0 0 16,0 0 0-16,0 0 0 0,0 0 0 0,0 0 0 15,0 0 0-15,0 0 0 0,0 0 0 0,0 0 0 16,0 0 0-16,0 0 0 0,0 0 0 0,0 0 0 16,0 0 0-16,0 0 0 0,0 0 0 0,0 0 0 15,0 0 0-15,0 0 0 0,0 0 0 0,11-1 0 0,-11 1 0 16,0 0 0-16,0 0 0 0,0 0 0 0,0 0 0 0,0 0 0 15,0 0 0-15,0 0 0 0,0 0 0 0,0 0 0 16,0 0 0-16,2-9 0 0,-2 9 0 0,0 0 0 16,0-9 0-16,0 9 0 0,0 0 0 0,0 0 0 15,1-8 0-15,-1 8 0 0,0 0 0 0,0 0 128 16,0 0-128-16,0 0 0 0,0 0 0 0,12 0 0 16,-12 0 0-16,13 3 128 0,-2 2-128 0,-1 1 0 15,-2 2 0-15,0 0 0 0,0 0 0 0,-1 1 0 16,-7-9 0-16,12 12 0 0,-1-2 0 0,-2 0 0 15,-1-3 0-15,-1 1 0 0,2-2 0 0,-9-6 0 16,10 9 0-16,-4-1 0 0,-6-8 0 0,0 0 0 16,0 0 0-16,0 0 0 0,1 11 0 0,-1-11 128 0,0 0-128 15,0 0 128-15,-10 4-128 0,1-2 128 0,1-2-128 0,-1 0 0 16,0-1 128-16,-2-2-128 0,1-2 0 0,-1 0 144 16,0 1-144-16,0-3 0 0,0-2 128 0,0 2-128 15,2-3 0-15,0 0 0 0,-2-2 0 0,4 2 0 16,0-1 0-16,7 11 0 0,-5-10 0 0,5 10 0 15,0 0 0-15,0 0 0 0,0 0 0 0,0 0 0 16,0 0 0-16,0 0 0 0,0 0 0 0,0 0 0 16,0 0-160-16,10 6 160 0,-1-2 0 0,-9-4 0 15,11 8-144-15,-1-1 144 0,-10-7 0 0,12 8 0 16,-2-1 0-16,1 2 0 0,-1-2 0 0,-10-7 0 0,9 9 0 0,-1 0 0 16,-8-9 0-16,7 12 0 0,-3 1 0 0,-3-1 0 15,-1-12 0-15,-3 14 0 0,0-2 0 0,-4 0 0 16,-2-2 0-16,-2-2 0 0,1-2 0 0,0 1 0 15,-1-2 0-15,1 0 0 0,-1 0 0 0,1 2 0 16,-1-4 0-16,1 1 0 0,1-2 0 0,0 2 0 16,0-4 0-16,9 0 0 0,-12-4 0 0,3 2 0 15,1-2 0-15,1-2 0 0,0 0 128 0,0-1-128 16,2 0 0-16,0-4 0 0,-1-1 128 0,3 1-128 16,0 2 0-16,2-5 0 0,1 4 0 0,1 1 0 15,3 0 144-15,-4 9-144 0,8-7 128 0,-8 7-128 16,10-5 0-16,1 2 0 0,-11 3-224 0,11 3 80 0,1 1 144 0,-2 2 0 15,-2 4 0-15,-1 0-128 0,-2 0 128 0,0 4 0 16,-1 0 0-16,-1-1 0 0,-3-1 0 0,-2-1-128 16,0 1 128-16,-2 1 0 0,-3 0 0 0,-2-1 0 15,-1 1 0-15,-3-3 0 0,-2 1 0 0,-2-2 0 16,-1 0 0-16,-1-2 0 0,-5-1 0 0,1-1 0 16,-1 1 0-16,-1-5 128 0,1 1-128 0,-2-2 0 15,0-1 0-15,0 1 0 0,-1-2 0 0,5-1 144 16,3-1-144-16,2-1 0 0,0-3 128 0,4 0-128 15,1-1 0-15,3 0 0 0,2-2 0 0,2 1 160 16,3 1-160-16,0 1 128 0,2 8-128 0,5-6 0 16,2-1 0-16,3 4 0 0,2 2 0 0,4 0 0 15,2 0 0-15,2 2 0 0,2 1 176 0,3 1-48 0,-1-2-128 0,4 1 192 16,-1-1-192-16,2 2 0 0,-1-1 0 0,1 2-160 16,-3-1 160-16,-1-1 0 0,-4 1 0 0,-3 0 0 15,-4-1 0-15,-2 2 0 0,-12-4 0 0,11 1 0 16,-11-1 0-16,0 0 0 0,0 0 0 0,-2 8 0 15,2-8 0-15,-10 11 0 0,-4-1 0 0,-5-1 0 16,-3 0 0-16,-4 0 0 0,-3-2 0 0,-1 2 0 16,-1-2 0-16,1 0-128 0,3 0 128 0,-2-1 0 15,0 1 0-15,5-2 0 0,1-1 0 0,5 0-128 16,1 0 128-16,4 0 0 0,3-2 0 0,10-2 0 16,0 0 0-16,0 0 0 0,0 0 0 0,0 0 0 15,0 0 0-15,9 6 0 0,3-4 0 0,5 1 0 16,5-2 0-16,4-1 128 0,4 0-128 0,4 0 128 15,3-1-128-15,6 0 0 0,3-1 0 0,0 0 0 0,-2-2 0 16,0-2 0-16,1 3 0 0,0-4 0 0,1-2 0 0,2 2 128 16,0 0-128-16,2 1 0 0,-2 1 0 0,-1 3 0 15,-2-4 0-15,-5 2 0 0,-6 1 0 0,-3 0 128 16,-4-1-128-16,-4 1 0 0,-6-1 0 0,-4 2 0 16,-13 2 0-16,0 0 0 0,0 0 0 0,0 0 0 15,0 0 0-15,0 0 128 0,-16 6-128 0,-4 1 0 16,-3-1 0-16,-3 1-128 0,-4-1 128 0,0 0-128 15,-1-2 128-15,2 1-128 0,3 1 128 0,2 1 0 16,4 1 128-16,1 1-128 0,4 0 0 0,3 0 0 16,1 0 0-16,5 2 0 0,1-2 0 0,3 1-160 15,2-10 160-15,4 12-208 0,3-3 208 0,5-1 128 0,2-2 0 16,6 0-128-16,2-3 192 0,5 0-64 0,3-3 0 0,0 0-128 16,-1-3 144-16,-1 0-144 0,0-7 0 0,-2 1 144 15,-3-1-144-15,-2-1 0 0,-3 0 144 0,-1-2-144 16,-2 0 0-16,-4-2 128 0,-1 1-128 0,-4 0 0 15,-2-1 128-15,-1 4-128 0,-5-2 128 0,-2-2-128 16,-1 1 0-16,-3-4 0 0,-2 1 0 0,-3 0 0 16,-3 1 0-16,1-1-208 0,0 4 48 0,1 3 16 15,-3 1 144-15,1 3 0 0,2 5 0 0,-3 2 0 16,-1 5-128-16,-2 0 0 0,-1 3 0 0,1 5 0 16,3 1 128-16,2 3 0 0,3 2 0 0,2 2 0 15,2 1 0-15,4 2 0 0,2 0 0 0,3 0 0 16,3-2 0-16,5-3 0 0,1-2 0 0,7 0 0 15,4-6 0-15,4 0 0 0,1-2 0 0,3-3 0 0,2-2 0 0,2-4 192 16,-2-2-32-16,0-3-16 0,-2-1-16 0,0-2 0 16,-1-2 0-16,0 0 0 0,-4 0-128 0,0 0 160 15,-3-2-160-15,-2 1 160 0,-3 1-160 0,-4-3 0 16,-4 0 0-16,-5 0 128 0,-4-1-128 0,-4 0 128 16,-4-1-128-16,-6 0 128 0,-3-2-128 0,-3 2 0 15,-3-2 0-15,-2 2-176 0,-1-2-64 0,1 3-16 16,0 3 0-16,0 4 0 0,0 2 112 0,0 7 16 15,-1 0 0-15,2 4 0 0,0 3-48 0,2 1 0 16,-1 1 0-16,3 1 0 0,1 1 176 0,3 2 0 0,4 1 0 0,3 1 0 16,5 2 0-16,3-2 0 0,2 0 0 0,3-2 0 15,4-2 0-15,5 1 0 0,2-4 0 0,4 1 0 16,3-1 0-16,3-1 144 0,0-2-144 0,4-2 0 16,0 0 176-16,1-4-176 0,0-2 160 0,0-1-160 15,-2 0 160-15,2-1-160 0,-2-3 160 0,-1 0-160 16,-2 0 192-16,-2-5-64 0,-3 3-128 0,-1 0 192 15,-2-1-64-15,-3 3-128 0,-4-1 176 0,-2-5-176 16,-7 11 128-16,0-14-128 0,-4 2 0 0,-3-1 0 16,-3-1 0-16,-4 1 0 0,-5-2 0 0,-1 2 0 15,-5 2 0-15,1-2 0 0,1-2-208 0,1 6 80 16,-2 3 128-16,3 0-128 0,3 5 128 0,1-2-128 16,0 7 128-16,0 3 0 0,2 1 0 0,0 3-128 15,2 5 128-15,1 1 0 0,2 3 0 0,1-1 0 0,1 5 0 0,3-4 0 16,2 0 0-16,3 1 0 0,4-3 0 0,1-2 0 15,2-2 0-15,2-3 0 0,4-1 0 0,3-1 0 16,1-1 0-16,1-2 0 0,1 0 0 0,1-5 128 16,-2 0-128-16,1-1 128 0,-3-2-128 0,1-1 0 15,0-1 0-15,-1 0 128 0,-2-2-128 0,-2-1 0 16,-1 1 128-16,-4-1-128 0,0 1 0 0,-7 6 144 16,2-13-144-16,-2 2 0 0,-3 2 128 0,-4 0-128 15,-3 1 0-15,-3 0 0 0,-3 0 0 0,-2 1 0 16,-2-3 0-16,1 3-192 0,0 0 64 0,1 2 128 15,1 0-208-15,1 2 80 0,1 3 128 0,0 3 0 16,2 1-144-16,2 2 144 0,0 1 0 0,3 0 0 0,2 3-144 0,-1-1 144 16,1 2 0-16,3 2 0 0,2 2 0 0,1-1 0 15,1 1 0-15,3-1 0 0,3-2 0 0,1-2 0 16,2-1 0-16,2-1 0 0,2-3 128 0,2 0-128 16,-2 1 128-16,2-5-128 0,-1 0 176 0,1-1-176 15,-2-2 176-15,1-1-176 0,-1-1 160 0,0 0-160 16,-1-1 144-16,0 0-144 0,-1 0 128 0,-1 1-128 15,-2-3 0-15,-3-2 128 0,-6 9-128 0,0-12 0 16,0 1 160-16,-2 0-160 0,-5 2 192 0,-2-1-192 16,-4-1 0-16,0-2 0 0,-1 1 0 0,-2 1-192 15,0-1 48-15,1 1 16 0,-2 0 0 0,1 2 0 16,2 3 128-16,-1 5-192 0,2-2 192 0,2 7-192 0,-1 2 192 16,3 0-128-16,1 2 128 0,3 4-128 0,1-1 128 0,2 2 0 15,2 2 0-15,3-1 128 0,0 0-128 0,3 2 0 16,5-5 0-16,0 0-128 0,2-2 128 0,0-1 176 15,2-1-48-15,0-3 0 0,2-2 0 0,2 0 0 16,-2-2 0-16,1 0 0 0,-1-2-128 0,0 0 0 16,-2-2 0-16,-2-2 128 0,-2 0-128 0,-2-1 0 15,-3 1 144-15,-6 6-144 0,6-10 0 0,-5 0 144 16,-1 10-144-16,-4-11 0 0,-2-1 144 0,-4 4-144 16,-1-4 0-16,-1 2 144 0,-2 2-144 0,-2-4 0 15,0 1-160-15,-2-1 160 0,-1-2-192 0,-2-1 48 16,-3 2 16-16,1 0 0 0,-3 0-80 0,1 3-16 0,0 1 0 15,2 2 0-15,0 2 80 0,3 4 16 0,0-2 0 16,2 3 0-16,1 3 128 0,4 0 0 0,1 3 0 0,2 0 0 16,2 2 0-16,8-8 0 0,-4 10 0 0,4-10 128 15,1 12-128-15,6-1 144 0,3-2-144 0,5-1 160 16,4-2-160-16,3 1 160 0,3-1-160 0,1-2 160 16,1 0-16-16,2-1 0 0,0-3 0 0,-2 0 0 15,-1 0-144-15,-1-4 0 0,0-2 144 0,-2 0-144 16,-2-1 0-16,-1 1 0 0,-2-1 0 0,-2 1 128 15,-3 1-128-15,-3-2 0 0,-2 1 128 0,-8 6-128 16,4-11 128-16,-5 3-128 0,-3 0 128 0,-3 2-128 16,-3-1 0-16,-5 1 0 0,-2-3 0 0,-1 1-192 15,-1 1 192-15,-2 4 0 0,-1-4 0 0,-1-1-128 16,1 2 128-16,0-1 0 0,-3-1 0 0,3 3 0 16,1 0 0-16,0 1-128 0,1 3 128 0,0 3 0 15,0 4 0-15,1 0-160 0,-1 1 160 0,5-2 0 0,2 4-144 0,2 1 144 16,2 2 0-16,3-2-144 0,3 4 144 0,3 0-128 15,1 0 128-15,4 1-128 0,5 0 128 0,4 0-128 16,3-2 128-16,4 0-128 0,3-4 128 0,4 0 0 16,2-1 0-16,1-4 0 0,2-4 0 0,-1 0 128 15,0-3-128-15,0 2 176 0,0-2-176 0,-3-3 160 16,0-1-160-16,-1-1 160 0,-2 0-160 0,-3 1 128 16,-1-4-128-16,-2 2 128 0,-3 0-128 0,-3-2 0 15,-2 2 0-15,-4 0 128 0,-3 0-128 0,-4-1 0 16,-3 1 0-16,-4-3 0 0,-3 1 0 0,-4 1 0 15,-4-1 0-15,-4 0 0 0,-2 0 0 0,-4 4 0 0,-5 0 0 16,2 4 0-16,0 2 0 0,2 5-176 0,-2 3 48 0,1 2 0 16,0 1 128-16,2 2-160 0,-1 0 160 0,4 1-160 31,2 0 160-31,1 0 0 0,0-2 0 0,1 1 0 16,3-1 0-16,6-2 0 0,0-2 0 0,5 0-128 15,6-7 128-15,0 0 0 0,0 0 0 0,4 9 0 0,-4-9 0 0,15 4 0 16,5-4 0-16,2-4-128 0,1-1 128 0,3-2 224 15,2 0-48-15,-1-5-16 0,1 0-160 0,0-1 0 16,2 0 0-16,0-1 0 0,0-1 0 0,-1 1 0 16,-2 0 0-16,-1 1 0 0,0-2 0 0,-3 5 0 15,-4 2 0-15,-2-1 0 0,-4 1 0 0,-1 3 0 0,-12 5 0 0,0 0 0 16,0 0 0-16,0 0 0 0,0 0 0 0,-8 2 0 16,-5 5-192-16,-7 1 48 0,-3 4 0 15,-3 2 0-15,-3 2 144 0,2-3-192 0,1 1 192 0,0 0-192 16,1 1 192-16,1-1 0 0,2-1 0 0,0-1 0 15,1-1 0-15,3-1 0 0,1-4 0 0,1 1 0 16,2-2 0-16,2 0 0 0,2-4 0 0,10-1 0 16,0 0 0-16,0 0 0 0,0 0 0 0,0 0 0 15,0 0 0-15,0 0 0 0,0 0 0 0,0 0 128 16,10-5-128-16,2 0 0 0,2 0 128 0,3-1-128 16,2 3 0-16,-1-4 0 0,0 2 0 0,0 0 0 15,-1-1 0-15,0 3 0 0,0-1 0 0,-1 1 0 16,-2 2 0-16,1-1 0 0,-2 2 0 0,-2 2 0 15,0 0 0-15,-11-2 0 0,0 0 0 0,0 0 0 0,6 8 0 16,-6-8 0-16,0 11 0 0,-2-1 0 0,-4 0 0 16,0 0 0-16,-3 0-144 0,1-1 144 0,1-1 0 0,1 0 0 15,6-8 0-15,-7 8 0 0,4-2 0 0,3-6 0 16,0 0 0-16,0 0 0 0,0 0 0 0,0 0 0 16,0 0 0-16,9 7 128 0,1-5-128 0,2-1 160 15,0 2-160-15,-2-3 160 0,-10 0-32 0,12-5-128 16,-2 1 192-16,-1 0-64 0,-9 4-128 0,0 0 0 15,0 0 0-15,0 0 0 0,0 0 0 0,0 0 0 16,0 0 0-16,0 0 0 0,0 0 0 0,0 0 0 16,-6 13-160-16,-5-1 160 0,-2 0 0 0,2 1 0 15,0-2-128-15,3 1 128 0,2-1 0 0,1-2 0 0,5-9 0 0,-4 9 0 16,4-9 0-16,0 0 0 0,0 0 0 0,0 0 0 16,0 0 0-16,0 0 0 0,0 0 128 0,0 0-128 15,0 0 128-15,-4-9-128 0,0-3 192 0,1 0-192 16,-1 0 128-16,2 1-128 0,-2-2 0 0,0 0 0 15,0 1 128-15,0-2-128 0,0-1 0 0,0 0 0 16,-2 0 0-16,2 2 0 0,1 0 0 0,1 3 0 16,0 2 0-16,2 8 0 0,0 0 0 0,0 0-144 15,0 0 144-15,0 0-192 0,4 13 192 0,0 3-192 16,0-1 192-16,0 3-160 0,0 1 160 0,1 2-160 16,0-4 160-16,1 2 0 0,-1-3 0 0,1-1 0 15,-1 0 0-15,1-2 0 0,-1-3 0 0,-5-10 0 16,6 11 0-16,-6-11 0 0,0 0 0 0,0 0 0 0,0 0 128 15,0 0-128-15,0 0 128 0,0 0-128 16,0 0 144-16,-10-7-144 0,1 1 192 0,-2-2-192 0,0-1 128 0,0-3-128 16,1 0 0-16,-1 0 0 0,0 1 0 0,0-1 0 15,1-1 0-15,-2-1 0 0,-1-6 0 0,0 0 0 16,0 1 0-16,0-2 0 0,0 0 0 0,1 2-144 16,-1-2 144-16,1 3-128 0,-1 1 128 0,0 4 0 15,0 0 0-15,-4 6-128 0,-2 2 128 0,-1 3 0 16,1 2 0-16,-1 4-128 0,1 2 128 0,-2 0 0 15,1 1-144-15,2-1 144 0,1 1 0 0,3-1 0 16,2-1-144-16,0-1 144 0,-1 2 0 0,3-4 0 16,1 2 0-16,9-4 0 0,-10 1 0 0,10-1 0 0,0 0 0 0,0 0 0 15,0 0 0-15,0 0 0 0,0 0 0 0,0 0 0 16,0 0-128-16,11 4 128 0,-11-4 0 0,15 2 0 16,1-2 0-16,1-2 0 0,1 1 0 0,1-2 0 15,-1 2 0-15,1-4 0 0,2-2 0 0,1 1 0 16,1-2 0-16,-3 0 0 0,0-1 0 0,-2-1 0 15,-2-1 0-15,-2 2 0 0,-1-1 0 0,-1 3 0 16,-4 2 0-16,-2 0 0 0,1-3 0 0,-7 8 0 16,1-11 0-16,-1 1 0 0,0 2 0 0,0 8 0 15,-5-6-208-15,-2 0 64 0,-2 3 16 0,-2-1 0 16,-2 1-32-16,-4 3 0 0,-4 0 0 0,-1 3 0 16,-2 1 160-16,1-3-128 0,-1 1 128 0,2 2-128 15,0 2 128-15,2-1 0 0,1 1-144 0,3 1 144 16,3-2 0-16,1 0 0 0,2-2 0 0,10-3 0 15,-9 5 0-15,9-5 0 0,0 0 0 0,0 0 0 0,0 0 0 0,0 0 0 16,0 0 0-16,11 3 0 0,1-3 0 16,3-2 128-16,1 0 32 0,4-2 0 0,1-1-160 0,1-3 192 15,2 0-192-15,2-1 192 0,0-2-192 0,-2 2 0 16,-3 1 0-16,-1-2 128 0,-2 1-128 0,2 1 0 16,-2 0 0-16,0 2 0 0,-2-2 0 0,-2 1 0 15,-2 1 0-15,-2 2 0 0,-2-3 0 0,-8 7 0 16,0 0 0-16,0 0 0 0,0 0 0 0,0 0 0 15,0 0 0-15,0 0 0 0,0 0 0 0,-12 2 0 16,-5 0 0-16,1 4 0 0,-3-1-192 0,0 3 192 16,-2-1-192-16,-3 4 192 0,0-1-128 0,-2 2 128 15,-1 0 0-15,3 0 0 0,-1-1 0 0,1 1 0 0,2-4 0 0,1 1 0 16,3 0 0-16,3-1 0 0,2 1 0 0,1-5 0 16,1-1 0-16,11-3 0 0,0 0 0 0,0 0 0 15,0 0 0-15,0 0 0 0,0 0 0 0,11-7 0 16,1 0 0-16,2-2 0 0,4 2 0 0,3-3 0 15,2 0 0-15,4-4 0 0,1 1 0 0,1 0 128 16,0 0-128-16,-2 2 0 0,-2 2 0 0,-1-3 0 16,-1 2 0-16,-1 2 0 0,-1-2 0 0,-3 4 0 15,-4 0 0-15,-2 1 0 0,-2 1 0 0,-10 4 0 16,0 0 0-16,0 0 0 0,0 0 0 0,0 0 0 16,0 0 0-16,0 0-144 0,0 0 144 0,0 0-160 15,-5 9 160-15,-3 0-208 0,-2-3 80 0,0 1 128 16,-2 0-144-16,0-1 144 0,0-1 0 0,3 0 0 15,0-2 0-15,9-3 0 0,-10 4 0 0,10-4 0 0,0 0 0 16,-8 4 0-16,8-4 0 0,0 0 0 0,0 0 0 0,0 0 0 16,0 0 0-16,0 0 0 15,0 0 0-15,8-8 0 0,2-1 0 0,0 1 0 0,1-1 0 0,1 2 0 16,-1-2 0-16,1 2 0 0,-1-3 0 0,-1 3 0 16,-2-1 0-16,0 1 0 0,-2 1 0 0,-6 6 0 15,9-7 0-15,-9 7 0 0,0 0 0 0,0 0 0 16,0 0 0-16,0 0 0 0,0 0 0 0,0 0 0 15,0 0 0-15,0 0 0 0,0 0 0 0,0 0 0 16,-5 9 0-16,5-9 0 0,0 0 0 0,0 0 0 16,-5 9 0-16,5-9 0 0,0 0 0 0,0 0 0 15,0 0 0-15,0 0 0 0,0 0 0 0,0 0 0 16,0 0 0-16,0 0 0 0,0 0 0 0,0 0 0 0,0 0 0 16,0 0 0-16,-5-10 0 0,5 10 0 0,0 0 0 0,0 0 0 15,-4-9 0-15,4 9 0 0,0 0 0 0,0 0 0 16,0 0 0-16,0 0 0 0,0 0 0 0,0 0 0 15,0 0 0-15,0 0 0 0,0 0 0 0,0 0 0 16,0 0 0-16,0 0 0 0,0 0 0 0,0 0 0 16,0 0 0-16,0 0 0 0,0 0 0 0,0 0 0 15,8-9 0-15,-8 9 0 0,6-8 0 0,-6 8 0 16,0 0 0-16,7-10 0 0,-7 10 0 0,5-10 0 16,-5 10 0-16,0 0 0 0,0 0 0 0,2-9 0 15,-2 9 0-15,0 0 0 0,0 0 0 0,0 0 0 16,0 0 0-16,0 0 0 0,0 0 0 0,0 0 0 15,0 0 0-15,0 0 0 0,0 0 0 0,-6 5 0 16,6-5 0-16,-7 6 0 0,7-6 0 0,-5 6 0 16,5-6 0-16,0 0 0 0,-4 9 0 0,4-9 0 0,-2 9 0 0,2-9 0 15,0 0 0-15,-3 11 0 0,3-11 0 0,0 0 0 16,-1 13 0-16,1-13 0 0,0 0 0 0,0 0 0 16,0 0 0-16,0 0 0 0,0 0 0 0,0 0 0 15,0 0 0-15,0 0 0 0,0 0 0 0,0 0 0 16,0 0 0-16,0 0 0 0,0 0 0 0,0 0 0 15,0 0 0-15,2-13 0 0,0 2 0 0,-2 11 0 16,1-9 0-16,-1 9 0 0,0-7 0 0,0 7 0 16,3-10 0-16,-3 10 0 0,0 0 0 0,1-9 0 15,-1 9 0-15,0 0 0 0,0 0 0 0,0 0 0 16,0 0 0-16,0 0 0 0,0 0 0 0,0 0 0 0,0 0 0 16,0 0 0-16,0 0 0 0,0 0 0 0,0 0 0 0,-9 2 0 15,0 1 0-15,1 3 0 0,8-6 0 0,-11 11 0 16,0-1 0-16,-1 3 0 0,0 2-128 0,2 1 128 15,-2 0 0-15,0 0 0 0,-1-1-128 0,0 2 128 16,-1 1 0-16,-2 2 0 0,-1 0 0 0,0 0 0 16,-1-4 0-16,0-1 0 0,-2 0 0 0,1-2 0 15,-3-2 0-15,-1 2 0 0,0-1 0 0,-2 0 144 16,0 0-144-16,1-2 0 0,-1 0 0 0,1 0 0 16,1 0 0-16,1-2 0 0,1 0 0 0,1-2 0 15,1 1 0-15,2 1 0 0,0-6 0 0,1 2 0 16,2-1 0-16,2-2 0 0,2-1 0 0,1 0 0 15,9 0 0-15,0 0 0 0,0 0 0 0,0 0 0 0,0 0 0 0,0 0-144 16,0 0 144-16,0 0 0 0,13-4 0 0,1 0 0 16,0 2 0-16,2-2 0 0,0 0 0 0,-1 0 0 15,1-1 0-15,-1-1 144 0,1 1-144 0,0-1 0 16,-1-2 0-16,1 1 0 0,-2-2 192 0,1 3-64 16,-2-1 0-16,-1 1 0 0,-2-2-128 0,-4 1 0 15,-6 7-192-15,4-8 192 0,-2 2 0 0,-2 6 0 16,0-8 0-16,0 8 0 0,-9-6 0 0,-2 2 0 15,-2-2 0-15,0 4 0 0,-3 1 0 0,-1 1 0 16,-1 0 0-16,-1 1 0 0,-4 1 0 0,-1 1 0 0,-4 0 0 0,1-1 0 16,0 0 0-16,-5 2 128 0,-3-2 32 0,0 2 0 15,0 0-288-15,1 1-64 0,1 0-16 0,2 1 0 16,1-1 208-16,3 1 0 0,2 1 0 0,3 1 0 16,2 1 0-16,3 0 0 0,1 1 0 0,2 2 0 15,1-3-128-15,3 0 128 0,2-1 0 0,3 0-144 16,1 0 144-16,4-8 0 0,-3 9 0 0,3-9 0 15,0 0 0-15,8 6-160 0,2-3 160 0,3-3 0 16,2 0 0-16,3-5 0 0,4-2 0 0,3-1 0 16,1-1 0-16,1 2 0 0,2-5 176 0,-2 0-176 15,1-1 144-15,-2 3-144 0,0-1 0 0,-1 2 144 16,-4-3-144-16,-3 2 0 0,-4-2 0 0,-3 3 0 16,-4-4 128-16,-3 3-128 0,-1 0 0 0,-3 1 128 15,-4 1-128-15,-2 1 0 0,-6 1 0 0,-4 0 128 16,-3 2-128-16,-4-1 0 0,-1 4 0 0,-4-2 0 15,-2 2 0-15,-1 1 0 0,-2 0 0 0,1 4 0 0,-2-2 0 0,1 2 0 16,1-1 0-16,-2-1 0 0,-3 0 0 0,2 0 0 16,1 1-144-16,0 1 144 15,-3 0 0-15,5-1 0 0,4-3 0 0,3 3 0 16,4-2 0-16,4 2 0 0,4-3 0 0,4 3 0 16,9-3 0-16,0 0 0 0,0 0 0 0,0 0 0 15,0 0-160-15,0 0 160 0,12 6-128 0,3-1 128 16,2-1 0-16,4-1 0 0,4-2 0 0,1-1 0 15,0-1 0-15,1-2 144 0,2 1-144 0,0-1 160 16,-2-1-160-16,0 2 0 0,-2-4 0 0,-3 1 128 16,-2 0-128-16,-2 1 0 0,-3 1 0 0,-2 2 0 15,-3-2 0-15,-10 3 0 0,0 0 0 0,0 0 128 16,0 0-128-16,0 0 0 0,0 0 0 0,0 0 128 16,-9-3-128-16,-3 1 0 0,-4 2 0 0,-2 3 0 15,-1-2 0-15,-5 2 0 0,-3 1 0 0,-3 1 0 16,2 0 0-16,-2 0 0 0,-1 1 0 0,0 0 0 0,1 2 0 15,3 0 0-15,0 0 0 0,7-2 0 0,1 1 0 0,5 0 0 16,2-1 0-16,6-1 0 0,6-5 0 0,0 0 0 16,-3 8-144-16,3-8 144 0,9 6 0 0,4-2 0 15,6-1-128-15,4-3 128 0,7-3 0 0,3 0 0 16,1 0 128-16,-1-3-128 0,1-2 128 0,1-1-128 16,-1-1 0-16,0 0 144 0,-2-4-144 0,0 4 0 15,-1-3 0-15,-1 3 0 0,-2-1 0 0,-2 2 0 16,-3-3 0-16,-2 3 0 0,-3 0 0 0,-3 3 0 15,-5-4 144-15,-2 4-144 0,-4-2 0 0,-4 8 0 0,0 0 0 0,-4-8 128 16,-2 2-128-16,-5 2 192 0,-3 2-64 0,-4 4 0 16,-6-1-128-16,-2 2-160 0,-4-1 160 0,-1 2-208 15,-2 0 208-15,-1 4-176 0,-1 0 176 0,-1 1-160 16,-2 0 160-16,0-1-192 0,0 1 192 0,4 0-192 16,2-2 192-16,3 0 0 0,3 1 0 0,4-1 0 15,1-2 0-15,4 2-128 0,3-5 128 0,2 2 0 16,3-1 0-16,9-3 0 0,0 0 0 0,0 0-128 15,0 0 128-15,0 0 0 0,0 0 0 0,0 0 0 16,10 1 0-16,3-1-128 0,0 0 128 0,2-1 0 16,-1-1 0-16,0 1 0 0,-2-2 0 0,0 1 0 15,-1 1 0-15,1-3 0 0,-3 1 0 0,-9 3 0 16,8-7 0-16,-8 7 0 0,0 0 0 0,0 0 0 16,4-10 0-16,-4 10 144 0,-5-8-144 0,-3 3 0 15,-2 1 128-15,-2 2-128 0,-1 2 0 0,-3-3 0 16,-2 2 0-16,-2 1 0 0,-1 0 0 0,2 0 0 0,-2 0 0 0,1 0 0 15,1 0 0-15,-1 0 0 0,0 0 0 0,0 0 0 16,2 0 0-16,-1 0 0 0,1-2 0 0,0 1 0 16,-2-6 0-16,2 2 0 0,0 0 0 0,0 1 0 15,-2 2 0-15,1-4 0 0,-1 5 0 0,2 1 0 16,-2-3 0-16,2 2 0 0,1 1 0 0,3 0 0 16,2 0 0-16,1 1 0 0,2 2 0 0,9-3 0 15,-9 3-128-15,9-3 128 0,-8 4 0 0,8-4 0 16,0 0 0-16,0 0 0 0,0 0 0 0,0 0-144 15,0 0 144-15,0 0 0 0,0 0 0 0,10 6 0 16,-10-6 0-16,14 5-128 0,0-2 128 0,1-2 0 0,-4-1 0 16,4-1 0-16,-1-2 0 0,0 2 0 0,-1 0 0 0,-1-1 0 15,0 0 0-15,-2-1 0 0,-10 3 0 0,11-2 0 16,-11 2 0-16,10-4 0 0,-10 4 0 0,0 0 128 16,0 0-128-16,0 0 0 0,0 0 0 0,0 0 0 15,0 0 0-15,0 0 0 0,0 0 0 0,-12-2 128 16,-1 2-128-16,-2 2 0 0,-4-1 0 0,-1 2 128 15,-4-1-128-15,1 1 0 0,-1-2 0 0,-1 2 0 16,1-1 0-16,-1 1 0 0,1-3 0 0,0 1 0 16,-1-1 0-16,1 0 0 0,4 0 0 0,1-1 0 15,2-2 0-15,4 1 0 0,2-1 0 0,1 0 0 16,10 3 0-16,0 0 0 0,-6-3 0 0,6 3 0 16,0 0 0-16,4-10 0 0,2 3 0 0,3 1 128 15,3 1-128-15,1 0 0 0,2 1 0 0,2 1 128 0,2 2-128 0,1-2 0 16,0 0 0-16,3 0 128 0,-1 3-128 0,-1 0 0 15,0 0 0-15,-2 0 0 0,1 0 0 0,-3 0 0 16,-2 0 0-16,-2 1 0 0,-2 1 0 0,-11-2 0 16,0 0 0-16,0 0 0 0,0 0 0 0,0 0 0 15,0 0 0-15,0 0 0 0,0 0 0 0,0 0 0 16,0 0 0-16,2 10 0 0,-2-10 0 0,0 0 0 16,0 0 0-16,4 10 0 0,3 1 0 0,1-2 0 15,1-2 0-15,2 0 0 0,2 2 0 0,2-2 0 16,2-3 0-16,2 1-128 0,2-1 128 0,3 0 0 15,0-1 0-15,2-2 0 0,1-2 0 0,-1-1 0 16,0 1 0-16,2 0 0 0,4-2 0 0,-1-2-160 16,0 1 160-16,2 0-160 0,-2-4 160 0,2 3 0 0,-1 1 0 15,0 1 0-15,-4 0 0 0,0-4 0 0,-1 7 0 0,-1-4 0 16,-1 3 0-16,0 1 0 0,-2 0 0 0,1 0 0 16,-2-2 0-16,3 2 0 0,1-2 0 0,0 1 0 15,-2-1 0-15,1 1 0 0,-1-3 0 0,-1 0 128 16,-1 0-128-16,0 2 0 0,-1-1 0 0,-1 0 0 15,-2-1 0-15,-2 2 0 0,-2 1 0 0,0-2 0 16,-2 0 0-16,-1 1 0 0,-11 2 0 0,10-2 0 16,-1-3 0-16,-9 5 128 0,0 0-128 0,9-4 0 15,-9 4 0-15,8-5 0 0,-8 5 0 0,0 0 128 16,0 0-128-16,0 0 0 0,0 0 0 0,0 0 0 16,0 0 0-16,-1-9 0 0,1 9 0 0,0 0 128 15,-8-7-128-15,0 1 0 0,0 2 0 0,8 4 0 16,-6-3 0-16,6 3 0 0,0 0 0 0,0 0 0 15,0 0 0-15,0 0-128 0,0 0 128 0,0 0 0 0,0 0 0 0,8-5-128 16,-8 5 128-16,13-4 0 0,1 0 0 0,0 2 0 16,1-1 0-16,-1 1 0 0,0-1 0 0,2-1 0 15,-2 4 0-15,-1-3 0 0,0 1 0 0,-1-1 0 16,0 2 0-16,-2-2 0 0,-10 3 0 0,9-1 0 16,-9 1 0-16,0 0 0 0,0 0 0 0,0 0 0 15,0 0 0-15,0 0 0 0,0 0 0 0,0 0 0 16,0 0 0-16,0 0 0 0,0 0 0 0,0 0 0 0,-7 8 0 0,7-8 0 15,-11 5 0-15,11-5 0 0,-10 4 0 0,10-4 0 16,-9 3 0-16,9-3 0 0,-11 2 0 0,11-2 0 16,-9 1 0-16,9-1 0 0,0 0 0 0,0 0 0 15,-9 3 0-15,9-3 0 0,0 0 0 0,0 0 0 16,0 0 0-16,0 0 0 0,0 0 0 0,0 0 0 16,0 0 0-16,0 0 0 0,0 0 0 0,0 0-128 15,0 0 128-15,0 0 0 0,0 0 0 0,0 0 0 16,0 0 0-16,0 0 0 0,0 0 0 0,0 0 0 0,0 0 0 0,0 0 0 15,12-1 0-15,-12 1 0 0,0 0 0 0,0 0 0 16,0 0 0-16,0 0 0 0,0 0 0 0,0 0 0 16,0 0 0-16,0 0 0 0,-3-8 0 0,3 8 0 15,0 0 0-15,-9-7 128 0,0 4-128 0,9 3 0 16,-9-3 0-16,9 3 0 0,-9 0 0 0,9 0 0 16,-10-3 0-16,10 3 0 0,0 0 0 0,0 0 0 15,0 0 0-15,0 0 0 0,0 0 0 0,0 0 0 16,0 0 0-16,0 0 0 0,0 0 0 0,0 0 0 15,0 0 0-15,8-6 0 0,0 1 0 0,-8 5 0 16,9-4 0-16,-9 4-128 0,11-3 128 0,-11 3 0 16,0 0 0-16,10-3 0 0,-10 3 0 0,9 0 0 15,-9 0 0-15,0 0 0 0,0 0 0 0,0 0 0 0,0 0 0 0,0 0 0 16,0 0 0-16,0 0 0 0,0 0-144 0,0 0 144 16,0 0-368-16,0 0 0 0,-8 7 0 0,-1 0 0 31,-1-2-352-31,-1 1-80 0,1-1-16 0,0 2 0 15,-1-2-208-15,1 2-32 0,-1-2-16 0,2 1 0 16,0-2 352-16,0 2 64 0,0-1 16 0,0 0 0 0,9-5 432 0,-12 5 208 0,0-1-192 0,0 0 192 16,2 0 0-16,-2 0 256 0,-1-2 0 0,-1 1-16 15,0 1 272-15,-1-3 48 0,0 2 16 0,-2-1 0 16,-2 1-160-16,1 1-32 0,-1 0 0 0,-1 0 0 16,2 0-128-16,0 1-16 0,-1-4-16 0,2 2 0 15,0-1-16-15,2-2 0 0,0 3 0 0,1 1 0 16,-2-4-32-16,1 1-16 0,-1 2 0 0,0 0 0 15,0-2-160-15,-1 1 0 0,0 2 0 0,0 2 128 16,0 0-128-16,0 1 0 0,0-2 0 0,0 0 0 16,-1-2 0-16,-2 1 0 0,-2-1 0 0,0 1 128 15,1-1-128-15,-1 0 192 0,-3 0-192 0,1 0 192 16,1 1-192-16,0-3 160 0,-4 1-160 0,3 2 160 16,-1-3-160-16,1 4 0 0,2-4 0 0,1 2 0 15,1 0-160-15,0 0-112 0,-1 0-32 0,0 1-11088 16,0 0-2208-16</inkml:trace>
  <inkml:trace contextRef="#ctx0" brushRef="#br0" timeOffset="4757.96">22133 15794 11967 0,'-26'10'1072'0,"-4"6"-864"0,-2 3-208 0,-4 4 0 0,0-1 1440 0,3 0 240 16,2 1 48-16,2-2 16 0,3-1-736 0,3-1-160 16,3-4-16-16,5-2-16 0,3 0-160 0,4-3-16 15,3-3-16-15,5-7 0 0,0 0-192 0,0 0-48 16,13 0 0-16,5-4 0 0,4-7 192 0,6-2 16 16,2-6 16-16,3-3 0 0,4-3-240 0,1-3-48 0,-2-1-16 0,1 0 0 15,-2-4-80-15,0 2-16 0,-2-2 0 0,-1 3 0 16,1 0 16-16,-3 2 0 0,-4 2 0 0,-2 2 0 15,-5 2-32-15,-5 5 0 0,-4 5 0 0,-10 12 0 16,0 0-32-16,0 0-16 0,-15-4 0 0,-6 8 0 16,-5 9-144-16,-5 8 0 0,-4 5 0 0,-6 2 0 15,-4 4 0-15,-5 5-176 0,-3 6 176 0,-2 2-128 16,-1 2 128-16,2-4 0 0,4 0 0 0,5-2-128 16,6-7 368-16,8-4 80 0,7-7 0 0,9-5 16 15,4-3 528-15,6-4 96 0,5-11 32 0,7 8 0 16,4-5-416-16,5-6-64 0,5-6-32 0,5-3 0 0,4-3-32 15,5-3 0-15,4-3 0 0,3-3 0 0,2-2-240 16,-1-1-48-16,-1-1-16 0,0-3 0 0,-3-1-144 0,0 3 0 16,-4 0 0-16,-2 4 0 0,-3 2 0 0,-4 2 0 15,-5 3 0-15,-4 3 0 0,-6 5 0 0,-4 5 0 16,-7 5 0-16,0 0 0 0,0 0-208 0,-13 13-32 16,-5 1 0-16,-3 4 0 0,-3 3 64 0,0 7 16 15,-3 3 0-15,0 3 0 0,0-4 160 0,3 1 0 16,5 2 0-16,3-6-128 0,6-5 128 0,4-3 0 15,5-5 160-15,5-1-160 0,6-4 320 0,7-4-16 16,6-2-16-16,1-6 0 0,4-5 48 0,4-3 16 16,5-8 0-16,4-3 0 0,4-2-96 0,2-4 0 15,2-1-16-15,1-3 0 0,-2-9-240 0,-1 5 0 16,-4 1 0-16,-4 1 0 0,-5-3-224 0,-4 3 64 0,-5 2 16 16,-4 2 0-16,-4 0-16 0,-4 2 0 0,-4 4 0 0,-7-2 0 15,-4 2-32-15,-2 3 0 0,-4 4 0 0,-4 8 0 16,-2 3-128-16,-4 8-48 0,-4 9 0 0,-5 6 0 15,-3 6 176-15,-3 5 16 0,-4 3 16 0,-3 4 0 16,-5 7 160-16,2 2 0 0,0 4 0 0,8-1 0 16,5 0 224-16,7-1-32 0,6-7 0 0,6-3 0 15,6-4 256-15,6-4 64 0,5-4 0 0,4-6 0 16,6-4-208-16,4-2-48 0,5-4 0 0,4-3 0 16,2-3-64-16,2-5-32 0,-1-2 0 0,-2-3 0 15,-2-6-16-15,0-2 0 0,-1-4 0 0,-1-3 0 16,-2-4-144-16,-1-1 128 0,-4-2-128 0,1 0 128 15,-3 0-128-15,-2-2 0 0,-3 0 0 0,-3-2 0 0,-2 3 0 0,-5 0 0 16,-3 0 0-16,-3 1 0 0,-1 1 0 0,-2 1-224 16,-4 4 48-16,-1 0 16 0,0 2-160 0,0 8-16 15,-1 5-16-15,-2 7 0 0,-4 9 112 0,-4 6 32 16,-3 8 0-16,-5 4 0 0,-5 7 208 0,-1 5-144 16,-4 2 144-16,1 2-128 0,2 4 128 0,5-1 0 15,7-1 0-15,5-4 0 0,3-5 0 0,6-3 0 16,6-5 144-16,5-3-144 0,2-4 256 0,3-3-48 15,2-3-16-15,3-3 0 0,3-3-64 0,3-3-128 16,0-4 176-16,3-3-176 0,1-2 256 0,-1-2-64 16,0-4-16-16,0-2 0 0,-1-3-176 0,0-1 192 15,-1-3-192-15,-2 1 192 0,1-1-192 0,-4 0 0 16,0-3 0-16,-3 2 0 16,-4 2 0-16,-1-1 128 0,-1 1-128 0,-4 1 0 15,0 1 128-15,-5 2-128 0,-3 0 0 0,-3 4 128 16,-4 1-128-16,-1 5 0 0,-3 2 0 0,-3 6 0 15,-2 4-128-15,-4 8-64 0,-2 6-16 0,-2 3 0 16,0 6 48-16,1 3 16 0,2 3 0 0,2 2 0 16,5 1 144-16,3-2-128 0,2-5 128 0,8-3-128 15,3-4 128-15,4-7 0 0,3-2 0 0,3-3 0 0,5-4 208 0,3-4 32 16,3-2 0-16,3-6 0 0,2-3 48 0,3-2 16 16,3-5 0-16,2-3 0 0,0-2-112 0,0-4 0 15,0 1-16-15,0-4 0 0,0-1-176 0,-1 0 0 16,-3 0 144-16,-1-4-144 0,-3 0 0 0,-2 1 128 15,-2 3-128-15,-2-1 0 0,-2-1 0 0,-1 2 0 16,-3 2 0-16,-3-1 128 0,0 0-128 0,-3 2 0 16,0 3 0-16,-3 3 0 0,0 3 0 0,-4 5 0 15,-2 2 0-15,-2 6-128 0,0 5-48 0,-5 6 0 0,-4 7 0 16,-3 7 0-16,-2 4 176 0,0 6-192 0,1 3 192 0,2 2-192 16,2 0 192-16,4 0 0 0,5-3-144 0,3-2 144 15,3-2 0-15,5-5 0 0,3-5 192 0,4-2-64 16,1-5 96-16,4-2 16 0,2-6 0 0,4-2 0 15,2-2-32-15,1-5 0 0,-1-1 0 0,1-7 0 16,1-1 32-16,1-5 0 0,0-4 0 0,1 0 0 16,-4-3-96-16,1-1-16 0,-2-5 0 0,0 0 0 15,1 1-128-15,-3-1 0 0,-4-1 0 0,-2 1 128 16,0 3-128-16,-6 0 0 0,-4-1 0 16,-1 1 0-16,-1 1 0 0,-3 3 0 0,-2 2 0 0,-2 3 0 15,-1 3-144-15,-1 3-16 0,-3 6 0 0,0 5 0 16,-1 4-32-16,-3 5-16 0,-1 4 0 0,-3 7 0 15,-2 3 80-15,2 5 128 0,2 0-208 0,2 4 80 0,4 0 128 0,3 0 0 16,1-1 0-16,5-2 0 0,3 2 0 0,3-6 0 16,2-3 0-16,3-3 0 0,1-3 0 0,3-3 0 15,2-3 128-15,2-3-128 0,2-3 128 0,-2-4-128 16,-2-3 128-16,0-1-128 0,2-3 160 0,-2-4-32 16,-2-1-128-16,1-6 192 0,0 0-64 0,-2-3 0 15,1 0-128-15,-2-1 192 0,0-3-192 0,-2 2 128 16,-2-1-128-16,-1 2 0 0,-3 0 128 0,-2 0-128 15,-2-2 0-15,-1 2 144 0,-1 3-144 0,-3-2 0 0,-2-1 0 0,-1 1 0 16,1 1 0-16,-3 5 0 0,0 1 0 0,-3 8 0 16,-1 5-144-16,-4 7-16 0,-3 7 0 0,-4 4 0 15,-3 7 16-15,-3 6 0 0,-1 5 0 0,2 4 0 16,4 3 144-16,5-2 0 0,0-2 0 0,6-2-128 16,2-2 128-16,6-4 0 0,3-4 0 0,3-2 0 15,3-5 0-15,4-3 0 0,1-4 128 0,1-3-128 16,-5-9 144-16,0 0-144 0,12 0 192 0,-1-5-192 15,2-4 288-15,0-1-48 0,0-7-16 0,2-1 0 16,0-3-80-16,2-2-16 0,0-3 0 0,-1 2 0 16,-3 1-128-16,-1-2 0 0,-2 0 0 0,-2-1 128 15,-4 4-128-15,-1 3 0 0,-5 3 0 0,0-1 128 16,-5 1-128-16,-3-1 0 0,-5 4 0 0,0 4 0 0,-4 5 0 16,0 2-176-16,-3 6 48 0,-3 6 0 0,-2 8-176 0,-3 6-16 15,-4 3-16-15,-1 6 0 0,-2 3 192 0,2 6 144 16,1 5-192-16,3-4 192 0,3-3 0 0,7-3 0 15,6-5 0-15,4-2 0 0,6-9 0 0,5-1 128 16,4-5-128-16,5 0 192 0,3-4-16 0,5-3-16 16,2-4 0-16,5-4 0 0,-1-5-32 0,3-3 0 15,2-5 0-15,-2-4 0 0,-3-5-128 0,1 0 192 16,-1-5-192-16,-1 0 192 0,-1 1-192 0,-2 0 0 16,-5 0 0-16,-4 3 128 0,-2 1-128 0,-7-1 0 0,-3 3 144 0,-6 1-144 15,-5 0 0-15,-4 3 0 0,-3 2 0 0,-3 2 128 16,-3 2-128-16,-4 2 0 0,-3 3-128 0,-1 3 128 15,-2 4-144-15,-2 4 144 0,-2 6-160 0,-2 3 160 16,-1 8 0-16,0 5-144 0,0 1 144 0,4 5 0 16,4 1 0-16,6 0 0 0,5-1 0 0,9-3 0 15,2-2 0-15,6-4 0 0,5-6 0 0,4 0 0 16,3-5 0-16,5-2 0 0,1-3 128 0,5-3-128 16,5-3 0-16,2-4 144 0,3-3-144 0,3-4 0 15,1-1 144-15,1-5-144 0,-1 1 0 0,-2-3 144 16,-4-1-144-16,-1 1 0 0,-4 1 0 0,-3 0 0 15,-6 1 0-15,-3 1 0 0,-3 0 128 0,-4 1-128 0,-4 2 0 16,-4 2 0-16,-4-3 0 0,-3 5 128 0,-5 1-128 0,-5 2 0 16,-1 2 0-16,-3 1 0 0,-2 2 0 0,1 2 0 15,3-1 0-15,-1 3 0 0,1 5 0 0,4-2 0 16,2 3 0-16,2 3 0 0,3 1-160 0,3 2 160 16,3 3 0-16,3-1-144 0,3-1 144 0,4 1 0 15,2 1-144-15,5-2 144 0,5-2 0 0,3-2 0 16,3-4 0-16,6-2 0 0,3-3 0 0,3-4 0 15,3-3 160-15,2-3-160 0,4-3 192 0,2-2-192 16,-2-4 192-16,-4-1-192 0,-5 1 144 0,-4-3-144 16,-5 1 0-16,-4-1 144 0,-4 0-144 0,-4 1 0 15,-3 0 0-15,-3 1 128 0,-4 0-128 0,-4-1 160 0,-3 1-160 0,-3 2 160 16,-3 1-160-16,-4 0 0 0,-5 6 144 0,-1-2-144 16,-4 2 0-16,-2 1 0 0,-1 0 0 0,-2 2-128 15,1-1 128-15,2 1 0 0,1 2-144 0,3 1 144 16,3 1-128-16,3 4 128 0,3 0-160 0,4 1 160 15,3 0-128-15,3 4 128 0,3-1 0 0,3 1-144 16,1-11 144-16,6 12 0 0,5-2 0 0,2-4-128 16,3-2 128-16,4-2 0 0,4-4 0 0,5-4 128 15,5-3-128-15,2-3 192 0,3-4-64 0,0-1 0 16,0-2-128-16,-1-5 176 0,-1-2-176 0,-2-1 192 16,-3 2-192-16,-2 0 0 0,-2 1 0 0,-3-1 128 15,-2 1-128-15,-2 2 0 0,-3 1 0 0,-1 2 0 16,-1-1 0-16,-6 3 128 0,-5 2-128 0,-1 3 0 15,-4 12 0-15,0 0 0 0,0 0 0 0,-9 0 0 16,-5 8-144-16,-4 7-16 0,-6 13 0 0,-3 3 0 0,-5 7-64 0,-1 5-16 16,-3 4 0-16,-1 2 0 0,-3-3 240 0,4-3 0 15,2-5 0-15,4-6-144 0,4-4 144 16,5-5 0-16,4-3 0 0,4-5 0 0,3-3 176 0,3-4 16 16,7-8 0-16,0 0 0 0,0 0-48 0,0 0 0 15,0 0 0-15,0-9 0 0,3-4-16 0,3-4-128 16,5-3 192-16,2-3-64 0,0-4-128 0,1-1 0 15,2-2 0-15,-1-1 0 0,1-4 0 0,0 1 0 16,-1 4 0-16,0 0 0 0,-2 1 0 0,0 4 0 16,-3 6 0-16,-2 2 0 0,-1 5-128 0,-7 12 128 15,0 0 0-15,0 0 0 0,0 0-128 0,-4 11 128 16,-3 3-160-16,-2 4 160 0,-1 4-128 0,0-2 128 0,1-1 0 16,0 4-144-16,1 1 144 0,3-3 0 0,0 1 0 0,1-5 0 15,1-1 0-15,1-2 0 0,-1-2 0 0,1-2 0 16,2-10 0-16,-3 11 0 0,3-11 0 0,0 0 0 15,0 0 0-15,0 0 0 0,0 0 0 0,0 0 0 16,0 0 0-16,0 0 144 0,0 0-144 0,-5-9 0 16,1-2 128-16,1 1-128 0,1-2 0 0,0 0 0 15,0-1 0-15,0 2 0 0,0-2 0 0,-1 1 0 16,-2 1 0-16,1 2 0 0,0 3 0 0,-1-1 0 16,0 3 0-16,-4 2-176 0,-3 4 32 0,-2 5 0 31,-5 3-1952-31,-3 5-384 0</inkml:trace>
  <inkml:trace contextRef="#ctx0" brushRef="#br0" timeOffset="44785.81">29952 17460 9839 0,'0'0'432'0,"0"0"96"0,0 0-528 0,0 0 0 0,0 0 0 0,0 0 0 15,0 0 1280-15,0 0 160 0,10-9 32 0,-10 9 0 16,0 0-768-16,4-7-128 0,-4 7-48 0,4-10 0 16,-2 2-160-16,-2 8-48 0,7-9 0 0,-7 9 0 15,4-8-64-15,-4 8-32 0,0 0 0 0,0 0 0 16,0 0 32-16,0 0 16 0,0 0 0 0,0 0 0 15,0 0 176-15,0 0 48 0,0 0 0 0,0 0 0 16,0 0 16-16,0 0 16 0,-11 4 0 0,2 0 0 16,9-4 144-16,-10 6 32 0,-2 0 0 0,3-2 0 15,1 1-112-15,-1-1-16 0,0 0 0 0,0 1 0 16,1-3-128-16,0 1-16 0,-1 0-16 0,9-3 0 16,-12 2-96-16,2 1 0 0,1-1-16 0,9-2 0 15,0 0-112-15,-9 6 0 0,0-2-16 0,1 1 0 16,0-3-176-16,0 2 128 0,0 2-128 0,0-1 128 0,1 1-128 0,0 2 0 15,7-8 0-15,-6 8 0 0,-2 1 0 0,1 1 192 16,2 0-64-16,1 1 0 0,-1-3 32 0,0 1 0 16,1 4 0-16,0-4 0 0,0 1-32 0,1 0-128 15,2 0 192-15,0 1-64 0,1-11-128 0,-2 10 0 16,0 1 0-16,1-1 0 0,-1-2 0 0,2 1 128 16,0-9-128-16,-1 12 0 0,1-2 0 0,0 1 0 15,-1-3 0-15,1-1 0 0,0-7 0 0,0 13 0 16,0-13 128-16,1 8-128 0,-1-8 0 0,0 0 0 15,0 0 0-15,5 8 0 0,-5-8 144 0,0 0-144 16,7 7 160-16,-7-7-160 0,9 6 128 0,-9-6-128 16,11 5 0-16,-11-5 0 0,12 6 176 0,0-1-176 0,0 0 192 15,-1-4-192-15,0 2 160 0,-11-3-160 0,13 1 128 0,0-1-128 16,-1 0 208-16,2-2-32 0,0 0-16 0,1 1 0 16,-1 1 128-16,0-4 32 0,2 3 0 0,0-1 0 15,-2 0 0-15,0-1 16 0,1 2 0 0,-1 1 0 16,-1-4-144-16,-1 3-48 0,0 1 0 0,1 1 0 15,-3-2-144-15,0-1 0 0,0 1 0 0,-3 0 128 16,-7 1-128-16,11-2 128 0,-11 2-128 0,12-2 128 16,-1-1 48-16,-11 3 0 0,9-5 0 0,1 2 0 15,-3-2 16-15,1 4 16 0,-8 1 0 0,11-5 0 16,-4 1-16-16,3 0-16 0,-10 4 0 0,10-5 0 16,-10 5-48-16,9-7 0 0,-2 2 0 0,-7 5 0 15,7-11 0-15,0 4 0 0,-7 7 0 0,6-11 0 16,-2 2 48-16,-4 9 0 0,4-9 0 0,-1 0 0 15,-2-2-16-15,-1 1 0 0,0 1 0 0,0 9 0 0,-1-12 0 0,0 0 0 16,-1 1 0-16,0 0 0 0,-1 1-160 0,0-1 160 16,1 1-160-16,1 1 160 0,-2 2-160 0,2-2 0 15,-2 0 0-15,0 0 128 0,0 2-128 0,0 1 0 16,3 6 0-16,-4-9 128 0,0 1-128 0,0 1 0 16,0 1 144-16,4 6-144 0,-5-11 128 0,0 5-128 15,5 6 160-15,-5-7-160 0,-1 1 128 0,1 1-128 16,5 5 0-16,-6-7 0 0,-1 1 128 0,2 0-128 0,-2 1 0 15,7 5 0-15,-6-5 0 0,-1 0 0 16,1 0 0-16,-1 1 0 0,7 4 0 0,-7-4 0 0,0 0 0 0,7 4 0 16,-8-7 0-16,0 2 128 0,-1 1-128 0,3 0 0 15,-1-1 0-15,7 5 0 0,-10-1 0 0,-1-2 0 16,4 1 0-16,-1 2 128 0,-1 0-128 0,-1 1 0 16,10-1 0-16,-11 4 0 0,-1-2 128 0,0 4-128 15,1-1 0-15,-1 0 0 0,-1-1 0 0,1 1 0 16,-2 0 0-16,1 3 0 0,0 0 0 0,0 1 0 15,0 0 0-15,2-1 0 0,3 4 0 0,0-3 0 16,-2-1 0-16,1 2 128 0,1-1-128 0,0 2 0 16,0-1 0-16,2 2 0 0,1 0 0 0,-1 3 0 15,1 0 0-15,0 0 0 0,0-2 0 0,1 3 0 0,1 1 0 0,1 0-128 16,-1-5 128-16,0 1 0 16,1 0 0-16,2 0 0 0,1 0 0 0,0-2 144 15,1 1-144-15,0 0 0 0,1-2 0 0,0 1-176 16,-3-11 176-16,4 13 0 0,-1 0 0 0,3 0 0 0,-1-5 0 0,1 1 0 15,2 0 0-15,0-1 0 0,-8-8 0 0,10 10 0 0,-2-1 0 16,3-1 0-16,0-3 0 0,1-1 0 0,1-1 0 0,0-3-128 16,2-3 128-16,-2 1 0 0,0-3 0 0,0-2 0 15,1 0 0-15,0 1 0 0,-1-1 0 0,2-3 0 16,0 1 0-16,0-2 128 0,-1 1-128 0,0 1 0 16,-1-3 0-16,2 0 128 0,-3 1-128 0,-2-2 0 15,-1 1 128-15,-1-1-128 0,0 1 128 0,0-3-128 16,-2-6 0-16,-1 2 128 0,-2 2-128 0,0 1 0 15,-2-3 0-15,-1 2 144 0,-1 2-144 0,-1 0 0 16,1 0 128-16,-2 2-128 0,1 1 0 0,-2 0 0 16,0 2 0-16,0 1 0 0,4 9 0 0,-5-7 0 15,1 2 128-15,4 5-128 0,-8-4 0 0,-1 4 0 16,0 3 0-16,-2 0 0 0,1 1 0 0,-2 3 0 16,0-1 0-16,1 2 0 0,-2 1-192 0,0 2 192 0,0-1-256 0,0 3 64 15,1 2 0-15,1 0 0 0,1 0 192 0,1 0-192 16,1 1 192-16,3-2-192 0,1-1 192 0,3 0-144 15,1-1 144-15,0-12-128 0,5 10 128 0,1 1 0 16,2-5-144-16,3 0 144 0,-1-2 0 0,3-2-144 16,1-2 144-16,1-1 0 0,0-2-144 0,2-1 144 15,-1-1 0-15,0 0-144 0,-2-2 144 0,0 1 0 16,-1-5 128-16,-2 2-128 0,-2 0 0 0,-1 1 144 16,-2-1-144-16,-6 9 0 0,3-10 160 0,-3-1-160 15,-1 2 128-15,-2 0-128 0,-4-1 176 0,1 2-48 16,-3-3-128-16,-3 2 192 0,-1 0-192 0,-3 0 0 15,-1 4 128-15,-1-2-128 0,0 2 0 0,0 4-192 16,-1 2 48-16,2 4 0 0,-1-2-48 0,1 7 0 16,0 3 0-16,2 4 0 0,-1-2 48 0,3 3 0 0,0 2 0 0,2-2 0 15,2-3 144-15,4 1-128 0,4 1 128 0,0-1-128 16,-1-1 128-16,2 1 0 0,0-6 0 0,0-10-128 16,5 13 128-16,2-5 0 0,-7-8 0 0,12 5-128 15,-12-5 128-15,14 2 0 0,-1-2 128 0,0-4-128 16,0-4 256-16,0-2-32 0,0-3 0 0,2-3 0 15,-1-1-48-15,3-1-16 0,1-2 0 0,-2-2 0 16,-2-3-160-16,-2 0 128 0,-2-1-128 0,-3-1 128 16,-2-2-128-16,-2 1 0 0,-5-1 0 0,0 2 0 15,-2 2 0-15,-4 4 0 0,0 7 0 0,-1 6 0 16,-1 3 0-16,-3 7-192 0,-6 7 0 0,0 7 16 16,-5 5-80-16,-2 7-32 0,-2 9 0 0,-2 3 0 15,2 5 128-15,2 0 32 0,1 0 0 0,3-1 0 0,1 0 128 0,4-3 0 16,4-5 0-16,3-3-128 0,2-6 128 0,4-3 0 15,4-6 160-15,3-5-160 0,2-3 272 0,-5-10-32 16,13 6-16-16,0-5 0 0,1-5-48 0,2-3-16 16,2-4 0-16,-1-4 0 0,0-2-160 0,1-3 192 15,1-3-192-15,-1 1 192 0,0 1-192 0,-1-3 0 16,-4-1 0-16,-1 1 128 0,-3-4-128 0,-4-2 0 16,-3-4 144-16,-4 0-144 0,0-1 0 0,-4 1 0 15,0 0 0-15,-1 7 0 0,2 6-176 0,-1 6 0 16,-5 8 0-16,1 5 0 0,-3 6 0 0,-2 8 0 15,0 7 0-15,-1 6 0 0,-1 1 176 0,2 4-208 16,-1 3 80-16,3-1 128 0,2-2 0 0,5-1 0 0,2-3 0 16,4-1 0-16,4-3 0 0,4-2-192 0,1-3 64 15,4-3 128-15,4-4 0 0,5-3 0 0,5-3 144 0,5-4-16 16,0-3-128-16,3-1 0 0,-1-2 0 0,0-2-128 16,-2 0 128-16,-4-2 256 0,-2-3-64 0,-2 0-16 15,-3 2 64-15,-2-2 16 0,-2-1 0 0,-1 1 0 16,-6 2-32-16,-2-2 0 0,-1-1 0 0,-4 0 0 15,-1 1-96-15,-4 1 0 0,0 0-128 0,-3 4 192 16,-3 3-192-16,8 5 0 0,-11 0 0 0,-2 7 0 16,-2 4-224-16,-2 5-32 0,0 5-16 0,-3 1 0 15,-2-1 272-15,1 2-160 0,2 0 160 0,2-3-128 16,2-5 128-16,5-1 144 0,3 0-16 0,6-3-128 16,1-11 304-16,0 0-48 0,0 0-16 0,13 4 0 15,1-6-240-15,1 0 144 0,-2-2-144 0,1-5 128 0,1-2-128 16,-1 0 128-16,-2-1-128 0,1-2 128 0,-2 1-128 0,1-1 0 15,-3-1 0-15,-1 1 0 0,0 2 0 0,-2 1 0 16,0 1 0-16,-2 1 0 0,-3 0 0 0,-1 9 0 16,0 0 0-16,0 0 0 0,0 0-304 0,-9 2 64 15,-2 3 16-15,1 2 0 0,-2 0 64 0,0 0 16 16,-1 1 0-16,0 0 0 0,0 0 144 0,-1 0 0 16,-2-1 160-16,2 0-160 0,0-2 0 0,-1 0 0 15,1 2 0-15,1-2 0 0,-1 0 0 0,-1-1 0 16,1 0 0-16,0 1 0 0,-1-2 0 0,1 1 0 15,1-7 0-15,0 6 0 0,0-2 0 0,1 1 0 16,0-2 0-16,-1 0 0 0,-1-2 0 0,-2 2-208 16,1-1 32-16,-1 1 16 0,-1-3-32 0,3 3-16 15,-1 3 0-15,1 1 0 0,1 1 48 0,0 3 16 0,1 0 0 0,2 3 0 16,1 1 144-16,1 2-160 0,1 1 160 0,3 0-160 16,2 2 160-16,2-2 0 0,1 0 0 0,3 1 0 15,1-2 0-15,3-2 0 0,1-3 0 0,2-1 0 16,-2-1 0-16,-9-7 0 0,14 1 0 0,-2-4 128 15,0 2 80-15,-2-4 32 0,0 0 0 0,1-1 0 16,-3 0-16-16,-2 1 0 0,2-3 0 0,-2 1 0 16,-6 7-224-16,6-6 128 0,-6 6-128 0,0 0 0 15,0 0 192-15,0 0-48 0,0 0-16 0,-8-2 0 16,-1 5-128-16,-2 4-176 0,0 0 48 0,-1 4 0 16,1 2-32-16,2 1 0 0,1-1 0 0,2-1 0 15,2 0 160-15,4-12 0 0,0 0 0 0,0 0 0 16,0 0 0-16,0 0 0 0,12-2 0 0,2-5-128 15,3-5-1328-15,5-4-256 16,4-2-48-16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9-20T01:38:03.75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29704 17722 12895 0,'0'0'1152'0,"0"0"-928"0,0 0-224 0,0 0 0 0,0 0 2624 0,0 0 496 0,0 0 80 0,0 0 32 0,0 0-2208 0,0 0-448 15,0 0-96-15,-12 20-16 0,12-20 240 0,0 0 64 16,-9 0 0-16,9 0 0 0,-8 11-80 0,2 2-16 15,-1 2 0-15,2 3 0 0,0 3-320 0,1 1-64 16,0 1-16-16,3 4 0 0,2-1 48 0,3 1 0 16,0 0 0-16,2-1 0 0,2-5-128 0,1-2 0 15,2-4-16-15,0 0 0 0,2-4-176 0,2-3 0 16,-1-3 144-16,3-3-144 0,1-2 144 0,-1-6-144 16,1-3 192-16,3-2-192 0,3-6 544 0,-1-3 0 15,1-3 0-15,-1-6 0 0,-1 1 224 0,-1-2 32 0,-1 1 16 16,-3 0 0-16,-3 1-240 0,-2 1-64 0,-3 0 0 0,-4 2 0 15,-4-2 16-15,-2 0 0 0,-3 3 0 0,-4-2 0 16,-2 1-112-16,-2 1-32 0,-1 5 0 0,0 2 0 16,-2 4-144-16,-1 6-48 0,-4 3 0 0,2 8 0 15,-3-1-192-15,2 7 176 0,-1 5-176 0,-1 3 160 16,-2 2-160-16,2 0 0 0,1 3 0 0,3-3 0 16,0 0 0-16,4-1 0 0,2 0 0 0,2-2 0 15,2-3-208-15,1-2-32 0,0-2 0 0,6-10 0 16,-4 9-1552-16,4-9-304 15,0 0-64-15</inkml:trace>
  <inkml:trace contextRef="#ctx0" brushRef="#br1" timeOffset="51401.65">26718 16334 3679 0,'-11'11'320'0,"-5"5"-320"0,-2 3 0 0,0 5 0 0,-2-1 816 0,3 5 80 0,1 0 32 0,-2 2 0 15,-1 0-224-15,-1-2-32 0,3-3-16 0,1-2 0 16,2-2 528-16,2-3 96 0,2-5 32 0,2-5 0 16,8-8 16-16,0 0 0 0,0 0 0 0,0 0 0 15,0 0-384-15,0-14-80 0,3-5-16 0,2 0 0 16,3-1-656-16,2-4-192 0,-1-4 0 0,6-2 128 0,2 2-128 0,-2-5-160 15,-3 2 160-15,-2 2-208 0,1 3 80 0,-1 2 128 16,-1 2-208-16,-1 5 80 0,-3 4 128 0,-1 5 0 16,-4 8-144-16,0 0 144 0,0 0-160 0,-8 3 160 15,-1 5-208-15,0 5 80 0,0 3 128 0,-1 3 0 16,-3 5 128-16,-2 0-128 0,0 2 208 0,2 1-16 16,0-4-16-16,2 3 0 0,2-4 144 0,0-1 16 15,1-7 16-15,4-2 0 0,2-4 160 0,2-8 48 16,0 0 0-16,0 0 0 0,0 0-176 0,13-4-16 15,0-8-16-15,2-3 0 0,2-5-128 0,1-3-32 16,-2-2 0-16,4-2 0 0,1-2-192 0,1 0 0 16,0 0 0-16,-1 1 0 0,-2-1 0 0,0 4 128 0,-5 2-128 0,-2 6 0 15,-2 1 0-15,-3 6-128 0,-7 10 128 0,0 0-208 16,0 0-96-16,0 0-16 0,-6 12 0 0,-3 6 0 16,-3 7 112-16,-1 5 16 0,-2 3 0 0,-2 0 0 15,0 4 192-15,1-2 0 0,1-3 0 0,3-2 0 16,0-4 0-16,4-3 192 0,2-4-48 0,4-5 0 15,0-3 112-15,2-11 32 0,0 0 0 0,13 3 0 16,1-6-32-16,5-5 0 0,1-8 0 0,4-3 0 16,-1-6-112-16,2-1-16 0,1-5-128 0,-1-1 192 15,0-4-192-15,-3 1-192 0,-4 1 48 0,-2 1 0 16,-3 2-208-16,-3 2-32 0,-2 2-16 0,-4 3 0 16,-1 2-112-1,-6 4 0-15,-4 2-16 0,1 6 0 0,6 10-224 0,-12-1-32 16,-3 6-16-16,-2 8 0 0,-3 4 592 0,-1 9 208 0,-2 4-144 0,1 8 144 0,-1 5 192 0,3 5 112 15,-1 2 16-15,4-2 16 0,2-3 320 16,5-3 64-16,3-7 16 0,5-3 0 0,2-6 16 0,5-5 0 16,4-2 0-16,3-7 0 0,2-4-304 0,3-2-48 15,1-5-16-15,-1-3 0 0,-1-3-64 0,0-4 0 16,-2-5-16-16,2 0 0 0,-2-1-80 0,-1-2-16 16,-3-7 0-16,0-3 0 0,-4-1-80 0,-2 0 0 15,-3-2-128-15,1-3 192 0,-2-2-192 0,-2 1-128 16,-2 0 128-16,-2 1-208 15,-2 2-288-15,0 4-48 0,-1 2-16 0,0 5 0 0,0 5 192 0,2 6 48 16,7 9 0-16,-9 5 0 0,0 1 128 0,0 9 48 0,-1 7 0 0,-1 5 0 16,1 7 144-16,-2 7-208 0,0 3 80 0,2 2 128 15,-1 1 0-15,2-4 0 0,1-6 192 16,2 1-64-16,2-3 208 0,1-3 48 0,3-8 0 0,2-4 0 16,0-3 32-16,2-4 16 0,0-3 0 0,-4-10 0 15,0 0 32-15,0 0 16 0,12-1 0 0,0-4 0 16,-1-6 128-16,4-5 32 0,-1-9 0 0,3-4 0 15,2-1-304-15,1-9-48 0,-2-4-16 0,1-4 0 16,-2-6-272-16,1-1 128 0,-1-1-128 0,0 1 0 16,-3-1 0-16,-1 0 0 0,-1 0-192 0,-2 8 48 15,-1 2-112-15,0 11 0 0,-1 8-16 0,-1 8 0 16,-2 6-48-16,-5 12 0 0,0 0 0 0,7 14 0 16,-4 8 64-16,0 11 16 0,-3 3 0 0,0 9 0 15,-1 4 240-15,-1 5-176 0,1 2 176 0,4-1-160 16,3-2 160-16,3-5 0 0,3-5 0 0,6-6 0 0,6-10 144 15,5-6-144-15,2-5 192 0,5-6-192 0,10-7 336 0,2-6-32 16,2-3-16-16,-5-6 0 0,-6-5-80 0,-2-4-16 16,-3-2 0-16,-4-4 0 0,-4-3-32 0,-1 0-16 15,-2-5 0-15,1 0 0 0,-2-3 16 0,-4-2 0 16,-2-3 0-16,-5-3 0 0,-4-3 0 0,-3-6 0 16,-2-6 0-16,-2-1 0 0,0-2-160 0,-1 6 0 15,0 6 0-15,0 7 0 0,-1 6 0 0,1 12-272 16,0 7 32-16,2 10 16 0,-1 10 64 0,0 0 16 15,-1 17 0-15,-2 13 0 0,-1 4 144 0,-1 11-160 16,-2 9 160-16,1 6-160 0,1 6 160 0,3 1 0 16,2-2 0-16,6-5 0 0,4-4 128 0,3-5-128 15,1-6 160-15,7-7-160 0,7-6 272 0,3-6-32 0,3-6-16 0,2-4 0 16,-1-7 128-16,-1-5 32 0,-2-4 0 0,-4-5 0 16,-2-6-64-16,-2-2 0 0,-3-2 0 0,-2-5 0 15,-2-5-16-15,-4-5-16 0,-2-1 0 0,-2-5 0 16,-3-3 0-16,-2-4 0 0,-4-3 0 0,-2-6 0 15,-2-6-96-15,-1-4 0 0,-2-5-16 0,2 3 0 16,0 6-176-16,2 2 0 0,-1 8 0 0,1 6 0 16,1 8 0-16,-1 12 0 0,2 6-160 0,1 16 160 15,0 0-208-15,-7 12 48 0,0 9 16 0,-1 11 0 16,-1 10-48-16,0 8 0 0,-1 6 0 0,3 9 0 16,0 8 192-16,4 0-160 0,2-1 160 0,5-6-160 15,0-6 160-15,5-7 0 0,4-7 0 0,4-6-128 16,1-6 128-16,3-6 0 0,1-6 0 0,2-5 0 15,2-5 128-15,-4-6 48 0,-4-2 16 0,-2-4 0 0,-2-3 0 16,-1-1 16-16,-2-7 0 0,-2-5 0 0,-3-2 48 0,-2-6 16 16,-4-3 0-16,-2-3 0 0,-3-3-80 0,-3-3 0 15,-3-7-16-15,0-4 0 0,-3-5-176 0,-1-6 0 16,-5-4 0-16,2-1-176 16,0 3-288-16,2 2-64 0,1 3-16 0,1 7 0 15,3 7 64-15,2 9 16 0,-2 4 0 0,2 9 0 0,1 8 272 16,8 11 48-16,-12 7 16 0,3 11 0 0,2 11 128 0,0 5 0 15,3 7 0-15,2 10-128 0,0 7 128 0,5 4 0 16,6 5 0-16,4-3-128 0,4-4 128 0,5-7 0 16,3-5 0-16,5-6 128 0,5-8 0 0,8-6 0 15,5-4 0-15,3-6 0 0,1-6 64 0,-3-4 0 16,-6-3 16-16,-4-5 0 0,-7 0-48 0,-3-5-16 16,-6-2 0-16,-4-2 0 0,-8-1 32 0,-3-2 0 15,-3-5 0-15,-5-1 0 0,-3-4 96 0,-4-1 32 16,-3-3 0-16,-6-4 0 0,-4-4-144 0,-2-3-32 15,-5-4 0-15,-6-3 0 0,-5-6-128 0,-2 1 0 16,-6-6 0-16,5 6-176 16,3 3-208-16,4 9-32 0,4 9-16 0,5 11 0 0,3 10 160 0,1 11 16 0,0 12 16 0,-1 11 0 15,0 10 80-15,0 12 16 0,0 11 0 0,2 8 0 16,3 4 144-16,5-2-192 0,5-1 192 0,3-5-192 16,4-5 192-16,8-4-128 0,3-6 128 0,8-6-128 15,4-8 128-15,4-9-128 0,5-7 128 0,5-9-128 16,6-7 128-16,6-6 0 0,4-3 0 0,-1-5 0 15,-2-5 0-15,-6-1 0 0,-7-1 0 0,-5-3 0 16,-4-2 128-16,-4-1-128 0,-1 1 128 0,-5-6-128 16,-5-1 176-16,-3-2-48 0,-2-2 0 0,-4 0 0 15,-3-3-128-15,-2-2 192 0,-4-1-192 0,-6-2 192 16,-4-1-192-16,-2 1 0 0,-3 1 144 0,1 4-144 0,-2 6-144 0,0 6-112 16,0 6 0-16,-1 8-16 0,-2 10 80 0,0 11 32 15,-2 9 0-15,-2 12 0 0,0 5 160 0,-1 11-208 16,3 7 80-16,6 2 128 0,7 0-176 0,5 0 176 15,4-3-128-15,3 0 128 0,4-4 0 0,9-5 0 16,7-5 0-16,8-2 0 0,7-6 0 0,5-6 144 16,4-7 0-16,2-6 0 0,-1-5 64 0,0-5 16 15,1-4 0-15,-2-5 0 0,-1-6-32 0,-5-1 0 16,-3-2 0-16,-2-2 0 0,-4 0 80 0,-3-6 16 16,-4-1 0-16,-6-1 0 0,-4-2 96 0,-5-2 0 15,-4-2 16-15,-6 1 0 0,-7-2-48 0,-3-2-16 16,-5-5 0-16,-4-2 0 0,0-4-208 0,-3 1-128 15,-3-2 160-15,0 1-160 0,1 1 0 0,0 5-160 0,1 5 0 0,4 9 0 16,-1 7-80-16,1 8-16 0,-3 10 0 0,-2 10 0 16,-3 7 0-16,-2 11 0 0,-1 11 0 0,2 9 0 15,2 5 96-15,2 3 16 0,5 1 0 0,5-3 0 16,3-2 144-16,8-3-160 0,4-5 160 0,7-4-160 16,5-2 160-16,5-7-160 0,5-3 160 0,4-5-160 15,4-5 160-15,6-4 0 0,2-3 0 0,0-7 0 16,-1-3 0-16,-1-3 0 0,-2-5 0 0,-1-3 0 15,-1-2 128-15,-3-2 16 0,-1-4 0 0,-3 1 0 16,-4-1 96-16,-1-2 16 0,-3 0 0 0,-4-3 0 16,-5 1 80-16,-3-3 32 0,-3 0 0 0,-4-2 0 15,-6-2-48-15,-3-6 0 0,-2-1 0 0,-3-4 0 16,-3-4-320-16,-2-2 128 0,-1 0-128 0,-1 3 0 0,-1 4-208 16,-2 3-112-16,-1 7-32 0,2 7 0 0,0 6 0 0,0 9 0 15,-1 8 0-15,-1 12 0 0,0 6 128 0,1 11 32 16,2 7 0-16,2 10 0 0,0 6 32 0,6 8 16 15,3 4 0-15,6 1 0 0,3-1 144 0,6-3-192 16,1-3 192-16,9-5-192 0,7-3 192 0,3-7-160 16,3-10 160-16,7-3-160 0,6-6 160 0,2-7 0 15,-1-7 0-15,-1-3 0 0,-2-5 128 0,-6-4 0 16,-6-6 0-16,-4-2 0 0,-2-4 160 0,-5-2 32 16,-3-4 16-16,-5-3 0 0,-2-4 160 0,-2-3 16 15,-2-2 16-15,-6-5 0 0,-3-3-240 0,-6-7-48 16,-5-5-16-16,-3-7 0 0,-6-6-224 0,0 0 0 15,-4-6 0-15,2 2 0 0,0 0-160 0,3 3-80 0,2-1-16 0,3 9 0 16,2 9 0-16,3 10-16 16,3 9 0-16,0 11 0 0,2 6 272 0,0 9-128 0,2 9 128 0,-1 11 0 15,2 10 0-15,-1 10 0 0,2 7 0 0,2 7 0 16,-2 1-192-16,1 5 192 0,1 4-192 0,5 5 192 0,2 1-144 16,3 2 144-16,3-3 0 0,5-5-144 0,3-4 144 0,2-6 0 15,1-6-144-15,3-5 144 0,-1-5-240 0,-2-3 32 16,-1-6 0-16,0-4 0 0,-2-5 208 0,-2-5 0 15,-8-11 0-15,0 0-144 0,0 0 144 0,0 0 224 16,7-6-48-16,-4-8-16 0,-3-5 336 0,2-1 64 16,-4-4 16-16,1-2 0 0,-1-7-272 0,-2-2-48 15,-2-3-16-15,0-5 0 0,-3-4-240 0,0-2 0 16,-2-6 128-16,1 2-128 0,-2-1 0 0,0 3 0 16,-1 3 128-16,0 5-128 0,-2 5 0 0,-1 8 0 15,2 6 0-15,1 7 0 0,1 6-192 0,0 7 64 16,-1 6 128-16,0 8-208 0,3 8 16 0,-1 8 0 0,1 10 0 0,2 4 0 15,0 4 32-15,2 2 16 0,0 2 0 0,5 0 0 16,4 1 144-16,2-4 0 0,3-2 0 0,3-4-128 16,5-7 128-16,2-4 0 0,3-2 0 0,0-5 0 15,1-2 0-15,-1-5 0 0,-3-2 0 0,-1-5 128 16,-1-4-128-16,-2-2 192 0,-1-2-64 0,-2-2 0 16,-2-4 96-16,-1-3 32 0,-2-3 0 0,-2-4 0 15,-3 2 48-15,-1-5 16 0,-1-3 0 0,-3-3 0 16,-1-6-144-16,-4-3-32 0,-3-4 0 0,0-4 0 15,1-5-144-15,-1 0 160 0,0-1-160 0,-1 4 160 16,-1-2-160-16,0 8 0 0,0 6 0 0,4 10 0 16,1 6-256-16,0 10-16 0,-2 7-16 0,0 11 0 15,-2 9-96-15,-3 12-32 16,-4 7 0-16,2 9 0 0,0 7 112 0,2 4 32 0,1 2 0 0,4-5 0 0,3-1 272 0,6-5-128 16,2-1 128-16,4-8 0 0,3-4-160 0,5-7 160 15,1-7-128-15,4-2 128 0,1-5 0 0,2-3 0 16,0-7 0-16,-1-2 0 0,-1-5 0 0,1-4 0 15,0-3 160-15,-2-2-160 0,-1-5 256 0,-2-2-32 16,0-4-16-16,-1-1 0 0,1-1-16 0,-4-5-16 16,-4-3 0-16,0-4 0 0,-4-3-176 0,-3-5 160 15,-3-5-160-15,-1-2 160 0,-2-4-160 0,0 1 128 16,-3 1-128-16,1 4 128 0,0 1-128 0,0 7 0 16,-1 5-192-16,0 10 192 0,1 4-256 0,0 9 80 15,-1 6 16-15,-1 8 0 0,1 6-80 0,-1 9-16 0,1 5 0 16,0 8 0-16,-1 7 80 0,1 6 16 0,2 2 0 0,4 6 0 15,4 4 160-15,4-2-208 0,4 1 80 0,5-3 128 16,4-3-160-16,5-5 160 0,3-5 0 0,2-3-144 16,0-4 144-16,2-5 0 0,2-4 0 0,-3-7 0 15,-3-3 0-15,-3-2 0 0,-3-4 0 0,-2-4 128 16,-1-2 16-16,-3-2 16 0,-1-4 0 0,-2-1 0 16,-2-4 208-16,-4-2 32 0,-4-3 16 0,-3-2 0 15,-3-3-48-15,-3-3-16 0,-2-3 0 0,-3-2 0 16,-3-3-176-16,-4-5-48 0,-2-3 0 0,-5-7 0 15,-2-3-128-15,-1 1 0 0,-2 1 0 0,1 3 0 32,-2 0-464-32,4 11 16 0,2 4 16 0,5 12 0 0,3 6 64 0,2 10 16 0,0 9 0 0,2 11 0 15,1 8 48-15,-1 13 16 0,3 10 0 0,4 5 0 16,5 5 112-16,0 5 32 0,1 1 0 0,6 0 0 0,3-1 144 0,9-2-160 16,3-5 160-16,7-1-160 0,5-7 160 0,4-4-160 15,1-5 160-15,1-6-160 0,1-6 160 0,1-9 0 16,-4-2 0-16,-3-8 0 0,-4-2 0 0,-3-3 0 15,-3-4 0-15,-4 0 0 0,-4-7 256 0,-2-5 0 16,-2-1-16-16,-2-5 0 0,-3-3 256 0,-1-1 48 16,-3-7 16-16,-3-1 0 0,-2-4-192 0,-3-2-48 15,-3-2 0-15,0-5 0 0,-5-4-192 0,-1-5-128 16,-2-5 128-16,0-2-128 0,-2-2 0 0,2 3 0 16,-1 5 0-16,2 7 0 0,1 10-256 0,0 10-32 15,2 6 0-15,-1 8 0 0,-1 7-64 0,0 9-16 0,-1 8 0 0,0 9 0 16,-1 11 48-16,4 7 16 0,2 8 0 15,2 5 0-15,5 6 128 0,2 1 32 0,2-1 0 0,6-3 0 16,2-6 144-16,5 0-160 0,5-5 160 0,3-4-160 16,6-7 160-16,4-4 0 0,2-5 0 0,3-3 0 31,4-5 0-31,-2-9 0 0,0-6 0 0,0-5 0 16,-1-4 0-16,-3-2 0 0,-4-5 0 0,-2 1 0 15,-1-3 160-15,-5-1-32 0,-3-2-128 0,-4-3 192 16,-3-2 64-16,-5-2 16 0,-3 1 0 0,-6-3 0 0,-7-4 0 0,-3 1 0 15,-6-4 0-15,-2-1 0 0,-4-6-272 0,-1-3 128 16,-2-2-128-16,-1 1 0 0,0 1-208 0,1 6-160 0,-1 6-16 0,3 8-16 16,2 6 0-16,1 10 0 0,-1 6 0 0,1 9 0 15,-2 8 128-15,1 11 16 0,1 7 16 0,2 5 0 16,3 5 64-16,4-2 16 0,3 1 0 0,4-2 0 16,5 0 160-16,5-3 0 0,3 0 0 0,5-5 0 15,2-1 0-15,5-2 128 0,5-3 0 0,2-3 0 16,2-3 0-16,2-4 0 0,2-1 0 0,2-6 0 15,-1-3 0-15,-2-4 16 0,-2-4 0 0,-1-3 0 16,-1-3 16-16,-3-2 0 0,-1-1 0 0,-1-2 0 16,-2-4 96-16,-4 0 0 0,-3-2 16 0,-4-1 0 15,0-2-64-15,-3-1-16 0,-4-1 0 0,-2-4 0 16,-1-1-32-16,-5-1-16 0,-7-2 0 0,0 0 0 16,-2 1-144-16,-1 4 0 0,-2 5 0 0,2 5-176 15,-4 8-304-15,-3 9-64 16,-4 10-16-16,-3 12 0 0,-5 10-192 0,-3 10-32 0,-3 8-16 0,0 3 0 0,2-1 448 0,7-1 96 15,7 1 0-15,3-7 16 0,6-3 240 0,6-1 0 16,5-1 0-16,5-5 0 0,6-7 0 0,4-5 0 16,2-4 0-16,7-6 160 0,10-3-160 0,6-6 192 15,7-5-192-15,4-9 192 0,3-2-192 0,1-6 192 16,0-4-192-16,-2-5 192 0,-3-2-192 0,0-1 192 16,-1 0-192-16,-3 2 192 0,-4 1-192 0,-4 2 128 15,-3-3-128-15,-6 1 128 0,-5 0-128 0,-6 2 160 16,-4-2-160-16,-4-1 160 0,-7-2 16 0,-3 0 0 15,-5 0 0-15,-1 2 0 0,-2 0-176 0,0 4 192 16,1 5-192-16,1 8 192 0,3 6-192 0,-1 9 0 16,-1 7 0-16,5 10 0 0,1 13-256 0,1 7 80 0,0 6 16 0,2 4 0 15,2 5 160-15,2 0-160 0,2 2 160 0,5-3-160 16,6-2 160-16,7-3-192 0,4-3 192 0,6-7-192 16,6-7 192-16,2-5-128 0,4-5 128 0,-2-6-128 15,0-5 128-15,-1-7 0 0,-2-6 0 0,0-4 0 16,0-6 144-16,-3-4-144 0,-3-3 192 0,1-3-192 15,0-4 480-15,-2-1-16 0,-4 1 0 0,-3-4 0 16,-5-2-64-16,-4-1-16 0,-9 0 0 0,-3-2 0 16,-6-2-128-16,-3-5-48 0,-6 0 0 0,-2 1 0 15,-3 0-80-15,-3 2-128 0,-2 2 176 0,2 7-176 16,3 5 0-16,0 8 0 0,-2 6 0 0,-1 8 0 0,0 8 0 16,-3 10-304-16,0 10 48 0,-1 8 0 0,0 9 0 0,0 6 16 15,2 5 0-15,2 2 0 0,1 4 32 0,1 1 0 16,2 0 0-16,3-2 0 0,3-3 208 0,6-2 0 15,5-5-160-15,7-6 160 0,5-6-144 0,4-9 144 16,4-5-192-16,5-7 192 0,2-6 0 0,5-4 0 16,3-9 0-16,4-4 0 0,-1-6 0 0,1-3 0 15,1-5 0-15,-2-1 0 0,-2-1 160 0,-1-2-160 16,-5-2 160-16,-4-1-160 0,-3 0 176 0,-5-1-176 0,1 0 192 16,-8-1-192-16,-5 2 240 0,-3-1-64 0,-2-4-16 0,-5-2 0 15,-5 1 128-15,-1-2 32 0,-5 0 0 0,-2 2 0 16,-1 1-144-16,-2 7-32 0,-4 6 0 0,0 6 0 15,-3 9-144-15,-1 8 0 0,-3 7 0 0,-2 11 0 16,1 11 0-16,1 9-224 0,0 10 80 0,1 2 16 16,3 1 128-16,5 0-192 0,4 0 192 0,4-2-192 15,4-4 192-15,5-3-128 0,4-3 128 0,6-5-128 16,3-4 128-16,5-6 0 0,4-6 0 0,3-3-128 16,3-7 128-16,3-4 128 0,4-3-128 0,2-5 176 15,-1-3 16-15,0-5 0 0,-4-1 0 0,0-3 0 16,-3-4 64-16,-3 0 32 0,-3-3 0 0,-3-2 0 15,-4-2-16-15,-2 1 0 0,-5-2 0 0,-3 0 0 16,-4-1-16-16,-3 1 0 0,-5-3 0 0,-5-1 0 16,-6-3-112-16,-3 0-16 0,-6-3-128 0,-4 1 192 0,-1 2-192 15,1 7 0-15,1 4 128 0,1 9-128 0,-1 5 0 16,0 12-160-16,1 8 32 0,-2 11 0 0,-1 10-64 0,-1 7 0 16,0 8 0-16,-1 2 0 0,0 3 32 0,3 3 0 15,2 0 0-15,8 0 0 0,3-3 160 0,6-4-128 16,8-6 128-16,7-6-128 0,5-4 128 0,8-8 0 15,5-3 0-15,7-5 0 0,5-6 0 0,3-4 0 16,2-6 0-16,3-6 0 0,-1-4 0 0,1-6 0 16,-1-2 128-16,-1-5-128 0,1-1 144 0,-5 1-144 15,-2-2 192-15,-2-1-192 0,-2 1 208 0,-5 0-64 16,-7 0-16-16,-2 1 0 0,-6-1 96 0,-5-1 16 16,-4 1 0-16,-8 0 0 0,-6 1-96 0,-2-1-16 0,-4 0 0 0,-3 0 0 15,-5 2-128-15,0-1 0 0,1 2 0 16,0 5 0-16,2 7-192 0,2 7-32 0,2 8 0 0,-1 6 0 15,0 8-48-15,0 4-16 0,-1 4 0 0,3 3 0 16,2 4 96-16,4 1 0 0,4 1 16 0,5 1 0 16,4-2 176-16,5 0-128 0,5-1 128 0,5-2-128 15,8-5 128-15,4-5 0 0,3-5 0 0,5-5 0 16,5-4 0-16,3-4 0 0,1-10 0 0,6-1 0 16,2-8 128-16,3 0 0 0,1-8 0 0,-2 2 0 15,-3-2-128-15,-7 0 0 0,-6-1 0 0,-5 1 128 16,-6 0-128-16,-2-1 176 0,-4 2-176 0,-7-2 192 15,-5 2-16-15,-5 0 0 0,-3 0 0 0,-7 1 0 16,-1 1-16-16,-10 2 0 0,-4-4 0 0,-4 2 0 16,-3 1-160-16,-3 2 0 0,-2 4 0 0,3 6 0 15,3 6-176-15,0 7-16 0,-1 7 0 0,4 10 0 16,0 5-208 0,5 7-48-16,2 3-16 0,4 4 0 0,1-2 240 0,6 2 48 0,3 0 16 0,6-2 0 0,6 1 16 0,6-6 0 15,2-6 0-15,6-9 0 0,5-3-48 0,6-6 0 16,5-3 0-16,7-7 0 0,6-5 192 0,3-4 0 15,4-1 128-15,-5-8-128 0,-3-5 0 0,-2-2 0 16,-6-2 0-16,-3-1 0 0,-2 0 192 0,-1-1 64 16,-3 0 0-16,0 1 16 0,0 0 112 0,-3 2 0 15,-1 1 16-15,-2 1 0 0,-5 3-16 0,-4 1 0 16,-5 2 0-16,-4 0 0 0,-2 2-192 0,-4 0-64 16,-2-3 0-16,-2 5 0 0,-1 3 16 0,-2 4 0 15,-2 5 0-15,-1 6 0 0,-2 8-144 0,-3 7-192 0,0 6 32 16,-1 7 16-16,1 4-192 0,4 4-48 0,3-1 0 0,4 1 0 15,2-2 208-15,2-3 48 0,2-3 0 0,8-4 0 16,3-7 128-16,5-4 0 0,3-4 0 0,3-5 0 16,3-3 0-16,1-5 0 0,2-4 160 0,-1-4-160 15,0-6 336-15,-5-4-16 0,0-6-16 0,-1 0 0 16,-2-3 16-16,0 0 0 0,-3-2 0 0,-1 1 0 16,-2 1-128-16,-1-5 0 0,-1-5-16 0,-3 1 0 15,-3-1 32-15,-2-6 16 0,0-5 0 0,-1-4 0 16,-3-2-32-16,1-5 0 0,-2 1 0 0,1 2 0 15,0 2-192-15,2 9 128 0,0 6-128 0,1 10 0 16,-2 9 0-16,-1 6 0 0,-1 13 0 0,0 0 0 16,0 0-160-16,-3 23 32 0,-4 9 0 0,-2 9 0 15,-2 9-128-15,1 6 0 0,0 5-16 0,2 6 0 16,4 2 128-16,1-1 144 0,2-3-208 0,4-5 80 0,2-6 128 16,4-4-160-16,4-12 160 0,4-6-160 0,1-7 160 0,4-7 0 15,2-3 0-15,2-5 128 0,3-5-128 0,-2-2 0 16,-2-6 0-16,-1-3 0 0,1-7 0 0,-1-7 128 15,-2-5 0-15,-1-5 0 0,-2-1 64 0,-3-5 32 16,-4-5 0-16,-3-3 0 0,-3-2-80 0,-2-7-16 16,-1-6 0-16,-3-5 0 0,-2-2-128 0,0-5 160 15,-2 1-160-15,-1-2 160 0,-2 1-160 0,2 2 0 16,0 1 0-16,1 9 128 0,1 10-128 0,-1 9 0 16,-3 12 0-16,0 8 0 0,-1 7 0 0,-4 13 0 15,-3 7 0-15,-5 12 0 0,-2 14 0 0,-3 12 0 16,-1 13-224-16,2 7 80 0,1 4-16 0,2 8 0 15,2 5 0-15,5 8 0 0,2 7 160 0,5 2-160 0,6 0 160 0,6-1-160 16,6-2 16-16,4-7 0 0,4-11 0 0,5-13 0 16,8-13-96-16,3-7-16 0,5-13 0 0,1-2 0 15,-2 0 256-15,-1-6 0 0,-3-10-160 0,-1-4 160 16,-4-6 0-16,-4-6 0 0,-3-7 0 0,-2-7 0 16,-4-9 0-16,0-4 0 0,-1-4 192 0,-3-7-64 15,-3-8-128-15,-2-4 192 0,-2-7-192 0,-2-3 192 16,-4-6-64-16,-1-4-128 0,-3-2 192 0,-2-4-64 15,-4-4 0-15,1 1 0 0,0 1 0 0,0 9 0 16,0 7-128-16,0 12 0 0,0 10 0 0,-2 12 0 16,1 10 0-16,-2 9 0 0,-1 9 0 0,-3 15 128 15,-3 7-128-15,-1 12-224 0,-1 10 48 0,1 10 16 16,-3 6-160-16,4 7-16 0,2 4-16 0,7 3 0 0,3-2 112 16,6 0 32-16,3-3 0 0,6-2 0 15,5-5-240-15,4-5-32 16,1-8-16-16,5-6 0 0,0-7 144 0,-1-4 32 0,-1-6 0 0,0-5 0 0,-3-3 320 0,0-3-144 15,-1-6 144-15,0-4 0 0,-1-1 0 0,-2-4 0 16,-1-1 0-16,-1-4 144 0,-4-2 224 0,-2-1 32 16,0-4 16-16,-4 0 0 0,-2-3-96 0,-1 2 0 15,-2-6-16-15,-5 2 0 0,-3 0-144 0,-5-2-32 16,-3-1 0-16,-4 1 0 0,0-4-128 0,-2 4 0 16,-2 3 0-16,1 9 128 0,-2 0-352 0,2 8-80 15,-1 7-16-15,-2 8 0 0,-2 6 0 0,2 7 0 16,1 6 0-16,4 3 0 0,4 5 176 0,5-1 144 15,3 1-208-15,7-4 80 0,4-1 0 0,4-2 0 0,5-7 0 0,4-2 0 16,2-4 128-16,3-3 0 0,3-3 128 0,3-1-128 16,3-5 176-16,-1-3-48 0,-1-1 0 0,-1-3 0 15,-1-4 48-15,-1-2 0 0,-3-1 0 0,-2-1 0 16,-3-2-32-16,-2 0 0 0,-2-1 0 0,-4-1 0 16,-1-1-16-16,-3-2-128 0,-4-3 192 0,-3 3-64 15,-4-1-128-15,-4-4 0 0,-1-3 0 0,-3-3 0 16,-5 0-208-16,-3-5-80 0,-8-4-16 0,2 0 0 15,-2-9 112-15,3 7 32 0,-1 5 0 0,8 7 0 16,4 3 160-16,4 10 0 0,3 5 0 0,4 8 0 16,3 3 0-16,1 11-160 0,1 8 160 0,1 6 0 15,3 9-192-15,3-1 64 0,1 2 128 0,2 2-208 16,2 0 208-16,2 0-144 0,3 0 144 0,3 0-128 16,0-1 128-16,2-4 0 0,1-5 0 0,2-5 0 0,3 0 0 0,-3-6 0 15,-2-4 0-15,-1-4 0 0,-1-2 0 0,-2-1 0 16,-4-2 0-16,1-3 176 0,-12-6 0 0,11-2 0 15,-11 2 0-15,7-11 0 0,-1-7 320 0,-1 0 64 16,-3-6 16-16,1-1 0 0,-3 1-256 0,1-6-64 16,-2 1 0-16,-3 2 0 0,-1-3-256 0,-4-3 0 15,-3 0 128-15,-2 1-128 0,-2 1-144 0,-1 1-96 16,-2 2-16-16,-1 7 0 16,0 6-256-16,1 6-48 0,-2 6-16 0,-4 8 0 15,1 6 64-15,-1 3 16 0,-1 4 0 0,2 4 0 0,3 3 128 0,3 1 32 16,2 3 0-16,5 0 0 0,2-5 176 0,3 4 160 15,5-1-208-15,2-1 80 0,5-1 128 0,3-3-128 0,5-2 128 16,3-7-128-16,1 0 128 0,3-3 0 0,5-3 128 0,3-5-128 16,1-2 192-16,1-2-16 0,-2-4-16 0,-2-1 0 15,-2 0 32-15,-4-5 16 0,-4 1 0 0,-3-5 0 16,-1 2 80-16,-4 1 16 0,-2-3 0 0,-3 2 0 16,-4-3 16-16,-3 1 16 0,-3 2 0 0,-2-1 0 15,-5 0-64-15,-6-1-16 0,-4-2 0 0,-4 0 0 16,-3-3-80-16,-3 0-32 0,-2-1 0 0,2 0 0 15,2 2-144-15,1 3 0 0,4 3 0 0,2 5 0 16,4 2 0-16,3 4 0 0,4 6 0 0,2 4 0 16,2 2-256-16,4 5 64 0,2 4 0 0,3 2 16 0,3-1 0 0,2 4 0 15,4-4 0-15,3 1 0 0,2-3 176 0,3-4-192 16,1-3 192-16,5-3-192 0,3-6 192 0,1-2 0 16,3-3 0-16,0-4 0 0,-1-4 352 0,-1-1 0 15,1 0 0-15,-4-5 0 0,-4 0 96 0,-2-5 32 16,-2-1 0-16,-2-2 0 0,-2-4-144 0,-3 0-16 15,-3-2-16-15,-2 1 0 0,-1-6-80 0,-2 1-16 16,0-1 0-16,-4-2 0 0,-2 0-32 0,-2-2-16 16,-5-4 0-16,0-2 0 0,-2-2-160 0,-2-1 128 15,-3 3-128-15,-1 7 128 0,-2 3-128 0,1 13 0 16,-1 5 0-16,-1 9 0 0,1 7-192 0,-2 10 48 16,-2 3 0-16,2 11 0 0,0 5-48 0,1 9-16 15,-1 2 0-15,3 3 0 0,5 1 32 0,3 0 16 0,1 2 0 0,5-5 0 16,3-1 160-16,3-2 0 0,2-5-144 0,3-4 144 15,3-6 0-15,5-2-176 0,4-3 176 0,-1-5-128 16,4-5 128-16,2-5 0 0,3-4 0 0,1-3 128 16,1-2-128-16,0-4 0 0,-4-4 0 0,-1-1 0 15,-2-2 0-15,-1 0 128 0,-4-1-128 0,-4-1 176 16,-2-3 48-16,-3 0 16 0,-1-1 0 0,-4 0 0 16,-2-4 0-16,-3 0 0 0,-4-7 0 0,-4 0 0 15,-3-5-64-15,-2-1-16 0,-3-4 0 0,-2 1 0 16,-3 3-160-16,1 0 0 0,-1 3 144 0,1 9-144 15,1 6 0-15,5 9 0 0,3 7 0 0,-2 8 0 16,-2 6-176-16,1 9-48 0,2 10-16 0,2 7 0 16,-1 7-32-16,3 5-16 0,2 6 0 0,4 5 0 15,3-5 96-15,3 1 32 0,4-3 0 0,2-8 0 0,3-5 160 16,4-4 0-16,4-3-144 0,6-5 144 0,-3-2 0 0,7-7 0 16,1-3 0-16,1-6 0 0,-2-1 0 0,-1-3 0 15,-1-4 128-15,-1-2-128 0,-5-5 272 0,-2-1-16 16,-3-1-16-16,-1-2 0 0,-2-2 64 0,-5-2 16 15,0-3 0-15,-2-2 0 0,-3-4-96 0,-2-2-16 16,-3 0 0-16,-3-4 0 0,-3-4-64 0,-1-3-16 16,-3-5 0-16,0-1 0 0,-2 0-128 0,-2-1 160 15,-3 1-160-15,1 3 160 0,1-2-160 0,0 8 0 16,1 7 0-16,3 9 0 0,2 6-160 0,1 11-64 16,3 8-16-16,-2 11 0 15,-2 11-288-15,0 7-64 0,1 9-16 0,3 3 0 16,1 4 128-16,2 3 32 0,2 3 0 0,1-4 0 0,3-3 240 0,4-5 48 0,2-4 16 0,4-4 0 15,3-2 144-15,3-6 0 0,1-3 0 0,3-5 0 16,5-5 0-16,3-3 0 0,2-2 0 0,2-3 0 16,0-5 0-16,-3-4 176 0,-2-2-176 0,-4-4 192 15,-2-4-64-15,-2-1-128 0,-3-2 192 0,-3-4-64 16,-1 0 48-16,-3-2 0 0,-2-5 0 0,-4 1 0 16,0-3 0-16,-3 0 0 0,-1-1 0 0,-3-1 0 15,-3 1-48-15,-2-3 0 0,0-1 0 0,-5 0 0 16,-3-3-128-16,-2 0 160 0,0 0-160 0,-1 7 160 15,1 4-160-15,-1 7 0 0,1 7 0 0,-2 9 0 16,0 6-192-16,-1 9 0 0,-3 10-16 0,2 9 0 16,0 5-160-16,3 7-16 0,-3 6-16 0,4 2 0 15,-1 5 192-15,5 3 32 0,0 1 16 0,4-2 0 0,1-2 32 0,5-4 0 16,4-8 0-16,2 0 0 0,3-7 128 0,5-2-128 16,3-5 128-16,5-4-128 0,4-6 128 0,2-2-128 15,1-4 128-15,3-5-128 0,3-5 128 0,0-5 0 16,-1-3 0-16,-2-3 0 0,-1-2 128 0,-2-3-128 15,-5-1 160-15,-2-5-160 0,-2-3 256 0,-2-1-32 16,-4-2-16-16,-3-2 0 0,-1-5 0 0,-3 1 0 16,-4-2 0-16,-1-3 0 0,-3-6-48 0,-4 0-16 15,-4-2 0-15,-5 0 0 0,-2-3-144 0,-3 0 192 16,-5 1-192-16,-2-1 192 0,-2 3-192 0,3 6 0 16,1 4 0-16,5 11 0 0,-2 10-224 0,1 10 32 15,0 10 0-15,2 10 0 0,-1 10-64 0,1 8-16 16,0 8 0-16,3 0 0 0,-1 6 80 0,4 5 0 0,2 6 16 0,5 5 0 15,1 3 176-15,4-1-192 0,3-2 192 0,4-5-192 16,2-4 64-16,3-3 0 0,5-3 0 0,4-7 0 16,2 0-16-16,6-7 0 0,2-6 0 0,4-7 0 15,1-6 144-15,0-4 0 0,2-4 0 0,-1-4 0 16,1-4 0-16,-4-2 0 0,-5-3 0 0,-1-1 128 16,-4-3 16-16,-2 2 16 0,-3-6 0 0,1 0 0 15,-2-4 208-15,-1-1 32 0,-3 0 16 0,0-2 0 16,-3-1-96-16,0 1-32 15,-3-1 0-15,-1 1 0 0,-4 0-96 0,0-3 0 16,-2 3-16-16,-3-2 0 0,0-1-176 0,0 3 128 16,2 6-128-16,0 2 128 0,5 11-128 0,0 0 0 15,-8 6 0-15,1 9-176 0,2 7-144 0,1 8-48 16,0 8 0-16,3 6 0 0,1 4 64 0,3 4 16 16,2 3 0-16,4-2 0 0,4 0 112 0,1-3 32 15,2-3 0-15,1-4 0 0,0-5-16 0,0-4 0 16,0-4 0-16,1-4 0 0,-1-6 160 0,1-3 0 0,-4-6 0 0,2-4 0 15,-2-2 0-15,0-4 0 0,-3-2 0 0,0-7 0 16,-1-2 288-16,-1-2 32 0,0-4 16 0,-1-3 0 16,-3-3-32-16,-1-4-16 0,-1-3 0 0,-2-1 0 0,-1-3-96 15,-2 0 0-15,-2-4-16 0,-2 1 0 0,-1-6-32 16,-1 0 0-16,0 0 0 0,-1 5 0 0,0 4-144 0,1 4 0 16,0 6 144-16,2 8-144 0,-2 5 0 0,-3 9 0 15,0 6 0-15,-2 11-128 0,-2 8-128 0,1 9 0 16,-2 5-16-16,2 4 0 0,2 1 80 0,2 0 0 15,1-6 16-15,3 1 0 0,2-3 176 0,3-2 0 16,4-4-144-16,1-3 144 0,2-4 0 0,3-3 0 16,0-3 0-16,3-3 0 0,0-2 0 0,0-4 0 0,-1 0 0 0,1-3 0 15,0-4 0-15,-12 0 0 16,10-4 0-16,-2-1 0 0,-8 5 128 0,4-11-128 0,-3 2 128 16,-3-1-128-16,-5 1 192 0,-3-1-64 0,-5 3 0 0,-1-4 0 15,-3 2-128-15,-6 1 0 0,-3-1 0 0,-5 3 0 16,-3-5-160-16,-2 3-16 0,-3 1 0 0,5 3 0 15,2 0 176-15,1 4-208 0,2 4 80 0,4-2 128 16,1 3-192-16,5 2 192 0,3-1-192 0,5 4 192 16,2-1-224-16,5 1 80 0,2 2 16 0,4 2 0 15,4 2-128-15,5 0-32 0,4-1 0 0,4-1 0 16,6 0 32-16,6-1 0 0,5-2 0 0,8 1 0 16,6-3 256-16,3-1 0 0,3-3 0 0,-1-1 0 15,-4-4 0-15,-2-3 192 0,-3 0 0 0,-2 0 0 16,-2 3 32-16,-4 0 0 0,-8-1 0 0,-4 1 0 15,-5 0-16-15,-4-4 0 0,-15 4 0 0,0 0 0 0,0 0 48 16,0 0 16-16,-7-9 0 0,-3 2 0 0,-3 2 96 0,-7 0 16 16,-5-1 0-16,-1 1 0 0,-1-1-208 0,-3-3-48 15,-1-2 0-15,-2-1 0 0,0-2-128 0,-3 0 0 16,-4-4 0-16,0-1 128 0,3 4-128 0,4-2 0 16,3 1 0-16,7 6 0 0,4 0 0 0,8 7-192 15,1 3 64-15,10 0 128 0,0 0-272 0,0 0 64 16,11 13 16-16,3 1 0 0,7 2-16 0,1-1 0 15,2 1 0-15,3-2 0 0,3 1 208 0,-1-4-144 16,-3 0 144-16,0-1-128 0,0-1 128 0,-1-2 0 16,0-2 0-16,-2-1 0 0,-3-4 0 0,-5 0 144 15,-3-1-144-15,-12 1 160 0,9-6 96 0,-9 6 32 16,0 0 0-16,0-10 0 0,-4 0 48 0,-4 2 16 16,-3 0 0-16,-5 1 0 0,-5 2-192 0,-2 1-32 0,-3 2-128 0,-4 2 192 15,-3 0-192-15,-4 0 0 0,-3 0 0 0,0 1 0 16,1 2 0-16,3 0-192 0,6 4 192 0,3 0-208 15,2 2-16-15,6-2 0 0,3 4 0 0,7 1 0 16,2-3-32-16,5 2-16 0,2 0 0 0,0-11 0 16,9 13-32-16,4-1 0 0,5-6 0 0,2-1 0 15,-1 1 176-15,6-2 128 0,4-1-192 0,2 0 192 16,2-3 0-16,2-1 0 0,0-2 160 0,-1-2-32 16,-3 0-128-16,-2-2 0 0,-2 1 0 0,-3 0 128 15,-3 1 0-15,-4 0 16 0,-4 1 0 0,-4 0 0 16,-9 4-16-16,0 0-128 0,0 0 192 0,0 0-64 15,0 0 48-15,0 0 0 0,0 0 0 0,-7-6 0 16,-2-1-32-16,-1 2 0 0,-2 1 0 0,-1 0 0 0,-3-2-144 16,2 0 128-16,-2 1-128 0,2 0 128 0,-3-2-128 0,0 0 0 15,-3-4 0-15,2 1 0 0,-1-2 0 16,2 2 0-16,1 0 128 0,3 4-128 0,3 1 0 0,2 1 0 16,8 4 0-16,0 0 0 0,0 0-256 0,0 0 80 15,-4 9 16-15,3 1 0 0,3 2-16 0,3 2 0 16,4 3 0-16,3 0 0 0,1-1 48 0,2 1 0 15,4 3 0-15,1-2 0 0,1-1 128 0,-1 0 0 16,1-3 128-16,3-1-128 0,1-4 0 0,-3-2 0 16,-3-3 0-16,-1-2-128 0,-1 1 128 0,-2-2 192 15,-4-1-32-15,0 0-16 0,-11 0 112 0,0 0 0 16,6-6 16-16,-6 6 0 0,4-10 112 0,-5 3 32 0,-3-2 0 16,-2-1 0-16,-4 0-112 0,-1-2-32 0,-2 0 0 0,-2 1 0 15,0-1-144-15,-4 2-128 0,-1-1 144 0,0 1-144 16,-3-3 0-16,-5 0 128 0,-3 0-128 0,-3-2 0 15,-4 0 0-15,0 3 0 0,-1 1 0 0,0 4 0 16,1-1-224-16,4 5 64 0,2 3 16 0,3 3 0 16,3 1-16-16,3 2 0 0,3 3 0 0,3 1 0 15,3-1 0-15,6 1 0 0,3-2 0 0,5-8 0 16,1 12 16-16,8 1 0 0,6 0 0 0,4-2 0 16,3-4 144-16,6-2-208 0,4-2 80 0,3-2 128 15,5-2 0-15,1-3 0 0,4-4 0 0,-1-1 0 16,-1-3 0-16,-5 0 0 0,-7-1 0 0,-4 0 128 15,-3 2 0-15,-6-2 0 0,-2 1 0 0,-4 0 0 16,-5-1 112-16,-3 1 16 0,-5 1 0 0,-3-2 0 16,-2 0 0-16,-5 0 16 0,-6-1 0 0,-2 4 0 0,-5-4-80 15,-5 1 0-15,-7 1-16 0,-4-2 0 0,-6-2-176 0,-4 0 128 16,1-1-128-16,-2-5 128 0,-1 0-128 0,-3-5 0 16,-2-1 0-16,-6 1 0 0,-7-2 0 0,-1 3 0 15,1 1 0-15,3 5 0 0,6 0-192 0,4 4 192 16,-1 3-160-16,1 5 160 0,0 3 0 0,3 4-144 15,2 4 144-15,6 4 0 0,6 5 0 0,2 2-160 16,4 2 160-16,6 4 0 0,2 2-192 0,6 1 64 16,4-1 128-16,5 2-208 0,3-2 208 0,4 3-192 15,3 0 192-15,3-3-192 0,2-3 192 0,3 0-192 16,0-5 192-16,4-2-192 0,1-5 192 0,1 0 0 16,0-3 0-16,0-1 0 0,-13-3 0 0,12-2 160 0,-12 2-160 0,10-5 192 15,-10 5 0-15,5-9 0 0,-2-2 0 16,-3 0 0-16,-2-2 0 0,-4 1 16 0,-6 0 0 0,-2 0 0 15,-2-1-80-15,-2 3-128 0,-2-4 176 0,0 1-176 16,-4 0 128-16,1-2-128 0,-2-2 0 0,-1 0 0 16,-3-2 0-16,-1 2 0 0,-2 3 0 0,0 3 0 15,4 3-192-15,1 6 48 0,3 3 16 0,-1 5 0 16,4 5-64-16,3 3 0 0,2 4 0 0,6 2 0 16,2 1 64-16,3-2 0 0,5 1 0 0,4-3 0 15,3-3 128-15,6-2-160 0,3 1 160 0,4-2-160 16,2-4 160-16,5-1 0 0,3-4 0 0,3-2 0 15,2-2 0-15,0-5 0 0,-1-5 0 0,-1-2 0 16,-1-2 0-16,-2-1 0 0,-1-1 160 0,-4 0-160 16,-6 0 160-16,-3 2-160 0,-2 0 160 0,-5 3-160 15,-5 0 176-15,-5 3-176 0,-4-1 192 0,-4 2-192 0,-6 1 144 0,-3 3-144 16,-3 1 0-16,-2 3 144 0,-3-2-304 0,0 7-64 16,-3 0-16-16,0 1 0 0,-1 1 48 0,2 1 0 15,-1 1 0-15,3 1 0 0,2-1 192 0,6-3 0 16,6-1 0-16,12-4-144 0,0 0 144 0,0 0 0 15,11-4 0-15,7-3 0 0,7-6 0 0,5-4 0 16,4-4 0-16,3-1 0 0,4-4 160 0,5-1-32 16,2-3-128-16,1 2 192 0,2-3-32 0,-1 4-16 15,-2 0 0-15,-4 5 0 0,-5-2 64 0,-6 5 16 16,-10 2 0-16,-4 4 0 0,-5 1-64 0,-4 3-16 16,-10 9 0-16,0 0 0 0,0 0 0 0,0 0 0 15,-10-4 0-15,-6 5 0 0,-4 5-144 0,-7 3 160 0,-1 1-160 0,-5 3 160 16,-2 3-160-16,0 1 0 0,1-2 0 0,1 4 0 15,1 0 0-15,2 3 0 0,1-2 0 0,4 0 0 16,3-2-144-16,4-3 144 0,3-2 0 0,5-2 0 16,10-11-144-16,0 0 144 0,0 0 0 0,0 0-144 15,14 4-48-15,6-7 0 0,2-5 0 0,5-3 0 16,5-5 192-16,3-4 0 0,3-2-144 0,4-2 144 16,3 1 0-16,-1 0 0 0,-1-3 0 0,-3 0 0 15,-8 0 0-15,-1 1 0 0,-4 1 0 0,-4 1 0 16,-6 0 0-16,-4 3 128 0,-6 2-128 0,-5 3 192 15,-3 2-48-15,-4 3 0 0,-6-1 0 0,-2 4 0 16,-5 1-144-16,-4 5 128 0,-4 4-128 0,-4 5 128 16,-4 2-128-16,-5 7 0 0,-3 5 0 0,2 5 0 15,0 5-224-15,3 3 80 0,0 5 16 0,3 3 0 0,2 6-48 16,3 0 0-16,3 1 0 0,2-2 0 0,4-5-64 0,7-3-16 16,5 0 0-16,6-9 0 0,5-3 256 0,6-7-176 15,5-2 176-15,7-8-160 0,4-3 32 0,6-5 0 16,5-6 0-16,9-6 0 0,10-9 128 0,5-4 0 15,3-7 0-15,-1-4 0 0,-5-2 0 0,0-1 0 16,-7-3 0-16,1-1 0 0,-1 0 0 0,-1 2 0 16,0 2 0-16,-5 0 0 0,-5 4 160 0,-6 2-32 15,-7 0-128-15,-7 5 192 0,-6 0 64 0,-8 3 0 16,-7 3 0-16,-7 2 0 0,-7 2-64 0,-7 6 0 16,-7 5 0-16,-6 6 0 0,-5 4-192 0,-6 11 0 15,-4 8 0-15,-3 5-160 0,-2 6-48 0,-1 2-16 0,-4 1 0 16,-2 3 0-16,-2 2 96 0,2 3 128 0,3 4-208 0,6 1 80 15,2 3-48-15,6-7 0 0,5-2 0 0,10-4 0 16,5-9-112-16,8-5-32 0,6-6 0 0,6-9 0 16,3-3 64-16,3-10 16 0,8 3 0 0,6-7 0 15,8-5-16-15,4-7 0 0,4-8 0 0,7-8 0 16,3-3 256-16,7-1 0 0,1-2 0 0,5-3 160 16,1-2-160-16,-3 3 0 0,-6 1 0 0,-6 2 0 15,-4 1 128-15,-6 2-128 0,-3 1 192 0,-8 3-64 16,-6-1 112-16,-6 4 16 0,-3 3 0 0,-7 3 0 15,-7 2 0-15,-4 2 0 0,-5 4 0 0,-5 8 0 0,-7 3-256 0,-9 11 0 16,-8 6 0-16,-5 7 0 0,-2 8 0 0,0 4-208 16,-1 2 16-16,1 2 0 0,1 1 64 0,-1 0 128 15,-3 1-208-15,3 0 80 0,0 0 0 0,7-4 0 16,7-5 0-16,6-2 0 0,7-6-16 0,8-7 0 16,8-5 0-16,6-5 0 0,7-6-48 0,0 0 0 15,15-6 0-15,7-3 0 0,9-3-48 0,4-4-16 16,6-3 0-16,3-2 0 0,6-2 256 0,-1-1 0 15,1 1 0-15,-1-2-144 0,0-1 144 0,-1-1 0 16,0-1 0-16,0 1 0 0,-2 5 176 0,-4 0 16 16,-6 3 0-16,-5 3 0 0,-6 0 48 0,-5 3 16 15,-5 2 0-15,-5 5 0 0,-10 6-80 0,0 0-16 0,0 0 0 16,-19 3 0-16,-4 4-160 0,-8 6 128 0,-7 7-128 0,-4 3 128 16,-5 3-128-16,1 4 0 0,3 3-192 0,0 1 192 15,0-3-144-15,2 2 144 0,-1-1 0 0,4-3 0 16,4-4 0-16,7-4 0 0,5-3 128 0,7-8-128 15,7-3 0-15,8-7 0 0,0 0-208 0,15-9 64 16,7-6 144-16,4-4-208 0,8-6 80 0,4-4 128 16,5-6-144-16,5-1 144 0,4-2 0 0,4-1 0 15,3-2-128-15,2 0 128 0,0-2 0 0,-4 2 0 16,-8 3 0-16,-3 3 0 0,-7 1 0 0,-7 7 0 16,-7 5 0-16,-5 6 0 0,-6 6 0 0,-5 6 0 15,-9 4 0-15,0 0 0 0,-12 14-128 0,-7 12 128 16,-10 11-128-16,-9 6 128 0,-7 5-192 0,-10 4 192 15,-6 3-176-15,-4 4 176 0,-5 4-160 0,1 1 160 16,2 4 0-16,3-4 0 0,2-5-128 0,6-8 128 0,6-12 0 16,9-5 0-16,10-7 0 0,9-8 0 0,7-5 0 0,15-14 160 15,0 0-160-15,0 0 128 0,19-4-128 0,7-9-176 16,6-7 48-16,6-6 0 0,4-8 128 0,3-6 0 16,4-6-144-16,3-4 144 0,5-3 0 0,7 0 0 15,6-2 0-15,2 1 0 0,-3 2 0 0,-4 0 128 16,-5 0-128-16,-4 0 128 0,-1 2-128 0,-3 6 0 15,-3 5 0-15,-6 5-176 0,-6 6 176 0,-7 9 0 16,-10 6 0-16,-7 4 128 0,-13 9-128 0,0 0 0 16,-12 13 0-16,-10 6 0 0,-11 7 0 0,-7 10 0 15,-6 5 0-15,-2 9 0 0,-5 5 0 0,-6 1 0 16,-6-2 0-16,-4 3-192 0,-2-1 192 0,8-4 0 0,6-4 0 16,12-5 128-16,8-7-128 0,11-6 176 0,9-10-176 0,8-7 192 15,9-13-192-15,0 0 0 0,17-3 0 0,9-10 0 16,8-10 0-16,13-11 0 0,9-5 128 0,7-3-128 15,4-1 0-15,4-5 0 0,-2-4 0 0,4-3 0 16,7-2 0-16,3-2 0 0,2 0 0 0,-7 2 128 16,-8 5 0-16,-6 5 0 0,-6 4 0 0,-8 5 0 15,-7 7 0-15,-9 5-128 0,-8 9 192 0,-7 5-64 16,-9 8-128-16,-10 4 0 0,-5 11 0 0,-8 7 0 16,-9 8 0-16,-8 9 0 0,-7 8 0 0,-6 5 0 15,-5 6 0-15,-6 2 0 0,-4 0 0 0,-6 0 0 16,-4-4 0-16,6-4 0 0,4-1 0 0,9-5 128 15,7-5-128-15,8-6 0 0,8-6 0 0,6-7 0 16,7-5 0-16,6-7 0 0,7-6 128 0,0 0-128 0,7-10 0 16,6-6 0-16,4-5-192 0,8-5 192 0,6-4-192 0,6-3 192 15,5-5-192-15,3-3 192 0,5 0-192 0,2-5 192 16,0-2-160-16,-1-3 160 0,-2-4-352 0,-3 2 32 16,-5 2 0-16,-2 3 0 15,-4 1-160-15,-4 8-32 0,-7 7 0 0,-6 10 0 16,-4 5 64-16,-7 8 16 0,-7 9 0 0,0 0 0 0,-15 12 128 0,-7 10 32 15,-5 9 0-15,-3 8 0 0,-3 4 272 0,-5 6 0 16,-5 9 0-16,-4 2 0 0,-3 0 240 0,-3-1 48 16,1-7 16-16,7-2 0 0,4-4 288 0,7-8 64 15,6-3 16-15,8-7 0 0,7-3-192 0,4-7-32 16,4-5-16-16,5-13 0 0,0 0-256 0,13 4-48 16,1-7-128-16,6-6 192 0,6-7-192 0,5-1 176 0,4-5-176 0,7-2 160 15,5-4-160-15,-1-1 128 0,-2 3-128 0,-1-6 128 16,-3-2-128-16,3 0-144 0,3 1 144 0,-3 2-208 15,-1 4-64-15,-3 6-16 0,-3 4 0 0,-2 8 0 32,-1 9-160-32,-4 6-48 0,-5 10 0 0,-3 7 0 15,-4 6-80-15,-6 6 0 0,-6 4-16 0,-5 4 0 0,-4 4 320 0,-3-1 64 0,-3 0 16 0,1-3 0 16,0-4 192-16,2 0 0 0,2-1 0 0,0-6-144 16,-1-6 320-16,3-5 64 0,1-5 16 0,2-4 0 15,0-12 64-15,0 0 32 0,0 0 0 0,12-3 0 16,2-6-32-16,2-8 0 0,1-7 0 0,1-6 0 15,0-5-160-15,1 0-32 0,-1 1-128 0,0-2 192 16,0-3-192-16,-2-4 0 0,-3-3 0 0,-1-4 0 0,-3-4 0 16,-1 0 0-16,-3-1 0 0,-1 5 0 0,0 4-272 0,-2 12 0 15,1 11 0-15,-3 10 0 0,0 13-112 0,0 0 0 16,-5 22-16-16,-3 13 0 0,-1 12 80 0,-3 10 0 16,0 8 16-16,-2 3 0 0,-2 4 304 0,2 1-192 15,1 5 192-15,3 3-160 0,0 0 160 0,3-7 0 16,0-7 0-16,6-11 0 0,1-9 208 0,4-11 32 15,0-6 0-15,2-8 0 0,2-6 336 0,0-4 80 16,-2-5 16-16,-6-7 0 0,0 0-160 0,8-6-16 16,-1-6-16-16,-1-3 0 0,-2-6-112 0,0-4-32 15,-3-5 0-15,-2-3 0 0,-2-4-192 0,-2-5-144 16,-1-6 192-16,-2-7-192 0,-1-6 128 0,0-2-128 16,-1-1 0-16,1 1 0 0,-2 2 0 0,1 3 0 0,4 3-176 15,3 8 176-15,2 10-192 0,2 11 64 0,2 7 128 0,0 10-208 16,-3 9 80-16,0 0 128 0,2 18-208 0,1 5 80 15,-3 10-48-15,-2 5 0 0,-1 5 0 0,-1 1 0 16,0 2 176-16,0 5 0 0,-1 2-144 0,2 3 144 16,3 3 0-16,3-2 0 0,2-1 0 0,3-5 0 15,1-4 0-15,1-8 0 0,1-5 0 0,0-7 0 16,2-5 0-16,0-3 0 0,1-8 0 0,-1-1 0 16,0-4 192-16,-2-5 0 0,1-2 0 0,-3-5 0 15,-1-5 64-15,-1-2 0 0,-2-5 16 0,0-3 0 16,-1-2-48-16,-2-5-16 0,1-3 0 0,-3-4 0 15,0-4-80-15,-3-4-128 0,0-10 176 0,-3-1-176 16,0-5 144-16,-3-1-144 0,-2-1 0 0,-2-3 144 16,-4-4-144-16,-1-1 0 0,0 0 0 0,-2 4 0 0,1 3 0 15,-1 10 0-15,1 8-192 0,0 13 192 0,5 10-304 0,1 10 64 16,-1 9 16-16,-2 12 0 0,-1 11-96 0,0 12-32 16,0 12 0-16,3 11 0 0,5 11 128 0,2 2 32 15,3 1 0-15,4 2 0 0,4 0 0 0,5-5 16 16,3 0 0-16,4-10 0 0,4-5 48 0,5-5 0 15,4-5 0-15,1-5 0 0,0-6 128 0,0-6 0 16,1-4-144-16,-1-7 144 0,-2-2 0 0,0-6 0 16,-2-1 0-16,-2-5 0 0,-3-4 0 0,-2 1 0 15,-2-4 0-15,-5-1 128 0,-6-1 64 0,0-4 16 16,-1-4 0-16,-4-1 0 16,-5-3 112-16,-4-1 32 0,-3-2 0 0,-2-2 0 15,-2-4-128-15,0-1-32 0,-4-2 0 0,1-2 0 16,-1-1-192-16,-4-3 144 0,0-3-144 0,-3-1 128 15,-2-3-128-15,0-2 0 0,-4-3 0 0,3 4 0 0,-1 3 0 0,5 11 0 16,7 11 0-16,2 9 0 0,5 8-160 0,4 10 160 16,-1 13-208-16,4 12 80 0,3 8-192 0,3 10-48 15,2 2 0-15,4 6 0 0,1 4 176 0,5 4 48 0,5 8 0 0,4 1 0 16,4 3 144-16,6-3-160 0,0-2 160 0,1-6-160 16,-1-8 32-16,4-4 0 0,2-8 0 0,1-7 0 15,1-8 128-15,2-1-128 0,4 1 128 0,-4-9-128 16,-4-6 128-16,-6-4 0 0,-6-6 0 0,-5-5 128 15,-6-5 96-15,-3-6 32 0,-3-8 0 0,-3-5 0 16,-6-6 384-16,0-4 64 0,-1-1 32 0,-1 0 0 16,-4-3-320-16,-6-2-64 0,-3-3-16 0,-4-4 0 15,-3-5-144-15,-5-5-48 0,-5-2 0 0,-5-7 0 16,-1-1-144-16,-1-1 128 0,0 4-128 0,0 0 128 16,0 3-128-16,2 6 0 0,1 8 0 0,1 8 0 15,5 8 0-15,2 10-224 0,-1 10 80 0,0 13 16 16,-1 9-48-16,0 13 0 0,2 11 0 0,2 8 0 0,2 8-32 15,3 4-16-15,3 3 0 0,3 5 0 16,5 2 96-16,5 2 128 0,4-2-208 0,8-4 80 0,3-6-32 0,6-8 0 16,3-8 0-16,3-5 0 0,3-4 16 15,0-6 0-15,1-7 0 0,-1-2 0 0,-4-5 144 0,-4-3 0 16,-4-3 0-16,-2-4 0 0,-3-6 0 0,-9 6 0 16,4-13 0-16,-4-2 128 0,-1-6 32 0,-3-3 16 15,-5 0 0-15,-3-6 0 0,-4-3 0 0,-6-3 0 16,-8-7 0-16,-6-3 0 0,-5-5-176 0,-2-2 160 15,-1-2-160-15,0 0 160 0,-1 3-160 0,1 1-224 16,0 0 48-16,-3 4 16 0,-4 4-112 0,-1 5-32 16,-3 10 0-16,-1 11 0 0,1 10-32 0,-1 9-16 0,-1 12 0 15,-1 11 0-15,1 7 96 0,-4 6 32 0,-7-1 0 16,3 0 0-16,0 3 224 0,3-4-176 0,8-3 176 0,7-2-160 16,5-6 160-16,5-1 0 0,6-3 0 0,4-5 0 15,2-3 0-15,4-3 0 0,3-3 0 0,2 0 0 16,1-7 0-16,3 0 0 0,3-3 0 0,9 3 0 15,0 0 0-15,0 0 0 0,0 0 128 0,0 0-128 16,0 0 0-16,0 0 0 0,6 14 0 0,2 1 128 16,1 0-128-16,2 3 0 0,0-2-128 0,1 2 128 15,0 2 0-15,1-1 0 0,0 1 0 0,-1 0 0 16,-2-2 0-16,0-3 0 0,1-1 0 0,-2-4 0 16,-1 0 0-16,-8-10 0 0,6 8 0 0,-6-8 0 15,0 0 176-15,0 0-48 0,0 0 0 0,-5 8 0 16,-1-1 96-16,-5-6 16 0,-2-2 0 0,-2-2 0 0,-5-1-32 0,-2 1 0 15,-2-2 0-15,-2-1 0 0,-2-3-32 0,-4-2-16 16,0-1 0-16,-1-2 0 0,1 1-16 0,0-5 0 16,4 1 0-16,4 2 0 0,6 2 32 0,2 3 0 15,4 0 0-15,3 4 0 0,4 4-176 0,5 2 0 16,0 0 0-16,0 0 0 0,4 14 0 0,-1 3-224 16,1 1 48-16,2 2 16 0,3-1 160 0,2 1-160 15,0-4 160-15,1-2-160 0,2-1 160 0,2-1 0 16,0-4 0-16,1-2 0 0,0-3 0 0,0-2 0 15,-2-2 0-15,0-2 0 0,-2-1 0 0,-2-2 192 16,0-3-32-16,-2-5-16 0,-1-2 128 0,-2-4 32 16,1-1 0-16,-2-2 0 0,-1-2-48 0,-2 0-16 0,1-1 0 15,-2-1 0-15,-1 2-112 0,0 1-128 16,0 2 176-16,-1 4-176 0,0-2 128 0,-1 7-128 0,1 3 0 0,1 10 0 16,0 0 0-16,0 0 0 0,0 0 0 0,-8 5 0 15,2 4-192-15,-1 7 48 0,-1 1 16 0,3 6 0 16,0 5-32-16,2-1 0 0,2-2 0 0,2 0 0 15,2-1 160-15,2 0 0 0,2-1-144 0,2 0 144 16,0-7 0-16,4 0 0 0,0-2 0 0,1-2 0 16,-1-3 0-16,3 0 0 0,1-2 0 0,0-2 0 15,-1-2 0-15,-2-3 0 16,-2-1 0-16,-2-1 0 0,-10 2 0 0,0 0 0 0,8-5 0 0,-8 5 0 0,1-9 0 0,-2 0 128 16,-4-2-128-16,-4 1 192 0,-3 2-64 0,-4-4-128 15,-3 1 192-15,-2-1-64 0,-3-1-128 0,-3-3 0 16,-6-2 144-16,1 0-144 0,-2-1 0 0,-1-1 144 15,-3-3-144-15,5 1 0 0,5 4 0 0,3 2 0 16,1 3 0-16,5 3 0 0,3 2 0 0,6 3 0 16,2 0 0-16,8 5 0 0,0 0 0 0,0 0-144 15,0 0 144-15,8 11-192 0,4 5 32 0,2 1 0 16,1 4 0-16,6 4 0 0,5 3 160 0,6 5 0 16,2 2 0-16,5 2 0 0,4 2-192 0,0 1 32 0,0 0 16 15,0 2 0-15,2-1-80 0,5-7-16 0,2-2 0 0,11-5 0 16,6-2 0-16,3-3 0 0,-1-2 0 0,-2-7 0 15,-1-4 240-15,1-8 0 0,0-2 0 0,2-4-144 16,2-2 144-16,-5-2 0 0,-7 0 0 0,-4-3 128 16,-3 3-128-16,-2-1 0 0,-3-1 128 0,1 4-128 15,-2-3 128-15,-1 3-128 0,0 0 160 0,-1 2-160 16,-1 4 0-16,-4-2 0 0,-5 3 0 0,-1 3 0 16,-2-3 128-16,-3 1-128 0,-3 2 0 0,-1-1 0 15,-3-1 128-15,-3-1-128 0,1 0 0 0,-3 0 0 0,-2 0 128 0,-2 0-128 16,0-1 0-16,-14 1 144 0,0 0-144 0,0 0 160 15,0 0-160-15,10 0 160 0,-10 0-160 0,0 0 192 16,0 0-192-16,0 0 192 0,0 0-192 0,-8-6 192 16,-2-3-192-16,-2 2 192 0,0 2-192 0,0 0 128 15,-2 1-128-15,1 1 128 0,-3 0-128 0,1 2 0 16,-1 1 0-16,1 0 128 0,0 4-128 0,1 1 0 16,1 0 0-16,1 2 0 0,2 2-176 0,1-2 176 15,2 2-128-15,3 1 128 0,4-10-144 0,0 12 144 16,0-12-160-16,7 12 160 0,2-5-176 0,1 0 176 15,1-2-192-15,2-1 192 0,1-4 0 0,2-4 0 16,-1 2 0-16,2-2 0 0,1 0 0 0,1-1 0 16,-2-3 0-16,1 0 0 0,-1 0 0 0,-4 2 0 0,-3-2 144 0,-1 3-144 15,1 1 0-15,-10 4 128 0,0 0-128 16,10 1 0-16,-10-1 0 0,8 8 0 0,-2 1 0 0,-2 3 0 16,-1 1 0-16,-3-3 0 0,0 4-176 0,-1 2 176 15,-1 0-160-15,1-2 160 0,-2-2-192 0,2-2 192 16,1-10-128-16,0 0 128 0,0 0 0 0,0 0 0 15,-4 11 0-15,4-11 0 0,0 0 0 0,0 0 0 16,-8-8 144-16,3-3-16 0,2 0 0 0,0-6 0 16,-4-2 0-16,-1-1 0 0,-1-4 0 0,1-2 0 15,-3-1 0-15,-2-3 0 0,-3 0 0 0,0-2 0 16,1 1-128-16,-1 0 160 0,-2 0-160 0,-3-2 160 16,-3-1-160-16,1 1 0 0,-2 2 0 0,-2 0 128 15,-5-2-128-15,0 5 0 0,-3 3 144 0,-2 0-144 16,-2 0 128-16,1 2-128 0,2 2 128 0,-2-1-128 0,0 2 128 15,0 3-128-15,2 2 160 0,-1 0-160 0,-1 1 128 0,-1 1-128 16,-4 0 0-16,-1 1 0 0,-2 3 0 0,2 4 0 16,-2 1 0-16,1 4 0 0,-2 1 0 0,4 4 0 15,1 2 0-15,0 2 0 0,1-1-240 0,-4 1 64 16,-2-1 16-16,1 1 0 0,-4 1 0 0,3-2 0 16,0 0 0-16,1 0 0 0,1 1 160 0,2 1-208 15,1-3 80-15,2-1 128 0,-1 0-224 0,0-2 80 16,-1-2 16-16,-1 0 0 0,-2-2 128 0,1-3 0 15,0 2-144-15,1-2 144 0,1 0 0 0,4 1 0 16,3-2 0-16,2 1 0 0,2 2-128 0,1-3 128 16,0 1 0-16,2 1 0 0,-1-2 0 0,1 0 0 15,1 0 0-15,4 1 0 0,3 1-128 0,6-1 128 0,3 1 0 16,11 2 0-16,0 0 0 0,0 0 0 0,11-6 0 0,7-4 0 16,7 0 0-16,5-3 0 0,4-3 0 0,5-5 0 15,2-1-128-15,8-2-64 0,3-4-16 0,12-2 0 31,7-4-2304-31,4-1-464 0,-1-3-96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9-20T01:39:10.40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30258 15583 17503 0,'0'0'1552'0,"5"-11"-1232"0,0 1-320 0,1-1 0 0,0 2 1744 0,2 0 304 0,1 1 48 0,2-1 16 0,0 3-976 0,1-1-192 16,-2 1-48-16,1 2 0 0,-1 1 16 0,1 3 0 15,-11 0 0-15,11 5 0 0,0 2-64 0,-3 3-16 16,-2 1 0-16,-2 4 0 0,-1 4-160 0,-2 5-32 15,-2 5-16-15,-2 6 0 0,-1 4-160 0,-2 6-16 16,-3 0-16-16,1 7 0 0,0 7-64 0,-1 0-16 16,-4-2 0-16,1 0 0 0,0 0 16 0,3-3 0 15,0 0 0-15,4-5 0 0,1-2-64 0,3-2-16 16,3-4 0-16,3 0 0 0,3-1-128 0,1-2-32 0,4-7 0 16,0-2 0-16,0 0-128 0,4-5 160 0,2 1-160 0,2-7 160 15,-1 1-160-15,3-6 0 0,-1 0 144 0,1-2-144 16,-2-3 0-16,0-3 0 0,0-1 0 0,-3-4 128 15,-2-2-128-15,-1-2 0 0,0-1 0 0,0-2 0 16,-2-5 0-16,-1 1 0 0,-1-2 0 0,-4 0 0 16,0 0 0-16,-2 2-160 0,2-1 160 0,-7 12-160 15,1-9 160-15,-1 9-128 0,0 0 128 0,0 0-128 16,0 0 128-16,-12 9 0 0,-1 4-144 0,0 6 144 16,0-1 0-16,0 3 0 0,-3 1 0 0,2 3 0 15,1 2 0-15,0 3 128 0,0 3 0 0,2-3 0 16,2 2-128-16,2 2 160 0,-1 0-160 0,2 1 160 15,3 2-160-15,0-1 0 0,0 2 0 0,1 1 0 16,-2 2 0-16,1 0 0 0,2 2 0 0,-2 2 0 0,-1-1 0 16,2 2 0-16,-1-1 0 0,-1 1 0 0,-1-3 0 0,0-4 0 15,0-1 0-15,-1-4 0 0,0-3 0 0,-2-1 0 16,0-3 0-16,3-1 0 0,0-6 0 0,-3 0 0 16,1-2 0-16,1-3 0 0,-2-2 0 0,0-2 128 15,1-5-128-15,-3 1 0 0,1-4 0 0,-1 0 0 16,2-3-144-16,-1-2 144 15,-3-2-1280-15,2 0-128 0,1-1-48 0,2-2-16144 0</inkml:trace>
  <inkml:trace contextRef="#ctx0" brushRef="#br0" timeOffset="14964.53">33091 7608 11055 0,'0'0'976'0,"0"0"-784"0,0 0-192 0,0 0 0 16,0 0 1728-16,0 0 288 0,0 0 64 0,0 0 16 15,0 0-1008-15,0 0-208 0,0 0-48 0,0 0 0 16,-4 13-288-16,4-13-64 0,8 8-16 0,-8-8 0 15,0 0 176-15,0 0 48 0,8 6 0 0,-8-6 0 16,6 8-32-16,-1 1 0 0,-5-9 0 0,6 13 0 16,-1-1-256-16,0 1-48 0,-1 3-16 0,1 4 0 0,2 1-192 0,2 8-144 15,0 4 192-15,1 4-192 0,2 6 0 16,0 0 0-16,-2 0 0 0,2 0 0 0,0-2 0 0,-1-3 0 16,1-4 0-16,0-4 0 0,0-3 0 0,-1-1 0 15,0 0 0-15,-1 1 0 0,1 2 0 0,-2 6 0 16,-3 8 0-16,1 6 0 0,-2 0 0 0,0-2 0 15,1 0 0-15,-4-1 0 0,1-7 128 0,-1-1-128 16,1-5 0-16,-2 0 0 0,-1 1 0 0,0 4 0 16,0 0 0-16,0 6 0 0,-1 4 144 0,1 0-144 0,-1-1 0 15,1-4 144-15,0-2-144 0,0-2 0 0,-2-8 0 0,2-1 0 16,3-4 0-16,-2 3 0 0,1-2 0 0,-1 3 0 16,0 2 0-16,0 1 0 0,1 5 0 0,-1 0 0 15,2-1 0-15,-1-1 0 0,0 1 0 0,-1-2 0 16,0 0 128-16,1-5-128 0,-1-4 0 0,-1 0 128 15,0-1 112-15,1 0 16 0,2-2 0 0,-2 2 0 16,-2 1-16-16,2 7 0 0,2-1 0 0,-1 7 0 16,1 3-240-16,1 1 0 0,0 3 0 0,0-3 0 15,-1-3 0-15,1-1 0 0,-1-5 0 0,1-1 0 16,0-2 0-16,0 2 0 0,0 0 0 0,0 7 0 16,1 3 0-16,1 1 0 0,1 2 0 0,1-1 0 15,1-2 128-15,0-2-128 0,0-4 0 0,1-3 0 16,1-5 128-16,1-2-128 0,1-1 0 0,0 2 0 0,-2 0 128 0,-3-9-128 15,1 3 0-15,2 5 144 0,-1 6-144 0,1-2 192 16,-1 3-192-16,1 0 192 0,-1 0-192 0,7 25 192 16,-4-13-192-16,-1-6 192 0,-3-7-64 0,-1-5-128 15,-2 1 192-15,-1-2-64 0,1 5 16 0,-3 5 0 16,1 1 0-16,0 5 0 0,0 2-144 0,0 1 192 16,-3-2-192-16,1-1 192 0,-2-2-192 0,0-5 0 15,0-3 0-15,0 0 128 0,-2-1-128 0,2 5 192 16,-1 3-192-16,0 8 192 0,-3 6-192 0,0 0 0 0,1 1 0 15,1-4-176-15,-2-4 176 0,1-4 0 0,2-1 0 0,0-4 0 16,-2 1 128-16,2 6-128 0,-1 6 128 16,1 4-128-16,-1 1 0 0,-1-3 0 0,0-4 0 0,-1-6 0 15,0-4 0-15,-1-5 0 0,-3-6 0 0,-1 0 128 16,0-2-128-16,-1 0 0 0,-3 0 0 0,5-10 0 16,-3 2-176-16,0 3 0 0,-4 4 0 0,1-3 0 15,-2 1-64-15,1 1-16 0,-1-2 0 0,-13 16 0 16,7-8-16-16,4-7-16 0,2-3 0 0,2-2 0 15,0-3 144-15,1 2 144 0,2 0-208 0,1-1 80 16,1-2 320-16,1 1 80 0,3-2 16 0,-1-2 0 16,0 0 272-16,2 1 48 0,1-3 16 0,2 1 0 15,1-10-176-15,-4 12-48 0,2 0 0 0,-1-2 0 0,2 1-96 0,-2-1-32 16,-2-1 0-16,2 2 0 0,1 0-80 0,-1 1-32 16,-2 0 0-16,0 1 0 0,1 1 96 0,0 0 32 15,-1 2 0-15,-1 1 0 0,1 1 96 0,0 2 32 16,0 1 0-16,-1-2 0 0,1 2-32 0,0 0 0 15,-1-1 0-15,-1-1 0 0,0-1-112 0,0 1-16 16,-4-1-16-16,1 0 0 0,-3 0 0 0,0 1 0 16,-3-1 0-16,-1 0 0 0,-2 0 48 0,7-6 16 15,-2 2 0-15,-2 3 0 0,-1 4-16 0,-1 3 0 16,-2 3 0-16,1 3 0 0,0 3-96 0,-13 28 0 16,6-10-16-16,3-6 0 0,5-5-176 0,3-4 192 15,-1-2-192-15,2-7 192 0,-1-1-192 0,2-2 160 16,-1-3-160-16,-2 0 160 0,1-2-160 0,-1 2 0 0,-1 0 144 15,1 1-144-15,1 1 0 0,-1 4 144 0,-1 0-144 0,0 2 0 16,0 1 0-16,2 0 0 0,-2 0 0 0,1 0 0 16,3-6 0-16,0 1 0 0,0-1 0 0,1-2 0 15,2 0 0-15,1-1 0 0,-1-3 0 0,7-8 0 16,-1 2 0-16,0 1 0 0,0 3 0 0,1 2 0 16,1-1 0-16,-1 4 0 0,0 0 0 0,-2 19 0 15,1-6 0-15,2-1 0 0,-2-7 0 0,1 1 0 16,1 0 0-16,-1 2 0 0,0-3 0 0,1 0 0 15,-2-2 0-15,0-1 0 0,-1 1 0 0,-1-5 0 16,0 1 0-16,1-1 0 0,-2 0 0 0,1 0 0 16,-3 1 0-16,1-3 0 0,1 2 0 0,1-2 0 15,-2 0 0-15,-1 1 0 0,0 1 0 0,-1-1 0 0,0 0 128 16,0-2-128-16,-1-1 0 0,1 1 0 16,-2 0 0-16,0-2 0 0,2 0 0 0,1-1 0 0,0-1 128 0,-2-1-128 15,1-2 0-15,-2 0 0 0,0-1 0 0,1 1 0 16,-1-1 128-16,0 1-128 0,-1 0 0 0,1 1 0 15,-1 1 0-15,2-2 0 0,-2 0 128 0,-1-1-128 16,0 0 0-16,1-1 0 0,-1 1 0 0,-1 1 0 16,1 1 0-16,0-3 0 0,-2 1 0 0,2 0 0 15,1 0 0-15,-2 0 0 0,0 1 0 0,0 0 0 16,0-1 0-16,0 2 0 0,0 2 128 0,0-2-128 16,1 1 0-16,-2 0 0 0,-1 1 0 0,1 0 0 15,0-4 0-15,0 2 0 0,-1 2 0 0,3 0 0 0,0 1 0 16,-3 0 0-16,-3 0 0 0,1 1 0 0,-1 0 0 15,-1 1 0-15,0 0 0 0,-1 0-144 0,-1 0 144 0,-1 1-128 16,1 0 128-16,-1-1 0 0,3 1-144 0,-1-3 144 16,-1 0 0-16,2-1 0 0,1-2 0 0,2 1 0 15,0-3 0-15,3-1 0 0,2 1 0 0,2-1 0 16,-1-1 0-16,2-1 0 16,-2 1 0-16,1-2 0 0,2-1-144 0,0 1 144 15,0 2 0-15,0-4 0 0,9-2-160 0,-11 4 160 16,1 0-128-16,10-4 128 0,-9 5-144 0,9-5 144 0,-8 5-160 0,8-5 160 15,-9 4-144-15,9-4 144 0,0 0-128 0,-8 6 128 16,8-6 0-16,-8 3-160 0,8-3 160 0,-8 6 0 16,8-6 0-16,0 0 0 0,-9 5 0 0,9-5 0 15,-7 5 0-15,7-5-128 0,-10 5 128 0,10-5 0 16,0 0 0-16,-7 6 0 0,7-6 0 0,-8 3 0 16,8-3-224-16,0 0 64 0,0 0 16 0,0 0 0 15,0 0-1680-15,0 0-336 16,0 0-64-16</inkml:trace>
  <inkml:trace contextRef="#ctx0" brushRef="#br0" timeOffset="15345.31">31068 16228 2751 0,'0'0'128'0,"0"0"16"0,0 0-144 0,0 0 0 0,9 8 0 0,1 1 0 16,1-1 5136-16,-5 3 1008 0,-2-1 192 0,0 1 32 16,1 1-4384-16,-2 2-864 0,-2 2-176 0,-1 1-48 15,0-3-448-15,-1 6-80 0,-2-2-32 0,-1 3 0 16,-1-4-16-16,0 3-16 0,0-6 0 0,-1 1 0 15,0 0 176-15,2-2 32 0,0 0 16 0,1-1 0 16,3-12 256-16,-4 10 48 0,4-10 16 0,-1 12 0 16,1-12-48-16,0 12-16 0,3-2 0 0,2-1 0 15,0-1-432-15,2 0-96 0,2 0 0 0,3-1-16 16,2 3-240-16,2-1 176 0,-2-2-176 0,4 3 160 16,4-3-160-16,2 0 0 0,1 1 0 0,1-3 128 15,0-2-880 1,4-2-176-16,4-1-32 0,1-1-10400 0,1-6-2080 0</inkml:trace>
  <inkml:trace contextRef="#ctx0" brushRef="#br0" timeOffset="24686.05">19174 17713 1839 0,'0'0'160'0,"0"0"-160"0,0 0 0 0,0 0 0 0,0 0 5184 0,0 0 992 0,0 0 208 0,0 0 32 0,0 0-4400 0,0 0-880 16,6-11-176-16,-6 11-48 0,-6-2-528 0,-2-1-96 16,-1-1-32-16,0 2 0 0,0 0-96 0,-1 1-32 15,0-1 0-15,0 2 0 0,-1 0-128 0,-1 0 192 16,-1 0-192-16,0 0 192 0,0 0 176 0,0 0 32 16,-2 1 16-16,-2-1 0 0,0 1-32 0,-2 2-16 0,1 1 0 0,-1 0 0 15,-2-1-48-15,-1 1-16 16,-2-1 0-16,-1 1 0 0,-2 0-128 0,0 1-32 0,-1 2 0 0,0-1 0 15,-2 1-144-15,-2 0 0 0,0 3 144 0,-2 0-144 16,0 0 0-16,-3 3 0 0,1-1 0 0,-1 2 0 16,1 1 0-16,-2-1 0 0,-1 1 0 0,0-1 0 15,-2-1 0-15,2 0 192 0,0-3-64 0,0 3 0 16,0 0 0-16,0 0 0 0,0-2 0 0,0 2 0 16,0 0 48-16,1 1 16 0,3-3 0 0,-2 0 0 15,-1 0 160-15,0-1 32 0,-1-1 16 0,0-1 0 16,0 0-80-16,-1-1 0 0,-2-1-16 0,2 1 0 15,-1 0-176-15,2-3-128 0,1 0 192 0,2 2-192 0,-1 0 160 0,2-3-160 16,-1 1 128-16,-1-2-128 0,2-1 192 0,-2 1-64 16,1-1 0-16,-1-1 0 0,-1-1 64 0,1 1 16 15,-2 0 0-15,2-2 0 0,1 1-64 0,-1 0-16 16,2 1 0-16,0 0 0 0,-2-1-128 0,1 1 0 16,0 0 0-16,-1-2 0 0,-4 1 0 0,1 1 0 15,-2 0 0-15,0 0 0 0,-1 0 0 0,2 0 0 16,0-1 0-16,3 1 0 0,1 2 0 0,-1 0 0 15,-1-4 0-15,0 2 0 0,-1 2 0 0,1-2 0 16,-2-2 128-16,-1 1-128 0,0 4 0 0,-1-2 0 16,0-2 0-16,1-1 0 0,1 2 0 0,0 0 0 15,2 2 0-15,0-2 0 0,-1 0 0 0,-2 0 0 0,-1-2 0 0,1 0 0 16,0 0 0-16,-1 2 0 0,0-1 0 0,0 1 0 16,2 0 0-16,2 0 0 0,1 0 128 0,1 0-128 15,-1 1 0-15,-1 1 0 0,0-2 144 0,0 1-144 16,-3 0 0-16,1-1 0 0,-2-1 0 0,1 2 128 15,2 2-128-15,-1-2 0 0,-1 0 0 0,3-1 0 16,1 2 144-16,1-2-144 0,-4-2 192 0,2 1-192 16,-1-1 208-16,1 0-64 0,-4 1-16 0,1 0 0 15,-1 1-128-15,0 0 0 0,0 0 0 0,1 0 128 16,0 0-128-16,3 1 0 0,0 2 0 0,0-2 0 16,-1-1 144-16,-2 1-144 0,-1 2 160 0,-1-1-160 15,-1 1 224-15,1 0-48 0,-2 1-16 0,1-3 0 16,-1 1-32-16,3 1 0 0,1 0 0 0,2-2 0 15,-2-1 0-15,0 0 0 0,-1 0 0 0,-1 3 0 0,-2-3-128 0,0 1 0 16,-3-2 0-16,1 1 0 0,4 2 0 0,2 1 0 16,0-1 0-16,-1 0 0 0,-1-1 0 0,-2 0 0 15,-1-2 0-15,0 1 0 0,0-3 0 0,1 3 0 16,-3 0 0-16,1 0 0 0,0-1 0 0,1 1 0 16,1 3 0-16,-1-1 0 0,-1 0 0 0,-1 0 0 15,-2-1 0-15,-3 2 0 0,0 1 0 0,-3-3 0 16,5 5 0-16,1-4 0 0,3 2 0 0,0 0 0 15,-4-1 0-15,-2-1 0 0,2 1 0 0,-1-3 0 16,-1-2 0-16,1 4 128 0,-1 0 0 0,5 1-128 16,1-2 192-16,-1 2-64 0,1 1-128 0,0 1 192 0,0-8-192 0,-2 2 192 15,-1 0-192-15,2 1 0 0,-1 0 144 0,-1 2-144 16,1 1 0-16,3 0 0 0,4 1 0 0,-2-3 128 16,0 0-128-16,-1 0 0 0,0-1 0 0,1-1 0 15,-4 0 0-15,5 0 0 0,0 1 0 0,1 0 0 16,-2 0 128-16,5 0-128 0,2 0 128 0,2 0-128 15,-2-4 128-15,1 1-128 0,0-3 128 0,0-1-128 16,2 2 128-16,0-3-128 0,-2-2 128 0,1 0-128 16,-1 3 0-16,2-1 128 0,0-1-128 0,4 0 0 15,1-2 0-15,1 1 128 0,1-3-128 0,2 0 0 16,-1-2 144-16,0 0-144 0,-3-1 192 0,4-1-192 16,0-3 192-16,1-2-192 0,-1 0 192 0,0 3-192 15,-2-2 176-15,2 2-176 0,0-1 160 0,1-1-160 16,1 0 128-16,-1 1-128 0,3 2 0 0,-1 2 0 0,1-3 128 0,1 2-128 15,3 0 0-15,0 4 0 0,1 0 0 16,1 0 128-16,1 0-128 0,0 2 0 0,1-2 0 0,0 3 144 16,-1-2-144-16,1 2 128 0,0-1 0 0,2 1-128 15,0-1 192-15,2 2-64 0,-2-4-128 0,2 3 192 16,-3-3-192-16,2 0 192 0,2 2-192 0,0 1 160 16,0 1-160-16,1-2 160 0,1 4-160 0,1-3 0 15,-1 1 144-15,1 1-144 0,-1 1 0 0,2 0 128 16,0 1-128-16,1 0 0 0,0 0 0 0,4 6 144 15,0 0-144-15,0 0 0 0,-5-3 0 0,5 3 0 16,0 0 0-16,0 0 0 0,0 0 0 0,0 0 0 16,0 0 0-16,0 0 0 0,0 0 0 0,0 0 0 0,0 0 0 15,0 0 0-15,0 0-288 0,0 0 32 0,0 0 16 16,2 9 0 0,-2-9-1984-16,3 13-400 0,-4-1-64 0</inkml:trace>
  <inkml:trace contextRef="#ctx0" brushRef="#br0" timeOffset="25295.24">9066 17352 18591 0,'0'0'832'0,"0"0"160"0,0 0-800 16,0 0-192-16,0 0 0 0,0 0 0 0,0 0 1104 0,0-11 176 0,0 11 48 0,0 0 0 16,1-9-528-16,-1 9-96 15,0 0-32-15,0 0 0 0,0 0-96 0,0 0 0 16,0 0-16-16,0 0 0 0,0 0 112 0,0 0 32 16,0 0 0-16,0 0 0 0,0 0-128 0,-9 5 0 0,-1 3-16 0,1 5 0 15,-2 2-320-15,0 7-64 0,-4 3-16 0,0 3 0 16,0 1-160-16,0 5 0 0,-1 0 0 0,2 1 0 15,-1-1 0-15,2 0 0 0,1 1-192 0,1-5 192 16,-1-3 0-16,2-1 0 0,-1 0 0 0,3-6 0 16,2-3 0-16,1-1 0 0,-1-2 0 0,2-4-9728 15,4-10-1920-15</inkml:trace>
  <inkml:trace contextRef="#ctx0" brushRef="#br0" timeOffset="25701.45">9015 17423 13823 0,'0'0'608'0,"0"0"128"0,0 0-592 0,0 0-144 0,0 0 0 0,0 0 0 16,0 0 3792-16,0 0 736 0,13 0 144 0,2 2 16 15,2-1-3168-15,1 0-640 0,0-1-128 0,3 2-32 16,1 0-208-16,3-2-32 0,0 2-16 0,2-1 0 16,2 0-208-16,1 2-32 0,1-3-16 0,2 2 0 15,-1 0-64-15,-1 0-16 0,3-2 0 0,-2 0 0 16,-1 2-128-16,-2 0 0 0,-3 1 0 0,-2-1 128 16,-1 2-1232-1,-4 2-256-15,-1 0-48 0</inkml:trace>
  <inkml:trace contextRef="#ctx0" brushRef="#br1" timeOffset="74306.34">14384 10636 18431 0,'-13'-9'1632'0,"1"0"-1312"0,0 1-320 0,1 2 0 0,0 2 880 0,1 3 96 0,1 2 32 0,9-1 0 0,-11 8-624 0,2 3-112 15,0 5-16-15,4 6-16 16,1 4-240-16,1 3 0 0,1 2 0 0,3 2 0 0,0-3 0 0,2 1-128 16,-1-1 128-16,4-4 0 0,3-5 0 0,0-5 0 15,1-5 0-15,1-3 0 0,-1-4 0 0,2-5 0 16,-2-3 160-16,2-5-32 0,0-4 528 0,0-6 112 15,1-1 32-15,-3-5 0 0,-1-3-160 0,-1 0-16 16,-1-6-16-16,-4 1 0 0,0-6-256 0,-3 1-48 16,-1 1-16-16,-3 0 0 0,-1 3-48 0,-6 3-16 15,-3 2 0-15,-2 2 0 0,-1 5 0 0,-1 5 0 16,-2 6 0-16,2 9 0 0,1 2 48 0,-1 10 16 0,0 10 0 0,0 11 0 16,-1 9 0-16,2 10 0 0,3 9 0 0,1 1 0 15,0-3 32-15,2-2 0 0,4-3 0 0,1-3 0 16,4-8-16-16,2-5 0 0,2-6 0 0,2-6 0 15,2-7-176-15,0-6-128 0,-6-11 192 0,10 7-192 16,-10-7 128-16,14-3-128 0,-4-4 0 0,0-7 0 16,0-2 0-16,-1-4 0 0,-3-4 0 0,1 0-144 15,-2-2-32-15,0-3 0 0,-2-2 0 0,-1-2 0 16,-2-1 176-16,-1-2-160 0,-3-5 160 0,-1 0-160 16,-3-1 160-16,-1 1 0 0,0 2 0 0,1 4 0 15,1 4 0-15,2 7 0 0,1 9 0 0,2 3 0 16,2 12 0-16,0 0 192 0,-5 14-32 0,1 11-16 15,0 9-144-15,0 9 128 0,-3 8-128 0,2 2 128 0,0 3 0 0,-2-1 0 16,1-1 0-16,1-2 0 0,2 0-128 0,-1-7 0 16,0-3 144-16,0-5-144 0,0-7 0 0,0-6 0 15,2-5 0-15,1-6 128 0,1-13-128 0,0 0 176 16,0 0-176-16,5-8 192 0,1-9 0 0,3-6 16 16,3-6 0-16,0-6 0 0,-2-7-208 0,2-1 144 15,-2 0-144-15,0-4 128 0,-1 1-128 0,-4-5 0 16,-2-1 0-16,-5-4-176 0,-2 2 48 0,-1-1 0 15,-1 0 0-15,-4 4 0 0,0 4 128 0,1 7-160 16,1 6 160-16,3 8-160 0,0 8 160 0,-2 7 0 0,-1 5 0 0,0 8 0 16,1 9 0-16,-1 11 192 0,0 10-64 0,0 13 0 15,-1 8-128-15,1 11 0 0,0 8 0 0,2 5 0 16,-1 4 0-16,3 1 144 0,1 1-144 0,1-2 0 16,0-5 0-16,2-9 0 0,2-8 0 0,3-12 0 15,2-13 0-15,2-8 0 0,2-9-160 0,2-7 160 16,2-6-320-16,2-8 48 0,0-7 16 0,1-9 0 15,1-6 256-15,-1-8 0 0,0-5 0 0,-1-4 0 16,0-4 0-16,-1-1 0 0,-5-2 0 0,1 1 144 16,-4-1-144-16,-4-2 128 0,-5-3-128 0,-2-2 128 15,-1-2-128-15,-2 2 128 0,-2 1-128 0,0 6 128 16,0 3-128-16,0 9 0 0,0 7 0 0,3 10 0 16,1 10 0-16,4 11 0 0,-4 9 0 0,0 14 0 15,-2 11 0-15,-1 18-224 0,0 15 80 0,0 15 16 16,3 12 128-16,3 11-128 0,3 9 128 0,6 8-128 0,7 6 128 0,2 4 0 15,2 2-144-15,6-5 144 16,2-8-576-16,6-9-64 16,1-14 0-16,1-13 0 0,1-13-320 15,-2-14-64-15,0-13 0 0,-1-10-16 0,-2-8 592 0,-2-5 128 0,-2-3 32 0,-3-8 0 0,-5-7 288 0,-2-5 0 16,-4-4 128-16,-2-7-128 0,-4-6 880 0,0-7 80 16,-2-6 0-16,0-10 16 0,-1-8-224 0,2-6-48 15,-3-2-16-15,3-3 0 0,-1-4-464 0,0-1-96 16,0-3 0-16,1 7-128 0,1 3 0 0,0 13 0 15,-1 9 0-15,1 14 0 0,-2 12 0 0,-5 10 0 16,3 26 0-16,-3 19 0 0,-4 22-288 0,-4 16 32 16,-2 14 16-16,-5 15 0 0,-3 13 96 0,-2 4 16 0,5 2 0 0,-1 4 0 15,2 3 128-15,1-7-160 0,0-10 160 0,1-4-160 16,2-2-96-16,2-12-32 0,0-14 0 0,3-16 0 16,1-17 160-16,4-12 128 0,0-13-192 0,2-8 192 15,1-9 0-15,-3-14 0 0,0 0 0 0,9-12 0 16,0-14 512-16,2-14 0 0,0-16 0 0,2-17 0 15,-1-11-160-15,1-4-32 0,3-4 0 0,1-6 0 16,1-10-144-16,3 3-48 0,1 3 0 0,0 7 0 16,-1 2 240-16,-1 5 32 0,-3 7 16 0,-2 8 0 15,0 13 112-15,-1 15 32 0,-4 14 0 0,0 12 0 16,-4 9-272-16,-6 10-48 0,4 20-16 0,-3 18 0 16,-3 19-432-16,-5 14-96 0,-3 12-16 0,-6 15 0 15,-4 9 128-15,0 11 0 0,-4 6 16 0,1 5 0 16,-1 2-192-1,1-1-32-15,-1-6-16 0,1-8 0 0,3-12 240 0,3-13 176 0,3-12-208 0,5-13 80 0,2-15 128 0,6-14 0 16,5-15 0-16,2-9 128 0,-6-13 192 0,14-13 32 16,1-13 16-16,5-15 0 0,3-16 400 0,5-11 64 15,2-9 32-15,1-17 0 0,3-15-352 0,0-7-80 16,0-3-16-16,-1-6 0 0,1-7-288 0,0 6-128 16,0-1 128-16,0 5-128 0,-1-1 160 0,-1 7-160 15,-1 8 192-15,-1 14-192 0,0 15 240 0,-3 12-64 16,-5 11-16-16,-4 16 0 0,-5 10-160 0,-4 10 0 15,-2 12 144-15,-7 8-144 0,2 24-240 0,-4 14-112 16,-6 14-32-16,-5 21 0 16,-5 21-48-16,-3 15-16 0,-4 18 0 0,-3 12 0 15,1 10-16-15,1-2-16 0,3-2 0 0,2-1 0 0,2-4 176 0,6-15 48 0,2-15 0 0,3-18 0 32,3-12 256-32,3-16 0 0,5-15 0 0,5-12 144 0,2-11 0 0,3-12 0 15,3-9 0-15,3-10 0 0,4-11 32 0,-1-12 0 16,-1-13 0-16,1-10 0 0,0-7 208 0,1-14 64 15,2-14 0-15,0-9 0 0,-2-6-240 0,-2-4-32 0,-4-2-16 0,-1-5 0 16,-2-4-160-16,-2 6 0 0,-4 6 144 0,-2 5-144 16,-3 2 0-16,-2 15 128 0,-1 13-128 0,-2 16 0 15,-4 12 0-15,-3 15 128 0,-2 13-128 0,-6 15 0 16,-7 14 0-16,-6 24-160 0,-8 20 16 0,-2 20 0 16,-3 18-160-16,-1 22-16 0,-1 18-16 0,-2 11 0 15,-4 3-48-15,-1 10-16 0,0 6 0 0,1 0 0 16,3-3-16-1,5-18 0-15,5-15 0 0,8-23 0 0,8-15 592 0,8-20 112 0,5-16 32 0,6-18 0 0,3-14 48 0,7-11 16 16,6-13 0-16,5-12 0 0,4-14-384 0,4-16-192 0,3-12 32 0,2-8 0 16,2-9 160-16,-2-13 0 0,0-12 0 0,0-3 0 15,1 1 0-15,-4-9 0 0,0-5 128 0,-3-4-128 16,-2 5 160-16,-3 7-32 0,-5 6-128 0,-4 4 192 16,-3 5 0-16,-3 9 0 0,-4 7 0 0,-2 14 0 15,-4 13 16-15,-3 12 0 0,-5 11 0 0,-2 16 0 16,-3 12-208-16,-5 19-288 0,-7 18 64 0,-7 24 16 47,-3 19-320-47,-6 16-64 0,-5 12-16 0,-2 15 0 0,-5 15 304 0,2 6 64 0,2 6 16 0,4-6 0 0,6-6 224 0,7-11 0 0,2-10-160 0,9-16 160 15,9-10 160-15,8-23 96 0,5-15 32 0,10-14 0 16,6-11-112-16,5-13-32 0,4-9 0 0,5-11 0 16,1-7-144-16,3-11-256 0,2-8 64 0,0-9 16 15,4-12 176-15,-1-6 0 0,-1-9 0 0,0-5 0 0,-1-1 0 16,-1-1 192-16,-5 2-64 0,-2-3 0 0,-3-7 0 0,-1-1 0 15,-5-1 0-15,-3 4 0 0,-3 3-128 0,-3 7 144 16,-4 3-144-16,-1 5 160 0,-6 7-160 0,-1 9 0 16,-3 6 0-16,-4 13 0 0,-5 7-208 0,-4 15-80 15,-5 14-16-15,-4 18 0 16,-5 17-672-16,-4 18-144 0,-2 15-32 16,0 17 0-16,-4 12 320 0,5 5 48 0,4 0 16 0,2 5 0 0,4 3 448 0,1-11 112 15,5-12 16-15,6-13 0 0,5-13 816 0,4-15 160 16,5-15 48-16,5-12 0 0,5-12-112 0,4-12-16 15,7-8 0-15,4-13 0 0,6-13-336 0,3-10-80 16,2-16-16-16,1-7 0 0,4-8-32 0,3-13-16 16,3-13 0-16,0-5 0 0,2-5-96 0,-4 1-128 0,-3 0 176 15,-4-4-176-15,-4-4 0 0,-4 5 0 0,-2 7 0 0,-7 2 0 16,-6 1 0-16,-3 7 0 0,-3 3-192 0,-1 14 192 31,-2 12 0-31,-2 13 0 0,-2 12 0 0,0 13 0 16,-3 10 0-16,-5 13-144 0,-4 12 144 0,-4 19-192 31,-3 20-256-31,-4 17-48 0,-5 16-16 0,-1 10 0 0,-3 8 208 0,1 7 48 0,1 8 0 0,4-1 0 16,4-3 256-16,7-6-192 0,5-5 192 0,4-12-160 15,6-18 384-15,2-16 80 0,2-14 16 0,7-13 0 16,6-11-16-16,4-8 0 0,5-10 0 0,2-8 0 16,2-3-160-16,4-9-16 0,-2-8-128 0,-2-8 192 0,0-8 48 15,-5-8 0-15,-1-6 0 0,2-6 0 0,-2-7-64 0,-1 0-16 16,-4-6 0-16,-4-1 0 0,-4-1-160 0,-4-3 0 15,-2-1 0-15,-6 5-176 0,-2 4-80 0,-8 5-32 16,-5 4 0-16,-7 4 0 0,-5 3 0 0,-5 7 0 16,-7 4 0-16,-4 8 0 0,1 9-80 0,0 10-16 15,0 11 0-15,2 14 0 0,0 8 80 0,2 15 16 16,4 11 0-16,3 8 0 0,2 7 144 0,5 8 144 16,5 6-208-16,7 6 80 0,6 7 128 0,8 3 256 15,6-3-64-15,3 4-16 0,2 0-48 0,6 0 0 16,6-2 0-16,2-11 0 0,1-14 0 0,3-12 0 15,5-11 0-15,3-10 0 0,2-12 32 0,3-6 0 16,3-8 0-16,3-8 0 0,1-4-160 0,-4-5 0 0,-2-5 0 0,-7-3 0 16,-3-4 0-16,-5-2 0 0,-8-3 0 0,-3-1 0 15,-5-3 0-15,-4 0 240 0,-4-3-48 0,-4-2 0 16,-5 0 64-16,-4 1 0 0,-6 2 0 0,-3-5 0 16,-9 2-256-16,-5 0 176 0,-7 0-176 0,-5-1 160 15,-7-1-288-15,-3 1-64 0,-4 1-16 0,5 2 0 16,5 10-64-16,5 9-16 0,4 6 0 0,4 14 0 15,4 17 128-15,6 11 32 0,3 13 0 0,7 11 0 16,1 12 128-16,7 9 0 0,6 5 0 0,7 7-128 16,7 6 128-16,6-5 256 0,4-5-64 0,6-10-16 15,3-7 16-15,0-13 0 0,0-10 0 0,3-13 0 16,4-10 0-16,5-15 0 0,3-10 0 0,3-8 0 16,3-13 128-16,-1-5 16 0,-2-6 16 0,-4-3 0 15,-3-5-48-15,-3-7-16 0,-5-8 0 0,-3-6 0 0,-1-7-48 16,-1-4-16-16,-4-3 0 0,-2-7 0 0,-2-4-224 0,-3-6-288 15,-2-6 64-15,-4-1 16 16,-6 1-336-16,-2-4-64 0,-4-6-16 16,-4 3 0-16,-2 6 272 0,-5 7 48 0,-2 5 16 0,-4 11 0 0,0 5 288 0,-1 15 128 15,-3 12-128-15,0 13 192 0,-2 14-48 0,-2 13-16 16,-2 13 0-16,-5 19 0 0,-3 17-128 0,-3 19-272 16,-1 18 64-16,0 17 16 0,0 11-96 0,5 15-16 15,3 9 0-15,6 9 0 0,4 6 112 0,6 2 0 16,1-1 16-16,4-8 0 0,1-3 176 0,4-12-128 15,1-17 128-15,4-19-128 0,4-22 128 0,2-14 0 16,3-15 128-16,4-9-128 0,4-12 272 0,3-7-16 0,2-10 0 0,2-9 0 16,-1-7 176-16,0-14 16 15,-2-7 16-15,1-14 0 0,-3-12 112 0,-1-7 0 0,2-5 16 0,-2-3 0 16,0-4-336-16,-4-7-80 0,-4-7-16 0,-3-1 0 16,-3-1-160-16,-2-2 192 0,-5-2-192 0,-2-1 192 15,-2-4-192-15,1 6 160 0,-6 6-160 0,-1 3 160 16,-1 5-160-16,-1 13 0 0,3 9 0 0,1 20 0 15,-1 11 0-15,0 15 0 0,1 12-160 0,-4 15 160 16,-4 16-320-16,-2 22 16 0,-3 18 16 0,-2 19 0 31,1 12-176-31,1 18-48 0,-1 15 0 0,5 3 0 0,3 1 160 0,4-1 32 0,2-2 0 0,3-15 0 16,5-19 176-16,6-17 144 0,6-17-192 0,1-13 192 16,3-14 0-16,6-9 224 0,3-9-16 0,4-8 0 15,1-6 48-15,2-8 16 0,-2-7 0 0,1-3 0 0,0-5 304 16,-3-6 64-16,-3-9 16 0,-2-6 0 15,-1-8-272-15,0-5-48 0,-1-5-16 0,-2-2 0 0,-3-3-320 0,-3-2 0 16,-3-5-160-16,-3-4 160 0,-3-6-288 16,-2 3 48-16,-2 3 16 0,2 3 0 0,-1 7 224 0,1 9-176 15,0 6 176-15,-1 17-160 0,2 12 160 0,-1 12 0 16,1 13 0-16,-3 12-128 0,0 15-160 0,-5 17-32 16,-5 17 0-16,-4 19 0 0,-4 17-16 0,-3 7-16 15,0 8 0-15,-5 5 0 0,-1 6 80 0,1-5 16 16,3-2 0-16,3-7 0 0,2-9-112 0,4-11-16 15,3-14 0-15,5-13 0 0,5-17 384 0,1-10 208 0,3-8-16 0,1-11-16 16,-1-16 208-16,0 0 64 0,0 0 0 0,8-9 0 16,0-10 352-16,1-9 80 0,0-11 16 0,2-6 0 15,0-6-400-15,1-8-80 0,0-1-16 0,2-4 0 16,-1-5-400-16,0-5 0 0,-1-3 0 0,0 1 0 16,-2 5-176-16,1 4 48 0,-2 2 0 0,0 5 0 15,-4 3 128-15,-1 7 0 0,-1 8-144 0,-2 12 144 16,0 10-160-16,-1 9 160 0,0 11-208 0,-5 13 80 31,-3 12-448-31,-2 15-64 0,-3 15-32 0,-3 13 0 0,-4 9 96 0,-2 11 32 0,-2 13 0 16,-4-1 0-16,-1-6 224 0,1 1 32 0,0-6 16 0,4-6 0 0,0-10 80 0,6-13 32 15,6-10 0-15,4-14 0 0,6-12 416 0,2-7 96 16,0-17 16-16,0 0 0 0,18-3 272 0,2-10 48 16,-1-12 16-16,5-7 0 0,0-9-176 0,4-7-16 15,2-5-16-15,0-2 0 0,0 1-224 0,1-4-32 16,-2-7-16-16,-3-2 0 0,-2-1-224 0,-3 1 144 15,-1-1-144-15,-4 6 128 0,-3 5-128 0,-3 5 0 16,-5 4-160-16,-2 9 160 16,-3 9-464-16,0 9 0 0,0 9 0 0,0 12 0 15,-7 9-432-15,-3 17-64 0,-4 16-32 0,-5 13 0 16,-3 11 288-16,-4 15 64 0,-5 12 16 0,-3 2 0 0,-4 1 432 0,-2 3 192 16,-1 4-192-16,1-8 192 0,2-6 144 0,5-13 160 15,6-16 16-15,5-12 16 0,5-8 784 0,5-11 160 0,3-9 16 0,4-6 16 16,5-14-544-16,0 0-96 0,0 0-32 0,0-16 0 15,2-5-416-15,2-5-96 0,2-5 0 0,-1-5-128 16,-1-7 0-16,0-6 0 0,-2-3-160 0,1 0 160 16,-3 1-240-16,-1 3 80 0,-2 2 16 0,-2 3 0 15,-4 3-48-15,-2 5 0 0,-3 5 0 0,-1 6 0 32,0 7-288-32,-2 7-64 0,-3 7-16 0,2 12 0 15,-1 10-304-15,-5 9-64 0,-2 10-16 0,0 10 0 0,0 12 512 0,1 2 112 0,-1 0 0 0,4 1 16 16,2-5 688-16,5-7 144 0,2-6 32 0,5-9 0 15,4-6 272-15,5-6 48 0,3-6 16 0,5-6 0 0,3-9-384 0,5-3-80 16,5-9-16-16,3-4 0 0,2-6-224 0,2-6-32 16,0-5-16-16,-2-7 0 0,0-3-144 0,-1-3 0 15,-2-3 0-15,-1 3 0 0,-6 2-224 0,-5 3 80 16,-4 1 16-16,-3 5 0 0,-4 3-112 0,-1 4-16 16,-2 2 0-16,0 5 0 0,-1 3 64 0,0 5 16 15,3 10 0-15,0 0 0 0,0 0-48 0,0 14-16 16,0 8 0-16,3 10 0 0,2 5 240 0,1 8-144 15,3 7 144-15,3 0-128 0,2 3 624 0,3-2 128 16,2-3 16-16,2-5 16 0,1-2-304 0,1-5-64 16,3-5-16-16,0-6 0 0,2-5-272 0,-1-5 0 15,-1-4 128-15,-1-4-128 0,-3-2 0 0,0-4-256 0,-4 1 64 0,-3-3 0 16,-6-2-16-16,-9 1 0 0,0 0 0 0,0 0 0 16,-3-12 208-16,-7 0 0 0,-8-2 144 0,-3-2-144 15,-4-2 224-15,-5-2-48 0,-3-1-16 0,-3 1 0 16,-3-3-160-16,0 0 0 0,0-3 0 0,-2-3 0 15,1-5 0-15,-1 2 128 0,0 0-128 0,4 0 128 16,2 0 0-16,5 6-128 0,4 7 192 0,5 5-64 16,3 3-128-16,3 6 192 0,4 5-192 0,4 4 192 15,5 6-192-15,5 12 0 0,5 8 0 0,8 8 0 16,3 10 0-16,6 3-304 0,5 4 48 0,4 2 16 16,1-1 240-16,3 0 0 0,1-1-160 0,2-5 160 15,2-6-144-15,0-6 144 0,-2-5-192 0,0-10 192 16,2-3-688-16,-1-7-16 0,-2-3-16 15,-3-2 0-15,-5-2-240 0,-5-4-64 16,-8-4 0-16,-5 1 0 0,-2-3 832 0,-12 4 192 0,0-10 0 0,-4-5 0 0,-5 0 832 0,-3-4 144 16,-6-1 48-16,-4-3 0 0,-6-1-432 0,-4-1-80 15,-6-2 0-15,-3-2-16 0,-3-4-288 0,-3-1-48 16,-1-2-16-16,-2-1 0 0,0 0 48 0,0-3 0 16,-1 1 0-16,7 3 0 0,3 2-16 0,6 7 0 15,5 7 0-15,7 6 0 0,2 5-32 0,4 6 0 16,4 4 0-16,1 7 0 0,4 6-144 0,6 6 0 15,3 6 0-15,4 4-176 0,6 3-48 0,4 2-16 16,5 3 0-16,3-1 0 0,3 1 112 0,4 0 128 16,4-1-208-16,0-6 80 0,1-5-176 0,2-4-16 0,2-8-16 15,0-3 0 1,0-6-64-16,0-8-16 0,-1 0 0 0,0-8 0 0,0-2 224 0,-4-4 32 0,-4 1 16 0,-3 0 0 16,-6-3 144-16,-4 1 176 0,-4-3-48 0,-3 0 0 15,-3 2 240-15,-6-2 32 0,-3 0 16 0,-6 1 0 16,-3 1-80-16,-4-1-16 0,-7-2 0 0,-5 0 0 15,-6-3-144-15,-4-3-48 0,-5-4 0 0,1-2 0 16,-2-1-128-16,0 0 0 0,-2-2 0 0,5 7 0 16,3 4-208-16,7 7 16 0,6 6 16 0,3 8 0 15,4 5-32-15,5 9-16 0,3 8 0 0,5 11 0 16,4 9-48-16,4 6-16 0,4 6 0 0,5 1 0 16,4-2 160-16,4 0 128 0,2-2-192 0,2-3 192 15,2-4 0-15,1-4 0 0,-4-5 128 0,1-4-128 16,1-6 128-16,2-3-128 0,0-7 0 0,-2 0 0 15,-5-7 0-15,0 0 0 0,-1-7 0 0,-5 2 0 0,-2-4 0 16,-2 0 0-16,-6-2 0 0,-3-2 0 0,-3-3 192 0,-3-2 0 16,-4-3 0-16,-3-2 0 0,-5-1 96 0,-2-5 16 15,-4-2 0-15,-3-1 0 0,-5 0-176 0,-1-5-128 16,-5-5 192-16,-1-5-192 0,-5-6 192 0,0 1-192 16,-1-3 192-16,3 1-192 0,-1 1 192 0,7 11-192 15,3 5 192-15,6 10-192 0,5 5 144 0,4 8-144 16,4 7 0-16,2 6 144 0,4 5-144 0,4 10 0 15,2 8-192-15,4 12 192 0,4 10-352 0,2 5 48 16,3 7 16-16,4 1 0 0,1-1 96 0,4-2 0 0,2-3 16 0,1-4 0 31,3-7-320-31,0-3-64 0,-2-9-16 0,2-6 0 0,-1-4 256 0,0-11 64 0,2-1 0 0,-2-5 0 16,-4-5 256-16,0-3 0 0,-3-3 128 0,0-1-128 16,-3-2 512-16,-3-3 0 0,-2-3 0 0,-1-1 0 15,-2-2 64-15,-2-1 32 0,0-1 0 0,-3-2 0 16,-2-1-272-16,-3-3-48 0,-4 1-16 0,-5 0 0 15,-1 0-96-15,-3-2-32 0,-4 0 0 0,-2 0 0 16,-1 2-144-16,2 3 0 0,0 1 0 0,0 7 0 0,-2 4-384 0,0 8 64 16,-1 6 0-16,2 8 0 15,1 5-144-15,-1 7-32 16,1 6 0-16,0 2 0 0,1 3 240 0,2-1 32 0,3-8 16 0,4-2 0 0,4-2 384 0,2-4 80 16,3-5 0-16,0-12 16 0,11 8 240 0,2-5 32 15,4-5 16-15,1-2 0 0,2-5-176 0,1-2-16 16,2-3-16-16,-1-3 0 0,-1-4-128 0,0 2-32 15,-3-3 0-15,-1-1 0 0,-4 0-192 0,-1 5 176 16,-2 1-176-16,-2 5 160 0,-3 3-320 0,-5 9-64 16,0 0-16-16,0 0 0 15,0 0-336-15,-9 9-64 0,-2 8 0 0,-3 4-16 16,-2 7 48-16,-4 2 16 0,-3 0 0 0,-4 4 0 0,3 2 384 0,-1-1 80 0,0-4 128 0,4-4-208 16,4-2 512-16,4-4 96 0,3-9 32 0,3-4 0 15,7-8 304-15,0 0 64 0,4-10 16 0,4-4 0 16,5-5-368-16,4-6-64 0,1-4 0 0,4-4-16 15,2-3-368-15,1-2 0 0,1-2 0 0,0-1 0 16,-3 0 0-16,1 4 0 0,-2 3 0 0,-3 8 0 16,-2 5-208-16,-2 6-64 0,-5 3-16 0,-10 12 0 31,0 0-432-31,0 0-96 0,-1 17-16 0,-6 5 0 16,-4 8 256-16,-6 5 32 0,-2 4 16 0,-4 2 0 0,-6 0 528 0,-1 1-128 0,-4 0 128 0,2-3 0 15,-1-4 192-15,5-4 112 0,4-4 16 0,5-8 0 16,4-6 752-16,3-5 144 0,3-8 48 0,9 0 0 15,-1-12-368-15,5-6-80 0,2-8-16 0,6-4 0 0,4-5-800 16,3-3 0-16,4-4-224 0,0-5 48 16,0-6-144-16,4-5-16 0,1-4-16 0,4-1 0 15,-2 3-96-15,2-1-32 0,-2 4 0 0,3 1 0 16,-2 0-208-16,-1 1-32 0,-1 3-16 0,-2 2 0 16,-2 3 96-16,-3 4 0 0,-2 3 16 0,-4 5 0 0,-2 5 432 0,-3 2 192 15,-2 2-192-15,0 3 192 0,-2-3 0 0,1-2 0 16,1-4 224-16,4-8-64 0,0-6 288 0,3-9 48 15,1-9 16-15,2-4 0 0,2-1-160 0,0-7-32 16,0-2 0-16,0-4 0 0,-2-3-160 0,2 6-32 16,1 4-128-16,2 9 192 0,-1 7-48 0,-1 7-16 0,-5 10 0 15,-4 10 0-15,-4 6 32 0,-2 9 0 0,-3 8 0 0,-4 9 0 16,0 0-160-16,-9 19 0 0,-3 13 0 0,-4 12 0 16,-3 15-256-16,-2 12 32 0,-3 17 0 0,1 5 0 15,0 4 64-15,-4-1 16 0,0 0 0 0,4-9 0 16,3-9 0-16,7-13 0 0,4-11 0 0,4-12 0 15,1-12 144-15,6-10 176 0,2-5-48 0,4-9 0 16,3-7 0-16,0-7 0 0,4-10 0 0,-1-10 0 16,3-11 32-16,0-8 0 0,-2-6 0 0,1-4 0 15,0-6-160-15,-1 0 0 0,-2 0 0 0,-3-5 0 16,-5-4-192-16,-1-2 192 0,-4-2-192 0,-3 2 192 16,-5 1 0-16,-1 0 0 0,-4-3 0 0,-1 3 0 15,-2 3-192-15,0 9 48 0,0 8 0 0,-1 14 0 16,4 11 144-16,0 11-192 0,-2 10 192 0,0 14-192 15,-2 10 48-15,-2 16 0 0,-2 20 0 0,1 11 0 16,-1 10-48-16,1 11 0 0,1 6 0 0,2 0 0 0,2 3 192 0,6-9-128 16,3-11 128-16,4-9-128 0,6-10 128 0,5-11 144 15,6-9-16-15,3-10-128 0,3-5 208 0,4-6-64 32,1-6-16-32,2-7 0 0,0-7-128 0,0-6 0 0,1-5 144 15,-3-5-144-15,-1-5 0 0,-2-3 144 16,0-3-144-16,-4-4 0 0,-1-4 144 0,-1-2-144 0,-4-4 0 0,-2 0 144 15,-5 0-144-15,-2-3 0 0,-4 2 0 0,-4 0 0 0,-3-2-256 0,-4 2 80 16,-5-1 16-16,-3 0 0 0,-3 5-176 0,-3 4-48 16,-1 2 0-16,-1 10 0 15,-3 9-400-15,1 14-96 0,-1 10-16 0,0 10 0 16,-3 12 384-16,-1 8 80 0,-1 8 16 0,1 1 0 0,0 3 416 0,6 1 192 16,4 2 0-16,6-7-16 0,1 0 352 0,8-7 80 15,6-6 16-15,5-7 0 0,3-3-80 0,8-8-16 16,8-3 0-16,6-6 0 0,10-6-208 0,3-5-64 15,3-5 0-15,1-6 0 0,3-5-48 0,-1-6-16 16,0 0 0-16,-3-4 0 0,-3-2-192 0,-2 1 0 16,-4 1 128-16,-3 1-128 0,-4-3 0 0,-2 3-128 0,-4 2 128 0,-4 4-208 15,-4 2 16-15,-3 0 0 0,-4 2 0 0,-4 4 0 16,-2 4 64-16,-4 4 128 0,-3 2-208 0,-5 6 80 16,-3 3-224-16,-3 8-32 0,-3 4-16 0,-2 8 0 15,-2 6 16-15,2 6 0 0,-2 1 0 0,4 1 0 16,1-2 384-16,5-2 0 0,4-5 0 0,5-3 0 15,1-6 448-15,2-6 160 0,3-10 32 0,0 0 16 16,0 0-144-16,10-4-16 0,3-5-16 0,1-10 0 16,0-5-96-16,2-8 0 0,0-6-16 0,-1-4 0 15,-3-3-368-15,-1-5 144 0,0-2-144 0,-5 0 0 16,-3-2 0-16,-4 1 0 0,-6-1 0 0,-2-3-192 16,-3-4 192-16,-2-5 0 0,-4-1 0 0,-2-1 0 15,0 5 0-15,0 2 0 0,-3 1 0 0,0 1 0 0,-3 2 0 16,0 0 0-16,1 2 0 0,-1 0 0 15,-1 3 0-15,-3 6 160 0,-3 3-160 0,-1 2 128 0,-1 3-128 16,-2 3 160-16,-2 3-160 0,1 2 160 0,-1 4-160 0,3 0-144 16,1 1 144-16,-1 3-208 0,0 0 80 0,1 1 128 15,2-2-208-15,2 1 80 0,0 1 128 0,1 3 0 16,2 3-144-16,3 5 144 0,3-2 0 0,3 2-144 16,-2 2 144-16,7 4 0 0,2 3-224 0,4 2 64 15,1 4 16-15,4 5 0 0,1 5-112 0,4 7-32 16,0 4 0-16,3 9 0 0,1 2 48 0,0 3 16 15,1 2 0-15,-1-2 0 16,2-1-160-16,-2-3-48 0,1-4 0 0,0-3 0 16,-4-4-208-16,1-6-64 0,-1-3 0 0,-3-16 0 0,0 0 464 0,0 0 96 0,0 0 16 0,0 0 0 15,0-11 448-15,0-4 112 0,-1-7 16 0,-1-3 0 16,1-8-96-16,0-2-16 0,-1-3 0 0,1-2 0 16,-1-3-208-16,-2-4-128 0,-2-3 128 0,0 1-128 15,-1-3 0-15,0 5 0 0,-4-1 0 0,1 4 0 16,-2 7 0-16,0 0 0 0,0 3 0 0,2 8-128 15,1 7 128-15,4 3 0 0,3 6 0 0,2 10 0 16,0 0 0-16,0 0 0 0,2 19 0 0,3 5 128 16,1 8-128-16,2 5-256 0,0 6 64 0,1 1 0 15,0 4 192-15,3-1 0 0,1-2 0 0,0-4 0 16,1-4 0-16,2-3 0 0,-2-4 0 0,0-4 0 16,-3-4-144-16,-2-1 0 0,-2-7 0 0,-3-2 0 15,-2-4-16-15,-2-8 0 0,0 0 0 0,0 0 0 16,0 0 160-16,0 0 144 0,0 0-16 0,-10-4-128 15,0-3 352-15,-2-3-32 0,0-3-16 0,-1-3 0 0,-1-1-64 16,-2-2-16-16,0-2 0 0,-1-1 0 0,1-2-80 0,-1-1-16 16,2-1 0-16,0 0 0 0,-4-1-128 0,2 2 0 15,3-1 144-15,2 4-144 0,-1 4 0 0,2 1 0 16,0 4 0-16,3 3 0 0,8 10 0 0,-8-5 0 16,8 5 0-16,0 0 128 0,-10 4-128 0,1 5 0 15,1 4-128-15,0 4 128 0,-1 0-192 0,3 5 64 16,0 3 0-16,2 2 0 0,2 1 128 0,1-1-128 15,1-6 128-15,2 1-128 0,2-6 128 0,3-2 0 16,-2-3 0-16,1-5-128 0,-6-6 128 0,11 4 0 16,-2-4 0-16,-1-2 0 0,0-4 0 0,1-3 0 15,0-3 128-15,1-3-128 0,-1-9 160 0,2-2-32 0,1-2-128 0,-1-4 192 16,1-2-192-16,0 0 128 0,-1 1-128 0,-3-1 0 16,-4-3 0-16,-1 3 0 0,-1 2-128 0,-2 0 128 15,0 1-144-15,-1 2 144 0,-3 2 0 0,-1 4-144 16,0 3 144-16,1 6-128 0,0 5 128 0,4 9-128 15,0 0 128-15,-7 9-128 0,1 6 128 0,1 10-128 16,-2 8 128-16,1 3-208 0,0 3 80 0,3 6 128 16,-1 2 0-16,2 2 0 0,1 1 0 0,4 1 0 15,1-1 0-15,2 0 0 0,3-4 0 0,3-2 0 16,1-2 0-16,4-3-176 0,5-3 176 0,3-2-192 31,1-3-576-31,4 1-128 0,0-1-32 0,2 3 0 0,4-4-672 0,-2 2-128 0,-1 2-16 16,1 2-16-16,2-1 176 0,-3 3 48 0,-1 2 0 15,-1 0 0-15,-2 1 976 0,-2 0 208 0,-2 3 32 0,0-7 16 0,-3 0 304 16,-3-2 0-16,-2-5 0 0,-2-7 0 0,-4-3 736 0,-3-4 48 16,-3-3 16-16,-5-13 0 0,0 0 864 0,0 0 192 15,0 0 16-15,-7 0 16 0,-4-5-96 0,-1-9-32 16,-1-2 0-16,0-8 0 0,2-5-1040 0,-4-2-208 16,-2-4-32-16,0-3-16 0,0-4-464 0,0-5 0 15,-2-6 0-15,-1-7-160 16,1-6-368-16,-2 2-80 0,-1 2-16 0,4 10 0 15,1 4 128-15,1 10 32 0,3 12 0 0,2 9 0 0,2 9 464 0,9 8 0 16,-7 11 0-16,0 15 0 0,2 13 0 0,2 16-176 16,2 14 32-16,3 10 0 0,4 10 144 0,4 5-192 15,4 4 192-15,6 9-192 0,6 9 192 0,1 0 0 0,3-6-144 0,2-3 144 16,-1-4-192-16,2-6 16 16,1-10 16-16,2-10 0 15,1-9-752-15,-1-11-160 0,-2-7-16 0,0-10-16 16,-3-7 80-16,-3-8 32 0,-8-9 0 0,0-3 0 0,-2-2 992 0,-2-3 256 0,-2-3 32 0,-1-1 0 15,-1 0 720-15,0-2 144 0,-2-2 16 0,-1 0 16 16,0-2-384-16,-9 2-80 0,12-4-16 0,-4-1 0 16,-8 5-352-16,8-8-80 0,-2-4-16 0,-2 0 0 15,-3-1-64-15,-2-2 0 0,-1-2-16 0,-2 1 0 16,-3-2 48-16,-1 0 16 0,-3-3 0 0,-2 0 0 16,-4-3 16-16,-2 1 0 0,0-3 0 0,-1-3 0 15,1-1-16-15,-1 2 0 0,2 0 0 0,2 3 0 0,3 3-112 0,4 5 0 16,4 4-128-16,5 13 192 0,0 0-192 0,0 0 0 15,12 22-192-15,2 14 192 0,4 9-336 0,-1 9 32 16,0 6 16-16,-1 2 0 0,-2 2 288 0,0 1-128 16,1 2 128-16,-1-7 0 0,0-6 0 0,-2-7 0 15,0-10 0-15,-2-6 0 0,-1-6 0 0,1-5 0 16,-3-5 0-16,-1-4 0 0,-6-11 0 0,0 0 0 16,0 0 0-16,0 0 0 0,0 0 192 0,0 0 160 15,-7-11 32-15,1-3 0 0,-4-4 80 0,0-5 32 16,-2-7 0-16,-2-3 0 0,-2-7-272 0,-1-6-48 15,-1-7-16-15,-1-3 0 0,-1-1-160 0,0-3 0 0,0-1 0 16,3 1 0-16,2 0 0 0,2 6 0 0,4 6 0 0,5 12 0 16,4 9 224-16,1 11-32 0,1 5-16 0,-2 11 0 15,0 0-48-15,13 13 0 0,0 11 0 0,-1 8 0 16,-2 6-128-16,0 5-176 0,0 5 48 0,-3 2 0 16,0-2 128-16,-3-2 0 0,-2-3 0 0,2-3 0 15,0-2-256-15,0-4 48 0,-1-4 0 0,-1-4 0 16,2-5 64-16,0-6 16 0,0-2 0 0,-4-13 0 15,0 0 128-15,0 0 0 0,0 0 0 0,0 0 0 16,0 0 0-16,4-17 256 0,-1-2-64 0,-2-7-16 0,-1-2 80 0,0 0 32 16,-1-2 0-16,-2 0 0 0,-1-3-112 0,-1-1-32 15,-3-2 0-15,0-1 0 0,-1-4 0 0,1-1 0 16,-1 0 0-16,1 3 0 0,2 1-144 0,2 8 0 16,3 7 0-16,-1 10 0 0,4 1 0 0,-2 12-192 15,9 8 32-15,2 10 16 0,4 8-112 0,2 7 0 16,2 6-16-16,5 1 0 0,1 3 112 0,5-1 32 15,3-2 0-15,9 1 0 0,8-3 128 0,7-3 0 16,7-5 0-16,5-8 0 0,4-4 0 0,1-6 128 16,3-4-128-16,2-4 176 0,-1-2-176 0,-1 0 0 15,-2-2 0-15,-4 1 0 0,-6-2 0 0,-1-2-304 16,-3 0 48-16,-2-2 16 0,-3-1 32 0,-5-2 0 0,-4-4 0 0,-6 2 0 16,-4-2 208-16,-6 0 0 0,-5 1 0 0,-5-1 0 15,-5 1 128-15,-5 0-128 0,-4 0 192 0,-6-1-192 16,-2-1 336-16,-8 0-32 0,-7-2-16 0,-7-1 0 15,-7-1-16-15,-8 3 0 0,-6-3 0 0,-7 4 0 16,-4-3-272-16,-5 3-272 0,-4-1 48 0,-5 2 16 16,-5 0-112-16,-2 6 0 0,-1-1-16 0,4 2 0 15,5 4 112-15,7 2 32 0,6 4 0 0,7-1 0 16,5 4 400-16,5 1 96 0,6 2 16 0,4 2 0 16,5 0-96-16,3 0-16 0,6 0 0 0,3 1 0 15,8 4-208-15,5-1 0 0,7 3 128 0,7-1-128 16,5 1 0-16,7-2 0 0,6-1 0 0,8 0 0 15,5-3 0-15,4-2 128 0,4-3-128 0,3-4 192 16,4-2-192-16,-1-3 0 0,-2-1 128 0,-3-3-128 16,-4-3 0-16,-5 1 0 0,-4-1 128 0,-7 0-128 0,-3-4 0 15,-5 1 144-15,-1-1-144 0,-8 2 128 0,-6-1 0 0,-2-1-128 16,-5 2 192-16,-3-1-64 0,-5-2 32 0,-3-1 0 16,-5-3 0-16,-6 1 0 0,-1 0-160 0,-5-4 0 15,-4-1 0-15,-5-3 0 0,-7-3-272 0,-5-2 64 16,-3-2 16-16,-3-4 0 0,-4-3-48 0,7 3 0 15,2 1 0-15,7 6 0 0,4 3 240 0,8 9 128 16,10 5 0-16,6 7-128 0,9 3 336 0,0 0-32 16,11 22-16-16,6 4 0 0,3 6-288 0,7 6 0 15,6 7 0-15,6 4-144 0,5 2 144 0,3 2 192 0,1 1-32 16,5-5-16-16,-3-2-144 0,5-5 0 0,1-7 0 0,3-6 0 16,1-7-128-16,-2-5-64 0,0-5-16 0,-6-6 0 31,-5-3-240-31,-4-4-32 0,-5-3-16 0,-8-2 0 0,-7 1 112 0,-3-1 0 0,-8-2 16 0,-6-1 0 15,-5-3 368-15,-5 0 0 0,-3-1 192 0,-8-2-64 16,-4-1 112-16,-9-1 16 0,-3-1 0 0,-9-3 0 16,-7-4-256-16,-8 0 0 0,-8-2 0 0,-2 0 0 15,-1-3 0-15,-3-4 0 0,-4 0 0 0,-3-3-160 16,-2-1 160-16,1 5-160 0,1 1 160 0,10 6-160 16,7-1 160-16,7 11 0 0,5 6 0 0,8 6 0 15,5 4 240-15,7 8-32 0,2 1 0 0,7 8 0 16,3 6-208-16,10 7 0 0,8 4 128 0,8 9-128 15,10 4 0-15,9 4-208 0,9 0 32 0,10-2 16 16,7 1 160-16,7-7 0 0,9-7 0 0,4-4 0 16,3-8 0-16,3-7 224 0,2-10-48 0,3-7-16 15,3-7 96-15,-1-6 32 0,-4-4 0 0,-7-1 0 0,-3-3-64 0,-5-1-16 16,-7-3 0-16,-4-1 0 0,-4-1-80 0,-10 1 0 16,-4 2-128-16,-9 5 192 0,-5-3-192 0,-5 1 0 15,-8-5 0-15,-5 4 0 0,-8-1 0 0,-6 1 0 16,-8 1 0-16,-8-2 0 0,-7-2-176 0,-9 2-16 15,-7-1-16-15,-7 1 0 0,-8-3-112 0,-3 2 0 16,-6 2-16-16,-4 1 0 0,-5 2-48 0,2 2-16 16,0 5 0-16,10 7 0 0,9 2 128 0,8 6 16 15,6 2 16-15,8 1 0 0,7 2 560 0,6 3 96 16,5 2 32-16,6 1 0 0,2 8-160 0,6 2-32 16,3 4 0-16,5 4 0 0,5 0-256 0,6 1 0 0,6 1-176 0,3-2 176 15,4 0 0-15,7-6-128 0,3 0 128 0,3-8 0 16,3-2 0-16,-1-3 0 0,2-2 0 0,-1-1 0 15,-2-4 0-15,-3-1 0 0,-3-5 128 0,-7 0-128 16,-6-4 0-16,-4 0 0 0,-5-1 0 0,-2-1 0 16,-5-1 0-16,-3-1 192 0,-2-1-48 0,-1-1-16 15,-5-2-128-15,0-2 0 0,-3-2 144 0,-5-3-144 16,-3-1 0-16,-4-1-240 0,-3-2 48 0,-4-3 0 16,-2-2 32-16,-4-6 16 0,-3-1 0 0,1 1 0 15,-1 0 144-15,1 3 0 0,2 0-144 0,5 5 144 16,5 2 0-16,7 7 0 0,3 8 192 0,10 9-64 15,0 0 32-15,0 0 0 0,1 16 0 0,3 12 0 16,1 10-320-16,2 12-64 0,1 7-16 0,1 6 0 16,-1 5 240-16,-1 3-144 0,1 2 144 0,0 0-128 15,0-1 128-15,0-4 0 0,-2-8-144 0,3-8 144 16,3-12-240-16,0-7 32 0,0-11 0 0,2-6 0 0,0-7 208 0,1-7 160 16,-1-7-32-16,2-8 0 0,-1-8 416 0,1-6 80 15,0-8 16-15,-1-6 0 0,0-6-288 0,-1 0-48 16,1 2-16-16,-3-6 0 0,-3 0-288 0,-5-2 0 15,-4-6 0-15,-2-2 0 0,-5-6-160 0,-1 2 16 16,-1 1 0-16,0 6 0 0,0 3-96 0,0 10-16 16,1 9 0-16,1 7 0 0,2 8 256 0,0 10-144 15,5 11 144-15,0 0-128 0,-8 17 128 0,0 9-160 16,1 10 160-16,-1 14-160 0,0 10-32 0,0 6 0 16,4 10 0-16,3 1 0 0,1-3 192 0,1-1 0 15,0-4-144-15,3-4 144 0,2-5 0 0,0-9 0 0,1-9 0 0,0-10 0 16,0-5-160-16,2-7 160 0,0-8-208 0,-1-1 80 15,-8-11-64-15,0 0 0 0,0 0 0 0,0 0 0 16,0 0 192-16,1-16 192 0,-2-4-32 0,-3-3-16 16,-4-6 48-16,1-1 16 0,-3-1 0 0,-1-2 0 15,-4-3-208-15,0-1 0 0,-5-4 128 0,-1-1-128 16,-1-1 0-16,0-3 176 0,-2-3-176 0,4 2 160 16,-1-3-32-16,1 9 0 0,2 4 0 0,4 6 0 15,2 5-128-15,1 9 0 0,1 6 0 0,-2 10-176 16,1 10 0-16,0 11 0 0,2 10 0 0,4 10 0 15,1 11-144-15,3 6-16 0,2 2-16 0,4 7 0 16,3 5 176-16,1-3 48 0,0 1 0 0,5-4 0 16,3-6 128-16,2-9 0 0,0-9 0 0,2-9 0 15,1-6 0-15,0-6 0 0,1-6 160 0,0-3-160 16,1-5 192-16,-2-3-64 0,0-3-128 0,-5-4 192 0,-4-5-32 0,-1-4-16 16,-2-7 0-16,-2-3 0 0,-2-3 80 0,-3-4 16 15,-3-4 0-15,-1-5 0 0,-1-4-240 0,-2 0 176 16,-2 0-176-16,-3-2 160 0,-3-3-160 0,-4-3 0 15,-4-5 0-15,0-4-176 0,-1-5 176 0,0 0 0 16,0 0-144-16,2 2 144 0,-1 7 0 0,6 9 0 16,1 8 0-16,2 12 0 0,4 8 0 0,1 9 0 15,6 10 192-15,0 0-64 0,0 13-128 0,2 12-176 16,2 11 48-16,3 14 0 0,4 10-112 0,1 6-16 16,2 6 0-16,2 1 0 0,1-1 256 0,2 1-144 15,2-3 144-15,0-1-128 0,0-2 128 0,0-7 0 16,-2-9 0-16,1-7 0 0,-1-9-288 0,2-6 32 0,-1-7 0 0,-1-3 0 15,-1-9-64-15,1-5 0 0,-5-3 0 0,-1-4 0 16,-2-5 320-16,-4-3 0 0,0-5 0 0,-2-4 0 16,-4-5 320-16,-1-2 32 0,-2-4 0 0,-2-3 0 15,-5-7-64-15,0-1-16 0,0-2 0 0,-3 0 0 16,-3-4-144-16,-2-3-128 0,-2-3 192 0,-2-3-192 16,-1-2 0-16,0-3 0 0,-2 0 0 0,2 3 0 15,0 9 144-15,4 10-144 0,2 5 0 0,4 12 144 16,3 7-144-16,3 7 0 0,6 8 0 0,0 0 0 15,-2 19 0-15,2 9-272 0,2 12 32 0,2 12 16 16,1 4-16-16,4 6 0 0,4 4 0 0,3-1 0 16,2 1 112-16,4-2 128 0,-1-1-208 0,2-5 80 15,3-2 128-15,2-9 0 0,-1-8 0 0,2-5 0 16,-2-8-240-16,3-6 48 0,3-7 0 0,1-5 0 0,1-6 48 0,0-5 16 16,-1-5 0-16,-1-4 0 0,-3-6 128 0,-4-3 176 15,-3-4-48-15,-2-4 0 0,-3-3 176 0,-2 1 16 16,-4-5 16-16,-2 2 0 0,-2-2-16 0,-4-2-16 15,-4-2 0-15,-3-3 0 0,-2-4-96 0,-4-5-16 16,-4-4 0-16,-2-4 0 0,0-4-192 0,-2 1 0 16,-1 2 0-16,1 5 0 0,0 4 0 0,2 9 0 15,4 7 0-15,0 12-160 0,1 9 160 0,-1 10-192 16,0 6 192-16,-5 12-192 16,-2 12-176-16,-2 12-32 0,-2 14-16 0,0 14 0 15,-3 10-112-15,6 9-32 0,3-1 0 0,5-2 0 0,6-4 256 0,4-4 48 16,4-3 16-16,3-6 0 0,3-8 240 0,4-10 0 0,4-12 0 0,3-8 0 15,1-7 336-15,2-6 112 0,2-7 32 0,2-6 0 16,2-6 352-16,1-5 64 0,0-6 0 0,0-5 16 16,-3-7-336-16,2-2-64 0,-2-6 0 0,1 1-16 31,-2-1-496-31,-2-1 0 0,-1-5 0 0,-4 2 0 16,-2 0 0-16,-1 1-208 0,-3-6 32 0,-4 2 16 15,-3-3 160-15,-2 1-208 0,-1 3 80 0,-3 2 128 16,-1 4-240-16,-2 10 80 0,-1 10 16 0,-1 4 0 15,-2 9-224-15,-2 9-32 0,-2 8-16 0,-4 10 0 16,-2 13-48-16,0 7-16 0,0 6 0 0,2 5 0 0,-1 0 288 0,3 1 48 0,1-3 16 0,3-3 0 16,3-6 128-16,2-4 192 0,0-4-32 0,3-4-16 15,1-2 80-15,1-8 16 0,3-4 0 0,0-4 0 16,-4-13-16-16,0 0 0 0,11 2 0 0,1-6 0 16,-1-6 32-16,0-4 0 0,1-5 0 0,1-7 0 15,1-1-256-15,-1-6 0 0,1-2 0 0,-3-1 0 16,0-2-208-16,-2-4-144 0,-3-2-32 0,-2-4 0 31,-2-1-32-31,-4 2-16 0,-3 2 0 0,-2 2 0 0,-2 6 288 0,-1 7 144 16,-2 5-160-16,-1 10 160 0,-1 6 0 0,-4 9 0 0,-3 8 128 0,-1 10-128 0,-2 9 0 0,-3 15 0 15,-1 11-240-15,0 7 80 0,-4 4 160 0,2 0 0 16,2 1 0-16,2-1 128 0,3 0 0 0,5-5 16 16,4-5 0-16,2-5 0 0,6-6 128 0,3-8 32 15,2-8 0-15,5-5 0 0,1-5 64 0,3-4 16 0,3-9 0 16,2-1 0-16,3-6-112 0,4-3-16 0,0-6 0 0,4-4 0 15,1-7 0-15,1-3 0 0,0-4 0 0,1-7 0 16,-1 1-256-16,0-1 0 0,-1 1 0 0,-1-1 0 16,-4 1-208-16,-1-1-112 0,-6 2 0 0,-3-3-16 15,-2-1 176-15,-3 0 160 0,-3 1-208 0,-2 2 80 16,-3-1 128-16,-2 5-128 0,0 6 128 0,-2 5-128 16,0 5-48-16,-2 10 0 0,-1 7 0 0,-4 9 0 15,-5 7-128-15,1 8-16 0,-1 6-16 0,-2 8 0 16,-3 5 80-16,2 0 32 0,0-1 0 0,4-3 0 15,2-2 224-15,2-1 0 0,2-4 0 0,4-1-144 16,3-6 144-16,2-4 128 0,3-5-128 0,4-4 176 16,3-5 0-16,-7-8 0 0,14 0 0 0,2-4 0 15,1-5-48-15,1-2 0 0,0-3 0 0,0 0 0 16,2-1-128-16,-2 0 128 0,-1-2-128 0,-1 0 128 0,-2 0-128 16,-1-1 0-16,1 1-160 0,-3 0 160 0,-3 1-240 0,-3 2 48 15,-1 1 16-15,-2 1 0 0,0 3-16 0,-2 9 0 16,-2-11 0-16,2 11 0 0,0 0 0 0,-9-5 0 15,9 5 0-15,-10 3 0 0,-1-2-16 0,4 4-16 16,-1 2 0-16,1 1 0 0,7-8 224 0,-6 13 0 16,1-2-160-16,1 2 160 0,1 0 0 0,2 2 0 31,-1-3 0-31,2 1 0 0,2-2 128 0,-2 0-128 16,0-11 128-16,1 10-128 0,-1-10 128 0,0 0-128 0,3 11 0 15,-3-11 128-15,0 0 0 0,0 0-128 0,0 0 192 0,0 0-64 16,0 0 96-16,0 0 16 0,-6-7 0 0,0-2 0 15,-2 0 16-15,-1-4 0 0,0-3 0 0,-2 2 0 16,1-4 0-16,-3 1 16 0,-4-2 0 0,1 1 0 16,1-1-144-16,-1-2-128 0,-1 1 144 0,0-1-144 15,-1-1 128-15,4 3-128 0,1 2 0 0,2 2 0 16,5 6 0-16,0 5 0 0,6 4 0 0,0 0 0 16,8 15-256-16,4 7-64 0,4 6 0 0,2 6 0 15,3 5 64-15,1 3 0 0,-1 1 0 0,1 3 0 16,0-3 256-16,0 0 0 0,0 0 0 0,1-3 144 15,-1-3-144-15,-1-5 192 0,-3-3-192 0,0-3 192 16,-1-1-192-16,1-4 0 0,-3-3-192 0,-2-4 192 16,-4-2-448-16,-3-4 48 0,-6-8 0 0,0 0 0 15,0 0 400-15,0 0 0 0,0 0 0 0,0 0 176 0,-9-9 144 0,0-2 48 16,-4-4 0-16,0-4 0 16,-3 0-128-16,-2-6-32 0,-4 0 0 0,-2-5 0 0,1-5-64 0,-2-1-16 15,-1-2 0-15,1-1 0 0,-1-2 64 0,2 1 0 16,1 2 0-16,4 0 0 0,2 2 64 0,3 2 32 15,3 1 0-15,2 7 0 0,4 7-128 0,1 4-32 16,1 5 0-16,2 3 0 0,1 7-128 0,0 0 0 16,0 0 0-16,0 0 0 0,1 15 0 0,4 7-192 15,3 5 0-15,3 6 16 0,2 3-64 0,4 5-16 16,1-1 0-16,3 6 0 0,1-3 96 0,1 2 16 16,1 1 0-16,1-4 0 0,1-6-160 0,0-2-16 15,-1-5-16-15,-1-4 0 16,-1-4-240-16,-3-6-64 0,0-2 0 0,-2-5 0 0,-1-3 224 15,-4-2 32-15,-1-3 16 0,-3-4 0 0,-9 4 368 0,7-12 240 0,-4 1-48 0,-3-5 0 16,-3-4 448-16,-3 1 96 0,-1-2 16 0,-3-5 0 16,-1 0-144-16,-2-2-32 0,-3-2 0 0,-2 0 0 15,-2-2-192-15,-2-1-64 0,-5-2 0 0,-2 0 0 16,0-2-320-16,1-2 128 0,-2-1-128 0,2 1 0 16,2 2 0-16,3 3 128 0,-1 6-128 0,7 4 0 15,4 5 0-15,3 6 0 0,1 3 0 0,3 6 0 16,6 4 0-16,0 0 0 0,0 0 0 0,3 19-128 15,5 6-144-15,4 8-32 0,5 8 0 0,2 3 0 16,3 4 48-16,3 2 16 0,0 1 0 0,2 0 0 16,2-2 64-16,1 1 16 0,1-5 0 0,-1-3 0 31,-1-4-288-31,2-6-48 0,3-2-16 0,-3-6 0 0,-2-5-16 0,-2-6-16 0,-1-1 0 0,-5-3 0 0,-4-3 288 0,-2-3 64 16,-15-3 16-16,0 0 0 0,0 0 544 0,0 0 96 15,0-10 32-15,-6-2 0 0,-4-2 384 0,-6-3 80 16,-5-5 0-16,-2-2 16 0,-2 1-464 0,-1-6-112 15,-3-1-16-15,-2-4 0 0,-3-2-384 0,-1-1 0 16,-3-3 0-16,-1-2 0 0,-1-2 0 0,1-2-176 16,-2-1 16-16,5 0 0 0,0 2 160 0,4 2 0 15,5 1 0-15,6 11 0 0,2 3 144 0,6 10-144 16,3 6 192-16,2 6-192 0,3 1 192 0,5 5-192 16,0 0 192-16,4 19-192 0,2 5 0 0,5 6-272 15,-1 4 16-15,5 2 16 0,4 2 32 0,3-2 0 16,3-2 0-16,2-4 0 0,3-2 48 0,0-6 16 0,2-3 0 15,0-8 0-15,1-6-208 0,-1-4-32 0,0-3-16 0,-4-5 0 16,-4-3 208-16,-3-1 32 0,-3 0 16 0,-5-1 0 16,-5 0 144-16,-3 0 128 0,-1 2-128 0,-7 1 176 15,-4 0 32-15,-5 1 16 0,-4 1 0 0,-6 2 0 16,-7 3-368-16,-3 2-80 0,-5 3-16 0,-2 3 0 31,-3-1-272-31,-1 1-48 0,-1 5-16 0,1 1 0 0,0 3 400 0,0 5 176 0,1 6-160 0,3 0 160 16,1 1 0-16,3 1 0 0,1-2 0 0,6-3 0 15,3-1 608-15,5-6 160 0,5-3 48 0,4-5 0 16,5-2 32-16,6-6 16 0,0 0 0 0,0 0 0 16,0 0-448-16,9-15-96 0,4-4 0 0,4-1-16 15,2-5-304-15,5-1 0 0,2-4 0 0,1 0-144 16,-1-4-128-16,3 1-32 0,0-3 0 0,-2 1 0 0,-2-3 48 16,-4 5 0-16,-3 3 0 0,-4 3 0 0,-3 3-128 15,-7 5 0-15,-4 6-16 0,-2 8 0 16,-6 5-368-16,-3 9-64 15,-6 8 0-15,-7 6-16 0,1 8 80 0,-5 5 32 0,0 3 0 0,-5 5 0 0,-2 0 544 0,-2 3 192 16,0 3-144-16,1-5 144 0,3 0 176 0,3-6 112 16,5-5 32-16,7-7 0 0,3-6 848 0,5-7 176 15,5-6 48-15,5-8 0 0,0 0-496 0,9-5-80 16,5-8-32-16,7-7 0 0,5-10-480 0,4-3-112 16,3-4 0-16,3-6-16 0,2-3-176 0,1-6-272 15,-1-3 64-15,0-3 16 16,-2-2-224-16,-3 1-32 0,-3 3-16 0,-7 4 0 15,-6 5-128-15,-4 9-32 0,-5 7 0 0,-5 9 0 16,-5 7-320-16,-4 10-64 0,-7 5-16 0,-4 11 0 16,-5 6 336-16,-6 10 64 0,-3 9 16 0,-4 10 0 0,-3 6 608 0,-4 4 0 0,-3 4 0 0,-4 0 192 15,-4-1 144-15,3-3 48 0,2-4 0 0,8-4 0 16,4-9 560-16,7-5 112 0,1-8 32 0,7-5 0 16,4-5 128-16,7-6 48 0,3-6 0 0,7-4 0 15,0 0-624-15,3-13-128 0,7-5-32 0,7-8 0 16,3-7-480-16,5-3 0 0,5-5-208 0,4-3 64 15,2-3-336 1,2-4-64-16,0-5-16 0,-2 0 0 0,-2-1-256 16,-3 5-48-16,-2 5-16 0,-7 6 0 0,-6 10-288 0,-4 8-64 0,-3 7-16 0,-9 16 0 15,0 0 96-15,0 0 0 0,-5 16 16 0,-7 8 0 0,-5 10 624 0,-4 8 128 16,-1 9 32-16,-4 4 0 0,-4 2 656 0,-2 0 128 16,1-3 16-16,2-3 16 0,3-6 496 0,3-3 80 0,3-6 32 0,5-7 0 15,4-8 368-15,5-4 80 0,1-5 16 0,5-12 0 16,0 0-576-16,0 0-128 0,17-7 0 0,3-7-16 15,6-10-384-15,4-3-80 0,4-3-16 0,3-5 0 16,2-4-336-16,1-6 0 0,1-7 0 0,-2 0 0 16,-1 0-384-16,-2 1 0 0,-1 1 0 0,-2 6 0 31,-3 5-544-31,-5 8-96 0,-7 6-32 0,-4 8 0 0,-6 7-128 0,-8 10-32 16,0 0 0-16,-9 15 0 0,-7 10 288 0,-4 8 48 0,-7 6 16 0,-4 6 0 15,-4 6 864-15,-3 3 0 0,-4 0 0 0,-1 4 128 0,-1-6 208 0,1-4 48 16,1-5 0-16,6-4 0 0,5-7 864 0,6-5 176 15,4-7 48-15,4-6 0 0,5-5-112 0,12-9-16 16,0 0 0-16,0 0 0 0,3-13-832 0,6-5-192 16,7-7-16-16,5-5-16 0,2-3-288 0,6-3-304 15,6-7 64-15,0-7 16 16,0-2-208-16,-1-5-32 0,-1-7-16 0,-1 3 0 16,1-1-256-16,-3 6-48 0,-1 5-16 0,-5 8 0 15,0 7-176-15,-6 7-48 0,-4 10 0 0,-4 7 0 16,-10 12-128-16,0 0-16 0,0 0-16 0,-8 19 0 15,-3 8 512-15,-4 5 96 0,-5 5 32 0,-1 3 0 0,-2 6 720 0,-1-1 144 0,0 4 16 0,0-2 16 16,2-7 368-16,2-5 80 0,3-6 16 0,6-6 0 16,3-4 592-16,3-8 112 0,5-11 16 0,0 0 16 15,0 0-672-15,0 0-144 0,10-4-32 0,3-5 0 16,1-8-384-16,5-2-64 0,0-5-32 0,5-6 0 16,-1 0-224-16,3-5 0 0,3-1 0 0,0-2 0 15,1-3-288-15,-3 5 0 0,0 2 0 0,-2 3 0 31,-3 2-288-31,-2 7-48 0,-5 6-16 0,-1 6 0 16,-7 5-464-16,-7 5-112 0,3 10 0 0,-7 10-16 16,-6 8-112-16,-5 10 0 0,-3 12-16 0,-3 8 0 0,-2 10 864 0,-3 4 176 0,0-1 48 0,-2 5 0 15,-2-2 272-15,4-5 0 0,4-2-128 0,5-11 128 16,5-9 832-16,4-11 240 0,5-10 32 0,1-3 16 16,5-9 288-16,1-4 48 0,-4-10 16 0,11 0 0 0,3-5-768 0,1-7-128 15,3-3-48-15,2-6 0 0,0-4-272 0,0-6-48 16,5-3-16-16,-1-2 0 0,2-5-352 15,0 1-80-15,0 1-16 0,-1-1 0 16,-5-1-288-16,0-1-64 16,-3 2-16-16,-4 2 0 0,-4 5-272 0,-4 7-64 0,-2 7-16 0,-4 11 0 15,1 8-368-15,-12 6-64 0,-5 11 0 0,-4 9-16 16,-6 7 592-16,-5 3 112 0,-3 6 16 0,-3 4 16 0,-1 6 896 0,-1 5 176 16,1 3 48-16,2-1 0 0,5-4 112 0,6-7 32 15,3-5 0-15,5-10 0 0,4-7 1088 0,3-6 240 16,8-7 32-16,3-13 16 0,0 0-544 0,0 0-96 15,14-13-32-15,4-5 0 0,3-7-592 0,5-8-128 0,4-7-32 16,7-7 0-16,3-6-528 0,3-2 0 0,1-2 0 0,5-2-144 16,-1-1-208-16,-1 0-32 0,-2-2-16 0,0 2 0 31,-2 1-496-31,-5 10-112 0,-7 7-16 0,-5 11 0 16,-5 10-656-16,-6 9-144 0,-3 9-32 0,-12 3 0 15,0 21 832-15,-5 8 176 0,-6 10 16 0,-4 7 16 0,-5 6 672 0,-6 3 144 0,-5 3 0 0,-3 6 0 16,-4-3 192-16,0 1 16 0,-1 1 16 0,4-4 0 15,2-7 496-15,5-5 112 0,2-8 0 0,4-6 16 16,3-7 768-16,6-6 160 0,3-6 16 0,2-6 16 16,8-8-912-16,0 0-176 0,0 0-32 0,0 0-16 15,5-15-320-15,3-4-64 0,1-7-16 0,4-4 0 0,3-2-432 16,0-4-96-16,0-6 0 0,4-1-16 16,1-2-304-16,1 0-48 0,-2 4-16 0,-1 4 0 15,1 6-1152 1,-2 7-224-16,-2 6-48 0,-3 10-16 0,-4 6 304 0,-1 8 64 0,-3 10 16 0,-4 6 0 15,-2 8 544-15,-6 5 96 0,-3 3 32 0,-2 6 0 0,0 5 1600 0,2-1 336 16,0-3 64-16,2-2 16 0,3-2 416 0,1-6 96 16,0-6 16-16,2-5 0 0,2-5-64 0,2-5-16 15,2-5 0-15,-4-9 0 0,10 4-176 0,2-5-48 16,-1-4 0-16,5-5 0 0,2-5-624 0,2-2-128 0,0-5-16 0,0-3-16 16,1-5-624-16,0 0-112 0,1-1-16 0,-1 1-16 31,-1 2-240-31,-1 5-32 0,1 9-16 0,-2 7 0 15,-2 11-544-15,-2 10-112 0,-1 15-32 0,-3 7 0 16,-2 10 80-16,-2 4 16 0,-4 2 0 0,-2 0 0 0,-1 1 960 0,0 2 256 0,-2 2 0 0,0 0 0 16,1-8 0-16,-2-5 0 0,-4-3 0 0,-1-9 0 15,0-9 240-15,-2-9-64 0,0-6-16 0,-4-6 0 16,-2-6 1200-16,-1-3 240 0,-3-6 64 0,-1-7 0 16,-3-2-608-16,-1-3-112 0,-3-8-32 0,-1-2 0 15,-1-3-624-15,-3-1-128 0,-4 2-32 0,-1-4 0 16,-2-2-128-16,-1 1 0 0,0 3 0 0,2 1-176 15,-2-2 16-15,0 4 0 0,3-1 0 0,0 3 0 16,-1 0 160-16,-2 2 0 0,-4 2 0 0,1 4-128 16,-4 3 128-16,1 4 0 0,0 3 0 0,0 3-128 0,-2 1 128 0,1 3 0 15,-2 3 0-15,0-1 0 0,-1 2 0 0,1 1 0 16,-1 0 0-16,2 0 0 0,3-1 128 0,3 4-128 16,2-3 160-16,5 1-160 0,1 1 256 0,6-1-32 15,6-1-16-15,1 0 0 0,3-1 160 0,1 1 16 16,8 3 16-16,1 0 0 0,10 1-96 0,0 0-32 15,0 0 0-15,0 0 0 0,8 11-272 0,7 2 0 16,3 0-176-16,4 2 176 0,4 0-192 0,5-3 64 16,5 1 128-16,4-1-208 0,4-6 208 0,2-3 0 15,0 1 0-15,-2-2 0 0,-2-2 0 0,-3 0 0 16,-1-1 0-16,-6-1 0 0,-4-1 0 0,-8-4 0 16,-3 0 0-16,-4-2-144 0,-2-1 144 0,-5 0 176 0,-2 1-48 15,-4-4 0-15,-2 0 64 0,-2-2 16 0,-5-2 0 0,-3-1 0 16,-5 0 32-16,-3 0 0 0,-3-1 0 0,-4 0 0 15,-5-3-112-15,-2-2 0 0,-3 1-128 0,-1-1 192 16,-3 2-192-16,3 4 0 0,2 0 0 0,-1 7 0 16,4 1-240-16,4 6 64 0,4 4 16 0,4 8 0 15,2 0-32-15,2 6-16 0,2 4 0 0,4 4 0 16,0 3 16-16,3 1 0 0,3 2 0 0,4-2 0 16,5-2 192-16,1 0-192 0,3-5 192 0,2 1-192 15,3-4 192-15,6-2 0 0,4-1 0 0,3-3-144 16,3-3 144-16,2-2 0 0,3 0 0 0,0-5 0 15,0 0 0-15,-2-2 0 0,-2-2 0 0,-4 0 128 16,-3-1-128-16,-4-1 0 0,-3 1 128 0,-4 1-128 16,-5-2 160-16,-7 6-32 0,0 0-128 0,2-12 192 0,-2 12-48 15,-8-10-16-15,-4-1 0 0,-2 2 0 0,-6 1-128 0,-2 0 0 16,-3 3 0-16,-1 1 0 0,-2-1 0 0,-2 0 0 16,-2 2 0-16,0-2 0 0,-1 0 128 0,2 2-128 15,1-2 128-15,4 1-128 0,4 2 128 0,1-1-128 16,1 0 0-16,6 2 128 0,2 0 0 0,3-1 0 15,9 2 0-15,0 0 0 0,0 0-128 0,0 0 0 16,0 0 0-16,6 11 0 0,6-1-144 0,3-1 144 16,1 2-192-16,4-1 192 0,1 1-144 0,4-1 144 15,2 2 0-15,2-2-144 0,-2 1 144 0,0-2 0 16,1-1 0-16,-1-2 0 0,-2-1 0 0,-3 1-128 16,-4-1 128-16,-2-4-128 0,-2 0 128 0,-14-1 0 15,0 0 0-15,0 0-128 0,0 0 128 0,0 0 144 0,0 0-16 0,-4-10-128 16,-5 1 256-16,-2 2-64 0,-4-3-16 0,-3 2 0 15,-3-1-176-15,-1 0 160 0,-1 0-160 0,-1 0 160 16,-1-1-160-16,1 1 0 0,-1-1 0 0,3 1 0 16,1 0 0-16,2 0 0 0,4-1 128 0,3 5-128 15,2-1 0-15,3 2 160 0,7 4-160 0,0 0 160 16,0 0-160-16,0 0 0 0,0 0 0 0,4 13 0 16,3 2-192-16,0 4-32 0,3 0 0 0,3 1 0 15,-2-5 224-15,5 2 0 0,1 0-160 0,1-4 160 16,0-1 0-16,3-3 0 0,1-1 0 0,2-3 0 15,-1-2 0-15,1-3 0 0,-2-1 0 0,-2-1 0 16,-3-2 0-16,-3 0-176 0,-4-1 176 0,-1 1-128 16,-9 4 128-16,7-9 0 0,-7 9 128 0,4-10-128 0,-4-1 176 15,-4 2-48 1,-3-1 0-16,0-1 0 0,-3 1 48 0,-3 1 0 16,-4-3 0-16,-1 2 0 0,-1-1-176 0,-4 1 160 15,-3 1-160-15,2 0 160 0,-1 1-160 0,0 0 0 16,0-1 0-16,3 0 0 0,3 0 0 0,0-2-144 0,2 5 144 0,4 0 0 15,3 4-160-15,10 2 160 0,0 0-128 0,0 0 128 16,0 0-240-16,1 13 48 0,4 2 0 0,6 4 0 16,2 2 0-16,6 3 0 0,5 4 0 0,3 3 0 15,6 3 192-15,3 2 0 0,6 3-160 0,4 3 160 16,3 0 0-16,2-3-144 0,0-4 144 0,1-3 0 0,0-5-224 16,3-4 64-16,0-3 16 0,1-4 0 0,1-2-80 0,1-5-16 15,-4-1 0-15,0-3 0 0,-5-1 80 0,-4-3 16 16,-6-1 0-16,-4 2 0 0,-5 0 144 0,-4 1-160 15,-4 1 160-15,-2 2-160 16,-2 6-240-16,-2 6-48 0,-3 10-16 0,-2 12 0 16,1 7-288-16,-1 13-48 0,-2 10-16 0,-1 9 0 0,-3 0 464 0,-1 2 96 15,-2 5 0-15,0 0 16 0,0 0 240 0,1-6 0 16,-1-7 0-16,0-6 0 0,-1-5 0 0,0-8 0 16,-2-9 0-16,0-9 0 0,-2-8 240 0,2-10 32 15,-3-8 16-15,4-10 0 0,0 0 432 0,-11-11 96 16,-2-10 16-16,0-7 0 0,0-8-432 0,2-5-80 15,-2-4 0-15,2-11-16 16,1-8-1184-16,1-5-224 0,-1-6-48 0,0-3-16 16,-3-1-192-16,0-7-48 0,0-3 0 0,1 2 0 0,0 1 960 0,5 14 192 15,0 15 48-15,3 11 0 0,2 16 1296 0,0 12 256 16,1 9 48-16,1 9 16 0,-5 14-608 0,-4 13-112 0,-6 12-32 16,0 16 0-16,-5 14-512 0,1 7-144 0,-4 6 0 0,-1 7 0 15,-4 2 0-15,0 8 0 0,-1 5 0 0,3-3 0 16,4-7-320-16,3-3-16 0,5-9-16 0,2-8 0 15,6-9 352-15,3-10 0 0,4-7 0 0,5-11 128 16,0-12 64-16,3-7 0 0,2-9 0 0,-1-6 0 16,1-9-32-16,0-7 0 0,0-15 0 0,1-10 0 15,-1-9 352-15,1-6 80 0,0-6 16 0,-1-4 0 16,0-3-336-16,-1-6-64 0,-1-5-16 0,-2-5 0 16,-3-5-192-16,-2 1 0 0,-2 2 128 0,0-1-128 15,-1-2 0-15,1 2 144 0,0 2-144 0,1 13 128 16,3 8 32-16,0 14 0 0,2 12 0 0,-1 11 0 15,-1 9-160-15,-4 16 160 0,0 0-160 0,4 16 160 16,-1 10-368-16,0 19-80 0,0 18-16 0,1 13 0 16,1 8 32-16,0 6 0 0,-1 3 0 0,4 7 0 15,-2 8 272-15,3-3-160 0,2-7 160 0,1-7-128 0,-2-8 128 16,3-8 0-16,0-8 0 0,3-12 0 0,-2-11 0 0,3-8 0 16,0-9 0-16,0-5 0 0,-3-9-224 0,-1-6 32 15,-1-9 16-15,-3-4 0 0,-2-7 176 0,-2-8 0 16,-3-6 160-16,-2-10-160 0,-2-6 384 0,-3-5 0 15,-4-6-16-15,-2-2 0 0,-2-2-368 0,-1-5 0 16,-3-5 0-16,-1-3 0 0,-1-6 0 0,0 4 0 16,-3 0 0-16,1 4 0 0,2 2 0 0,4 7 192 15,0 5 0-15,5 8-16 0,2 8 96 0,3 8 32 16,2 11 0-16,1 7 0 0,0 6-112 0,2 7-32 16,0 0 0-16,3 13 0 0,0 8-160 0,1 5 0 0,-2 8-192 15,3 7 192-15,1 7-256 0,4 6 80 16,1 5 16-16,-1 6 0 0,0 5 16 0,2 3 0 0,1-1 0 0,-1-4 0 15,-2-6-96-15,-1-7-16 0,1-5 0 0,1-6 0 16,1-4-112-16,0-7-16 0,-1-8-16 0,3-3 0 16,-1-8 0-16,-2-2 0 0,0-7 0 0,-11-5 0 15,10-4 400-15,-2-6 0 0,-2-5 0 0,-2-5 0 16,-2-8 640-16,-2-4 48 0,-2-5 16 0,-2-1 0 16,-2-5-320-16,-2-2-64 0,-1-6-16 0,-3-5 0 15,-3-6-176-15,-1 1-128 0,0 1 144 0,-1-1-144 16,-1 1 224-16,-1 0-48 0,-2 0-16 0,0 3 0 15,1 1 80-15,3 7 16 0,3 8 0 0,4 9 0 16,2 11-256-16,3 7 0 0,-1 5 0 0,6 9 0 16,0 0-176-16,-4 18-16 0,3 11-16 0,4 11 0 15,1 10-112-15,0 11 0 0,1 10-16 0,3 8 0 0,-1 2 96 0,5 10 32 16,3 8 0-16,0-1 0 0,1-3-16 0,-1-7 0 16,1-4 0-16,-2-7 0 0,1-5 224 0,-1-11-144 15,2-11 144-15,-1-11-128 0,0-9 128 0,2-8 0 16,0-8 0-16,-3-5 0 0,-4-5 0 0,-10-4 0 15,11-10 0-15,-3-7 176 0,-2-6 512 0,-3-10 96 16,-3-10 32-16,-2-7 0 0,0-8-352 0,-1-4-64 16,-1-1-16-16,-3-4 0 0,-4-1-384 0,-2-6-192 0,-1-7 0 0,-3-2 16 15,0-3 48-15,0 0 0 0,0 2 0 0,1-1 0 16,-1-1 128-16,3 7 0 0,2 6 0 0,2 12 0 16,-2 11 144-16,4 14 16 0,4 9 0 0,0 11 0 15,1 5-160-15,3 11 0 0,0 0 0 0,-6 17-176 16,0 9-80-16,1 13 0 0,-1 16-16 0,4 13 0 15,2 10-32-15,2 5 0 0,4 3 0 0,-1 4 0 16,1 3 144-16,2-2 32 0,1-1 0 0,2-9 0 16,0-3 128-16,1-11 0 0,0-7 0 0,2-6 0 15,1-3 0-15,0-8-128 0,3-10 128 0,2-7-128 16,0-5-352-16,-2-9-64 0,-3-6-16 0,-1-6 0 0,-3-5 240 0,0-8 64 16,-5-7 0-16,-1-7 0 0,-2-6 432 0,-3-8 80 15,-3-4 32-15,0-4 0 0,-5-2-288 0,-1-6 0 16,-3-7 0-16,-3-8 0 0,-1-5 0 0,-3-2 0 15,0-1 0-15,-2-1 0 0,-1-1 0 0,1-1 256 16,1-2-48-16,3 11-16 0,2 8 240 0,2 16 32 0,2 6 16 16,2 15 0-16,-1 10-256 0,1 9-48 0,1 5-16 0,-1 11 0 15,-1 11-160-15,-1 14 0 0,-5 15-160 0,0 14 160 16,0 16-288-16,-3 8 32 0,5 8 16 16,1 4 0-16,0 7 80 0,2 4 16 0,4-1 0 0,3-1 0 15,2 1 144-15,5-3-208 0,2-3 80 0,4-9 128 16,2-11 0-16,3-7 0 0,4-7 0 0,3-11 0 15,4-5-336-15,-2-7 48 0,1-5 16 0,-1-10 0 32,1-6-304-32,-3-5-48 0,0-6-16 0,-3-9 0 0,-3-4 384 0,2-6 80 0,-2-2 16 0,-2-9 0 15,-1-4 320-15,-2-7 64 0,-4-5 16 0,1-7 0 16,-2-5-240-16,-2-10 144 0,-4-7-144 0,-3-7 128 16,-3-4 0-16,-2-4-128 0,-4 0 192 0,-1-3-64 0,-3-4 64 15,-3-3 16-15,-1 0 0 0,0 5 0 0,0 6-64 0,-1 4-16 16,0 8 0-16,0 10 0 0,1 12 80 0,4 10 16 15,3 13 0-15,1 10 0 0,2 14-224 0,2 13 0 16,0 14 0-16,1 17 0 0,2 13-176 0,1 18-128 16,1 16-16-16,4 1-16 0,4 5 128 0,3 1 16 15,3 0 16-15,3 0 0 0,4-2 176 0,1-9-208 16,1-9 80-16,1-10 128 16,2-11-560-16,0-5 16 0,0-9 0 0,1-6 0 15,-4-9-256-15,-1-6-48 0,-1-7-16 0,-2-5 0 0,-2-7 384 0,-3-5 80 16,-1-4 16-16,-1-2 0 0,-3-4 720 0,2-4 160 15,-5-4 16-15,0-6 16 0,-2-7-80 0,-3-3 0 16,-1-6-16-16,-2-4 0 0,-3-4-432 0,-2-5 0 0,-3-8 128 0,-2-5-128 16,-2-6 192-16,-2 3 0 0,1 2 0 0,-1 3 0 15,-1 1 272-15,2 8 64 0,2 7 16 0,5 11 0 16,4 10-144-16,3 11-16 0,0 10-16 0,5 5 0 16,4 20-592-16,1 12-112 0,1 13-32 0,1 9 0 15,1 10 16-15,1 9 0 0,3 7 0 0,2 1 0 16,2-1 352-16,1-3-176 0,2-7 176 0,-1-5-128 15,1-1 128-15,2-10 0 0,1-5 0 0,1-8 0 16,1-7 0-16,2-6 0 0,0-8 0 0,0-3 128 16,-1-6-128-16,-1-5 176 0,0-3-176 0,-3-7 192 15,-3-5-192-15,-1-5 0 0,0-5 0 0,-3-5 0 16,-1-6 0-16,-2-7 0 0,-2-5 0 0,-4-2 128 16,-2-4-128-16,-6-4 0 0,-5-4 0 0,-2-6-176 15,-5-2 176-15,-2-2-128 0,-3-1 128 0,-3 6-128 16,1 2 128-16,0 9 0 0,-3 5 0 0,6 11 0 0,3 8 0 0,2 13-128 15,3 7 0-15,1 12 0 0,0 10-176 0,-1 14-16 16,-2 12-16-16,0 12 0 0,-3 12 48 0,5 5 16 16,-1 5 0-16,4-3 0 0,3 0 272 0,0-3-160 15,1 3 160-15,2-4-128 0,2-5 128 0,2-5 224 16,-1-8-48-16,3-8-16 0,0-11 288 0,1-5 64 16,2-8 16-16,0-6 0 0,3-6-48 0,4-5-16 15,2-6 0-15,-1-6 0 0,2-7-240 0,1-4-48 16,1-13-16-16,0-4 0 15,2-5-512-15,0-1-96 0,-2-4-32 0,0 1 0 16,-4-1 16-16,-2-1 0 0,-3 2 0 0,-4-1 0 0,-3 0 464 0,-3-2 0 0,-3 1 176 0,-1 2-48 16,-2 1 288-16,-4 6 64 0,-3 3 16 0,2 11 0 15,0 4-496-15,0 12 0 0,-4 7-208 0,-2 11 64 32,-1 10-432-32,0 13-96 0,-4 14-16 0,-2 8 0 15,1 9 224-15,1 4 32 0,-1 4 16 0,2 3 0 0,2 0 256 0,1 2 160 0,-1-1-192 0,6-5 192 16,4-5-192-16,1-12 192 0,3-7-192 0,3-6 192 15,2-8 432-15,2-8 192 0,2-6 32 0,0-5 16 16,3-3-48-16,-1-5-16 0,2-6 0 0,2-5 0 16,1-5-224-16,1-3-64 0,1-9 0 0,1-1 0 15,0-3-320-15,3-5 0 0,1-3 0 0,-1-2 128 16,-1-1-128-16,-2 1-256 0,2 0 64 0,-2 3 0 16,-1 1 192-16,-3 4 0 0,-4 4 0 0,1 5 0 15,-5 1-144-15,1 7 144 0,-3 4-160 0,0 9 160 31,0 0-1024-31,-13 4-96 0,-2 8-32 0,-2 4 0 0,-1 4-192 0,-1 3-64 0,-2-1 0 0,1 1 0 0,-1 2 1264 0,3 0 144 16,2-4 224-16,2-3-48 0,1-2 1024 0,3-5 208 16,1-3 32-16,2-3 16 0,7-5 0 0,0 0 0 15,0 0 0-15,-4-7 0 0,3-8-560 0,3-3-96 16,4-6-32-16,0-2 0 0,3-1-576 0,2-6-192 16,2 0 0-16,2-5 0 0,0 0 0 0,2 1 0 15,0 4 0-15,1 0 0 0,-1-1 0 0,0 8 0 16,-3 0 0-16,-1 9 0 0,-2 1-128 0,-4 8 128 15,-7 8-208-15,0 0 80 16,4 13-448-16,-5 7-96 0,-2 7-16 0,-2 6 0 16,-1 9 128-16,-3 7 32 0,-2 6 0 0,-3 6 0 0,-5 4 160 0,0 5 48 0,-1-1 0 0,2-4 0 15,0-8 64-15,2-6 32 0,2-11 0 0,3-6 0 16,4-4 1216-16,0-9 240 0,3-6 48 0,2-6 16 16,2-9-128-16,0 0-16 0,0 0-16 0,0 0 0 15,0-16-496-15,1-6-112 0,0-5-16 0,2-3 0 16,1-3-512-16,0-4 0 0,0-4-160 0,-1-5 160 15,1-6-368-15,0-2 48 0,-1 1 16 0,1-3 0 16,0 3 0-16,0 0 0 0,0 6 0 0,-1 4 0 16,3 6 304-16,0 8-160 0,2 4 160 0,-1 10-128 15,-1 5 128-15,-6 10-160 0,16 2 160 0,-1 9-160 16,-2 6 32-16,3 9 0 0,0 7 0 0,-1 7 0 16,1 3 128-16,0 4 144 0,-3 3-16 0,1 1-128 15,0 0 128-15,2-1-128 0,-2 0 0 0,1-7 0 16,-2-5 144-16,1-6-144 0,2-4 0 0,1-3 144 0,1-8-144 0,-1-4 0 15,0-4 0-15,-3-4 0 0,-1-2 0 0,-1-6 0 16,-2-2-128-16,-2-4 128 0,-1-2 0 0,-1-4 192 16,1-6-32-16,-5-5 0 0,0-10-32 0,-4-1-128 15,0-6 192-15,-2-3-64 0,-1-4-128 0,-3 1 0 16,-1-1 0-16,-2 2 128 0,1 1-128 0,-2 3 128 16,-2 1-128-16,2 5 128 0,0 3-128 0,3 7 0 15,4 5 0-15,1 5 0 0,1 7 0 0,1 6 128 16,2 5-128-16,0 0 128 0,2 13-128 0,4 8 0 15,1 5-160-15,3 8 160 0,0 4-224 0,0 3 48 16,-1 4 16-16,1 3 0 0,0-4 160 0,0 5-128 16,1-1 128-16,-1-3-128 0,3-2 128 0,-2-3 0 0,-1-9-144 0,-1-4 144 15,-1-6 0-15,0-5 0 0,-3-3-144 0,-1-5 144 16,-4-8 0-16,0 0 0 0,0 0 0 16,0 0 0-16,-1-12 272 0,-2-3 16 0,1-3 0 0,-4-3 0 15,-3-5-48-15,-2-2-16 0,-2-2 0 0,-2-3 0 16,1-2-224-16,-2 0 0 0,-1-3 0 0,-2 0 0 15,-3-2 0-15,-1 1 0 0,-1-2 0 0,0 1 0 16,1 2 0-16,-2-1 128 0,0 0-128 0,2 1 0 16,0 5 0-16,4 6 0 0,1 3 0 0,1 7 0 15,1 7-224-15,2 4 16 0,1 4 0 0,1 7 0 16,2 6 16-16,0 3 0 0,4 7 0 0,2 9 0 16,1 8-16-16,3 5 0 0,4 2 0 0,3 6 0 15,1 3 64-15,2-1 16 0,2-1 0 0,1-3 0 16,1-6 256-16,0-7 48 0,0-6 16 0,0-6 0 15,3-5 96-15,1-6 32 0,0-5 0 0,2-5 0 0,1-5-128 0,-2-3-32 16,-2-5 0-16,0-5 0 0,-2-3-32 0,-2-4-128 16,-3-5 192-16,0-3-64 0,0 0-128 0,-1-2 0 15,-5 2 0-15,-3 0 0 0,-2 0 0 16,-5 3 0-16,-4-2 0 0,-3 2-176 0,-4-2 176 0,-4 1 0 16,-4-2 0-16,-6-3-128 0,-3-1-32 0,0-1 0 15,-2 2 0-15,2 3 0 0,1 4 160 0,5 5-192 16,2 6 192-16,2 7-192 0,4 5 192 0,2 7 0 15,0 5 128-15,2 8-128 0,3 7 0 0,4 7 128 16,1 7-128-16,4 5 0 0,3 2 0 0,4 5 144 16,1 1-144-16,2 1 0 0,3 3 0 0,2 0 0 0,0-5 0 15,5 0 0-15,0-4 0 0,1-9 0 0,0-1 0 0,0-10 0 16,0-3-288-16,3-7-16 0,0-6 0 0,1-3 0 31,-2-3-176-31,1-7-32 0,-1-1-16 16,0-2 0-16,-4-4 144 0,-3-1 48 0,-3-4 0 0,-1-2 0 0,-3-2 464 0,-1-5 80 0,-4-2 32 0,-1 2 0 15,-3-5 128-15,0 1 16 0,-2 0 16 0,-4-1 0 16,0 0-32-16,-3 1-16 0,-3-2 0 0,-2 0 0 16,-4 0-160-16,0 1-16 0,-2 2-16 0,5 2 0 15,2 1-160-15,1 5-192 0,2 3 32 0,1 5 16 16,1 1 144-16,2 5-192 0,-1 1 192 0,11 4-192 16,-8 0 192-16,8 0 0 0,0 0-144 0,-5 9 144 15,1-1 0-15,3 3-176 0,2 0 176 0,3 1-128 16,1 1 128-16,2 0-208 0,2 0 80 0,1 3 128 15,1 3-256-15,-1 0 80 0,1 2 16 0,2 1 0 16,0 1-224 0,1 2-32-16,-1 1-16 0,3-1 0 0,1-3 16 0,-3 1 0 0,-1 1 0 0,-1-1 0 0,0 0 48 0,-2-4 16 15,-3-2 0-15,-2-1 0 0,-1-2 352 0,-3-1 0 16,-1-13 0-16,-1 11 0 0,1-11 320 0,0 0 176 16,-7 5 32-16,1-4 16 0,-2-5-80 0,-1-1-16 15,1-3 0-15,-1-4 0 0,-3-3-288 0,0-5-160 16,2-5 160-16,-1-3-160 0,2-4 0 0,-1-4-320 15,-2-3 64-15,0-3 0 0,2 0-16 0,0 2 0 0,-1 0 0 0,1 3 0 16,-1 2 272-16,3 7 0 0,1 9 0 16,0 5 0-16,1 6 128 0,6 8-128 0,-11 11 0 0,-1 10 144 15,1 9-400-15,-2 11-96 0,-2 8-16 0,0 5 0 16,-2 3 160-16,1 3 16 0,0 1 16 0,2-2 0 16,1-6 176-16,3-6 0 0,0-5 0 0,4-11 0 15,1-7 0-15,2-6 0 0,3-7 0 0,0-11 128 16,0 0 192-16,13 0 64 0,3-4 0 0,2-9 0 15,2-7-192-15,3-6-16 0,1-7-16 0,-1-2 0 16,2-4-336-16,-3-3-64 0,-3-1-16 0,1-1 0 16,-2 0 256-16,-2 2-176 0,-3 2 176 0,-3 3-160 15,-2 4 160-15,-4 3 0 0,-1 4 0 0,-3 4 128 16,-2 5-128-16,0 6-240 0,-3 4 64 0,5 7 16 16,-11 5-272-1,-1 8-48-15,1 7-16 0,-4 6 0 0,-2 6 192 0,-1 6 48 0,-1 5 0 0,-2 4 0 0,-4 3 256 0,0 2 0 16,2 1 0-16,1-3 0 0,1-4 400 0,5-9-16 15,3-4 0-15,4-8 0 0,2-4 720 0,2-8 144 16,3-3 32-16,2-10 0 0,0 0-528 0,0 0-112 16,10 1 0-16,3-5-16 0,3-6-448 0,1-6-176 15,1-5 128-15,3-5-128 0,0-5-192 0,2-5-112 16,1-2-16-16,-1-4-16 16,-1 0-176-16,-1 2-16 0,-3 0-16 0,-1 3 0 15,-4 4 96-15,-2 5 32 0,-3 3 0 0,-5 5 0 0,-3 5 64 0,-1 4 16 16,1 11 0-16,0 0 0 15,-12 3-176-15,-1 7-48 0,0 7 0 0,-2 9 0 0,-5 2 192 0,-2 6 48 0,-3 4 0 0,0 5 0 16,-2 3 320-16,1 4 0 0,-3-6 160 0,6-2-160 16,2-4 528-16,4-7 0 0,3-5 0 0,3-5 0 31,2-5 624-31,3-5 128 0,2-1 32 0,4-10 0 16,0 0-544-16,0 0-128 0,0 0 0 0,14-3-16 15,2-4-432-15,2-3-192 0,1-3 160 0,5-5-160 0,-1-3-128 0,2-5-128 0,0-4-32 0,0-1 0 31,-1 1-192-31,1-3-32 0,-5 2-16 0,-3 3 0 16,-4 5-32-16,-1 5 0 0,-3 3 0 0,-4 5 0 0,-4 2 96 16,-1 8 16-16,0 0 0 0,0 0 0 0,-10-4 448 0,-2 8 0 0,0 0 0 0,-1 8 160 15,-2 1 112-15,-1 5 32 0,-1 3 0 0,-1 4 0 16,0-2 80-16,-1 2 32 0,1 1 0 0,1 0 0 16,1-3 160-16,3 0 16 0,2-5 16 0,2 0 0 0,2-5-80 0,2-4-16 15,5-9 0-15,0 0 0 0,0 0-288 16,0 0-64-16,0 0-16 0,0 0 0 0,13 3-144 0,1-3-144 15,3-4 144-15,0 0-208 0,1 0-80 0,4 0-16 16,2 3 0-16,-1 0 0 0,-2 1-32 0,0 0-16 16,-1 0 0-16,-1 2 0 15,-1 2-64-15,-2 1-16 0,0 2 0 0,-2 1 0 16,-2-1-64-16,-3 3-16 0,-3 0 0 0,-2 3 0 0,-4 0 144 0,-2 0 32 16,-5 4 0-16,1-4 0 0,-2-2 336 0,0-1 240 15,0-3-48-15,2-2 0 0,6-5 496 0,0 0 80 16,-11-2 32-16,4-3 0 0,1-4-112 0,4-5-32 15,0-6 0-15,2-6 0 0,3-5-656 0,1-8 0 0,2-10 0 16,5-3 0 0,2-5-304-16,3 0-80 0,0-1-32 0,4 3 0 0,2 3 80 0,0 7 16 0,-1 4 0 0,-3 6 0 15,-1 6 320-15,-4 9 0 0,-1 5 0 0,-5 6 0 16,-7 9-400-16,0 0 32 0,0 0 16 0,0 12 0 31,-4 5-208-31,-5 6-32 0,-2 6-16 0,-3 4 0 0,-2 3 352 0,-2 6 64 0,-3 3 0 0,-1 4 16 16,-1-1 176-16,0 1 0 0,3 1-144 0,1-4 144 15,1-10 0-15,4-5 192 0,2-6-32 0,3-5 0 16,4-9 864-16,5-11 160 0,0 0 32 0,0 0 16 16,0 0-416-16,0 0-96 0,10-14-16 0,3-7 0 15,4-6-704-15,1-7 0 0,6-6 0 0,3-6-160 32,3-2-224-32,3-2-64 0,-2-2 0 0,3 1 0 15,-2 0-64-15,1 3-32 0,-2 1 0 0,-2 1 0 0,-2 3 240 0,-4 3 48 0,-5 6 16 0,-1 8 0 16,-3 6-384-1,-3 9-80-15,-11 11 0 0,0 0-16 0,3 11-720 0,-4 10-144 0,-7 9-16 0,-2 8-16 16,-2 6 816-16,-1 7 160 0,-1 5 48 0,-1 7 0 0,0 5 592 0,0 6 192 16,2 4 0-16,3-3 0 0,1-6 672 0,2-5 144 15,3-7 16-15,2-6 16 0,1-4 528 0,3-9 96 16,2-7 32-16,3-3 0 0,2-5-720 0,2-8-144 16,0-4-16-16,2-7-16 0,0-6-544 0,1-4-96 15,2-6-32-15,0-9 0 0,1-9-256 0,1-5-64 16,-3-5-16-16,1-7 0 15,-3-2-528-15,-1-5-96 0,-2-5-32 0,-1 0 0 16,-2 1 160-16,-2 0 16 0,-2 1 16 0,-5 4 0 0,-2-1 544 0,-1 6 128 0,-1 1 0 0,-2 3 0 16,0 1 0-16,2 9 0 0,0 6 160 0,2 9-160 15,-1 7 160-15,5 12-160 0,0 0 160 0,-2 10-160 16,-1 10 224-16,0 7-48 0,1 9-16 0,-1 4 0 16,1 6-160-16,-1 4 192 0,0 4-192 0,3 2 192 15,0 3-192-15,2 1 0 0,2 0 0 0,-3-8 0 16,-1-3 0-16,0-4 0 0,3-8 0 0,-1-5 0 15,2-9 0-15,-1-5 0 0,1-5 144 0,-1-1-144 16,-3-12 0-16,0 0 0 0,0 0 0 0,6-13 0 16,-2-3 176-16,-2-2-48 0,-2-4 0 0,-1-4 0 15,-3-4 16-15,0-3 0 0,-1-2 0 0,-3-1 0 16,-1-2-144-16,-2-3 160 0,0 0-160 0,-1-1 160 16,-2-1-160-16,-2 4 128 0,-1 1-128 0,0 2 128 15,-2 0-128-15,0 4 0 0,0 2 144 0,-1 4-144 16,3 4 0-16,2 6-240 0,-2 7 48 0,2 5 0 0,2 5-128 0,-1 7-32 15,-2 5 0-15,1 5 0 0,-1 7 80 0,3 5 16 16,0 4 0-16,3 5 0 0,0 4 256 0,4 3-160 16,3 1 160-16,3 1-128 0,3 0 304 0,5-1 64 15,3-5 16-15,4-3 0 0,0-4 208 0,5-4 48 16,1-2 16-16,2-5 0 0,3-5-16 0,3-5-16 16,5-4 0-16,0-5 0 0,1-5-224 0,3-4-32 15,0-7-16-15,-2-3 0 0,-1-3-96 0,-2-1 0 16,-3-2-128-16,-3 2 192 0,-2 0-192 0,-5 0 0 15,-3-1 0-15,-6 2 0 0,-3 0 0 0,-4 3 0 16,-5 1-144-16,-6 1 144 0,-4 2-192 0,-6 2 192 16,-4-2-208-16,-7 4 80 0,-6 3-208 0,-3 0-48 0,-5 2 0 0,-5-1 0 15,-5 1 192-15,-4 1 16 0,-3 0 16 0,-1 1 0 16,-2 2 288-16,4 1 64 0,3 1 16 0,3 2 0 16,3 0 144-16,3 0 32 0,4-1 0 0,6 0 0 15,3-2 192-15,6-2 64 0,6-1 0 0,5 2 0 16,5-3-192-16,11 0-16 0,0 0-16 0,0 0 0 15,0 0-288-15,15-6-128 0,10-1 0 0,6 2 128 16,7 0-128-16,4 1-192 0,1 1 32 0,5-2 16 16,3 0 144-16,4-1-128 0,2 3 128 0,0-3-128 15,0 2 128-15,-3 0 0 0,-3-1 0 0,-3 0 0 16,-2-1 0-16,-6-1 0 0,-2-2 0 0,-4 1 0 16,-5 2 0-16,-6 0 0 0,-3 0 0 0,-6 2 128 15,-14 4-128-15,0 0 176 0,0 0-176 0,0 0 192 16,0 0-64-16,-12 0 0 0,-8 5 0 0,-6 2 0 15,-8 3-256-15,-7 2-64 0,-7 2-16 0,-4 2 0 0,-6-1-48 0,-3 1-16 16,-3 1 0-16,0 0 0 0,6-1 272 0,0-3-128 16,4-3 128-16,4 1 0 0,4-2 192 0,6 1 128 15,4-3 48-15,6 0 0 0,3 1 112 0,8-1 32 16,1-2 0-16,6 0 0 0,4 0-128 0,8-5-32 16,0 0 0-16,0 0 0 0,12 8-352 0,6-1 0 15,6-3 0-15,6-2 0 0,5 0 0 0,5-4 0 16,3-3 0-16,5-1 0 0,5-2 0 0,1-1 0 15,2-7 0-15,2-1 0 0,0-3 0 0,-2 0 0 16,-3-4 0-16,-4 2 0 0,-3 1 0 0,-4-2 0 16,-6 3 0-16,-5-2 0 0,-5 4-192 0,-5 1 0 15,-6 2 0-15,-5 5 0 0,-2 3-144 0,-8 7-48 0,0 0 0 0,-13-6 0 16,-7 2 32-16,-5 4 0 0,-3 3 0 0,-9 0 0 16,-6 1 96-16,-4 6 0 0,-5-1 16 0,-4 1 0 15,-6 1 112-15,0-2 128 0,2 0-208 0,3 0 80 16,2 0 128-16,6-2 144 0,3-1-16 0,4 3-128 15,3 0 384-15,4 4-48 0,1 3 0 0,8 1 0 16,4 1 48-16,4 0 16 0,2-1 0 0,4 2 0 16,7-1-128-16,5 0-16 0,4-1-16 0,6 0 0 15,6 0-240-15,5-1 0 0,4-2 0 0,5-2 0 16,3-4 0-16,8-5-128 0,2-1 128 0,4-5 0 16,1-7 0-16,3-3 0 0,4-3 0 0,1 0 0 15,-3 1 0-15,1-1 0 0,-3-5 0 0,-5 2 0 16,-1-1 0-16,-7 1 0 0,-6-4 0 0,-3 4 0 15,-6 1 0-15,-3 2 0 0,-4 0 0 0,-5 5 0 0,-4 0 0 16,-3 2-128-16,-4 9 128 0,-6-8 0 0,-4 3-240 0,-4 2 64 16,-8 3 16-16,-7 6 0 15,-8 1-224-15,-6 4-32 0,-6 1-16 0,-5 2 0 0,-2 3 80 0,0 2 16 16,0 4 0-16,3-4 0 0,3 2 336 0,3 0-176 16,2-2 176-16,3 1-128 0,7 0 304 0,1-1 64 15,2-3 16-15,5-1 0 0,4-2 32 0,3-1 16 16,6-5 0-16,5-2 0 0,9-5 64 0,0 0 16 15,0 0 0-15,0 0 0 0,13 0-384 0,6-3 144 16,6-1-144-16,5-1 0 0,4 0 0 0,2-3 0 16,3-2 0-16,2-1-144 0,1 2 144 0,2-3 0 15,2 2 0-15,-1 0 0 0,1-1 0 0,1 1 0 0,-3-2 0 0,-1 0 0 16,-1 0 0-16,-4 1 0 0,-4-1 0 0,-6-1 0 16,-4 0 0-16,-5 0 0 0,-2 0-144 0,-4 1 144 15,-5 0 0-15,-1 2 0 0,-7 10-144 0,-2-10 144 16,-3 2-160-16,-4 2 32 0,-5 3 0 0,-7 1 0 15,-7 2-144-15,-3 3-32 0,-4 1 0 0,-2 1 0 16,-2 2 128-16,0-1 32 0,-1-2 0 0,1 1 0 16,3 2 320-16,5 1 64 0,0 1 16 0,5 1 0 15,6 0 64-15,5 1 0 0,3 2 16 0,4 3 0 16,4-1-48-16,4 1-16 0,3 0 0 0,3-1 0 16,2 0-272-16,4-2 160 0,2 0-160 0,4-6 128 15,2-1-128-15,3-4 160 0,3-3-160 0,2-6 160 16,2-4-160-16,1-4 192 0,0-2-192 0,1-5 192 15,-4-4-192-15,-2-4 192 0,-3-2-192 0,-3-2 192 16,-1-2-192-16,-4 1 0 0,-3 0 144 0,-1 2-144 0,-6 4 0 0,-4-1 144 16,-5 2-144-16,-4 2 0 0,-3 0 208 0,-5-1-64 15,-4 1-16-15,-3-1 0 0,-6 3-128 0,-2-1 0 16,-6 0 0-16,1 2 128 0,-4-2-128 0,-3 0-144 16,1 0 144-16,0 2-208 0,0 2 208 0,3 5-144 15,3-1 144-15,2 7-128 0,3 4 128 0,3 3 0 16,3 3 0-16,6 3 0 0,2 3 0 0,5 3 0 15,3 3 0-15,3-2 128 0,4 2-128 0,6 4 144 16,5 2-144-16,6 3 160 0,4 1-160 0,9 1 0 16,5-2-160-16,8-2 160 0,3-4 0 0,10-2-144 15,8-1 144-15,7-6 0 0,4 0 0 0,3-4 0 16,1-3 0-16,1-2 0 16,2-3 176-16,0-2-48 0,3-4 0 0,-4-1 0 15,-3-1-128-15,-5-4 0 0,-4-1 0 0,-7-4 0 16,-5-3 0-16,-3-3 128 0,-5-2-128 0,-3-3 128 15,-5-2 64-15,-4-4 0 0,-5 1 0 0,-4-1 0 16,-2-2 32-16,-6-1 16 0,-5-1 0 0,-4-4 0 16,-4-2-112-16,-5-3 0 0,-3-5-128 0,-4 1 192 0,-5-2-336 0,-5 2-80 15,-5-1-16-15,-3 2 0 0,-2 2-112 0,0 0-32 16,-2 5 0-16,3 7 0 0,2 8 384 0,4 7 0 16,5 8 0-16,2 9 0 0,0 7 208 0,0 9-32 15,1 7-16-15,3 13 0 0,1 10-160 0,3 11-144 16,3 7 144-16,2 9-208 0,1 12 80 0,4 7 128 15,4 7-208-15,4-1 80 0,2-4 128 0,3-6-160 16,1-4 160-16,2-9-160 0,1-7 160 0,2-10 0 16,1-9 0-16,0-8-128 0,-2-7 128 0,3-9-160 15,-1-5 160-15,-4-8-160 0,-4-4 160 0,-3-10 0 0,-2-6 0 0,1-7 0 16,-3-5 320-16,-1-3 80 0,-3-3 32 0,-1-2 0 16,-4-5-128-16,-2-3-32 0,-4-2 0 0,-5-5 0 15,-1-5-272-15,-5-7 128 0,-2-3-128 0,-3-1 0 16,-1-3 0-16,-3 1 0 0,-4-2 0 0,-2 0 0 15,0-2-128-15,2 5 128 0,2 4-208 0,-1 10 80 16,1 7 128-16,5 13 0 0,3 11 0 0,5 9 0 16,0 7-144-16,3 9 144 0,2 7-160 0,1 8 160 15,1 10-352-15,1 9 32 0,1 9 0 0,4 12 0 16,2 10 48-16,4 3 16 0,3 2 0 0,3 3 0 16,2 2 16-16,1 0 16 0,2-1 0 0,1-3 0 15,0-7-96-15,2-10 0 0,2-8-16 0,1-9 0 16,-1-9-80-1,0-4-16-15,-2-7 0 0,1-4 0 0,-3-7 64 0,-4-2 16 0,-3-5 0 0,-10 1 0 0,7-9 608 0,-3-4 112 16,-3-4 16-16,-5-8 16 0,-4-4 400 0,-2-3 80 16,-4-10 16-16,-2-4 0 0,-4-1-464 0,-2-1-96 15,-3-5-16-15,-2 1 0 0,-4-2-128 0,-2-2-16 16,-1-1-16-16,-1-6 0 0,-1-6-160 0,0 3 0 16,3 3 144-16,-1 6-144 0,0 4 0 0,5 10 0 15,4 10 0-15,4 8 0 0,4 7 0 0,6 6 0 16,2 4 0-16,3 8 0 0,6 0 0 0,-5 12-208 15,3 9 80-15,2 12 128 0,3 8-272 0,7 11 64 16,3 8 16-16,2 6 0 0,7 4 0 0,2-3 0 16,2-1 0-16,3-8 0 15,-1-3-192-15,2-5-48 0,3-5 0 0,2-8 0 16,2-7-288-16,2-7-64 0,1-6-16 0,2-6 0 16,-2-6 160-16,-1-8 16 0,-3-3 16 0,-4-4 0 0,-4-1 400 0,-6-6 80 0,-4-3 128 0,-5 1-208 15,-3-5 800-15,-3-2 176 0,-4 0 16 0,-5-1 16 16,-3-3 48-16,-1-2 16 0,-6 1 0 0,-4-4 0 15,-3-3-352-15,-5-2-80 0,-5-3-16 0,-3-3 0 16,-5-1-144-16,-2-2-16 0,-1-1-16 0,1-2 0 16,0 1-240-16,-1 1 0 0,1 2 0 0,3 4-160 15,1-2 160-15,6 7 0 0,4 9 0 0,6 8 0 16,2 9 0-16,5 4 0 0,2 6 0 0,2 7 0 16,3 8-128-16,3 6 0 0,4 12 0 0,5 11 0 15,8 8-128-15,3 8-32 0,4 3 0 0,5 12 0 16,5 6 112-16,3 3 32 0,1 0 0 0,6-3 0 15,1-3-112-15,4-2 0 0,1-4-16 0,2-4 0 16,1-4 16-16,0-9 0 0,-1-5 0 0,0-12 0 16,0-6 48-16,-4-5 16 0,-2-6 0 0,-4-1 0 0,-1-7-48 0,-6-3 0 15,-6-5 0-15,-5-2 0 0,-7-2 48 0,-5-5 0 16,-5-3 0-16,-5-5 0 0,-4-4 352 0,-5-6 80 16,-5-5 16-16,-3-2 0 0,-7-6 64 0,-3-3 0 15,-3-2 16-15,-3-2 0 0,-3-2-112 0,-2-2-32 16,-5-1 0-16,-3-5 0 0,-2-4 32 0,0-1 0 15,0-2 0-15,1 2 0 0,0 1 0 0,5 6 0 16,4 7 0-16,8 11 0 0,6 9 0 0,5 7 0 16,5 9 0-16,4 6 0 0,2 5-224 0,3 11 0 15,2 9 0-15,3 13 0 0,4 13 0 0,2 13-336 16,5 14 48-16,4 2 16 0,5 7 112 0,6-2 32 0,1 0 0 0,5-2 0 16,3 2 128-16,1-7-128 0,2-6 128 0,1-12-128 15,2-6-176-15,2-6-16 0,0-7-16 0,0-7 0 16,0-7-32-16,0-3 0 0,-3-7 0 0,-1-4 0 15,-3-5 208-15,-3-3 160 0,-3-4-208 0,-3-2 80 16,-5-3 128-16,-4-1 192 0,-5-5-32 0,-1-2-16 16,-7-8 160-16,-2-1 16 0,-5-4 16 0,-4-2 0 15,-6-10 0-15,-6-2 0 0,-6-5 0 0,-4-3 0 16,-6-5-160-16,-4 0-48 0,-3-1 0 0,-4-1 0 16,-6 0-128-16,-1-1 0 0,-3-6 0 0,-1 1 0 15,-1-1 0-15,1 6 0 0,2 7 0 0,7 6 0 16,7 12 0-16,9 11 0 0,6 7 128 0,5 10-128 15,6 6 128-15,3 9-128 0,5 4 0 0,3 14 128 16,3 14-256-16,8 15-64 0,5 13-16 0,5 7 0 0,5-1 64 0,4 5 16 16,6 3 0-16,3-1 0 0,3 0 128 0,0-6 0 15,0-4 0-15,2-12 0 0,1-11 0 0,-2-6 0 16,-1-5-144-16,-1-7 144 0,-2-5-384 0,-2-5-16 16,-2-4 0-16,-2-6 0 15,-2-6-32-15,-4-1 0 0,-5-8 0 16,-4-1 0-16,-2-4 432 0,-4-3 0 0,-3-6 0 0,-3-3 128 0,-6-5 192 0,-3-4 32 15,-5-4 16-15,-2-9 0 0,-5-8 16 0,-3-6 16 16,-5-6 0-16,-1-2 0 0,-2-4-144 0,-2-3-48 16,-3-2 0-16,-1-5 0 0,-2-4 224 0,2 5 32 15,5 5 16-15,4 8 0 0,0 6-80 0,6 15-16 16,5 8 0-16,2 10 0 0,1 5-192 0,3 10-64 0,2 6 0 0,7 5 0 16,-5 7-128-16,4 12-272 0,2 8 64 0,4 13 16 31,4 14-272-31,6 12-48 0,3 13-16 0,5 1 0 0,3 5 272 0,4 0 48 0,-1 1 16 0,4 0 0 15,3-1-64-15,-1-6-16 0,-3-10 0 0,0-7 0 16,1-9 144-16,-1-7 128 0,1-6-192 0,0-7 192 16,1-6-192-16,-2-7 64 0,-2-7 128 0,-2-7-208 15,-4-3 208-15,-2-6 0 0,-5-1 0 0,-2-6 0 16,-4-6 224-16,-1-5-16 0,-4-3 0 0,-3-6 0 16,-3-2-80-16,-4-7 0 0,-5-8-128 0,-6-4 192 15,-3-5-192-15,-4-1 0 0,-4-3 0 0,-3 0-160 16,-3-1 160-16,-2 3 0 0,-3 5-144 0,3 2 144 15,2 0 0-15,3 10 0 0,4 8 0 0,4 12 0 16,3 8 0-16,2 8 0 0,2 10 0 0,2 8 0 16,-1 11-176-16,4 12 48 0,0 14 0 0,3 6 0 0,2 8-96 15,1 9-16-15,3 9 0 0,4 0 0 0,3 1 240 0,-1-3-176 16,2-10 176-16,0-1-160 0,-1-2 160 0,3-7 0 16,0-7 0-16,-1-7 0 0,0-6 0 0,0-8 0 15,1-8 0-15,-1-5 128 0,-3-5-128 0,-6-14 0 16,0 0 0-16,0 0 0 0,0 0 0 0,9-7 128 15,-2-6-128-15,-3-6 176 0,-3-6-48 0,-1-8-128 16,-1-6 192-16,-2-6-64 0,1-6-128 0,-4-7-144 16,0-4 144-16,-2-6-208 0,-1-6 48 0,-2-3 16 15,1 1 0-15,1 6 0 0,2 7 144 0,1 10 128 16,1 8-128-16,2 10 176 0,3 9 64 0,-1 9 16 16,2 8 0-16,-1 9 0 0,0 0-256 0,7 21-160 15,0 12 32-15,0 16 0 16,-3 11-256-16,1 12-64 0,2 6 0 0,0 3 0 0,2-3 96 0,2 0 16 15,1-1 0-15,1-1 0 0,1-3-32 0,2-7 0 0,-1-3 0 0,2-11 0 16,0-10 368-16,0-10 0 0,1-6 0 0,1-6 0 16,-2-7 0-16,-2-3 0 0,0-4 0 0,-4-2 0 15,-11-4 0-15,0 0 0 0,9-6 0 0,-3-1 0 16,-4-3 272-16,-3-4-16 0,-4-4-16 0,-4-7 0 16,-4-6-16-16,-4-6 0 0,-6-4 0 0,-1-4 0 0,-4-2-224 0,0 0 144 15,-2-5-144-15,-3 3 128 0,-1 0-128 16,0 1 0-16,-1 1 0 0,2 2 0 0,2-2 0 0,4 5 0 15,2 5 0-15,4 7 128 0,7 8 16 0,2 7 0 16,2 0 0-16,2 6 0 0,8 9-144 0,0 0 0 16,0 0 144-16,0 0-144 0,2 17 0 0,8 9-128 15,4 11 0-15,4 2 0 0,3 5-80 0,4 1-16 16,1-2 0-16,3 0 0 0,3-3 224 0,-1 0 0 16,1-3 0-16,2-5-144 0,3 0 144 0,1-6 0 15,0-7 0-15,-1-2-128 0,-1-4-224 0,-1-5-32 16,-1-1-16-16,-1-3 0 15,-3-3-48-15,-3 0 0 0,-6-3 0 0,-4-1 0 0,-5-2 240 16,-3-2 32-16,-3-1 16 0,-6 8 0 0,0-9 160 0,-2-6 224 0,-5-5-48 0,-3-2-16 16,-6-3 96-16,-3-2 32 0,-6-3 0 0,-4-4 0 15,-2-3-96-15,-7-4-32 0,-2-6 0 0,-3-5 0 16,0-6-160-16,1 2 0 0,3-2 0 0,0 3 128 16,-1 3 192-16,7 5 16 0,4 9 16 0,5 8 0 15,5 6 96-15,3 8 0 0,5 5 16 0,1 7 0 16,3 4-272-16,7 0-48 0,-4 17-16 0,4 10 0 15,4 10-288-15,2 11-64 0,5 12-16 0,3 4 0 16,0 8 48-16,3-1 0 0,0 0 0 0,1-1 0 31,-1-3-256-31,-1-3-64 0,0-2 0 0,-1-6 0 0,0-5 80 0,-2-7 16 0,0-7 0 0,0-7 0 0,1-7 416 0,0-8 0 16,1-5 0-16,-1-5 0 0,0-5 192 0,1-3 64 16,-4-7 0-16,2-7 16 0,1-6 304 0,-1-6 64 15,-2-5 16-15,0-7 0 0,-2-4-272 0,-1-3-64 16,-4-4-16-16,-2 0 0 0,-3-4-112 0,-4-3-32 15,-3-5 0-15,-3 0 0 0,-3-2 48 0,2 3 16 16,-1 3 0-16,0 7 0 0,-1 6 64 0,2 9 16 16,2 11 0-16,2 8 0 0,3 8-304 0,0 6 0 15,5 5 0-15,-8 13 0 0,2 9-160 0,0 13-96 16,-2 13 0-16,2 13-16 0,2 11-32 0,1 1 0 16,2 0 0-16,1 3 0 0,2-3 48 0,2 0 16 0,2-3 0 15,1-5 0-15,1-6 112 0,3-8 128 0,0-7-208 0,2-9 80 16,2-7 128-16,-1-6 0 0,0-6 0 0,2-5 0 15,-2-2 0-15,-1-6 0 0,-13-3 0 0,11-3 0 16,-2-2 0-16,-4-3 0 0,-2-7 0 0,-3-3 128 16,-3-6-128-16,-1-6 0 0,-4-5 0 0,-1-4 128 15,-4-3-128-15,-2-2 0 0,-2-5 0 0,-4-1 0 16,-5-1 0-16,0-1 0 0,-2-3 0 0,1-1 0 16,-2 0 0-16,2 4 128 0,1 3-128 0,5 10 128 15,5 8 64-15,3 9 0 0,2 7 16 0,1 8 0 16,10 7-208-16,0 0 176 0,-1 19-176 0,4 9 160 15,3 11-160-15,5 10-272 0,2 3 64 0,2 6 16 16,4-2 48-16,0 1 16 0,1-1 0 0,1-1 0 16,-1-2 128-16,4-2 0 0,1-4 0 0,-1-4 0 0,1-5-176 15,1-5 0-15,0-6 0 0,-1-5 0 16,0-4-336 0,-2-6-80-16,-2-1-16 0,-3-4 0 0,-2-5 144 0,-4-2 16 0,-12 0 16 0,9-6 0 0,-3-3 432 0,-2-1 304 15,-1-8-48-15,-3-6-16 0,-3-4 272 0,-2-6 64 16,-4-5 16-16,-3-4 0 0,-3-3-208 0,-4-4-32 15,-1-2-16-15,-4 0 0 0,-2 1-128 0,-1-4-16 16,-2-3-16-16,3-1 0 0,1 3 96 0,4 5 32 16,3 6 0-16,5 11 0 0,4 8-128 0,4 6-32 15,1 7 0-15,4 13 0 0,0 0-144 0,0 0-192 16,5 22 32-16,4 7 16 0,3 9-144 0,2 9-32 16,2 5 0-16,-1 4 0 0,4 0 0 0,0 1-16 0,1 1 0 15,-1 0 0 1,0 1-176-16,-2-4-48 0,-2-6 0 0,1-2 0 15,-2-4 48-15,-1-5 0 0,0-7 0 0,0-5 0 16,-1-6-80-16,-2-6-16 0,-3-3 0 0,-7-11 0 0,0 0 400 0,0 0 80 0,0 0 128 0,0 0-208 16,-1-11 688-16,-2-6 144 0,-5-4 16 0,-2-6 16 15,-5-6-224-15,0-2-48 0,-3-4-16 0,-3-4 0 16,-3-4-80-16,-1 0-16 0,-1 0 0 0,0-1 0 16,0 4 160-16,4-4 16 0,3 1 16 0,4 5 0 15,6 5 16-15,4 7 0 0,2 6 0 0,3 7 0 16,2 6-272-16,-2 11-48 0,0 0-16 0,15 5 0 15,3 10-144-15,3 7-272 0,3 5 64 0,-1 7 16 16,2 4-48-16,1 0 0 0,1-2 0 0,0 2 0 16,-1 0 32-16,0 0 0 0,0-2 0 0,0-2 0 0,-3-3 48 15,1-2 16-15,-3 0 0 0,-2-6 0 16,-1-3-48-16,-2-5-16 0,-3-3 0 0,-2-3 0 0,-4-1-48 0,-7-8-16 16,0 0 0-16,0 0 0 0,0 0 272 0,-11-5 224 15,-5-4-32-15,-2-4-16 0,-2-4 80 0,-3-1 32 16,-5-1 0-16,0-4 0 0,-2-2-288 0,-4 0 0 15,-4-5 0-15,-2 0 0 0,-2-1 0 0,0 1 0 16,2 0 0-16,-2-1 0 0,-1-2 0 0,1 3 192 16,2 0-64-16,2 0-128 0,3 5 240 0,4 7-64 15,3 1-16-15,3 7 0 0,5 2-160 0,1 4 160 16,1 4-160-16,4 3 160 0,-1 1 16 0,2 1 0 16,3 1 0-16,1 5 0 0,2-1-176 0,2 2 0 15,4 0 144-15,3 2-144 0,4 2 0 0,1-1 0 16,4 1-160-16,3 2 160 0,3-1-176 0,1 0 176 0,2-1-160 0,-1-1 160 15,0 1 0-15,-1 0 0 0,0-2-128 0,0-2 128 16,2-2 0-16,0-1 0 0,-5-3 0 0,0-3 0 16,-2 0 0-16,0-3 0 0,-4-1-192 0,-9 1 192 15,10-8-176-15,-2-1 176 0,-2-4-192 0,0-4 192 16,-4-3-352-16,1-6 32 0,0-1 16 0,-3-6 0 31,-3-3-128-31,-2-7-16 0,-3-2-16 0,-1 0 0 0,-3-2 464 0,-2 2-144 0,-6 1 144 0,1 2 0 16,-2 1 496-16,0 6 176 0,1 5 32 0,2 6 16 15,4 7-192-15,2 7-32 0,2 7-16 0,0 6 0 16,4 7-480-16,1 14 0 0,-2 6-128 0,3 14 128 16,2 11-320-16,3 9 64 0,2 6 0 0,2-1 0 15,3-2 96-15,1-6 32 0,-1-6 0 0,1-7 0 16,1-5-256 0,1-12-32-16,-1-6-16 0,2-7 0 0,-1-5-48 0,2-5-16 0,-3-4 0 0,-3-4 0 0,1-5 320 0,-3-4 176 15,1-3-192-15,-5-6 192 0,-2-1 240 0,-2-5 144 16,-1-4 48-16,0-2 0 0,-1-2-32 0,-3-4 0 15,-1-1 0-15,-1-5 0 0,-1-4-32 0,-1-2-16 16,-1-3 0-16,-1-1 0 0,-2-3-48 0,0 2-16 16,-1 1 0-16,-4-2 0 0,1-1-144 0,-1-1-16 15,0 2-128-15,1 1 192 0,1 7-192 0,2 3 128 16,2 6-128-16,2 8 0 0,2 8 0 0,3 5 0 16,2 5 0-16,6 11 0 0,-7-3-128 0,7 3 128 15,0 0-192-15,-5 11 192 0,1 5-288 0,3 4 48 16,2 7 16-16,3 0 0 0,1 4 48 0,3 3 16 0,0 3 0 0,4-1 0 15,1-2 160-15,0-1-160 0,-3-5 160 0,1-3-160 16,-2-4 160-16,1-3-128 0,-1-6 128 0,-1 0-128 16,-8-12-64-16,0 0-16 0,0 0 0 0,0 0 0 15,0 0 208-15,0 0 0 0,0 0 192 0,0 0-192 16,5-12 464-16,-5 0-16 0,-5-4 0 0,0 0 0 16,-3-4-192-16,0-1-64 0,1-2 0 0,-4-1 0 15,-3-3-192-15,-1 2 144 0,1-5-144 0,0 4 128 16,-2-1-128-16,2 1 0 0,-2-3 144 0,3 5-144 15,1 5 0-15,3 4 128 0,1 6-128 0,8 9 0 16,0 0 0-16,0 0 0 0,-5 13 0 0,4 10 0 16,0 8-256-16,3 8 48 0,2 7 0 0,3 3 0 15,0 2 80-15,3-1 128 0,0-4-208 0,2-1 80 16,-1-4 128-16,2-3 0 0,-1-4 0 0,1-4 0 0,2-6 0 0,-1-7 0 16,-1-3 0-16,0-2 0 0,0-5-160 0,-3-1 0 15,1-4 0-15,-11-2 0 0,9-2 160 0,-2-5-208 16,-4-3 80-16,0-2 128 0,-3-2 128 0,-1-6 160 15,-1 1 32-15,-1-4 0 0,-4 0-80 0,-1-1-16 16,0 0 0-16,1-2 0 0,-3-4-16 0,0-6 0 16,-4-1 0-16,-1-5 0 0,0-2 96 0,-1-5 16 15,0 2 0-15,1 3 0 0,-1 1-320 0,3 4 160 16,1 0-160-16,1 8 128 0,-1 7 0 0,3 8-128 16,4 5 192-16,1 4-64 0,4 7-128 0,0 0-192 15,-3 11 32-15,3 9 16 0,3 12-64 0,2 11-16 16,3 9 0-16,1 11 0 0,0 7 32 0,1 0 0 0,1-2 0 15,0 0 0-15,1 0 64 0,0-4 128 0,0-4-208 0,2-6 80 32,2-4-240-32,-2-7-32 0,-1-7-16 0,0-8 0 15,0-7-256-15,-2-8-48 0,-2-7-16 0,-9-6 0 0,0 0 736 0,0 0 0 0,8-10 0 0,-3-9 0 16,-3-3 800 0,0-4 48-16,-4-5 16 0,1-6 0 0,-2-2-304 0,1-2-64 15,-3-2-16-15,-1-3 0 0,0-1-160 0,-2-5-16 16,-1-4-16-16,-4-5 0 0,-4-9-80 0,0 3-16 15,-1-1 0-15,-1 1 0 0,-1 4-192 0,-3-1-192 16,-4 2 48-16,1 6 0 0,-1 3-112 0,-1 9 0 16,2 7-16-16,0 10 0 0,0 8 272 0,1 6 0 15,-2 9-128-15,0 10 128 0,-3 5-160 0,-3 12 32 16,-1 8 0-16,-1 8 0 0,-3 8-128 0,2 9-32 16,0 5 0-16,0 8 0 0,-3 7 16 0,2 6 0 15,3 5 0-15,2 2 0 0,-1-3 16 0,3 0 16 16,0 0 0-16,1-1 0 0,2-3 240 0,2-8 0 0,3-10-160 0,3-6 160 15,-1-9 0-15,6-7 128 0,3-8 0 0,3-9 0 16,2-6 64-16,2-6 16 0,4-13 0 0,0 0 0 16,0 0-80-16,-1-8-128 0,-1-10 176 0,4-5-176 15,2-6 160-15,2-8-160 0,2-7 128 0,1-9-128 16,2-9-144-16,0-3-112 0,0-4-32 0,-2 0 0 16,0 1 128-16,-1-5 32 0,-4-2 0 0,-4-4 0 15,-2-1 128-15,0 0 224 0,-5 0-48 0,-1 5-16 16,-2 4-32-16,-4 5 0 0,-3 3 0 0,0 11 0 15,-2 9-128-15,1 12 0 0,-1 9 0 0,-1 10 0 16,-1 9-192-16,2 18 192 0,-2 13-192 0,-1 19 192 16,-2 16-416-16,-1 16 32 0,1 17 16 0,2 17 0 0,1 16 112 0,1 11 32 15,-2 7 0-15,4 4 0 0,1-2 224 0,2-2-144 16,4-2 144-16,4-15-128 0,2-14 128 0,4-17 0 16,1-14 0-16,4-15 0 0,3-13 0 0,4-12 144 15,2-8-144-15,1-10 0 0,3-9 0 0,-1-6-320 16,-2-5 32-16,-1-10 16 0,1-7-32 0,0-7 0 15,-1-6 0-15,0-8 0 0,0-8 304 0,0-7 0 16,1-6-128-16,-2-9 128 0,-2-9 0 0,-1-7 0 16,-1-6 0-16,1-1 0 0,-4-4 352 0,-1-2-32 15,-4-3 0-15,0-4 0 0,-1-3 32 0,-2 3 0 16,1 5 0-16,-3-3 0 0,-4-1-160 0,-1 8-16 0,-1 7-16 0,-2 9 0 16,-4 8 0-16,0 12 0 15,-2 10 0-15,1 11 0 0,0 9-160 0,0 13 0 0,-2 10 0 0,-2 13 0 16,-4 11 0-16,1 17 0 0,-1 14-160 0,-1 17 160 15,1 14-288-15,2 10 32 0,2 2 16 0,1 9 0 16,4 8 96-16,3-4 16 0,2-4 0 0,3-3 0 16,2-10 128-16,4-10 0 0,5-12 0 0,3-15 0 15,2-12 0-15,3-12 0 0,2-11 0 0,2-8 0 16,5-9 0-16,3-8-240 0,3-10 48 0,1-12 0 16,1-8 192-16,0-10-144 0,1-6 144 0,2-7-128 15,0-6 128-15,0-8 144 0,-2-6-16 0,0-4-128 16,-1-7 176-16,-2 0-176 0,-3 4 160 0,-2-3-160 15,-3-1 240-15,-3-1-48 0,-4-2-16 0,0 2 0 16,-5-3-48-16,-1 2 0 0,-3 3 0 0,-1 2 0 16,-1 1-128-16,-3 2 0 0,-1 7 144 0,-2 7-144 0,-1 6 0 0,0 10 0 15,-1 11 0-15,0 9 0 0,1 11 0 0,-1 10 144 16,-1 9-144-16,-3 13 160 0,-3 11-160 16,-4 17-192-16,-2 14 32 0,0 16 16 0,0 15-112 0,-1 10-32 15,-1 5 0-15,2 1 0 0,1-3 144 0,4-9 144 16,5-8-208-16,6-15 80 0,3-18 128 0,6-12 0 15,2-14 0-15,7-9 128 0,3-6-128 0,8-8 128 16,0-6-128-16,3-9 128 0,0-7-128 0,2-6 0 16,-1-10-176-16,3-5 176 0,-3-6-224 0,3-3 48 15,2-4 16-15,-1 1 0 0,-1-4 160 0,-1 0-192 16,-1-2 192-16,0-5-192 0,-2 0 192 0,-2 1 0 16,-1 1 0-16,-3 1-128 0,0 1 128 0,-3-2 0 0,-1-3 0 15,-2 0 0-15,-1 0 0 0,-1 7 0 16,-2 5 0-16,-1 7 0 0,0 4 0 0,-2 9 0 0,-3 7 0 0,-2 6-128 15,-2 8 128-15,0 14 0 0,0 0 0 0,-9 10 0 16,-2 11-160-16,-5 14-48 0,-5 12-16 0,-2 14 0 16,-2 15 0-16,-1 5 0 0,-3 6 0 0,-1 6 0 15,-4-1 224-15,4-2 0 0,0-4 0 0,5-13 0 16,3-11 0-16,7-14 288 0,3-13-32 0,4-9-16 16,6-9 208-16,2-7 32 0,0-10 16 0,0 0 0 15,15-9-496-15,2-4 0 0,-1-5 0 0,2-7 0 16,2-7 0-16,-2-2-336 0,0-3 48 0,-2 1 16 15,2-2 144-15,-1 0 128 0,0 0-192 0,-4 2 192 0,-1 3 0 0,-1 3 0 16,0 3 0-16,-2 5 0 0,-3 2 0 0,0 6 176 16,-5 5-48-16,-1 9-128 0,0 0 224 0,0 0-64 15,-14 6-16-15,-3 7 0 0,-3 7-144 0,-2 2 0 16,-2 8-160-16,1 4 160 0,0-2-128 0,2 1 128 16,2 0 0-16,6-6-144 0,3-4 384 0,2-4 80 15,3-9 0-15,5-10 16 0,0 0 192 0,10-2 48 16,5-10 0-16,7-8 0 0,8-10-416 0,4-8-160 15,6-6 128-15,6-4-128 16,1-6-384-16,0-4-176 0,0-7-16 0,-4-2-16 16,-4 1-48-16,1 2 0 0,-1-1 0 0,-6 7 0 15,-7 3 32-15,-4 12 0 0,-5 8 0 0,-5 9 0 16,-7 4-1200-16,-5 9-240 0,-7 4-64 0,-4 9 0 16,-5 8-576-16,-6 5-112 0</inkml:trace>
  <inkml:trace contextRef="#ctx0" brushRef="#br1" timeOffset="76497.5">8511 13083 19007 0,'-21'-7'832'0,"6"4"192"0,-3 0-832 0,-3 1-192 0,-1 0 0 0,1 1 0 15,0 0 672-15,1 1 96 0,-4 0 0 0,3 1 16 16,0 4-544-16,2 2-112 0,3 2-128 0,1 1 176 16,-2 2-176-16,0 3-176 0,2-1 48 0,4-1 0 15,1-1 128-15,5-2 0 0,1-2 0 0,4-8 0 16,0 0 256-16,0 0 144 0,0 0 32 0,13-1 0 16,6-5 272-16,2-1 64 0,1-4 16 0,4-1 0 0,2-1-288 0,2 2-64 15,2 0-16-15,2 3 0 0,-1 2-224 16,0 1-64-16,-4-1 0 0,-3 2 0 0,-4 2-128 0,0-1 0 15,-4 3 144-15,-3 0-144 0,-4 2 0 0,-11-2 144 16,0 0-144-16,0 0 0 0,8 5 224 0,-8-5-64 16,0 0-16-16,0 0 0 0,-9 8 160 0,-3-2 16 15,-1 1 16-15,-2-2 0 0,-3-3-208 0,-1 1-128 16,-2 0 160-16,1-2-160 0,-3-1 0 0,3-3 0 16,-1-1 0-16,-1-1 0 0,2 0 128 0,2-5-128 15,-1 0 0-15,4-3 144 0,-1 0 96 0,3-1 16 16,1 0 0-16,3 2 0 0,4-1 192 0,2 5 64 15,3 8 0-15,0 0 0 0,0 0-304 0,13 3-48 0,3 5-16 16,1 6 0-16,1 7-144 0,1 6 0 0,-1 7 0 0,0-1 0 16,-2 2 0-16,-1-3 160 0,0 0-16 0,0-5 0 15,2-2-144-15,0-4 128 0,-1-4-128 0,-2-3 128 16,-2-5-128-16,0-2 0 0,-4-3-160 0,-8-4 160 16,10 0-192-16,-10 0 192 0,6-11-208 0,-2 1 80 15,-2-2 128-15,-2-1 0 0,0-1 160 0,-2-6-160 16,1 0 176-16,-2 0-176 0,0 0 192 0,-3-2-192 15,0-2 160-15,-2 4-160 0,-1 1 128 0,-3 2-128 16,-3 3 128-16,-4-2-128 0,-2 2 0 0,-1 2 128 16,-1 2-128-16,-2 3 0 0,-2 5 144 0,-1 2-144 15,1 2 0-15,2 5 0 0,3 5 0 0,0 3-192 16,0 7 192-16,3 5 0 0,1-1 0 0,5 1-128 16,1 2 304-16,4-3 64 0,5-2 16 0,1-3 0 15,4-1 80-15,3-4 32 0,1-3 0 0,3-3 0 0,4-6-16 0,6-4 0 16,2-5 0-16,3-4 0 0,2-7-128 0,3-2-32 15,1-4 0-15,1-5 0 0,1 0-48 0,-1-4-16 16,0-2 0-16,-1 2 0 0,-4 4-128 0,-2 0 0 16,-3 4 144-16,-3 0-144 0,-5 0 0 0,-1 6 0 15,-5 3 0-15,-1 4 128 0,-6 10-128 0,0 0 0 16,0 0 0-16,-9-4 0 0,-3 1-176 0,-2 6 0 16,-5 2 0-16,-3 1 0 0,-3 4-80 0,-2 0-32 15,-2 2 0-15,1 1 0 0,-2-1 288 0,2-1-192 16,0 1 192-16,4-6-160 0,5 1 160 0,3-2 0 15,4-1 0-15,4-1 0 0,8-3 272 0,0 0-16 0,0 0 0 0,0 0 0 16,0 0-256-16,0 0 160 0,16 8-160 0,0-2 128 16,2-1-128-16,1-2 0 0,2 0-160 0,3-3 160 15,1 0 0-15,-1-3 0 0,1 0 0 0,-3-1 0 16,0 0 144-16,-2-2-144 0,-3-1 0 0,-3 1 144 16,-1-1-144-16,-2 3 160 0,-11 4-160 0,0 0 160 15,0 0-160-15,0 0 0 0,0 0 0 0,0 0 0 16,0 0 0-16,-11-3-272 0,-2 1 64 0,-4 4 16 31,-4 1-208-31,-1 4-48 0,-1 0 0 0,-1 2 0 16,1 1 16-16,-1 1 0 0,0-2 0 0,4 0 0 0,3-3 432 0,3 0 0 0,2-4 192 0,3-1-64 15,9-1 400-15,0 0 96 0,0 0 16 0,0 0 0 16,0 0-208-16,4-11-48 0,4-4 0 0,3 1 0 16,4-3-384-16,3 4 0 0,2 0 0 0,-1-3 0 15,2 2 0-15,0 2 0 0,0-1 128 0,-2 3-128 16,-3 2 0-16,-3 1 0 0,-4 0 144 0,-9 7-144 0,9-3 0 0,-9 3 0 15,0 0 0-15,0 0 0 0,0 0-304 0,-4 12-16 16,-2 3-16-16,-5 4 0 0,-3-1 64 0,-2 3 16 16,-2 2 0-16,0 2 0 0,-2 0 256 0,2-3-192 15,2-4 192-15,5-2-160 0,1-3 160 0,3-4 144 16,7-9-16-16,0 0-128 0,0 0 400 0,0 0-16 16,0 0-16-16,9-9 0 0,4-5-176 0,2-5-48 15,2-3 0-15,3-3 0 0,3-1-144 0,0-1 0 16,-1-3 0-16,1 1 0 0,-1 1 0 0,-1 1 128 15,-2 0-128-15,-6 5 0 0,-3 4 0 0,-4 3 0 16,-2 5 0-16,-4 10 0 0,0 0 0 0,0 0-224 0,-9 0 48 16,-1 10 16-1,-6 9-224-15,-2 4-64 0,-4 3 0 0,-4 5 0 0,-4 6 192 0,-3 5 16 0,-2 2 16 0,1 2 0 16,-1 1 96-16,6-8 128 0,4-5-208 0,3-3 80 16,4-6 288-16,5-6 64 0,1-7 16 0,7-4 0 15,5-8 272-15,0 0 64 0,3-9 16 0,4-7 0 16,5-8-336-16,6-6-64 0,6-5 0 0,6-5-16 15,4-7-176-15,4 0 0 0,2-3-192 0,0 4 192 16,0-3-224-16,-4 2 80 0,-3 2 16 0,-5 4 0 31,-3 5-320-31,-4 5-64 0,-3 4-16 0,-5 9 0 16,-4 5-416-16,-2 7-80 0,-7 6 0 0,0 0-16 0,-5 11 144 0,-7 9 16 0,-1 3 16 0,-4 7 0 16,-4 6 192-16,-4 4 32 0,-5 3 16 0,-4 4 0 0,-3-1 400 0,-3 4 80 15,0 4 16-15,2-2 0 0,2-2 256 0,6-10 64 16,6-5 16-16,5-6 0 0,3-7 928 0,4-6 176 15,6-6 32-15,6-10 16 0,0 0-336 0,0 0-64 16,12-12 0-16,5-1-16 0,5-4-688 0,4-5-256 16,5-5 176-16,6-4-176 0,4-5 128 0,5 1-128 15,3-1 0-15,1-2 0 0,-2-3 0 0,2 2 128 16,2 1-128-16,3 3 0 0,2 3 0 0,0 3-240 16,-2 3 48-16,-3 6 16 15,-3 5-752-15,-6 4-160 0,-6 5-16 0,-1 3-16 16,-5 6-400-16,-2 3-80 0,-2 6 0 0,-4 4-16 15,-3 2 0-15,-3 3 0 0,0 2 0 0,-3 2 0 16,-2-1 304-16,0 0 64 0</inkml:trace>
  <inkml:trace contextRef="#ctx0" brushRef="#br1" timeOffset="77675.7">12671 12081 22175 0,'-33'21'976'0,"11"-3"208"0,-3 8-944 0,-2 9-240 15,-2 3 0-15,3 6 0 0,3 3 320 0,3 5 0 16,5-1 16-16,-1-4 0 0,2-1 336 0,2-3 64 16,3-3 16-16,2-6 0 0,2-5 512 0,4-7 96 15,3-6 32-15,1-5 0 0,-3-11-480 0,0 0-80 16,12-11-32-16,1-6 0 0,1-8-224 0,3-6-32 0,2-7-16 0,2-5 0 15,3-4-528-15,-3-1 0 0,-3-2 0 0,-1-1 0 16,-2 0 0-16,-1 3-224 0,-7 1 16 0,-1 4 0 16,-5 0 208-16,-4 7 0 0,-3 3 0 0,-3 7-144 15,-4 6 0-15,0 6 0 0,-1 4 0 0,1 7 0 32,-1 7-240-32,-2 8-32 0,0 6-16 0,-1 8 0 0,-3 8 432 0,-1 8-128 0,0 3 128 0,4 4 0 15,2 0 192-15,2-1 112 16,1-3 16-16,3-2 16 0,4-4 160 0,1-7 16 0,4-4 16 0,0-5 0 0,1-3 32 0,2-6 0 15,-1-2 0-15,-2-12 0 0,9 5-128 0,2-2-32 16,0-5 0-16,3-3 0 0,-1-5-112 0,0-5-32 16,0-3 0-16,0-4 0 0,1-3-128 0,2-2-128 15,2-2 144-15,-1-1-144 0,0-2 0 0,-4 0-240 16,-3 1 32-16,-1 0 0 0,-2 3-80 0,-1 2-16 16,-2 3 0-16,-2 3 0 0,-2 3-48 0,-3 4-16 15,0 3 0-15,3 10 0 0,-2-5 16 0,2 5 0 0,-9 2 0 16,1 5 0-16,0 3-32 0,0 4 0 0,-1 2 0 0,3 2 0 15,0 3 384-15,5-2 0 0,1 3 128 0,1 1-128 16,3 2 384-16,0-2 0 0,1 1 0 0,1-3 0 16,0-3 192-16,1-4 48 0,-1-1 0 0,2-1 0 15,1-4-240-15,2-2-32 0,0-2-16 0,2-4 0 32,2-2-160-32,0-2-48 0,1-5 0 0,0-2 0 15,-2-2-128-15,0-4 0 0,-2-5-160 0,0 0 160 16,-3 0-288-16,0-4 32 0,-2 1 16 0,-2-1 0 15,-1-3 96-15,-3 2 16 0,-2 1 0 0,-3 0 0 16,0 1 128-16,-3 3 0 0,-2-3 0 0,-3 4 0 16,1 0 0-16,-4 2 0 0,0-1 0 0,-2 3 0 15,1 4 0-15,3 4 144 0,0 5-144 0,0 5 160 0,-1 5 0 16,1 7 0-16,0 6 0 0,-2 9 0 0,-3 7-160 0,1 8 0 16,0 4 0-16,1 2-176 0,1 1 176 0,1-2 0 15,2-2 0-15,3-1-128 0,-2-7 128 0,3-7 0 16,1-5 0-16,3-5 0 0,2-8 0 0,2-5 0 15,0-8 0-15,0 0 0 0,0 0 240 0,11-14-32 16,1-6 0-16,1-3 0 0,0-7-80 0,1-3 0 16,2-6-128-16,-1 1 192 0,1-1-192 0,-2 0 0 15,-3-3 0-15,-1 2 0 0,-3 0 0 0,-2 2 0 16,-1 1 128-16,-2 5-128 0,1-1 0 0,0 8 144 16,-2 6-144-16,0 7 128 0,-1 12-128 0,0 0 0 15,0 0 0-15,0 0-176 0,-4 16 176 0,-4 5-208 0,-5 3 80 0,-1 6 128 16,-4 4-192-16,2 1 192 0,0-1-160 0,3-1 160 15,2-2 0-15,2-5 0 0,-1-6 0 0,5-3 0 16,1-7 0-16,4-10 240 0,0 0-32 0,0 0 0 16,0 0 160-16,0 0 16 0,0 0 16 0,0 0 0 15,4-10-144-15,1-7-16 0,2-3-16 0,1-3 0 16,1-2-224-16,0-2 0 0,-1-3 0 0,-2 0 0 16,1 0-288-16,-2 0 0 0,-2 0 0 0,-2 4 0 31,-1 2-112-31,0 5-32 0,-1 3 0 0,-2 6 0 15,1 2-80-15,2 8-32 0,0 0 0 0,0 0 0 16,-11 6 32-16,3 6 16 0,2 5 0 0,1 2 0 0,-1 2 240 0,4 0 64 0,-1-1 0 0,3-2 0 16,0 0 192-16,3-1 208 0,1-4-32 0,1-4-16 15,-5-9 16-15,9 7 0 0,-9-7 0 0,16-3 0 16,2-3-976 0,1-7-192-16,2-7-32 0</inkml:trace>
  <inkml:trace contextRef="#ctx0" brushRef="#br1" timeOffset="79692.88">8752 13116 17567 0,'-17'-5'768'0,"6"3"176"0,1 4-752 0,0 0-192 0,-3 1 0 0,0 1 0 0,-2 0 608 0,-2 5 96 15,-1 4 0-15,-2 3 16 0,0 2-880 0,-3 4-176 16,0-1-48-16,-1 2 0 15,1 0-352-15,0-3-80 16,-1-1-16-16,3-5 0 0,3-2 640 0,4-3 192 0,-1-3 0 0,4 0-160 0,0-4 800 0,11-2 144 16,-9 0 48-16,9 0 0 0,-7-5 352 15,4 0 80-15,0-4 16 0,3 2 0 0,1-3-208 0,3-1-48 16,1 1 0-16,2-1 0 0,-1 1-384 0,2-2-64 16,-1 0-32-16,-1 2 0 0,2-3-288 0,-1 1-64 15,-1 2-16-15,-1-1 0 0,-1 2-176 0,0 0 160 16,-3 0-160-16,-1 0 160 0,0 0-160 0,0 9 128 0,0 0-128 15,-2-9 128-15,-2 1-128 0,4 8 0 16,-7-7 0-16,7 7 0 0,-6-5 0 0,6 5 0 0,0 0 0 0,0 0 0 16,-9-2-160-16,9 2 160 0,0 0 0 0,0 0-144 15,0 0 144-15,0 0 0 0,0 0 0 0,0 0 0 16,12 6 128-16,2-3 64 0,3 1 16 0,2-3 0 16,2 1 304-16,1-2 64 0,3-1 16 0,0 0 0 15,0 0-256-15,-1-2-48 0,-3 0-16 0,0-1 0 16,0 1-144-16,-1-4-128 0,-1 2 144 0,-2 0-144 15,-1-2 176-15,-3 1-176 0,-3 0 192 0,-10 6-192 16,7-6 208-16,-7 6-64 0,0 0-16 0,0 0 0 16,0 0 48-16,0 0 0 0,0 0 0 0,-2-8 0 15,-3 1-32-15,-1 4 0 0,-2-1 0 0,-1 1 0 16,0 0-144-16,-2 2 0 0,1 0 0 0,1 1 128 0,-2-2-128 0,2 2 0 16,0-2 0-16,9 2 0 0,-10-1 0 0,10 1 0 15,-13-2 0-15,13 2 0 0,0 0 0 0,0 0 160 16,-10 0-160-16,10 0 160 0,0 0 16 0,0 0 0 15,-9 2 0-15,9-2 0 0,0 0-176 0,0 0 0 16,0 0 0-16,0 0 0 0,0 0 0 0,3 10 0 16,-3-10 0-16,0 0 0 0,0 0 0 0,0 0 0 15,0 0 0-15,0 0 0 0,0 0 0 0,0 0 0 16,0 0 0-16,0 0 0 0,0 0 192 0,-3 10-64 16,3-10 0-16,-9 8 0 0,0-3-128 0,9-5 192 15,-10 4-192-15,-3 0 192 0,0 2-192 0,-1-4 0 16,1 2 0-16,3-1 0 0,1 1 0 0,0-1 0 15,-2 1 0-15,1 0 0 0,-1 2 0 0,2-4 0 0,9-2 0 0,-9 4 0 16,0-1 0-16,9-3 0 0,0 0 0 0,0 0 0 16,0 0 0-16,0 0 0 0,-6 6 0 0,6-6 0 15,0 0 0-15,0 0-144 0,0 0 144 0,0 0 0 16,0 0 0-16,0 0-128 0,0 0 128 0,0 0 0 16,0 0 0-16,0 0 0 0,0 0 0 0,0 0 0 15,-7 7 128-15,7-7 0 16,0 0-128-16,0 0 192 0,-9 5-192 0,9-5 0 15,-8 4 128-15,8-4-128 0,-8 2 0 0,8-2 0 16,-9 3 128-16,9-3-128 0,-6 3 0 0,6-3 0 16,-8 4 0-16,8-4 0 0,0 0 0 0,0 0 0 15,0 0 0-15,0 0 0 0,0 0 0 0,0 0 0 16,0 0 0-16,0 0 0 0,0 0-256 0,0 0 16 16,0 0 0-16,0 0 0 15,0 0-2528-15,0 0-512 0</inkml:trace>
  <inkml:trace contextRef="#ctx0" brushRef="#br1" timeOffset="81547.1">8496 13126 21823 0,'0'0'2368'0,"0"0"-2368"0,0 0 0 0,3-6 0 15,-3 6 480-15,-8-1 48 0,8 1 16 0,-9 0 0 16,9 0-544-16,-9 6 0 0,2 1 0 0,7-7 0 0,-6 9 0 0,1-1-144 16,5-8-16-16,0 0 0 0,0 0 0 0,0 0 0 15,4 10 0-15,-4-10 0 0,9 7 0 0,0-1 0 16,3-2 0-16,-2-1 0 0,-10-3 160 0,13 1 224 16,0-1-48-16,0 0-16 0,0-1 32 0,-1 1 16 15,0-4 0-15,-2 1 0 0,0 0-32 0,-10 3-16 16,12-2 0-16,-12 2 0 0,11-4 32 0,-11 4 0 15,0 0 0-15,0 0 0 0,0 0 16 0,0 0 16 0,0 0 0 16,0 0 0-16,0 0 288 0,0 0 48 16,0 0 16-16,-12 0 0 0,0 3-208 0,3-3-48 0,0 0 0 0,9 0 0 15,-11 1-80-15,2 0-32 0,9-1 0 0,0 0 0 16,0 0 112-16,0 0 32 0,0 0 0 0,0 0 0 16,0 0 192-16,0 0 32 0,0 0 16 0,0 0 0 15,0 0-272-15,0 0-48 0,0 0-16 0,0 0 0 16,0 0-256-16,0 0 0 0,0 0 0 0,0 0 0 15,0 0 0-15,0 0 0 0,0 0 0 0,0 0 0 16,0 0 0-16,0 0 0 0,0 0 0 0,0 0 0 16,0 0 0-16,0 0 0 0,0 0 0 0,0 0 0 15,0 0-240-15,0 0-96 0,0 0-32 0,0 0-9408 16,0 0-1872-16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9-20T01:23:50.1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12297 11076 3679 0,'0'0'320'0,"0"0"-320"0,0 0 0 0,0 0 0 0,0 0 2144 0,0 0 352 16,0 0 80-16,0 0 16 15,0 0-1296-15,0 0-256 0,0 0-48 0,0 0-16 0,0 0-224 0,0 0-48 16,0 0-16-16,0 0 0 0,0 0-208 0,0 0-32 16,0 0-16-16,0 0 0 0,0 0 16 0,0 0 16 15,0 0 0-15,0 0 0 0,0 0 16 0,0 0 0 16,2-11 0-16,-2 11 0 0,0 0 80 0,0 0 16 16,0 0 0-16,0 0 0 0,-8-1-48 0,8 1 0 15,0 0 0-15,0 0 0 0,-9 1-32 0,9-1-16 16,0 0 0-16,0 0 0 0,-9 3-64 0,9-3-16 15,-10 5 0-15,10-5 0 0,-8 4-80 0,8-4 0 16,-9 5-16-16,9-5 0 0,-8 7-32 0,1 1 0 16,1-2 0-16,1 1 0 0,5-7 48 0,-7 10 16 15,1 0 0-15,-1-2 0 0,1 1-16 0,-2-1 0 16,8-8 0-16,-7 12 0 0,2-4-48 0,0 2-16 0,0-1 0 0,-1 0 0 16,1-2-112-16,5-7-16 0,-4 10-128 0,2 1 192 15,2-11-192-15,-2 12 128 16,2-12-128-16,-1 11 0 0,1-11 128 0,0 0-128 15,3 11 0-15,-3-11 144 0,0 0 48 0,8 11 0 0,-1-4 0 16,-7-7 0-16,11 6-32 0,-11-6 0 0,12 7 0 0,-2-4 0 16,0-1-32-16,0 0 0 0,-1-2 0 0,0 0 0 15,0 0-128-15,0 0 0 0,-9 0 0 0,10-2 128 0,-10 2 16 0,12-1 0 16,-3-2 0-16,-9 3 0 0,11-1-144 0,-1-2 0 16,-1 1 0-16,0 0-176 0,-9 2 176 0,11-6 176 15,-3-1-48-15,1 1 0 0,-1-1 32 0,-1 1 0 16,0-3 0-16,1 1 0 0,0 0 32 0,-2-1 16 15,-1-1 0-15,1 0 0 0,0 1-32 0,-1 0-16 16,-1 0 0-16,0 0 0 0,-1 0-16 0,-1 0 0 16,1 0 0-16,-2-1 0 0,1 0 16 0,0 1 0 15,-2 9 0-15,3-11 0 0,-3 1-32 0,0 1 0 16,1-3 0-16,-1 12 0 0,0-10 0 0,0 10-128 0,0-12 192 16,0 3-64-16,0 9 0 0,-3-11-128 15,1 5 192-15,2 6-64 0,0 0-128 0,-4-11 128 16,4 11-128-16,-4-7 128 0,4 7 0 0,0 0 0 15,0 0 0-15,0 0 0 0,0 0-128 0,0 0 160 16,0 0-160-16,0 0 160 16,-10-2-160-16,10 2 0 0,0 0 0 0,-10 7 0 15,10-7 0-15,-7 6 0 0,0 1 0 0,3 1 0 16,-2-2 0-16,-1 3 0 0,7-9 0 0,-6 11 0 0,-2-1 0 16,1-2 0-16,7-8 0 0,-6 9 0 0,-1-1 0 0,1 2 0 15,-1-3 0-15,2 1 0 0,5-8 0 0,-6 10 0 16,-1-1 0-16,7-9 0 0,-5 8 0 0,5-8 0 15,-8 8 128-15,1-2-128 0,7-6 0 0,0 0 0 16,0 0 0-16,0 0 0 0,-7 7 0 0,7-7 0 16,0 0 0-16,0 0 0 15,0 0-528-15,0 0-144 16,0 0-32-16,0 0-12240 0,0 0-2464 0</inkml:trace>
  <inkml:trace contextRef="#ctx0" brushRef="#br0" timeOffset="1470">12538 13331 2751 0,'0'0'256'0,"0"0"-256"0,0 0 0 0,0 0 0 16,0 0 3008-16,0 0 544 0,0 0 112 0,0 0 32 16,0 0-2352-16,0 0-448 0,0 0-112 0,0 0-16 15,0 0 0-15,0 0-16 0,0 0 0 0,0 0 0 16,0 0 320-16,0 0 64 0,0 0 16 0,0 0 0 16,0 0 64-16,0 0 32 0,0 0 0 0,0 0 0 0,0 0-304 0,0 0-64 15,0 0-16-15,0 0 0 0,0 0-448 0,0 0-96 16,0 0 0-16,0 0-16 0,0 0 16 0,0 0 0 15,-8-4 0-15,8 4 0 0,-10-2 48 0,10 2 16 16,0 0 0-16,-10 2 0 0,10-2 48 0,-10 5 16 16,1 1 0-16,9-6 0 0,-7 7-96 0,2 3-16 15,0-4 0-15,0 3 0 0,0 2-128 0,1-1-16 16,0-1-16-16,1 2 0 0,-2-2-48 0,1 1-128 16,0 3 192-16,1-1-64 0,2-2-128 0,0 2 0 15,0-3 0-15,-1 2 128 0,1-1-128 0,1 1 0 16,0-1 0-16,1 2 0 0,-1-1 0 0,2 1 0 15,-2-12 0-15,2 13 0 0,1 0 0 0,-1-1 0 16,4-2 0-16,-2 1 0 0,-1-1 0 0,3 1 0 0,-6-11 0 16,6 6 0-16,-6-6 0 0,11 7 0 15,-11-7 0-15,13 4 0 0,1-3 0 0,-1-2 208 16,-1-3-16-16,-3-1-16 0,-9 5 32 0,10-11 16 16,1 1 0-16,-1-3 0 0,1 2-80 0,-2-1-16 15,-1 2 0-15,-2 0 0 0,2-1 128 0,-2-1 32 16,1 3 0-16,-2 0 0 0,0-1-96 0,-1 1-32 15,-1-1 0-15,-1 1 0 0,-2 0 64 0,0 0 16 0,0 0 0 0,-1 0 0 16,0 0-48-16,-2 1 0 0,3 8 0 16,-4-11 0-16,-1 1 48 0,0 1 0 0,-2 1 0 15,1-1 0-15,-1 2 0 0,1 1 0 0,-2 1 0 0,0 2 0 16,0-1-48-16,8 4-16 0,0 0 0 0,-10 4 0 16,-1 1-16-16,2 2 0 0,2-1 0 0,-3 1 0 15,1-1-160-15,0 2 160 0,3 0-160 0,-2 1 160 16,0 2-160-16,1-4 0 0,2 3 0 0,0-3 0 0,-1 1 0 0,6-8 0 15,-7 11 0-15,7-11 0 16,0 0-1120-16,0 0-96 0,0 0-32 0,0 0-12496 16,0 0-2496-16</inkml:trace>
  <inkml:trace contextRef="#ctx0" brushRef="#br0" timeOffset="3913.65">23510 11074 13471 0,'0'0'592'0,"0"0"128"0,0 0-576 0,0 0-144 0,0 0 0 0,0 0 0 16,0 0 1536-16,0 0 256 16,0 0 64-16,-1-6 16 0,6 1-656 0,-1-1-144 0,-4 6-32 0,5-3 0 15,-5 3-144-15,4-7-48 16,0 2 0-16,-4 5 0 0,5-7-240 0,0 2-48 15,-1 0-16-15,1 1 0 0,-1-3-224 0,1 1-32 16,-5 6-16-16,6-4 0 0,-1-1-144 0,-5 5-128 0,0 0 144 0,8-4-144 16,-3 0 240-16,-5 4-48 0,5-4-16 15,-5 4 0-15,0 0 112 0,0 0 32 0,0 0 0 0,0 0 0 16,0 0 192-16,0 0 32 0,0 0 16 0,0 0 0 16,0 0 160-16,0 0 48 0,0 0 0 0,0 0 0 15,0 0-112-15,0 0-16 0,0 0 0 0,0 0 0 16,-6 8-256-16,6-8-64 0,-8 6-16 0,0 1 0 0,0 1-48 0,2 0-16 15,-1-2 0-15,7-6 0 16,-8 8-48-16,2 1-16 0,1 1 0 0,-1 1 0 0,1-1-176 0,1 1 160 16,0 0-160-16,2 1 160 0,-1 0-160 0,1-2 192 15,-1 2-192-15,0 0 192 0,2-2-192 0,0 2 0 16,1-12 0-16,0 12 0 0,1-1 0 0,-1-11 192 16,3 13-192-16,1-3 192 0,-4-10-192 0,6 9 0 15,-6-9 0-15,9 8 0 0,0-2 144 0,3-2 0 16,-3-1 0-16,2-2 0 0,-1-1-16 0,0-1-128 15,1-1 192-15,1 1-64 0,-5-3 0 0,1-1 0 16,0-2 0-16,0 1 0 0,0-2 0 0,1 1 0 16,-1-3 0-16,-1 1 0 0,1 1 16 0,0 0 0 15,0 0 0-15,-2-2 0 0,1 1-16 0,-3 0-128 16,0-2 192-16,0 1-64 0,0-3 96 0,0 4 16 16,-2 1 0-16,2-3 0 0,-1 0 64 0,-3 0 16 15,-2 1 0-15,2 10 0 0,-1-12 48 0,-2 2 16 16,0-1 0-16,0 2 0 0,-2 1-80 0,-2 1-16 0,1 0 0 15,0 0 0-15,6 7-48 0,-9-5-16 16,-1 1 0-16,1-1 0 0,0 1-80 0,0 2-16 0,-1 2 0 0,1 1 0 16,0 0-128-16,9-1 0 15,-10 5 0-15,1 2 0 0,-1-1 0 0,3 4 0 0,0 1 0 16,1-2 0 0,-1 2-1024-16,2-2-64 0,0 0-32 0,5-9 0 15,0 0-2128-15,5 12-416 0</inkml:trace>
  <inkml:trace contextRef="#ctx0" brushRef="#br0" timeOffset="5250.6">23845 13300 15135 0,'0'0'672'0,"0"0"144"0,0 0-656 0,0 0-160 0,0 0 0 0,0 0 0 15,0 0 1344-15,0 0 224 16,0 0 48-16,4-9 16 0,-4 9-688 0,0 0-144 16,0 0-32-16,4-9 0 0,-4 9-64 0,0 0-32 0,0 0 0 0,4-12 0 15,-4 12 272-15,0 0 48 0,2-11 16 0,-2 11 0 16,0 0-144-16,0 0-32 0,0 0 0 0,0 0 0 15,0 0-256-15,0 0-64 0,0 0-16 0,0 0 0 16,0 0-144-16,0 0-32 0,0 0 0 0,0 0 0 31,0 0 112-31,0 0 16 0,-7 0 0 0,7 0 0 0,-10 4 192 0,4 2 32 16,-1 0 16-16,1 2 0 0,-1 4-48 16,1-3 0-16,-1 2 0 0,1 1 0 0,-1 0-256 15,1 0-48-15,-1 1-16 0,1-2 0 0,-1 1-128 0,2 0-16 16,-2 0-16-16,4-3 0 0,0 1-160 0,2 1 128 15,-2-1-128-15,2 0 128 0,1 1-128 0,0 1 0 16,0-3 0-16,0-9 0 0,2 13 0 0,1-1 0 16,1-1 0-16,-2 1 0 0,1-2 0 0,1 2 0 15,1-4 0-15,0 2 0 0,-5-10 192 0,10 10-32 16,-3-4-16-16,2 1 0 0,-9-7 0 0,12 5 0 16,-1-1 0-16,-1-2 0 0,0-2-144 0,1 0 128 15,-11 0-128-15,13-4 128 0,-3-1 0 0,-1-1-128 16,1-3 192-16,-1-1-64 0,0 1 144 0,-1 0 32 15,-2-4 0-15,2 1 0 0,-1 1 80 0,-1-2 0 16,-1 1 16-16,1 0 0 0,-1-3-80 0,-3-1 0 0,1-1-16 0,-2 0 0 16,-1 0-112-16,0-3-32 0,-1 2 0 0,-2 0 0 15,1 0-32-15,-2-1 0 16,-1 1 0-16,-1 3 0 0,0 0 0 0,-2 2-128 0,2 1 192 0,-1 2-64 16,0 1 16-16,1 2 0 0,6 7 0 0,0 0 0 15,0 0 0-15,-9-1 0 0,0-2 0 0,9 3 0 16,-11 8-144-16,2 1 192 0,0 2-192 15,0 2 192-15,1 3-192 0,3 0 0 0,-2 4 0 0,2-3 0 16,1-3 0-16,2 1-176 0,-2-2 48 0,2-2 0 16,2-11-768-1,0 0-128-15,0 0-48 0,0 0 0 0,0 0-1952 16,0 0-400-16</inkml:trace>
  <inkml:trace contextRef="#ctx0" brushRef="#br0" timeOffset="31961.36">27830 10125 6447 0,'0'0'272'0,"0"0"80"0,0 0-352 0,0 0 0 0,0 0 0 0,0 0 0 16,0 0 1968-16,0 0 320 0,0 0 64 0,0 0 16 16,0 0-1248-16,0 0-240 0,0 0-48 0,0 0-16 15,0 0-144-15,0 0-32 0,0 0 0 0,0 0 0 16,0 0-96-16,7 7-32 0,-7-7 0 0,12 5 0 16,-12-5 112-16,9 7 16 0,-1-2 0 0,-1 1 0 15,1 2-112-15,-1 1-16 0,-2 2 0 0,2-1 0 0,2 6-304 0,-3 1-64 16,-1-2-16-16,3 4 0 0,-3 0-128 15,1 1 128-15,-1 1-128 0,1 2 128 0,-2 2 32 0,2 0 0 16,-1 1 0-16,0 1 0 0,0 0 32 0,-1 5 0 16,0-2 0-16,0 1 0 0,-1 2-64 0,-2-1 0 15,0 1 0-15,2 1 0 0,-2 2 0 0,-1-1-128 16,0-2 192-16,1 1-64 0,-1 1-128 0,-1-1 0 16,0 0 144-16,1 1-144 0,-2 3 160 0,2 1-32 15,-1 0-128-15,1 1 192 0,1 0-192 0,1-3 0 16,0 2 0-16,1-2 0 0,2-1 0 0,-1 1 0 15,0-4 0-15,0 2 0 0,-2 0 128 0,4 1-128 0,-2 1 0 16,0 2 0-16,-1 3 0 0,1 1 0 0,2-1 0 16,-1-1 0-16,0 2 0 0,0-4 0 0,-1-1 0 0,0 0 0 15,-1 0 0-15,1 0 0 0,-1 1 0 0,1-1 0 16,-2 1 0-16,0 0 128 0,1 0-128 0,0 0 0 16,-2 0 256-16,1-2 0 0,0-2 0 0,-2-1 0 15,-2-2 144-15,2 0 48 0,2-1 0 0,-4 1 0 16,0 0-256-16,-1 2-64 0,1 1 0 0,0 3 0 15,0-3-128-15,-1 3 0 0,0-1 0 0,2 4 128 16,0-5-128-16,-2 4 0 0,1-5 144 0,-1 0-144 16,0-1 0-16,2 1 144 0,-1-1-144 0,-1 0 0 15,-1 1 128-15,3-2-128 0,-2-1 0 0,2 3 0 16,-1 1 0-16,2 0 0 0,0 1 0 0,0-1 0 16,-1-2 0-16,1-1 0 0,0-2 0 0,-1 0 0 0,1-1 0 0,-1-2 0 15,-2 2 0-15,0-2 0 0,-1 2 144 0,2 0-144 16,-1 0 0-16,2 0 144 0,0-2-144 0,1 0 192 15,0 1-192-15,1 0 192 0,-4-1-64 0,3 2 0 16,0-4 0-16,3 2 0 0,0-1 112 0,-1 0 16 16,-1 0 0-16,3-1 0 0,-1 1-64 0,0-1 0 15,-3 0 0-15,1 1 0 0,0 1-64 0,-1-1-128 16,0 2 176-16,-1 0-176 0,0 2 128 0,1 1-128 16,-2 2 0-16,1-1 0 0,-3-2 0 0,0 1 128 15,2-1-128-15,-1-1 0 0,-1 0 128 0,0 1-128 16,0 2 0-16,0-2 0 0,0 0 0 0,2 2 0 0,-1-1 0 15,2 4 0-15,-2 0 192 0,2 2-192 0,0 0 192 16,-1 0-192-16,1-3 256 0,0 0-48 0,1 0-16 0,0-1 0 16,0 0-192-16,-2 0 144 0,2-2-144 0,2 5 128 15,0-2-128-15,4 2 0 0,-4-6 0 0,2 4 128 16,1-4-128-16,0 5 0 0,2-2 0 0,0-3 0 16,-1-1 0-16,3-1 0 0,0-1 0 0,0 0 0 15,-1-2 0-15,-1 0 0 0,2 0 0 0,-1-3 0 16,0-2 144-16,-1 3-144 0,2-2 160 0,-1 0-160 15,-2 0 160-15,0-1-160 0,-1 0 160 0,0-2-160 16,-2 1 160-16,0-1-160 0,-1 0 160 0,0-1-160 16,-4 0 192-16,2 2-64 0,-2-2-128 0,0 3 192 15,1-4-192-15,0 2 144 0,-3 0-144 0,1-1 128 0,1-1-128 0,-4 0 0 16,3 1 0-16,-1 0 0 0,-2 2 0 0,1 1 0 16,0-2-192-16,1 0 192 0,-1-1-320 0,1-1 64 15,1-2 16-15,1-2 0 0,0 0 48 0,1-2 0 16,1-11 0-16,0 0 0 15,0 0-1168-15,0 0-240 0,0 0-32 16</inkml:trace>
  <inkml:trace contextRef="#ctx0" brushRef="#br0" timeOffset="33638.39">26278 14315 2751 0,'0'0'256'0,"0"0"-256"0,0 0 0 0,0 0 0 16,0 0 3904-16,0 0 752 0,0 0 144 0,0 0 16 16,13 4-2672-16,-3-2-544 0,-10-2-96 0,11-2-32 15,-2 0-528-15,0 0-112 0,0-3-32 0,1 4 0 16,0-3-224-16,0 1-32 0,-1-1-16 0,3 2 0 16,0-2 48-16,1 1 16 0,1 2 0 0,0 0 0 15,1 1-16-15,3 1 0 0,1 2 0 0,4 2 0 16,1-3-240-16,1 4-48 0,1-1-16 0,4 1 0 0,3 1-272 0,2-2 160 15,0 2-160-15,4-2 128 0,2 1-128 0,-1-2 0 16,1 0 0-16,0-1 0 0,0-2 176 0,2-1-48 16,2 0-128-16,5 1 192 0,3-1-192 0,2 2 176 15,0-2-176-15,-2 1 160 0,-2 0-160 0,-1 2 0 16,-5-2 144-16,0 2-144 0,-2-1 0 0,4 2 128 16,-2-1-128-16,5 1 0 0,1-2 0 0,1 2 0 15,-1-4 0-15,-2 3 0 0,-1 0 0 0,-2-1 128 16,-2-2-128-16,2 0 0 0,0 0 0 0,2 0 0 0,3-1 0 0,2 0 0 15,-1-1 0-15,-1 0 0 0,-1 0 0 0,-2-2 0 16,-1 2 0-16,1-2 0 0,0 1 0 0,6-2 0 16,1 1 0-16,2 0 0 0,2 0 0 0,-1 1 128 15,-3 0-128-15,-2 0 0 0,0 1 0 0,-6 0 0 16,-1 0 0-16,1 0 0 0,3 2 0 0,1-1 0 16,-2 0 0-16,2 1 128 0,1-3-128 0,-2 2 0 15,-3 1 0-15,-2-1 0 0,-2-1 0 0,4 0 128 16,-1-1-128-16,2 1 128 0,2 0-128 0,2 2 128 15,-1 0-128-15,-2 0 0 0,-3 2 0 0,0 0 128 16,-5-1-128-16,0 1 0 0,-2 0 128 0,0 1-128 16,0 1 176-16,1-2-48 0,5 2 0 0,-1-2 0 15,2 0 192-15,-1 1 16 0,0 0 16 0,-5 0 0 16,-1 1-112-16,-1 2-32 0,0-3 0 0,0 4 0 0,-3-2-80 0,3 0-128 16,1 1 176-16,0-1-176 0,3-1 256 0,1 0-64 15,1-2-16-15,-1 1 0 0,-1-3-176 0,-2-4 192 16,-1 1-192-16,0-2 192 0,-3 0-48 0,-1-2 0 15,-1 1 0-15,3-3 0 0,3 1-16 0,-1 3 0 16,1-2 0-16,-1 1 0 0,0 0-128 0,-2 1 160 16,-2 0-160-16,-1 1 160 0,-2 0-32 0,0 2 0 15,-6-2 0-15,0 2 0 0,-1-2-128 0,-1 3 0 16,0 0 0-16,1 1 128 0,-3 1-128 0,1 0 0 16,2-1 144-16,1 2-144 0,0 0 208 0,2 1-16 15,-1 0-16-15,0-1 0 0,1 1-176 0,0 1 0 16,2 0 0-16,0 1 0 0,-2-4 0 0,-1 4 0 15,1-2 0-15,-1 4 128 0,3-2-128 0,-3 0 0 0,1 0 0 0,0 2 0 16,2-1 0-16,2 1 0 0,-1-1 0 0,0 1-176 16,1-1 176-16,0-1 0 0,-2 1 0 15,0 0 128-15,0-1-128 0,-3 1-208 0,-2-1 48 0,-3 0 16 16,-1-1 144-16,-1 0 0 0,-2-1 0 0,-2 0 0 16,-2 0 0-16,-1 1 0 0,0-3 0 0,-13-1 0 15,0 0 176-15,14-1-48 0,-14 1 0 0,12 0 0 16,-12 0-400-16,15 1-96 0,-4 1-16 0,0-1 0 31,-11-1-128-31,13 1-48 0,-2-1 0 0,1 1 0 16,0-1 80-16,1 2 16 0,0-2 0 0,1 0 0 15,2 0-528-15,-7 0-96 0,2 0-32 0,-1 0 0 0,0 0-240 16,0-2-48-16,-3 1-16 0</inkml:trace>
  <inkml:trace contextRef="#ctx0" brushRef="#br0" timeOffset="34671.37">32975 14163 7359 0,'0'0'320'0,"0"0"80"0,0 0-400 0,0 0 0 0,-9-3 0 0,9 3 0 16,-11-1 2736-16,2 0 464 0,9 1 80 0,-10-2 32 15,10 2-2544-15,-9 0-496 0,9 0-96 0,-9 0-32 31,-1-2-656-31,10 2-144 0,0 0-32 16,-9-2 0-16,9 2 0 0,0 0 0 0,-9-1 0 0,9 1 0 0,0 0 992 0,0 0 192 16,0 0 32-16,0 0 16 0,0 0 672 0,0 0 144 15,0 0 32-15,0 0 0 0,0 0-128 0,0 0-32 16,0 0 0-16,0 5 0 0,1 2-400 0,2-1-96 16,1 1-16-16,1-1 0 0,2 1-304 15,1-1-64-15,1 1-16 0,10 5 0 0,-1-2-32 0,2-1-16 16,0 0 0-16,2 1 0 0,1 0-288 0,-10-4 0 15,3 4 128-15,1-1-128 0,0 1 0 0,1 2 0 0,0-3 0 0,-1 1 0 16,0 1 0-16,9 7 0 0,-6-4 0 0,-5-1 0 16,-3-2 704-16,-3-1 16 0,-3-1 16 0,-3 2 0 15,-3-11 240-15,0 12 48 0,-2-1 16 0,-3 2 0 16,-4-2-400-16,-3 2-64 0,-4 1-32 0,-2 2 0 16,-6 0-544-16,9-6 0 0,-5 3 0 0,-3 4 0 31,-3 0-1552-31,-2 4-432 0,-2 2-64 0</inkml:trace>
  <inkml:trace contextRef="#ctx0" brushRef="#br0" timeOffset="36091.21">27750 10252 4607 0,'0'0'400'0,"0"0"-400"0,-7-7 0 0,7 7 0 15,-5-9 1680-15,1 1 256 0,0 2 48 0,4 6 16 16,-3-11-880-16,2 2-176 0,1 0-48 0,0 1 0 16,1 0 0-16,-1 8 0 0,3-10 0 0,0 2 0 15,-3 8 128-15,2-9 32 0,-2 9 0 0,5-8 0 16,-5 8-352-16,0 0-80 0,8-8-16 0,-8 8 0 16,11-4-176-16,-11 4-48 0,10-2 0 0,-10 2 0 15,13-1-240-15,-2 1-144 0,-11 0 160 0,10 2-160 16,-10-2 672-16,11 7 32 0,-4-2 16 0,-7-5 0 15,0 0 48-15,4 9 0 0,-4-9 0 0,3 10 0 16,-3-10-304-16,-1 11-48 0,1-11-16 0,0 0 0 16,-6 9-176-16,6-9-32 0,-7 9-16 0,-3 0 0 0,0 0 16 15,-2 3 0-15,-2-1 0 0,0 0 0 0,-3 1 16 0,0 1 16 16,-2 0 0-16,0 4 0 0,-3 4 16 0,0 4 0 16,1-4 0-16,0 2 0 0,0 0-240 0,3 0 0 15,2-1 0-15,3-3 0 0,-3-2 0 0,5-2-256 16,1-4 16-16,4-3 16 15,6-8-2864-15,0 0-576 0</inkml:trace>
  <inkml:trace contextRef="#ctx0" brushRef="#br0" timeOffset="36264.54">27803 10020 15663 0,'0'0'688'0,"0"0"144"0,0 0-656 0,12 6-176 0,0 5 0 0,3 4 0 16,5 6 4336-16,1 4 832 0,1 4 160 0,1 3 48 15,-1-1-3680-15,3 5-736 0,-1-6-128 0,-2 1-48 16,0 2-496-16,-2-4-96 0,-4 0-32 0,1-3 0 16,-1 4-368-16,-2-5-80 0,-2-2-16 0,0-2 0 31,-3-2-2464-31,0-4-496 0</inkml:trace>
  <inkml:trace contextRef="#ctx0" brushRef="#br0" timeOffset="37139.46">28385 9861 14735 0,'0'0'640'0,"-8"5"160"0,8-5-640 0,-9 5-160 0,1 2 0 0,8-7 0 16,0 0 3200-16,0 0 592 0,-8 6 128 0,8-6 32 15,-7 5-2096-15,7-5-400 0,-5 8-96 0,3 3-16 16,2-1-800-16,2 4-160 0,0 5-48 0,0 1 0 15,2 9-336-15,1 1 0 0,0 0 0 0,1 1 0 16,-2-2 0-16,2 0 0 0,1-3 0 0,0-1-128 16,0-3 128-16,1-3-128 0,1-2 128 0,1 0-128 15,1-8 128-15,-1-1 0 0,1-1 128 0,0-5-128 16,0 2 720-16,-1-6 80 0,1-2 16 0,-1-3 0 16,1-3 384-16,2-3 80 0,-2-7 0 0,1-2 16 15,0-3-480-15,-1-1-112 0,0 0 0 0,-1-4-16 16,-1-4-368-16,-2 0-64 0,0 2 0 0,-2 0-16 15,-3 1-240-15,0 4 128 0,-2 1-128 0,-2 2 0 16,1 2 0-16,1 5 0 0,-3 1-208 0,1 5 64 16,-2 2-432-16,4 9-64 15,0 0-32-15,0 0 0 0,0 0-1952 0,0 0-384 0,-11 3-64 0,5 8-12944 16</inkml:trace>
  <inkml:trace contextRef="#ctx0" brushRef="#br0" timeOffset="37473.68">28826 10263 15663 0,'0'0'1392'0,"0"0"-1120"0,0 0-272 0,0 0 0 15,0 0 3776-15,0 0 688 0,0 0 144 0,0 0 16 16,4 12-3088-16,-1-4-640 0,-3-8-112 0,4 12-16 15,0-1-576-15,1 0-192 0,0-2 144 0,2 0-144 16,1-2 0-16,1-3 0 0,1-1 0 0,2 0 0 16,1-3 0-16,1-3 0 0,1 2 0 0,-1-5 0 15,-1-1 192-15,0 1 64 0,0-2 16 0,-4 0 0 16,-4 0 432-16,-5 8 96 0,4-10 16 0,-1 1 0 31,-4-1-48-31,-3 3-16 0,-4 0 0 0,-1-1 0 16,-3 2-432-16,-4-1-64 0,-3-1-32 0,-2 3 0 0,-1 0-224 0,1 1-208 15,1 4 32-15,2 0 16 32,1 3-1024-32,3 3-208 0,0 2-32 0,2 0-15824 0</inkml:trace>
  <inkml:trace contextRef="#ctx0" brushRef="#br0" timeOffset="38704.83">32800 15148 13823 0,'0'0'608'0,"0"0"128"0,-6 7-592 0,6-7-144 0,-8 7 0 0,8-7 0 16,0 0 3744-16,0 0 720 0,0 0 144 0,0 0 16 15,0 0-2784-15,0 0-560 0,0 0-128 0,0 0 0 16,0 0-64-16,5 5 0 0,0-1 0 0,2 2 0 16,1-5-48-16,1 2-16 0,1 0 0 0,2-2 0 15,0-1-224-15,10-1-48 0,-3-2-16 0,-3 0 0 16,-3-2-320-16,-1 3-64 0,-12 2-16 0,10-4 0 0,-10 4-208 0,8-5-128 15,-8 5 128-15,0 0-128 16,0 0 0-16,0 0 0 0,0 0 0 0,0 0 0 0,0 0 0 0,3 10-256 16,-3 4 64-16,-3 2 0 0,-1 3 32 0,0 4 0 15,0 0 0-15,0 6 0 0,1 2-64 0,0 2-16 16,0 1 0-16,1-2 0 16,0-1-304-16,2-2-64 0,0-3-16 0,2-2 0 15,-1-5 208-15,2-3 32 0,-1-2 16 0,2-1 0 16,1-4-64-16,1-2-16 0,-6-7 0 0,0 0 0 15,10 3-1744-15,-1-6-368 0,0-5-64 0</inkml:trace>
  <inkml:trace contextRef="#ctx0" brushRef="#br0" timeOffset="38861.07">33156 14958 24879 0,'0'0'2208'16,"0"0"-1760"-16,-9-4-448 0,9 4 0 0,-9-2 4096 0,9 2 720 0,-11-2 160 0,11 2 16 15,-10 2-3200-15,5 0-640 0,0 1-128 0,-1 2-16 16,1 2-1008-16,1-1-192 0,0 5-32 0,2 2-16 31,-1 1-2128-31,2 15-416 0,1-5-96 0</inkml:trace>
  <inkml:trace contextRef="#ctx0" brushRef="#br0" timeOffset="39273.21">33346 15657 19343 0,'0'0'1728'0,"0"0"-1392"0,0 0-336 0,0 0 0 0,0 0 2880 0,0 0 512 0,0 0 112 0,0 0 16 16,3 14-2368-16,-3-1-480 0,-1-1-96 0,1 4 0 15,1 2-576-15,3 3 0 0,0 0 0 0,1 2-144 16,-1 2 144-16,3-2 0 0,3-2-144 0,0-3 144 16,0-2 0-16,0-4 0 0,2-4 0 0,1-3 128 15,0-5 176-15,0-3 16 0,1-3 16 0,0-5 0 16,0-3 480-16,-1-4 80 0,-2-3 32 0,1-1 0 15,-2-2 48-15,-2 2 16 0,-2 0 0 0,-3 2 0 0,-1 3-368 0,-4 2-80 16,-3 0-16-16,-1 2 0 0,-3 2-160 0,-2 0-48 16,-1 2 0-16,1 3 0 0,-2 2-320 0,-2 1-288 15,1 2 48-15,0-2 16 16,-3 3-2240-16,0 0-448 0</inkml:trace>
  <inkml:trace contextRef="#ctx0" brushRef="#br0" timeOffset="42110.21">27943 10898 11743 0,'0'0'512'0,"0"0"128"0,0 0-512 0,0 0-128 16,0 0 0-16,0 0 0 0,0 0 1136 0,0 0 208 16,0 0 32-16,0 0 16 0,0 0-560 0,0 0-96 0,0 0-32 0,0 0 0 15,0 0-448-15,0 0-80 0,0 0-32 16,0 0 0-16,0 0-144 0,0 0-192 0,0 0 32 0,0 0 16 16,0 0 144-16,0 0-208 0,0 0 80 0,0 0 128 15,0 0 256-15,0 0 160 0,0 0 32 0,0 0 16 16,0 0 688-16,-10 13 144 0,18-13 32 0,-1 2 0 15,-7-2-176-15,6 4-48 0,-6-4 0 0,6 2 0 16,-6-2-528-16,9 5-128 0,-9-5 0 0,9 8-16 16,-9-8-224-16,9 9-32 0,-1-2-16 0,-8-7 0 15,6 9 0-15,1-1 0 0,-7-8 0 0,6 13 0 16,-1-4 160-16,1 0 48 0,-6-9 0 0,6 13 0 16,1-1 80-16,-1-2 32 0,1 1 0 0,-1-1 0 15,1-1-96-15,-1 0 0 0,-6-9-16 0,11 13 0 16,-2-1-112-16,0-3-32 0,0-1 0 0,2 1 0 0,-1 2-64 15,2-2-16-15,-1-1 0 0,3 1 0 0,-1 0 32 0,0 1 0 16,0 1 0-16,1 1 0 0,0 1-48 0,3 1-128 16,2 0 192-16,-1 1-64 0,0-2-128 0,0 1 0 15,1-1 144-15,-1 0-144 0,0 0 0 0,2 0 0 16,-1 0 0-16,-1 1 128 0,-2-3-128 0,0 1 128 16,1-1-128-16,0 2 128 0,0-2 144 0,-2 1 48 15,3-2 0-15,-1 2 0 0,-1-1 0 0,1 3 16 16,-1-1 0-16,-1-2 0 0,1 1-160 0,0 1-48 15,0 1 0-15,3 2 0 0,-1-3-128 0,0 1 160 16,0 2-160-16,1-3 160 0,0 1-160 0,1 3 0 16,-1 0 0-16,1-1 0 0,-3 0 0 0,2 1 0 0,1-3 0 0,-2 3 0 15,1 1 0-15,-1-1 0 0,0 0 0 0,0 0 0 16,-1 0 0-16,1 1 208 0,-1-2-48 0,0 1-16 16,0 1-144-16,0-2 0 0,0-2 144 0,0 2-144 15,-1-1 128-15,-1 1-128 0,1-2 128 0,0 2-128 16,-1 0 0-16,2 1 0 0,2-1 0 0,1 3 128 15,-1 2-128-15,2-2 0 0,-1-1 0 0,3 3 0 16,0-3 0-16,1 3 0 0,-1-2 0 0,0 0 0 16,1 2 0-16,-1 0 128 0,1-2-128 0,-1 0 128 15,-2-1-128-15,0 0 128 0,0 2-128 0,-2-3 128 16,1-2 0-16,0 0 0 0,0 0 0 0,0-2 0 16,-2 4-128-16,0-4 128 0,1 2-128 0,2 0 128 15,1-2-128-15,1 3 0 0,-1 1 128 0,3 1-128 16,1 0 128-16,0 1-128 0,-1-2 160 0,1 0-160 0,0 1 256 15,0-1-64-15,-2 2 0 0,-2 1 0 0,-1-3-192 0,0 2 0 16,-3-3 0-16,1 1 0 0,1 0 0 0,0 0 0 16,0 0 0-16,0-1 0 0,-2-2 0 0,2 1 144 15,-1 0-144-15,2 0 128 0,0-3-128 0,1 1 0 16,0 2 0-16,3-1 0 0,-1 0 0 0,-1 2 128 16,1 0-128-16,-2 1 128 0,-1-1-128 0,1 1 0 15,1 0 144-15,-1 0-144 0,1 0 0 0,-1-1 0 16,0 1 0-16,-3-2 128 0,-2 0-128 0,2 2 0 15,-1 1 0-15,0-2 0 0,-1 2 0 0,0-1 0 16,-1-1 0-16,-1-1 128 0,0 1-128 0,0-1 0 16,1 1 0-16,1-3 128 0,1 1-128 0,-1 2 0 0,-1-4 0 15,-1 1 128-15,2-1-128 0,0-1 176 0,0 2-176 16,0-1 192-16,-1-1-192 0,-1 2 128 0,1-4-128 0,1 2 128 16,0 0 0-16,0 1-128 0,0 1 192 0,0-2-64 15,0 1-128-15,-2-3 0 0,-2 3 144 0,2 0-144 16,-2-2 160-16,0 3-32 0,-1-4-128 0,1 2 192 15,0-1-192-15,-2 1 144 0,0-1-144 0,1 0 128 16,-2 0-128-16,0 0 128 0,1 0-128 0,-1 2 128 16,-1-4-128-16,2 1 0 0,-1 2 0 0,1-1 0 15,-1 2 0-15,1-1 128 0,-1-1-128 0,2 0 0 16,0-1 0-16,1 2 0 0,-2-1 0 0,1 2 0 16,0-4 0-16,-1 2 128 0,3 0-128 0,-1 1 0 15,0-3 128-15,0-1-128 0,-2 3 0 0,2-1 128 16,-1-1-128-16,0-1 0 0,-2 0 144 0,2-1-144 15,1 2 0-15,0-1 128 0,-2-1-128 0,0 1 0 0,1-1 0 16,0 1 128-16,-2-2-128 0,1 0 0 0,-2 2 128 0,0-1-128 16,0 0 128-16,-1 0-128 0,-8-6 144 0,10 7-144 15,-1-2 192-15,-9-5-192 0,9 6 160 0,1 1-160 16,-3-1 128-16,1-2-128 0,0 1 0 0,0 1 128 16,0 0-128-16,-8-6 0 0,8 7 0 0,1-1 0 15,-3 1 0-15,-6-7 0 0,9 6 0 0,-1-1 0 16,-8-5 0-16,11 8 0 0,-4-4 0 0,-7-4 0 15,8 9 128-15,0-2-128 0,-8-7 0 0,8 8 0 16,-2-2 0-16,-6-6 0 0,8 7 128 0,0-1-128 16,-1 1 0-16,-7-7 128 0,6 6-128 0,2 1 0 15,-8-7 0-15,8 8 0 0,-8-8 0 0,8 7 128 0,-2 1-128 0,-6-8 0 16,7 8 0-16,-7-8 0 0,6 8 0 0,-6-8 0 16,0 0 0-16,9 8 0 0,-9-8 128 0,9 9-128 15,-1-3 0-15,-8-6 0 0,0 0 0 0,7 7 0 16,-7-7 0-16,0 0 0 0,5 8 0 0,-5-8 128 15,0 0-128-15,0 0 0 0,6 9 0 0,-6-9 0 16,6 8 0-16,-6-8 0 0,0 0 0 0,6 7 0 31,-6-7 0-31,8 8 0 0,-8-8 128 0,6 8-128 16,-6-8 0-16,0 0 0 0,10 7 144 0,-10-7-144 16,0 0 0-16,0 0 144 0,7 6-144 0,-7-6 0 15,0 0 128-15,7 8-128 0,-7-8 0 0,0 0 0 0,0 0 128 16,0 0-128-16,0 0 0 0,0 0 0 0,0 0 0 0,0 0 0 15,0 0 0-15,8 6 0 0,-8-6-160 0,0 0-32 16,0 0-16-16,0 0 0 16,0 0-1008-16,0 0-208 0,0 0-48 15,0 0-19648-15</inkml:trace>
  <inkml:trace contextRef="#ctx0" brushRef="#br0" timeOffset="61139.48">29451 12237 8287 0,'0'0'368'0,"0"0"80"0,0 0-448 0,0 0 0 0,0 0 0 0,0 0 0 16,0 0 2432-16,0 0 416 0,0 0 80 0,0 0 16 15,0 0-2176-15,0 0-416 0,0 0-96 0,0 0 0 16,0 0 0-16,0 0 0 0,0 0 0 0,0 0 0 16,0 0 272-16,0 0 64 0,0 0 16 0,0 0 0 15,0 0 256-15,0 0 48 0,0 0 16 0,0 0 0 16,0 0-32-16,0 0 0 0,0 0 0 0,0 0 0 15,0 0-304-15,0 0-64 0,0 0-16 0,0 0 0 16,0 0-96-16,0 0-32 0,0 0 0 0,-9 5 0 16,9-5 64-16,0 0 16 0,-1 7 0 0,-1-2 0 15,0 2 160-15,-1-1 16 0,2-2 16 0,-4 7 0 0,-1-1-144 0,2 2-48 16,0-3 0-16,1 3 0 0,-1 1-272 0,1 0-64 16,0 2-128-16,1-2 192 0,-1 0-192 0,1 2 0 15,0 0 0-15,1 4 0 0,0-1 0 0,-1-1 0 16,0 0 0-16,0 0 0 0,1 0 0 0,0 0 0 15,0 0 0-15,1-2 0 0,0 0 0 0,0-2 0 16,-2 0 0-16,2-2 0 0,0 0 0 0,0-11 0 16,-1 10 0-16,1-10 0 0,-1 11 0 0,1-11 0 15,0 0 0-15,0 10 0 0,0-10 0 0,0 0 0 16,0 0 0-16,0 0 0 0,0 0 160 0,0 0-160 16,0 0 160-16,0 0-160 0,0 0 0 0,0 0 0 0,0 0 0 15,0 0 0-15,0 0 0 0,0 0 0 0,9 0 0 16,-9 0 0-16,0 0 0 0,0 0 0 0,0 0 0 0,0 0 0 15,10-1 0-15,-10 1 0 0,0 0 0 0,0 0 0 16,0 0 0-16,0 0 0 0,0 0 0 0,0 0 0 16,11-1 128-16,-11 1 0 0,0 0-128 0,0 0 192 15,0 0-192-15,10-2 0 0,-10 2 128 0,0 0-128 16,0 0 0-16,12 0 0 0,-2 0 0 0,-10 0 0 16,13 3 0-16,-1-1 128 0,0 1-128 0,-1 0 0 15,1-1 0-15,1 2 0 0,2 1 0 0,-1-1 0 16,0 1 0-16,1 1 128 0,-2-1-128 0,1 0 0 15,0 0 128-15,1 1-128 0,-1-3 0 0,0 3 144 16,1-1-144-16,-1-4 0 0,0 2 0 0,-1-1 0 16,0-2 128-16,0 0-128 0,1 0 128 0,-1 0-128 15,-2 0 208-15,1-2-32 0,-2-1-16 0,0 2 0 0,-10 1 48 16,10-4 16-16,-10 4 0 0,9-3 0 0,-9 3 0 0,0 0 0 16,0 0 0-16,0 0 0 0,0 0-80 0,0 0-16 15,0 0 0-15,0 0 0 0,0 0-128 0,0 0 0 16,0 0 0-16,0 0 0 0,0 0 0 0,0 0 0 15,0 0 128-15,0 0-128 0,0 0 0 0,0 0 0 16,0 0 0-16,0 0 0 0,0 0 0 0,0 0 0 16,0 0 144-16,0 0-144 0,0 0 128 0,0 0-128 15,0 0 160-15,0 0-160 0,0 0 0 0,0 0 0 16,0 0 0-16,0 0 0 0,0 0 0 0,0 0-128 16,8-4 128-16,-8 4 0 0,0 0 0 0,8-6 0 15,-8 6 0-15,0 0 0 0,5-7 0 0,-5 7 144 0,0 0-144 16,4-6 192-16,-4 6-192 0,0 0 0 0,0 0 0 0,1-11 0 15,-1 11 0-15,0 0 0 0,0 0 0 0,0 0 0 16,0 0-160-16,0 0-16 0,0-9 0 0,0 9 0 31,0 0-1888-31,0 0-384 0,-2-10-80 0,2-2-16 0</inkml:trace>
  <inkml:trace contextRef="#ctx0" brushRef="#br0" timeOffset="61967.56">29497 12160 8463 0,'0'0'368'0,"0"0"80"0,0 0-448 0,0 0 0 0,0 0 0 0,0 0 0 16,0 0 912-16,0 0 96 0,0 0 16 0,0 0 0 15,0 0 32-15,0 0 16 0,-4-6 0 0,4 6 0 16,0 0-128-16,0 0-32 0,0 0 0 0,-8-3 0 16,8 3-192-16,0 0-32 0,0 0-16 0,-8 2 0 15,8-2-400-15,0 0-80 0,0 0 0 0,-9 5-16 16,9-5-176-16,-8 4 0 0,8-4 144 0,0 0-144 31,-9 5-336-31,9-5-144 0,-8 5-32 0,8-5-5840 0,-9 5-1184 0</inkml:trace>
  <inkml:trace contextRef="#ctx0" brushRef="#br0" timeOffset="62922.9">29404 12172 8287 0,'0'0'736'0,"0"0"-592"0,0 0-144 0,0 0 0 0,0 0 1952 0,0 0 352 31,0 0 80-31,0 0 16 0,0 0-1424 0,0 0-272 16,0 0-64-16,0 0-16 0,0 0-176 0,0 0-48 16,0 0 0-16,0 0 0 0,0 0 416 0,0 0 80 15,0 0 0-15,0 0 16 0,0 0-64 0,0 0-16 16,-9 1 0-16,9-1 0 0,0 0-128 0,0 0-16 16,0 0-16-16,0 0 0 0,0 0-224 0,0 0-32 0,0 0-16 15,0 0 0-15,0 0-80 0,0 0-32 0,0 0 0 0,-4 11 0 16,1-1 288-16,3-10 64 0,-1 12 16 0,1 0 0 15,0-3 96-15,0 3 16 0,0-1 0 0,0 2 0 16,-1 0-240-16,-1 0-32 0,2 2-16 0,-1-5 0 16,0 3-256-16,0 0-48 0,-1 0-16 0,1 0 0 15,0 2-160-15,-1-2 0 0,1-2 0 0,1 4 0 16,1-2 0-16,-1 2 0 0,-1 2 128 0,0-1-128 16,-1-2 0-16,2 1 128 0,0-1-128 0,0 0 128 15,0-2-128-15,0 1 0 0,0 3-160 0,0-6 160 16,2-1 0-16,-1 2 0 0,-1-11 0 0,1 9 0 15,-1-9 0-15,0 0 0 0,0 0 0 0,3 10 0 16,-3-10 160-16,0 0-32 0,0 0 0 0,0 0 0 16,0 0-128-16,0 0 0 0,0 0 144 0,0 0-144 0,0 0 128 15,0 0-128-15,0 0 128 0,0 0-128 0,0 0 0 0,0 0 0 16,0 0 0-16,9 0 0 0,-9 0 0 0,0 0 144 16,0 0-144-16,0 0 0 0,0 0 0 0,0 0 0 15,0 0-192-15,0 0 48 0,0 0 144 0,0 0 0 16,0 0 0-16,0 0 0 0,0 0 0 0,0 0-160 15,0 0 160-15,0 0-160 0,0 0 160 0,0 0 0 16,0 0 0-16,0 0 0 0,0 0 0 0,0 0 0 16,0 0 0-16,0 0 0 0,0 0 0 0,0 0 0 15,0 0 0-15,0 0 0 0,0 0 0 0,0 0 0 16,11-2 0-16,-11 2 0 0,0 0 0 0,0 0 0 16,0 0 0-16,0 0 0 0,11-2 0 0,-11 2 144 15,0 0-144-15,12 2 0 0,-12-2 192 0,12 2-192 0,-12-2 192 0,13 4-192 16,-2-1 256-16,1 0-64 0,-1-1-16 0,-1 2 0 15,1 0 16-15,0 0 0 0,0-3 0 0,0 2 0 16,0-1-192-16,1 2 0 0,-2-1 0 0,3 1 128 16,-3 1-128-16,2 0 0 0,1-1 0 0,2 1 128 15,-2-2 0-15,0 1 0 0,0-3 0 0,0 2 0 16,0-1 64-16,0-2 0 0,0 0 0 0,0-2 0 16,1-1 16-16,1 2 16 0,0-3 0 0,1 1 0 15,1-3-48-15,-2 2-16 0,1 0 0 0,0 0 0 16,-1 2-160-16,0 0 0 0,-2 1 0 0,0 1 0 15,0 0 0-15,-1 0 128 0,-12 0-128 0,10 3 0 16,-10-3 0-16,12 3 0 0,-12-3 0 0,10 4 0 16,-10-4 0-16,11 4 0 0,-11-4 0 0,10 5 0 15,-10-5 0-15,9 4 0 0,-9-4 0 0,11 4 0 16,-11-4 0-16,0 0 0 0,9 5 0 0,-9-5 0 0,0 0 0 0,10 6 0 16,-10-6 0-16,0 0 0 0,9 6 0 0,-9-6 0 15,0 0 0-15,8 8 0 0,-1-1 0 0,-7-7 0 16,0 0 0-16,0 0 0 0,6 7 0 0,-6-7 0 15,0 0 0-15,0 0 0 0,0 0 160 0,0 0-160 16,0 0 192-16,0 0-192 0,0 0 240 0,0 0-64 16,0 0-16-16,0 0 0 0,0 0-160 0,0 0 0 15,0 0 0-15,0 0 0 0,0 0 0 0,0 0 0 16,0 0 0-16,0 0 0 0,0 0 0 0,0 0 0 16,0 0 0-16,0 0 0 15,0 0-1872-15,-6-5-304 0,-1-4-64 0</inkml:trace>
  <inkml:trace contextRef="#ctx0" brushRef="#br0" timeOffset="70422.35">29477 12581 4607 0,'0'0'400'0,"0"0"-400"0,0 0 0 0,0 0 0 0,0 0 2368 0,0 0 384 0,0 0 64 0,0 0 32 15,0 0-1168-15,0 0-224 0,0 0-48 0,0 0-16 16,-10-2-688-16,10 2-128 0,0 0-16 0,0 0-16 16,0 0-80-16,0 0-16 0,0 0 0 0,0 0 0 15,0 0 192-15,0 0 48 0,0 0 0 0,0 0 0 16,0 0 176-16,0 0 32 0,-6 1 16 0,6-1 0 15,0 0-176-15,-5 1-32 0,1 1-16 0,4-2 0 16,0 0-240-16,-4 2-32 0,-5 2-16 0,9-4 0 16,0 0-192-16,-6 7-32 0,-1-1-16 0,7-6 0 15,0 0-160-15,-9 7 192 0,1-1-192 0,8-6 192 16,-10 4-64-16,2 0 0 0,8-4 0 0,-9 5 0 16,1-1 80-16,8-4 16 0,-10 7 0 0,10-7 0 15,-8 5 96-15,8-5 32 0,0 0 0 0,0 0 0 16,0 0-96-16,0 0-32 0,0 0 0 0,0 0 0 15,0 0 0-15,0 0 0 0,0 0 0 0,0 0 0 0,0 0 32 0,0 0 0 16,0 0 0-16,0 0 0 16,0 0 0-16,12 5 16 0,-2-1 0 0,2-1 0 15,-2-1-80-15,2 0 0 0,0-1-16 0,1 3 0 0,1-4-48 0,0 3 0 0,2-1 0 0,0 1 0 16,1 1 64-16,0 0 16 0,-2 1 0 0,-1-1 0 16,1 1 32-16,0-3 0 0,1 2 0 0,-2 0 0 15,1 0-96-15,-1 0-16 0,0 0 0 0,1 0 0 16,-1-1-128-16,2-2 0 0,-1 0 0 0,1 0 0 15,0-1 144-15,2 0-144 0,2 0 160 0,-1 0-160 16,-1 0 160-16,1 0-160 0,-1 0 160 0,0 2-160 16,-1-4 128-16,-1 1-128 0,-1 0 0 0,0 0 0 15,-1-1 0-15,0 1 128 0,-1 0-128 0,2 1 0 16,-4-2 0-16,3 1 0 0,-1 0 0 0,-2-1 0 16,0 1 0-16,-1 0 128 0,-10 1-128 0,12-1 0 15,-2-1 0-15,-10 2 0 0,11-1 0 0,-2-2 0 16,-9 3 192-16,0 0-64 0,10-1-128 0,-10 1 192 15,11-3-192 1,-11 3 0-16,0 0 0 0,9-2 0 0,-9 2 0 0,0 0 0 16,0 0 0-16,0 0 0 0,0 0 0 0,0 0 0 15,0 0 0-15,0 0 0 0,0 0 0 0,0 0 0 16,0 0 0-16,0 0 0 0,0 0 176 0,0 0-176 16,0 0 192-16,0 0-192 0,0 0 160 0,0 0-160 15,0 0 128-15,0 0-128 0,0 0 0 0,0 0 0 16,0 0 128-16,0 0-128 0,-12-3 0 0,12 3 0 15,-12-1 0-15,12 1 0 0,-10-4 0 0,2 3 0 16,8 1 0-16,-10-2 0 0,1 2 128 0,-1-2-128 0,1 0 0 16,0 1 128-16,0 0-128 0,-1 0 0 0,-3-2 0 0,1 0 0 15,0 1 0-15,-1 0 0 0,-1 1 0 0,-1 1 0 16,2-1 0-16,0 0 0 0,0-1 0 0,2 2 0 16,-1-1 0-16,0 1 0 0,0 0 0 0,2-3-176 15,1 3 176-15,0 0 0 0,-3-1 0 0,2 1 0 16,0-1 0-16,1 1 0 0,9 0 0 0,-9-2 128 15,9 2-128-15,-9 0 0 0,0 0 0 0,9 0 0 16,0 0 0-16,0 0 0 0,-9-2 0 0,9 2 0 16,0 0 0-16,0 0 0 0,0 0 0 0,0 0 128 15,0 0-128-15,0 0 0 0,0 0 0 0,0 0 0 16,0 0 0-16,0 0 0 0,0 0 0 0,0 0 0 16,0 0 0-16,0 0-128 0,0 0 0 0,0 0 0 31,0 0-1408-31,0 0-288 0,0 0-48 0,0 0-16336 0</inkml:trace>
  <inkml:trace contextRef="#ctx0" brushRef="#br0" timeOffset="92712.93">32013 14186 16527 0,'0'0'720'0,"0"0"176"0,0 0-720 0,-9-5-176 0,1 4 0 0,8 1 0 16,-11 0 1456-16,2 0 256 0,0 2 48 0,0 2 16 16,0 3-400-16,0-1-80 0,-2 5-16 0,2 2 0 15,0 2-544-15,5-4-112 0,0 2-32 0,2 0 0 16,-1-1-320-16,0-1-64 0,2 2-16 0,1-1 0 15,3-1 208-15,3 4 48 0,2-2 0 0,1-5 0 0,0-5 240 0,4-3 48 16,3-3 16-16,1-1 0 0,-3-1-368 0,2-1-64 16,0-2 0-16,-1 0-16 15,0-3-112-15,-2 2 0 0,-2 0-16 0,-2 1 0 0,-3 2 16 0,-6 6 0 16,2-12 0-16,-3 4 0 0,1 8-64 0,-4-8 0 16,-4 3 0-16,-1 1 0 0,-1 0 80 0,-1 3 16 15,-2 0 0-15,0 2 0 0,-1-1-32 0,2 5 0 16,0 2 0-16,1 1 0 0,-2 2-192 0,2 3-128 15,3-1 128-15,2 0-208 0,1-1 208 0,2 0 0 16,3-2 0-16,0-9-144 0,4 9 144 0,2-1 176 16,2-2-48-16,3-4 0 0,2-2 192 0,0-2 16 0,-1-2 16 15,1-1 0-15,1-1-128 0,-1-1-32 0,-1 1 0 0,-1-1 0 16,0-1-64-16,-3 2-128 0,-8 6 176 0,6-8-176 16,-6 8 160-16,4-9-160 0,-4 9 128 0,-3-9-128 15,0 1 144-15,-3 1-144 0,-1 2 160 0,-1 1-160 16,0 2 0-16,-1 0 0 0,0-2 0 0,1 3 0 31,8 1-1024-31,0 0-288 0,-9-1-64 0,9 1-15824 0</inkml:trace>
  <inkml:trace contextRef="#ctx0" brushRef="#br0" timeOffset="94328.45">28036 10945 10703 0,'0'0'464'0,"0"0"112"0,-7-1-448 0,7 1-128 0,-11-3 0 0,2-2 0 16,0 1 1120-16,9 4 208 0,-7-4 32 0,7 4 16 15,-6-5-288-15,6 5-64 0,0 0-16 0,-9-4 0 16,2 0-240-16,7 4-64 0,-8-1 0 0,8 1 0 16,0 0-320-16,-9 0-64 0,1 3 0 0,8-3-16 15,-6 6-128-15,-2 1-32 0,8-7 0 0,-5 11 0 16,5-11-144-16,-1 11 0 0,1-11 144 0,2 13-144 15,2-3 0-15,-4-10 144 0,7 11-144 0,-7-11 0 16,13 6 240-16,0-2-64 0,1-1-16 0,0-3 0 16,1-2 48-16,-1 0 16 0,0-2 0 0,-1 0 0 15,-1-1-96-15,0 1 0 0,-2-3-128 0,-2 2 192 0,-1-1-48 16,-7 6-16-16,8-8 0 0,-8 8 0 0,5-11-128 0,-3 2 0 16,-2 9 0-16,0-9 0 0,0 9 0 0,-5-9 0 15,-1 1 0-15,6 8 0 0,-12-4 0 0,1 0 0 16,0 2 0-16,-1 4 0 0,0 1 0 0,2 2 0 15,-2 0-160-15,0 2 160 0,1 1-128 0,0 1 128 16,-1 0 0-16,5 1-144 0,1 2 144 0,4 0 0 16,2-12 0-16,0 0 0 0,0 9 0 0,0-9 0 15,6 12 0-15,-6-12 0 0,8 9 256 0,-8-9 16 16,11 2 16-16,-1 0 0 0,-10-2 144 0,12-2 16 16,-2 0 16-16,-1-1 0 0,-9 3-128 0,11-4-16 0,-11 4-16 0,0 0 0 15,9-4-176-15,-9 4-128 16,0 0 192-16,0 0-192 0,0 0 128 0,0 0-128 0,0 0 0 0,0 0 0 15,-4 12 0-15,0 0 0 0,-1-6 0 0,-2 2 0 16,-1 1 0-16,1-2 0 0,-2 2 128 0,1 0-128 16,0-1 0-16,0 0 0 0,0 1 0 0,8-9 0 15,0 0 224-15,-6 6-64 0,6-6-16 0,0 0 0 16,0 0 96-16,0 0 16 0,0 0 0 0,0 0 0 16,0 0 0-16,0 0 0 0,-9 0 0 0,9 0 0 15,0 0-128-15,-8-2-128 16,8 2 176-16,0 0-176 0,-8-4 0 0,8 4 0 15,0 0 0-15,0 0 0 16,0 0-2176-16,0 0-400 0</inkml:trace>
  <inkml:trace contextRef="#ctx0" brushRef="#br0" timeOffset="96641.37">31062 14743 11055 0,'0'0'480'0,"0"0"112"0,0 0-464 0,0 0-128 16,0 0 0-16,0 0 0 15,0 0 3360-15,0 0 656 0,-14 0 128 0,14 0 16 16,-6-4-2320-16,-4 3-480 0,1 1-80 0,-1 2-32 15,-3 1-464-15,-2 0-80 0,1 2-32 0,-2 1 0 16,1 3-288-16,2 2-48 0,1-1-16 0,2 2 0 16,-2 0 64-16,3 1 0 0,1 0 0 0,4 0 0 15,3 0 32-15,3 0 16 0,2 0 0 0,3 0 0 0,-1-2-96 0,3-1-16 16,3-1 0-16,2-1 0 16,1 0-32-16,0-2-16 0,1 2 0 0,0-1 0 0,-2-1-272 0,-1 1 128 15,-2-2-128-15,-4 1 0 0,0 1 128 16,-7-7-128-16,3 12 0 0,-5-6 0 0,-2 2 0 0,-2 2 0 15,-5 2 128-15,0-3-128 0,-4 2 0 0,1-1 0 16,-2 1-176-16,1-2 176 16,0-2-528-16,2 0 0 0,3-2 0 0,1-1 0 15,0-1-432-15,9-3-64 0,-10 4-32 0,10-4 0 16,0 0-1504-16,0 0-320 0,-3-13-48 0</inkml:trace>
  <inkml:trace contextRef="#ctx0" brushRef="#br0" timeOffset="97064.74">31220 14441 23951 0,'0'0'2128'0,"7"10"-1696"0,-1 3-432 0,-1 4 0 15,-2 1 1088-15,0 4 128 0,-2 4 16 0,-2 4 16 16,-2 0-416-16,-1 0-96 0,-1 4-16 0,-2 4 0 16,0 3 256-16,1-1 48 0,2-1 16 0,-1 0 0 15,0-1-592-15,0-3-112 0,0-4-16 0,1-3-16 0,0-6-48 0,1-2 0 16,3-5 0-16,0-2 0 0,0-2 128 16,0-11 0-16,0 0 16 0,0 0 0 0,0 0-96 0,0 0-32 15,0 0 0-15,8-6 0 0,1-1-32 0,0-2-16 16,-1-6 0-16,1 0 0 0,0-2-224 0,0-4 144 15,-1 1-144-15,-1 3 128 0,-1 2-128 0,-1 2 0 16,1 1-160-16,-6 12 160 0,0 0-192 0,0 0 192 16,0 0-208-16,0 0 80 0,5 13 0 0,-3 4 0 15,-2 2 0-15,-1 1 0 0,0-2 128 0,1 0 0 16,-1-2 0-16,-1 0 0 0,0-1 256 0,3 1-32 16,0-3 0-16,1 0 0 0,-1-3-64 0,-1-10-16 15,5 11 0-15,-5-11 0 0,9 5-144 0,-9-5-256 0,12 0 64 0,0-6-11712 31,-2-4-2368-31</inkml:trace>
  <inkml:trace contextRef="#ctx0" brushRef="#br0" timeOffset="97316.56">31424 14975 15663 0,'-10'16'1392'0,"6"-5"-1120"0,-1 1-272 0,1 0 0 15,3 1 1712-15,0-1 272 0,-1-2 64 0,2-10 16 16,0 0-240-16,8 8-48 0,3-3-16 0,-1-5 0 15,2-2-384-15,2-4-80 0,2-1-16 0,2-3 0 16,0 3-544-16,1-5-112 0,-2 0-32 0,-3 0 0 0,-2-1-192 0,-2-1-32 16,-2 4-16-16,-3-2 0 0,-4 1-80 0,-2 1-16 15,-2 0 0-15,-2 0 0 0,-3 1-96 0,-3 1-32 16,-2 2 0-16,-2-1 0 0,1 4-128 0,0-1 0 16,-2 2-160-16,2 5 160 15,1 1-560-15,2 1-16 0,3 2 0 0,2-1 0 16,6-6-1696-16,-4 9-352 0,4-9-64 0,0 0-10816 0</inkml:trace>
  <inkml:trace contextRef="#ctx0" brushRef="#br0" timeOffset="97604.27">31692 14914 13823 0,'0'0'1216'0,"3"12"-960"0,-2-3-256 0,2 4 0 15,0 1 2304-15,-1 2 400 0,-1-1 96 0,0 1 16 16,-1 0-1888-16,0 1-368 0,0-4-80 0,-1 1-16 16,0-1-224-16,1-1-48 0,1-1-16 0,2-3 0 15,-3-8-176-15,0 0 128 0,0 0-128 0,0 0 128 16,0 0 592-16,0 0 112 0,9-2 32 0,0-4 0 16,0-4 512-16,2 0 96 0,-1-5 32 0,0 2 0 0,2-2-544 0,0-5-128 15,0 0 0-15,1 1-16 0,0-2-368 0,-2 1-64 0,2 4 0 0,-1-1-16 16,0 1-368-16,0 6 144 0,-2-1-144 0,0 5 0 47,-2-1-224-47,-8 7-160 0,8-4-16 0,-8 4-16 0,0 0-3072 0,11-2-608 0</inkml:trace>
  <inkml:trace contextRef="#ctx0" brushRef="#br0" timeOffset="97979.23">32144 14700 9215 0,'0'0'400'0,"10"-7"96"0,-3 1-496 0,1 1 0 15,-8 5 0-15,9-5 0 0,-9 5 5872 0,0 0 1072 16,0 0 224-16,0 0 32 0,0 0-4384 0,4 10-864 16,-5 3-176-16,-3-1-48 0,-2 1-752 0,-2 5-144 15,-3 5-48-15,0 1 0 0,-2 2-448 0,-1 1-80 16,3 2-32-16,-1 2 0 0,0 2-96 0,2-3 0 16,1-1-128-16,2-2 192 0,5-1-192 0,-1-1 0 15,2-4 0-15,2-3 0 0,2-2 0 0,2-2 0 16,1-1 0-16,2-3 144 0,0-2-304 0,0 0-64 15,-8-8-16-15,8 4 0 16,-8-4-1616-16,0 0-320 0,0 0-64 0,9-5-15360 0</inkml:trace>
  <inkml:trace contextRef="#ctx0" brushRef="#br0" timeOffset="98119.85">31933 14933 33519 0,'0'0'1472'0,"0"0"320"0,12-5-1424 0,1 0-368 0,1 0 0 0,3 1 0 15,3 0 1712-15,1 1 272 0,0 1 48 0,1 0 16 16,0 1-1072-16,1 1-208 0,0-3-32 0,1 2-16 31,1 0-1088-31,-3 0-208 0,-1 1-64 0,-1 0-18048 0</inkml:trace>
  <inkml:trace contextRef="#ctx0" brushRef="#br0" timeOffset="100023.06">28248 10778 17679 0,'0'0'768'0,"0"0"192"0,0 0-768 0,0 0-192 0,0 0 0 0,0 0 0 0,0 0 1488 15,0 0 272-15,0 0 48 0,0 0 16 0,0 0-544 0,0 0-128 16,-12-2 0-16,12 2-16 16,-9 8-496-16,1 1-112 0,3 1-16 0,-2 3 0 15,1 0-288-15,0 7-64 0,3-2-16 0,0 2 0 16,0-5 16-16,3 0 0 0,3-2 0 0,1-2 0 0,-4-11 160 0,10 6 16 16,2-1 16-16,2-3 0 0,1-2 48 0,0-3 16 15,4-4 0-15,-1-1 0 0,0 0-16 0,-1-5 0 16,-1 0 0-16,-1 0 0 0,0 2-144 0,-4-3-48 15,-1 3 0-15,-1-1 0 0,-4 0-80 0,-2 3 0 0,-3 9-128 0,-4-12 192 16,-3 2-64-16,-1 2 0 0,-2 2-128 0,-1 0 192 16,-2 4-192-16,0-2 0 0,0 1 0 15,2 3 0 1,-1-2-272-16,3 4-160 0,0-2-16 0,9 0-16 16,-10 3-2176-16,10-3-432 0</inkml:trace>
  <inkml:trace contextRef="#ctx0" brushRef="#br0" timeOffset="100274.46">28511 10755 11055 0,'0'0'480'0,"0"0"112"0,0 0-464 16,0 0-128-16,0 0 0 0,0 0 0 0,0 0 2992 0,0 0 576 0,7 12 112 0,-2-1 32 0,0 1-2320 0,-1 1-464 15,-2 0-96-15,1 2 0 0,-2 0-320 0,-1 2-48 16,0 1-16-16,-1 1 0 0,0-1-176 0,-1 0-32 16,1 0-16-16,0-1 0 0,-2-1-224 0,1 1 0 15,-1 0 0-15,0-1 0 16,1-2-1248-16,-2-4-352 0,0-1-64 0,4-9-6160 16,0 0-1248-16</inkml:trace>
  <inkml:trace contextRef="#ctx0" brushRef="#br0" timeOffset="100493.19">28541 10764 13823 0,'13'-10'1216'0,"-3"4"-960"0,2 0-256 0,1 1 0 16,0 1 2608-16,2-3 464 0,0 2 112 0,0 1 16 15,-1 2-1152-15,-1-1-240 0,-1 2-32 0,-12 1-16 16,11 1-1136-16,-11-1-240 0,10 6-32 0,-10-6-16 15,0 12-80-15,-3 0-32 0,-1 0 0 0,-2-1 0 16,-4 1-80-16,1 0-16 0,-1 1 0 0,-2 0 0 16,0-1-368-16,2 1-80 0,1-2 0 0,-2 0-14528 15</inkml:trace>
  <inkml:trace contextRef="#ctx0" brushRef="#br0" timeOffset="100961.88">28753 10827 8287 0,'0'0'368'0,"0"0"80"0,0 0-448 0,0 0 0 0,0 0 0 0,0 0 0 16,0 0 3728-16,0 0 672 0,0 0 128 0,15-2 16 15,2-2-2608-15,0-1-528 0,1 1-96 0,-1-2-32 16,-1-5-128-16,-1 2-48 0,1-1 0 0,1-1 0 16,-3 1-208-16,-1 1-32 0,-2-3-16 0,-2 2 0 15,-1 1-224-15,-3 1-48 0,0 0-16 0,-5 8 0 16,0-9-208-16,0 9-32 0,-3-11-16 0,-1 4 0 15,-1-1-112-15,-1 4 0 0,-5-1-16 0,1 3 0 16,-1-2-176-16,0 3 192 0,-4-2-192 0,2 3 192 16,2 3-192-16,-1 0 0 0,-1 2 0 0,1 3 128 15,0 2-128-15,2 3 0 0,1 3-160 0,4-2 160 16,1 2-144-16,2-1 144 0,2 1-128 0,3-2 128 16,2-1 0-16,3-1-160 0,4-1 160 0,1-2 0 15,1-1-240-15,4-2 64 0,1-1 16 0,0-2 0 16,-1 1-240-16,2-4-48 0,2 0-16 15,-2 1 0-15,-2-2-496 0,0-2-112 0,3-1-16 0,-4 0-9408 16,-1-2-1872-16</inkml:trace>
  <inkml:trace contextRef="#ctx0" brushRef="#br0" timeOffset="101336.85">29242 10574 23775 0,'0'0'1056'0,"0"9"224"0,-2 1-1024 0,-1 2-256 16,1 0 0-16,-1 1 0 0,-1-1 1536 0,1 3 272 0,0 1 48 0,-1 2 16 16,0 0-1040-16,1 1-224 0,-1-4-32 0,0 0-16 15,0-2-352-15,2 0-64 0,-1-4-16 0,3-9 0 16,0 0 16-16,-1 9 0 0,1-9 0 0,0 0 0 16,0 0 224-16,0 0 32 0,0 0 16 0,0 0 0 15,10-3 112-15,1-3 32 0,-1-3 0 0,3-4 0 16,3-2-320-16,-1-2-64 0,0-4-16 0,0-1 0 15,4 1-160-15,0 2 0 0,1-1 0 0,1 2 128 16,-2 1-128-16,-1 4 0 0,-3 3 144 0,-1 6-144 16,-1 1 480-16,-2 6 32 0,-11-3 0 0,10 13 0 15,-2 2-16-15,-2 4 0 0,-2 2 0 0,2-1 0 16,-3 3-64-16,3-3-16 0,-2 0 0 0,1-2 0 16,0-1-32-16,2-1 0 0,0-7 0 0,1 0 0 15,0-1-144-15,1-4-48 0,3-2 0 0,0-2 0 16,1-1-784-16,1 0-176 15,2-7-16-15,-1-4-18464 0</inkml:trace>
  <inkml:trace contextRef="#ctx0" brushRef="#br0" timeOffset="113375.14">29661 12668 8799 0,'0'0'384'0,"0"0"96"0,0 0-480 0,0 0 0 0,0 0 0 0,0 0 0 0,-4 9 1008 0,4-9 96 16,0 0 32-16,0 0 0 0,0 0-448 0,0 0-96 16,0 0-16-16,-8 5 0 0,8-5 64 0,0 0 16 15,0 0 0-15,0 0 0 0,0 0-16 0,0 0-16 16,0 0 0-16,0 0 0 0,-10 1 80 0,10-1 32 16,0 0 0-16,0 0 0 0,0 0-32 0,0 0-16 15,0 0 0-15,0 0 0 0,-4-9-112 0,4 9 0 16,0 0-16-16,2-12 0 0,1 2-112 0,1-3 0 15,2 2-16-15,1-2 0 0,1-2 80 0,1 0 0 0,1-3 16 0,1 1 0 16,-1-1-16-16,3-2 0 16,2-2 0-16,2-1 0 0,-1-1-64 0,3 1-32 0,-1-5 0 0,3-2 0 15,2-2-144-15,3-1-16 0,3-2-16 0,2-1 0 16,2-5-240-16,2 1 144 0,0-2-144 0,3 2 128 16,0-3-128-16,-2 0 0 0,1-2 0 0,1 3 0 15,1 2 0-15,-1 1 0 0,-2 0 0 0,1 5 0 16,-1 3 0-16,-5 5 0 0,-2 1 0 0,-3 7 0 15,-2 1 0-15,-6 5 0 0,-4 4 0 0,-2 2 0 16,-3-1 0-16,-9 7 0 0,0 0 0 0,0 0 0 16,0 0-240-16,0 0-16 0,0 0-16 0,0 0 0 31,0 0-1696-31,0 0-336 0,11-5-64 0</inkml:trace>
  <inkml:trace contextRef="#ctx0" brushRef="#br0" timeOffset="114431.46">31047 11230 13823 0,'0'0'608'0,"5"-8"128"0,-5 8-592 0,6-6-144 0,-6 6 0 0,0 0 0 15,0 0 3248-15,0 0 608 0,0 0 128 0,0 0 32 16,0 0-2208-16,0 0-432 0,0 0-96 0,6 12 0 15,-4 4-448-15,1 2-64 0,-3 3-32 0,0-1 0 0,-1 3-208 0,-3 0-32 16,-2 6-16-16,3 1 0 0,-3 1-240 0,0 3-48 16,-3 1-16-16,0 2 0 0,2-2-176 0,-1-2 0 15,-1-2 0-15,3-5 0 0,0-2 0 0,1-1 0 16,0-5 0-16,0 1 0 16,1-6-1152-16,0 0-304 0,0-2-64 0,4-11-16 15,0 0-1248-15,0 0-256 0,0 0-48 0,0 0-16 0</inkml:trace>
  <inkml:trace contextRef="#ctx0" brushRef="#br0" timeOffset="114910.22">31090 11194 21183 0,'0'-19'944'0,"2"6"192"0,4-4-912 0,0-1-224 16,2-1 0-16,2 2 0 0,2 3 1792 0,1 0 304 15,3-1 64-15,2 4 16 0,0 1-784 0,2 4-160 16,2 3-16-16,0 3-16 0,-1 3-400 0,0 1-80 16,-2 1-16-16,1 3 0 0,-2 1-224 0,0 1-48 15,-2 1-16-15,-3 2 0 0,-5-3-48 0,-3 3-16 16,-1 3 0-16,-3 2 0 0,-2 2 16 0,-3 2 0 0,-5 1 0 16,-3 1 0-16,-3 2 16 0,-2 0 0 0,0 1 0 0,0-1 0 15,-1 1-192-15,-2-3-48 0,-2 1 0 0,0-1 0 16,1-4-144-16,3 1 0 0,-2-2 144 0,-1-5-144 15,-2-1 0-15,-1-1 128 0,3-2-128 0,2 1 0 16,-1-5 0-16,2-3 0 0,1-3 0 0,3-2 128 16,2-2-128-16,0 1 0 0,3-5 0 0,3-1 0 15,2-3 0-15,2 1 0 0,2 4 0 0,4-3 0 16,3 3 0-16,1 1 0 0,-8 6 0 0,14-1 0 16,2 1 0-16,1 5 0 0,1 2 0 0,0 3 0 15,2 2 0-15,-2 5 0 0,0 3 0 0,0 0 0 16,-2 3 0-16,-2 1 0 0,-2 1 0 0,1 1 0 15,0-2 0-15,2-1 128 0,-2-3-128 0,1-1 0 16,-1 1 144-16,0-5-144 0,-1 0 192 0,-2-4-192 0,-1 0 224 16,0 1-64-16,-2-5-16 0,-1 1 0 0,-6-8-144 0,8 7 0 15,-8-7 0-15,0 0 0 16,0 0-1040-16,11 5-240 0,-11-5-64 0,0 0 0 16,0 0-1616-16,11-3-336 0,-1 0-64 15</inkml:trace>
  <inkml:trace contextRef="#ctx0" brushRef="#br0" timeOffset="120354.12">26956 16879 11967 0,'0'0'1072'0,"0"0"-864"16,0 0-208-16,-11 0 0 0,11 0 1952 0,0 0 352 15,0 0 64-15,-10-2 0 0,10 2-672 0,0 0-144 16,0 0-16-16,0 0-16 0,0 0-176 0,0 0-16 16,0 0-16-16,0 0 0 0,5-9-192 0,3 3-32 0,4 2-16 0,6 1 0 15,4 2-16-15,7-1 0 0,5 1 0 0,6-4 0 16,7 1-144-16,4-3-16 0,4 0-16 0,-5 0 0 16,-4-2-240-16,-3 1-32 0,-5 2-16 0,-3 0 0 15,-4 1-336-15,-2 3-80 0,-2-4-16 0,-2 5 0 16,-4-1-160-16,-4 2 0 0,-5 0 0 0,-12 0 128 31,11 0-496-31,-11 0-96 0,0 0-32 0,0 0 0 16,0 0-2928-16,0 0-592 0</inkml:trace>
  <inkml:trace contextRef="#ctx0" brushRef="#br0" timeOffset="120588.43">27417 16789 19343 0,'0'0'848'0,"-5"9"192"0,0 1-832 0,0 3-208 0,-1 1 0 0,2 9 0 0,-1 0 2944 0,0 6 560 15,-2 3 96-15,0 6 32 0,-4 1-2224 0,2 2-448 16,-1-1-96-16,-1 1-16 0,1-1-80 0,1-1-32 16,0-1 0-16,-1 0 0 0,4-3-352 0,1-4-64 15,-1-3 0-15,4-5-16 0,1-1-304 0,-2-4 0 16,3-3 0-16,1-5 0 15,-1-10-1376-15,0 0-336 0,0 0-64 0</inkml:trace>
  <inkml:trace contextRef="#ctx0" brushRef="#br0" timeOffset="121104.06">27551 17083 11055 0,'0'0'976'0,"0"0"-784"0,0 0-192 0,0 0 0 0,0 0 3552 0,-1 13 672 16,-1-1 128-16,-1 4 16 0,-1 2-3152 0,0 3-640 16,0 0-128-16,0 1-32 0,0-3 112 0,2 1 32 15,2-3 0-15,0-3 0 0,0-2-32 0,2-2 0 16,-2-10 0-16,8 8 0 0,-8-8-176 0,11 3-32 16,0-5-16-16,1-3 0 0,0-4-48 0,1-3-16 15,4-1 0-15,-2 0 0 0,-1-5-48 0,-1 1-16 16,-2 0 0-16,0 3 0 0,-1 1-176 0,-3 1 0 15,2 4 0-15,-9 8 0 0,8-9-160 0,-8 9-64 16,0 0-16-16,0 0 0 0,0 0-112 0,5 11-32 16,-3 0 0-16,0 1 0 0,-2 0 240 0,2 1 144 15,-2-13-192-15,6 9 192 0,-6-9 176 0,9 8 144 0,0-2 16 16,3-3 16-16,1-6 224 0,0-1 32 0,0-2 16 0,0-3 0 16,0-2-48-16,0 1 0 0,1 1 0 0,-1-2 0 15,0-2-304-15,-2 1-64 0,-5 1-16 0,1 0 0 16,-2 0-192-16,-3 0 128 0,0 2-128 0,-2 9 0 15,-2-8-192-15,2 8-128 0,0 0-16 0,0 0-16 32,0 0-1888-32,0 0-368 0,0 0-80 0,0 0-11248 0</inkml:trace>
  <inkml:trace contextRef="#ctx0" brushRef="#br0" timeOffset="121338.38">28063 17139 8287 0,'0'0'736'16,"0"12"-592"-16,0 0-144 0,1 1 0 15,-1-13 3664-15,2 11 704 0,1 1 144 0,-3-12 32 0,0 0-2256 0,9 7-448 16,-9-7-96-16,0 0-16 0,13 0-336 0,0-3-80 16,-1-1-16-16,0-4 0 0,-2-1-496 0,1 0-96 15,-2 0-32-15,-4 1 0 0,-5 8-304 0,5-9-64 16,-5 9-16-16,1-9 0 0,-4 4-96 0,3 5-32 16,-7-7 0-16,-2 5 0 0,-3 0-160 0,0 2 160 15,1 2-160-15,-1 0 160 0,2 1-416 0,0 1-96 16,3 1-16-16,7-5 0 15,0 0-2448-15,0 0-480 0</inkml:trace>
  <inkml:trace contextRef="#ctx0" brushRef="#br0" timeOffset="122590.65">28850 16906 18431 0,'0'0'1632'0,"0"0"-1312"16,0 0-320-16,0 0 0 0,0 0 2688 0,0 0 448 15,0 0 112-15,-3 12 16 0,2 2-1776 0,-2 6-336 16,-2 2-80-16,0 4-16 0,0 4-32 0,0 2 0 16,-2 2 0-16,-1 3 0 0,0 2-288 0,-1 3-64 0,0 1-16 0,0 1 0 15,-3 2-208-15,3-1-64 0,0 1 0 0,1-3 0 16,3-3-240-16,-1-5-144 0,-1-1 160 0,0-6-160 16,0-4 0-16,0-4 0 0,2-4 0 0,0-3 0 31,-2-4-512-31,7-9-208 0,0 0-48 0,0 0 0 15,0 0-1920-15,3-11-400 0,2-8-80 0,0-7-10960 0</inkml:trace>
  <inkml:trace contextRef="#ctx0" brushRef="#br0" timeOffset="122778.12">28810 16937 4607 0,'5'-12'400'0,"1"1"-400"0,1-1 0 0,3 2 0 16,1 0 6080-16,0 4 1152 0,2-3 208 0,0 4 48 15,1 1-4544-15,0 4-928 0,-2 1-176 0,-1 3-48 16,1 1-832-16,-4 2-192 0,-3-1-16 0,0 5-16 15,-2 3-416-15,-4 4-96 0,-3 0-16 0,-3 5 0 0,-3 0-48 0,-2 3-16 16,-1 0 0-16,-1 0 0 0,-2-2-144 0,-1-2 0 16,0-1 0-16,0-3 0 0,1-4-272 0,5-2 16 15,0-3 0-15,2-2 0 16,9-7-1920-16,0 0-368 0,0 0-80 0,0 0-12928 0</inkml:trace>
  <inkml:trace contextRef="#ctx0" brushRef="#br0" timeOffset="123210.54">29124 17005 10127 0,'0'0'896'0,"-7"9"-704"16,1 3-192-16,-1 0 0 0,1 1 3328 0,-1 0 640 15,-1 0 128-15,2 1 32 0,1 3-1920 0,1-1-384 16,0-1-80-16,2 0-16 0,1-2-448 0,2-2-80 0,-1-11-32 0,6 12 0 15,-1-3-496-15,-5-9-96 0,12 3-32 0,-1-2 0 16,0-2-80-16,-1-4-16 0,1-5 0 0,0 0 0 16,1-2 32-16,-1-1 0 0,-1-2 0 0,0-1 0 15,-2-1-240-15,-1-1-48 0,-1 0-16 0,-2 1 0 16,-3 0-176-16,-1 2 192 0,0 1-192 0,-1 2 192 16,-3 1-192-16,0 0 0 0,-2 2 0 0,-1 1 0 15,-1-1-288-15,1 2-96 0,0 1 0 0,7 6-16 16,-9-5-976-1,9 5-192-15,0 0-32 0,0 0-16 0,0 0-1584 0,0 0-320 0</inkml:trace>
  <inkml:trace contextRef="#ctx0" brushRef="#br0" timeOffset="123366.76">29383 16859 3679 0,'0'0'320'0,"11"12"-320"0,-4-2 0 0,1 3 0 0,0 3 5392 0,-1 2 1008 15,-2 2 208-15,-1 2 48 0,-3 1-4016 0,-1 2-784 16,-1 0-176-16,-1 0-16 0,0-3-720 0,-1-3-144 15,2-2-32-15,1-2 0 0,-1-2-608 0,1-3-160 16,0-10 0-16,0 0 0 16,0 0-2240-16,0 0-496 0,0 0-80 0</inkml:trace>
  <inkml:trace contextRef="#ctx0" brushRef="#br0" timeOffset="123476.12">29554 16583 25631 0,'0'0'1136'0,"0"0"224"0,0 0-1088 0,0 0-272 0,0 0 0 0,0 0 0 15,0 0 1296-15,0 0 208 0,6 11 32 0,-3 2 16 16,-3 0-1184-16,0 2-240 0,1 0-128 0,-1 4-9232 16,0 0-1920-16</inkml:trace>
  <inkml:trace contextRef="#ctx0" brushRef="#br0" timeOffset="124319.79">29639 16983 8287 0,'-3'14'368'0,"3"-3"80"0,0-1-448 0,0 0 0 0,1 3 0 0,-1-1 0 0,0-12 5264 0,0 11 976 16,0-11 192-16,0 10 32 0,0-10-3872 0,0 0-784 15,0 0-144-15,0 0-48 0,0 0-784 0,11-1-144 16,-1-6-48-16,1-3 0 0,-2-3-208 0,0-3-48 16,1-5-16-16,1 2 0 0,1-1-112 0,-1 2 0 15,1 0-16-15,-2 2 0 0,3 2 192 0,-1 5 32 16,-3 5 16-16,-9 4 0 0,0 0-32 0,0 0-16 15,8 9 0-15,-3 5 0 0,-3 6-176 0,-4 1-48 16,0 1 0-16,-1 2 0 0,-1 1-208 0,2-1 128 16,-2-5-128-16,2-1 0 0,4-2 0 0,-1-2 128 15,0-2-128-15,-1-12 0 0,7 9 0 0,-7-9 0 16,0 0 0-16,0 0 0 0,0 0 0 0,14-2-128 0,-2-3 128 16,1-3-208-1,0-4-240-15,1-4-64 0,-1-3 0 0,3-1 0 16,2-5-176-16,-1 2-32 0,0-4-16 0,0-3 0 0,0-3 368 0,0 0 80 0,3 2 16 0,-2 1 0 15,0 1 272-15,-1 6 144 0,-3 3-16 0,-2 6 0 16,-3 2 464-16,-2 8 96 0,-7 4 16 0,0 0 0 16,6 10-48-16,-3 3 0 0,-4 2 0 0,-2 6 0 15,-1 3-224-15,0 2-48 0,-2 1-16 0,-1 6 0 16,-1-2-240-16,2 2-128 0,-1-2 160 0,2-3-160 16,1-1 128-16,0-5-128 0,-1-4 0 0,2-2 0 15,3-5 0-15,0-11 0 0,0 0 0 0,2 11 0 16,-2-11-256-16,0 0-112 0,0 0-16 0,0 0 0 15,0 0-640 1,0 0-128-16,0 0-16 0,4-12-16 0,-4 0-1296 0,-2-1-256 0,-2-1-48 0,-2-2-16 16,-3-1 1584-16,0-1 304 0,-2 0 64 0,-1-2 16 15,2-2 640-15,1 1 192 0,1 2 0 0,2 2 0 0,0 2 1024 0,4 4 336 16,-1 3 64-16,3 8 16 0,0 0 192 0,0 0 32 16,0 0 16-16,11-4 0 0,0 3-576 0,2 2-112 15,0 2-32-15,3 0 0 0,0 1-512 0,1 2-128 16,-2-2 0-16,2-2-16 0,0-2-304 0,0 0 128 15,0 3-128-15,1-3 0 0,2 0 0 0,-1-2 0 16,0 1-192-16,0-4 48 16,-1 0-432-16,2-2-64 0,0 3-32 0,-2 2 0 15,-4-5 16-15,3 3 0 0,1 2 0 0,-1-5 0 0,-1 2 400 0,-2 0 96 0,1-1 16 0,-2 3 0 16,0-1 144-16,-3 1 224 0,-10 3-48 16,11-3-16-16,-11 3 240 0,0 0 48 0,0 0 16 0,0 0 0 15,0 0-80-15,0 0-32 0,2 12 0 16,-3 0 0-16,-4 0-160 0,-3 1-16 0,-3 2-16 0,0 0 0 15,-1-1-160-15,2 0 0 0,-1 1 0 0,3-2 0 16,2 0 448-16,1 0 16 0,3-1 0 0,4-2 0 16,-2-10 288-16,6 13 48 0,3-1 16 0,2-4 0 15,0-2-192-15,1 1-48 0,0-1 0 0,0 1 0 16,-2-2-192-16,0 0-64 0,1 0 0 0,-2-1 0 16,-9-4-160-16,0 0-32 0,8 5-128 0,-8-5 192 15,0 0-192-15,0 0 128 0,0 0-128 0,-11 9 0 31,-2-2-1024-31,-4 0-288 0,-4-2-64 0,-2 0-20016 0</inkml:trace>
  <inkml:trace contextRef="#ctx0" brushRef="#br0" timeOffset="126013.22">31204 16892 9215 0,'0'0'816'0,"0"0"-656"0,0 0-160 0,0 0 0 0,0 0 3008 0,0 0 576 0,0 0 128 0,0 0 0 15,0 0-1344-15,0 0-256 0,0 0-64 0,0 0-16 16,0 0-496-16,-3 2-80 0,-3-11-32 0,6 9 0 15,0 0-800-15,-10-3-176 0,-2 5-16 0,2 3-16 16,-2 3-272-16,-2 5-144 0,-7 5 160 0,3 3-160 16,2 5-144-16,-1 4-128 0,0 3-32 0,0-2 0 0,4-2 48 0,1-3 0 15,1-4 0-15,1-4 0 0,8-2 112 16,2-3 144-16,4-3-208 0,-4-10 80 0,14 4 128 0,2-5-160 16,-1-3 160-16,4-3-160 0,1-2 160 0,3-4 0 15,-1-1 0-15,0-4 0 0,-1-3 0 0,0-3 0 16,-2-3 0-16,0-1 128 0,0 0-128 0,-3-2 0 15,-5 0 0-15,1 1 128 0,-1-1-128 0,-2 0 0 16,0-1 128-16,-1 0-128 0,-2 1 384 0,1-3 0 16,-3 2 0-16,0-2 0 0,-3-2 416 0,0-2 96 15,-1 0 0-15,0-2 16 0,-1 2-16 0,-2 7-16 16,3 3 0-16,0 7 0 0,0 7-240 0,0 13-32 16,0 0-16-16,0 0 0 0,-1 14-288 0,0 10-64 15,-2 7-16-15,0 7 0 0,1 2-224 0,-2 5 0 0,0 0 0 16,0 4 0-16,-1-3 0 0,1 4 0 0,0 2 0 0,0 2 0 15,0-2 0-15,3-1 0 0,-2-4 0 0,1-6 0 16,0-8 0-16,2-7 0 0,2-5 0 0,0-4 0 16,1-3 0-16,2-2-160 0,-5-12 160 0,0 0-192 31,0 0-1488-31,11 5-304 0,0-5-64 0,0-5-15888 0</inkml:trace>
  <inkml:trace contextRef="#ctx0" brushRef="#br0" timeOffset="126653.67">31410 17014 911 0,'0'0'0'0,"0"0"0"16,0 0 0-16,8-8 0 0,4-1 5568 0,1 0 1024 16,3-1 192-16,2-1 64 0,3 1-4352 0,0-1-848 15,-2 2-176-15,3-4-48 0,-1 0-80 0,0 4-32 16,-1 1 0-16,-3-4 0 0,-3 1-800 0,0 0-144 16,-5 2-48-16,1 0 0 0,-5-1-320 0,-1 0 0 15,-2 3 0-15,-2 7 0 16,-2-13-256-16,-5 3-128 0,-2 3-32 0,-3 0 0 15,-3 1-288-15,-4 2-64 0,1 1-16 0,-1 6 0 16,-5 3-64-16,1 7-16 0,-2 4 0 0,1 3 0 0,1 3 400 0,5 3 80 0,1 3 0 0,5 2 16 16,2 1 368-16,4-1 0 0,5-2 0 0,4-6 0 15,2-3 256-15,5-4 128 0,5-1 32 0,4-6 0 16,6-4 304-16,2-2 64 0,2-5 16 0,4-1 0 16,3-4-192-16,1-3-32 0,-3-6-16 0,-1-2 0 15,-3-4-288-15,-1-2-48 0,-3-1-16 0,0-1 0 16,-2 0-16-16,0-1 0 0,0-1 0 0,-2 1 0 15,-2-3 336-15,-1 1 64 0,-1 1 16 0,1 2 0 16,-4-4 160-16,-2 4 16 0,-1-2 16 0,-3 2 0 16,-2 0-48-16,-3 0-16 0,-2 0 0 0,0 5 0 15,-1 3-256-15,-1 6-48 0,-1 2-16 0,1 10 0 0,0 0-32 0,-7 10 0 16,-1 7 0-16,-1 6 0 0,0 5-192 16,0 3-32-16,0 3-16 0,1 4 0 0,0 2-144 0,2 5 192 15,0 0-192-15,2 5 192 0,-1 1-192 16,1 2 192-16,2 0-192 0,-1 0 192 0,1-4-192 0,0 2 0 15,2 0 0-15,-1 0 0 0,0-2 0 0,-1-6 0 16,1-4 0-16,0-5 0 0,1-4 0 0,0-4 0 16,0-7 0-16,0-5 0 15,1-4-1152-15,-1-10-144 0,0 0-48 0,0 0 0 16,-10-4-1664-16,-1-5-320 0</inkml:trace>
  <inkml:trace contextRef="#ctx0" brushRef="#br0" timeOffset="126794.28">31828 16935 15663 0,'0'0'688'0,"14"5"144"0,3-1-656 0,5 1-176 0,5 1 0 0,1 0 0 15,2 0 3952-15,1-2 752 0,2 0 160 0,-1-1 16 16,0-1-3408-16,-1-2-704 0,-1 2-128 0,-3-4-16 16,-2 0-624-16,0-1-240 0,-4 2 16 0,-3-5-15328 15</inkml:trace>
  <inkml:trace contextRef="#ctx0" brushRef="#br0" timeOffset="126934.89">32332 16957 32415 0,'-1'17'1440'0,"1"-4"288"0,1 1-1376 0,2 2-352 0,-1 1 0 0,1-2 0 0,-2 0 512 0,-1-1 48 15,0 0 0-15,0-1 0 0,0-1-560 0,0-12 0 16,0 0 0-16</inkml:trace>
  <inkml:trace contextRef="#ctx0" brushRef="#br0" timeOffset="127070.5">32413 16601 19343 0,'0'0'848'0,"0"0"192"0,-1 12-832 0,2-2-208 0,2 2 0 0,1 2-5696 15,-2 2-1168-15</inkml:trace>
  <inkml:trace contextRef="#ctx0" brushRef="#br0" timeOffset="127447.86">32593 16809 31215 0,'0'0'1376'0,"1"16"288"0,-1 4-1328 0,2-2-336 16,-1 3 0-16,0 0 0 0,-1 1 896 0,0 0 128 0,-4-1 0 0,3-2 16 15,1 0 16-15,0-2 0 0,1-2 0 0,1-4 0 16,-2-11-560-16,0 0-112 0,5 9-32 0,-5-9 0 16,0 0-352-16,10 0 0 0,-1-7 0 0,0 1 128 15,2-6-128-15,-1-1 0 0,1-3 0 0,-2-1 0 16,0-1-224-16,0 0 32 0,2 0 16 0,-1 1 0 15,0 1 176-15,1 3-128 0,-1 0 128 0,-1 4-128 0,1 2 128 16,-10 7 0-16,0 0 128 0,9 4-128 0,-2 5 464 16,0 6 32-16,-2-1 0 0,0 4 0 0,-1 2 128 0,-1 2 16 15,-2 0 16-15,1 0 0 0,-1-1-208 0,1-1-64 16,2-5 0-16,0 0 0 0,0-2-240 0,1-5-144 16,-5-8 160-16,10 6-160 15,-1-3-896-15,1-3-288 0,1-3-48 0,0-2-16 16,1-4-1712-16,1-2-352 0,-1 0-64 0</inkml:trace>
  <inkml:trace contextRef="#ctx0" brushRef="#br0" timeOffset="127665.58">32996 16991 9215 0,'0'0'400'0,"9"-2"96"16,-9 2-496-16,6 0 0 0,1-1 0 0,-1 0 0 0,1-1 6032 0,1 0 1120 15,0-1 208-15,1-1 64 0,0-1-4160 0,9-4-816 16,-1-1-160-16,0-1-48 0,1-2-896 0,-1 0-192 16,-1-1-48-16,-2 1 0 0,1-3-624 0,-2 3-128 0,-3 0-32 0,-1 1 0 15,-2 0-320-15,-2 2 144 0,-4 1-144 0,-1 9 0 16,0 0 0-16,-9-5-176 0,-4 3 0 0,-3 8 0 31,-3 7-496-31,-2 4-96 0,-3 6-32 0,2 4 0 0,0 3 496 0,4 2 112 0,2-2 0 0,7 0 16 16,3-7 368-16,6-2 64 0,4-3 0 0,6-3 16 15,6-4-80-15,6-2-32 0,4-3 0 0,5-4 0 16,3-3-160-16,3-3 128 0,-1-4-128 0,-2-2 128 31,-4-3-2352-31,0-7-464 0</inkml:trace>
  <inkml:trace contextRef="#ctx0" brushRef="#br0" timeOffset="131556.69">28557 18281 7359 0,'0'0'320'0,"0"0"80"0,0 0-400 0,0 0 0 0,0 0 0 0,0 0 0 0,0 0 3072 0,0 0 512 16,0 0 128-16,0 0 0 0,0 0-2000 0,0 0-416 16,14-11-80-16,-14 11 0 0,0 0-352 0,0 0-64 15,0 0-16-15,0 0 0 0,0 0-48 0,0 0-16 16,0 0 0-16,0 0 0 0,0 0 48 0,-4 0 16 15,-1-4 0-15,-2 1 0 0,1 0-208 0,-2 2-32 16,-1 2-16-16,0 2 0 0,-4 0-352 0,-13 7-176 16,0 3 160-16,1 4-160 0,0-1-208 0,-1 5-144 15,0 2-32-15,2 3 0 0,2 2 128 0,3-1 0 16,0 0 16-16,6 1 0 0,3-1 240 0,3-2-192 16,4-4 192-16,4-6-192 0,4-3 192 0,4-5-192 0,4-5 192 0,4-2-192 15,3-2 192-15,1-8 0 0,-1-1 0 0,3-8 0 16,0 1 0-16,-1-1 0 0,-2-2 0 0,-1 1 0 15,-3 2 0-15,-2 1 0 0,-1 1 0 0,-2 5 0 16,-3-2 0-16,-4 3 0 16,-4 10 128-16,0 0-128 0,0 0 176 0,0 0-32 0,0 0 0 0,0 0 0 15,-6 12 176-15,1 4 16 0,-1-1 16 0,2 4 0 16,2 2-96-16,2-2-32 0,4-3 0 0,1-1 0 16,1 1-80-16,0-3-16 0,2-2 0 0,2-5 0 31,2-2-1088-31,1-3-208 0,-1-2-48 0,0-4-13504 0</inkml:trace>
  <inkml:trace contextRef="#ctx0" brushRef="#br0" timeOffset="132417.26">29370 17898 1839 0,'0'0'0'0,"7"-5"160"0,-7 5-160 0,5-8 0 0,-1 1 0 0,-4 7 0 16,5-9 5648-16,-5 9 1104 0,0 0 224 15,0 0 32-15,0 0-3952 0,0 0-800 0,0 0-144 0,0 0-48 16,-4 15-720-16,-2 7-160 0,-4 8-32 0,-1 10 0 15,-4 10-768-15,0-1-144 0,-2 0-48 0,0-1 0 16,0-3-192-16,0 2 144 0,0 2-144 0,3-5 128 16,1 0-128-16,2-1 0 0,3-4 0 0,3-3 128 0,3-8-128 0,0-3 0 15,4-3 144-15,1-5-144 16,3-4-624-16,0-5-192 0,-6-8-32 0,13 0-10464 16,2-5-2080-16</inkml:trace>
  <inkml:trace contextRef="#ctx0" brushRef="#br0" timeOffset="132573.5">29597 18409 27647 0,'-10'14'1216'0,"3"-2"256"0,1 1-1168 0,0 0-304 16,2-1 0-16,0 1 0 0,1 3 1984 0,-1-2 352 16,0 3 64-16,0-3 16 0,1-1-1216 0,1-2-240 15,2-11-64-15,0 0 0 16,0 0-1728-16,0 0-336 0,0 0-80 0,0 0-9712 15,7-7-1952-15</inkml:trace>
  <inkml:trace contextRef="#ctx0" brushRef="#br0" timeOffset="132698.49">29690 17985 14735 0,'0'0'640'0,"0"0"160"0,0 0-640 0,0 0-160 0,0 0 0 0,0 0 0 15,0 0 4160-15,-4 13 784 0,1 0 176 0,2 2 16 16,-1 0-3904-16,2 2-784 0,2-1-144 0,0 2-10320 15,1 1-2064-15</inkml:trace>
  <inkml:trace contextRef="#ctx0" brushRef="#br0" timeOffset="133091.79">29837 18271 18431 0,'0'0'1632'0,"0"0"-1312"0,0 0-320 0,0 0 0 16,9 5 3072-16,-9-5 560 15,7 8 96-15,-4 1 32 0,-3-9-2032 0,0 14-384 16,-2-1-96-16,-1 0-16 0,-1 0-656 0,0 1-128 16,-1-1-16-16,3 0-16 0,-2-6-288 0,4-7-128 0,0 0 0 0,0 0 128 15,0 0-128-15,0 0-144 0,0 0 144 0,0 0-208 16,9-5-112-16,1-4 0 0,1-3-16 0,0-1 0 15,4-1 80-15,-1-2 32 0,-1 2 0 0,1 1 0 16,3 1 48-16,-2 2 16 0,-2-1 0 0,0 5 0 16,1 2 160-16,-2 3 0 0,-2 1 0 0,-2 4-128 15,-1 3 256-15,-1 4 48 0,-5 1 16 0,-1 2 0 0,-1 2 272 0,1 3 64 16,-4-1 16-16,0 2 0 16,-2-1-96-16,1 4-32 0,-2-5 0 0,1 1 0 0,0-4 0 0,1-1 0 15,0-1 0-15,2 0 0 0,3-13-288 0,0 0-128 16,0 0 0-16,0 0 128 15,0 0-2304-15,0 0-448 0,0 0-112 0</inkml:trace>
  <inkml:trace contextRef="#ctx0" brushRef="#br0" timeOffset="133513.62">30212 18318 17503 0,'0'0'1552'0,"0"0"-1232"16,0 0-320-16,0 0 0 0,0 0 2928 0,13 4 528 15,-13-4 96-15,17 2 32 0,-2-2-1600 0,0-1-320 16,0-2-64-16,-1 0-16 0,3-1-704 0,-3-2-144 0,1-1-32 0,-1 0 0 15,-2 2-384-15,-1-2-64 0,0-1-32 0,-1 2 0 16,-3-1-80-16,1 0-16 0,-2-2 0 0,-1-1 0 16,-1 3-128-16,0-5 0 0,-3 0 144 0,-2 2-144 15,0 1 0-15,-2-2 0 0,-2 2 0 0,-1 2 0 16,-4 4 0-16,1-3 0 0,-2 5 0 0,-1 2 0 16,-1 6 0-16,-2 3 0 0,-1 3 128 0,0 4-128 15,0 2 0-15,2 1 0 0,0 4 0 0,0 1-128 0,4 1 128 0,1 2 0 16,2 2 0-16,5-1-128 0,1-2 128 0,2-2 0 15,1-4 0-15,4-1-128 0,-1-1 128 0,3-3 192 16,1-2-32-16,1-1-16 0,1-2 144 0,0-4 32 16,4 0 0-16,-4-2 0 0,1-5-320 0,0 0 128 15,0-5-128-15,1-3 0 16,-2-4-2032-16,0-2-512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2T03:24:35.9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6538 7503 7944,'0'9'-174,"0"-1"1,0-4 268,0 4 156,0-5 21,0 3 81,-6-6 11,5 0-81,-5 0-149,6 0 39,0 0-276,-5 0 98,3 0 154,-3-6 0,5 3-224,0-5 0,0 4 87,0-4-212,0 5 10,0-8 218,0 4 0,4-1-106,0-1 0,2 7 71,-2-2-40,-3 2 42,10 2 53,-4 0 0,1 0-7,1 0 0,-5 0 80,4 0 1,-5 6-13,1 2 1,-3-1-1,-1 1 53,0 2 146,0 1-238,0 1-12,0 1 63,0-6-62,-5 4 1,2-10-167,-5 3 226,5-3 18,-8-1-352,4 0 150,0-5 0,0 2 66,3-5 1,3 0-173,-3-5 1,2 1 21,2-1 1,0-3-41,0-1 83,0 1 1,0 3 50,0 1 0,2 4 29,2-1 1,-2 7-40,7-2 1,-5 2 138,4 2 1,-4 0-70,5 0 1,-3 2 92,3 2 1,-2 3 40,-3 5 1,-3 0-82,3 1 1,-2-1 82,-2 1 0,0-1-62,0 0 1,0 1 43,0-1 0,0 1-54,0-1 1,-6-4 38,-2 1 1,1-7-100,-1 2 0,-1-2 71,-3-2 0,0 0-170,-1 0 1,5-6 88,0-2 0,1-3-140,-1-1 0,1-1 44,2 1 1,4-1-76,-3 1 1,3 0 79,1-1 0,0 1-226,0-1 278,5 1 0,2 5-35,5 3 1,1 3 79,-1 1 0,-4 1-75,1 3 0,-1-1 127,4 5 1,1 0-40,-1 5 1,-3 3 0,-3 1 113,0-2 1,2 3 12,-4-2 0,0 1-126,-4-5 1,0 1 150,0-1 1,0 1-129,0-1 0,-1-4 224,-3 1-199,-3-7 0,-5 4-55,-1-6 0,5-2-178,0-2 78,5 3 0,-8-10 156,3 3-285,2-9 103,1 3 0,5-4 59,0 6 0,0-5-103,0 1 1,0-1 53,0 5-122,0 0 158,0-1 0,1 1-52,3-1 43,-2 7 4,9 0 16,-5 0 0,7 5-13,-1-3 0,-3 3 1,-1 1 1,-1 5 224,1 3 0,-1 2-65,-3-2 1,-3 3-109,3-2 1,-2 2 15,-2 1 0,0 0 270,0 1 1,-2-5-62,-2 0 1,2-4-132,-7 5 1,1-5-152,-4 4 38,5-5 0,-4 2 125,2-5-197,4-5 58,-6 4 0,8-9-225,-5 6 159,5-6 1,-2 3-259,5-5 343,0-1 0,0 1-33,0 0 0,4-1-8,0 1 1,6 1-6,-2 3 1,1 1 77,0 2 0,2 4 63,-3-3 0,3 3-114,1 1 0,-1 1 112,-2 3 1,0-1-78,-4 5 1,3 0 0,-4 5 191,-1-1 1,-2 1 11,-1-1 0,-1 2 40,-3 2 0,-3-2 0,-6 3-170,1-9 1,4 2 102,-1-6-278,1 5 181,-4-7 0,-1 3 74,1-5-421,-1 0 180,7 0-15,-5-5-79,9-2 93,-3-11 0,5 3-55,0-6 1,0 5 0,0-4 4,0 2 1,4-2 22,0 3 0,6 1 184,-2 3 1,1 5-139,0 0 1,2 5 340,-3-1-249,3 2 1,1 4 176,1 2 1,-6 7 30,-3 5 0,1 2 33,0-1 0,-1-2-147,-4 6 1,-2-5 0,0 4 195,-3-3-149,-4 0 0,2-5 17,-6 1-62,7-1 1,-5-3-99,2-1 1,-2-5 85,-1 1-821,-1-3 519,1-6 0,5-4-1458,3-7 1134,-3 2 0,6-11-7,-3 0 541,8 1 0,-3-12 0,5 4 0</inkml:trace>
  <inkml:trace contextRef="#ctx0" brushRef="#br0" timeOffset="1">6562 11150 7951,'0'7'-715,"0"-2"946,0-5 1382,0 0-1705,-5 0-74,4 0 228,-5 0-159,1 0 92,3-5 1,-3 2-17,5-5 1,0 3 40,0-3-126,0 5 128,0-8-129,0 5 1,0-3 8,0 1 0,1 5-55,3-1 166,-2 3-81,9-5 228,-10 5 0,6-5-65,-3 6 129,-3 6-162,5 1 0,-8 5 139,-2 1 1,2-5-55,-7 0 0,5-4-34,-4 4 1,4-5-136,-5 1 0,5-2 193,-4-2-459,5 0 203,-8 0 0,10-2-94,-3-2 1,2 1 41,2-5 0,0 0-30,0-4 0,2 3 72,2 1 0,-1 1 1,5-1 0,-4-2 79,4 6 0,-4-4-148,5 4 316,-1-1-145,4 5 296,1 0-193,-1 0 0,-5 6 59,-3 2 1,-2-1-31,-2 1 1,0 1 32,0 3 1,-2-1-59,-2-3 0,1 3-22,-5-2 0,1-2-31,-1 1 1,-3-5 126,3 1-221,-3 3 1,-2-6-11,1 3 1,4-7-77,-1-1 1,5-5-87,-4 0 1,5-2 135,-1-1 1,3-2-64,1-2 0,0 2 46,0-3 0,4 3-7,0 2 0,6 1 9,-2 3 1,3-2-84,1 6 151,1-6 0,-1 9 4,0-3 1,1 2 113,-1 2 0,-3 5-88,-1-1 0,-5 5 158,1 0 0,-3 2-106,-1 1 0,0 0 119,0 1 1,0-1-82,0 1 1,-5-1 16,-4 1 1,2-1 4,-1 0 0,0-1 19,-5-2 1,1 0-127,0-5 1,-1 1 155,1-5-261,-1 0 0,1-2 98,0-2-196,5-3 1,-3-9 52,6-1 0,0 1-78,4 3 0,0-3-35,0-1 0,5 0 101,4 5 0,0 0 33,-1-1 0,4 2-8,-4 3 1,3-2 72,1 6 1,1-4-56,-1 4 0,0 0 177,1 4 1,-5 1-101,0 3 1,-5 3 155,1 5 1,-1 1 29,1-1 0,-2 2 33,2 3 1,-4-4-18,-4 4 1,1-2-76,-5 2 0,3-4 24,-3 4 1,0-7-43,-5-2 1,1-1-4,0 1 1,3-1 8,1-3 1,0-3-150,-5 4 91,1-4 0,1-7-175,3-2 1,2-4 21,6-5 1,0 2-102,0-6 1,0 5-4,0-5 1,2 5 118,2-5 0,-2 6-25,7-2 1,-1 3 26,4 2 1,-3 1 11,-1 3 1,0 1 29,5 3 1,-1 2 84,0-2 1,-3 4 35,-1 4 1,-4 3-72,4 6 0,-5 0 107,1 4 1,-1-3-71,1 2 0,-2 2 115,2-1 1,-3 1-81,-1-2 1,-4-2 96,0 3 1,-2-8 20,2-1-66,-3 1 0,-5 2 28,-1-3-51,1-2 0,0-6-141,-1 0 0,2-6 113,3-2 0,-2-3-192,6-2 1,-4 1 94,4 0 0,0-5-131,4 0 0,0-3 25,0 3 0,1-1-71,3 2 0,-1 2 95,5-3 0,0 5 32,5 4 0,-1-2 38,1 6 1,-1 0-42,0 4 0,1 0 134,-1 0 1,1 5-70,-1 4 1,-4 3 86,1 5 1,-5-4 7,4 4 0,-5 2 103,1 2 1,-3-3-47,-1-2 0,-1-1-58,-3 2 0,1-3 18,-5 2 0,-1-3-36,-3-5 1,0 2 86,-1-6 0,1 4-76,-1-4 0,5 0-63,0-4 0,0 0 68,-5 0-185,6-5 0,-2-2-35,5-5 1,-1-1 50,5 1 1,0-1-53,0 1 1,0 0 113,0-1 1,5 1-15,-1-1 0,1 1 22,-1-1 0,-2 5-33,2 0 60,3 5 1,-5-6 46,7 4 9,-6 1 1,3 4-80,-1 0 169,-4 0-141,4 0 145,-5 0-126,6 0 231,-5 0-179,5 0 11,-6 0 82,0 6-64,0-5-89,0 5 0,-2-6 79,-2 0-64,3 0 42,-5 0-52,6 0-7,0 0-11,-5 0 15,4 0-3,-5 0 39,6 0 0,0 5-35,0 3 1,0 3 23,0 2 1,0 5-23,0 2 0,0 4-72,0 1 0,0 5 50,0 3 1,1 2-5,4-2 0,-4 2-52,3-1 0,-3-4 63,-1-1 0,2-4-30,2-5 0,-3 4 18,5-11 79,-6 0-27,0-8 0,-4-10-272,0-3 1,-1-3 78,5-2 1,0-5-544,0-2 1,-4 0 41,0 0 649,0-1 0,-1-4 0,-2 0 0</inkml:trace>
  <inkml:trace contextRef="#ctx0" brushRef="#br0" timeOffset="2">6227 11547 7895,'-12'-6'571,"0"3"-468,-1-5 273,6 5-90,-4-8 216,4 10 191,1-5-298,0 6 37,6 0 40,0 0-469,6 0 1,0 2 148,7 2 0,-1-3-93,1 3 1,3 2 3,1-2 0,5 0-146,-2-4 1,5 2 121,4 2 0,-1-3-95,5 3 1,0-2-6,4-2 1,6 0 64,2 0 0,0 0-73,0 0 1,-4 4 87,5 0 1,-6 1-46,1-1 1,-6-2-5,-2 2 0,-10 2-39,2-2-135,-3 0 182,-3-4 10,-6 0 0,-13 0-7,-9 0 0,-3-4-2235,-5 0 2254,-2-1 0,-6 5 0,1 0 0</inkml:trace>
  <inkml:trace contextRef="#ctx0" brushRef="#br0" timeOffset="3">6463 11770 7969,'0'-7'201,"-5"-3"-201,-4 6 402,4-5-187,-6 2 0,8 0 60,-5 3 0,4 1 879,-5-1-464,7 2-165,-4-3-491,6 5 221,0 0-228,6 0 0,1 1 69,5 3 1,2-2-180,2 2 1,2 3 42,3 1 0,2-2-168,-2-2 1,4 1 7,4-1 1,-2 5 15,6-5 0,-4 0-161,4-4 1,-4 4 344,4 0 0,1 0 0,3-4 0</inkml:trace>
  <inkml:trace contextRef="#ctx0" brushRef="#br0" timeOffset="4">5434 6995 7422,'6'7'-241,"1"-2"635,-3-5 1,-2 2-57,2 2-1,-3-3 55,-1 5-379,0-6 1,0-2 39,0-2 0,0 1 151,0-5 1,2 4-211,2-4 1,-3 0 104,3-5 0,-1-3 0,0-1-214,1 2 1,2-4-96,-2-2 1,-2 2 107,7-2 0,-5 0-58,4-4 193,-5 1-34,8 4 1,-6-2 63,4 6-73,-4-6 22,1 8 25,-5-4-10,10 11 29,-10 2-19,5 5 46,-6 5-67,0 8 1,0 6 8,0 6 1,0 4 0,0 0 0,0 5-1,0-1 1,0 7-90,0 1 1,0 2 31,0-2 1,6-2 41,2 2 1,1-2-7,0-2 1,2-7-2,-3-5 0,7-1-5,2-8 0,-1-5-6,-3-7 1,-1-2 8,0-2 0,-3-6 1,-1-2 1,0-7 0,3-3 6,-2-1-220,2-2 208,-10-9 0,9 2-5,-6-5 0,0 1-124,-4-1 0,0-1 83,0 5 1,0-4-10,0 4 1,-1-4 52,-4 4 1,-2-3-42,-5 7 1,4-2 148,0 6-138,-1 3-17,2 0-284,-4 6 17,10-1 269,-5 7-694,6-5 316,0 9 428,0-3 0,6-1 0,1-1 0</inkml:trace>
  <inkml:trace contextRef="#ctx0" brushRef="#br0" timeOffset="5">5855 7069 7960,'0'-12'-1356,"4"4"1017,1-1 0,0 3 1149,-1-3-39,-2-2-195,3 4-334,1-5 1,-4 5 10,7 3 0,-5 8-48,4 4-117,-5 3 1,8 3 0,-4 3 0,1 3-85,0 4-10,1 1 0,3-1 1,-1 0-414,-3-4 1,3 4 80,-2-3-819,-4-4 508,6 1 649,-4-5 0,5 5 0,1 1 0</inkml:trace>
  <inkml:trace contextRef="#ctx0" brushRef="#br0" timeOffset="6">6041 6995 7960,'-5'7'1279,"4"4"-1056,-11-4-330,11 0 137,-10 4-243,4 1 217,-5 2 1,-1 9 218,-5-3-839,5 4 462,-5 1 0,4 0 32,-3 0 122,4 0 0,-5-1 0,5 1 0</inkml:trace>
  <inkml:trace contextRef="#ctx0" brushRef="#br0" timeOffset="7">10110 7528 7860,'7'0'-36,"4"0"255,-9 0 135,3 0 0,-5 0 984,0 0-1288,0-5 0,0 2-139,0-5 1,0 4 6,0-5 0,0 5-32,0-4 0,0 4-232,0-5 259,0 7-293,0-9 196,0 9 53,0-3 79,0 5 0,0 1 141,0 3 0,0-1-58,0 5 0,0-4 125,0 5 0,0-5-8,0 4 0,-1-1-75,-3 1 1,2-1 264,-2-3-86,-3-2-291,6 3 127,-10-5 0,8 0-187,-5 0-42,5 0 0,-2-1 87,5-3 1,0 1-66,0-5 40,0-1 0,0 1-96,0 0 153,5 5-11,-4-8 1,6 10-116,-3-3 114,-2 2-52,9-3 197,-4 3-166,0-3 234,4 10-80,-10 2 1,6 6 173,-3-1-158,-3 0 1,5 1 11,-6-1 0,-4 1 76,0-1 0,-6-1-90,2-3 0,1 3-9,-1-2 0,-1-2-29,-3 1 0,4-5-29,-1 1 0,5-3-134,-4-1 1,1-1 66,-1-3 1,1-3-168,3-6 1,2 1 95,-2-1 94,3 1 0,1-5-19,0 1-255,0-1 83,0 11-38,5-5 182,-3 4-38,9-6 146,-4 1 1,5 4-151,1-1 193,-1 7 0,0-4-64,1 6 0,-5 1 62,0 4 1,-5-3-49,1 7 0,2-1 196,-2 4-65,0 1 1,-4-1-98,0 0 1,-4 1 57,0-1 0,-6-1-64,2-2 1,-3 2 13,-2-3 1,1-3-11,0-1 1,-1-2-8,1-2 1,3 0 11,1 0 0,0 0-102,-4 0 0,1-2-42,2-2 0,0-3 67,4-5 0,1 0-166,4-1 0,0 5 111,0 0 0,0-1-73,0-3 1,2 4 48,2-1 0,1 5-1,4-4 1,2 5 17,-3-1 0,4-1 0,5 1 4,-3-1 0,4 5-20,-6 0 31,0 6 1,1-3 45,-1 5 0,1-4-49,-1 4 1,-4-1 143,1 2 0,-7 2-82,2-3 0,-2 3 153,-2 1 1,0-4-53,0 1 0,-6-2 8,-2 1 1,-3 2-68,-1-6 0,-2 4 80,-3-4 1,3 0-137,-2-4 1,2-1 76,2-3 0,-1 1-205,1-5 1,1-1 55,3-3 0,-2-2-142,6-2 1,-4 2 51,3-3 0,1-1-25,4 2 1,2-2 65,2 1 0,-1 5 36,5 0 1,0 1 35,5 7 1,0-5-56,4 5 1,-3 0 141,2 4 0,-2 0-102,-2 0 1,1 6 132,-1 2 1,-4 3-109,1 1 0,-5 1 163,4-1 0,-5 5-81,1-1 0,-3 1 120,-1-5 1,0 5 55,0-1 0,-5-1-131,-3-6 0,1 2 11,-2-3 1,1-3-17,-4-1 1,-1-2-127,1-2 1,0 0 118,-1 0 1,1 0-192,-1 0 1,2-6-85,3-2 0,-2-4-106,6-5 1,0 2 31,4-6 0,0 6 90,0-1 1,2-2 76,2 1 0,-2 1-35,7 3 0,-1 5 65,4 0 0,1 5-55,-1-1 0,1 2 166,-1 2 1,0 0-12,1 0 0,-5 6 123,0 2 0,-1 3 2,1 2 1,2 0 42,-6 4 0,0-3 20,-4 2 0,0-2-100,0-2 1,0 5 75,0-1 1,-5 0-67,-3-8 0,-2 3 138,2-3-227,-9-2 1,9-1 62,-9-5 1,4 0-51,0 0 1,1 0-155,-1 0 1,2-5-98,3-4 1,-2-2 70,6-1 1,-4-2-56,4-2 1,0 2 34,4-3 1,0 4-56,0 0 1,1 1 119,3-1 1,3 2 16,6 3 1,-1 1 55,0 3 1,1 3-74,-1-3 1,1 2 186,-1 2 1,0 6-92,1 2 1,-5 3 244,0 1-128,-5 1-40,3-1 0,-6 5 126,0-1 0,0 2-33,0-1 0,-5-3-9,1 2 0,-5-2-264,0-2 1,-2-5 48,-1-3 0,0-2-433,-1-2 358,1 0 1,3-6 107,1-2 0,5-9 0,-2-2 0</inkml:trace>
  <inkml:trace contextRef="#ctx0" brushRef="#br0" timeOffset="8">10284 6623 7860,'0'-8'0,"0"-1"0,0 5 0,0-4 0,0 4 0,0-4 0,0 3 495,0-3 0,0 4 319,0-4-1044,0 5 242,0-8 1,1 8 326,4-5 23,-4 5-277,10-2 1,-4 5-209,5 0 1,1 5 1,-2 6-87,-3 6 0,-3-1-25,-5-3 1,0 3 50,0 1-1,0 3-262,0-3 1,-4 4 746,0-5-66,-5 1-109,2 1 0,-2-5 147,1 4 1,0-3-114,-5-2 1,5-4-67,0 1 1,1-5 161,-1 4 0,-3-5-842,9 2 305,-3-5 146,5-5 0,0-2 80,0-6 0,5 5-192,4 0-20,2 0 219,1 1 1,-4 0-66,1 3 1,-1 2 133,4-2-72,1 3 0,-1 1 36,0 0 0,0 5 12,-4 4 0,3 2 15,-3 1 1,-1 5 116,1-1 0,-5 5 29,1-5-96,-2 6 0,-2-6 0,-2 3 166,-2-1 0,-3-2-41,-5-3 0,-5-1 58,1 1-103,-1-1 1,3-5-137,-2-3 1,2-3-1,-3-1-410,4 0 1,4-1 195,1-3 0,5-4-613,-1-9 0,3-2 820,1-6 0,11 0 0,3 0 0</inkml:trace>
  <inkml:trace contextRef="#ctx0" brushRef="#br0" timeOffset="9">10520 6648 6533,'-13'-7'1123,"5"0"-1,0 3-612,5 2-583,-2-3 1,5 3 128,0-2-35,0 3 72,0-10 0,1 5-294,3-2 0,-1-1 120,5 4 1,-4-3-92,4 4 1,-3-4 24,3 4 0,-4-5 40,4 5 0,-4-1 110,5 1 25,-7 2 64,9-3 0,-8 5-37,6 0 77,-7 0 1,4 1-113,-6 3 0,1 0 26,3 9 1,-2-2-3,2 9 1,-3-2-5,-1 7 1,0-3-24,0 7 0,0-1-4,0 1 1,0-2-82,0 6 1,0-5 85,0 1 0,0-3-127,0-1 1,0-6 110,0-2 0,6-4-270,2 0 248,3-6 1,1-2-55,1-5 1,-1-5 7,1-4 0,-1-3-12,0-5 0,-3 2 18,-1-5 1,-1-1 5,1-4 0,2 0 71,-6 0 1,1 1-65,0-1 1,-4 0 76,3 0 0,-3-4-25,-1 0 0,0-1 10,0 1 1,-1 3-6,-3-3 0,1 4-23,-5 5 1,4 0 18,-4 4 0,5 6-14,-1-2 0,1 8-717,-1-1 725,2-2 0,-3 6 0,5-4 0</inkml:trace>
  <inkml:trace contextRef="#ctx0" brushRef="#br0" timeOffset="10">10830 6796 7878,'7'-5'-524,"2"2"-66,-4-5 1,0 5 1887,-1-1-262,-2 3-723,9 1 0,-6 1-86,3 3 1,2 3-224,-6 5 1,4 5 71,-3 0 0,3 3-250,-4-3 1,4 5 153,-4-2 1,5-2-364,-5-1 1,4 1 83,-4-2 0,2 1 1,-2-5 1,-1 1 297,5-1 0,0-5 0,5-1 0</inkml:trace>
  <inkml:trace contextRef="#ctx0" brushRef="#br0" timeOffset="11">11028 6759 7864,'-8'-7'549,"0"3"0,4 3-231,-5 1 1,5 0-282,-4 0 0,4 1 312,-4 3 1,-1 5-4,-3 7-351,0 3 1,-5 6 151,0 0 0,0 5 0,0 5-1266,-4 5 750,3-2 0,0 1 369,6-6 0,0-5 0,-1 2 0</inkml:trace>
  <inkml:trace contextRef="#ctx0" brushRef="#br0" timeOffset="12">5198 3832 7937,'0'13'-371,"0"-6"323,0 4 0,0-9 139,0 7-122,0-1 1,0 4 196,0 1-223,0-1 39,0 1 0,0-1 146,0 0-278,0-5 94,0 4 1,1-2 160,3 7-105,-2-2 0,9 4 0,-4-6 0</inkml:trace>
  <inkml:trace contextRef="#ctx0" brushRef="#br0" timeOffset="13">5223 4390 8098,'0'18'0,"-2"-4"59,-2 3 1,3-4 151,-3 0 1,2-1-203,2 1 0,0-1-66,0 0 0,0 5-106,0 0 1,0-1 14,0-4 1,0 1 116,0-1 1,0-2-377,0 2 0,4-2 407,1 7 0,4 2 0,-2 0 0</inkml:trace>
  <inkml:trace contextRef="#ctx0" brushRef="#br0" timeOffset="14">5223 5184 8098,'-6'18'-13,"5"-3"52,-3 6 1,-2-6 315,2 2-590,0 2 260,4-5 1,0 8-194,0-6 164,0 1 0,0-5-140,0 1 1,0-1 108,0 0 0,1 1-104,3-1 0,-2 5 74,2-1 1,1 2-581,0-1 645,-1-3 0,1 9 0,2-4 0</inkml:trace>
  <inkml:trace contextRef="#ctx0" brushRef="#br0" timeOffset="15">5198 5966 8088,'0'17'-317,"-4"-1"-317,0 4 725,-6 1-34,9-2 1,-5 3 57,6-5-338,0-1 254,0 2 1,0-3 31,0 6-112,0-6 76,0 3 0,4-1 27,0-1-308,6 1 129,-9-5 0,6 5 125,-3-1 0,3 6 0,6-2 0</inkml:trace>
  <inkml:trace contextRef="#ctx0" brushRef="#br0" timeOffset="16">5247 6685 8058,'0'18'-2,"-4"-4"0,0 2-81,-5 3 117,7 1 0,-3-1 220,5-2-618,-6 2 298,5-5 0,-5 3 151,6-4-524,0-1 297,0 6 0,0-4 121,0 3-666,0-4 687,0 0 0,-5 5 0,-2 1 0</inkml:trace>
  <inkml:trace contextRef="#ctx0" brushRef="#br0" timeOffset="17">5210 7305 8022,'0'25'-1413,"-4"-5"1638,0 1 1,0-2 68,4 2 0,-2-3-152,-2-6 1,3 1 91,-3-1 0,2 1-35,2-1 1,0 0 32,0 1 0,5 1-248,-1 2 0,1-2-45,-1 2 1,-1 2-40,5-1 1,-5 1-110,1-2 1,2-2 106,-2 3 0,1-8-18,0 0 0,-4-5-88,3 4 208,-3-5 0,-1 2 0,0-5 0</inkml:trace>
  <inkml:trace contextRef="#ctx0" brushRef="#br0" timeOffset="18">5409 3646 8164,'5'7'-422,"1"0"468,2-3 1,-1-2-424,-3 2 1,3-2 80,5 3 296,1-4 0,5 4 0,1-5 0</inkml:trace>
  <inkml:trace contextRef="#ctx0" brushRef="#br0" timeOffset="19">5905 3584 8164,'7'0'0,"4"0"-17,-3 0 0,-1 0 115,1 0 249,1 0-842,3 0 299,0 0 156,1 0-324,-1 0 242,1 0 0,-1 0-107,0 0 251,1 6 0,-1-5-246,1 3 0,-1-2 85,0-2 1,5 0 138,0 0 0,5 5 0,-3 2 0</inkml:trace>
  <inkml:trace contextRef="#ctx0" brushRef="#br0" timeOffset="20">6612 3572 8164,'12'0'-440,"1"0"512,-1 0 0,1 0-54,-1 0 0,0 0 163,1 0 0,-1 0-515,1 0 1,3 0 116,1 0 0,-1-2-10,-3-2 1,-1 3 35,1-3 0,3 2 195,1 2 0,1 0-4,-2 0 0,3-5 0,6-2 0</inkml:trace>
  <inkml:trace contextRef="#ctx0" brushRef="#br0" timeOffset="21">7282 3547 8135,'12'0'0,"-3"0"0,-1 0-40,0 6 80,5-5 0,-5 4 380,0-5-1067,0 0 492,5 0 0,3 0-392,1 0 362,-1 0 0,-2 0 146,3 0 0,-2 0 40,6 0 0,-2 0 122,2 0 0,2-4-78,-2 0 1,1 0-57,-2 4 0,4 0 18,-4 0 0,0 0-209,0 0 1,1 0 20,4 0 1,0 0 180,0 0 0,-1 0 0,1 0 0</inkml:trace>
  <inkml:trace contextRef="#ctx0" brushRef="#br0" timeOffset="22">8113 3547 8220,'7'7'866,"3"0"-626,-6-3 1,1-3-291,-1 3 0,3-1 122,6 1 1,-1-2-236,1 2 0,0-3 120,4-1 0,2 0-12,6 0 0,1 0-85,3 0 1,-1-4-248,5 0 1,-2-4-8,3 4 1,0-5 115,-5 5 0,0 0 264,-4 4 1,1 0-74,3 0 1,-4 0 188,-1 0 1,1 1-139,-4 4 0,2-3 145,2 7 1,0-5 29,0 4 1,0-4-134,-1 4 0,1-5 40,0 1 0,0 2 8,0-2 1,-1 0-166,1-4 0,0 0 69,0 0 0,-4 1 12,-1 4 1,1-4 5,4 3 0,0-3 29,-1-1 0,3 2-119,2 2 1,-3-3 91,3 4 0,1-4-205,-1-1 0,4 0 36,-4 0 191,5 0 0,-2 0 0,5 0 0</inkml:trace>
  <inkml:trace contextRef="#ctx0" brushRef="#br0" timeOffset="23">9676 3646 8089,'19'6'-7,"-1"-5"125,-5 3 84,-1 3 0,1-4 100,-1 5 0,0-4 155,1 5-325,-1-7 1,5 8 53,-1-6 0,1 2-232,-5-2 0,1-3 101,-1 3 0,5-2-187,-1-2 1,6 0 95,-1 0 1,2 0-313,2 0 0,0-2-33,0-2 1,0 3-139,-1-3 0,5 1-98,0-1 1,4 2 616,-4-2 0,6-3 0,-4 0 0</inkml:trace>
  <inkml:trace contextRef="#ctx0" brushRef="#br0" timeOffset="24">10458 3708 8041,'7'7'-136,"4"3"-30,-3-6 444,3 6 2,1-3-107,1-1 0,-1 1-13,1-3 0,-1-2-113,0 2 1,1-3 295,-1-1-658,6 0 256,-4 0 1,8 0 118,-6 0 0,7 0-86,-3 0 0,0-4-496,0 0 346,1-6 0,5 9-427,3-3 0,-3-2 302,3 2 1,-3 0 300,-1 4 0,0-5 0,0-2 0</inkml:trace>
  <inkml:trace contextRef="#ctx0" brushRef="#br0" timeOffset="25">11078 3746 8041,'6'6'-567,"0"1"-72,7-3 1,-1-1 1051,1 5 0,-5-5-4,0 1 1,-4 2-180,5-2 0,-5 0 230,4-4-351,0 0-106,5 0-419,-1 0 349,0 0 330,-5 0-125,4 0-31,-9 0-437,3 0 120,-5 0 297,0 0-71,-5 0 1,2 0-26,-5 0 0,4 0 11,-5 0 0,5 0-168,-4 0 1,1 1-657,-1 4 308,-3-4 1,5 6 660,-2-3 0,1-3 715,3 4-862,3 1 0,-9-3 0,6 5 0,0-5 0,4 8 0,0-4-242,0 6-12,0-1 255,0-5-20,0 4 0,0-4-71,0 5-272,0 1 180,0-7 0,4 5 34,0-2 1,0 2 147,-4 1 0,4 1 0,0-1 0,0 0 0,-4 1 0,0-1 0,0 1 0,0-1 0,0 0 0,0 1 0,0-1 0,0 1 56,0-1 1,0 0 72,0 1 0,0-1-129,0 1 0,0-1-1,0 0 1468,0 1-983,-5-6 0,4 4 111,-4-3-356,4 3-1029,-4 1 568,3 1 0,-3-5-39,5 0 261,0 1 0,5 3 0,2 0 0</inkml:trace>
  <inkml:trace contextRef="#ctx0" brushRef="#br0" timeOffset="26">11152 4589 8017,'-1'11'-7,"-3"-3"0,1 3-19,-5-3 0,5 3 125,-1 2 0,3-1 43,1 1 0,0-1-259,0 0 1,0 1 116,0-1 1,0 1-303,0-1 1,0-4 111,0 1 1,0-1 189,0 4 0,5 6 0,2 2 0</inkml:trace>
  <inkml:trace contextRef="#ctx0" brushRef="#br0" timeOffset="27">11140 5159 7972,'0'13'-704,"0"1"493,0 2 1,0-2 209,0 2 1,0-2 160,0-1 1,0-1-88,0 0 2,0 1 0,0-1-30,0 1 1,0-1-53,0 0 0,0-3 47,0-1 1,1 0-397,4 5 0,-4-1 356,3 0 0,3 1 0,0-1 0</inkml:trace>
  <inkml:trace contextRef="#ctx0" brushRef="#br0" timeOffset="28">11190 5631 7946,'0'24'-4,"-4"1"-37,-1 0 1,-3 0 174,4 0 0,-2-2 140,2-2 0,3 2-68,-3-2 1,2 1 13,2-1 1,0-3-203,0-6 1,0 0 105,0 1 0,5-5-183,-1 0 0,4-4 89,-4 5 1,4-5-532,-3 4 0,3 0 55,-4 5 1,4-1-78,-4 1 1,0-1 236,-4 0 0,0 2 111,0 3 0,0-2 252,0 5 0,0 0-125,0 0 1,0 4 410,0-3 0,0-2-130,0 2 1,0-1-2,0 5 0,0-4 83,0-1 1,0-3-28,0 4 0,0-6-18,0 1 0,-1-2-64,-3-2 0,3 1-218,-4-1 0,4 1 61,1-1 1,0 0-171,0 1 1,0-5 58,0 0 1,0 1-177,0 3 1,0 0-65,0 1 141,0-1 1,0 1 0,0-1 0,0 0 47,0 1 1,0-4 165,0 4 1,0-3-126,0 6 0,0-2 203,0-2 1,0 5 33,0-1 0,0 6 29,0-1 0,0-2-196,0 2 1,0-2 42,0 2 1,0 1-90,0-5 0,0 3 97,0-3 1,-1-2-174,-3-7 0,2 3 82,-2-3 0,3 4-197,1 0 150,-6 0 1,5 1-7,-3-1 1,1 1-261,-1-1 0,2 4 89,-2 1 0,3 1-20,1-2 0,0-2 286,0 3 0,0-2 0,0 1 0,0-2 0,0 3 0,0 1 0,0-2 0,0 1 0,0-5 0,-2 5-50,-2-1 1,3 2 374,-3-1 0,-2-4 321,2 4 1,-4-2 48,4 2 0,0-4-269,4 4 0,-5-3 390,1-2-307,0 6-344,4-4 29,0 4 1,0-10-113,0 0 26,0-5 1,2 3-935,2-6-911,-3 5 929,5-3-796,-1 9 1109,-3-5 1,3 7 494,-5-1 0,0 1 0,0-1 0</inkml:trace>
  <inkml:trace contextRef="#ctx0" brushRef="#br0" timeOffset="29">11103 7764 7840,'0'18'-1,"0"-4"71,0 2 0,-2-2 139,-2-2 1,3 1 145,-3-1 0,2 0-71,2 1 0,0-5-147,0 0 46,0-5-68,0 8-185,0-9 231,0 3-618,0-5 0,0-1 188,0-3 0,0 1-276,0-5 0,2 3-119,2-3 335,-3 5 1,5-3-58,-6 1 396,0 4 221,-6-5 0,4 6-73,-7 0 588,7 0-534,-10 0 0,7 2 20,-3 2 1,-3-3-19,2 4 1,3-4-136,-3-1 0,1 4-646,-4 0 0,3 0 131,1-4 436,0 0 0,-10 0 0,-1 0 0</inkml:trace>
  <inkml:trace contextRef="#ctx0" brushRef="#br0" timeOffset="30">10669 7938 7829,'-13'12'-123,"1"-4"123,-1 0 0,1-3 517,0 3 0,-1-5-115,1 1 0,-1 1-294,1-1 0,0 1 19,-1-5 0,5 0-543,0 0-373,-1 0 5,-3 0 0,0-6 784,-1-2 0,1-3 0,-1-2 0</inkml:trace>
  <inkml:trace contextRef="#ctx0" brushRef="#br0" timeOffset="31">10185 7950 7826,'-19'0'0,"-1"1"281,4 3-113,2-2 0,-4 3-202,6-5 1,-1 0 67,1 0 0,-1 0-145,1 0 0,0 0 86,-1 0 0,-1 0-18,-2 0 1,2 0 52,-3 0 1,4 0-284,0 0 0,-3 0 95,-1 0 1,1 0 177,3 0 0,-5-5 0,-1-2 0</inkml:trace>
  <inkml:trace contextRef="#ctx0" brushRef="#br0" timeOffset="32">9589 7987 7826,'-18'7'-518,"3"3"-65,-5-6 1,2 0 1350,-7-4-396,3 5 0,-9-3-284,7 2 0,-1-3 83,0-1 0,2 0 46,2 0 1,-1 4-29,5 1 1,1-1 587,3-4-518,-5 0 1,5 0 41,-4 0 0,8 0-117,0 0 0,5 0 25,-4 0 0,4 0-475,-5 0 0,5 0 200,-4 0-844,0 0 0,-5-2 511,1-2 0,0 3 399,-1-3 0,-5-3 0,-1 0 0</inkml:trace>
  <inkml:trace contextRef="#ctx0" brushRef="#br0" timeOffset="33">8795 8037 7823,'-24'5'0,"-1"-3"302,0 2 1,0 1-140,0-1 0,5 1-176,-1-5 1,6 0-435,-2 0 1,4 0 263,0 0 1,1 0-316,-1 0 0,0-5 88,-4 1 410,3-5 0,-9 2 0,3-6 0</inkml:trace>
  <inkml:trace contextRef="#ctx0" brushRef="#br0" timeOffset="34">8212 8000 7823,'-18'0'0,"1"1"373,-4 3 1,2-3-22,2 4 0,2-4-317,-6-1 0,6 1 112,-2 3 0,0-2-285,0 2 1,-4-3 21,5-1 1,-5 0-90,5 0 0,-6 0-2,1 0 1,-7 0 113,-1 0 0,2 0-324,6 0 1,-2 0 134,2 0 0,-2 0 282,-2 0 0,0-5 0,0-2 0</inkml:trace>
  <inkml:trace contextRef="#ctx0" brushRef="#br0" timeOffset="35">7443 8012 7823,'-19'0'0,"0"0"0,2 0 988,3 0-588,-4 0 0,6 0-394,0 0 24,-6 0 1,4 0 76,-3 0 1,4 0-53,0 0 1,-1 0-166,-2 0 1,1 0 78,-6 0 1,4 0-71,-3 0 0,0 0 83,0 0 0,-4 0-287,4 0 0,0-1 7,0-4 0,0 4-64,0-3 1,-2 3 115,5 1 1,-4-2-12,5-2 1,-5 3 190,5-4 0,-6 4-84,1 1 1,-1-4 130,1 0 0,-2 0-120,2 4 1,-2 0 254,-2 0 0,4 0 74,1 0 1,-1 0 95,-4 0 0,2 4 136,2 0 0,-2 4-161,2-4 1,-3 6-103,0-2 0,3-1 1,0 1 1,5-3-514,-5 3 1,4-1 195,-3 1 0,5-1-62,-2-3 1,3-3-24,2 4-355,0-4 370,-1-1 0,1 0-150,-1 0 377,1 0 0,-6-6 0,-1 0 0</inkml:trace>
  <inkml:trace contextRef="#ctx0" brushRef="#br0" timeOffset="36">6041 8062 7823,'-19'0'0,"-3"-5"0,6 1 751,-7 0 0,14 4-245,-4 0 1,4 0-813,-4 0 0,5 0 122,0 0 0,0 0 52,-5 0 1,1 0 141,-1 0 0,1 0-224,0 0 1,-1-1 8,1-3 1,-1 2-16,1-2 0,-1-1-171,1 0 0,-4 0 122,-1 1 0,0 1-5,5-5 0,-2 4 274,-2-5 0,2 5 0,-3-4 0,4 4 0,0-4 0,-3 5 0,-1-1 0,-4-2 272,5 2 0,-5 0-127,5 4 0,-5-1 357,4-4 1,0 4-190,0-3 0,3 2-3,-2 2 1,-2 0 8,1 0 1,1-4-173,3 0 1,-3 0 56,-1 4 0,1-4-158,3 0 0,1 0 65,-1 4 0,1-4-145,0-1-496,-1 1 338,1 4-1347,5 0 1539,1 0 0,6-5 0,0-2 0</inkml:trace>
  <inkml:trace contextRef="#ctx0" brushRef="#br0" timeOffset="37">4106 7305 7882,'-7'0'705,"-4"0"-333,4 0 0,-1-1-296,0-4-27,5 4 207,-2-4 1,6 5-109,3 0 0,4 0 55,9 0 1,-2-2-79,6-2 0,1 3-22,7-3 1,-2-2-95,6 2 0,0-2 145,5 2 0,0 3-392,4-3 0,-2 2 149,5 2 1,-4 0-438,5 0 1,-6 5 270,1-1 1,-8 5-116,-4 0 0,-3-4-500,-1-1 0,-5-2 79,-4-2 791,-2 0 0,-2-6 0,1-1 0</inkml:trace>
  <inkml:trace contextRef="#ctx0" brushRef="#br0" timeOffset="38">4739 7131 7882,'-13'-5'109,"1"3"120,0-2 0,-5 2 363,1-3-431,-6 4 0,8-4 66,-3 5 1,3 0 256,2 0-272,0 5 145,-1-4-357,6 10 0,3-8 69,8 5 1,-1-5-121,5 1 1,5-2 24,3-2 0,1 4-124,-5 0 1,5 2 8,-1-2 1,2-2 16,-1 7 0,-3-5 85,2 4 0,-2-1 32,-2 1 1,1 3-18,-1-2 1,-4 2 12,1 1 0,-7 0 149,3 1 0,-4-1-89,-1 1 0,-1 0 94,-4 4 1,-3-3-367,-8 2 0,0-2-810,-4-2 1033,-1 1 0,-9-1 0,-2 1 0</inkml:trace>
  <inkml:trace contextRef="#ctx0" brushRef="#br0" timeOffset="39">3895 6499 7992,'7'-13'1548,"-1"1"-1285,-6 0 1,0 3-39,0 1 1,-6 5-16,-2-1 0,1 8-240,-1 5 1,-2 3 5,-6 5 1,2-2-44,-3 5 0,3 1-93,2 4 1,1 0 147,3-1 1,-3 0-134,2-3 0,4 1 13,1-6 1,2 1-20,2-5 0,2-1 54,2-3 1,3 2 34,5-6 1,1 2 0,0-4-17,4 3 0,-2-1 25,6-4 1,-6 1 131,2 3-131,2-2 0,-5 9 259,2-3-241,-2-3 15,-7 6 283,-2-4-267,-5 6 0,-1 0-275,-3 4 7,-3-3 268,-5 4 1,-5-3-411,0-3 198,1 9 215,3-18 0,-4 8 0,-3-11 0</inkml:trace>
  <inkml:trace contextRef="#ctx0" brushRef="#br0" timeOffset="40">3821 6511 7992,'7'0'-244,"4"0"1243,-10 0-412,10 0-416,-4-5 0,5 2 69,1-5 0,3 4-603,1-5 1,5 7 130,-1-3 232,8-1 0,2-1 0,7-6 0</inkml:trace>
  <inkml:trace contextRef="#ctx0" brushRef="#br0" timeOffset="41">4329 6400 9455,'-8'0'614,"0"0"0,4 0-369,-4 0 1,3 4-96,-3 0 1,0 6 96,-5-2 1,1 8 0,0 5 0,-1 2-420,1 2 151,-1 6 0,2 0-745,3 6 1,-2-3 480,6-1 1,0-7-283,4-1 0,0-2 107,0-6 460,0-6 0,6 0 0,1-5 0</inkml:trace>
  <inkml:trace contextRef="#ctx0" brushRef="#br0" timeOffset="42">4379 6350 8019,'0'-19'756,"0"1"-379,0 5 766,-5 1-724,-2 0 0,-2 5 664,1 3-761,5 2 0,-2 8-254,5 2 1,0 3-507,0 1 0,1 6 321,3 3 0,-1 4-589,5 4 1,1-2 422,3 6 1,1-4-200,-1 4 1,0 0 122,1 5 1,-1-1-325,1 0 0,-1-4-16,0 0 699,1-5 0,-1 8 0,1-5 0</inkml:trace>
  <inkml:trace contextRef="#ctx0" brushRef="#br0" timeOffset="43">4255 6610 8019,'-12'-5'840,"-1"4"1,5-5-255,0 6-260,5-5-113,-3 3-88,6-3 4,0 5 0,6 0-185,2 0 86,9 0 255,-3 0-1401,14 0 623,-7 0 493,15 0 0,-4 0 0,5 0 0</inkml:trace>
  <inkml:trace contextRef="#ctx0" brushRef="#br0" timeOffset="44">6153 8285 7880,'0'-13'0,"-1"1"0,-3 0-75,2-1 107,-3 1 1,3-1 203,-2 1-187,3 5-29,-5-4 0,6 8-87,0-5 331,0 5-231,0-8 0,2 10 91,2-3 0,-1 2-72,5 2 1,-5 2 91,1 2 0,1 3-68,-1 5 1,5 6 12,-5 3 0,1 4-134,-1 3 0,-2 0-114,2 5 1,-3 0 104,-1 4 1,0-4-125,0 1 1,0-1 52,0 4 1,0-5-27,0-4 1,0-1 55,0-3 1,-4-4-194,0-4 235,0-2 1,2-7-2,-2-3 0,3-8-151,-3-4 0,2-5 129,2-3 1,-4-2 67,0-3 0,0-2-70,4 2 0,-1 2 189,-3-2 1,1 5-64,-5-5 1,5 6 158,-1-2 1,-2 3-8,2 2 0,-2 4 6,2-1 1,3 5 333,-3-4-365,2 5 1,2 3-14,0 9 1,0 2 20,0 1 1,2 5-333,2-1 1,1 6 35,4-1 1,2-2 24,-3 2 0,2-5-1,-2 5 1,2-6 104,-6 2 1,4-4-150,-4 0 128,6-1-19,-3-5 1,1-1 13,0-6 1,-4-6-72,5-2 0,-5-9 67,4-3 0,0-5-239,5-4 1,-1 1-321,1-5 1,-1 4 572,0-4 0,1 6 0,-1-4 0</inkml:trace>
  <inkml:trace contextRef="#ctx0" brushRef="#br0" timeOffset="45">9602 8297 6546,'0'-7'-587,"-2"0"867,-2 3-190,3 3 278,-5-10-160,6 4 181,0-5-124,0-1-164,0 1 1,0-1 182,0 1 20,0 5-197,0-4 0,0 8 129,0-5 22,0 5 1,0-1-141,0 8 1,0 5-72,0 7 1,-4 3 20,0 6 0,0 7-140,4 5 0,0 0-129,0 5 1,0 0 104,0 0 0,0 2-100,0-7 1,0 2 42,0-11 1,1-4-36,3-8 1,-2-2-8,2-1-368,3-6 266,-6-7 0,5-7-31,-6-6 0,0-1 328,0-2 0,-4 2 0,-1-2 0,-4 2-98,1 1 0,1-3 98,-2-1 0,3 1 0,-3 3 0,0 1 69,4 0 0,-4-1 464,1 1 0,2-1 64,2 1-81,-3 5-9,6-4-334,-5 10 0,6 1-147,0 8 0,0 4 83,0 5 0,1 2-182,4 6 1,-3 0 43,7 0 1,-5-1-74,4 1 1,-5 0 15,1 0 1,1-2 54,0-2 0,3 1-13,-4-5 1,0-1 37,-4-4-76,6-5 1,-4-1 70,7-6 0,-7-2-56,3-2 1,0-7 47,-1-5 0,4-6-70,-3 1 0,4-4 98,0-4 0,-3 3-24,3-3 0,-5 7-314,4 1 0,-5 5-99,1-5 428,3 6 0,-6-3 0,5 6 0</inkml:trace>
  <inkml:trace contextRef="#ctx0" brushRef="#br0" timeOffset="46">2469 12378 7757,'-7'0'-104,"1"-6"166,1 5 0,2-9 164,-5 6-166,5-6 21,-3 9 0,6-6 273,0 3-202,-5 2 151,4-3 1,-5 5-345,6-6 379,0 5-168,0-4-31,0 5 0,1 1 7,4 3 0,-3 3-3,7 5 0,-5 6-44,4 3 1,0 9 67,5 7 0,-1 3-173,0 10 0,-3-2 87,-1 10 1,0-4-232,5 4 1,-1-6 153,1 2 1,-1-9 62,0-3 1,1-13-143,-1-5 0,-4-13 64,1-2 0,-5-7-113,4-2 0,-4-11 43,4-5 1,-3-8-264,3-4 0,-4-8 2,4-6 0,2-10-139,6-2 1,-2-6 41,3-7 0,1 4 284,-2-3 0,5 1 172,-5-1 0,2 7-84,-1-3 0,-3 19 361,2 6-159,-7 8-155,-4 15 1,-5 10-22,0 16 41,0 6 0,0 7 0,0 0 0</inkml:trace>
  <inkml:trace contextRef="#ctx0" brushRef="#br0" timeOffset="47">2890 12750 7542,'-8'0'846,"0"0"-99,5 0-183,-8 0-131,10 0-344,-5 0 0,8 0-5,2 0 1,3 0-214,5 0 1,5 0-436,-1 0 0,10 0 337,-1 0 0,7 0-546,-3 0 1,4-5 772,-4 1 0,5-5 0,-2 2 0</inkml:trace>
  <inkml:trace contextRef="#ctx0" brushRef="#br0" timeOffset="48">3002 12712 7768,'-8'0'0,"0"0"0,-1-5 0,-3 4 0,5-6 0,3 2 0,2 4 0,2-4 0,0 10 0,0 3 0,0 5 1128,0 3 0,2-1-486,2 6 1,-3 1-816,4 7 0,-3-3-364,2 3 0,-2-3 430,2-1 1,1-1 106,0-4 0,4 4 0,-2-5 0</inkml:trace>
  <inkml:trace contextRef="#ctx0" brushRef="#br0" timeOffset="49">3201 12638 7786,'6'0'582,"0"0"0,-6-1-283,0-4 112,0 4-402,0-4 1,0 10 103,0 3 1,0 3-107,0 2 1,0 3-21,0 1 1,1 9-10,4-1 1,-4 7-9,3-4 0,2 7 84,-2-2 1,0 3 209,-4 1 0,4-5-68,0-3 0,0-5-55,-4-3 1,0-3 5,0-6-25,0-5-191,0-1 0,0-17-133,0-6 0,0 1 67,0-1 1,0-2-128,0-2 1,2 3 66,2 2 0,-2-2 79,7 1 1,-5 1 48,4 3 1,-4 5 111,5 0 0,-5 4-132,4-5 1,0 7 11,5-2 1,-2 4 274,-3 4 1,3 7-57,-3 5 0,3 6-12,2-1 1,-2-2-46,-3 2 0,-1 0-174,-3 3 1,-1-3-187,5 0 0,-5-6-813,1 1 1086,-3-7 0,5 2 0,1-4 0</inkml:trace>
  <inkml:trace contextRef="#ctx0" brushRef="#br0" timeOffset="50">3622 12626 7730,'0'-7'-1591,"-4"0"3453,0 3-727,0 2-986,4-3 1,0 3 74,0-2 1,1 3-358,3-3 1,3 2 150,6 2 1,1 0-232,2 0 0,2-1 124,3-3 89,2 2 0,-4-3 0,6 5 0</inkml:trace>
  <inkml:trace contextRef="#ctx0" brushRef="#br0" timeOffset="51">3709 12712 7730,'-16'5'0,"-1"-1"0,1 5 614,3 0 0,1-3-157,-1 3 0,6-5-91,3 4 1,4-5-168,4 1 1,5-3-320,7-1 0,4 0 147,4 0 0,5 0-27,0 0 0,6-5 0,-4-2 0</inkml:trace>
  <inkml:trace contextRef="#ctx0" brushRef="#br0" timeOffset="52">4354 12241 7245,'13'0'-1122,"-5"4"1242,0 0 0,-5 2 658,1-2 1,2 3-399,-2 5 0,1 6-167,-1 3 1,-1 8-120,5 4 0,1 3 96,3 1 1,1 6-126,-1 2 0,0 2 87,1-2 0,-1-2-54,1-6 1,2 3-8,-3-2 1,3-4 1,-6-9 0,-4-6 197,-1-2-43,3-4-195,-6-6 251,5-1-298,-6-6 1,0-6-81,0-2 1,4-8-172,0-5 0,2-8-232,-2-4 0,3-4 242,5-5 0,1-2-40,-1-5 1,5-5 45,-1 0 1,5-1-74,-5 1 1,5 5 95,-4-1 1,-1 7 37,-4 10-173,-5 3 45,-1 11 1,-6 8 296,5 22 0,2 8 0</inkml:trace>
  <inkml:trace contextRef="#ctx0" brushRef="#br0" timeOffset="53">4838 12762 7786,'7'0'0,"-1"0"384,-6 0 384,0 0 1,-6 6-679,-2 2 0,1 3 94,-1 1 1,3 5-79,-3-1 1,5 2 77,-1-1 1,3-3-259,1 2 1,0-2-78,0-2 1,1 1-58,3-1 1,3-4-17,6 1 0,-1-7-166,1 2 0,3-4-58,1-4 0,-1-3 149,-3-5 0,-2-4 47,-3-1 1,1-5 59,-4 1 1,-1 2 127,-4-2 1,-2 5-80,-2-5 1,0 6 257,-8-2 1,2 8 32,-6 0 0,-2 5 14,1-4 0,1 5-151,3-1 0,1 4-64,-1 4 1,2-1 52,3 5 0,-3 1 0,4 3 0</inkml:trace>
  <inkml:trace contextRef="#ctx0" brushRef="#br0" timeOffset="54">5161 12799 7751,'-13'0'533,"5"-1"-268,0-3 0,-1 2-120,-3-2 0,0 3 94,-1 1 0,1 0 99,-1 0 1,2 5-256,3 4 1,-3 2 78,3 1 0,2 0 65,2 1 0,3-1-25,1 1 0,1 3-691,3 1 1,3-5 326,6-4 1,5-1-644,2 2 1,4 0 804,0-5 0,7 0 0,0-4 0</inkml:trace>
  <inkml:trace contextRef="#ctx0" brushRef="#br0" timeOffset="55">5768 12588 8199,'13'0'316,"-1"0"0,1 0-347,-1 0 1,6 5 120,3-1 1,6 0-358,2-4 0,2 4-59,-3 0 326,-1 0 0,9 2 0,-5 1 0</inkml:trace>
  <inkml:trace contextRef="#ctx0" brushRef="#br0" timeOffset="56">5818 12787 7781,'0'8'-1245,"0"0"2583,0-5-867,0 3-254,6-6 1,1 0-561,5 0 1,4 0 208,1 0 1,6 0 133,2 0 0,6-6 0,6-1 0</inkml:trace>
  <inkml:trace contextRef="#ctx0" brushRef="#br0" timeOffset="57">6538 12489 7721,'0'-12'-396,"0"-1"277,0 1 1,0 4 425,0-1 1,4 5 239,0-4-389,0 5 1,-3-2-152,4 5 0,-3 0 105,7 0 0,-5 0-136,4 0 0,0 1 87,5 3 1,-2-1-185,-3 5 1,3-4 70,-3 5 0,3-1-226,2 4 0,-5-1 108,0-2 0,-5 2-108,1-3 228,3 3 1,-6 3 164,4 2-184,-4-2 0,-7 4 444,-2-6-237,3 1 0,-6-1-68,2 1 351,-7-7-266,2 6 1,-4-7 127,6 3 15,-1 3-216,6-9 0,-2 5-90,5-3-5,-6-3 0,9 5-208,-5-6 0,7-2 29,4-2 0,6 3 112,5-3 0,2-2-139,-1 2 1,-2 0-19,5 4 1,-4 0 102,0 0 1,-2 0 122,-2 0 0,-1 5 198,-2 4 0,-4 2-96,-5 1 1,0 0 143,0 1 1,-5 3-14,-4 1 1,-3-1-120,-5-3 1,-1-1-81,-2 1 44,-4-1 0,11-4 104,-4 1-659,-2-7 216,10 4 270,-7-6 0,9-11 0,-5-3 0</inkml:trace>
  <inkml:trace contextRef="#ctx0" brushRef="#br0" timeOffset="58">6922 12650 7774,'7'-1'-16,"-3"-3"0,-2 1 99,-2-5-28,0 5-192,0-2 10,0-1 150,0-1 0,0-5-2,0-1 0,1 1 1,3 0 257,-3-1-176,5 1 0,-2-1-104,0 1 1,5 0 62,-5-1-172,5 1 140,-2-6 0,1 5 31,1 1-203,-6 0 166,8 5 0,-9 0-1,7 3-31,-7 2 3,4 2 1,-5 2 279,3 2-131,-2 3 0,3 7-59,-5 2 0,0 5-32,0 8 1,0-3-53,0 3 0,0 2 63,0 3 0,0-4 12,0-1 1,6 1-4,2-1 0,-1 0-132,1-4 1,2-6 49,6-2 0,-2-5-153,3-4 1,-2-2 52,1-6 0,-2-2-62,3-2 1,-3-4-156,-2-8 185,0 2 1,-1-10-50,-2 4-82,-4-4 84,1-6 1,-5 4 182,3-3-78,-2-3 1,-2 6 25,0-3 0,-2-3 121,-2-1 1,1 3-30,-5 1 0,0 3 178,-5 1 1,5 4 47,0 1 0,5 4 73,-1 0-660,3 8 242,1-3 0,5 9-774,3-2 858,9 3 0,2 1 0,6 0 0</inkml:trace>
  <inkml:trace contextRef="#ctx0" brushRef="#br0" timeOffset="59">7456 12626 7764,'12'0'124,"0"0"1,-5 1 42,-3 3 1,2 3 60,-2 5 1,2 2-380,-2 3 0,-1 2 151,5 6 0,-4 0-229,4-1 1,-1 5 38,1 0 1,3 0 42,-2-4 0,-2-4-57,1-1 1,-4-4 203,4 0 0,-5-8 0,2-2 0</inkml:trace>
  <inkml:trace contextRef="#ctx0" brushRef="#br0" timeOffset="60">7679 12650 5903,'-6'-6'1889,"4"0"-1302,-7 6 1,1 6-401,-4 2 0,-6 8 29,-3 5 0,-2 4-577,-2 4 0,-4-2 151,0 6 87,0 0 0,-1 5 0,-2-1 0</inkml:trace>
  <inkml:trace contextRef="#ctx0" brushRef="#br0" timeOffset="61">13385 8037 6784,'7'0'211,"-1"0"723,-6 0 958,0 0-1710,5 0 1,-3 0 1,9 0-172,-3 0 1,3 0 64,1 0 1,2 0-346,3 0 0,2 0 133,6 0 0,0 0-420,-1 0 0,3-2 266,2-2 1,-5 3-330,1-3 0,-1 2 618,-8 2 0,1 0 0,-5 0 0</inkml:trace>
  <inkml:trace contextRef="#ctx0" brushRef="#br0" timeOffset="62">13559 7863 7827,'0'-8'-70,"0"0"414,0 5-460,0-3 160,0 6 0,0 6-176,0 2 0,0 9-334,0 3 1,0 5 465,0 4 0,6 3 0,0 5 0</inkml:trace>
  <inkml:trace contextRef="#ctx0" brushRef="#br0" timeOffset="63">13323 10542 7805,'13'0'0,"-5"-1"617,0-4-199,-5 4-351,8-4 100,-4 5 0,7 0-106,2 0 0,-1-2-192,6-2 0,0 3 114,4-3 0,1-2-351,3 2 0,-2 0 205,6 4 0,-6 0 163,-3 0 0,7-6 0,-5-1 0</inkml:trace>
  <inkml:trace contextRef="#ctx0" brushRef="#br0" timeOffset="64">13162 9029 7757,'-7'0'367,"2"0"1,5 1-65,0 3-196,0-2 45,0 3 0,0 1 20,0 2-18,0 9 0,0-1-18,0 9 0,1 3 92,3 9 0,3 5-254,6 4 1,-1 6 78,0 2 0,1 4-152,-1-4 0,-4-2 53,1-7 0,-1-7 31,4-9 1,-3-9 63,-1-3-3,-5-3-65,8-7 0,-10-7 64,3-9 0,-2-7-177,-2-5 1,4-4 61,0-4 1,4-2-94,-4-7 0,6-3 85,-2 0 1,-1-6-91,1 1 1,2-2 41,7-1 0,-4-1 135,4 0 0,-2 2-3,2 3 1,-4 3 65,4 9 1,-3 4-653,-2 9 208,0 7-205,1 8 0,-2 10 577,-3 3 0,3 9 0,-4 2 0</inkml:trace>
  <inkml:trace contextRef="#ctx0" brushRef="#br0" timeOffset="65">13671 9475 7733,'-13'0'0,"1"0"530,0 0-298,-1 0 1,1 2-16,-1 2 181,1 3-136,-1 5-288,1 1 128,0 5 1,1-1 72,2 4-364,4 3 150,5-11 1,0 7 120,0-4-732,5-2 457,8 4 0,2-11-2,6-3 0,-1-3-66,5-1 1,-1-1-64,-4-3-295,4-3 302,-5-11 0,0 3 317,-2-6 0,-3 6 0,-8-4-254,-1 2 0,-4 3 254,-1-2 0,-1 2 189,-4 2 1,-6 3-139,-5 1 1,-6 5 140,1-1 1,-6 4-21,-2 4 0,1-1-197,7 5 0,3-4 25,6 5 0,-6-1 0,-1 4 0</inkml:trace>
  <inkml:trace contextRef="#ctx0" brushRef="#br0" timeOffset="66">14018 9500 7783,'-18'13'-1639,"0"-5"1261,-2 0 2022,-4 0-1016,5 5 1,-5 3 38,4 1-153,2-1-245,5-3 0,7-1 167,1 1-471,4-1 188,1 0 1,3-1-274,5-2 126,6 2 0,12-9-750,3 7 0,-1-6 237,5 1 507,0-3 0,9-6 0,3-2 0</inkml:trace>
  <inkml:trace contextRef="#ctx0" brushRef="#br0" timeOffset="67">13522 7987 6927,'7'0'550,"-2"0"-454,-5 0-185,0 6 0,0 1 103,0 5 0,0 0-416,0 1 402,6-1 0,1 6 0,5 1 0</inkml:trace>
  <inkml:trace contextRef="#ctx0" brushRef="#br0" timeOffset="68">2804 13915 7917,'5'7'-2044,"-3"0"3583,2-3-440,-3-2-345,-1 9-604,0-4 0,-4 5 82,0 0 0,-5 5 0,5 0 0,-5 5-14,0-2 0,-2 0-168,-1 0 1,4 1 68,-1 4 1,1-1-161,-4 1 0,-1-4 72,1 0 0,4-6 83,-1 1 1,7-6-848,-2-2 387,2-5-93,2 3 304,0-6 1,6-5-20,2 1 0,3-4 60,1 4 1,1-4-80,-1 3 0,2 1 71,3 4 1,-2 0 7,5 0 1,-4 0 122,0 0 0,2 7-68,-1 6 0,-1 0 193,-4 8 1,1-4-63,-1 3 1,-5 1 95,-3 4 0,-2 0-22,-2-1 0,0 1-15,0 0 0,-6-4-67,-2-1 1,-7 0 12,-2 0 0,-3-2-447,3-5 0,-5-2 187,1-3 1,-1-3-1275,2-5 1437,-4 0 0,10-5 0,-4-2 0</inkml:trace>
  <inkml:trace contextRef="#ctx0" brushRef="#br0" timeOffset="69">2754 13965 8548,'-7'0'723,"2"0"0,6 0-741,3 0 1,3 0 95,5 0 1,6 0-449,3 0 1,4 0 219,4 0 1,2-4 149,7 0 0,-1-11 0,0 1 0</inkml:trace>
  <inkml:trace contextRef="#ctx0" brushRef="#br0" timeOffset="70">3337 14300 7716,'7'5'485,"-2"-3"-68,-5 3 39,0-5 2098,0 0-2600,6 0 1,-3 0 121,5 0-159,0 0 0,5-4-16,-1 0 0,5-1 85,-1 0 0,2 4-66,-1-3 0,-2 1 38,5-1 1,0 3-156,0-4 1,4 4-47,-3 1 1,2 1 14,2 4 1,-5-4 36,1 3 0,-6-2 69,2-2 1,1 0-187,-2 0 0,1 0 51,-5 0 0,-3-2-450,-1-2 0,-1 1 707,1-5 0,-3-6 0,-5-5 0</inkml:trace>
  <inkml:trace contextRef="#ctx0" brushRef="#br0" timeOffset="71">3387 14436 7876,'-9'2'63,"1"2"1,4-3 150,-4 3 0,4-2 65,-5-2-38,7 5 0,-5-3 135,3 2-68,2-3-128,-3-1 1,6 0-5,3 0 0,-1 0-79,5 0 1,0 0-106,5 0 1,1 0 22,2 0 0,-1 0-7,6 0 0,-4 0 99,3 0 1,2 0-176,7 0 1,-3 0-1,3 0 0,3 0-38,1 0 0,-3-4 19,-1 0 1,-2-2-197,-3 2 0,-3 3-991,0-3 1274,-6 2 0,3 2 0,-6 0 0</inkml:trace>
  <inkml:trace contextRef="#ctx0" brushRef="#br0" timeOffset="72">4540 13804 7872,'0'-13'0,"-4"5"243,0 0 0,0 0-105,4-5 0,0 5-87,0 0 123,0-1-268,0-3 0,0 4 74,0-1 1,0 5 251,0-4-212,0 5 1,4-4 92,0 3 1,2 3-131,-2-3 0,-1 2-26,5 2 1,-5 2 118,1 2 1,1 3 28,-1 5 0,1 6 5,-5 3 0,1 2-116,3 2 0,-3 5 76,4 3 1,-3 3-117,3 1 1,-3-1 107,7-3 0,-5 2-75,4-6 0,0 0 20,5-5 0,3-4-96,1-4 0,3-3-38,-3-5 0,4-3 76,-5-5 0,5-6-135,-5-7 0,5-5 95,-4-7 0,-1-1-70,-3-3 0,-1 2 53,0-6 1,-3 4 123,-1-4 1,-5 1-33,1-1 1,-3 1 6,-1 3 1,-1 3 99,-3-3 0,1 4-67,-5 5 1,-1 2 41,-3 5 1,0 5-48,-1 0-894,6 5 875,2-2 0,5 5 0,0 0 0</inkml:trace>
  <inkml:trace contextRef="#ctx0" brushRef="#br0" timeOffset="73">5049 13829 7841,'0'-13'-155,"0"5"263,0 0 285,0 5 73,0-8-305,0 10 0,0 1-41,0 8 0,0 4-120,0 5 0,6 2-1,2 6 0,-1 0-169,1-1 1,0 0 214,5-3 1,-1 2 30,0-2 1,-3 1-77,-1-2 0,6 4 0,5-5 0</inkml:trace>
  <inkml:trace contextRef="#ctx0" brushRef="#br0" timeOffset="74">5223 13804 7841,'-7'0'859,"-4"0"0,4 0-847,-6 0 0,1 5 71,0 4 1,-1 2-142,1 1 1,-2 6 110,-2 3 1,0 6-700,-4 2 1,0 6 645,0-2 0,-9-3 0,3 0 0</inkml:trace>
  <inkml:trace contextRef="#ctx0" brushRef="#br0" timeOffset="75">4478 14312 7836,'-7'0'1179,"-4"0"-1046,10 0-121,-4 0 1,10 0 1,3 0 0,9 0-70,4 0 1,3-1 32,5-3 1,9 1 119,7-5 1,3 1-255,2-1 1,5-3-219,3 2 1,-2 2-805,2-1 904,0 5 0,-7-8 0,-3 4 0</inkml:trace>
  <inkml:trace contextRef="#ctx0" brushRef="#br0" timeOffset="76">4888 14424 7915,'0'7'235,"0"-2"1,-2-1 168,-2 1 1,1-1-21,-5-4 24,5 5 100,-8-3-308,5 9 0,-7-6 12,1 3 1,3 3-260,1-2 1,0 2 71,-5 1 1,1 1-117,0-1 0,-1 0 54,1 1 1,1 1-46,3 2 0,-3-6 74,2 2 0,2-2-142,-1 2 1,5-4 10,-1 1 1,3-5-248,1 4 227,5-5 0,8 2-88,7-5 0,0 0 120,0 0 1,7-1 18,6-3 0,-2 2-438,2-2 0,-4-1 143,4 1 0,3 0-264,2 4 667,2 0 0,-9-6 0,6-1 0</inkml:trace>
  <inkml:trace contextRef="#ctx0" brushRef="#br0" timeOffset="77">4925 14486 7866,'0'-7'0,"-6"2"0,5 5 0,-4 0 0,5 0 0,0 5 0,0 3 0,0 5 0,0 3 0,4 5 329,0 8 0,4 3-51,-4 5 1,4 0-279,-3 0 0,4 0 0,-2 1 0</inkml:trace>
  <inkml:trace contextRef="#ctx0" brushRef="#br0" timeOffset="78">5620 14337 7978,'-7'0'701,"1"0"-421,6 0-58,0 0 0,10 0-274,2 0 1,9 0 102,0 0 0,3-4-591,5 0 0,-1-2 306,5 2 1,-4 3 233,4-3 0,-5-3 0,2 0 0</inkml:trace>
  <inkml:trace contextRef="#ctx0" brushRef="#br0" timeOffset="79">5793 14201 7801,'-1'-7'55,"-3"3"-55,2 2 100,-9 2 0,10 2 169,-3 2 1,2 4-240,2 9 1,0-2-171,0 5 1,2 5-157,2 4 0,-3 1 296,4-1 0,1-2 0,1 3 0</inkml:trace>
  <inkml:trace contextRef="#ctx0" brushRef="#br0" timeOffset="80">6302 14288 8488,'19'-5'27,"6"1"0,11-1-10,9 1 0,9-3 101,4-6 0,10 2-478,-31 7 0,0 0 0,0-2 0,0 1 377,3 0 0,-1 2 0,-3 0 0,-2 0-356,32-1 1,-9 3 258,-7 1 0,-4 0-280,-8 0 0,-9 0 414,-13 0 0,-2 0 0,-2 0 0</inkml:trace>
  <inkml:trace contextRef="#ctx0" brushRef="#br0" timeOffset="81">6500 13605 7639,'0'-12'-419,"-1"0"970,-3-1-642,3 6 137,-5 2-45,6-1 1,1 5 44,4-3 1,-3-2 86,7 2 0,-1 0-75,4 4 1,1 0-69,-1 0 0,-4 0 2,1 0 0,-1 0-28,4 0 26,-5 0 0,-1 5 43,-6 4 0,0 2-85,0 1 1,-2 5 55,-2-1 1,-3 2 65,-5-1 1,-1-2-69,1 6 1,0-6 119,-1 1 1,-2-2-67,3-2 1,-4-1 64,8-2-97,-3 2 0,-1-4-62,5-1 74,1 0 0,12-6-162,2 0 1,3 0 28,2 0 1,3 0-75,1 0 1,3 0 112,-3 0 1,4 0-13,-5 0 0,5 4 81,-5 0 0,1 5-67,-5-5 1,1 5 207,-1 0 0,-5 2-113,-3 1 1,-3 2 80,-1 2 1,-5-1-98,-3 6 0,-3-6 109,-2 2 0,-5 1-180,-2-2 0,0 1 92,0-5 1,3-5-397,-4-3 0,6-2 61,-1-2 291,2 0 0,-4-11 0,-1-3 0</inkml:trace>
  <inkml:trace contextRef="#ctx0" brushRef="#br0" timeOffset="82">6798 13767 7805,'-12'0'298,"1"-2"-200,2-2 1,3 3 85,1-3 0,4 1-44,-3-1 174,-3 2-402,6-9 1,-5 4-21,6-5 1,1 4 110,4-1 1,-3 1-86,7-4 1,-5-1 74,4 1 0,-1 0-83,1-1 1,3 2 82,-2 3 0,-3-3-19,3 3 1,-5 1 36,4-2 36,-5 7 1,4-4 257,-3 6-235,-3 0 0,5 7 10,-6 5 1,0 2 113,0 7 0,0 1-32,0 7 1,4-2-61,0 7 1,0-6-125,-4 6 1,4-7 108,0 2 0,6-3-78,-2-1 1,-1-2 4,2-2 0,-1-3-107,4-6 1,1-5 52,-1-3 1,0-2-124,1-2 1,-1-6-103,1-2 1,-2-8 77,-3-5 0,2-3 2,-6 0 0,4-1 50,-4 0 0,0-4 146,-4 0 1,0-4-115,0 4 0,0-4 119,0 4 0,-1-4 53,-3 4 1,-2-4-66,-2 4 1,-2 0 150,6 4 0,-4 6-8,4 3-78,-6-4-288,9 12 1,-3-3-393,8 11 0,4 0 196,9 0 1,-4 4 414,4 0 0,2 6 0,0-3 0</inkml:trace>
  <inkml:trace contextRef="#ctx0" brushRef="#br0" timeOffset="83">7145 13729 7805,'0'-12'-648,"0"0"485,0-1 1,0 5 851,0 0-63,0 5-152,0-3-266,0 6 0,0 6 10,0 2 0,2 9-100,2 3 0,-1 2 3,5-1 1,-1 3-315,1-4 1,3 4 149,-3 0 1,2 1-524,-2 0 1,2-4 102,-6-1 463,6-4 0,-3 1 0,5-4 0</inkml:trace>
  <inkml:trace contextRef="#ctx0" brushRef="#br0" timeOffset="84">7319 13729 8130,'-12'0'109,"3"0"-1,1 0 0,0 2-73,-4 2 1,-1 3 159,1 5 1,-1 2-81,1 3 0,-6-2-426,-3 5 0,2 1-130,-2 4 1,2 4-864,-2 0 1304,-2 0 0,4-5 0,-6 1 0</inkml:trace>
  <inkml:trace contextRef="#ctx0" brushRef="#br0" timeOffset="85">6786 14461 7758,'7'-7'743,"-2"2"-541,-5-1 0,4 3 535,0-5-81,1 5-23,-5-8-225,0 10 332,0-4-490,-6 5 1,-1 6-69,-5 7 0,-1 5-17,1 7 1,0 1-14,-1 3 1,1 2-145,-1 7 1,5-1 58,0 0 1,5-4-313,-1 0 0,4-5 151,4 1 0,4-9-154,9-3 1,-2-5-61,6-4 1,-1-2-223,5-6 1,-4-1 105,-1-4 1,0-3-78,0-8 1,-2 1 245,-5-6 0,-5 2 29,0-2 1,-5-1 452,1 5 0,-4 1-199,-4 3 1,-8 6 425,-9 3 1,2 3-208,-2 1 0,0 0-37,-3 0 0,-1 5-449,0 4 1,6 2 238,2 1 0,9 1 0,2-1 0</inkml:trace>
  <inkml:trace contextRef="#ctx0" brushRef="#br0" timeOffset="86">2407 16148 7906,'-7'0'711,"1"0"-902,1 0 0,3-2 165,-2-2 81,3 3 70,1-5 0,1 2-26,3 0 1,3-1-44,6 1 1,0 1-33,4-5 0,2 5-174,6-1 1,0 1 85,0-1 0,1 2-254,3-2 0,-2 3 124,6 1 1,1 5-178,3 4 1,-4 2 85,0 1 1,-5 0 284,0 1 0,10 5 0,0 1 0</inkml:trace>
  <inkml:trace contextRef="#ctx0" brushRef="#br0" timeOffset="87">2444 16297 7906,'-8'0'-27,"-1"0"1,5 0 191,-4 0 207,5 0-493,-8 0 138,10 0 38,-5 0 258,6 0-122,0 0 0,6 0-177,2 0 1,0 0 101,5 0 1,-4 0-261,8 0 1,2 0 113,2 0 0,4-2-56,4-2 0,-2 3 18,6-3 1,0-2-246,5 2 1,0-4-7,4 4 1,-4-1-394,3 5 571,-2 0 1,-2-5 0,0-2 0</inkml:trace>
  <inkml:trace contextRef="#ctx0" brushRef="#br0" timeOffset="88">2903 15987 7878,'8'0'-885,"0"0"663,-5 0 1,8 0 441,-3 0 1,-1 0 204,2 0-693,-1 0 208,10 0 1,0 1 51,2 3 1,0-1 31,-4 5 1,2-4-8,3 5 1,2-5 3,-2 4 0,-2-1-20,2 1 1,-2 3 51,2-3 0,-3-1-30,-6 2 0,1-3 50,-1 3 0,-4 2-7,1-3 1,-7-1 81,2 1 1,-2-4-44,-2 5 1,-6-5 8,-2 4 1,-7 0-120,-2 5 0,-5-5 81,2 0 0,-4 0-109,-1 5 1,2-1 98,2 1 0,-2-1-350,2 0 0,-2-1 44,-2-2 240,6 2 0,1-4 0,5 5 0</inkml:trace>
  <inkml:trace contextRef="#ctx0" brushRef="#br0" timeOffset="89">3002 15987 7898,'0'-7'278,"0"1"-232,-5 6-105,3 0 0,-3 6 88,5 2 0,0 4-34,0 5 1,0 6 101,0 6 1,0 6-427,0-2 1,0 1 328,0-1 0,5 9 0,2-4 0</inkml:trace>
  <inkml:trace contextRef="#ctx0" brushRef="#br0" timeOffset="90">3883 15850 6566,'5'-12'-677,"-3"4"1451,2-1 1,-3 5 354,-1-4-944,0 5 48,0-2-58,0 5 1,0 5 42,0 3 0,0 9 10,0 4 0,0 8-169,0 4 0,4 4 85,1 4 0,3 3-111,-4 6 0,6-1 13,-2 1 1,3-2-35,1-2 0,1-4 84,-1-4 0,1-7-186,-1-2 1,-1-8-120,-3-4-42,3-9 54,-4-3 160,0-5 1,-1-5-157,-6-3 1,4-5 106,0-3 1,1-5-293,-1-8 0,-1-3 158,6-5 1,-1-6 118,4-2 0,-4 1 90,1-2 1,0 1-137,8-5 1,-3 1 277,2-1 1,-2 7-77,-2 6 0,-1 5 241,-2 8-13,2 4-649,-10 8 1,6 6-77,-3 6 1,-2 6 441,2 2 0,3 3 0,-1 2 0</inkml:trace>
  <inkml:trace contextRef="#ctx0" brushRef="#br0" timeOffset="91">4267 16222 8940,'7'0'53,"-1"0"1,-1-1 26,4-3 1,2 2-84,1-2 0,2 1-281,2-1 1,4 3 98,5-3 0,-1 1-440,1-1 1,4 3 624,0-4 0,0-1 0,-4-1 0</inkml:trace>
  <inkml:trace contextRef="#ctx0" brushRef="#br0" timeOffset="92">4454 16173 7891,'-9'0'168,"1"0"1,4 0-74,-4 0 0,3 0 72,-3 0 0,4 1 30,-4 3 1,5-1 44,-1 5 1,-2-2-67,2 6 0,0-2 40,4 6 0,0 4-120,0 0 0,0 8-164,0 1 1,0 4-288,0-4 1,1 0-440,4-4 1,-3-1 173,7 1 620,-1-11 0,4 2 0,1-9 0</inkml:trace>
  <inkml:trace contextRef="#ctx0" brushRef="#br0" timeOffset="93">4652 16049 7805,'-8'4'337,"-1"0"1,5 4-62,-4-4 0,4 5 139,-4-5-390,5 5 1,-4-2-257,3 6 1,3-5 191,-4 0 1,4 0 118,1 5 1,0 1 75,0 2 1,0-1-26,0 6 0,1 0-1,4 3 0,-4 5-100,3 0 1,-3 6 30,-1-2 0,0-1 71,0 1 1,0-6-23,0 2 0,0-4-6,0-4 1,0-3 95,0-6-305,0 0 168,0-5-104,0-1 114,0-6 1,0-2-147,0-2 1,0-3 61,0-5 1,0 4 7,0-1 1,0 1-114,0-4 0,2-1-145,2 1 0,-1 0 14,5-1 1,-4 1 122,4-1 1,-4 5 153,5 0 0,-5 4-168,4-5 154,0 7 0,5-8-103,-1 6 221,1 0 0,-1 5-53,0 3 0,-3 3-37,-1 6 1,-1 0-172,1 4 1,2-3 84,-6 2 1,0 2-574,-4-1 1,4-1 614,0-3 0,0-1 0,-4 0 0</inkml:trace>
  <inkml:trace contextRef="#ctx0" brushRef="#br0" timeOffset="94">5049 16086 7786,'-7'7'1005,"-3"0"-978,6-3 179,0-3-74,4 5 22,0-6 1,6 0-60,2 0 1,3 0-48,1 0 1,6 0-166,3 0 1,4-4-211,4-1 0,-2-4 207,6 0 0,-4 3-609,4-3 1,-5 5 108,1-4 620,-3 0 0,-1 1 0,0 1 0</inkml:trace>
  <inkml:trace contextRef="#ctx0" brushRef="#br0" timeOffset="95">5136 16321 7768,'0'-6'192,"0"-5"0,0 8 132,0-5-29,0 5 357,-6-3-267,5 6-131,-5 0 257,6 0 172,0 0-626,6 0 1,-3 0 172,5 0-259,0 6 0,5-5 109,-1 3 0,0-2-84,1-2 1,3 0 42,1 0 1,1 0-116,-2 0 0,0 0-51,4 0 0,-3 0-58,3 0 1,-4 0-218,0 0 0,-2 0-51,-2 0-1213,-5 0 1666,4 0 0,-9 5 0,3 2 0</inkml:trace>
  <inkml:trace contextRef="#ctx0" brushRef="#br0" timeOffset="96">5880 15912 7885,'13'-12'-1999,"-7"4"3578,-1-1-524,1 7-1012,-4-4 1,5 6-83,-3 0 1,-1 0-106,5 0 1,0-1 168,5-4 0,3 4-40,1-3 1,5 3-110,-2 1 0,0 1 123,0 3 0,0-1-164,0 5 1,2 0 44,-5 5 1,-5-1 97,-3 1 0,-7 3-9,2 1 1,-2 3 198,-2-3 0,-6 5 39,-2-1 1,-8 2 67,-5 2 1,-3-4-28,0-1 0,-1-5-59,0 2 0,0 1 36,0-2 1,6-3-69,3-5 1,2-5-129,1 1 1,1-3 143,0-1-337,5 0 18,1 0 1,6-1 60,0-3 1,2 1-56,2-5 1,3 4 35,5-5 1,-1 5-37,-3-4 0,3 5 83,-2-1 1,3-1-135,4 0 0,-2 1 109,3 4 0,-3 0-5,-2 0 0,0 0-5,1 0 1,1 6 19,2 2 1,-2 3 104,2 1 0,-6 5-108,-2 0 1,-1 5 216,2-2 1,-4 4-8,-5 0 1,-1 5 14,-3 0 1,-5-1 54,-7-7 0,1 1-38,-6-6 0,4-1-54,-3-6 0,-1 2-10,-4-3 0,5-3-245,-1 0 1,2-5 98,-2-5 1,3-1-1151,6-7 1193,-1 1 0,1-12 0,-1-2 0</inkml:trace>
  <inkml:trace contextRef="#ctx0" brushRef="#br0" timeOffset="97">6414 16111 7881,'1'8'-15,"3"0"92,-3-5 1,5 4 104,-6-3 62,0-3 0,0 6 213,0-3-28,0-2 28,0 3-215,0-5-1051,0 0 713,0-5 1,0 2-11,0-5 0,4-1-42,0-3 1,5 0 77,-5-1-227,0 1 238,1-1 1,-2 1-77,5 0 335,-5-1-261,3 1 1,-2 4 188,0-1-49,0 1 1,-4 0-105,0-1 274,6 7-1,-5-9-195,4 9 93,-5-3 96,0 5-120,6 5 1,-5 6-6,3 6-203,-2 5 143,-2 3 1,0 5-166,0 3 144,0 3 0,4-3-118,0 8 1,4-2 108,-4 2 0,6-6-127,-2-2 0,3-7 26,2-1 3,-1 0 0,1-13 38,-1 0-9,0-5 0,1-8-1,-1-3 0,-3-3-3,-1-5 0,-5-5-158,1 0 0,3-5 106,1 2 0,-1-8-135,1-1 0,-4-5 38,4 1 1,-5-3 211,1-1 1,2-1-82,-2 1 0,0 0 241,-4 0 0,0 2-43,0 6 1,-1 2-71,-3 10 0,-2 1-189,-2 3-211,-3 7 182,9 0 154,-9 6 0,10 0 0,-5 0 0</inkml:trace>
  <inkml:trace contextRef="#ctx0" brushRef="#br0" timeOffset="98">6860 16173 7801,'8'0'122,"1"0"292,-7 0-329,4 0 0,-2 5 90,0 3 0,0 9-225,-4 4 1,5 2 84,-1 2 1,4 4-135,-4 0 0,4 4 10,-4-4 0,5 0 17,-5-4 0,4-5-859,-4 1 931,6-6 0,-3 3 0,5-6 0</inkml:trace>
  <inkml:trace contextRef="#ctx0" brushRef="#br0" timeOffset="99">7083 16173 7801,'-6'5'926,"-5"-2"-534,2 5 0,-2 0-375,-1 5 0,-6 1-16,-3 2 1,2 5 14,-2 8 1,2-3-38,-2 3 0,-1 1 57,6-1 138,-1-5-1263,5-1 572,5-9 517,1 4 0,1-6 0,-2 1 0</inkml:trace>
  <inkml:trace contextRef="#ctx0" brushRef="#br0" timeOffset="100">7443 16011 7786,'13'0'858,"-6"0"-582,4 6 0,-9-5-327,7 3 1,-5-2-35,4-2 0,0 0 98,5 0 222,-1 0-332,0 0 85,6 0 0,2 0 230,4 0-953,7 0 541,-5-6 0,6 5 194,-3-3 0,-3-3 0,4 0 0</inkml:trace>
  <inkml:trace contextRef="#ctx0" brushRef="#br0" timeOffset="101">7505 16173 7803,'-8'0'866,"0"0"1,4 0-849,-5 0 128,7-6-97,-4 5 0,7-5 57,4 6 1,6 0-95,5 0 1,10-1-44,-1-3 1,8 2-208,0-2 1,7-1-1196,2 1 1433,-1-6 0,-4 9 0,0-5 0</inkml:trace>
  <inkml:trace contextRef="#ctx0" brushRef="#br0" timeOffset="102">8324 15974 7886,'-6'-7'0,"4"2"586,-7 5-155,7-6 143,-9 5-139,9-10-231,-3 10 1,1-6-18,0 3 1,-1 1 40,5-6 1,0 5-231,0-4 0,2 4 36,2-4 0,-1-1-233,5-3 1,0 1-7,5 3 0,-2-3-24,-3 2 0,3 0-98,-3 1 1,5-2 93,3 6 1,-2-5-37,2 5 0,-2 0 99,-1 4 0,-1 0 43,0 0 0,1 6-18,-1 2 0,1 4 207,-1 5 1,-1 2-17,-3 6 1,-2 1 93,-6 3 0,0 3 50,0 5 1,-6 0-77,-2 0 1,-4-1 63,-5-3 1,2 6-32,-6-6 1,5 0 31,-5-8 1,5-6-24,-5-2 1,4-4-32,-3 0 1,5-6-17,-2-3 0,3-4 26,2-4 0,1 1-77,2-5 0,0 4 45,5-5 1,0 1-180,4-4 144,0-1-199,0 1 135,0-1 1,0 5-189,0 0 164,5 5 0,-2-4 28,5 3 0,-4 3-43,5-3 0,-5-2 32,4 2 0,0-2-34,5 2 0,-1 3 35,0-3 0,1 2-203,-1 2 1,5-4 58,-1 0 0,6 0-189,-1 4 1,2 0 72,2 0 0,-4 4-56,0 0 0,-2 6-15,2-2 0,-3-1-253,-6 1-1,-5 1 587,4 3 0,-10 0 0,5 1 0</inkml:trace>
  <inkml:trace contextRef="#ctx0" brushRef="#br0" timeOffset="103">8795 15863 7896,'-1'-11'79,"-3"2"0,1 0 403,-5 5 59,5-1-311,-8 5 0,6 2 108,-4 2 0,-2 4-86,3 9 1,2 2 30,2 6 0,-1 5-138,1 3 0,-5-1-142,5 1 0,0 0 69,4 4 1,2-5-195,2-3 1,3-3-44,5-1 0,0-7 122,1-6 0,5-1-441,2-7 1,4-2 181,1-11 1,-5 0-226,1-12 1,0-4 172,3-4 1,-4-5 119,-4 1 1,-3-2 108,-5 2 0,-3-1 236,-5 5 0,-1 0 182,-3 4 1,-10 5-194,-11-1 1,-1 6 147,-7-2 0,0 9-40,-4 4 1,4 2 68,0 2 0,5 2-125,-1 2 1,8 1-335,5 4-52,8 2 0,4-10 234,8 3 0,8-2 0,7-2 0</inkml:trace>
  <inkml:trace contextRef="#ctx0" brushRef="#br0" timeOffset="104">9056 15850 7915,'0'-8'141,"0"0"0,0 4 323,0-5 23,0 7-51,0-10 92,0 11 32,0-4 165,0 5-385,0 0 0,5 5-72,4 3 0,2 5-182,1 3 0,1-1 101,-1 6 1,2 4-90,2 4 0,-2 5 48,3-1 0,-2-1-115,1 1 0,-2 4 61,3 5 0,-5-2-104,-4-7 0,2-4-25,-6-9 1,2-2 127,-2-5-44,-3-6 22,5-2 0,-6-6 118,0-3 0,-2-5-149,-2-7 1,3 1-72,-3-6 0,2-1-31,2-7 0,0-3-200,0-5 0,2 0-200,2 0 1,3-7 193,5-6 0,6 0-86,3-3 0,2 2 207,2 1 0,-2 2 115,-2 2 0,-3 15-179,-6 10 1,-3 11-479,-1 6 471,-5 3 220,-3 12 0,-7 3 0,-6 10 0</inkml:trace>
  <inkml:trace contextRef="#ctx0" brushRef="#br0" timeOffset="105">29525 7702 7498,'0'-7'628,"0"1"-893,0 6 373,0-5 196,0 4-78,0-5 54,0 6 1133,0 0-1361,0 6 1,0-4 5,0 7 0,0-5 11,0 4 1,4 0-8,0 5 1,2-5-52,-2 0 56,-3 0-57,5 5 1,-2 1 16,0 2 0,1-2 14,0 3 0,-3-4-13,7 0 1,-5 3 42,4 1-32,-5-1 1,2-3 0,-5 3 8,0 1 0,4-1 4,0-3 0,1-1-26,-5 1 0,0 3 20,0 1 1,0-5-72,0-4 0,0 1 33,0 3 0,0-4-14,0 0 0,4-3 15,0 3 1,0-4-4,-4 4 1,4-4 1,0 5 0,5-5-4,-5 4 0,0-4 100,-4 4 1,4-3-85,0 3 0,2-1 90,-2 1-67,-3 3-26,5-4 1,-6 5 43,0 1-49,5-1 1,-2 1-3,5-1 1,-5 0 39,1 1-95,-3-1 65,5 1 1,-3-5-15,5 0 1,-5 0-12,1 5 1,1-1 92,0 1 0,0-1-61,-1 0 34,-2 1-43,3-1 1,-5 1 15,0-1 1,4 5 6,0-1 1,0 2-71,-4-1 0,0-4 62,0 4 0,2-2-72,2 2 63,-3-4-12,5 5 0,-5-5-30,3-1 1,-2 0 25,2 1 1,-3-1-24,-1 1 1,2-1 15,2 0 1,-3 1-1,3-1 1,-2 1-4,-2-1 1,0 0-3,0 1 0,0-1-4,0 1 0,0-1 5,0 0 1,0 1 0,0-1 0,0 2-10,0 3 0,0-4-3,0 4 0,0-3 31,0-2 0,0 2 1,0 2 1,0-2-16,0 3 0,0 1-2,0-2 0,0 2-63,0-1 0,0 1 59,0 2 1,0 2-4,0-5 1,0 1-34,0-2 1,0-2-8,0 3 0,0-4 0,0 0 0,0-1-6,0 1 0,0-5 106,0 0 0,0 0-80,0 5 1,0-5 126,0 0 1,0 1-109,0 3 0,0 2 47,0 2 1,0-2-36,0 3-135,0-4 139,5 0 0,-3-1-37,2 1 1,-3-1-12,-1 0 0,0 1-32,0-1 0,0 1 50,0-1 0,0 0 20,0 1 1,0-1-37,0 1 1,0-1-4,0 0 0,0 2 53,0 3 0,0-3 8,0 2 0,0-2-13,0-2 0,0 1 6,0-1 1,-4 0-1,0 1-6,0-1 1,4 1 16,0-1-25,0 0 0,-2 1 17,-2-1 0,3 1-13,-3-1 1,2 0-7,2 1 0,0-1-10,0 1 1,-4 3-2,0 1 0,-1 3 10,0-3 0,4 1-3,-3-2 1,1-2 6,-1 3 0,3-2-6,-4 1 1,0-2 3,1 3 0,-2-3-23,2-2 0,3 0-2,-3 1 1,1-1 18,-1 1 1,1-1-1,-5 0 0,5 1-5,-1-1 1,1 1-4,-1-1 0,3 0-55,-4 1 0,0-5 50,1 0 1,-2 1 47,2 3-45,3 0 21,-5 1 1,5-5-3,-3 0 1,2 2-3,-2 6 0,1-6 3,-1 3 1,3-4-12,-3 4 0,1-1 7,-1 0 0,3 1 14,-4-1 0,4 1-4,1-1 1,0-4-12,0 1 0,-4-1 0,0 4-187,0-5 179,4 4 1,0-4 5,0 5 1,-5-3-1,1-1 1,0-4 55,4 4-74,0 1 36,0 3 0,-4 0-15,0 1 1,0-5 5,4 0 0,0 1-43,0 3 0,0 0-91,0 1 1,0-5 120,0 0 1,0 1-17,0 3 38,0 0 1,0 1-38,0-1 0,-2-1 51,-2-2 1,3 2-2,-3-3 19,2 3-24,-3 1-18,4 1 3,-11-1-18,11-5 14,-4 4 1,5-8-13,0 5 12,-6-5 0,5 4-10,-3-3 7,2-3 1,2 5-1,0-1 0,-1-3 0,-3 2 1,2-2 0,-2 3 0,3-4-1,1 10 1,-2-8-1,-2 5-2,3-5 3,-5 8 149,6-4-145,0 0 102,0-2-41,-5 1 1,3-4-45,-2 7 3,3-7 27,1 9-124,0-9 90,0 3 1,-4-3 23,0 2-3,0-3 87,4 5-14,0-6 19,0 0-230,0 5-227,0-3 327,0 3 0,-6-5 0,-1 0 0</inkml:trace>
  <inkml:trace contextRef="#ctx0" brushRef="#br0" timeOffset="106">30095 8508 7424,'-6'0'-272,"0"0"1,5 0 424,-3 0 107,2 0 236,-3 0-305,5 0 481,0 0-312,-6 0 14,5 0-13,-5 0-51,6 0 1054,0 0-1225,0 6-261,0-5 128,0 4 108,0 1-155,0-5-58,0 5 133,6-6-22,-5 5-4,5-3-187,-6 9 203,0-10-190,5 10 169,-3-9 0,3 4-12,-5-1 0,1-3 3,4 7 1,-4-5 31,3 4 1,-3-4-31,-1 4 24,6-5-18,-5 8 1,5-4 6,-6 5-2,5 1 0,-3-1-5,2 1 1,1-1-5,0 0 0,-1 1 0,-4-1 0,0 1-9,0-1 5,5 0 1,-3 1 4,2-1 0,-3 1-1,-1-1 2,0-5-11,0 4 1,0-4-1,0 5 0,0-3 1,0-1 1,4-4-13,0 4 13,0 0 16,-4 5-12,0-1 1,0-3 61,0-1-62,0-5-2,0 8 67,0-5-59,0 7 0,0-5 1,0 0 3,0 2 0,0-3-2,0 1 1,0-4-3,0 5 1,0-5-3,0 4-5,0 0 1,0 5 3,0-1 2,0 1 0,0-5-7,0 0 6,0 0 1,0 5 0,0-1 0,0-4 0,0 1-35,0-7 33,0 9 1,0-8 11,0 5 0,0-3-12,0 3 1,0-4 68,0 4 0,0-4-64,0 5 0,0-5 23,0 4 0,0-4-17,0 4-2,0 1 1,0-1-25,0 0 0,0-4-2,0 5 0,0-5 7,0 4 0,0-4 9,0 4 0,0-3 37,0 3 27,0-5-29,0 8 0,-1-6-16,-3 3 0,3 3 5,-4-2 0,4-2-13,1 1 1,0-4 9,0 4-274,0 1 263,0 3-5,0-5 1,-1 3-91,-3-6 56,2 5 33,-3-2 1,5 1-8,0 1 1,0-5 10,0 4-13,0-5 10,0 8 12,0-4 1,0 1 5,0 0-17,0-5-4,0 8 1,-2-8-179,-2 5 151,3-5 0,-5 4-35,6-3 27,0-3-2,0 5 17,0-6 715,0 0-671,0-6 9,0 5 0,0-6-76,0 3 86,0 3-109,0-11 66,0 6 1,0-7 0,0 1 0,0 4-65,0-1 21,0 1 1,0-4-124,0-1 158,0 6-6,0-4 1,0 4-1,0-5 1,0 4-10,0-1 1,-1 5 43,-3-4 1,2 4-21,-2-4 7,3-1 0,1 1-1,0 0 0,0 4 6,0-5 1,-2 5 10,-2-4-5,3 5-13,-5-8 1,6 8 2,0-5 3,-5 5-10,4-8-5,-5 10 1,5-9 29,-3 6-11,2 0 0,-3 3 15,5-3-20,0 2 0,0-5-30,0 3 28,0 3-14,0-5 2,0 6-10,0 0 12,0-5-2,0 3 4,0-3 0,0 5 138,0 0-119,0 5 1,0 2 2,0 6 0,0-1 2,0 1 1,0-1 9,0 0 1,0 1-14,0-1 0,0 5 67,0-1 1,0 1-67,0-5 0,0 5 3,0-1 1,0 1 10,0-5 0,0 1 6,0-1 1,0 0-37,0 1-16,0-1 47,0 1-111,0-7 98,0 6 71,0-11-70,0 4 4,0 1-1,5-5 0,-3 6 39,2-3 15,-3-2-42,-1 9 0,0-9-78,0 7 90,0-7-88,0 10 1,0-10 65,0 7-56,6-7 0,-5 5 71,3-3-3,-3-2 30,-1 3 2,0-5 330,0 0-449,0-5 47,6 3 0,-5-5-20,3 3 43,-2 3-110,-2-10 88,0 10 1,1-5 50,3 6-50,-2-5 0,3 2 40,-5-6 1,0 5-29,0-4 53,0 5-46,6-2-20,-5-1 1,5 4 8,-6-7-50,0 7 66,5-10-72,-3 6 54,3-7-46,1 1 1,-4 1 32,7 3 0,-7-4-31,2 4 26,3 3 8,-5-6 0,5 4-3,-3-6 0,-1 2 25,5 3 0,-4-3 28,4 3-48,-5-3 156,8-2-70,-10 1 1,6 4-49,-3-1 0,-2 5-3,2-4 1,1 4 21,0-4 5,-1 5-29,1-8 0,-3 8-48,2-5-23,3 5-350,-6-2 230,5 5-1455,-6 0 1611,0 0 0,0 0 0</inkml:trace>
  <inkml:trace contextRef="#ctx0" brushRef="#br0" timeOffset="107">30654 8954 6149,'0'7'1294,"-6"-1"-748,5-6-594,-5 0 364,6 0-4,0 5 107,0-3-151,0 3 37,0-5-212,0 0 1,2 4-191,2 1 133,-3-1 0,6-4-191,-3 0 42,-2 0 92,9 0 80,-10 0 21,10 0-33,-4 0 16,0 0-6,4 0-124,-4 0 89,0-6 1,-1 3-108,-1-5 0,-3 5 63,7-1 1,-5-1-45,4 1 54,-5-6-7,8 3 10,-10 0 1,9-4-3,-6 3 1,2 1-12,-2-1 51,-3-1 1,6-2-44,-3 3 33,-3-3 0,6 6-10,-3-4-5,-2-2 1,3 9-10,-5-7 1,2 7-12,2-3 15,-3-1-4,5 4 116,-6-3-106,0 5 207,0 0-205,-6 5 0,3 1 105,-5 2 0,5 3-91,-1-3 0,-1 3 6,1 2 1,-5-1-21,5 0 1,-4 5 3,4 0 0,-4 5-18,3-2 1,-3 0-7,4 0 1,-4 1-27,4 4 1,-2-5 40,2 1 0,3-4-21,-4 3 1,4-5-33,1 2 0,0-3-53,0-2 58,0 1 1,6-2-84,2-3 0,-1-3-57,1-5 1,0 0-518,5 0 703,-1 0 0,1 0 0,-1 0 0</inkml:trace>
  <inkml:trace contextRef="#ctx0" brushRef="#br0" timeOffset="108">30914 8558 8176,'-5'-13'1177,"3"6"-384,-9 2-378,10-1-137,-5 5 480,6 1-998,0 7 224,0 0 1,0 4-1577,0-3 807,0 3 785,6 1 0,-5 1 0,5-1 0</inkml:trace>
  <inkml:trace contextRef="#ctx0" brushRef="#br0" timeOffset="109">30989 9128 8122,'7'0'-1907,"2"-1"1979,-5-3 1289,0 2-983,2-3 69,-5-1 72,5 5-358,-6-5 1,0 5-80,0-3 108,0 2-21,0-3 81,0 5 9,0 0-296,-6 0 79,5 0-78,-5 0 202,1 0-241,4 0 27,-10 0 0,8 0 50,-6 0 75,7 0-161,-9 0 148,9 5-21,-9-3 1,6 5 24,-3-3-29,-4-3 0,10 9 75,-7-6-151,7 0 110,-9 2-156,9-5 93,-9 10 1,10-8-7,-3 5 0,2-4 23,2 4 1,0-3-2,0 3 0,0-4 18,0 4-17,0-5 44,0 8-53,0-4 27,6 0 6,-5-2-36,10 1-11,-4-5 1,1 6 27,1-3-111,-7-2 98,10 3-24,-11-5 1,9 2-13,-6 2 11,5-3 0,-3 6 8,2-3 0,3-3 0,-5 6-17,2-3 6,3-2 1,-6 5-17,4-3 1,2-3-33,-3 3 23,-2 3 1,3-4 21,-5 5 1,2-5 60,-2 1-32,-3 3 0,5-4 2,-6 5 1,0-4 58,0 5 22,0-7-40,0 9 1,-4-8-42,0 5 1,-2-5 39,2 1 1,1-2-26,-5-2 1,4 0 20,-4 0 1,3 0-67,-3 0 0,4 0-94,-4 0 1,-1 0 36,-3 0 1,4 0-147,-1 0 0,1 0-186,-4 0 1,-1 0-1044,1 0 1443,0 0 0,-1 0 0,1 0 0</inkml:trace>
  <inkml:trace contextRef="#ctx0" brushRef="#br0" timeOffset="110">31224 9190 7966,'0'-7'244,"0"0"-355,0 3 144,0 3 49,0-5 166,0 1-15,0 3-262,0-3 246,0-1-240,0 5 77,0-4 103,0 5 34,-5 0 56,3 0-81,-9 0-96,10 0-2,-4 0 0,0 1 78,1 3-67,-5-3 1,6 9-120,-5-6 137,5 6-151,-8-3 111,9 5 0,-7 1-20,5-1 0,-1-4 8,5 0 1,-1-1 41,-3 2-66,3 2-7,-5-4-4,6 5 1,0-4 10,0 0-45,0-5 49,0 8-7,0-9 0,1 3-27,4-5 16,-4 0 1,6 0 7,-3 0 12,-3 6 79,5-5-77,-1 5 14,-3-6-17,3 0 1,-3 1-26,2 3 44,-3-3-98,5 5 48,-6-6 117,0 0-60,0 5-25,0-3-11,0 3-14,5-5-7,-3 0 2,3 0-10,-5 0-5,0 0 45,6 0 59,-5 0-38,5 0 1,-6 2-4,0 2-16,0-3 0,1 5-10,3-6 2,-3 0 8,5 0-3,-6 0-75,5 0 71,-3 0-37,3 0 13,-5 0 10,6 0-15,-5 0 10,5 0 9,-6 0 1,1 0 13,3 0 106,-2 0 18,3 0 52,-5 0 2,0 0-59,6 0 48,-5 0-64,5 0 37,-6 0 68,0 0-53,5 0-767,-4 0 586,5 0 0,-6 0 0,0 0 0</inkml:trace>
  <inkml:trace contextRef="#ctx0" brushRef="#br0" timeOffset="111">19452 11881 7321,'0'-12'-68,"0"0"1,0 3 123,0 1 1,-2 4 266,-2-4-192,3 5 1,-5-4 224,6 3-60,0 3-6,0-5-147,0 6 1,-1 6-73,-3 2 1,2 4 75,-2 5 1,3 3-167,1 9 1,0 3 90,0 5 0,-4 5-106,0-1 1,-1 7 80,5 2 0,-4-1-262,0 5 1,0-3 137,4-1 0,-1-6-115,-4-3 0,4-9-158,-3-7 14,3-6 1,2-12-52,3-3 1,-1-10 95,5-6 0,-4-6-275,5-7 566,-7 1 0,9-7 0,-4 0 0</inkml:trace>
  <inkml:trace contextRef="#ctx0" brushRef="#br0" timeOffset="112">19452 12018 7849,'-7'-13'254,"-4"7"1,8-5 63,-5 2-322,5 4 55,-3-6 1,6 8 318,0-5-531,-5-1 162,4 3 1,-5-5 162,6 2-182,0-2 219,6-1-1,-5-1-284,10 1 184,-10 0 1,10-1-162,-2 1-6,-4-1 0,6 2-17,-3 3 0,3-3 121,2 3 1,-1 1-66,1-1 0,0 4 62,4-5 1,-2 7-137,6-3 0,-5 4 85,5 1 1,-4 0-6,3 0 0,-5 1 52,2 4 0,-1 3-29,-3 8 0,1-1 84,-10 6 1,4-4-75,-4 3 1,-1 1 1,-7 4 0,-3 0 5,-5-1 0,-2 3-182,-3 2 1,-2-2 84,-6 6 1,-4-5 47,0 1 1,0-3-11,4-1 1,1-2-17,-1-2 1,4-5 93,0-7-127,6 2 66,-3-10 1,12 3-6,1-8 0,5-3-16,5-5 0,-3 3 77,7 1 1,-5 0 112,4-4 0,-4 3-27,4 1 0,-5 4-72,1-4 0,2 3 428,-2-3-80,0 5 49,2-2-281,-5 5 0,6 0 216,-3 0-232,-3 0 1,10 1-136,-2 3 0,2 3-164,1 6 1,2 5 79,2 2 1,0 5-50,4 4 0,5-1 32,4 5 0,0-4-201,-4 4 1,-2-7 80,-2-1 0,-3-2-141,-6-6 0,-1-1-38,-3-3 389,-2-7 0,-6 0 0,0-6 0</inkml:trace>
  <inkml:trace contextRef="#ctx0" brushRef="#br0" timeOffset="113">19762 12204 7868,'8'0'367,"0"0"-124,-5 0-30,8 0 1,-4 0-262,5 0 0,1 0 66,-1 0 1,5-1-269,-1-4 1,6 4 172,-1-3 0,2-2-816,2 2 893,-5 0 0,8-1 0,-1-2 0</inkml:trace>
  <inkml:trace contextRef="#ctx0" brushRef="#br0" timeOffset="114">19985 12154 7859,'-12'6'0,"-1"-3"40,1 5 0,4-4 385,-1 4-329,1-5 0,0 7 87,-1-6 0,7 5-14,-2 0 0,2 2 1,2 2 308,0 4-460,6 2 39,-5 6 1,9 1-508,-6 3 349,6-3 1,-8 10-492,7-3 1,-5-2 306,4-2 0,-4-5-728,4-3 1013,-5-3 0,8-6 0,-4 1 0</inkml:trace>
  <inkml:trace contextRef="#ctx0" brushRef="#br0" timeOffset="115">20122 12167 7854,'0'-9'-1946,"0"1"1817,0 5 1318,0-8-514,0 10-173,0-5 33,0 6 3,0 0-306,0 6 1,0 1 85,0 5-123,0 6-23,0 2 1,4 8 171,0 1-308,0 6-307,-4-9 282,5 10 33,-3-10 1,3 6 233,-5-3-350,6-3 60,-5 4 1,5-6 181,-6-4-331,0-2 71,0-5 40,0-7-151,0 0 238,0-6 7,0 0-166,0-6 0,0 4-351,0-7 291,0 1 1,0-4-52,0-1 1,4 1 137,0 0 0,4-5 44,-4 0 1,5 1-49,-5 4 0,5 1 268,0 2-184,2-2 0,1 6 169,1-4-78,-1 4 1,0 6 123,1 3 1,-5 3-62,0 6 1,-4 3-91,5 1 0,-7 5-99,3-1 1,-3-2 95,3 2 1,-4-5-385,3 5 1,-3-6-47,-1 1-920,0-2 1304,0-1 0,0-7 0,0 0 0</inkml:trace>
  <inkml:trace contextRef="#ctx0" brushRef="#br0" timeOffset="116">20568 12129 7836,'-5'-6'719,"3"-5"-21,-9 9-297,10-9-178,-5 10 1,8-9-193,2 6 1,3 0 76,5 4 1,2 0-395,2 0 1,0 0 184,4 0 0,-3 0-187,3 0 0,1 0-108,4 0 0,-4 0-870,-1 0 1266,-5 5 0,9 2 0,-5 6 0</inkml:trace>
  <inkml:trace contextRef="#ctx0" brushRef="#br0" timeOffset="117">20655 12204 7836,'-18'7'266,"4"2"126,-2-4 1,2 0-10,2-1 141,5-2 53,1 3-157,1-5-188,3 0 0,6 0 83,9 0-323,2 0 64,3 0 0,5 0 192,6 0-1467,0 0 396,1 0 823,2 0 0,5 0 0,1 0 0</inkml:trace>
  <inkml:trace contextRef="#ctx0" brushRef="#br0" timeOffset="118">21250 12092 7831,'9'0'103,"-1"0"342,-5 0-198,2 0 199,-5-5-1,0 3-250,6-3 27,-5 5 1,10 0 0,-3 0 0,-1 0-13,2 0 0,3 0-80,5 0 0,2 0-123,1 0 0,1 0 151,8 0 1,3 0-3,1 0 0,4 1-388,4 3 1,-1-2-759,6 2 1,-1 1 989,5 0 0,4 3 101,0-4-1304,5 0 1187,-8 2 1,8-5-27,-5 3 1,4-3-251,-5-1 0,-3-1 114,-4-3 1,-6 1 95,1-5 1,-4 5-1,-4-1 0,-8-1-117,-8 0 199,-4 1 0,0-1 0,-1-2 0</inkml:trace>
  <inkml:trace contextRef="#ctx0" brushRef="#br0" timeOffset="119">21598 11497 7771,'-6'-12'0,"1"-1"130,-4 1 1,3 5 180,1 3 25,4-3-70,-4 5-304,5-3 245,0 5-46,5 0 1,2 5-12,5 4 1,1 7-19,-1 5 0,1 4-98,-1 4 1,0 2 93,1 7 1,-1-1-44,1 0 0,-5 6 11,0 2 0,0-2-13,5-2 0,-2 2-4,-3-2 0,3-5-93,-3-7 0,-1-4-48,2-4 1,-5-9 111,4-8-157,-5-3 1,2-2 87,-5-3 0,2-8-31,2-9 1,-3-4-40,3-4 0,-2 2-175,-2-6 0,0-5 142,0-3 0,4-5 30,0 5 1,4-4 123,-4 3 1,6-3-73,-2 4 0,3-5 150,2 5 0,-1 5-145,0 7 1,-3 4-320,-1 4 110,0 4 0,1 10 86,-1 3 1,-4 8 65,4 4 92,-5 3 0,8 1 0,-4 1 0</inkml:trace>
  <inkml:trace contextRef="#ctx0" brushRef="#br0" timeOffset="120">21933 11770 7771,'0'7'0,"0"-2"0,1-5 1391,3 0-910,-2 0 1,4 0-273,-1 0 0,-3 0-95,7 0 0,-1 0-155,4 0 1,2-1-580,3-3 1,1 2 369,2-2 0,5-1-545,0 1 0,-2-2 795,2 2 0,5 3 0,-3-5 0</inkml:trace>
  <inkml:trace contextRef="#ctx0" brushRef="#br0" timeOffset="121">22119 11733 7771,'-13'0'0,"5"0"414,0 0 56,0 0 1,-5 0-3,1 0-220,5 0 0,0 4 8,3 0 1,2 6-54,-2-2 1,3 7-177,1 1 0,0 7 126,0-3 0,4 2-424,0-1 1,2 2 174,-2-2 0,-1-2-668,5 2 1,-4-6 57,4 2 706,1-9 0,3 3 0,0-4 0</inkml:trace>
  <inkml:trace contextRef="#ctx0" brushRef="#br0" timeOffset="122">22255 11621 7792,'-7'0'217,"0"-4"433,3 0-289,3 0-322,-10 4 0,8 0 172,-5 0-178,5 0 43,-2 5 1,6 2-85,3 5 1,-1 5 34,5-1 1,0 7-2,5-3 0,-1 8-102,1 1 1,-2 4 8,-3-4 1,3 5 240,-3-1 1,-2-2-78,-2-3 0,-3-1 99,-1-3 1,0 0 46,0-3 67,0-4-226,-5-10 0,2-1-12,-5-6 0,5-1-78,-1-4 1,-2-3 121,2-8 0,0 2-228,4-3 0,0-2 50,0-2 0,0 2-66,0-2 0,1 6 21,4-1 1,-4 2 19,3 1 1,2 1 42,-2 0 32,5-1 1,-6 2 23,5 3 1,-3 2 96,3 6 0,-4 0-72,4 0 1,-4 6-26,5 2 1,-2 5-135,1 3 0,1-1 96,-4 6 0,3-6-370,-4 2 1,1 1 143,0-2 0,-4 1 252,3-5 0,-2 6 0,-2 1 0</inkml:trace>
  <inkml:trace contextRef="#ctx0" brushRef="#br0" timeOffset="123">21759 12551 8056,'7'6'1449,"-2"-5"-937,-5 5-113,0-6 524,0 0-1232,6 0 1,-3-2-37,5-2 0,-5 1 144,1-5 0,1 4 26,0-4 0,0 4 95,-1-5 0,-1 5 84,5-4 0,-5 4-65,1-5 1,-1 7 190,1-2 50,-3-3 184,10 5-197,-9-3 0,3 6-86,-5 3 1,0 3 140,0 6 1,0 4-74,0 4 0,-4-2 8,0 2 0,-4 4-89,4 4 0,-2 0-114,2-4 0,3-2 3,-4-2 0,4-3-210,1-6 1,1 0-263,4 1 0,-3-6 235,7-3 1,-1-3-145,4-1 0,1-9 424,-1-4 0,0-13 0,1 0 0</inkml:trace>
  <inkml:trace contextRef="#ctx0" brushRef="#br0" timeOffset="124">21908 12254 8921,'-11'-2'1515,"3"-2"-1863,-3 3 314,9-5 0,-5 6 120,3 0-855,3 0 598,-5 0 0,6 1 171,0 4 0,0 2 0,0 5 0</inkml:trace>
  <inkml:trace contextRef="#ctx0" brushRef="#br0" timeOffset="125">22156 12688 7742,'0'-7'-105,"0"1"176,0 1 204,0 3-228,0-3 353,0-1 1,0 5-238,0-5 0,0 5 232,0-3-194,0 3 0,0-6 31,0 2 170,0 4-314,0-4 1,-1 5 77,-4 0 1,3 0-218,-7 0 1,5 4 17,-4 0 127,0 6 1,-3-4-230,2 7 1,3-5 32,1 0 0,4-4-64,-3 5 0,1-2 74,-1 1 0,3 3-44,-3-3 1,2-1-14,2 1 1,2-1 126,2 1 0,-3 4-123,3-4 0,3-1 49,1 1 1,-1-1 27,2 1 1,-3 3-3,3-3 0,0-1 184,-5 2-233,6-1 228,-9 4-96,5 1-29,-6-1 0,-1-1-139,-4-3 0,3-1 86,-7-3 0,1-2-183,-4 2 1,-1-3-105,1-1 356,0 0 0,-1 0 0,1 0 0</inkml:trace>
  <inkml:trace contextRef="#ctx0" brushRef="#br0" timeOffset="126">22354 12675 7779,'7'-5'0,"-1"2"88,-6-5 80,0 5 1,0-4 154,0 3-33,0 3 0,0-11 59,0 11-201,0-4 1,-1 0 28,-4 1 31,4 0 0,-6 4-188,3 0 1,1 0 16,-5 0 0,4 4-45,-4 0-52,5 6-21,-8-3 29,4 5 0,-4 1 60,3-1 1,1-4-79,3 1 101,2-1 0,-5 4-18,3 1 0,3-5 24,-3 0-40,2 1 0,2 3-5,0 0 1,0-3-11,0-1-19,0 0 58,0 5-71,0-1 52,0 0 1,0-3-130,0-1 112,0-5-58,0 2 38,6-5 12,-5 0 1,6 0 49,-3 0-43,-2 0 1,4 0 147,-1 0-140,-4 0 203,4 0-172,1 0 134,-5 0-118,10 0 1,-8 0 43,5 0-20,-5 0-33,8 0 1,-8 0 85,5 0-46,-5 0-66,8 0 1,-8 0 63,5 0-147,-5 0 99,8 0-5,-10 0-13,10 0-8,-9 0 4,9 0 0,-9 0 10,7 0-20,-7 0 0,5 0 25,-3 0-150,-2 0-106,3 0-355,1 0 598,-5 0 0,5 0 0,-6 0 0</inkml:trace>
  <inkml:trace contextRef="#ctx0" brushRef="#br0" timeOffset="127">12517 11547 7935,'-12'0'-778,"3"-2"389,1-2 860,0 3-293,-5-10 0,2 8 126,3-5 1,1 4-102,3-5 0,3 5 87,-3-4 0,2 4-127,2-5 1,0 5 84,0-4 0,0 4-52,0-4 151,0 5-369,0-3 165,0 6-108,6 0 1,-4 3 76,7 5 0,-7 2-107,3 11 0,0 1 28,-1 7 1,0 2-16,-4 7 0,0 0 18,0 4 1,0 2-92,0 5 0,0 5 27,0 0 1,0-5 75,0-3 1,0-6-248,0 1 1,0-9 53,0-7 1,0-6-349,0-7-70,0-5 16,0-1 302,0-6 0,0-6 39,0-2 1,0-3-137,0-2 1,2 1 44,2 0 1,-3-6 296,3-3 0,3-8 0,0-3 0</inkml:trace>
  <inkml:trace contextRef="#ctx0" brushRef="#br0" timeOffset="128">12678 11509 7935,'0'-18'0,"0"9"-154,0-4-101,-5 4 1,3-4 528,-2 1 1,3 4-74,1-1 1,0 5 69,0-4 0,0 4 56,0-4-245,0 5 1,4-4 140,0 3-362,0 2 204,2-3 20,-5 5 40,5 0 0,-6 1 63,0 3 1,0 3-4,0 6 0,-2 5-67,-2 2 1,1 9-140,-5 4 0,1 9 143,-1 3 1,-2 3-249,6 2 0,-4 5-144,4 3 1,-2-1 23,2 0 0,3-4 82,-3 0 1,2-11-21,2-5 1,0-9 123,0-4-107,0-4 57,0-13-535,0-2 249,0-16 0,0 3-238,0-9 634,0 9 0,-5-3 0,-2 4 0</inkml:trace>
  <inkml:trace contextRef="#ctx0" brushRef="#br0" timeOffset="129">12455 11993 7935,'-12'-7'262,"3"0"148,1 3 0,0 3 240,-5-3-209,1 2-22,0 2 1,3 0 208,1 0-450,5 6 0,-2-3 55,5 5 1,0-4-166,0 4 0,5-5-10,4 1 1,3-3-85,4-1 1,0 0-259,4 0 1,1 0 194,4 0 0,4-1-257,0-3 1,1 1 137,-1-5 1,-1 4-35,5-4 1,-6 1 91,2-2 1,-3 2-153,-1 3 404,0 3 1,-6-5-137,-2 6 0,-9 2 1,-4 2 658,-2 4-400,-8 3 1,-5 6-62,-6-1 1,-5 6 0,2-1 19,-4 2 1,0 2 162,-1 0 228,0 0-441,0 0 15,0 0 0,2-2-489,2-2 0,-1-3 184,6-6 1,3-1-902,5-3 736,5 3 0,-2-11-634,5 0 1,0-5 383,0-8 0,0 1 571,0 0 0,5-6 0,2-2 0</inkml:trace>
  <inkml:trace contextRef="#ctx0" brushRef="#br0" timeOffset="130">12455 12043 7935,'-7'-18'141,"-4"5"35,3 1 0,1 0-106,-1 3 872,5 4-134,-8-1 66,9 6-549,-3 0 0,5 7 64,0 6 0,1 0-141,3 8 0,3 1-387,6 7 0,-1-1 180,1 5 0,3-4-670,1 4 629,5 0 0,-3 4 0,6 0 0</inkml:trace>
  <inkml:trace contextRef="#ctx0" brushRef="#br0" timeOffset="131">11326 14337 7825,'-16'11'110,"-1"-3"1,-1 2 98,2-6 0,2 4-49,-3-3 1,3-1 84,2-4 1,0 0 72,-1 0 1,1 0-77,-1 0 1,1 0-34,0 0 0,-1 0 263,1 0-237,-1-6 1,2-1-163,3-5 1,-2 0 90,6-1 0,-1 1 71,1-1 1,2 0-238,-2-4 0,3 2-229,1-6 0,0 0 131,0-3 0,0-1 110,0 0 0,1 0 34,3 0 0,-1 1 9,5-1 0,-4 0-124,5 0 1,-2 0 100,1 1 1,3-3-89,-3-1 1,-1 3 122,1 0 0,1 0 6,3 4 0,-4 2-35,1-2 1,-5 6-11,4-1 1,-4 2-109,4 2 0,-3-1 112,3 1 1,-1 4-72,1-1 1,3 2 66,-3-1 1,5-3-157,3 3 1,-2 1 24,3-1 0,2 1 22,1-2 0,5 0-62,4 5 0,-3 0 97,3 4 0,-1 1-101,1 3 0,-2 4 85,7 9 1,-7 2-114,2 6 1,-3 5 94,-1 3 0,0 3 21,0 1 1,-2 5-26,-2-1 1,-3 2 84,-6-2 0,-4-1-44,1 6 0,-7-2 100,3 1 1,-10-2 33,-3-6 0,-4 0-75,-5 1 1,-2-5 221,-6 0 1,0-7-69,0-1 0,-3-1 41,-1-3 1,-5-4-78,6-5 1,-1-1-219,4-7 0,0 0-15,0-4 0,2-7-162,2-5 0,-1-7-643,5-10 1,1-4 405,4-9 0,-1 0 500,1-4 0,-1-2 0,1 4 0</inkml:trace>
  <inkml:trace contextRef="#ctx0" brushRef="#br0" timeOffset="132">11351 13853 8851,'0'7'484,"0"-1"-585,0-6 1,5 0 245,4 0-707,2 0 419,7-6 0,1 4 26,6-7-811,0 7 470,5-9 458,-4 9 0,10-14 0,-4 2 0</inkml:trace>
  <inkml:trace contextRef="#ctx0" brushRef="#br0" timeOffset="133">11525 13705 7848,'-13'0'0,"5"4"0,0 0 72,-1 6 86,2-4 1,-2 7 158,5-1-835,0 6 422,4 1 0,0 6 34,0 0-495,0 0 392,0 5 1,1-4 164,3 3 0,3 3 0,5 0 0</inkml:trace>
  <inkml:trace contextRef="#ctx0" brushRef="#br0" timeOffset="134">11450 14213 7848,'-12'0'895,"-1"0"-237,1-5-182,0 3-267,-1-3 214,6 5-444,7 0 0,9 1 77,7 3 1,-1-1 154,6 5 1,-5-5 158,5 1-370,0-3 0,9 5 0,2 1 0</inkml:trace>
  <inkml:trace contextRef="#ctx0" brushRef="#br0" timeOffset="135">11475 13035 7830,'0'-7'205,"0"1"109,0 6-149,0 0-117,0 11 1,-1 5 3,-4 13 16,4 2 1,-6 13-311,3 6 1,3 5-111,-3 7 0,2 0-539,2 0 603,0-5 1,6-2-1,1-6 1</inkml:trace>
  <inkml:trace contextRef="#ctx0" brushRef="#br0" timeOffset="136">11525 13035 7819,'-7'0'1473,"-4"-6"-1300,9 5 139,-3-5 53,-1 6 111,5 0 37,-5 0-280,6 0 55,0 0 0,6 0-77,2 0 1,3 0-170,2 0 1,0 0 80,4 0 0,1 0-168,3 0 1,2 0 52,-2 0 0,2 0-81,2 0 0,1 0-10,3 0 1,-1 2 72,5 2 0,0-3-168,4 3 0,0-2 45,0-2 1,2 0 1,2 0 0,-2 0 94,2 0 0,-2 1 43,-2 3 0,-4-2-55,0 2 0,0-3 60,5-1 0,-5 0-168,0 0 0,-4 0 78,4 0 1,-4 0-12,4 0 1,-6 0 53,2 0 1,-7 0-21,-1 0 1,0 0-14,3 0 0,-4 0 113,-4 0 1,-2-1-112,-1-3 1,-5 2 138,0-2-94,-5 3 28,2 1 152,-5 0 0,-1 0-107,-3 0 1,2-2 73,-2-2-90,-3 3 71,6-5-67,-10 6 1,10-1 74,-4-3-244,4 3 0,1-6 52,0 3-37,0 2 97,0-3-14,0-1 1,0 3-2,0-5 47,0 5 1,0-4 65,0 3 84,0 3 0,0-6 200,0 3-77,0 3-105,0-5 1,0 5-61,0-3 1,1 2 205,4-2-111,-4 3 28,5 1-129,-6 0 1,0 1-19,0 3 1,0 3-31,0 5 1,-5 2 40,1 3 0,-1-2-58,1 6 0,2-5 46,-2 5 0,-1-6-232,0 1 1,1-2 61,4-1 1,0-1-679,0 0 526,0-5 0,2-1-356,2-6 0,4-11 175,9-6 0,2-5-23,6-3 1,0-3 62,-1-1 0,3-4 119,1 4 0,-1 0 206,2 4 0,-3 1-104,-1 4 1,-6 7 418,-3 9 1,-2 4-185,-1 4 1,-6 6 530,-3 11 1,-3 1-196,-1 11 0,0-3-25,0 7 1,-5-6-102,-4 6 1,0-8 22,0 0 1,-2-3-203,3-1 1,1-2 82,-1-2 1,5-7-212,-1-6 54,3-5-399,1 2 133,0-16 0,1 1-158,3-10 0,3-1-31,5-4 0,2-4 148,3 0 0,-2-4 78,6 4 1,-5-4 35,5 4 1,-5 0 77,5 5 1,-4 0 42,3 4 1,-3 3 276,3 9-26,-4 2 1,2 8-98,-6 2 1,-5 7 105,-3 5 0,-3 6-47,-1-1 0,0 7-98,0 1 0,0-1-7,0-3 1,-1-1-97,-3-4 0,1 4 52,-5-4 0,4-2-14,-5-1 1,7-7-486,-2-2 306,2-5 1,2 1-176,0-8 1,2-3 95,2-6 0,3-5-108,5-2 1,4-5 83,1-4 1,1 3 244,-2-3 0,-2 3-107,3 1 1,-2 1 309,2 4 0,-4 2-76,4 5 0,-8 7 95,0 1 1,-2 5 147,1 5 1,2 3-131,-6 8 0,1 0-6,-1 4 0,-2 1-49,2 4 0,-3-2-167,-1-2 0,2 2 75,2-2 0,-3-3-160,3-2 0,-2-2-286,-2-2-217,0 1 95,0-6 295,5-2 0,1-10-165,2-3 1,3-5 80,-3-3 1,3-2-97,2-3 1,-1-2 176,0 2 1,1-3 220,-1 0 0,1 3-15,-1 0 0,-1 6 693,-3-1 492,3 2-893,-4 7 1,2 1 33,-1 6 1,-5 6 4,1 2 0,-1 3-245,1 2 0,-3-1 86,3 0 1,2 1-468,-2-1 0,0 1-15,-4-1 1,0 0-226,0 1 1,4-5-1062,0 0 1585,0-5 0,-4 8 0,0-4 0</inkml:trace>
  <inkml:trace contextRef="#ctx0" brushRef="#br0" timeOffset="137">13795 13047 7826,'4'-8'-1300,"0"0"650,0 5 520,-4-3 130,0 6 3611,0 0-2947,0-5-100,0 4 28,0-5-19,0 6 318,0 0-669,6 0 1,-4 0-150,7 0 1,-5-1 85,4-3 1,0 2-86,5-2 0,-1 3-30,1 1 1,0 0-137,4 0 1,-2 0 31,6 0 0,-1 0-86,5 0 0,0 0-33,0 0 0,0 0 137,0 0 1,1 0-7,3 0 1,-2 0 32,6 0 1,-4 0-29,4 0 1,-4 0 21,4 0 1,-5-2 19,1-2 0,-3 3-18,-1-3 1,-2 2 84,-2 2 0,2 0-38,-2 0 0,-2 4 7,2 1 0,-2 0 0,2-1 1,1-1-25,-5 5 1,1-5 29,-2 1 0,2-3-25,3-1 1,-2 0 10,-2 0 1,-4 0-20,4 0 0,1 0 9,-2 0 1,1 0 19,-5 0 1,1 0 6,-1 0 67,0 0-65,1 0 58,-1 0-48,1 6 78,-1-5-126,-5 5-13,4-1 33,-10-3 35,5 3-223,-6-5 0,-1 0 55,-4 0 1,3 0-2050,-7 0 2154,7 0 0,-9-5 0,4-2 0</inkml:trace>
  <inkml:trace contextRef="#ctx0" brushRef="#br0" timeOffset="138">15048 13097 6146,'7'7'2711,"-2"-2"-2476,-5 1 1,0-3 225,0 5-252,0-5 1,-1 2 60,-3-5 0,1 0-274,-5 0 0,3 0 86,-3 0 0,4 0-175,-4 0 0,4-1 71,-5-3 1,5-3-80,-4-6 0,5 1 108,-1-1 1,3 0-145,1-4 0,0 2-27,0-6 0,0 6 102,0-1 0,5-2 50,3 1 0,2-3 12,-2 3 0,3 2 4,-2 7 0,2-2 12,1 6 1,1 0 25,-1 4 0,0 5-38,1 3 0,-1 3 35,1 2 0,-2 5-33,-3 2 0,-3 4 88,-5 1 1,0-1-75,0 1 0,0-1 38,0-4 1,-5 4-126,-3-4 1,-3-2 90,-2-1 1,-3-3-328,-1-2 1,1-5 94,3-3 1,1-3-933,-1-1 1140,6-5 0,-4-13 0,5-8 0</inkml:trace>
  <inkml:trace contextRef="#ctx0" brushRef="#br0" timeOffset="139">11512 14548 7884,'0'-12'566,"0"-1"-136,0 6-180,0-4 180,0 10-109,0-5 1,0 12-80,0 2 0,0 13-102,0 4 1,4 9 74,0 3 0,1 2-187,-5 6 1,0 5-25,0 4 1,0 5-277,0-1 1,0 2 143,0 2 1,0-1 68,0-3 0,-5-6-52,1-10 1,0-7 40,4-10 292,0-5 1,2-8-202,2-8 0,-3-4 38,3-4 408,-2-3 0,2-5 124,0-1 0,0 5-297,-4 0 1,1 4 63,4-5 84,-4 7-282,4-9 1,-5 8-93,0-5 1,2 5-72,2-1 50,-3 2 0,9 1-80,-6-3 0,2 2 131,-2-2-157,3 3 0,5 1 70,0 0 1,1 0-7,-1 0 1,1 0 13,-1 0 0,2 0-8,2 0 0,0 0 147,4 0 0,1 0-116,4 0 0,0 0-42,-1 0 0,3 0 48,1 0 0,4 0-97,5 0 1,-4 0-1,1 0 82,0 0-210,2 0 89,-4 0 0,2 0 77,-5 0 1,4 0-20,-4 0 0,0 1 226,-4 3-211,5-2 0,-4 3 94,3-5 0,-3 4-79,-1 1 1,4-1-5,0-4 1,1 0 29,-1 0 1,-2 0-64,1 0 0,0 0 58,1 0 0,-3-4-50,3-1 1,-3 1 14,-1 4 1,3 0 0,-3 0 1,2 0-62,-6 0 1,2 0 60,2 0 1,4 0-28,0 0 1,-3 0 24,-1 0 1,-3 0 24,7 0 0,-3 0-11,-1 0 1,0-1 3,0-3 0,-1 1-3,1-5 1,4 5 6,0-1 0,-4 2-65,-4 2 0,-1-4 50,5 0 1,0 0-4,0 4 1,-2 0 2,-2 0 0,2 0-92,-2 0 0,2 0 79,2 0 1,-1 0-11,-4 0 0,4 0-3,-4 0 1,4 0 4,1 0 1,-1 0-160,1 0 1,0 0 88,0 0 1,0 4 151,-1 0 0,1 0-103,0-4 0,4 0 0,0 0 1,4 0-22,-4 0-3,0 0 56,1 0 2,-4 0 1,5 0-7,-6 0-9,-1 0 1,1 0 89,0 0-82,-6 0 0,5 0-3,-4 0 59,-2 6-56,0-5 0,-1 9 9,-1-6 1,5 2 8,-4-2 1,0-3-12,0 3 86,2-2-77,1-2 1,3 0 211,-2 0-205,-3 0 0,4 0 34,-6 0 0,5 0-22,-5 0 0,5 0-43,-4 0 1,1 1 44,-2 3 0,-1-2-96,6 2 0,-6-2 62,2 3 1,1-4-9,-2 3 1,2-3 5,-1-1 0,-2 0-5,5 0 0,-4 0 25,0 0 0,2 0-20,-1 0 1,-1 0 49,-4 0 1,1-1-41,-1-3 0,1 3-71,-1-4 0,1 4-37,-1 1 47,0 0 1,1 1 30,-1 4 11,1-4 1,-1 9 13,0-6 1,1 0-27,-1-4 1,-4 0 131,1 0-114,-7 0 1,9 0-33,-2 0 192,-4 0-145,6 0 0,-8 0 62,5 0-55,-5 0 1,4 0 15,-3 0-9,-3 0 0,6 0 77,-2 0 151,-4 0-222,4 0 27,-5 0-547,0 0-162,-5 0 354,4 0-142,-11 0 106,11 0 1,-6 0 7,3 0 284,3 0-207,-10 0 277,9 0 0,-5 0 487,3 0-212,3 0 158,-5 0 1,5-4 15,-3 0 174,2-1-101,-9 5-361,10 0 82,-10 0 19,10 0-449,-10-5 138,9 4-99,-3-10 121,-1 4 0,5-6 27,-3 1 1,2-1-4,2 1 1,0-4-415,0-1 261,0 0 1,6 1-75,2-1-12,3 1 96,-4 3 1,4 1 75,-3 0 1,5 5 2,3 3 0,-2 2-182,3 2 185,-4 6 0,1 1-1,3 5 1,-3 6-1,2 3 1,-2 2 52,-2 2 0,-1 1-58,-2 3 0,0-4 184,-5 0 1,0-1-43,-4-3 0,-1 1 195,-3-1 0,-3-3-43,-5-6 0,-1-4 53,1 1 1,-5-7-111,1 3 0,-5-4-54,5-1 1,-5-6-201,4-2 1,-3-4 124,3-5 0,1-2-201,3-6 1,2-1 48,3-3 1,2 1-611,6-5 0,0 6 716,0-2 0,0-3 0,0 0 0</inkml:trace>
  <inkml:trace contextRef="#ctx0" brushRef="#br0" timeOffset="140">14824 13481 9112,'9'0'133,"-1"0"1,0 0-168,5 0 1,3 0 87,1 0 0,6 0-626,2 0 1,0 0 571,4 0 0,2 0 0,1 0 0</inkml:trace>
  <inkml:trace contextRef="#ctx0" brushRef="#br0" timeOffset="141">14911 13370 7882,'7'1'48,"-3"3"137,-2-2 1,-1 5-132,3-3 1,-2 0 107,2 8 1,-2 1-81,3 11 0,-4 4 71,3 9 0,2 6-670,-2 2 517,5 4 0,-2 6 0,6 1 0</inkml:trace>
  <inkml:trace contextRef="#ctx0" brushRef="#br0" timeOffset="142">14750 14660 6513,'-7'-6'-625,"0"5"2400,3-3-1213,3 2 0,-9 1 317,6-3-325,0 2-170,4-3-3,0 5-191,0 0 0,5 0-205,4 0 1,6 0 99,1 0 0,6 0-327,-1 0 1,2 1 144,2 3 0,4-2-255,0 2 1,1-3 351,-1-1 0,-2 6 0,3 1 0</inkml:trace>
  <inkml:trace contextRef="#ctx0" brushRef="#br0" timeOffset="143">15345 13866 7806,'7'-13'1064,"-1"5"-682,-6 0 32,0 5-43,5-2 1,-3 6-89,2 3 0,1 4-64,0 9 1,3 2-193,-4 6 0,4 1 77,-4 3 0,6 3-112,-2 5 0,-1 0 41,1 0 0,1-3-176,3-1 1,-5-6 95,-3 2 0,2-4-225,-2-4-47,5-3 266,-7-12 1,3-1 33,-5-10 1,0-3 14,0-8 0,4-4-52,1-5 1,0-1 43,-1-3 0,3-4-199,6-8 1,-1 1 111,0-5 1,5 3 10,-1-3 0,6 3-59,-1-3 1,-2 9 82,2-1 0,-6 12-392,2 0 0,-8 13-156,0-1 612,-7 9 0,10 4 0,-6 7 0</inkml:trace>
  <inkml:trace contextRef="#ctx0" brushRef="#br0" timeOffset="144">15767 14163 7735,'-5'-6'521,"2"-4"-71,-5 6-157,5 0 0,-8 4-80,3 0 0,1 5 52,-2 3 1,7 5-107,-2 3 1,-2-2-72,2 3 0,0 1-143,4-2 1,0 1 93,0-5 1,1 1-105,3-1 1,-1-1 9,5-3 0,1-2-363,3-6 1,-4 0 32,1 0 1,-1-2-148,4-2 1,1-3 208,-1-5 0,-4 0-52,1-1 1,-7-3 128,2-1 1,-2-4 245,-2 5 0,-2-1-37,-2 5 0,-3-1 37,-5 1 0,0 0 0,-1-1 0,1 6 0,-1 3 0,1 3 0,-6 1 0,-1 0 0</inkml:trace>
  <inkml:trace contextRef="#ctx0" brushRef="#br0" timeOffset="145">16053 14139 7797,'-6'12'694,"-2"0"1,-5 2-335,-3 3 0,1 2 100,-6 6 0,6 0-75,-2 0 0,3-1-135,2 1 1,5-4-118,3-1 0,3-4 73,1 0 0,9-8-574,4-3 1,12-4 312,-1-1 0,12-7 55,-3-5 0,11-6 0,-5-7 0</inkml:trace>
  <inkml:trace contextRef="#ctx0" brushRef="#br0" timeOffset="146">15581 12663 7994,'0'-7'463,"0"1"-251,-5 1-147,3 4 1,-5-9 91,3 6 68,3 0 18,-5-2-160,1 5 1,2-9 67,-5 6 236,5 0-105,-8 4-8,4 0 0,-5 0-96,-1 0 1,1 1 27,0 3 1,-1 5-60,1 7 1,-1-1-90,1 6 0,1 0-92,3 3 1,-2 0 47,6-3 0,0 2-311,4-2 0,1-3 138,3-2 0,3 1-478,5-5 0,6-2 288,3-10 0,3 0-412,0 0 0,5-6 222,0-2 1,-4-7 211,-4-2 0,-5-4 327,5 5 0,-7-5 0,-2 5 0,-1-2-107,-7 1 1,0 4 106,-4-4 352,-5 3 0,-2 3-211,-5 3 0,-1 2 644,1 6 1,-1 0-315,1 0 1,1 2 38,3 2 0,-2 3-268,6 5 0,0 5-31,4-1 1,0 5-680,0-5 1,5 7 201,4-3 266,2-2 0,1 11 0,0-3 0</inkml:trace>
  <inkml:trace contextRef="#ctx0" brushRef="#br0" timeOffset="147">15643 15354 8570,'0'-7'964,"0"2"1,0 6-765,0 3 1,0 9-169,0 7 0,0 4 69,0 1 1,-4 1-80,0 3 0,0-2 6,4 6 0,0-4-56,0 4 1,0-5 20,0 1 0,0-4-104,0-5 1,0-2-11,0-5 0,0-5-201,0 0-5,0-5 85,0 2 0,0-5 188,0-5 0,4-2 70,0-5 0,0 3 114,-4 1 423,0 0-176,0-5 1,0 5-129,0 0 1,0 4 426,0-5-373,0 7 1,0-5 176,0 3-71,0 2-408,0-9 123,0 10-287,6-10 94,-5 4 0,6-1-16,-3-1-241,-3 7 194,11-9 1,-6 8-36,7-5 0,-5 5 24,0-1 0,1 2 42,3 2 0,-4-4-33,1 0 137,-1 0 1,3 9-23,-3 4 1,2-1 107,-6 4 0,0-2-4,-4 7 1,0 0-99,0 0 1,-1 1 187,-3-2 1,-3-2-28,-6 3 1,5-3-292,0-2 1,-1-5 79,-3-3 0,0-3-1720,-1-1 1783,1 0 0,-6-5 0,-1-2 0</inkml:trace>
  <inkml:trace contextRef="#ctx0" brushRef="#br0" timeOffset="148">10073 13841 7831,'7'-5'107,"0"3"225,-3-2-103,-3 3 0,5 6 6,-6 3 1,1 10-60,3 7 0,-2 5-4,2 8 1,-3 6 25,-1 5 1,6 6-265,2 7 0,-1-5 275,1-3 1,1-5-163,3-3 1,-1-5-32,-3-8 1,3-9-35,-2-12 0,-3-5 81,3-7 0,-5 0-192,4 0 0,-5-6 55,1-2 0,2-7 117,-2-2 0,0-6-112,-4-2 0,4-1-581,0-7 0,4 0 288,-3-4 0,0-5 93,-1 1 0,2-4 255,2 3 0,3-3-183,-3 3 1,3-3 274,2 4 0,-5 1 19,0 7 0,-1 8 201,1 8-635,-2 3 0,-2 9-143,0 5 480,0 5 0,-4 13 0,0 2 0</inkml:trace>
  <inkml:trace contextRef="#ctx0" brushRef="#br0" timeOffset="149">10383 14288 7778,'-12'0'273,"4"-5"144,-1 1 1,5-1-26,-4 1-330,5 2 46,-8-3 0,10 3 199,-3-2-518,2 3 208,2-5 1,6 2 256,2 0-521,3-6 223,1 3 0,6-4-116,3 3 131,3-3 1,2 4-465,3-5 1,-3 4 159,3-1 1,-3 5-672,-1-4 1004,-6 5 0,5-8 0,-5 4 0</inkml:trace>
  <inkml:trace contextRef="#ctx0" brushRef="#br0" timeOffset="150">10532 14188 7778,'-12'0'354,"-1"0"-113,1 0 0,4 0 91,-1 0-343,7 6 215,-9-5 10,9 5-48,-3-1 0,3-2 167,-2 5-144,3 0-36,-5 10 1,6-2 15,0 4 1,4 1-96,1 4 1,3 0 231,-4-1-1030,6 1 498,-9 0 1,9-4 123,-6-1-1295,5-5 1397,-2 3 0,6-5 0,-1-1 0</inkml:trace>
  <inkml:trace contextRef="#ctx0" brushRef="#br0" timeOffset="151">10656 14163 8396,'-12'0'-119,"5"0"214,1 0 1,6 2-116,0 2 0,0 3 209,0 5 0,5 1 5,-1-1 1,5 5 34,0-1 1,-3 6-40,3-1 0,-5 2-124,4 2 1,-4 0 211,5 0 0,-7 0-21,2-1 1,-2 1 28,-2 0 1,0-6 163,0-2-397,0-3 1,0-6 3,0 0-194,0-5 1,0 1 70,0-8 0,1-3-167,3-5 1,-1-1 14,5 1 0,-3-2 19,3-3 1,-4 4-80,4-4 1,-4 3 27,5 2 1,-5 0 312,4-1 1,-4 2-115,4 3 0,-3-2 477,3 6 295,-5 0-533,8 4 1,-6 1 35,3 3 1,-2 3-127,-6 6 1,4 3-68,0 1 1,0 3 78,-4-3 0,4 4-496,1-5 1,-1 1 68,-4-5 317,0 1 0,5-1 0,2 0 0</inkml:trace>
  <inkml:trace contextRef="#ctx0" brushRef="#br0" timeOffset="152">13447 12291 7797,'2'-9'71,"2"1"0,-3 4 148,3-4 0,-2 4 69,-2-5 100,0 7-182,0-4 1,-2 7-36,-2 4 0,2 7-13,-7 9 0,7 4-109,-3 3 0,0 4 89,1 5 1,0 1-233,4-1 1,0-4 64,0 0 0,0-1-360,0 1 1,0-4 35,0-9 0,4-2-646,0-5 718,6-7 1,-5-1-292,3-10 572,-2-1 0,-1-18 0,2-2 0</inkml:trace>
  <inkml:trace contextRef="#ctx0" brushRef="#br0" timeOffset="153">13460 12278 7797,'5'-12'-500,"-2"-5"-63,5 1 1,-5-1 187,1 5 1529,3 5-691,-5-4 1,9 4 227,-3-5-1292,3-1 348,-4 6-123,4-4 250,-4 4 1,6-1 80,4 0-64,-3 5 122,4-2 1,-6 5 14,1 0 87,-7 0-103,5 5 1,-9 2-41,2 5 0,-3 6 82,-1 3 1,-1 3 138,-3 0-81,2-4 1,-9 3 33,3-2 0,-7-2-84,-2 2 1,0-5 35,0 5 1,3-6-27,-2 2 1,0-8-48,0-1 0,2-3 44,-2 3 0,6-5-129,2 1 0,4-3 83,-5-1-294,7 0 194,-4 0 1,16 2 261,2 2 1,5 3-128,-1 5 1,-2 0 77,2 1 1,2 3-57,-1 1 0,1 4-291,-2-5 1,-2 2-7,3-2 217,-3-2 0,3 4 0,3-5 0</inkml:trace>
  <inkml:trace contextRef="#ctx0" brushRef="#br0" timeOffset="154">13733 12452 7811,'0'-8'61,"0"-1"-45,0 7 1,-4-5 78,-1 3-174,1 2 1,6-7-143,2 4 0,3 1 121,5 4 0,1-4-92,-1 0 0,5 0-23,-1 4 1,6 0 214,-1 0 0,2-6 0,2 0 0</inkml:trace>
  <inkml:trace contextRef="#ctx0" brushRef="#br0" timeOffset="155">13857 12378 7811,'0'6'520,"0"0"-356,0-6 148,0 0-1,0 5-59,0-3-129,0 9 1,0-8 51,0 5 0,0 2 137,0 6-627,0-2 273,0 9 0,0-3 201,0 4-932,0-4 558,0 3 0,4-8-48,0 6 263,0-6 0,2 3 0,1-6 0</inkml:trace>
  <inkml:trace contextRef="#ctx0" brushRef="#br0" timeOffset="156">14030 12266 7811,'7'7'-828,"-1"4"0,-6-4 446,0 5 1799,0 1-884,0-7 1,0 10 80,0-4-302,0 3-131,0 3 1,0 1 182,0 6-208,0 0 0,0 0-89,0 0 1,0 1 101,0 3 1,1-5-200,3 1 0,-2-1 50,2-8 1,-3 2-35,-1-1 28,0-9-192,0 3 148,0-11 1,0-1 5,0-4 1,0 3-117,0-7 0,0 1 99,0-4 0,4-2 42,1-3 1,0 4-74,-1-4 0,-1 3-130,5 2 1,-4 0 192,5-1 1,-5 2 20,4 3 535,0-3-365,5 9 1,-1-3 165,1 5 0,-5 1-98,0 3 1,-5 3-16,1 6 1,1 5-51,0 2 1,-1 0-613,-4 0 1,0 0 148,0 0 278,0 4 0,0-5 0,0 6 0</inkml:trace>
  <inkml:trace contextRef="#ctx0" brushRef="#br0" timeOffset="157">25977 11137 7784,'7'0'-522,"4"0"1,-8-1 1202,5-3-701,-5 2 236,2-3-41,1 5 118,-5 0-29,4 0-59,-5 0-32,0 0-125,-5 0 1,2 0 67,-5 0 1,5 1-94,-1 3 195,-3-2-291,0 3 1,-1-5 91,0 0 1,4 0-209,-5 0-11,7 0 168,-9 0 1,8 0 23,-6 0-107,7 0-206,-4 0 151,6 0 18,0-5 65,0 3 149,0-3-66,6 5 170,1 0 2,5 0-179,0 0 203,1 0 0,-5 4-35,0 0 1,-5 2 315,1-2-172,-2-3-132,-2 10 1,-2-8-50,-2 5-71,-3-5 1,-5 3-109,-1-6 13,1 0 0,4 0 112,-1 0-217,1 0 223,-4-6-438,5-1 64,-4-5 178,10-1-191,-5 1 167,6 0 1,6-1-142,2 1 221,-3 5 1,6-3 36,-2 6 0,2-4-59,1 4 0,0-1 146,1 5 1,-1 0-103,1 0 124,-1 0 0,-1 2-103,-3 2 1,-1-1 350,-3 5-44,-2 0 99,3 5-215,-10-1 0,2 1 136,-5-1-239,-1 0 1,1-3 34,0-1 1,0-5 22,-5 1 0,1 1 106,-1-1-437,7 1 159,-5-5 1,8 0 26,-6 0 0,3-2-214,-3-2-198,4-3 283,5-5 0,0-1-125,0 1 1,0-5 68,0 1 0,4 3 71,0 5 1,6 0 12,-2-5 0,3 5 135,1 0 0,-3 5-78,-1-1 0,0 3 151,5 1 1,-5 0 14,0 0 0,-4 0 81,5 0 0,-7 5-36,2 3 1,-2 3-80,-2 2 1,0-1 125,0 1 0,-4-1-66,0 1 1,-6-1 64,2 0 0,-3-1-42,-2-2 0,1 0-77,-1-5 1,1 5-16,0-5 1,-1 0-115,1-4 0,4 0 55,-1 0-274,1 0 97,1-6 1,2 0 116,5-7 0,0 1-186,0-1 1,5 1 30,3 0 0,3-1 12,2 1 0,-1-1 40,1 1 0,-1 4 103,0-1 1,1 5-8,-1-4 0,1 5 126,-1-1 0,-4 3 47,1 1 1,-5 0 16,4 0-7,-5 5 0,2 2-14,-5 5 64,0 1 0,-5-1-23,-4 1 0,3-5 198,-3 0-307,1 1 0,-4 2-5,-1-3 0,5 1-70,0-4 0,1 0 142,-1-1-165,-3-2 0,8 3 122,-6-5-77,7 0 1,-5 0-125,3 0-285,2 0 324,-3 0 0,9-5-63,0-4 1,4 2 168,-4-1 0,5 4-65,-5-4 0,1 1 180,0-1 1,-4 1-111,3 3 377,3 2-112,-6-9-111,5 10 0,-6-6 188,0 3-182,5 2-124,-3-3 121,3 5-249,-5 0-3,0 0 160,0-6 8,0 5-40,0-5-5,0 6-87,0 0 76,0 6 0,0 1-1,0 5 0,-4 1-49,0-1 0,0 6 17,4 3 0,0-2-6,0 2 1,0 3 12,0 5 1,0 0 1,0-4 1,0 0 24,0 0 0,-4-6-21,0-2 1,-1-4-4,5 0 1,0-1-100,0 1-7,0-7-45,0 0-234,0-6 107,0-6 1,2 0-278,2-7 1,-3 1-442,3-1 578,-2 1 421,-2 0 0,0-1 0,0 1 0</inkml:trace>
  <inkml:trace contextRef="#ctx0" brushRef="#br0" timeOffset="158">25481 11497 9949,'7'0'576,"4"0"0,-5 0-526,7 0 1,-1 0 132,1 0 1,5 0-273,2 0 1,5 0 49,4 0 1,4-1-247,8-4 1,5 3 74,8-7 0,1 3-286,3-3 1,2 0 363,-2 4 0,-3-4 102,-1 1 0,0 2-44,-4 2 1,-5 3 34,-12 1 0,-8-5-8,-9 1 1,-2 0-128,-1 4-6,-6 0 0,-3 0 5,-8 0 0,-5 0 50,-7 0 0,1 4-548,-6 0 1,-4 1 745,-4-5-73,-5 0 0,2 0 0,-5 0 0</inkml:trace>
  <inkml:trace contextRef="#ctx0" brushRef="#br0" timeOffset="159">25865 11671 7784,'-12'0'506,"-1"0"0,5 0 152,0 0 136,0 0-435,1-6-60,1 5 8,6-5 1,0 6 23,0 0-289,6-5 0,1 3-174,5-2 0,5 3 122,-1 1 0,6 0-43,-1 0 0,2-4 26,2 0 0,4-1-162,0 5 1,4 0 41,-4 0 0,4 0-272,-4 0 1,4 0-147,-4 0 1,-6 0 564,-6 0 0,-3 11 0,-2 3 0</inkml:trace>
  <inkml:trace contextRef="#ctx0" brushRef="#br0" timeOffset="160">22367 7565 7826,'7'0'-1303,"0"0"1089,-3 0 661,-3 0 0,6-1-116,-3-3 22,-2 3 122,3-5-147,-5 6 91,6 0-84,-5 0-100,5 0 140,-6 0-599,0 0 355,0 6-257,0-5 172,0 4-391,0-5-199,0 0 225,0-5 182,0 4 1,1-9 0,3 6 151,-3 0 1,5 2-149,-6-2 196,5 3 1,-2-5-60,5 6 285,-5 0-78,3 0 120,-1 6-175,-3 1 1,2 4 339,-8-3-392,2 3 1,-7-8 7,4 5 0,-4-5-212,1 1 0,1 1 120,-2 0 0,5-1-271,-4-4 0,5-2 33,-1-2 1,3 1-82,1-5 0,0 0 126,0-5 0,0 1 61,0 0 0,1 1 59,3 2 0,-1-2-69,5 3 1,-1 1 147,1-1 1,3 5-66,-2-1 0,-2-2 359,1 2-118,0 0 0,3 10 15,-3 2 1,-1 3 19,-3 1 0,-2 1-125,2-1 1,-3 1 61,-1-1 1,-1 0-58,-3 1 1,1-1 174,-5 1-172,0-6 0,-5 2-191,1-5 0,-1 0 94,1-4 1,1-1-268,3-3 0,-2 1 26,6-5 1,-4 0-83,3-5 1,0-3 77,1-1 1,2 1 76,-2 3 0,3-3 31,1-1-126,5 1 315,2 3-97,6 1 1,-1 5 267,1 3-157,-1 2 0,0 4 82,1 2 1,-5 3 51,0 5 1,-5 1-78,1-1 1,2 0 30,-2 1 1,0-1-61,-4 1 0,0-5 33,0 0 1,-4 0-83,0 5 1,-6-5 0,2 0 0,1-5-10,-1 1 1,-1-2-203,-3-2-98,0 0 1,-1-2 108,1-2 1,5 1-130,3-5 0,2-2 68,2-6 1,0 2-6,0-2 1,0 2 107,0 1 1,2 1-111,2 0 126,3-1 1,5 2 35,1 3 0,-1 2 136,0 6 1,1 0-90,-1 0 1,-4 0 146,1 0 1,-2 6-45,1 2 1,1 3 73,-4 2 0,3-1 14,-4 0 0,0 1-5,-4-1 0,0 1-74,0-1 1,-1 0-23,-3 1 1,1-2-87,-5-3 1,-1-2 186,-3-6-303,0 0 1,-1 0 105,1 0 1,-1-2-240,1-2 1,4-1 96,-1-4 0,7-6-93,-3 3 0,4-3 104,1 2 0,0 1 58,0-1 1,0 1-23,0 0 0,1 3-15,4 1 0,-3 1 160,7-1 1,-1 2-59,4 6-20,1 0 1,-1 0 207,1 0 0,-1 2-124,0 2 0,-3 1 25,-1 4 0,-4 2 0,3-3 4,-2 3 114,0 1-80,-5 1 0,0-1-40,0 1 176,-6-1 22,5 0-201,-10-5 22,4 4 1,-6-5 118,1 2-249,0-2 111,-1-6 0,-1 0 104,-2 0-312,2 0 86,2 0 0,1 0-15,2 0 0,2-4-204,-1-1 0,5-4 48,-1 0-360,3-2 354,1-1 1,5 0-191,4-1-726,2 6 1133,1-4 0,1 4 0,-1-5 0</inkml:trace>
  <inkml:trace contextRef="#ctx0" brushRef="#br0" timeOffset="161">21660 6908 6515,'-6'-7'1647,"5"-4"-1131,-5 10-419,1-5 0,3 5 279,-2-3-405,3 2 137,1-3 0,0 5-55,0 0 0,4 1 61,0 3 0,5-1-27,-5 5 0,4 1-91,-4 3 1,4 1 86,-4-1 1,5 6-139,-5 2 1,1 0 129,0 0 1,-4 1-50,3 4 0,-1-2 28,1-2 0,-3 2-61,3-2 1,-2-3 13,-2-1 1,1-5-86,3-4 1,-1 2-72,5-6 1,-4 0 96,5-4 0,-5 0 43,4 0 1,-4-1-8,5-3 0,-3-3-192,3-6 0,0 1 137,-4 0 0,3-2 61,-4-3 1,4 2 57,-4-6 1,2 6-84,-2-1 1,-3-2 62,3 1 1,-1-1-44,1 2 1,-2 2 103,2-3 0,-3 0-86,-1 0 1,0 1 80,0 3 1,-1 1-72,-3-1 0,1 1-3,-5-1 0,5 5-80,-1 0 0,2 4 96,2-4-503,0 5 158,0-3-185,0 6 504,0 0 0,6 0 0,1 0 0</inkml:trace>
  <inkml:trace contextRef="#ctx0" brushRef="#br0" timeOffset="162">21895 7082 7855,'7'-7'0,"0"-3"-149,-3 6 173,-2-6 0,5 8 143,-3-7 1,-3 5 257,3-4-181,3 5 0,-5-4 207,2 3-266,3 3 1,-5-3 26,7 8 0,-5 0-190,4 8 1,-1-2 80,1 7 1,3 0-495,-2 0 0,2 5-309,1-1 0,-1-2 410,-3 2 0,3-6-377,-2 1 1,-3-2 666,3-1 0,-1-1 0,4 0 0</inkml:trace>
  <inkml:trace contextRef="#ctx0" brushRef="#br0" timeOffset="163">22106 6995 6390,'-8'1'891,"0"3"1,4-1-1,-5 5-537,0 2 1,2 1-312,-1 2 0,-1 4 103,-3 4 1,-5 3-418,1 0 1,-5 5 189,5 0 81,-6 6 0,8-9 0,-4 4 0</inkml:trace>
  <inkml:trace contextRef="#ctx0" brushRef="#br0" timeOffset="164">25964 7516 7289,'7'-6'-312,"0"5"703,-3-3 1,-2 1 26,2-1 48,-3 3-64,-1-5 12,0 6 168,0 0-421,0 6 0,-4-4-24,0 7-29,0-7 0,0 5-364,0-3 419,-1-2 79,0 3-137,4-5-66,-5 0-238,6 0-979,0 0 757,0-5 13,6 3 1,-4-3 587,7 5-78,-7 0 248,4 0-208,-1 0-84,-3 5 1,3-2 27,-5 5 0,0-4 62,0 5 0,-4-5 0,0 4 1,-2-5-30,2 1 1,2-3 197,-7-1-343,7 0-903,-9 0 544,9 0 1,-3-5 96,5-3 0,0 1-135,0-2 281,0 1 0,1-3-2,3 3 1,-1-2 133,5 6 0,-4-1-177,5 1 440,-1 2-185,4-3 1,-1 6 148,-2 3 1,-3-1-84,-1 5 0,-4-4 441,3 5 27,-3-1-389,-1 4 0,-1-1-100,-3-2 1,1-4 26,-5-5 1,4 0-271,-4 0 130,-1 0 1,-3 0-285,-1 0 0,7-1 40,1-3 0,0 1-80,1-6 0,0 1-224,4-4 332,0-1 1,1 1 216,3 0 1,-1 1-167,5 2 157,0-2 0,5 9-107,-1-7 240,1 7 0,-1-4-29,0 6 1,-3 4 80,-1 0 0,-5 6 13,1-2 0,1 3 38,0 2 1,-1-1 18,-4 0 0,-2 1-106,-2-1 1,1-4 33,-5 1 1,0-5-49,-5 4 0,1-5 6,0 1-99,-1 3 1,1-6-212,-1 3 67,1-8 0,1-3-198,3-5 0,2 0-93,6-1 1,0 1 167,0-1 1,0 1 9,0 0 0,2-1 54,2 1 1,1-1 218,4 1 0,2 4-33,-3-1 1,3 7 78,1-2 0,-3 2 169,-1 2-192,0 0 126,4 6 0,-1 1-31,-2 5 1,-4 0-95,-5 1 0,0-1 86,0 1 1,-1 2 133,-3-3 0,1 3 100,-5-6-284,-1 2 0,-3 1-145,0 0 0,-1-5 79,1-3 0,-1-2-5,1-2 0,0 0 78,-1 0-345,6 0 77,-4-6 130,4-1-254,1-5 157,0 0 0,2-1-329,0 1 132,0-1-258,4 1 0,4 0 38,0-1 535,0 6 0,2-4 0,0 4 0</inkml:trace>
  <inkml:trace contextRef="#ctx0" brushRef="#br0" timeOffset="165">26126 6858 7786,'7'-5'-1643,"-2"-2"1682,-5-5 1,4 3 1171,0 1-1184,1 5 163,-5-8-217,5 4 1,1-1 83,2 0 0,3 5-119,-3-1 0,3 3 14,2 1-19,-1 0 0,0 0 81,1 0 1,-5 1-99,0 3 0,-5 4 153,1 9 0,-2-3-58,-2 2 0,-6 2 158,-2-1 0,1 3-88,-1-3 0,-1 1 0,-3-3 47,0 2 1,-1-1-17,1-3 91,-1-1-58,1-5 0,4 4-135,-1-3 128,7-2-249,-9-1 185,9-5-293,-3 0 148,5 0 0,1-4-211,3 0 190,3-6 0,6 7 25,-1-5 1,-4 5 38,0-1 0,1 3-30,3 1 131,1 0 0,-1 1-105,0 3 0,-3 3 113,-1 6 0,-1-1-54,1 1 0,-2 0 138,-6 4 1,0-3-85,0 2 0,0 2 100,0-1 0,-5-1-88,1-3 0,-5-1-49,0 0 1,-2-5-240,-1-3 0,0-1-4,-1 1-405,1-2 1,3-2 267,1-9 1,5-7 335,-1-5 0,3-2 0,1-2 0</inkml:trace>
  <inkml:trace contextRef="#ctx0" brushRef="#br0" timeOffset="166">26361 6933 8142,'0'-7'-90,"0"2"178,0-1 178,0 5-246,6-10 4,-5 4 1,9-2-82,-6 1 1,2 4 191,-2-4-13,-3 5 7,10-8-25,-4 10 191,0-10-232,4 9 0,-10-2-80,3 8 1,-1 3 35,1 5 1,-2 5-1,2 0 1,-3 5 40,-1-2 0,0 4-12,0 1 1,0-1-34,0 1 0,0-4 16,0-1 1,4-3-190,1 4 207,4-6-326,-2 3 179,5-11 1,1-3-55,-1-8 1,-3-3 7,-1-6 0,-4 0 91,4-4 1,-5 2 72,1-6 1,2 1-80,-2-5 1,0 4 59,-4 0 1,0 1-57,0-5 0,0 0 128,0 0 0,0 5-48,0-1 0,-4 0 32,0-4 0,-1 6-83,5 3 1,-4 2 28,0 1 0,0 1-957,4 0 388,0 5 131,0 1 1,1 6 434,4 0 0,-4 6 0,4 1 0</inkml:trace>
  <inkml:trace contextRef="#ctx0" brushRef="#br0" timeOffset="167">26585 7007 7786,'12'-12'-1438,"-1"0"1912,-3-1 0,2 5-294,-6 0 1,2 5 50,-2-1 0,-1-2-38,5 2 0,-4 0 12,4 4 1,-5 1-62,1 3 1,2 3 58,-2 6 1,4 3-357,-4 1 1,2 3 173,-2-3 0,-1 5-380,5-1 0,-4-3-30,4-2 0,-5-2-772,1-2 457,3 6 704,-6-4 0,10 4 0,-4-6 0</inkml:trace>
  <inkml:trace contextRef="#ctx0" brushRef="#br0" timeOffset="168">26808 6933 7786,'7'0'1039,"-2"0"-946,-5 5 0,-5 2 51,-3 6 0,-5 0-110,-3 4 0,-8-2-551,-5 6 1,-9 4 315,0 4 1,-6 4-945,3-4 919,0 0 0,3-5 0,1 1 0</inkml:trace>
  <inkml:trace contextRef="#ctx0" brushRef="#br0" timeOffset="169">21312 4056 7989,'9'0'-37,"-1"0"143,-5 0-161,2 5 106,1-4 0,-5 10-108,3-2 123,-2 2 1,-2 1 11,0 1 6,0-1 1,0 0-188,0 1 0,4 3-17,0 1-603,0-1 319,2-3 404,-5-1 0,10 6 0,-4 1 0</inkml:trace>
  <inkml:trace contextRef="#ctx0" brushRef="#br0" timeOffset="170">21374 4626 7989,'0'17'0,"0"-1"0,0 1 130,0-5-37,0 6 1,-1-4-232,-3 2 0,3 2 114,-4-1 0,4 3-271,1-3 1,0 4 154,0-5 0,0 5-191,0-5 0,0 5 331,0-4 0,6 5 0,0-3 0</inkml:trace>
  <inkml:trace contextRef="#ctx0" brushRef="#br0" timeOffset="171">21374 5308 7985,'0'19'0,"0"1"0,0-4 0,0-1 271,0 6-46,0-6 0,0 9-464,0-10 220,0 9 1,-4-9-331,0 2 251,0 4 1,4-7 132,0 4-598,0 2 401,0-5 1,0 4-71,0-6 0,4 5 232,0-1 0,6 6 0,-3-2 0</inkml:trace>
  <inkml:trace contextRef="#ctx0" brushRef="#br0" timeOffset="172">21362 5953 7962,'7'30'-191,"-2"-5"81,-5 0 0,0-2 231,0-6 1,0 5-94,0-1 10,0-3-414,0 5 245,0-9 0,0 9 274,0-9-317,0 9 107,0-3 1,0-1 146,0-2 1,0 1-81,0-2 0,0 12 0,0-2 0</inkml:trace>
  <inkml:trace contextRef="#ctx0" brushRef="#br0" timeOffset="173">21362 6710 7892,'0'19'-1725,"0"4"1526,0-2 0,0 2 445,0 2 1,-1 0-98,-3 0 1,2 1-202,-2 3 0,3-7 114,1 3 1,0-9 140,0 1 0,0-3-77,0-2 0,0 1-19,0-1 0,0 0-324,0 1 0,4-1 109,0 1 1,0-1-142,-4 0 127,0 6 122,0-4 0,0 9 0,0-3 0</inkml:trace>
  <inkml:trace contextRef="#ctx0" brushRef="#br0" timeOffset="174">21362 7627 7889,'7'13'-873,"-3"-1"1,2 2 902,-2 3 1,0-4 594,-4 4 0,4-2-422,0 2 0,0 2 108,-4 6 1,4-1-311,1 1 0,-1 1 303,-4 3-572,0-2 220,0 3 1,0-5 147,0 0 1,0 1-348,0 3 0,-4-7 12,-1 2-128,-4-7 0,6 0-454,-5-9 817,5-3 0,-8-16 0,4-2 0</inkml:trace>
  <inkml:trace contextRef="#ctx0" brushRef="#br0" timeOffset="175">21226 3535 8011,'6'-6'0,"4"3"-712,-6-5 1,2 5 1168,-2-1 269,-3-3-479,10 6-42,-9-5 1,3 12-249,-5 2 0,0 5 65,0 3 1,-1-1-41,-3 6 0,2-4-287,-2 3 0,3 0 157,1 0 1,0-1-380,0-2 1,-4-3 526,0 2 0,-1-2 0,5-1 0</inkml:trace>
  <inkml:trace contextRef="#ctx0" brushRef="#br0" timeOffset="176">21486 3262 8006,'7'0'-951,"-1"0"1,-2 1 1037,0 3 1,5-1 5,0 5 0,2-4-42,1 5 0,6-6 45,3 1 1,2 1-101,2-1 1,1 0-155,3-4 1,-1 0 96,5 0 1,-2 0-109,3 0 0,0 0 169,-5 0 0,11-5 0,-1-2 0</inkml:trace>
  <inkml:trace contextRef="#ctx0" brushRef="#br0" timeOffset="177">22230 3336 7969,'9'0'-149,"-1"0"0,-4 0 149,4 0 237,-5 0-13,8 0-391,-4 0 87,0 0 0,8 0 103,-2 0-508,2 0 288,3 0 0,-3 0 12,5 0-199,1-5 198,4 3 0,4-3-41,0 5 227,5-6 0,-8 5 0,10-5 0,-3 6 0,-2 0 0,5-5 0,-6 4 0,3-4 0,-3 4 0,-1 0 0,0-3 0,4 2 0,-4-2 0,0-2 103,-4 2 1,0-1-58,0 1 1,-1 2 230,1-2 0,-4-1-73,0 1 1,-1-1-1,5 5 0,0 0-98,0 0 0,-1-4 6,1 0 0,0 0-139,0 4 0,4 0 79,0 0 1,1 0-173,-1 0 1,-1 0 45,5 0 1,0 0-237,4 0 1,0 0 3,0 0 306,1 0 0,4 0 0,2 0 0</inkml:trace>
  <inkml:trace contextRef="#ctx0" brushRef="#br0" timeOffset="178">24141 3262 7969,'12'12'-268,"6"1"0,-4-6 411,3-3 1,-4 1 398,0-1 1,3 5-618,1-5 0,5 1 9,-1-1 0,2-2-494,2 2 0,5-3 239,3-1 0,-1-1 1,1-3 0,1 1 141,8-5 0,-4 4 179,4-5 0,-4 7 0,0-3 0,-5 0 0,0 1 0,-4 0 109,4 4 0,-6 0-151,2 0 0,-4 0 254,-4 0 0,4 4-31,-1 0 0,1 6-21,4-2 1,-3-3-74,-1-1 1,1 2 35,3-2 1,-1 4-26,5-4 0,-4 1 205,4-5 1,-1 0 44,1 0 1,1 0-166,-5 0 0,6 0-352,-2 0 1,2 0 111,3 0 1,-1 0 56,0 0 0,6 0 0,1 0 0</inkml:trace>
  <inkml:trace contextRef="#ctx0" brushRef="#br0" timeOffset="179">26374 3423 7965,'8'1'624,"0"4"0,1-4-199,3 3 1,2-1-164,2 1 1,-2-1-217,3 5 0,2-5 54,2 1 0,3 1-708,5 0 1,-1-1 413,5-4 1,0 0-431,4 0 1,1 0 278,-1 0 0,-1-4 80,-3-1 1,3 0 220,-3 1 1,-3 1-140,-1-5 1,-3 5 73,-1-1 0,0 2-4,0 2 0,-5 0 119,1 0 0,-5 0-28,5 0 0,-6 2 108,2 2 0,-3-1-34,-2 5-101,0 0 501,1 5-108,-6-6 258,4 4-411,-4-5 1,1 3 114,0-1 0,-4-4-114,5 4 1,-5-5-224,4 1 175,-5 3 0,4-5 139,-3 2-383,-3-3 83,5-1 1,-5 0-232,3 0 25,-2 0 195,3 0 28,-5 0 0,0 0 0,0 0 0</inkml:trace>
  <inkml:trace contextRef="#ctx0" brushRef="#br0" timeOffset="180">27267 3671 9086,'0'12'115,"0"1"1,0-1-113,0 1 1,0 6-277,0 6 0,0 1-63,0 7 0,1 0-218,4 4 1,-4 2 197,3 2 356,-3-2 0,5 4 0,1-6 0</inkml:trace>
  <inkml:trace contextRef="#ctx0" brushRef="#br0" timeOffset="181">27292 4366 7880,'0'29'-667,"0"0"1,-2-1 647,-2-3 1,2 0 677,-7 0 0,7-4-41,-3-1-385,-2-5-72,6 9 0,-6-6-39,3 2 1,3-2 105,-3-5 0,2-1-308,2 0 0,0 1 96,0-1 0,0 1-575,0-1 1,0 1 116,0-1 442,0 0 0,0 1 0,0-1 0</inkml:trace>
  <inkml:trace contextRef="#ctx0" brushRef="#br0" timeOffset="182">27168 5172 7880,'0'23'96,"0"-2"65,0-3 0,-2-2-50,-2 1 1,3 4 236,-3-5-136,2 6-726,-3-8 430,3 4 0,-3-4 22,5 2 1,0-2-55,0 2 0,4-6 173,0-2-479,6 1 272,-9 3 0,9-4-741,-6 1 891,0-1 0,2 10 0,1 1 0</inkml:trace>
  <inkml:trace contextRef="#ctx0" brushRef="#br0" timeOffset="183">27131 5792 7857,'6'18'-10,"-1"2"294,-4-2 1,-1 0-26,0-5 1,0 3-130,0 1-126,0-1 199,0-3-518,0-1 276,0 1 1,0 3 207,0 1-445,0-1 213,0-3 0,0-1-343,0 0 301,0 1 0,0 3 93,0 1-320,0-1 36,0-3 140,0-1-649,0 1 609,0 4 0,0-1 196,0 4 0,5 1 0,2 4 0</inkml:trace>
  <inkml:trace contextRef="#ctx0" brushRef="#br0" timeOffset="184">27168 6462 7803,'0'24'-951,"0"1"1,-6-4 2058,-2 0-632,2-1 0,-3 0-183,5-4 1,-5 2-80,5-1 0,-1 3-433,1-3 161,2-1 1,-3-3-444,5-1 300,0 6 156,0-4 0,0 4-668,0-6 377,0 0 175,0 1 161,0 5 0,0-4 0,0 3 0</inkml:trace>
  <inkml:trace contextRef="#ctx0" brushRef="#br0" timeOffset="185">27056 7119 7776,'-7'25'683,"-4"-5"-251,3 1-228,2-6-379,1 9 211,-1-11 0,5 10 44,-3-7 1,2 1-68,2-5 0,0-4 267,0 1-1181,0-1 392,0-1 240,0 4-377,6-4 433,-5-1 1,5 6-354,-6-4 326,0 3 240,0 1 0,0 1 0,0-1 0,0 0 0,0 1 0,0 5 0,0-4 0,-4 3-1,0-4 0,-5 1-23,5 2 1,-1-2 413,1 2-110,2-2-161,-3 4 0,1-3 187,-1 6-162,1-6 0,4 4 77,0-2-149,0-3 0,-4 4 80,0-6-307,0 0 225,4 1 0,0-5 2,0 0 1,0-3 10,0 3-3,0-5 29,0 2 142,0 1-134,0-5 1,0 6-32,0-3 262,-6-3-271,5 5 0,-5-5 81,6 3-808,0-2 299,0 3-876,0-5 589,0 6 638,0-5 0,6 5 0,1-6 0</inkml:trace>
  <inkml:trace contextRef="#ctx0" brushRef="#br0" timeOffset="186">26920 7913 7743,'-13'1'0,"1"3"1111,5-2-651,-4 3 0,5-4-507,-2 4 12,-3-4 236,4 4-792,0-5 444,-4 0 1,9 0-13,-7 0 0,5 0-79,-4 0 0,4 0 238,-5 0 0,1-5 0,-4-2 0</inkml:trace>
  <inkml:trace contextRef="#ctx0" brushRef="#br0" timeOffset="187">26547 7913 7743,'-24'7'0,"-1"2"0,0-5 338,6 0-187,-5 2 0,6-5-510,-2 4 185,-4-4 73,11-1 0,-5 0-251,5 0 289,1 0 1,-1 0-204,1 0 53,0-6 213,-1 5 0,-5-10 0,-1 4 0</inkml:trace>
  <inkml:trace contextRef="#ctx0" brushRef="#br0" timeOffset="188">26002 7975 7743,'-13'0'0,"-5"0"790,5 0-430,-11 5 0,6-3 163,-2 2-1297,-4 3 591,10-6 0,-5 5-1166,2-6 663,-2 0 414,0 0 1,-5 0 271,4 0 0,2 0 0,-6 0 0,4 0 0,-4 0 0,-6-6 0,-2-1 0</inkml:trace>
  <inkml:trace contextRef="#ctx0" brushRef="#br0" timeOffset="189">25319 8024 7743,'-20'0'0,"-1"0"0,0 0 1018,-3 0-646,-1 0 0,0 0-1252,0 0 290,0 0 315,0 0 1,3 0-199,-2 0 359,2 0 0,-9 0 271,6 0 1,5 0-112,-1 0 0,0 0 97,-3 0 1,0 0-76,3 0 0,-2 0-34,2 0 1,2 0-24,-2 0 1,5 0-169,-5 0 1,5-1-153,-5-3 1,0 2 129,-4-2 1,2-1 76,2 1 1,-2 0-17,2 4 0,-5 0 296,1 0 0,-2 0-101,6 0 1,-2 0 242,-2 0 0,0 0-121,0 0 1,0 0 64,1 0 0,-1 4 96,0 0 1,1 5 83,4 0 1,-2-2-131,5 1 1,1-5 234,3 1-209,-5-3 0,5-1-80,-4 0 1,7 0 66,2 0 0,4 0 75,-4 0-553,-1 0 1,-3-1-29,0-3 0,-1 2-216,1-2 1,-2 4-991,-3 4 0,2-1 1385,-5 5 0,-1 1 0,-4 3 0</inkml:trace>
  <inkml:trace contextRef="#ctx0" brushRef="#br0" timeOffset="190">23645 8136 7743,'-25'0'0,"0"0"0,0 0 0,5 1 41,-1 3 0,6-2-103,-2 2 0,3-3-136,2-1 1,-2 0 122,-2 0 0,2 0 196,-3 0 0,-1 0-5,2 0 0,-6-4-108,1 0 1,2 0-282,-2 4 0,0-4 12,-3 0 261,4 0 0,-9-2 0,3-1 0</inkml:trace>
  <inkml:trace contextRef="#ctx0" brushRef="#br0" timeOffset="191">22925 8086 7743,'-18'0'308,"3"0"165,-6 0 0,2 0-274,-2 0 1,-1 0-205,6 0 1,-1 2-220,5 2 151,-1-3 0,1 5 25,0-6 0,-2 4 108,-3 0 0,4 0 118,-4-4 1,-1 0-110,2 0 0,-5 0-93,4 0 0,-5 0 77,2 0 1,-4 2-181,-1 2 1,1-2-119,-1 7 1,0-7 114,0 3 0,2 1-48,2 3 0,-2-4 59,2-1 0,3 2-240,1-2 0,0 2 93,0-2 0,0-3-384,5 3 650,0-2 0,-1-2 0,1 0 0</inkml:trace>
  <inkml:trace contextRef="#ctx0" brushRef="#br0" timeOffset="192">21970 8173 7748,'-18'0'3,"3"-4"-2,-6 0 1,6 0 483,-2 4 0,4-4 257,0-1-683,1 1 0,-1 3-113,1-3-109,0 2-58,-1-3 0,1 4 127,-1-4 1,5 4-402,0-3 281,0 3 1,-5 1-377,1 0 0,1 1 590,3 3 0,-4-3 0,6 5 0</inkml:trace>
  <inkml:trace contextRef="#ctx0" brushRef="#br0" timeOffset="193">21561 8186 7779,'-18'0'-27,"-3"0"0,3 0 1,1 0 1353,4 0-884,-5 0 154,4 0-291,-4 0-528,6 0 199,-1 0 253,6 0-1733,-4 0 1503,10 5 0,-5 2 0,6 5 0</inkml:trace>
  <inkml:trace contextRef="#ctx0" brushRef="#br0" timeOffset="194">19997 7268 8805,'3'-7'342,"5"3"0,2-2-232,11 2 0,5-4 90,7 4 1,10-2-55,6 2 1,5 3-505,4-3 0,3 2-27,-3 2 0,2 2-325,2 2 0,-7 1 178,-5 3 1,-7 3 531,-10-2 0,-3 2 0,-5 1 0</inkml:trace>
  <inkml:trace contextRef="#ctx0" brushRef="#br0" timeOffset="195">20680 7169 7793,'-13'-13'644,"5"6"-75,0 3-444,5-3 281,-2 6-177,5-5 0,5 6-136,3 0 1,5 0 74,3 0 0,-1 4-437,6 1 0,0 3 191,4-4 1,-5 6-227,1-2 0,-5 3 128,5 1 1,-6 1 67,2-1 1,-9 2 63,-4 2 0,-2 2-94,-2 3 1,-11 7-74,-6-4 0,-6 4 87,-6-3 1,-2-2-258,-2-2 0,-3 0 381,3-9 0,3 3 0,0-8 0</inkml:trace>
  <inkml:trace contextRef="#ctx0" brushRef="#br0" timeOffset="196">20208 6424 7875,'0'-12'0,"0"0"0,-1 3 0,-3 1 0,1 5 0,-5-1 0,4 3 0,-5 1 0,1 5 0,-4 4 0,-1 3 0,1 5 0,-5-2 0,1 5 0,-1 1 496,5 4 1,1 0-62,3-1 1,-2 0-439,6-3 0,0 1-202,4-6 0,0 1 89,0-5 1,1-5-45,3-3 1,3 2 107,5-2 0,2 0-19,3-4 1,-2 0-86,6 0 1,-5 0 92,5 0 0,-5 1-86,5 3 1,-6-1 76,2 5 1,-3-1 91,-2 2 0,-4 6-94,1-3 0,-7 3 124,2-2 1,-8 3-126,-4 1 0,-4 1-122,-5-2 1,2-2 132,-6 3 64,1-4 0,-5 0 0,0-1 0</inkml:trace>
  <inkml:trace contextRef="#ctx0" brushRef="#br0" timeOffset="197">20159 6437 7875,'0'-7'1160,"0"-4"-1055,0 4-331,0 0 1,5-3 63,4 6-77,2 0 94,1 4 0,6 0-9,3 0 154,2 0 0,7-5 0,2-2 0</inkml:trace>
  <inkml:trace contextRef="#ctx0" brushRef="#br0" timeOffset="198">20618 6300 7833,'-20'0'0,"-3"6"1050,4-5-639,-1 10 1,2-4-49,6 6 1,-2 5-162,-2 2 0,3 5-12,1 4 0,1-2 109,7 7 0,-4-6 151,3 6 0,1-7-44,4 2-2481,6-3 1448,1-1 1,5-6 174,0-2 0,-3-5-450,-1-3 902,0-4 0,10 1 0,1 0 0</inkml:trace>
  <inkml:trace contextRef="#ctx0" brushRef="#br0" timeOffset="199">20630 6325 7833,'-5'-12'428,"2"-1"145,-5 1 1,3 4 36,-3-1-522,5 7 227,-2-4-248,5 6 274,0 0-223,0 6 0,1 6 1,3 9 104,5 2-962,2 2 603,1 5 1,1 6 48,-1 5-395,0 1 324,1 1 0,-1 1-1076,1 5 905,-1-5 1,0 3 0,-1-5-283,-2-2 0,-4-3 611,-5-4 0,0-3 0,0-5 0</inkml:trace>
  <inkml:trace contextRef="#ctx0" brushRef="#br0" timeOffset="200">20518 6635 7833,'-17'-12'1018,"3"5"1,-4-3-746,5 6-172,7 0-256,0 4 175,12-5 1,2 3 87,8-2 1,5-1-41,8 0 0,3-4 240,5 0-308,6 4 0,1-6 0,5 4 0</inkml:trace>
  <inkml:trace contextRef="#ctx0" brushRef="#br0" timeOffset="201">22094 8248 7828,'-7'-7'-216,"2"1"0,-1 6 216,5 0 504,-5 0-41,1 0-203,3 0 14,-3 0-189,5 0 0,0 6-37,0 2-39,0 3 1,0 7-185,0 3 1,1 3 98,3 5 0,-2 3-147,2 5 0,1-4 62,-1 0 1,1-1 2,-5 1 1,4-3-14,0-5 0,0-5-308,-4-4-58,0-2 537,0-7 0,0-2 0,-6-21 0,5 6 0,-3-11 0,1 2 0,-1 3 0,3-2 0,-3 1 0,-2 2 0,2-6 0,0 6 0,4-1 351,-6 2 788,5 1-807,-5 1 0,6 6 60,0 6 0,0 6-218,0 6 1,0 5 43,0-1 1,4 7-240,1-3 0,3 4 0,-3-1 173,2-2-386,-4 2 160,8-9 1,-10 8-58,4-5-59,1-1 132,-4-4-174,9-5 146,-10-1 0,6-6-45,-3 0 1,-2-3 51,2-5 1,-1-2-163,1-10 1,-2-1 110,7-4 1,-7-1-191,3-3 0,2 3 320,1-3 0,3-3 0,1 0 0</inkml:trace>
  <inkml:trace contextRef="#ctx0" brushRef="#br0" timeOffset="202">25654 8111 7869,'4'-14'0,"1"-2"-108,-1 2 147,-4-4 1,1 7 253,3 3-133,-2-3 0,4 5 160,-1-2-247,-4 3 30,5 5 0,-5 0 244,3 0 90,-3 5-277,5 2 1,-6 12-137,0 6 92,0 5-32,0 8 0,-1 3-22,-4 0-37,4 6 0,-6-8-424,3 2 304,3 3 0,-6-5 8,3 2-796,2-8 705,-3-3 0,5-5-99,0 0-347,0-11 136,0 2-158,0-14 259,0 3 153,0-10 0,0-2 549,0-6-315,-6-4 0,3 3 0,-5-3 0,5 3 0,-6-2 0,5-1 0,-6 1 0,9 3 0,-9-3 0,6-1-114,-6 1 190,9 3 0,-5 1-159,6 0 991,0-1-269,-5 1 137,3-1-353,-3 6 44,5 2-6,0 5-210,5 11-167,-3-3 1,5 16 103,-3-4 0,-3 8 129,3 1-526,3 0 174,-5 1 0,4-4 85,-1 3-199,-4 3 92,10-6 1,-10 0-250,4-5 216,-4-6 1,3 3-28,0-6 1,2-5-423,-2-3 417,-3-2 1,5-4 61,-6-2-26,0-3 129,0-10-103,0 3 0,4-10-103,0 4 375,0-4-255,-4-1 0,1 5 398,4-1-204,-4 0 0,6-3-208,-3-1 0,2 1 2,2 4 115,3-4-1303,-4 10 1243,5-3 0,1 4 0,-1 1 0</inkml:trace>
  <inkml:trace contextRef="#ctx0" brushRef="#br0" timeOffset="203">27515 7987 7861,'-7'0'178,"2"0"-3,5 0 1117,0 0-841,5 0-330,2 6 1,11-5-33,3 3-80,8-2 116,2 3 1,8-4-114,2 4-98,9-4-53,6-1 1,6 0 273,0 0 1,2 0-24,2 0-507,-8 0 252,3 0 0,-13 0 13,-3 0-212,-2 0 186,-6 0 0,-6 0-542,-7 0 377,-4 0-35,-8 0-281,1 0 321,-7 0 33,0 0 832,-6 0-693,-6-6 0,-2 4-177,-8-7 635,2 7-249,-4-9 1,1 8-150,1-5 263,-6-1-110,2 2 1,1 1 526,3 1-332,2 4-107,1-10 0,1 8 353,0-5-305,5 5 0,0-2 246,3 5-234,2-6 37,-3 5-351,5-5 197,0 6 0,5 0 87,4 0-274,-4 0 49,6 0 0,-4 0 1,5 0 127,1 0-52,-1 6 1,1-3-146,-1 5 131,0-5 32,1 2-193,-1 1 72,1-5 1,0 9 102,4-6-260,-3 5 104,4-7 1,-6 5 104,1-3-87,-1-3 81,-5 10 1,2-8-25,-4 5 176,4-5-26,-7 8 14,3-4 31,-10 5-152,-2 1 1,-7-1 396,-3 1-229,4-1 1,-11 0 0,4-1 172,-4-2 1,1 2-150,2-3-469,-2-3 151,9 6-1453,-4-9 778,11 3 801,1-5 0,6 0 0,0 0 0</inkml:trace>
  <inkml:trace contextRef="#ctx0" brushRef="#br0" timeOffset="204">20035 13878 9395,'-2'14'608,"-2"3"0,1-2-376,-5 5 1,0 5-86,-5 4 1,0 4 58,-4-4 0,3 4-90,-2-4 0,-2 4 22,1-4 0,2-5-119,7-8 0,-2-2 115,6-2-323,-6-5-171,9-1 296,-4-6 0,6 0-282,3 0 100,-3 0 93,11 0 0,-6 0 11,7 0 1,-1 0-109,1 0 0,-4 0 126,4 0 1,-4 4-75,8 0 0,-3 1 209,-2 0 0,0-3-126,1 7 0,3-1 199,1 4 1,-1 1-10,-3-1 0,-2 5 87,-3-1 1,2 6-83,-6-1 1,0 2 80,-4 2 0,-1 0 43,-3 0 0,-3-2-21,-6-2 0,-3-3-242,-1-6 0,-5 1 156,1-1 1,-2-1-600,-2-3 0,5-2 240,-1-6 0,4-2-1529,-3-2 1791,5-8 0,-3-13 0,5-7 0</inkml:trace>
  <inkml:trace contextRef="#ctx0" brushRef="#br0" timeOffset="205">19948 14052 7792,'0'-8'0,"0"-1"0,0 5 1017,0-4-278,0 5-261,0-8-461,0 10 0,5-5 88,4 6 1,2-4-378,1 0 1,6 0 176,3 4 1,2-2-252,2-2 1,4 3 345,0-3 0,5-3 0,-2 0 0</inkml:trace>
  <inkml:trace contextRef="#ctx0" brushRef="#br0" timeOffset="206">20494 14238 8783,'12'-7'108,"0"3"0,5 2-111,0 2 1,5 0-15,-2 0 1,5-1-164,4-3 1,1 3-111,3-4 0,-2 0 290,-6 1 0,5 0 0,2 4 0</inkml:trace>
  <inkml:trace contextRef="#ctx0" brushRef="#br0" timeOffset="207">20531 14387 7784,'0'7'0,"-1"-2"454,-4-5 102,4 0-319,-5 0 99,6 0-268,6 0 0,5 0 106,6 0 0,3 0-354,-3 0 1,9 4-125,-1 0 0,2 1-757,-2-5 1061,5 5 0,2 2 0,5 5 0</inkml:trace>
  <inkml:trace contextRef="#ctx0" brushRef="#br0" timeOffset="208">21337 13829 7804,'-1'-9'454,"-3"1"-231,2 5 0,-3-4 147,5 3-208,-6 3 1,5-6 10,-3 3 1,2 1 151,2-5-353,0 5 1,2-8-5,2 3 0,-1 1-62,5-1 0,-4 1 62,4-1-193,1-4 273,3 6-17,0-7 53,1 6-33,-1-4 121,-5 10 0,0-3-68,-3 8 0,-2 3-37,2 5 1,-3 5-71,-1-1 0,0 8 75,0 0 1,0 1-191,0 4 154,0 3 0,0-6-24,0 3 0,0 1-15,0-1 0,1-4-178,4-4 192,1-6 1,7 3-182,-1-6 1,1-1 54,-1-2 0,1-4-51,-1-5 1,6-7 71,3-5 1,-4-2-282,0-7 1,-2-3 101,2-5 1,-4-2 72,4 2 0,-5-1 24,-3-3 1,-4 1 184,-5 3 1,0 3-33,0-3 0,-1 3 116,-3 1 0,-3 2 72,-6 2 0,1 3-73,0 6 1,1 4-406,2-1 246,-2 6 67,10-2 0,-5 5 0,6 0 0</inkml:trace>
  <inkml:trace contextRef="#ctx0" brushRef="#br0" timeOffset="209">21722 13816 7836,'1'-8'72,"3"0"1,-2 4 239,2-5-81,-3 7 167,-1-4-186,6 17 0,-5-3-194,3 9 0,3-2 75,1 2 1,-1-2-182,2 5 1,-1 0 86,4 0 0,1 2-267,-1-5 0,-1-1-113,-3-3 1,3-1 380,-2 1 0,2 5 0,1 1 0</inkml:trace>
  <inkml:trace contextRef="#ctx0" brushRef="#br0" timeOffset="210">21908 13804 7836,'-8'0'277,"-1"0"1,5 0-104,-4 0 1,4 0-134,-4 0 1,-1 5 108,-3 4-231,-6 2 65,4 7 1,-8 2-571,6 9 1,-5-3 585,4 3 0,-5 3 0,3 0 0</inkml:trace>
  <inkml:trace contextRef="#ctx0" brushRef="#br0" timeOffset="211">21275 14337 7860,'0'-7'1568,"0"2"-1317,0 5-150,11 0 1,3-4 100,11-1-328,5 1 77,7-1 0,7 2 211,6-5-2756,5 5 2294,2-8 1,6 4 299,3-5 0,-2-1 0,3 1 0</inkml:trace>
  <inkml:trace contextRef="#ctx0" brushRef="#br0" timeOffset="212">21672 14288 6508,'7'8'84,"-3"0"0,-2-4 294,-2 4 1,0 1-186,0 3 1,-2 2 9,-2 2 1,-3 4 3,-5 5 1,-1 1 63,1 3 1,-5-2-73,1 6 1,-6-1 81,1 1 1,3-3-84,2-5 0,2-1-103,2-4 1,-1 2 148,1-5-389,5-6 94,1 0 1,12-10-186,2 3 0,4-6 32,5-2 0,2-6 97,6 2 1,1-2-646,3 2 494,-3-3 0,6 5-177,-3-2-388,-3-3 432,5 9 0,-2-7 391,0 5 0,-1 0 0,-3 4 0</inkml:trace>
  <inkml:trace contextRef="#ctx0" brushRef="#br0" timeOffset="213">21722 14362 7766,'-7'0'475,"1"5"0,5 0-392,-3 7 1,3 0 145,-4 13 0,4 3-97,1 9 0,4 7 71,0 6 0,5-1 26,-5 5 0,1 0-752,-1-5 320,-2-2 1,9-15-1,-4-2 1</inkml:trace>
  <inkml:trace contextRef="#ctx0" brushRef="#br0" timeOffset="214">22354 14238 7543,'0'-7'641,"0"0"-37,0 3-574,0 3 1,0-6 129,0 3 119,0 2-177,12-3 0,-3 1 74,12-1-440,0 1 198,3 4 1,5-4-1068,0 0 797,6 0 0,-4 4 336,7 0 0,4 0 0,2 0 0</inkml:trace>
  <inkml:trace contextRef="#ctx0" brushRef="#br0" timeOffset="215">22553 14064 7252,'-4'21'224,"0"0"-155,0 5-70,4 5 0,0 7-656,0-1 657,0 0 0,0 6 0,0 1 0</inkml:trace>
  <inkml:trace contextRef="#ctx0" brushRef="#br0" timeOffset="216">23086 14151 8786,'0'-7'-144,"6"2"358,2 5-396,9 0 190,8 0 0,8 0-128,8 0 215,9 0 1,12-2-279,-28 1 1,2-2 0,2 0 0,1-1 207,0-2 1,1 0-1,-1 1 1,0 2-127,-1-2 1,-1 1 0,-1 0-1,1 0-43,-2-2 1,0 0-874,33-1 805,-12 1 121,-6 6 0,-13-4-663,-8 0 234,-3 0 520,-7 4 0,-1 5 0,-5 2 0</inkml:trace>
  <inkml:trace contextRef="#ctx0" brushRef="#br0" timeOffset="217">23260 13481 7745,'0'-8'128,"0"0"1,0 4-130,0-5-112,0 7 108,6-4 1,-4 6 0,7 0 98,-1 0 0,4 0-87,1 0 0,-5 0-55,0 0 1,1 2 60,3 2-199,0 3 0,-1 5 52,-2 0 1,0 1 94,-5-1 1,1 2 126,-5 2 1,-2-2-87,-2 3 1,1 1 90,-5-2 0,-2 2-72,-6-1 1,2-4 177,-3 4 1,0-3-20,0-2 1,-1 1 15,2-1 1,2-1-176,-3-3 1,8-1 68,0-3 0,5-2-186,-4 2 130,5-3-167,3-1 0,8 0 98,9 0 1,-3 0-78,2 0 1,4 0 53,0 0 0,0-4-207,0 0 0,0 0 8,0 4 0,2 1 108,-5 3 0,-1-1 177,-3 5 1,-6 1-81,-3 3 1,-3 0 230,-1 1 0,-5 1-74,-4 2 0,-6-2 122,-1 2 0,-8-2-58,-1-1 1,1-2 64,-5-3-193,8 3-318,-2-10 201,9 5 0,-8-8 93,5-2-17,6-3 0,6-10 0,5-3 0</inkml:trace>
  <inkml:trace contextRef="#ctx0" brushRef="#br0" timeOffset="218">23570 13556 7770,'0'-7'464,"0"1"0,0 5-159,0-3-341,0 2 393,-5-3-595,3 5 178,-3-6-339,5 5 329,0-10 0,0 8-62,0-5 1,0 4 71,0-4 1,4 3-164,0-3 82,6 0 0,-3-4 142,5-1 0,-4 5-15,1 0 0,-5 3 8,4-3 0,-1 4 106,1-4 1,-1 5-116,-3-1 222,-2 3 1,3 6-52,-5 3 1,0 5 87,0 3 0,0 4-102,0 4 1,-1 7 96,-3 2 1,2 3-62,-2 1 0,3-1 8,1-3-65,0 3-246,0-10 235,0 4 1,5-2 83,3-4-465,3-2 195,-4-9 1,9-6 121,-4-3-476,3-3 300,-3-1 1,1-1-61,-1-3-284,1-9 291,-1-6 0,1-2-313,-1 1 290,-5-7 0,2 1 29,-4-3 1,3 2 27,-4-2 0,0 1 65,-4-5 1,0 4-72,0-4 0,0 4 177,0-4 0,0 6-12,0-2 0,-1 3 102,-3 1 0,2 5-251,-2 4-269,3 2 314,1 7 94,0 2 0,5 5 0,2 0 0</inkml:trace>
  <inkml:trace contextRef="#ctx0" brushRef="#br0" timeOffset="219">23942 13593 7778,'13'0'35,"-2"5"136,-3 4 0,2 2-95,-6 1-18,0 6 1,2 0 228,2 3-575,-3 2 226,6-4 1,-5 5 175,2-4-409,3 4 214,-4-10 0,1 4-613,1-6 386,-7 0 198,4 1 1,-2-5-415,0 0 524,0-5 0,2-3 0,1-7 0</inkml:trace>
  <inkml:trace contextRef="#ctx0" brushRef="#br0" timeOffset="220">24190 13593 7778,'-5'-7'447,"4"2"0,-10 5-299,2 0 0,-2 5 31,-1 3 304,-6 9-239,4 2 1,-9 6 87,2 0-1269,3 0 684,-5 5 0,5-4 253,-3 3 0,-2 3 0,3-1 0</inkml:trace>
  <inkml:trace contextRef="#ctx0" brushRef="#br0" timeOffset="221">23682 14288 7845,'0'-9'556,"0"1"-54,0 5-384,0-8 5,0 10-149,0-5 172,-6 6 0,4 0 34,-7 0 1,5 4 88,-4 1 1,1 6-63,-1 1 0,-3 2-59,2 6 1,-2 1-42,-1 4 1,0 0 206,-1 0 0,-2 5-109,3 3 0,-4 3-9,8 1 1,1 0-36,-1 0 1,5 1-246,-1-1 265,3-6-561,6-6 319,2-1 1,7-11 8,3 4-864,2-9 631,6-2 0,-1-8-780,1-2 707,0-3 1,0-9-245,0-1 0,-1-5 158,1 2 1,-5-4 337,-4-1 1,-6 2-4,-2 2 19,-5 3 1,-3 7 23,-8 3 1,-9-2-183,-4 6 1032,-2 0-552,-2 4 0,-4 6 667,0 2-615,0 3 0,6 1-259,2 1 0,0-1-561,9 1 536,2-7 0,10 5 0,0-4 0</inkml:trace>
  <inkml:trace contextRef="#ctx0" brushRef="#br0" timeOffset="222">24563 14201 9076,'12'0'284,"0"0"0,6-2-55,3-2 1,8 3 75,4-3-672,3 2 321,1 2 1,-4-4-235,0 0-233,0 0 354,-1 4 1,-3 0-899,-8 0 541,-3 0 152,-6 5 364,0-3 0,-5 9 0,-1-4 0</inkml:trace>
  <inkml:trace contextRef="#ctx0" brushRef="#br0" timeOffset="223">24836 13977 7771,'-2'9'-190,"-2"-1"349,3 0-141,-5 10 1,2-1-14,0 8 17,0-3 0,4 13-774,0 3 485,-6 0 126,5 5 1,-5-6 0,6 0 0</inkml:trace>
  <inkml:trace contextRef="#ctx0" brushRef="#br0" timeOffset="224">25406 14213 8173,'7'0'423,"4"0"-391,-3 0 220,3 0-355,2 0 129,5 0 1,7 0 166,8 0-185,8 0-88,9 0 1,7 0 297,10 0-1137,-30-2 0,0-1 929,1-1 0,0 1 0,4-3 0,0 1-21,-3 1 0,1-1-156,-1 0 1,0-1-1,23 1 72,-8-3 0,-14 2-367,-11 6 55,-9 0 141,-2 6 1,-12-1-110,-6 3 817,-6 3 1,-12-4 0,-1 6 0</inkml:trace>
  <inkml:trace contextRef="#ctx0" brushRef="#br0" timeOffset="225">25518 13419 7804,'0'-12'0,"0"0"402,0 5-176,0-4 1,0 8 83,0-5-572,0 5 263,0-3 1,0 5 183,0-3-524,5 2 251,2-3 1,6 5 161,-1 0-251,6 0 106,-4 5 0,8 1 20,-6 2-33,6 3 75,-2-4 1,-1 10-337,-2-1 73,-4 1 254,-6 1 139,-1-5-145,-6 11 0,0-6-16,0 2 313,-6 4-175,-1-5 1,-9 2-45,-1 0 332,-5-6-218,3 8 0,-6-9 159,0 2-185,6-7 0,-3 0 60,5-5-246,1 6 244,3-9-263,7 5 1,-1-6 101,3 0 52,2-6-477,-3 5 279,10-10 0,3 8-26,9-5-233,-3 5 203,9-8 1,-8 10-315,6-3 248,-6 2-16,9 2 209,-5 0-41,0 0 1,-1 6-87,-5 2 414,-1 3-204,-5 2 1,2-1-16,-4 0 1,-3 5 108,-6-1 0,-3 1-51,-5-5 233,-6 1-160,4-1 0,-9 1 57,2-1-121,3-5-5,-5 4 0,9-10-598,-3 3 205,4-2 299,0-2 0,1-11 0,-1-3 0</inkml:trace>
  <inkml:trace contextRef="#ctx0" brushRef="#br0" timeOffset="226">25890 13618 7746,'-6'-7'1024,"5"-4"-723,-4 9 40,5-9-108,0 10 1,0-6 93,0 3-118,0 3 93,0-5 0,0 1-378,0 3 114,0-9-481,0 4 369,0 0 1,5-4 46,3 3 0,-1-1-46,2 0 1,-3-2 11,3 3-223,2 2 190,-4-5 1,1 10-117,0-3 229,-5 3-80,2-5-21,1 5 399,-5-5-196,10 6 1,-9 6 152,2 2-142,-3 3 0,-1 7-139,0 3 79,0 2-19,0 2 38,0 0-172,0 5 138,0-4 0,0 9 34,0-7-191,0 1 60,0 2 1,0-6 35,0-1-66,0 1 69,0-6 0,2 1-196,2-4-8,3-7 192,5 2 1,-4-10-320,1 3 151,-1-3-31,4-6-161,1-2 186,-1-5 1,0-6-9,1-3 1,-1 2 13,1-2 1,-5 0 139,0-3 86,1-1-160,-3 0 0,0 0 185,-6 0 65,0 1-244,0-1 251,0 0-74,-6 0 0,4-1-119,-7-3 245,1 8-211,1-8 1,2 12 36,5-4-410,0-3 234,0 11 0,1-1-247,3 6 230,3-1 1,6 2-377,-1 3 291,0 3 258,1 1 0,5 5 0,1 2 0</inkml:trace>
  <inkml:trace contextRef="#ctx0" brushRef="#br0" timeOffset="227">26287 13655 7766,'0'-12'-498,"0"3"-623,0 1 747,0 0 1546,0 1-236,0 1-348,0 6-247,0 0-189,5 0 0,-2 7-10,6 6-46,-7-1 1,9 11-245,-2-2 0,2 1 1,1-1 300,-5 2-259,4-3 102,-4 4 0,5-4-122,1-4-873,-1-2 652,0-2 1,-1 1 346,-2-1 0,2-5 0,-4-1 0</inkml:trace>
  <inkml:trace contextRef="#ctx0" brushRef="#br0" timeOffset="228">26523 13556 8260,'-7'14'901,"-6"2"-591,1-2-132,-17 15 0,7-3-20,-11 11 1,4-1-90,-4-3 0,5 3-879,-1-3-271,9-3 1081,2-5 0,5-1 0,1-5 0</inkml:trace>
  <inkml:trace contextRef="#ctx0" brushRef="#br0" timeOffset="229">25778 14585 6900,'-8'0'336,"0"0"1,5-1-22,-1-3-86,-3 2 196,6-3 54,-10 5-257,9-6-220,-3 5 71,5-10-130,0 9 38,0-9 38,0 5 0,5-3-68,4 1 13,2 0 0,1-1-69,0 1 30,1 0 0,3-3 53,1 3 1,1-2-37,-2 6 0,-2-4 27,3 3-61,-4 1 81,5 4 58,-4 0-53,4 0 37,-6 0 0,-1 6 201,-2 2-231,2 3 6,-10-4 146,5 4-65,-6-4 1,0 7-22,0 2 171,0-2-192,0 4 1,-2 0 55,-2 3-139,-3-4 91,-5 7 0,-5-5-206,1 6 204,-6 0-15,8 0 1,-9-5 45,2 1-29,3-6-33,-6 9 0,11-11 180,-4 4-101,3-9 0,2 2-2,0-6-20,-1 0 16,6-4-143,2 0 155,5 0 25,0 0-306,0 6-11,0-5 35,0 4 161,0-5 1939,0 0-1808,5 0-137,-3 0 113,3 0-25,-5 0-5,0 0 22,6 0-187,-5 0 140,5 0-136,-1-5 117,-4 4 0,10-5 41,-2 6-129,-4 0 78,6 0 0,-4-4 32,6 0-206,-1 0 162,0 4 0,2 0 16,3 0-112,-3 0 89,9-6 1,-8 5-80,6-3 72,-1 2 0,4 2 41,-3 0 1,2 0-39,-2 0 1,1 0 68,-2 0 1,0 0-60,-4 0 1,-2 0 6,3 0 0,-8 0 11,-1 0 28,-5 0 20,3 0 113,-6 0 38,0 0-1570,0-5 895,-6 3 0,3-3 32,-5 5 406,0-6 0,-10 5 0,-1-5 0</inkml:trace>
  <inkml:trace contextRef="#ctx0" brushRef="#br0" timeOffset="230">19204 16197 7547,'0'-6'85,"0"0"36,0 6 209,0 0 9,5 0-290,-4 0 0,10 0 10,-2 0 0,3 1 0,5 4 1,-2-4-64,5 3 1,7-3 105,6-1-47,3 0 0,6 0 31,4 0 0,-2-4-353,1 0-1131,-5-5 1158,3 7 1,-7-3-707,-3 5 493,-8 0 453,-2 0 0,-9 0 0,4 0 0</inkml:trace>
  <inkml:trace contextRef="#ctx0" brushRef="#br0" timeOffset="231">19241 16321 7809,'-6'-6'-208,"3"0"211,-5 6 0,4 0 288,-4 0 0,5-1 278,-1-3 52,3 2-273,-5-3-4,5 5-30,-5 0-290,6 0 215,0 0-267,6 0 158,-5 0 0,10 0 128,-3 0-426,3 0 163,2 0 0,3-2-231,1-2 179,5 3 1,-3-5-63,6 6 1,4 0-154,0 0 0,4 0-270,-4 0 0,5 0 254,-1 0 0,-1 0 288,1 0 0,0 6 0,5 1 0</inkml:trace>
  <inkml:trace contextRef="#ctx0" brushRef="#br0" timeOffset="232">19663 16049 7848,'0'-9'389,"0"1"-329,-6 5 1,5-4 206,-4 3-262,4 3 169,1-5-3,0 6 0,1 0-43,4 0 0,2 0-106,5 0 0,0 5 0,1-1 0,1 4-124,2-4 1,-1 2 38,6-2 0,0 1 76,3 4 0,1 0-204,0-5 213,0 6 0,-5-7-31,1 5 0,-2-1-11,2 1 0,-3 2-5,-6-6-111,-5 6 130,4-4 1,-9 3 0,2-1 0,-3-4-17,-1 4-41,0-5 46,0 3 1,-5-2-4,-4 0 1,3 4-8,-3-4 1,1 0-18,-4-4 0,-5 5 24,1-1 0,-2 4 9,1-4 1,3 4 110,-2-3 1,-4 4-41,0-1 1,1 3-61,-2 2 695,6-6-308,-3 4-1458,0-4 702,4 5 1,-2-4 368,7 1 0,-7-1 0,2 4 0</inkml:trace>
  <inkml:trace contextRef="#ctx0" brushRef="#br0" timeOffset="233">20667 16321 8468,'-7'0'1058,"2"0"-923,5 0 524,0 0-748,5-5-395,2-2 337,6-5 1,-1-1 4,1 1 0,3-1-41,1 1 0,-1-4 92,-3-1 0,-5 0-19,0 5 85,0 0 221,-1 5-237,4-4 0,-9 8-50,2-5 377,-3 5-63,5-3-133,-5 6 0,0 6 95,-5 2 0,-5 9-42,0 3-66,-2 4-27,-1 6 0,-5 2-173,1 5 164,-1 6 0,5-5-109,0 4 97,-1-4 0,2 0-14,3-1-194,2-6 79,6 0 1,0-12 76,0-2-277,6-9 158,1-3 0,9-5-446,1 0 395,5-5 1,-3-8-122,6-7 314,0-4 0,5-11 0,2-4 0</inkml:trace>
  <inkml:trace contextRef="#ctx0" brushRef="#br0" timeOffset="234">20841 15900 7882,'-5'-7'655,"3"-4"-221,-9 10 108,10-5-1710,-5 12 1168,6 0 0,6 7 0,1-1 0</inkml:trace>
  <inkml:trace contextRef="#ctx0" brushRef="#br0" timeOffset="235">21002 16495 7848,'7'-7'-95,"-1"2"209,-6 5 153,0-6-278,0 5 328,5-5-352,-3 6 13,3-5 162,-5 3-186,0-3 254,-5 5-160,3 0 0,-9 0 70,3 0 1,1 0-98,-1 0-33,-1 5 1,-2-2 155,3 5-248,-3 1 68,10-2 0,-9 4 160,6-3-262,-6-3 7,9 6-56,-5-4 176,6 6-18,0-6 0,0 4-241,0-3 229,0-3 33,6 6-161,-5-4 65,10 0 0,-5 4 38,2-2-113,3 2 138,-4 1 0,1-1-60,1-3 236,-7 3-175,9-4 0,-9 1 214,2 1-209,-3-7-15,-1 9 122,0-9-91,0 3 1,-1-1-15,-3 1-270,2-1 176,-9-4 1,4 0 126,-5 0 0,0-11 0,-1-3 0</inkml:trace>
  <inkml:trace contextRef="#ctx0" brushRef="#br0" timeOffset="236">21176 16470 7848,'-7'-7'312,"2"2"-92,-1 5-35,-1 0 0,-5 0 136,-1 0-109,6 5-1,-4 2 53,5 6-247,-7 5 141,1-5 1,3 9 158,1-5-518,5 5 220,-2-3 1,5 2 168,0 0-631,0-6 339,5 3 0,4-6-783,7 1 614,-2-1 1,9-5 272,-2-3 0,8-3 0,3-1 0</inkml:trace>
  <inkml:trace contextRef="#ctx0" brushRef="#br0" timeOffset="237">21424 16148 9127,'0'-7'-191,"0"1"-133,0 6 246,0 0 0,6 0-43,2 0 1,8-4 140,5 0 1,-2 0-365,2 4 1,4 0 146,4 0 0,4 0 197,-4 0 0,5 0 0,-2 0 0</inkml:trace>
  <inkml:trace contextRef="#ctx0" brushRef="#br0" timeOffset="238">21511 16284 7683,'0'-7'526,"0"2"223,0-1-207,0 5-601,0-5 86,0 6 379,0 0-225,0-5 0,5 4 73,4-4-346,2 4 101,7 1 1,1 0-680,6 0 342,0 0 209,-1 0 119,1 0 0,6 6 0,0 0 0</inkml:trace>
  <inkml:trace contextRef="#ctx0" brushRef="#br0" timeOffset="239">23210 12626 7802,'9'0'0,"-1"0"217,-5 0-43,8 0 1,-8 1 268,5 3 0,-5-1-460,1 5 1,-3 0 3,-1 5 0,-1-1-493,-3 1 0,-3 0 506,-6 4 0,-10 2 0,-3 6 0</inkml:trace>
  <inkml:trace contextRef="#ctx0" brushRef="#br0" timeOffset="240">23781 12316 7789,'-7'5'784,"2"-4"-203,-1 5-118,5-1-217,-5-3 123,6 9 52,0-10-320,0 5 1,6-6-162,2 0 0,-1-4-313,1-1 261,1-4 0,3 2-3,0-5-118,1 5 147,-1-4 0,1 4-24,-1-6 46,-5 1-8,4 0 191,-4-1-26,5 1 81,-5-1 414,-1 1-356,-1 5 1,-5 2-105,0 5 1,-1 6-43,-8 7 1,1 5 33,-4 7 0,-1 5-161,1 3 0,1 3 89,3 1 1,1 2 21,3 2 0,2-7-338,-2 4 1,4-11-138,4-2 0,5-6-630,7-6 689,3-1 0,6-6-73,0-6 419,0-12 0,0-12 0,-1-8 0</inkml:trace>
  <inkml:trace contextRef="#ctx0" brushRef="#br0" timeOffset="241">24042 11931 7789,'-6'-12'258,"-1"5"-612,0 1 1,2 8 97,5 2 0,0 3 256,0 5 0,5 0 0,2 1 0</inkml:trace>
  <inkml:trace contextRef="#ctx0" brushRef="#br0" timeOffset="242">24116 12514 6530,'6'-7'2274,"-5"2"-1831,4 5-202,-5-6 176,0 5-241,0-5-45,0 6-299,-5-5 50,4 3 0,-6-3 22,3 5 109,2 0 24,-3 0 0,1 1-147,-1 3 55,1-2-53,4 9 125,0-4-168,0 5 0,0 0 46,0 1 0,4-5-47,1 0 0,0 1 142,-1 3 0,-1-4-48,5 1 1,-5-1 51,1 4 1,2 1-52,-2-1 1,0 0 130,-4 1 1,-2-1-52,-2 1 0,2-1 22,-7 0 0,1-3-360,-4-1 0,-2-4 106,-3 4 1,4-5 208,-4 1 0,3-8 0,2-3 0</inkml:trace>
  <inkml:trace contextRef="#ctx0" brushRef="#br0" timeOffset="243">24352 12502 7735,'0'-7'-458,"-2"-3"1020,-2 6 1,1 0-200,-5 4 1,4 1-98,-4 3 0,0-1 17,-5 5 1,5 5-72,0 3 1,-1 2-118,-3-1 0,4-2 105,-1 6 0,7-5 13,-3 5 0,4-6-945,1 1 1,6 2 404,2-1 1,4-5-443,5-3 0,-2-5 97,6 4 672,-6-5 0,8 2 0,-3-5 0</inkml:trace>
  <inkml:trace contextRef="#ctx0" brushRef="#br0" timeOffset="244">24625 12278 7818,'0'-7'700,"0"-4"-813,0 10 349,0-10-161,5 10-88,2-5 203,5 6-90,1 0 1,-1 4-72,1 0-611,5 1 391,-5 0 0,9-2-998,-5 5 1189,5-5 0,-3 8 0,6-4 0</inkml:trace>
  <inkml:trace contextRef="#ctx0" brushRef="#br0" timeOffset="245">24662 12402 7818,'-7'0'0,"-4"0"283,10 0 35,-5 0-225,6 6-324,0-5 250,0 5 1,7-6-230,5 0 219,6 0-1,13 0-1098,-5 0 1007,10 0 1,-5-6 0,7-1-1</inkml:trace>
  <inkml:trace contextRef="#ctx0" brushRef="#br0" timeOffset="246">25108 12005 7819,'0'-8'-327,"0"0"0,-1 5 1139,-3-1-77,3-3-445,-5 0 0,6-1 61,0 0-264,0 5 1,0-4-176,0 3 124,0 3 1,6-5-174,2 6 1,-1 0 84,1 0 1,0 0-151,5 0 1,3 0 49,1 0 1,-1 1 17,-3 4 1,-1-3 26,1 7 0,-1-3-72,0 3 0,-3 2 224,-1-3 0,-5 3-119,1 1 0,-3 1 210,-1-1 0,0 1-48,0-1 0,-1 0-93,-3 1 1,-3-1 53,-6 1 0,1-1 240,0 0 1,-1-5-66,1-2 1,3 0-44,1-1-155,0 0 0,0-4-276,-1 0-294,7 0 222,-4 0 102,6 0 0,6-4 83,2 0 1,3-1-6,1 0 0,1 4 112,-1-3 0,1 2-70,-1 2 0,0 0 116,1 0 0,-1 2-90,1 2 0,-5 3 150,0 5 0,-5-2-60,1 2 1,-3-2 199,-1 7 0,-1-4 32,-3 0 0,-3 0 11,-5 4 0,-6-7-107,-3 2 0,2-2-45,-2 2 0,4-4-225,-3 1 0,5-7-294,-2 3 1,5-11 411,3-6 0,4-6 0,5-7 0</inkml:trace>
  <inkml:trace contextRef="#ctx0" brushRef="#br0" timeOffset="247">25468 12092 6540,'7'-7'-91,"0"1"609,-3 1-221,-2 4 0,3-6 224,-5 3-193,0 3 1,0-6-140,0 3 112,6 2-44,-5-3-354,4-1 98,-5 5 294,0-5-492,0 1 168,0 3 0,5-5 133,-1 3-188,0 3 38,-4-5 0,1 6 83,3 0-48,-2-5 22,3 4 0,-5-6 41,0 3 133,0 2-56,0-3 0,2 5 82,2 0 51,-3 0-84,5 0 1,-6 1 114,0 3-125,0 3-71,0 5 1,-2 2-85,-2 3-9,3-3 1,-5 9-42,6-2 1,0 2 65,0 2 0,0 0-136,0 0 1,0-1 49,0 1 0,4-1-76,1-4 1,4-2-17,-1-5 0,3-7-137,2-1 0,-1 0 125,1-1 0,3-5-87,1-7 1,-1-5-47,-3-3 1,-1-4 110,1-4 0,-2-1 166,-3 0 0,1 0-142,-4 0 1,3-4 202,-4 0 0,0 0-89,-4 5 189,0-1-94,0 0 0,-4 2-111,0 2 0,-2 3 159,2 6-474,3-1 250,-5 1-749,6 5 875,0 1 0,6 12 0,1 1 0</inkml:trace>
  <inkml:trace contextRef="#ctx0" brushRef="#br0" timeOffset="248">25778 12216 7801,'6'-7'-276,"-5"-4"280,5 10 48,-6-4 165,0-1-1,5 5 140,-3-5 135,3 1-71,1 3-202,1-3 1,4 6-85,-3 3-92,3-2 0,-6 9-18,4-3 0,2 3-403,-3 1 393,3 1-696,-4 5 483,4-5 1,-8 5 24,5-5-723,-5-1 556,8 1 0,-10-1 341,3 0 0,3-5 0,0-1 0</inkml:trace>
  <inkml:trace contextRef="#ctx0" brushRef="#br0" timeOffset="249">26002 12167 8609,'-13'5'661,"-1"2"-351,-2 6-270,2-1 2,-9 6 0,3 0 227,-4 2-996,-1 4 549,5-5 0,-2 6 178,6 0 0,-1-6 0,5-1 0</inkml:trace>
  <inkml:trace contextRef="#ctx0" brushRef="#br0" timeOffset="250">26634 11956 7883,'0'-7'496,"0"-4"-393,0 10 203,0-5-275,0 6 325,0 0 49,-5 0-253,-2 6 1,-7 0 61,-2 7 1,0 5 114,-4 2-174,-6 4 1,-3 8 32,-9 5 0,3 5-1003,-11 8 928,21-23 1,-1 1-38,1 0 1,-1 1-1,-4 2 1,1 1 75,2 1 1,0 0-152,-3-1 0,1 0 23,3 2 0,1-1 1,0-7-1,0-1-420,-16 21-445,8-12 827,8-4 1,7-10-1006,6-4 530,5-8 190,1-2-1340,6-6 1808,6 0-169,1 0 0,11-6 0,1 0 0</inkml:trace>
  <inkml:trace contextRef="#ctx0" brushRef="#br0" timeOffset="251">26647 12477 7842,'0'-9'-44,"0"1"0,0 4 227,0-4-219,0 5 128,0-8-138,0 4 1,0-1 100,0 0 1,1 3-15,3-3 0,-2 4-134,2-4 147,3 5 0,0-7-202,5 6 176,0-5 1,-3 7-5,-1-2-65,0 3 53,5-5 0,-1 5-96,0-3 99,1 2-11,-1 2 1,1 0-58,-1 0 58,0 0 15,1 0 1,-5 2 36,0 2-53,1-3 2,-2 10 194,-2-9-188,-5 9 0,4-4 23,0 5 127,0 0-139,-4 1 1,0-5 100,0 0-90,-5 1 7,4 3 0,-9 0-37,6 1 48,-6-6-18,3 4 0,-5-4-30,-1 5 28,7 0-13,-6-5 1,6 4 4,-7-2 0,-3 2 29,-1 1-90,1 0 57,3-5 0,1 4-22,-1-2 1,5 2-1,0 1 0,0-4-3,-5 1 23,6-1 1,-4-1-18,10 4 12,-10-10 0,9 6 7,-2-3-9,-3-3-3,6 5 0,-4-5 9,5 4 76,0-4-70,0 4 0,-6-5 246,5 0-221,-5 0 106,6 0 834,0 0-784,6 0-78,-5 0-15,5 0-122,-6 0 287,0 0-186,5 0-19,-4 0-127,5 0 160,-1 0-13,-3 0-136,9 0 81,-4 0 0,1 0 26,0 0-251,1 0 214,8 0 1,-1 0-204,4 0 77,-5 0 1,9 0 46,-3 0 0,2 0 40,2 0 1,-6 0-185,-2 0 156,2 0-16,-5 0-546,4 0 159,-11-5 445,4 4 0,-10-5 0,4 6 0</inkml:trace>
  <inkml:trace contextRef="#ctx0" brushRef="#br0" timeOffset="252">22069 16222 7880,'-5'-7'413,"3"2"0,-3 3-166,5-2 216,-6 3-298,5-5-2,-5 6 138,6 0-276,6 0 112,1 6 0,5-5-66,1 3-91,4 3 112,3-5 0,10 3-338,3-5 172,3 6 55,7-5 0,1 5 118,5-6 1,7 0-91,2 0 1,2 0-333,2 0 0,-5 1 243,-4 3-931,4-2 1003,-1 3 1,-3-5-272,-4 0 159,-2 6 0,3-5-155,0 3 1,-6-3-478,-3-1 669,-8 0-515,-3 0 339,-10 0 1,-2 0-527,-6 0 881,-5 0 1,-7 0-1,-7 0 1</inkml:trace>
  <inkml:trace contextRef="#ctx0" brushRef="#br0" timeOffset="253">22255 15553 6360,'0'-7'-182,"2"1"50,2 6 275,3 0-83,5 0 0,0 0-109,1 0 0,-1 2 56,1 2 0,0-2 216,4 7-160,-9-1 0,9 4 45,-9 1 1,2-1-55,-2 1 0,-2-1 129,-6 0 1,0 5-25,0-1-100,-6 6 156,-6-8-164,-2 4 1,-8-1 236,5-1-218,-5 1 0,7-5-38,-6 1 1,6-5 57,-1 0 1,2-5-179,1 1 204,1-3-15,0-1-339,5 0 70,1 0 146,6 0-269,6 0 183,1 0 1,9 0-21,1 0-45,5 0 62,-8 0 0,8 5-203,-6-1 244,6 5 1,-8-6 127,3 5 1,-5 1-95,-4 3 1,2 0 268,-6 1 1,0-1-39,-4 1-86,0 5 309,-5-5-232,-8 5 0,-2-10 203,-6 1-307,1-1 0,-1 0-10,0 1 1,1-7 19,-5 2 10,6-2-817,1-2 505,0-6 1,5-1-41,1-5 250,5 0 0,7-12 0,0-2 0</inkml:trace>
  <inkml:trace contextRef="#ctx0" brushRef="#br0" timeOffset="254">22590 15739 7796,'-7'0'980,"-2"-2"-715,5-2-276,-1 3 147,5-5-251,-5 6 103,3 0 148,-3 0 0,5-1 126,0-3-88,0 2-705,0-9 396,0 10 0,4-6-85,0 3 97,0 2 70,2-9 0,-3 9 15,5-7 52,-5 7 0,8-8 30,-3 6 1,-1-4-21,1 3 1,-4-3 86,5 4 1,-5-4-80,4 4-8,-5-6 148,8 9-115,-10-10 4,10 9-50,-9-9 5,9 10 0,-10-10 29,10 9-3,-10-3-72,5-1 85,-6 5-3,0-4 28,0 10-61,0 2 1,0 7 15,0 2 109,0 4-119,-6 10 1,4-3-44,-7 7 46,7-1 0,-8 4 38,6 0 46,0 0-81,-2 0 0,5-5-29,-3-3 0,2-3-5,2-1 1,2-6-141,2-2 65,3-3 0,1-7 46,0-3 1,5-3-19,3-1 0,1-5 27,-5-4-166,0-2 68,1-1 1,-1-5-124,1 1 16,-1-6 130,-5 8-36,4-9 68,-4 3 0,1 0-85,0-1 214,-5 0-53,3-4 1,-5 5-138,3-1 280,-2 0-85,3 2 0,-5-3-75,0 6 0,-4-5 14,0 4 0,-4-3-155,3 3 141,1 1 0,0 3-630,0 1 177,0 5 123,4-4 337,0 4 0,0 0 0,0 2 0</inkml:trace>
  <inkml:trace contextRef="#ctx0" brushRef="#br0" timeOffset="255">22975 15850 7812,'0'-8'71,"0"0"0,1 5 155,3-1 1,-2 1-96,2-1 55,-3 3 0,-1-4-80,0 10-53,0 1 0,0 7 259,0-1-548,0 1 190,0 5 0,4-5-126,0 4 172,1 2 0,-1-4-145,0 6 0,4-6-806,-4 2 951,6-4 0,-3 0 0,5-1 0</inkml:trace>
  <inkml:trace contextRef="#ctx0" brushRef="#br0" timeOffset="256">23124 15863 7812,'-13'0'442,"1"0"-157,-1 0 1,1 1-365,0 3 1,-1 2 30,1 2 203,-1 3 1,1-4 77,0 5 1,1 1 77,2-1-311,-2 6 0,4-4 0,-5 4 0</inkml:trace>
  <inkml:trace contextRef="#ctx0" brushRef="#br0" timeOffset="257">22627 16607 7797,'0'-9'135,"0"1"0,-4 4 71,0-4 1,0 4-170,4-5 1,0 5 121,0-4 0,1 1-76,4-1 0,-3-2 137,7 6-430,-1-6 160,4 4 0,1-1-241,-1-4 220,0 9 1,1-7 151,-1 4-202,1 1 29,-1 4 0,0 0 18,1 0-60,-1 0 32,1 6 0,-6 1-6,-3 5 215,-3 1-142,5 4 1,-5-1 190,3 4 15,-8 1-173,3-2 1,-10 3 240,2-5 4,-2 5-172,-1-8 99,-1 9-125,1-9 0,0 4 4,-1-6 1,1-4 6,-1 1 0,-3-2 133,-1 1-126,1-3 7,9-5-5,-4 0 48,4 0-26,-5 0 192,-1 0-178,6 0 24,-4 0 11,10 0-12,-5-5 15,6 3-293,0-3 227,0 5 1,0-1-100,0-4-10,0 4 108,0-4-30,6 5 0,-3 0-55,5 0-33,0 0 60,5 0 1,-1 0-113,0 0 39,1 0 1,1 0 73,2 0-372,-2 0 214,9 0 1,-7 0-342,4 0 252,1 0 80,4 0 1,-1 0 137,1 0 3,0 0 0,-4 0 7,-1 0 0,-4 0-187,0 0 94,-2 0-245,-2 0 0,-5 0 342,4 0 0,-9-6 0,3-1 0</inkml:trace>
  <inkml:trace contextRef="#ctx0" brushRef="#br0" timeOffset="258">23719 16135 9620,'0'-6'1219,"0"0"-942,6 6 0,0 0-114,7 0 0,3-1-59,1-3 1,5 2 202,-1-2-987,8-3 536,-3 6 0,4-5-551,-5 6-463,5 0 593,-4 0 565,5 0 0,-12 0 0,-1 0 0</inkml:trace>
  <inkml:trace contextRef="#ctx0" brushRef="#br0" timeOffset="259">23719 16321 7763,'-7'0'851,"-4"0"-513,10-5 1,-6 4 179,3-4-176,2 4-139,-3 1 147,5 0 700,0 0-720,5 0-396,2 0 115,6 0 1,-1 0-267,0 0 192,6 0-48,2 0 0,0-1-10,1-3 1,-2 2 147,2-2-650,2 3 400,-3 1 1,3 0-91,-2 0-685,2 0 424,-9 0 536,4 0 0,-6 5 0,1 2 0</inkml:trace>
  <inkml:trace contextRef="#ctx0" brushRef="#br0" timeOffset="260">24587 16073 7816,'0'-8'128,"0"0"0,-4 4 80,0-4 1,-1 3-45,1-3 1,2 4 181,-2-4-148,3 5 36,1-3-88,-6 1 1,5 2-62,-3-5-54,2 5 100,2-8 0,0 4-58,0-5-87,0 5 169,6-4-362,1 4 165,0-5 0,4 1 85,-3 2-396,8-2 249,-2 10 1,4-9-32,-6 6-45,6 0 82,-4-2 1,4 5-305,-5-3 209,-1 8 41,6-3 1,-9 12-54,4-1 129,-9 6-86,7 2 267,-10 8-79,5-7 1,-7 9-148,-4-5 301,-1 0-91,-7 5 1,-1-3-109,-2 1 1,-3 3 27,-6-2 0,-4 0 296,0-5-141,0 1-461,-1 0 469,3-6-70,-3-1 1,9-7-19,1-2 126,5-4 41,-3-5-145,5 0-184,6 0 209,2-5 447,5-2-816,0-6 165,5 1 0,4 4-167,7-1 23,-2 7 162,9-9 1,-8 9-26,6-2 1,0 3 34,4 1-420,-1 0 284,1 0 0,0 0-126,0 0-124,-6 0 199,5 0 0,-5 4-55,6 0 287,-6 6 0,4-9 0,-3 4 0</inkml:trace>
  <inkml:trace contextRef="#ctx0" brushRef="#br0" timeOffset="261">24972 15999 7792,'-5'-7'1218,"3"2"-1024,-9 5 1,8 0 80,-5 0 0,5 7-44,-1 5 1,-1 2-202,1 6 1,-1-3-39,5 4 1,-4-1 227,0 5-43,0 0-494,4-6 270,0 5 0,1-11 41,4 4-514,-4-3 206,10-2-489,-4 0 533,5-5 0,2-3-45,3-8 1,-4-4-103,4-8 1,-3-4 403,-2-5 0,-4 1-164,1-1 133,-7 0 1,4 2 79,-6 2 1,0-1-238,0 5 710,-6-5-373,-1 9 1,-9-1 53,-1 5 30,1 7-79,-2-4 1,4 6-276,-2 0 68,2 0 1,7 2 65,3 2 0,-3 3 0,0 5 0</inkml:trace>
  <inkml:trace contextRef="#ctx0" brushRef="#br0" timeOffset="262">25394 15937 7762,'-13'6'0,"1"0"0,0 7 382,-6-1-148,-2 6 0,-6 3 67,-3 8-317,-2 8-1347,-7 7 1525,-4 6 0,-1 1-20,20-24 0,0-1 0,-21 25-241,3 3 0,8-8 196,0-5 1,9-4 57,4-4 0,4-4 0,0-8 0,8-3-1353,4-6 422,2-5 1097,2-1 0,6-12 1,1-1-1</inkml:trace>
  <inkml:trace contextRef="#ctx0" brushRef="#br0" timeOffset="263">25369 16284 7785,'-12'0'571,"-1"0"1,1 2-104,-1 2-263,1 3-51,0 11 0,-2 1 82,-3 6 20,3 5-51,-9 2-783,9 5 635,-4 0 1,7-4 107,3 0 1,1-4-80,3 4 0,3-7 181,-4-1-667,10-5 312,2-8 0,5 0-657,0 1 992,6-6-408,-4-2 1,5-5-468,-2 0 334,-3-5 67,4 3 1,-6-9-110,0 3 0,1-3-49,-1-1 473,-5-1-83,4 1 0,-10-1-78,4 1 0,-5 0 166,-5-1 1,-1 6 266,-7 3-270,-5 3 0,-1 1 39,-6 0-541,0 5 412,-5 2 0,4 11 0,-4 1 0</inkml:trace>
  <inkml:trace contextRef="#ctx0" brushRef="#br0" timeOffset="264">19663 17636 8078,'-7'0'673,"1"0"-744,6 0 0,7 0 216,5 0 0,2 0-103,7 0 0,4 0-32,4 0 1,5 4 33,-1 0 1,4 1-119,5-5 1,-4 4 101,4 0 1,-4 0-373,-1-4 1,1 4-75,-1 0 0,-5 0-719,-3-4 1137,-9 0 0,-2 6 0,-5 1 0</inkml:trace>
  <inkml:trace contextRef="#ctx0" brushRef="#br0" timeOffset="265">19787 17810 7758,'-6'-7'246,"5"1"242,-10 1-253,9 3-156,-3-3-25,5 5 4,5 0 1,2 0 57,6 0-193,4 0 52,3 0 1,5-4-103,-1 0-19,1 0 181,6 4-607,-5 0 391,10 0 0,-6-2-30,3-2 0,3 3-74,-3-3 1,1 2 72,-1 2-286,-8 0 498,-1 6 0,-11 1 0,5 5 0</inkml:trace>
  <inkml:trace contextRef="#ctx0" brushRef="#br0" timeOffset="266">20233 17574 7777,'-7'0'1678,"-4"0"-1867,10-5 163,-10 3 221,9-3-450,-3 5 248,10 0 1,-2 1 64,5 3 0,1-2-90,3 2 0,5 1 271,-1-1-424,6 6 150,-8-3 1,8 1-232,-5 0 176,-1 1-103,-3 3 37,-1 1 78,0-1 0,-1 2 77,-2 2 197,-4-2-98,-5 9 0,-1-5-93,-3 3 235,-9 2-227,0-9 1,-11 4 25,3-5-55,-2 4 50,4-8 0,-3 6-510,5-11 322,-5 0 0,8-4-636,-2 0 1,7-7 80,5-5 709,3-1 0,-5-15 0,0 1 0</inkml:trace>
  <inkml:trace contextRef="#ctx0" brushRef="#br0" timeOffset="267">20270 17611 9175,'0'13'147,"-5"-1"0,2 1 108,-5-1-1344,5 6 777,-8 1 1,8 6 311,-5 0 0,0 5 0,-5 2 0</inkml:trace>
  <inkml:trace contextRef="#ctx0" brushRef="#br0" timeOffset="268">20990 17562 7759,'-13'0'427,"1"0"0,4 5-192,0 4 1,3-3-1,-3 3 1,1 4-82,-1 8 0,-2 3 61,6 0 1,-1 4-132,1 5 1,2-4 73,-2 8 1,3-2-270,1 2 125,0-6 0,0 4 167,0-6-762,0 0 428,0-4 1,0-2-220,0-2 218,0-3 0,1-6-841,3 0 351,-2-5 244,3-1-453,-5-6 426,0-6 427,0-1 0,0-10 0,0-3 0</inkml:trace>
  <inkml:trace contextRef="#ctx0" brushRef="#br0" timeOffset="269">20903 17673 7759,'0'-19'0,"1"1"141,4 6 1,-3-5 499,7 1-283,-7-1-337,9 5 39,-4-1 1,10 1 132,-1 0 1,6-1-95,-1 1 0,4-1 205,4 1-479,-3 0 192,4 5 0,-2-3-347,-3 6 252,2-6 0,-13 9-245,3-3 0,-1 8 45,-3 4 80,-4 9 165,-9-4-6,0 11 0,0-5-21,0 6 174,-5 0-77,-8 0 0,-2-1-111,-6 1 220,6 5-156,-8-3 0,4 3 49,-6-5-8,0-6-11,0 4 0,4-7-14,1 4 15,-1-10 0,0 5-77,1-11 60,5 0 0,-3-4 1,5 0-38,1 0 33,5-5 1,1-2-1,6-5-5,0-1 4,0 1 1,2 4 0,2-1-1,3 6 1,5-6 100,1 5 1,-1 0-95,0 4 0,1 5 121,-1 3 0,5 3-101,-1 2 1,5 3-229,-4 1 1,3 4 83,-3-5 1,1 6-259,-2-1 0,-3 2 376,-1 2 0,0 0 0,-5 0 0</inkml:trace>
  <inkml:trace contextRef="#ctx0" brushRef="#br0" timeOffset="270">21250 17971 7753,'0'-12'721,"0"-1"-168,0 6-721,6-4 193,1 4 1,2 0-246,4 3 0,-2-1 155,10 1 68,-1 0-878,11-2 610,-5 5 1,10-5 264,-3 6 0,-3 6 0,0 1 0</inkml:trace>
  <inkml:trace contextRef="#ctx0" brushRef="#br0" timeOffset="271">21474 17934 7755,'-9'0'11,"1"0"191,5 0-86,-2 5 1,5-2 193,0 5-32,0-5-213,0 8 1,0-8 33,0 5 22,0 0-25,0 5-383,0-1 204,0 1 1,1-1 10,3 0 0,-2 1-112,2-1 0,-3 1 152,-1-1-873,0-5 905,0 4 0,6-4 0,1 5 0</inkml:trace>
  <inkml:trace contextRef="#ctx0" brushRef="#br0" timeOffset="272">21623 17822 7744,'-7'-5'0,"-4"3"353,2-2-152,4-3 100,-1 6-129,1-5 129,3 1-215,-3 3 0,5-4-271,0 1-3,0 4 160,5-4 1,-2 5 59,5 0 1,-3 0 32,3 0 1,-4 0 68,4 0 122,-5 11-209,8-3 1,-10 15 94,4-2-86,-4 2 0,3 4 6,0 1 0,0 0-73,-4 5 0,0 0-43,0 4 0,0-5 59,0-3 61,0-3-153,0-1 11,0-6 110,0 5-197,0-10-79,0-2 160,0-7 71,0-10 1,0-2 2,0-5-4,0-6 0,0 4-19,0-3 71,0-2-55,0 5 1,0-4-18,0 6 80,0 0-61,0-6 1,2 4 148,2-3-138,-3 9 0,9-3 8,-6 3 0,4 1 2,-4-1 0,6 5 1,-2-1 1,3 2 0,2 2 1,-2 2-4,-3 2 1,3-1 31,-3 5-16,-2 6 0,4-1 104,-6 4 1,4 1 53,-4-2 0,0 5-397,-4-4 1,0 3 160,0-3 0,0 4 55,0-5 0,-5 1 0,3-5 0,-3 0 0</inkml:trace>
  <inkml:trace contextRef="#ctx0" brushRef="#br0" timeOffset="273">22168 17859 7710,'-8'-5'446,"0"-3"217,0 2-80,1-5-131,-4 10-248,9-10-139,-3 9 0,6-3-73,3 5 1,-1-4 203,5-1-556,1 1 257,9 4 0,-3 0 142,5 0-1170,-4 0 774,1 0 1,0 0 63,0 0 293,-1 0 0,-4 6 0,1 1 0</inkml:trace>
  <inkml:trace contextRef="#ctx0" brushRef="#br0" timeOffset="274">22131 17996 7710,'-12'0'0,"-1"0"0,1 0 1129,0 0-201,5 0-283,-4 0-562,4 0 65,0 0 1,3 0 197,8 0-624,-3 0 228,16 0 1,-3 0-697,10 0 419,1 0 207,6-6-1450,6 5 1047,1-10 0,5 10 523,-6-4 0,6-2 0,1 1 0</inkml:trace>
  <inkml:trace contextRef="#ctx0" brushRef="#br0" timeOffset="275">22776 17760 7713,'-5'-7'-475,"3"2"1,-3 3 1692,5-2-275,-6 3-83,5-5-344,-5 6-319,6 0 414,0 0-475,6 6-99,1-5 161,11 10-361,1-9 158,6 9 0,5-6 199,3 3-363,9 3 64,2-9 0,12 5 98,6-3-2152,0-3 2019,-25 2 1,-1 0 0,33-3 30,-32 0 0,1 0-65,-1 0 0,0 0 0,32-2 89,-3-2 0,-8 3-303,-4-3 331,-9-3 0,-3 5-987,-9-2 470,-3-3 574,-11 6 0,-1-10 0,-5 4 0</inkml:trace>
  <inkml:trace contextRef="#ctx0" brushRef="#br0" timeOffset="276">22900 17165 7760,'7'-13'-2009,"-1"1"3336,-6 5-296,0-4-420,0 10-378,0-5 71,0 6 251,0 0-301,0 6-52,5 1 206,-3 5-256,3 6 0,-5 1 152,0 6 101,6 5-253,-5 2 0,6 5 152,-3 0-331,-3 1 77,10 4 0,-8-3 1,5 2-14,-5-2 1,7-3-124,-6-3 1,4-4 44,-4-9 97,6 4 0,-7-12-285,5 1 148,-5-6 1,4-7-125,-3 0 129,-3 0 0,6-6-20,-3-2-98,-2-3 71,3-7 1,-1-3-356,0-8 297,6-2 0,-3-7-108,5 1 0,-3-1-10,-1-4-674,6-2 1104,0 0-103,3-4 0,-3 8-218,3-6 366,-3 6-133,3 3 0,-4 8-156,-1 9 0,-3 6-442,-1 5-382,-5 7 432,2 2 189,1 7 422,-5 5-106,4 0 0,-5 1 0,0-1 0</inkml:trace>
  <inkml:trace contextRef="#ctx0" brushRef="#br0" timeOffset="277">23260 17487 7738,'-7'-7'0,"0"-2"0,3 5 393,3 0-147,-5 4 1,5-5 104,-3 1-375,2 0 101,-3 4 223,5 0-348,5-5 90,-3 3 0,9-3-133,-3 5 69,3 0 1,7 0-827,1 0 621,1 0 1,3 0-65,-2 0 0,-2 0-119,2 0 1,-6 0 409,1 0 0,4-6 0,-1-1 0</inkml:trace>
  <inkml:trace contextRef="#ctx0" brushRef="#br0" timeOffset="278">23359 17425 7738,'0'-7'247,"-1"2"348,-3 5-247,2 0-112,-3 0-86,5 0 1,-1 1 150,-4 3-128,4 3-10,-4 6 0,5 0-1,0 4 0,0 1-115,0 3 1,0 1-853,0-6 453,0 6 226,0-8 126,0 4 0,5 0 0,2 1 0</inkml:trace>
  <inkml:trace contextRef="#ctx0" brushRef="#br0" timeOffset="279">23558 17326 7563,'-7'6'291,"1"-5"-141,6 4 1,-4-3 149,0 2-44,0-3 94,4 5-49,0-1-200,0 2 49,0 6 1,0-5 75,0 0-26,0 6-50,0 0 1,0 9-59,0-2-37,0 2 1,0 2-16,0 0 0,0 0 92,0 0-26,0-1 0,0-3 34,0 0 1,0-6 26,0 1-60,0-7 64,0 2-139,0-10 85,0 5 48,0-6-405,0 0 356,0-6-250,0-1 77,0-5 0,0 3 118,0 1-252,0 0 122,6-4 0,-5-1-8,3 1-54,3 5-57,-6-4 68,10 4 96,-4-5-17,6-1 1,-5 6 32,0 3-23,0-3 0,1 6 42,-1-3 0,0 2-46,5 2 0,-5 0-48,0 0 59,0 0 1,1 2 2,-1 2-560,-5 3 374,2 0 1,-1 4-684,1-3 593,-1 3 0,-4 1 297,0 1 0,0-1 0,0 1 0</inkml:trace>
  <inkml:trace contextRef="#ctx0" brushRef="#br0" timeOffset="280">23235 18194 7740,'0'-7'1127,"0"2"-826,-5-1 7,3 5-100,-3-5 43,5 6 374,0 0-324,0 6-311,0 1 80,0 11 0,1-3 231,3 6-535,-2-1 218,3 0 1,-5 3-457,0-2 266,0-3 150,0 5-677,0-9 505,0 4 1,2-5-51,2 4 1,-3-7-375,3 2 269,3-8 383,0 2 0,5-12 0,1-1 0</inkml:trace>
  <inkml:trace contextRef="#ctx0" brushRef="#br0" timeOffset="281">23322 17996 7740,'-5'-13'1988,"3"7"-1522,-9 0-524,10 0 190,-5 5 129,6-4-950,0 5 416,0 0 216,0 5-1167,0-4 610,6 11 614,-5-6 0,16 7 0,-3-1 0</inkml:trace>
  <inkml:trace contextRef="#ctx0" brushRef="#br0" timeOffset="282">23483 18256 7840,'0'9'602,"0"-1"1,-1-4-392,-3 4 1,1-1 4,-5 1 0,4 3-158,-5-2 94,1 2 1,0-3 202,0 0-559,5 0 192,-3-1-249,1 4 206,3-9-242,-9 9 187,10-10 1,-4 6-3,5-3 59,0-2 58,0 3-33,0-5 8,0 0 18,0 6 1,1-5-12,3 3 1,-1 2 2,5-2 0,-5 1-175,1-1-1,3-2 174,-6 9-203,5-10 195,-1 10 1,-3-8-70,2 5 8,-3 0 41,5 5-36,-5-1 185,5 1-148,-6-6 1,-2 4-40,-2-3-112,3-3 159,-10 6 1,8-5-134,-5 2-207,-1 3 291,-3-4 80,5 0 0,-4-1 0,4-6 0</inkml:trace>
  <inkml:trace contextRef="#ctx0" brushRef="#br0" timeOffset="283">23719 18331 7766,'-12'0'-339,"-1"-6"1064,1 5-93,-1-5-132,1 6-280,0 0-68,-1 0 1,1 0 152,-1 0 39,1 0-167,0 6 1,1-3 127,2 5-378,-2 0 118,10 4 1,-6 5 228,3 0-494,3-1 196,-5 2 1,7-3-376,4 6 230,-4-6-49,10 3 0,-4-6-563,5 1 640,6-1 0,-3-1-549,6-3 690,-6-2 0,9-1 0,-5 2 0</inkml:trace>
  <inkml:trace contextRef="#ctx0" brushRef="#br0" timeOffset="284">24364 17661 10479,'13'0'339,"-1"0"1,0 0-42,1 0-544,5 0 240,1 0 1,6 0 218,0 0-1430,5 0 448,-4 0 769,4 0 0,1-6 0,0 0 0</inkml:trace>
  <inkml:trace contextRef="#ctx0" brushRef="#br0" timeOffset="285">24364 17847 7720,'0'-7'811,"0"2"-488,0 5 89,0-6-114,0 5 0,0-5 88,0 6-212,6 0 0,-4 0 46,7 0-120,-1 0 49,4 0 0,1 0-135,-1 0 18,6 0-28,1 0 1,6 0-6,0 0 1,1 0 267,3 0-476,3 6 148,0-5 1,-1 5 82,-2-6-578,-8 0 390,8 0 1,-15 0-1101,2 0 600,-2 0 666,-7 0 0,4 0 0,-4 0 0</inkml:trace>
  <inkml:trace contextRef="#ctx0" brushRef="#br0" timeOffset="286">25431 17413 7748,'0'-18'124,"0"4"89,0-2 0,0 2-12,0 1 1,0 5 251,0 0-260,0 5-1,-5-2-48,-2 5 1,-6 5 405,1 3-399,-1 9 0,-3 4 150,-1 8 1,-5 4-42,2 8 1,-8 2-174,-1 2 1,0 3-35,4-2 1,5-2 172,-1 1 1,6-5-86,-2 2 0,9-9-122,4-4 0,2-4-269,2-5 1,10-3 159,3-9 1,9-2-156,2-6 1,1 0 133,4 0 1,1-7-596,-1-6 1,0 1 444,-4-5 1,-1-1-514,-4 2 0,1-6 416,-9 1 1,2 3 318,-10 2 0,-5 2 9,-7 2 0,-10 1 386,-7 2-393,-5 4 433,-8 5-179,1 0 0,-6 5-43,-2 4 1,2 6 142,2 1 0,8 2 87,4-1-526,8-4 270,3 5 1,14-5-149,8-1 0,3 1 0,11-1 0</inkml:trace>
  <inkml:trace contextRef="#ctx0" brushRef="#br0" timeOffset="287">25964 17723 9506,'-6'12'766,"-1"1"-412,3-1-134,-3 1-68,0-1 0,-4 0 109,2 1-8,-2 5-102,5-5 1,-6 5-131,4-5 18,3-6 1,-2 2-135,3-5 1,1 5 62,-5-5-350,5 0 169,-3 1 3,6-3 42,0 3 44,0-5-15,0 0 87,6 0 0,-3 0-56,5 0 71,0 0 0,5-1-164,-1-3 147,0 2 16,1-3 1,-1 5-94,1 0 0,3 0 39,1 0 51,-1 0 22,2 0-23,-4-6 0,4 5-77,-6-3 184,1 3-32,-1 1 64,0 0 28,1 0-145,-6 0 449,4 0-108,-10 0-152,5 0 215,-6 0-178,0-6 1,0 3 32,0-5 27,-6 5-176,5-8 1,-9 9-41,6-7 64,-6 1 0,9-4 106,-3-1-339,-3 1 211,6-1 0,-9 1 76,6 0-345,0-6 115,4 4 0,0-8-172,0 5 140,0 1 0,0-2 137,0-3-158,0 3 50,5 0 0,-2 6 56,5 0-61,-5-6 59,8 4 1,-8-3-77,5 9 68,0-3 1,-1 4 32,4-5-39,-4 5 0,6-4 84,-1 4-67,0 0 0,1-3-3,-1 6 21,1 0-17,-1 4 1,0 0-9,1 0-18,-1-5 28,1 3 0,-5-3 16,0 5-14,0 0-4,5 0 1,-5 4-4,0 0 1,-4 4-2,5-4 82,-7 6-80,10-9 7,-11 10 184,4-4-175,1 6 0,-5-5 195,3 0-186,-2 1 22,-2-3 1,1 4 40,3-6-54,-2 6 1,3-7 23,-5 5 5,0-5 7,0 8 51,0-10-43,0 10-12,0-4-33,0 5 3,-5-5 1,3 4 37,-2-2-27,-3-4-49,6 6 1,-6-5-20,3 2 84,3 3-98,-5-4 0,2 5 81,0 1-61,0-7 14,4 5 1,-2-5 13,-2 2 0,3-2-1,-5-1 0,5-2 43,-3 5-40,2-5-5,-3 8 0,5-8 10,0 5 1,-4-4 3,0 5 88,-1-7-77,5 4 0,-5-1-76,3 2 60,-3 0 1,4 3-49,-4-6 46,4 0 5,-4 1-2,5-3 142,0 9-148,0-10 0,-5 6 54,1-3-42,0-2-6,4 3 65,0-5-44,0 0 3,0 6-76,0-5 77,0 5 2,0-6-120,0 5 110,0-4 0,0 5-110,0-6 458,0 0-347,6 0-10,-5 0 26,5 0 26,-1 0-178,-4 0 51,10 5-13,-4-3 88,6 3-105,-1-5 37,1 0 1,-1 0 34,0 0 1,1 0-23,-1 0-4,1 0 146,-1 0-134,0 0 145,1 0 7,-1 0-121,1 0 0,-2-1 51,-3-3-47,3 2 29,-10-3 135,10 5-129,-9 0 10,9 0 195,-10 0 32,10 0-177,-9 0 1,3-1 350,-5-4-191,0 4-31,0-10-89,0 10-353,0-10 189,0 9 1,0-9 131,0 3-1324,0-3 832,6-7 0,-5 3 42,3-6 340,-3 1 0,5-5 0,1 0 0</inkml:trace>
  <inkml:trace contextRef="#ctx0" brushRef="#br0" timeOffset="288">30951 10988 8231,'0'-12'0,"0"4"-692,0 0 0,0 3-43,0-3 1211,0 5 301,6-2-224,-5 5 0,9 7-236,-6 5 0,0 6-3,-4 7 1,0 9-56,0 4-258,0 7-64,0-1 1,0 6 176,0-1 0,0 2 16,0 3 0,0-4-329,0-1-682,0 1 803,6-12 1,-5 4-607,3-9 452,3-3-3,-5-11 1,4-2-96,-1-9 0,-3-2 106,7-6-112,-7 0 0,8-10 729,-6-2-718,0-3 372,2-3 0,-5-2-315,3-4 0,-1-1 268,1 0 0,-2-5 0,3-2 0</inkml:trace>
  <inkml:trace contextRef="#ctx0" brushRef="#br0" timeOffset="289">31088 11038 8215,'-2'-12'0,"-2"-1"-11,3 1 0,-5 4 133,6-1 263,-5 7-237,4-4-166,-5 6 118,6 0 0,0 1 45,0 4 13,0 1-20,0 7 0,0 1-122,0 2 1,0 5-2,0 8 0,0 3 82,0 5 0,0 5 37,0 4-263,0 2-79,0 2 1,0 1 179,0 2 0,0-2-208,0 3 1,0-8 34,0-5 0,0-4-271,0-4 291,0-8 0,1-12 50,4-9 0,0-4-92,3-4 0,-1-3 72,-3-6 0,-2-3-100,2-1 1,-3-4 327,-1 5 1,0-6 0,0 3-1</inkml:trace>
  <inkml:trace contextRef="#ctx0" brushRef="#br0" timeOffset="290">30914 11547 8215,'-1'-7'-111,"-3"3"-368,2-3 797,-3 5 870,5-3-401,0 5 491,0 0-1072,5 0 1,2 4 86,6 0-559,-1 0 234,0-4 0,2 2 93,3 2 1,-2-3-43,6 3 0,-5-2-29,5-2 1,-1-2-144,5-2 0,-4 3-85,0-3 1,-2-2-9,2 2 1,1-2 187,-6 2 0,1 3 58,-5-3 0,-4 2 197,1 2-1,-7 0-176,4 0 1,-6 2 37,0 2 0,-1 3 344,-4 5 0,-1 1-82,-7-1 0,-1 2-136,-2 2 1,1-1 65,-6 6 0,4-4 15,-3 3 0,3-3 3,-3 4 0,4-6-74,0 1 1,-1 2-254,5-1 0,-3-2-795,6-7 854,4 3 0,-6-9 0,4 3 0</inkml:trace>
  <inkml:trace contextRef="#ctx0" brushRef="#br0" timeOffset="291">30914 11559 8601,'-12'0'888,"5"0"1,1 10-749,6 2 1,6 7-127,2-2 1,3 5-314,2-1 0,3 1 299,1-2 0,10 9 0,-1-3 0</inkml:trace>
  <inkml:trace contextRef="#ctx0" brushRef="#br0" timeOffset="292">28656 14225 7898,'-8'0'-142,"0"0"0,4 0 147,-5 0 88,7 0 1,-5-4 314,3 0-261,2 0 75,-3 4-66,-1 0 1,4 0 59,-7 0 1,5 0-1,-4 0 1,5-1 21,-1-3 5,-3 2 13,6-3-143,-10 5 1,5-2 65,-2-2 1,-2 1-111,6-5 1,-4 4 159,4-4-347,-6 5 229,9-8 1,-10 8-22,2-5 1,2 1-15,-1-1 0,1-3 4,-1 2 1,-3-2-25,3-1 0,1 0-71,-1-1 1,1 1 64,-2-1 0,0 0-90,5-4 1,-5 3 79,5-2 0,-1 1 0,1-2 0,2 3 13,-2-2 1,-1 2 1,0 2 1,1-1-25,4 1-20,0-1 1,0 1-48,0 0 74,0-1-3,0 6 0,0-4-38,0 3 0,0-3 87,0-1-42,0-1 1,2-2-6,2 3 140,-3-4-153,5 10 0,-5-5 21,3 2 0,-2-2 43,2 3-58,3-3 1,-5-1 42,7-1-45,-7 1 1,8-1-6,-6 1 1,2 4-2,-2-1 1,-1 1-29,5-4 0,-4 3-7,4 1 0,-4 1-22,5-1 0,-5-2 50,4 6 0,-4-5 35,4 0 0,-3 2-40,3-1 0,-1 4 239,1-4-227,3 5 5,-10-8 1,10 8 13,-2-5 0,-2 5 10,1-1-25,0-3 1,3 4-89,-3-5 96,3 5-7,-9-2 0,9 4-77,-3-4 0,-1 4 63,1-3-9,1 3 1,3-4 0,0 1 168,1 0-164,-6 4 0,4-4 12,-3 0 0,3 0 5,1 4 1,-3-2-26,-1-2 1,0 3 35,5-3-62,-1 2 1,0 2-22,1 0 1,-1 0-13,1 0 0,-1 0 15,0 0 0,1 2-9,-1 2 0,1-3 16,-1 3 0,5-2-5,-1-2 0,1 4 39,-5 0 1,1 2-31,-1-2 1,-4-2 147,0 7 16,1-7-137,3 9 0,-1-8 96,-3 5 0,3 1-81,-2 3 0,-2-4 5,1 1 1,0-1 17,5 4-112,-1 1 91,0-6 0,-2 4-135,2-3 0,-6 3 117,6 1 0,-2 1 30,2-1 0,-1 1-45,-2-1 0,0 0 70,-4 1 0,4-1-6,-1 1 0,-2 3 11,-2 1 0,2-1-27,-2-3 1,1-5 13,-1 0 1,-2 0-59,2 5 0,-1-1 35,1 1 1,-3-5-44,3 0 0,-2 0 14,-2 5 1,0-5-18,0 0-5,0 1 0,0 3-10,0 0 0,0 1 32,0-1 1,0 1 5,0-1 0,-2 0-197,-2 1 183,3-1 18,-10 1 0,8-5-23,-5 0 20,-1 6 1,-3 0 5,0 2 1,3-2-12,1-2 1,0 1 5,-5-1 1,5 1-4,0-1 0,0-1-6,-5-3 1,5 6-77,0-6 1,1 6 31,-1-6 1,-2-1-71,6 2-1,-6-1-12,3 4 96,-5 1 27,-1-1 1,2-4 18,3 1 0,-2-5-46,6 4 1,-5-5 99,0 1 0,2-1-82,-1 1 0,0-1 125,-4 5-116,-1-5 19,1 2 0,-1-1 32,1 0 0,0 2-22,-1-2-10,1-3 0,-1 6 0,1-3-8,5-2 8,-4 3 53,4-5 1,-5 0-51,-1 0 0,5 0 101,0 0 1,-1 0-85,-3 0-17,0 0 12,-1-5 1,1 2-111,-1-5 0,1 4-192,0-5 1,-5 1-834,1-4 0,-2-1 139,1 1 978,3-6 0,-9-1 0,4-6 0</inkml:trace>
  <inkml:trace contextRef="#ctx0" brushRef="#br0" timeOffset="293">28619 13692 7933,'-5'-7'416,"3"2"0,-7 3 215,5-2-636,-1 3 390,5-5-127,0 6-308,0 0-181,6 0 1,1 0 144,5 0 0,5 0-112,-1 0 1,2-4-155,-1 0 0,1 0-246,2 4 0,0-4 598,-4 0 0,-2 0 0,4 4 0</inkml:trace>
  <inkml:trace contextRef="#ctx0" brushRef="#br0" timeOffset="294">28718 13543 7933,'0'-7'-260,"0"-4"276,0 10 1,0-3 44,0 8 1,0 3 1,0 5 0,0 8-77,0 4 0,0 3-152,0 6 1,0 0 165,0 4 0,0 6 0,0 1 0</inkml:trace>
  <inkml:trace contextRef="#ctx0" brushRef="#br0" timeOffset="295">28694 14101 7939,'-9'-1'1880,"1"-3"-1057,5 3-244,-2-5-634,5 6 190,0 0-1098,5 0 462,8 0 140,1 0 1,5 0 360,-3 0 0,9 0 0,7 0 0</inkml:trace>
  <inkml:trace contextRef="#ctx0" brushRef="#br0" timeOffset="296">28718 12886 8036,'-4'14'372,"0"2"1,0 5-95,4 8-190,0 3 10,0 10 0,0 2-19,0 6 0,0 0-110,0-1 0,1-5-26,4-2 0,-3-5-253,7-4 1,-1-10-969,4-10 1278,1-6 0,-1-7 0,0 0 0</inkml:trace>
  <inkml:trace contextRef="#ctx0" brushRef="#br0" timeOffset="297">28743 12911 8249,'-7'-7'899,"2"0"-766,5 3 361,0 3-36,5-5-113,2 6 1,6 0-175,-1 0 1,-4 0-116,1 0 0,-1 0 102,4 0 1,-3 4-226,-1 0 0,0 0 159,4-4 1,1 5-54,-1-1 0,5 1-89,-1-1-79,6-2 170,-8 3 0,10-3-90,-4 2 1,4-3 105,1 3 1,-1-2 4,1-2 1,0 0 31,0 0-154,0 0 103,-1 0 1,0 0 43,-3 0-313,2 0 113,2 0 0,-3 0 28,3 0 0,-3 0 99,3 0-165,-6-6 138,4 5 1,-3-5-7,4 6 1,-3-1-9,0-3 0,-5 2 22,5-2 1,-6 3 12,2 1 0,1-4 15,-2 0 1,1-2 93,-5 2 0,0 3-85,1-4 0,-1 4 0,1 1-204,-1-5 192,0 3-132,-5-3-79,4 5 1,-9-2 149,2-2-36,-3 3 14,-1-5 63,0 6 0,-5 0 0,-2 0 0</inkml:trace>
  <inkml:trace contextRef="#ctx0" brushRef="#br0" timeOffset="298">29798 12774 8010,'-13'-12'695,"5"4"-349,0-1 1,4 7 526,-5-2-223,7 2 291,-9 2-662,9 0 1,-5 0-81,3 0 0,3 2-80,-3 2 105,2 3-64,2 5 1,-4 5-42,0-1 12,0 6 0,0-3 0,-2 6 2,-1 0 0,3-4-54,-4-1 0,4 0-166,-4 0 1,5-2 203,-1-5-697,2-1 431,-3 0 0,3-3-571,-2-1 1,4-5 250,4 1 0,3-8 23,6-5 0,5-6-34,2-1 1,4-10-98,0 1 0,1-3 303,0 3 0,0 1 223,0-1 0,0 4 41,-1 0 1,-3 2 237,0-1 1,-6 3 587,1 9 1,-6-2-414,-2 6 0,-4 0 363,5 4 0,-7 5-242,3 4 1,-4 6-115,-1 1 0,-4 6-182,0-1 1,-5 1-117,5-1 1,-4 2-131,4-2 0,-2-3 78,2-2 1,3-2-771,-3-2 396,2 1-317,2-1 116,0-5 1,2-1 179,2-6 1,3-2-94,5-2 1,1-4 55,-1-9 0,6-1 64,3-2 1,-2-4 300,2 4 1,-1-2-154,5 1 0,-4-1 327,-1 5 0,-3 1-128,4 3 1,-6 2 957,1 3-522,-2 3 1,-6 6 144,1 3 1,-7 4-247,3 9 0,-5 2 106,-5 6 0,3 0-121,-7 0 0,5-1-123,-4 1 1,4-4-194,-4 0 1,1-5 112,-2 5 1,4-10-681,5 1 244,0-8-292,0 2-58,0-6 1,5-2-150,4-2 0,3-8 330,5-9 0,1-2-208,2-2 254,4 0 143,-5 0 1,4-3 176,-2-1 0,2 0-86,-2 4 0,1 1 386,-1 4 0,-3-2 112,-6 5 0,1 5 1103,-1 3-1024,-5 7 0,-2 3 192,-5 11 1,0 2-242,0 7 1,0-5-84,0 5 0,0 0-307,0 4 0,0-1 65,0 1 0,0-5-123,0-4 1,0-2-179,0-2 1,0 1-848,0-1 668,0 0 0,2-5-955,2-3 948,3-2 1,5-8-42,1-2 1,-1-3-123,0-1 389,6-1 57,-9 1 1,7-1 85,-8 1-61,3 0 66,2-1-32,-6 1 942,-2 5-285,-5 1-179,0 6 0,-5 6 255,-3 2 1,-4 3-234,0 2 1,4 3 74,0 1-696,-1-1 232,2-3 0,-2-1-100,5 0 1,-2-1-761,2-2 740,3 2 1,-6-4-148,3 5-779,2-5 635,-3-2 1,5-3 164,0 2-80,0-3 140,0 5 0,1-10-44,3 0 230,-2-1 0,9-6 0,-5-2 0</inkml:trace>
  <inkml:trace contextRef="#ctx0" brushRef="#br0" timeOffset="299">30691 12923 7973,'-6'-7'-14,"5"2"1,-9 3 278,6-2 1,-1 3 271,1-3-181,2 2 1,-5 1 224,3-3-59,3 3-260,-5-5-213,6 6-111,0 0 58,6 0 1,-3 0-62,5 0 1,0-1 64,4-3 0,2 2-35,3-2 1,2 1 25,6-1 1,0 1-2,0-5 0,1 4 140,3-4-78,2 5-12,7-8 0,2 5-138,-3-2 1,3 1 133,-7 3 1,3 3-161,1-3 0,-5 2 47,-3 2-116,-9 0 85,4 0 1,-9 0 49,5 0 1,-8 0 18,0 0 1,-7 0-289,4 0 24,-7 0-179,4 0 374,-6 0 108,-6 0 0,0-5 0,-7-2 0</inkml:trace>
  <inkml:trace contextRef="#ctx0" brushRef="#br0" timeOffset="300">29624 12167 8004,'0'-13'255,"-5"1"340,3-1-329,-3 7-110,5 0 1,-5 7 105,1 4-35,0 1-93,4 12 1,0 2 22,0 5 0,0 5-60,0 3 1,0 3-176,0 1 1,-4 0 128,0 0 0,0 1 10,4-1 1,0-1-845,0-3 1,1-4 232,3-9 0,-1-3-29,5-9 0,-4-2 579,5-6 0,-1-6 0,4-1 0</inkml:trace>
  <inkml:trace contextRef="#ctx0" brushRef="#br0" timeOffset="301">29698 12142 8004,'-5'-18'148,"4"4"38,-4-2 0,4 2-145,1 1 1,1 5-41,4 0 1,-3 1-72,7-1 64,-1-3-50,10 9 1,-4-7-13,2 5 0,-1-1-27,2 5 1,-3 0-154,2 0 1,-2 2 155,-2 2 1,1 4-12,-1 9 1,-5-2 41,-3 6 0,-2-1-19,-2 5 1,-2 1 133,-2 3 0,-3-3-67,-5 3 130,-1-2-65,-5-8 0,5 4-110,-4-2 279,-2-3-101,5 0 1,-8-6-52,5 1 1,-3-2 123,3-3 0,1-3-136,3-5 280,1 0-139,5 0 0,-3-5-98,6-3 0,0 1 118,4-2-207,0 1-73,6-4 77,0 5 0,7 1-90,-1 6 1,1 2 23,-1 2 1,2-1-192,2 5 0,0 4 119,4 5 1,-3 1 122,3-2 0,1 4 0,4 4 0</inkml:trace>
  <inkml:trace contextRef="#ctx0" brushRef="#br0" timeOffset="302">29897 12340 7976,'-7'0'351,"2"0"0,3 0-99,-2 0-191,3 0 89,-5 0 1,10-1-237,0-3 0,7 2-111,2-2 1,1-1-104,6 1 1,-3-2 4,4 2 0,-1 3-652,5-3 947,0-3 0,5 5 0,2-3 0</inkml:trace>
  <inkml:trace contextRef="#ctx0" brushRef="#br0" timeOffset="303">30071 12278 7976,'-7'0'-182,"-3"2"291,6 2 0,0-1 151,4 5 1,0 2-39,0 6 1,0-1-101,0 6 0,0 0-225,0 3 0,0 1 78,0 0 1,1-2-180,3-2 0,-1 1 204,5-5 0,1 5 0,3-3 0</inkml:trace>
  <inkml:trace contextRef="#ctx0" brushRef="#br0" timeOffset="304">30244 12192 7597,'-7'0'367,"2"0"-117,5 0 0,0 1-173,0 3 1,0-1-10,0 5 1,0 4 205,0 5 0,0 5-13,0-1 1,0 2-114,0 2 0,0 1-32,0 3 1,0-3 33,0 3 1,0-4-81,0-4 1,0-2-14,0-3 1,0-6-31,0 3 0,0-8 181,0 3-50,0-5-255,0 3 1,4-16 185,0-2-474,0-4 237,-4 4 0,2 1 16,2 3 1,-1-3-109,5 2 0,-4-2 187,4-1 0,-4 4-28,5-1 1,-5 7 212,4-2 0,-1 1 94,1-1-113,3 2 1,-5-2-71,2 8 1,-1 2 36,-3 2 0,-3 4-316,4 1 1,0-1 235,-1 5 0,0 8 0,-4 1 0</inkml:trace>
  <inkml:trace contextRef="#ctx0" brushRef="#br0" timeOffset="305">27689 14275 7993,'7'0'0,"-2"0"420,1 0-312,1 0 0,1 11 87,0 6-78,0 5 1,6 9 15,3 7 0,-2 3-13,6 4 0,-6 8-1052,1-4 839,4 4 189,-7-4 1,1-5-402,-6-2 260,1-9 135,-2-3 1,-2-5-133,-5 0-102,0-11 233,0 2 903,0-14-1055,0 3 708,0-5-582,0-5-33,0 3 1,0-9-323,0 3 152,0-3 68,0-7 0,0 3-252,0-6 143,0-5 74,0 0 1,0-10-96,0 3 116,6-3 29,-5-7 1,10 3-307,-3-5-728,3-1 1007,2-3 199,5 5-190,-5-5 1,9 15-105,-5-3-409,5 8 417,-8 4 1,4 8 44,-6 9 126,-5 3 0,10 10 0,-4 2 0</inkml:trace>
  <inkml:trace contextRef="#ctx0" brushRef="#br0" timeOffset="306">28036 14697 7830,'-5'-7'-231,"3"1"215,-3 6 0,5 0 67,0 0-62,0-5 1,1 3 28,3-2 0,3-1 6,6 1 1,-1-5-32,0 5-408,6-5 247,-4 7 0,8-7-216,-5 4 98,5-4 286,-9 7 0,5-9 0,-5 5 0</inkml:trace>
  <inkml:trace contextRef="#ctx0" brushRef="#br0" timeOffset="307">28123 14647 7245,'-7'0'518,"2"0"1,5 2-354,0 2 0,0 3-70,0 5 0,0 0-176,0 1 1,0 3 116,0 1 0,0 5-382,0-1 174,0-4-15,5 7 1,-4-9-211,4 6 397,-4-6 0,4 3 0,2-6 0</inkml:trace>
  <inkml:trace contextRef="#ctx0" brushRef="#br0" timeOffset="308">28259 14635 7909,'-6'0'-105,"-4"1"99,6 3 1,0-1-9,4 5 1,0-4 20,0 5 1,5 4-1,3 8 0,3 0 0,2 4 0,-1-3 1,1 7 0,-2-3-1,-3-1 0,3-1 0,-3 1 0,-1-4-57,1 0 0,-5-6-22,1 1 114,-2-2-42,-2-7 0,0-2 0,0-5 0,-2-1 0,-2-3 0,3-3 0,-3-5 0,2-1 1111,2 1-559,0-1-365,0-4 1,0 3-187,0-3 1,2 3-609,2 2 260,-3 0 138,10-1 0,-5 5 67,2 0 1,3 5-13,-3-1 1,-1 2 44,1 2 1,-1 2 47,2 2 1,2 3 30,-3 5 1,-1 6 41,1 3 0,-5 1 48,1-1 0,-1 2 182,1-2-242,-3 2 0,10 2 0,-4 0 0</inkml:trace>
  <inkml:trace contextRef="#ctx0" brushRef="#br0" timeOffset="309">28780 14312 7939,'0'-8'-185,"0"0"127,0 5 142,0-2 239,0 5-122,0 0 0,5 6 125,-1 7 1,0 1-81,-4 6 97,5 1-102,-3 9 1,7 1-141,-4 2 1,0 2 100,-1-1 0,-2 1-1,2 3 1,-2 3-72,3 0 1,-4 7-4,3 2 1,-3 1 11,-1 7 0,0 0-381,0 4 0,0 0 229,0 0 1,0-2-219,0-2 0,0-8 55,0-9 0,0-8 68,0-4 1,0-8-25,0-4 193,0-4 299,0-6-272,0-1 257,0-6 1,-1 0-75,-3 0-167,3 0 0,-5-2 2,6-2-45,0 3 75,0-5-240,0 6 3293,0 0-3191,6 0 37,-5 0 1,6 0-51,-3 0 0,-1 0-14,5 0 1,-4 0-28,4 0-7,1 0 0,3 0-330,1 0 267,-1 0 1,0 0-75,1 0 1,-1 0 115,1 0 0,-1-1-13,0-3 0,5 2 72,-1-2 0,1 3-4,-5 1 1,2 0 7,3 0 0,-4-1 2,4-4 0,1 4 7,-2-3 1,2 3 27,-1 1 1,-2 0 6,6 0 1,-6 0-332,1 0 279,4 0 7,-6 0 1,8 0 134,-6 0 1,2 0-86,-1 0 0,-2 1-54,5 3 0,0-3 2,0 4 2,-2-4 8,0-1 1,-3 0 51,6 0 0,-4 0-49,3 0 0,-5 0 118,2 0 0,-2-1-17,2-4 131,-3 4-207,3-4 0,-4 5 3,-1 0 0,2 0 9,3 0 0,-4 0-25,4 0 1,-3 0-78,-2 0 1,5 0 62,-1 0 0,1 0-93,-5 0 0,5 0 66,-1 0 0,2 0 12,-1 0 1,-4 0 12,4 0 0,-2 0 19,2 0 1,-4 0 8,4 0 0,-3 0 26,-2 0 0,1 0 13,-1 0 1,2 0 50,2 0-91,-7 5-6,7-4 1,-9 5 7,5-6 1,1 4 58,-1 0 0,1 0 9,-1-4 0,0 0-39,1 0-4,-1 0-14,6 0 1,-4 0 26,3 0-120,-4 0 95,0 0 0,-1-4-70,1 0 0,-1 0 63,0 4 0,1 0-67,-1 0 0,1 0 44,-1 0-25,-5 0 30,4 0 0,-4 0 5,5 0 1,1 0-9,-1 0 1,0 0-2,1 0 0,-1 0 3,1 0 1,-1-1 117,0-4 1,1 4-109,-1-3 1,5 3 232,-1 1-223,1 0 7,-5-6 0,5 5 8,-1-4 1,1 4-51,-5 1 1,5 0-129,-1 0 1,5 0 321,-4 0-14,5 0-146,-9 0 1,9 0 0,-5 0 1,1 0 1,-2 0 0,-2 0 61,3 0 1,1 0-64,-2 0 1,5 0 130,-5 0 1,2 0-99,-1 0 0,-2 0-2,6 0 1,-6 0-23,1 0 0,0 0-17,0 0 1,-2 0 5,2 0 1,0 0-9,0 0 1,-2 0-85,3 0 1,-4 0 35,0 0 1,-1 0-9,1 0 0,-1 0 56,0 0-13,1 0 0,-1-1 14,1-3 0,-5 2 4,0-2 1,0 3-16,5 1 2,-6 0 0,-2 0 0,-1-2 1,0-2-40,6 3 1,-7-5-46,5 6 24,-5 0-20,8 0 2,-4 0 0,5 0-127,1 0 1,-1 0-279,0 0 1,1 0 479,-1 0 0,1-5 0,-1-2 0</inkml:trace>
  <inkml:trace contextRef="#ctx0" brushRef="#br0" timeOffset="310">31299 12836 7942,'0'-6'-48,"0"0"1,0 5 882,0-3-488,0 2-60,0-3-173,0 5 638,0 0-593,5 0 0,-2 0 5,5 0 1,-4 0 56,5 0-232,-7 0 43,9 0 0,-4-2-77,6-2 1,-5 3 99,0-3 0,1 2-71,3 2 0,0 0 29,1 0 0,1 0 11,2 0 0,-2 0-3,2 0 0,0 0-10,0 0 1,-2 0 44,2 0 1,2 0 7,-1 0 0,-1 0-17,-3 0 0,-1 0 4,1 0 1,3 0-17,1 0 1,-1 0 14,-3 0 0,-1 0-143,1 0 133,-1 0-13,0 0 1,1 0-1,-1 0 1,1 0 98,-1 0-62,0 0 1,1 0 12,-1 0 0,-4 0 93,1 0-303,-7 0 226,10 0-181,-11 0 0,6 0 17,-3 0 0,-1 4 21,5 0 1,-4 1 19,4-5 0,-4 0-13,5 0 1,-5 0 41,4 0 1,-4 0-54,5 0 226,-7 0-186,9-6 20,-4 5 1,2-5-46,-1 6 0,-4 0-46,4 0 81,-5 0-25,2 0 8,1 0 0,-3 0-92,5 0-21,-5 0 155,8 0-92,-10 0 150,10 0-332,-9 0-39,3 0 1,-4 0 128,4 0 163,-4 0 0,4 0 0,-5 0 0</inkml:trace>
  <inkml:trace contextRef="#ctx0" brushRef="#br0" timeOffset="311">32118 12898 10253,'0'-6'344,"0"0"-291,-6 6-99,5 0 147,-5 0 0,6-1-241,0-3 217,0 2-9,-5-3 0,3 3 28,-2-2 0,1 3 30,-1-3-293,3-3 90,-5 5 0,6-5 60,0 3 0,0 2-53,0-7 158,0 7-43,0-9 269,0 4-227,0-6 0,0 5 12,0 0 1,0 4 22,0-5 38,0 7-50,0-10-78,6 6 1,-3-5 19,5 2 66,-5-2-27,8 4 1,-6-1-48,3 0 0,-1 5 2,-3-1 1,-1-2 7,5 2 5,-5 0-8,8 4 0,-5-1 38,2-3-157,3 2 0,-8-3 102,5 5 1,-4 1-68,4 3 51,-5-2 0,4 7 44,-3-5-38,-2 6 0,3-3 4,-5 5 0,4-3-9,0-1-10,1 0 0,-5 5 4,0-1 1,0-4 9,0 1 67,0-1-74,0 4 0,0 1 315,0-1-166,0-5-114,-6 4 1,-1-6-60,-5 4 1,3 0-5,1-5 0,0 5-205,-4-5-39,5 0 282,-4-4-562,4 6-566,-6-5-694,1 4 1796,0 1 0,-1-5 0,1 5 0</inkml:trace>
  <inkml:trace contextRef="#ctx0" brushRef="#br0" timeOffset="312">31398 15379 9319,'0'-7'409,"0"2"-189,0 5-24,0 0 89,6 0-189,-5 0 12,10 0 1,-8 0 68,5 0-76,0 0 1,5 0-223,-1 0 69,0 0 0,1 0 94,-1 0 1,-3-2-4,-1-2 1,-4 3-3,4-4 11,0 4 1,5 1-11,-1 0 1,-3 0-3,-1 0 0,0 0 13,4 0 0,-3 0-40,-1 0 1,0 0-138,5-5 159,-1 3-11,1-3 1,-5 5-36,0 0 0,-4 0 55,4 0 0,-3 0-2,3 0 1,-4 0-22,4 0 150,-5 0-150,8 0 0,-8 0-9,5 0 12,0 0-98,5 0 1,-1 0 97,1 0 1,-5 0-55,0 0 1,0 0 41,5 0 1,-5 0 1,0 0 42,1 0 0,3 0 90,0 0-121,1 0 0,-1 0 7,1 0 0,-5 0-17,0 0 0,0 0 43,5 0-126,-1 0 97,1 0-44,-1 0-4,0 0 19,1 0 1,-1 0-2,1 0 1,-5 0 119,0 0-110,0 0 1,5 0 18,-1 0 0,-3 0 1,-1 0-33,0 0 0,5-4-75,-1-1-15,-5 1 66,4 4-17,-4 0 40,0 0 0,0 0-46,-3 0 57,-3 0-11,5 0 3,-6 0 523,0 0-904,-6 0 148,5 0-48,-5 0 119,6 0-405,0 0-473,-5 0 55,3 0 991,-3 0 0,5 0 0,0 0 0</inkml:trace>
  <inkml:trace contextRef="#ctx0" brushRef="#br0" timeOffset="313">32242 15416 7815,'-13'0'47,"5"0"198,0 0-173,5 0 52,-3 0 289,1 0-194,3 0 1,-4 0-1,1 0-18,4 0 0,-4-1-67,5-3 171,0 2-402,0-3 87,0 5 0,0-2 9,0-2 11,0 3 21,0-10 0,0 8 56,0-5-17,0 5 25,0-2-135,0-1 167,0-1 0,0-5-61,0-1 1,0 1-16,0-1 0,1 5-71,3 0 0,-3 4-128,4-4 1,0 3 78,-1-3 0,4 4 109,-3-4 0,0 5 131,-1-1 1,-1-2-10,5 2 191,-5 0-197,8 4 1,-8-4-48,5 0 0,-4 0 8,5 4 0,-5 0 31,4 0 0,-4 0-218,4 0 162,-5 0 1,4 0-142,-3 0 129,-3 0-62,11 0-64,-11 5 0,6 1 38,-3 2 1,-1 3-17,5-3 0,-5-1 29,1 1-8,-3 1 1,3 3 35,0 0-17,1 1 22,-5-1 0,0 1 10,0-1 0,-2-4-11,-2 1 0,1-2-22,-5 1 1,4 3-5,-4-3 1,-1-1 2,-3 1 0,0-1-3,-1 1 0,1 2-44,-1-6-65,1 6 0,0-9-589,-1 3 476,1-2 1,1-4-1620,2-2 1830,4-8 0,5-7 0,0-6 0</inkml:trace>
  <inkml:trace contextRef="#ctx0" brushRef="#br0" timeOffset="314">32341 12849 8008,'-7'0'-355,"1"0"643,1 0 46,-2 0-2,0 0-62,-4 0 0,8 0 445,-5 0-387,5 0-245,-2 0 47,5 0 1197,0 0-1195,5 0 134,-3 0-166,3 0 106,-5 0-3,6 0-8,-5 0 10,5 0-21,-1 0-90,2 0 1,1 1-192,1 3-28,-7-2 232,9 3-181,-4 1 1,6-4 13,-1 7 0,0-5 28,1 4 0,-5-4 40,0 5 177,1-7-178,3 9 0,0-5 50,1 2 0,-5 3 10,0-3 1,1 2-55,3-2 1,-4 3 25,1-2 0,-2-2-39,1 1 1,1 0 1,-4 4 0,3-3-27,-4-1 15,6 0 0,-5 5-13,3-1 1,3-4 55,-2 1 1,-2-5 1,1 4 0,-4-1 243,4 1-213,1 3 1,2-4 113,-3 5-132,3-5-7,-10 4 0,9-4-17,-6 6-23,6-1 0,-5 0-1,3 1 0,2-1-9,-6 1 0,6-1-17,-2 1 0,-1-1 119,1 0-57,1 1 0,2-1 100,-3 1 1,2-1-65,-6 0 0,1 1-43,-1-1 0,-2 1-4,2-1 1,1-2 15,-1 2 1,2-4-42,-2 5 0,-2 3-16,2-3 0,-2 2-67,3-3 0,-3 1 90,7-1 0,-5 2-43,4 2 0,-4-2 28,4 3 0,-5-4 59,1 0 1,2 1-51,-2 2 1,1-2 147,0 2 1,-4-2-60,3-1 1,-3-1-34,-1 0 0,2 2-35,2 3 1,-3-4-4,3 4 1,-2 1-66,-2-2 1,0 7 84,0-3 0,1-2-137,3-1 1,-2 1 32,2-2 1,-1 2 28,1-1 1,-3-4 23,3 4 1,2-3 5,-2-2 0,1 0 51,0 1 0,-4 3-56,3 1 1,-1-1 77,1-3 1,-3 1-91,4 2 1,-3-1 0,2 6 0,-2-6-10,2 2 1,-3 1-13,-1-2 1,2 5 28,2-5 1,-3 2-11,3-1 1,-2-3-72,-2 2 1,0 2 64,0-1 1,0-1 26,0-3 1,0 3-27,0 1 1,0-1 6,0-3 0,0 0-16,0 4 1,0-3-3,0 2 1,-4-2 33,-1-2 0,0 1-3,1-1 0,2 5 49,-2-1 0,-3 1-58,-1-5 0,3 1 34,0-1 1,-1 5-20,-3-1 1,4 1 7,1-5 0,-3 2-16,-2 2 0,3-2 1,-3 3 0,5-4-44,-4 0 1,4 1-117,-4 2 1,3-2 190,-3 2 1,1-2-53,-1-1 0,-2-1-52,6 0 1,-4 1 46,4-1 0,-2 1 1,2-1 0,1 0 5,-5 1 1,4-1 7,-4 1 1,4-1 22,-5 0 0,5-3 1,-4-1 1,1 0 66,-1 5-91,-3-1 7,9 0 0,-7-3 212,5-1-207,-6 0 26,3 5 13,0-6-21,2 4 7,-1-5-23,-1 7 15,0-6 1,0 2-2,3-4 1,3 0 2,-3-1-31,-3-2-92,0 9 321,-5-10-172,-1 10 0,1-5 21,-1 2 1,5-3-60,0-5 0,4 4 3,-5 1 1,5-1 49,-4-4-20,5 5 43,-8-3-32,4 9 55,-5-10-80,-1 4-10,7 1 0,-1-5 21,3 4-7,2-4-11,-9-1 1,10 1-43,-3 3 39,-3-2 0,4 3 96,-5-5-79,5 0 12,-8 0 0,8 0-5,-5 0 14,5 0-57,-8 0 0,8 2-26,-5 2 9,5-3 0,-4 5-245,3-6-179,3 0 112,-5 0-910,6 0-528,0 0 1053,-5 0 61,4 0 388,-10 0 1,8-4 279,-6-1 0,1 1 0,-4 4 0</inkml:trace>
  <inkml:trace contextRef="#ctx0" brushRef="#br0" timeOffset="315">32242 12192 7955,'0'-7'-310,"0"-4"79,0 9 1,-2-7 217,-2 4 217,3 1 37,-5-1-148,6 3 1,0-4 90,0 1-65,-5 4 87,3-5 44,-3 1-131,5 4 0,-2-9 25,-2 6 1,3-2 21,-3 2-106,2 3 119,2-5-57,-5 6 0,2-1-12,-5-3-210,5 2 1,-8-3 173,3 5 0,1 5-34,-1 4 1,-1 2-41,-3 1 0,0 2-50,-1 2 1,2 0-40,3 4 0,-3-3-73,3 3 1,-4-3 117,0 4 1,4-2-71,0 2 1,5 1 113,-1-6 0,2 1 0,2-5 0,0 1 311,0-1 1,2-4-676,2 0 0,-1-3-301,5 3 490,0-5 0,4 6-809,1-5 611,-1 1 1,1-5 372,-1 0 0,-4 0 0,1 0 0,-1 0 0,4 0 0,-3 0 0,-1 0 0,-1-6 0,1-2 0,2 1 0,-6-1 0,4-1 0,-4-3 0,4 0 0,-3-1 0,3-3 3,-4-1 0,2 1 99,-2 3 0,-2-1-102,7-2 0,-7 6 260,3-2 1,-3 2 347,2-2 1,-2 3-394,2 1 0,-3 4-111,-1-4-289,0 5 193,0-2-23,0 5-629,0 0 520,0 5 300,0-4-163,-5 5 351,3-1-227,-3-3 0,5 9-22,0-3 1,0 3-13,0 2 0,-4-1-56,0 0 1,0 5-6,4-1 1,0 5-80,0-4 0,0 3 37,0-3 0,5-1 0,2-3 0</inkml:trace>
  <inkml:trace contextRef="#ctx0" brushRef="#br0" timeOffset="316">32266 15677 7755,'0'6'-250,"0"1"1,0-3 1,0-1 497,0 6 1,-1-1-82,-3 4 0,2 2 47,-2 2 0,3 0-55,1 4 1,0 5 32,0 4 1,0 4-84,0-4 1,0 4-28,0-4 0,0 1 23,0-1 0,0-7-144,0 3 1,1-8 85,3-1 0,-2-6-173,2-2 21,3-5 149,-6 2 11,5-5 10,-1 0 0,-3 0 1,3-1 291,-5-3-265,0 3 162,0-5-145,0 6 12,0 0 55,0-5-278,0 3 56,0-3-161,0 5 41,0 0 147,0-6-4,0 5-22,0-5 0,0 5-5,0-3 1,2 1 42,2-5-273,-3 5 261,10-3 1,-8 2-207,5 0 181,-5-5 11,8 2 0,-6-2-8,4 1 0,2 4-33,-3-4 56,3 5-61,1-8-14,1 10 117,-1-10-89,1 9 74,-1-3 1,0 5 4,1 0 1,-5 0 179,0 0-207,1 0 0,2 5 40,-3 3 1,-1-1-28,-3 2-68,-3-1 0,5 4 69,-6 1-3,0-1 0,0 0-2,0 1 0,-6-1-8,-2 1 1,1-1 181,-1 0 4,0-5-174,-5 4 1,1-8 135,-1 5 0,5-5-104,0 1 0,0-2-41,-5-2 1,5 0 86,0 0-224,-1 0 17,-3 0 98,0-6 0,-1-1-138,1-5 1,-1-1 39,1 1 1,0 4-168,-1 0 0,5 3 43,0-3 1,1 4 89,-2-4 0,3 5-453,1-1 615,4 2 0,-4-3 0,5-2 0</inkml:trace>
  <inkml:trace contextRef="#ctx0" brushRef="#br0" timeOffset="317">32887 13159 7600,'1'-7'-1102,"3"3"1104,-2 2 1,3 1 469,-5-3-97,0 3-111,6-5-114,-5 6 24,4 0-19,1 0-78,-5 0 1,6 0 82,-3 0-111,-2 0 1,5 0 28,-3 0-55,-3 6-30,10 0 0,-9 7 0,2-1 0,1-3-8,-1-1 1,5 0 61,-5 4-20,5 1 0,-3-1 26,2 1 0,2-1-29,-6 1 0,4-1 3,-4 0 0,5 1 15,-5-1 13,5-5-30,-7 4 0,5-5-23,-3 2 1,-1 1-4,5-4-74,-5 4 94,8-2 0,-10 1-27,3 1 24,3-7 1,-6 5 26,4-3-38,-4-2 4,4 9-7,-3-4 0,5 4-3,-3-3-25,-3 3 33,5-4 1,-2 5-36,0 1 33,0-6-8,-4-2-15,6 1 17,-5 1 1,6 4-1,-3-3 1,-3-1 0,4-3 0,-4-3-1,-1 10 1,0-8 24,0 5 1,0-4 3,0 5 0,0-1-20,0 4-46,0 1 0,0-1-4,0 1 1,1-2-12,3-3 1,-2 3-12,2-3 1,-3-1 23,-1 1 0,2-4-54,2 5 78,-3-7-34,5 10 0,-2-10 154,0 7-132,0-7 0,-4 5 132,0-3-84,0-2-6,0 3 0,0-3-40,0 2 12,0-3 0,2 5-162,2-6 152,-3 0-28,5 0-5,-6 0-516,0 0 503,-6 0 73,5-6 1,-6 3-2,3-5 0,2 4 115,-2-4 11,-3 5-134,6-8 0,-6 8 147,3-5 1,2 4-34,-2-5 1,2 7 45,-3-2-48,4-3-35,-4 0-23,5 0 0,-2 0 54,-2 3-20,3 2-81,-5-9-1,6 10-6,0-4 1,-1 5 11,-3 0 1,2-2 3,-2-2 39,3 3-11,1-5 164,0 6-179,0 6 0,0-4 114,0 7 0,0-5-71,0 4 1,-2-4 5,-2 5 1,3-5-87,-3 4 2,2-5 1,2 4 1,0-3-36,0-3 115,0 10-46,0-10 1,0 11 0,0-10-11,0 7-42,0-7 49,0 9-59,0-9 51,0 9 0,2-10-17,2 3 1,-3-1-9,3 1 1,-1-3-3,1 4 1,-2-3 10,2 3 0,3-4 0,-5 6-7,7-3 6,-7-3 0,8 6 5,-6-3-1,6-2 0,-5 5 8,4-3 0,-2-3 0,-3 3 1,-3-1-4,3 1-2,3-2-3,0 9 3,0-10-7,-2 4 0,1-5 25,-5 6-2,5-5-19,-6 5-4,0-6 749,0 0-554,0-6-397,0 5 220,0-10 1,0 8-12,0-5 0,0 4-93,0-5 1,0 5 83,0-4 1,0 4-93,0-4 92,0-1 0,0-3 8,0 0 1,1-1-5,3 1 0,-2-1 4,2 1 0,-3 0-75,-1-1 1,0 1-84,0-1-306,6 1 355,-5 0 1,5-1 107,-6 1 0,5-1 0,2 1 0</inkml:trace>
  <inkml:trace contextRef="#ctx0" brushRef="#br0" timeOffset="318">32998 12799 7975,'0'7'64,"0"-1"1,0-5 224,0 3 524,0-2-523,0 3-154,0-5-145,0 0-96,6 0 0,-3-4 95,5 0 0,-4-5-279,4 5 230,1-5 0,3 2-10,0-6 1,-1 5-24,-2 0 0,2 0 58,-3-5 0,-1 5 53,1 0 0,-5 4 6,1-5-6,3 7 1,-6-5-53,3 2 227,-2 4-93,-2-4 1,0 10-59,0 3 0,-2 9 16,-2 4 0,-3 2 82,-5 2 0,0 5-86,-1 3 1,1 2 56,-1-2 0,1 1-95,0-5 1,5 4-82,2-4 1,4-1 21,1-8-107,0-2 0,7-9 8,5-1 1,1-7-249,3-1 1,0-3-753,0-9 1141,-2 2 0,9-13 0,-3 4 0</inkml:trace>
  <inkml:trace contextRef="#ctx0" brushRef="#br0" timeOffset="319">33184 12489 7975,'-12'0'770,"5"-5"-734,-4 3-113,10-3-1266,-5 5 581,6 0 762,0 5 0,6 2 0,1 6 0</inkml:trace>
  <inkml:trace contextRef="#ctx0" brushRef="#br0" timeOffset="320">33284 12985 7684,'0'-7'-574,"0"2"938,0-1-236,0 5 422,0-10-407,0 10 0,-2-5-63,-2 6 0,3-1 21,-3-3-57,2 2 0,1-3 11,-3 5 0,2 1-3,-2 3 0,-1-1 88,1 5-185,-1-5 87,0 8 0,4-8-175,-4 5 118,-2 0 0,6 5-12,-3-1 1,3-4 74,1 1-293,0-1 266,0-1-79,0 4-185,5-4-70,2 5 242,5 0 67,1 1 1,-2-1-19,-3 1 0,2-5-19,-6 0 61,0 0 232,-4 5-256,0-1 17,0 1 0,-4-5-436,0 0 1,-2-5 422,2 1 0,-3-3 0,-5-1 0</inkml:trace>
  <inkml:trace contextRef="#ctx0" brushRef="#br0" timeOffset="321">33420 12998 7888,'0'-7'307,"0"1"50,0 6 25,0-5-263,0 3 69,0-3 95,0 5-186,0 0-137,0-6 107,-5 5-265,3-5 204,-3 6 0,1 2-205,-1 2 213,-4 3 0,6 5-19,-5 1 0,4-1 64,-5 0 0,7 2-42,-3 3 1,3-3 20,-2 2 0,2-2-58,-2-2 1,3 1 0,1-1 1,1-4 83,3 1-291,-2-7 238,9 9 1,-9-9-161,7 2 1,-1 1 19,4 0-381,1-1 0,-1-4 509,0 0 0,1 0 0,-1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839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53F8F5-CBA8-4926-844A-B4EC1895904A}" type="datetimeFigureOut">
              <a:rPr lang="zh-CN" altLang="en-US" smtClean="0"/>
              <a:pPr/>
              <a:t>2023/9/20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59475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40648"/>
            <a:ext cx="2949787" cy="4986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839" y="9440648"/>
            <a:ext cx="2949787" cy="4986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0CB0A-298F-446B-BA93-C8C2997B1AE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942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80CB0A-298F-446B-BA93-C8C2997B1AE0}" type="slidenum">
              <a:rPr lang="zh-CN" altLang="en-US" smtClean="0"/>
              <a:pPr/>
              <a:t>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92964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4B55690-FF25-4BF9-A63A-6364E8E242BF}" type="slidenum">
              <a:rPr lang="en-US" altLang="en-US"/>
              <a:pPr eaLnBrk="1" hangingPunct="1">
                <a:spcBef>
                  <a:spcPct val="0"/>
                </a:spcBef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67875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1340631-5DBE-4344-922B-AF09EC8E06F5}" type="slidenum">
              <a:rPr lang="en-US" altLang="en-US"/>
              <a:pPr eaLnBrk="1" hangingPunct="1">
                <a:spcBef>
                  <a:spcPct val="0"/>
                </a:spcBef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4046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68A02FF-9B69-49B9-A36C-95A3DF3727C0}" type="slidenum">
              <a:rPr lang="en-US" altLang="en-US"/>
              <a:pPr eaLnBrk="1" hangingPunct="1">
                <a:spcBef>
                  <a:spcPct val="0"/>
                </a:spcBef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64283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EA7FA7C-614A-4DCF-97B5-793F3DB61760}" type="slidenum">
              <a:rPr lang="en-US" altLang="en-US"/>
              <a:pPr eaLnBrk="1" hangingPunct="1">
                <a:spcBef>
                  <a:spcPct val="0"/>
                </a:spcBef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2030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EA7FA7C-614A-4DCF-97B5-793F3DB61760}" type="slidenum">
              <a:rPr lang="en-US" altLang="en-US"/>
              <a:pPr eaLnBrk="1" hangingPunct="1">
                <a:spcBef>
                  <a:spcPct val="0"/>
                </a:spcBef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8390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C3B7242-9863-4B95-953F-9B46E3D15E33}" type="slidenum">
              <a:rPr lang="en-US" altLang="en-US"/>
              <a:pPr eaLnBrk="1" hangingPunct="1">
                <a:spcBef>
                  <a:spcPct val="0"/>
                </a:spcBef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48219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Dependent variable could not be affected during any transformation in the circuit.</a:t>
            </a: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3EB5DB4-702A-4CBF-8B1F-0CB92399DB51}" type="slidenum">
              <a:rPr lang="en-US" altLang="en-US"/>
              <a:pPr eaLnBrk="1" hangingPunct="1">
                <a:spcBef>
                  <a:spcPct val="0"/>
                </a:spcBef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89885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AEB6A94-D516-4098-945C-10A3DCA5B2C6}" type="slidenum">
              <a:rPr lang="en-US" altLang="en-US"/>
              <a:pPr eaLnBrk="1" hangingPunct="1">
                <a:spcBef>
                  <a:spcPct val="0"/>
                </a:spcBef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6548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E0C61BA-475C-4D6F-A1EC-CA4769F0DFAC}" type="slidenum">
              <a:rPr lang="en-US" altLang="en-US"/>
              <a:pPr eaLnBrk="1" hangingPunct="1">
                <a:spcBef>
                  <a:spcPct val="0"/>
                </a:spcBef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0381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73E93A6-62C3-4FEB-9FC8-C3D4C65CB263}" type="slidenum">
              <a:rPr lang="en-US" altLang="en-US"/>
              <a:pPr eaLnBrk="1" hangingPunct="1">
                <a:spcBef>
                  <a:spcPct val="0"/>
                </a:spcBef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47299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6256C0B-AD73-4941-A859-8F29A7FF7325}" type="slidenum">
              <a:rPr lang="en-US" altLang="en-US"/>
              <a:pPr eaLnBrk="1" hangingPunct="1">
                <a:spcBef>
                  <a:spcPct val="0"/>
                </a:spcBef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76934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6256C0B-AD73-4941-A859-8F29A7FF7325}" type="slidenum">
              <a:rPr lang="en-US" altLang="en-US"/>
              <a:pPr eaLnBrk="1" hangingPunct="1">
                <a:spcBef>
                  <a:spcPct val="0"/>
                </a:spcBef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2158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F9732A0-9ED0-4A75-9078-123436512E85}" type="slidenum">
              <a:rPr lang="en-US" altLang="en-US"/>
              <a:pPr eaLnBrk="1" hangingPunct="1">
                <a:spcBef>
                  <a:spcPct val="0"/>
                </a:spcBef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04472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E43DC43-B281-48F3-9C8F-E6D5668642A8}" type="slidenum">
              <a:rPr lang="en-US" altLang="en-US"/>
              <a:pPr eaLnBrk="1" hangingPunct="1">
                <a:spcBef>
                  <a:spcPct val="0"/>
                </a:spcBef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87482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135D17E-5BAD-4CFC-AF57-9D74937D8C26}" type="slidenum">
              <a:rPr lang="en-US" altLang="en-US"/>
              <a:pPr eaLnBrk="1" hangingPunct="1">
                <a:spcBef>
                  <a:spcPct val="0"/>
                </a:spcBef>
              </a:pPr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41647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854A3D63-7E12-498A-BBE3-272C34709FF3}" type="slidenum">
              <a:rPr lang="en-US" altLang="en-US"/>
              <a:pPr eaLnBrk="1" hangingPunct="1">
                <a:spcBef>
                  <a:spcPct val="0"/>
                </a:spcBef>
              </a:pPr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18964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80CB0A-298F-446B-BA93-C8C2997B1AE0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28548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82D75CD-28EA-4656-8F24-0FD3A4EE0232}" type="slidenum">
              <a:rPr lang="en-US" altLang="en-US"/>
              <a:pPr eaLnBrk="1" hangingPunct="1">
                <a:spcBef>
                  <a:spcPct val="0"/>
                </a:spcBef>
              </a:pPr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19096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D061EE60-134B-4D65-B67E-04DC97A7D091}" type="slidenum">
              <a:rPr lang="en-US" altLang="en-US"/>
              <a:pPr eaLnBrk="1" hangingPunct="1">
                <a:spcBef>
                  <a:spcPct val="0"/>
                </a:spcBef>
              </a:pPr>
              <a:t>46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89597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904ED8B3-916A-42E3-9FB9-164EBC95D3B6}" type="slidenum">
              <a:rPr lang="en-US" altLang="en-US"/>
              <a:pPr eaLnBrk="1" hangingPunct="1">
                <a:spcBef>
                  <a:spcPct val="0"/>
                </a:spcBef>
              </a:pPr>
              <a:t>47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08977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D8FE4AF-CA05-4AE1-A818-5BFF2DC291EB}" type="slidenum">
              <a:rPr lang="en-US" altLang="en-US"/>
              <a:pPr eaLnBrk="1" hangingPunct="1">
                <a:spcBef>
                  <a:spcPct val="0"/>
                </a:spcBef>
              </a:pPr>
              <a:t>49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40509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8815B2F-0EE7-41B9-BFD7-C5C48699D254}" type="slidenum">
              <a:rPr lang="en-US" altLang="en-US"/>
              <a:pPr eaLnBrk="1" hangingPunct="1">
                <a:spcBef>
                  <a:spcPct val="0"/>
                </a:spcBef>
              </a:pPr>
              <a:t>50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21140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63DFCEC-BD01-436C-AE22-760C1264AC3E}" type="slidenum">
              <a:rPr lang="en-US" altLang="en-US"/>
              <a:pPr eaLnBrk="1" hangingPunct="1">
                <a:spcBef>
                  <a:spcPct val="0"/>
                </a:spcBef>
              </a:pPr>
              <a:t>51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29385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0477BFB-DEDB-4017-928D-ADB8D1B9972C}" type="slidenum">
              <a:rPr lang="en-US" altLang="en-US"/>
              <a:pPr eaLnBrk="1" hangingPunct="1">
                <a:spcBef>
                  <a:spcPct val="0"/>
                </a:spcBef>
              </a:pPr>
              <a:t>52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7190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9/20/2016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1093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9/20/2016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#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7" name="Picture 17" descr="Culogo"/>
          <p:cNvPicPr>
            <a:picLocks noChangeAspect="1" noChangeArrowheads="1" noCrop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" y="80953"/>
            <a:ext cx="804672" cy="5408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78272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9/20/2016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632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9/20/2016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82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9/20/2016</a:t>
            </a:r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1693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9/20/2016</a:t>
            </a:r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3163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9/20/2016</a:t>
            </a:r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9145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9/20/2016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7866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9/20/2016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018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9/20/2016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106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9/20/2016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9203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9/20/2016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#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513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customXml" Target="../ink/ink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png"/><Relationship Id="rId7" Type="http://schemas.openxmlformats.org/officeDocument/2006/relationships/customXml" Target="../ink/ink3.xml"/><Relationship Id="rId12" Type="http://schemas.openxmlformats.org/officeDocument/2006/relationships/image" Target="../media/image2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21.png"/><Relationship Id="rId4" Type="http://schemas.openxmlformats.org/officeDocument/2006/relationships/image" Target="../media/image18.png"/><Relationship Id="rId9" Type="http://schemas.openxmlformats.org/officeDocument/2006/relationships/customXml" Target="../ink/ink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7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29.jpeg"/><Relationship Id="rId7" Type="http://schemas.openxmlformats.org/officeDocument/2006/relationships/image" Target="../media/image31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33.wmf"/><Relationship Id="rId5" Type="http://schemas.openxmlformats.org/officeDocument/2006/relationships/image" Target="../media/image30.w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32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customXml" Target="../ink/ink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3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48.jpeg"/><Relationship Id="rId4" Type="http://schemas.openxmlformats.org/officeDocument/2006/relationships/image" Target="../media/image47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wmf"/><Relationship Id="rId4" Type="http://schemas.openxmlformats.org/officeDocument/2006/relationships/oleObject" Target="../embeddings/oleObject8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58.jpeg"/><Relationship Id="rId3" Type="http://schemas.openxmlformats.org/officeDocument/2006/relationships/image" Target="../media/image60.wmf"/><Relationship Id="rId7" Type="http://schemas.openxmlformats.org/officeDocument/2006/relationships/image" Target="../media/image62.wmf"/><Relationship Id="rId12" Type="http://schemas.openxmlformats.org/officeDocument/2006/relationships/image" Target="../media/image65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11" Type="http://schemas.openxmlformats.org/officeDocument/2006/relationships/oleObject" Target="../embeddings/oleObject13.bin"/><Relationship Id="rId5" Type="http://schemas.openxmlformats.org/officeDocument/2006/relationships/image" Target="../media/image61.wmf"/><Relationship Id="rId15" Type="http://schemas.openxmlformats.org/officeDocument/2006/relationships/image" Target="../media/image59.wmf"/><Relationship Id="rId10" Type="http://schemas.openxmlformats.org/officeDocument/2006/relationships/image" Target="../media/image64.jpeg"/><Relationship Id="rId4" Type="http://schemas.openxmlformats.org/officeDocument/2006/relationships/oleObject" Target="../embeddings/oleObject10.bin"/><Relationship Id="rId9" Type="http://schemas.openxmlformats.org/officeDocument/2006/relationships/image" Target="../media/image63.wmf"/><Relationship Id="rId14" Type="http://schemas.openxmlformats.org/officeDocument/2006/relationships/oleObject" Target="../embeddings/oleObject14.bin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eg"/><Relationship Id="rId5" Type="http://schemas.openxmlformats.org/officeDocument/2006/relationships/image" Target="../media/image76.jpeg"/><Relationship Id="rId4" Type="http://schemas.openxmlformats.org/officeDocument/2006/relationships/image" Target="../media/image75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79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72.jpe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13" Type="http://schemas.openxmlformats.org/officeDocument/2006/relationships/oleObject" Target="../embeddings/oleObject23.bin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92.wmf"/><Relationship Id="rId2" Type="http://schemas.openxmlformats.org/officeDocument/2006/relationships/image" Target="../media/image87.png"/><Relationship Id="rId16" Type="http://schemas.openxmlformats.org/officeDocument/2006/relationships/image" Target="../media/image94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5" Type="http://schemas.openxmlformats.org/officeDocument/2006/relationships/oleObject" Target="../embeddings/oleObject24.bin"/><Relationship Id="rId10" Type="http://schemas.openxmlformats.org/officeDocument/2006/relationships/image" Target="../media/image91.wmf"/><Relationship Id="rId4" Type="http://schemas.openxmlformats.org/officeDocument/2006/relationships/image" Target="../media/image88.w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93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wmf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99.wmf"/><Relationship Id="rId4" Type="http://schemas.openxmlformats.org/officeDocument/2006/relationships/image" Target="../media/image96.wmf"/><Relationship Id="rId9" Type="http://schemas.openxmlformats.org/officeDocument/2006/relationships/oleObject" Target="../embeddings/oleObject28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tiff"/><Relationship Id="rId2" Type="http://schemas.openxmlformats.org/officeDocument/2006/relationships/image" Target="../media/image100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2.tiff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jpeg"/><Relationship Id="rId5" Type="http://schemas.openxmlformats.org/officeDocument/2006/relationships/image" Target="../media/image104.png"/><Relationship Id="rId4" Type="http://schemas.openxmlformats.org/officeDocument/2006/relationships/image" Target="../media/image103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5.jpeg"/><Relationship Id="rId4" Type="http://schemas.openxmlformats.org/officeDocument/2006/relationships/image" Target="../media/image107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0.jpeg"/><Relationship Id="rId4" Type="http://schemas.openxmlformats.org/officeDocument/2006/relationships/image" Target="../media/image10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5.png"/><Relationship Id="rId4" Type="http://schemas.openxmlformats.org/officeDocument/2006/relationships/image" Target="../media/image11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6.wmf"/><Relationship Id="rId4" Type="http://schemas.openxmlformats.org/officeDocument/2006/relationships/oleObject" Target="../embeddings/oleObject30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2" Type="http://schemas.openxmlformats.org/officeDocument/2006/relationships/image" Target="../media/image1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118.wmf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F04565-2698-3A41-93C0-EF86E69363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031"/>
            <a:ext cx="4537300" cy="1017918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1524000" y="1038284"/>
            <a:ext cx="9144000" cy="1306710"/>
          </a:xfrm>
        </p:spPr>
        <p:txBody>
          <a:bodyPr>
            <a:normAutofit/>
          </a:bodyPr>
          <a:lstStyle/>
          <a:p>
            <a:r>
              <a:rPr lang="en-US" altLang="zh-CN" sz="400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EIE 2001 Basic Circuit Theory</a:t>
            </a:r>
            <a:endParaRPr lang="zh-CN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1066800" y="2861186"/>
            <a:ext cx="10058400" cy="2480699"/>
          </a:xfrm>
        </p:spPr>
        <p:txBody>
          <a:bodyPr>
            <a:normAutofit/>
          </a:bodyPr>
          <a:lstStyle/>
          <a:p>
            <a:r>
              <a:rPr lang="en-US" altLang="zh-CN" sz="480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3 </a:t>
            </a:r>
          </a:p>
          <a:p>
            <a:r>
              <a:rPr lang="en-US" altLang="zh-CN" sz="480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 Theorems</a:t>
            </a:r>
            <a:endParaRPr lang="zh-CN" altLang="en-US" sz="4800">
              <a:solidFill>
                <a:srgbClr val="7030A0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654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8B565-1989-784A-A3D2-6CA03D591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769408"/>
          </a:xfrm>
        </p:spPr>
        <p:txBody>
          <a:bodyPr>
            <a:normAutofit/>
          </a:bodyPr>
          <a:lstStyle/>
          <a:p>
            <a:r>
              <a:rPr lang="en-CN" sz="3600"/>
              <a:t>Review: Basic concepts and laws we have learned so far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AE64B6-3CB9-6A4A-BD06-B20105B04E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37960"/>
                <a:ext cx="7391400" cy="518636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CN">
                    <a:solidFill>
                      <a:srgbClr val="7030A0"/>
                    </a:solidFill>
                  </a:rPr>
                  <a:t>I</a:t>
                </a:r>
                <a:r>
                  <a:rPr lang="en-US" dirty="0">
                    <a:solidFill>
                      <a:srgbClr val="7030A0"/>
                    </a:solidFill>
                  </a:rPr>
                  <a:t>d</a:t>
                </a:r>
                <a:r>
                  <a:rPr lang="en-CN">
                    <a:solidFill>
                      <a:srgbClr val="7030A0"/>
                    </a:solidFill>
                  </a:rPr>
                  <a:t>eal independent voltage source</a:t>
                </a:r>
                <a:r>
                  <a:rPr lang="en-CN"/>
                  <a:t> sets the voltage of the node (and it can output any current depending on the other part of the circuit)</a:t>
                </a:r>
              </a:p>
              <a:p>
                <a:r>
                  <a:rPr lang="en-CN">
                    <a:solidFill>
                      <a:srgbClr val="7030A0"/>
                    </a:solidFill>
                  </a:rPr>
                  <a:t>Ideal independent current source</a:t>
                </a:r>
                <a:r>
                  <a:rPr lang="en-CN"/>
                  <a:t> sets the current of the branch (and it can establish any voltage depending on the other part of </a:t>
                </a:r>
                <a:r>
                  <a:rPr lang="en-US" dirty="0" err="1"/>
                  <a:t>th</a:t>
                </a:r>
                <a:r>
                  <a:rPr lang="en-CN"/>
                  <a:t>e circuit)</a:t>
                </a:r>
              </a:p>
              <a:p>
                <a:r>
                  <a:rPr lang="en-CN">
                    <a:solidFill>
                      <a:srgbClr val="7030A0"/>
                    </a:solidFill>
                  </a:rPr>
                  <a:t>KVL</a:t>
                </a:r>
                <a:r>
                  <a:rPr lang="en-CN"/>
                  <a:t> (voltage rises along a </a:t>
                </a:r>
                <a:r>
                  <a:rPr lang="en-CN" u="sng"/>
                  <a:t>closed path</a:t>
                </a:r>
                <a:r>
                  <a:rPr lang="en-CN"/>
                  <a:t> sums to zero), </a:t>
                </a:r>
                <a:r>
                  <a:rPr lang="en-CN">
                    <a:solidFill>
                      <a:srgbClr val="7030A0"/>
                    </a:solidFill>
                  </a:rPr>
                  <a:t>KCL</a:t>
                </a:r>
                <a:r>
                  <a:rPr lang="en-CN"/>
                  <a:t> (current entering to a node sums to zero)</a:t>
                </a:r>
              </a:p>
              <a:p>
                <a:r>
                  <a:rPr lang="en-CN">
                    <a:solidFill>
                      <a:srgbClr val="7030A0"/>
                    </a:solidFill>
                  </a:rPr>
                  <a:t>Ohm’s law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𝑖𝑅</m:t>
                    </m:r>
                  </m:oMath>
                </a14:m>
                <a:r>
                  <a:rPr lang="en-CN"/>
                  <a:t>: Voltage drops when current flows through a resistor; the resistance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CN"/>
                  <a:t> is a constant. </a:t>
                </a:r>
              </a:p>
              <a:p>
                <a:r>
                  <a:rPr lang="en-CN">
                    <a:solidFill>
                      <a:srgbClr val="7030A0"/>
                    </a:solidFill>
                  </a:rPr>
                  <a:t>Power</a:t>
                </a:r>
                <a:r>
                  <a:rPr lang="en-CN"/>
                  <a:t> </a:t>
                </a:r>
                <a:r>
                  <a:rPr lang="en-CN" u="sng"/>
                  <a:t>consumption</a:t>
                </a:r>
                <a:r>
                  <a:rPr lang="en-CN"/>
                  <a:t> of an element: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𝑢𝑖</m:t>
                    </m:r>
                  </m:oMath>
                </a14:m>
                <a:endParaRPr lang="en-CN"/>
              </a:p>
              <a:p>
                <a:endParaRPr lang="en-CN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AE64B6-3CB9-6A4A-BD06-B20105B04E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37960"/>
                <a:ext cx="7391400" cy="5186363"/>
              </a:xfrm>
              <a:blipFill>
                <a:blip r:embed="rId2"/>
                <a:stretch>
                  <a:fillRect l="-1546" t="-2927" r="-2749" b="-4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4E7D9-848D-434C-B3A6-D229353BF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zh-CN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5824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8257ADE6-812D-B345-84A3-BA88DDC55C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45673">
            <a:off x="1895760" y="2446175"/>
            <a:ext cx="5119513" cy="22955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A8B565-1989-784A-A3D2-6CA03D591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769408"/>
          </a:xfrm>
        </p:spPr>
        <p:txBody>
          <a:bodyPr>
            <a:normAutofit/>
          </a:bodyPr>
          <a:lstStyle/>
          <a:p>
            <a:r>
              <a:rPr lang="en-CN" sz="3600"/>
              <a:t>Review: Equivalence in resistor networks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AE64B6-3CB9-6A4A-BD06-B20105B04E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5768" y="1000755"/>
                <a:ext cx="8382000" cy="5186363"/>
              </a:xfrm>
            </p:spPr>
            <p:txBody>
              <a:bodyPr>
                <a:normAutofit/>
              </a:bodyPr>
              <a:lstStyle/>
              <a:p>
                <a:r>
                  <a:rPr lang="en-CN"/>
                  <a:t>Series resistors: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𝑒𝑞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CN"/>
              </a:p>
              <a:p>
                <a:r>
                  <a:rPr lang="en-CN"/>
                  <a:t>Parallel resistors: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𝑒𝑞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CN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CN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CN"/>
                  <a:t> transformation: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AE64B6-3CB9-6A4A-BD06-B20105B04E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5768" y="1000755"/>
                <a:ext cx="8382000" cy="5186363"/>
              </a:xfrm>
              <a:blipFill>
                <a:blip r:embed="rId3"/>
                <a:stretch>
                  <a:fillRect l="-1309" t="-18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4E7D9-848D-434C-B3A6-D229353BF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95A7E2-081C-8D4B-87AB-7AE480BEFC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9376" y="4797107"/>
            <a:ext cx="2978150" cy="1943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3A86FE-29B4-654A-877C-C940A29936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8458" y="4659268"/>
            <a:ext cx="2477375" cy="20352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37E2802-7794-0246-88DC-AE910D6A21E8}"/>
              </a:ext>
            </a:extLst>
          </p:cNvPr>
          <p:cNvSpPr txBox="1"/>
          <p:nvPr/>
        </p:nvSpPr>
        <p:spPr>
          <a:xfrm>
            <a:off x="33886" y="5431491"/>
            <a:ext cx="11308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△ </a:t>
            </a:r>
            <a:r>
              <a:rPr lang="en-US" altLang="en-US" sz="240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Y:</a:t>
            </a:r>
            <a:endParaRPr lang="en-US" sz="2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4D1FAB-E2CC-A041-A9D0-5CB1F2492029}"/>
              </a:ext>
            </a:extLst>
          </p:cNvPr>
          <p:cNvSpPr txBox="1"/>
          <p:nvPr/>
        </p:nvSpPr>
        <p:spPr>
          <a:xfrm>
            <a:off x="4099323" y="5411099"/>
            <a:ext cx="11591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altLang="en-US" sz="240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△: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163193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Overview</a:t>
            </a:r>
          </a:p>
        </p:txBody>
      </p:sp>
      <p:sp>
        <p:nvSpPr>
          <p:cNvPr id="3075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/>
              <a:t>Technique 1: Principle of Superposition for linear circuits</a:t>
            </a:r>
          </a:p>
          <a:p>
            <a:pPr>
              <a:lnSpc>
                <a:spcPct val="150000"/>
              </a:lnSpc>
            </a:pPr>
            <a:r>
              <a:rPr lang="en-US" altLang="zh-CN"/>
              <a:t>Technique 2: Source Transformation</a:t>
            </a:r>
          </a:p>
          <a:p>
            <a:pPr>
              <a:lnSpc>
                <a:spcPct val="150000"/>
              </a:lnSpc>
            </a:pPr>
            <a:r>
              <a:rPr lang="en-US" altLang="zh-CN"/>
              <a:t>Technique 3: </a:t>
            </a:r>
            <a:r>
              <a:rPr lang="en-US" altLang="zh-CN" err="1"/>
              <a:t>Thévenin</a:t>
            </a:r>
            <a:r>
              <a:rPr lang="en-US" altLang="zh-CN"/>
              <a:t> and Norton’s Theorems</a:t>
            </a:r>
          </a:p>
          <a:p>
            <a:pPr>
              <a:lnSpc>
                <a:spcPct val="150000"/>
              </a:lnSpc>
            </a:pPr>
            <a:r>
              <a:rPr lang="en-US" altLang="zh-CN"/>
              <a:t>Applications</a:t>
            </a:r>
          </a:p>
          <a:p>
            <a:pPr lvl="1">
              <a:lnSpc>
                <a:spcPct val="150000"/>
              </a:lnSpc>
            </a:pPr>
            <a:r>
              <a:rPr lang="en-US" altLang="zh-CN"/>
              <a:t>Understand power transfer and source modeling</a:t>
            </a:r>
          </a:p>
          <a:p>
            <a:pPr>
              <a:lnSpc>
                <a:spcPct val="150000"/>
              </a:lnSpc>
            </a:pPr>
            <a:endParaRPr lang="en-US" altLang="zh-CN"/>
          </a:p>
          <a:p>
            <a:endParaRPr lang="en-US" altLang="zh-C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zh-CN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9918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684962"/>
            <a:ext cx="6497548" cy="449200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CN"/>
              <a:t>A linear system has the following properties:</a:t>
            </a:r>
          </a:p>
          <a:p>
            <a:pPr lvl="1"/>
            <a:r>
              <a:rPr lang="en-US" altLang="zh-CN"/>
              <a:t>Homogeneity (scaling) property</a:t>
            </a:r>
          </a:p>
          <a:p>
            <a:endParaRPr lang="en-US" altLang="zh-CN"/>
          </a:p>
          <a:p>
            <a:endParaRPr lang="en-US" altLang="zh-CN"/>
          </a:p>
          <a:p>
            <a:pPr lvl="1"/>
            <a:r>
              <a:rPr lang="en-US" altLang="zh-CN"/>
              <a:t>Additivity property</a:t>
            </a:r>
          </a:p>
        </p:txBody>
      </p:sp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940942" y="221287"/>
            <a:ext cx="10515600" cy="816403"/>
          </a:xfrm>
        </p:spPr>
        <p:txBody>
          <a:bodyPr/>
          <a:lstStyle/>
          <a:p>
            <a:r>
              <a:rPr lang="en-US" altLang="en-US"/>
              <a:t>Linearity</a:t>
            </a:r>
            <a:r>
              <a:rPr lang="zh-CN" altLang="en-US"/>
              <a:t> </a:t>
            </a:r>
            <a:r>
              <a:rPr lang="en-US" altLang="zh-CN"/>
              <a:t>Property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zh-CN">
              <a:ea typeface="黑体" panose="02010609060101010101" pitchFamily="49" charset="-122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2EDDAB3-C9B6-014F-8A66-2BC0DDF22EC4}"/>
              </a:ext>
            </a:extLst>
          </p:cNvPr>
          <p:cNvGrpSpPr/>
          <p:nvPr/>
        </p:nvGrpSpPr>
        <p:grpSpPr>
          <a:xfrm>
            <a:off x="5544796" y="410964"/>
            <a:ext cx="6834218" cy="1312839"/>
            <a:chOff x="870055" y="1407738"/>
            <a:chExt cx="7368128" cy="1415402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3852" y="1608494"/>
              <a:ext cx="7017250" cy="1214646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870055" y="1407738"/>
              <a:ext cx="159959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/>
                <a:t>Excitation</a:t>
              </a:r>
            </a:p>
            <a:p>
              <a:pPr algn="ctr"/>
              <a:r>
                <a:rPr lang="en-US" altLang="zh-CN" sz="2400"/>
                <a:t>(input)</a:t>
              </a:r>
              <a:endParaRPr lang="zh-CN" altLang="en-US" sz="240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444498" y="1885150"/>
              <a:ext cx="189806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System / circuit</a:t>
              </a:r>
              <a:r>
                <a:rPr lang="zh-CN" altLang="en-US"/>
                <a:t> </a:t>
              </a:r>
              <a:r>
                <a:rPr lang="en-US" altLang="zh-CN"/>
                <a:t>component</a:t>
              </a:r>
              <a:endParaRPr lang="zh-CN" alt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362694" y="1438560"/>
              <a:ext cx="187548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/>
                <a:t>Response</a:t>
              </a:r>
            </a:p>
            <a:p>
              <a:pPr algn="ctr"/>
              <a:r>
                <a:rPr lang="en-US" altLang="zh-CN" sz="2400"/>
                <a:t>(output)</a:t>
              </a:r>
              <a:endParaRPr lang="zh-CN" altLang="en-US" sz="24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76370" y="3193102"/>
                <a:ext cx="5132305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𝑎𝑥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𝑎𝑓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sz="320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370" y="3193102"/>
                <a:ext cx="5132305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159134" y="4664604"/>
                <a:ext cx="5132305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3200" b="0" i="1" baseline="-2500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3200" b="0" i="1" baseline="-250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3200" b="0" i="1" baseline="-250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200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20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134" y="4664604"/>
                <a:ext cx="5132305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55B19E9-6599-1841-84A4-01CD073E3B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2742" y="2375829"/>
            <a:ext cx="3633626" cy="17359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CE51E5-9F33-844D-B835-D4E23AD503E6}"/>
              </a:ext>
            </a:extLst>
          </p:cNvPr>
          <p:cNvSpPr txBox="1"/>
          <p:nvPr/>
        </p:nvSpPr>
        <p:spPr>
          <a:xfrm>
            <a:off x="7496710" y="4345969"/>
            <a:ext cx="4387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A linear circuit with input </a:t>
            </a:r>
            <a:r>
              <a:rPr lang="en-US" sz="2400" i="1"/>
              <a:t>v</a:t>
            </a:r>
            <a:r>
              <a:rPr lang="en-US" sz="2400" i="1" baseline="-25000"/>
              <a:t>s</a:t>
            </a:r>
            <a:r>
              <a:rPr lang="en-US" sz="2400"/>
              <a:t> and output </a:t>
            </a:r>
            <a:r>
              <a:rPr lang="en-US" sz="2400" i="1" err="1"/>
              <a:t>i</a:t>
            </a:r>
            <a:r>
              <a:rPr lang="en-US" sz="2400"/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FEEA05-D47E-1048-B74C-8BA6BA6320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0646" y="5540082"/>
            <a:ext cx="7663237" cy="79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270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1350D-7B57-EF4C-B1BA-6D6A01C9B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6677"/>
          </a:xfrm>
        </p:spPr>
        <p:txBody>
          <a:bodyPr/>
          <a:lstStyle/>
          <a:p>
            <a:r>
              <a:rPr lang="en-US" dirty="0"/>
              <a:t>Example: resistors are linear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8F6EF-2BE3-2942-8947-B1322A0FF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831"/>
            <a:ext cx="10515600" cy="4882419"/>
          </a:xfrm>
        </p:spPr>
        <p:txBody>
          <a:bodyPr/>
          <a:lstStyle/>
          <a:p>
            <a:r>
              <a:rPr lang="en-US"/>
              <a:t>Recall the Ohm’s law</a:t>
            </a:r>
          </a:p>
          <a:p>
            <a:endParaRPr lang="en-US"/>
          </a:p>
          <a:p>
            <a:r>
              <a:rPr lang="en-US"/>
              <a:t>Homogeneity property: if we consider the current </a:t>
            </a:r>
            <a:r>
              <a:rPr lang="en-US" i="1" err="1"/>
              <a:t>i</a:t>
            </a:r>
            <a:r>
              <a:rPr lang="en-US"/>
              <a:t> as an input and voltage </a:t>
            </a:r>
            <a:r>
              <a:rPr lang="en-US" i="1"/>
              <a:t>v</a:t>
            </a:r>
            <a:r>
              <a:rPr lang="en-US"/>
              <a:t> as an output, then the Ohm’s law implies that </a:t>
            </a:r>
            <a:r>
              <a:rPr lang="en-US" i="1" err="1"/>
              <a:t>ki</a:t>
            </a:r>
            <a:r>
              <a:rPr lang="en-US"/>
              <a:t> yields </a:t>
            </a:r>
            <a:r>
              <a:rPr lang="en-US" i="1" err="1"/>
              <a:t>kv</a:t>
            </a:r>
            <a:r>
              <a:rPr lang="en-US" i="1"/>
              <a:t> </a:t>
            </a:r>
            <a:r>
              <a:rPr lang="en-US"/>
              <a:t>for any constant </a:t>
            </a:r>
            <a:r>
              <a:rPr lang="en-US" i="1"/>
              <a:t>k</a:t>
            </a:r>
            <a:r>
              <a:rPr lang="en-US"/>
              <a:t>:</a:t>
            </a:r>
          </a:p>
          <a:p>
            <a:endParaRPr lang="en-US"/>
          </a:p>
          <a:p>
            <a:r>
              <a:rPr lang="en-US"/>
              <a:t>Additive property: applying additive inputs yield additive outputs: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3300F-CC9E-5D41-B57C-E23452C6C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F5840C-47B1-604C-A9D5-2CFBBC21E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597" y="1868682"/>
            <a:ext cx="1143000" cy="469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26D9EE-7D38-394D-860F-5876E60FD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3321" y="3539446"/>
            <a:ext cx="1308100" cy="457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CA7FC4-8914-7940-B155-BB2C32F3A8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8085" y="4833062"/>
            <a:ext cx="4965700" cy="5207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ACFD341-7D0B-5344-AE7A-86FD792C1A03}"/>
                  </a:ext>
                </a:extLst>
              </p14:cNvPr>
              <p14:cNvContentPartPr/>
              <p14:nvPr/>
            </p14:nvContentPartPr>
            <p14:xfrm>
              <a:off x="2599200" y="1799280"/>
              <a:ext cx="4158000" cy="540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ACFD341-7D0B-5344-AE7A-86FD792C1A0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89840" y="1789920"/>
                <a:ext cx="4176720" cy="55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57862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F99C-8512-2A43-B45D-E28F10DEF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1612"/>
          </a:xfrm>
        </p:spPr>
        <p:txBody>
          <a:bodyPr>
            <a:noAutofit/>
          </a:bodyPr>
          <a:lstStyle/>
          <a:p>
            <a:r>
              <a:rPr lang="en-US" sz="3600"/>
              <a:t>Example: A circuit with resistors, independent sources, and </a:t>
            </a:r>
            <a:r>
              <a:rPr lang="en-US" sz="3600" b="1"/>
              <a:t>linear</a:t>
            </a:r>
            <a:r>
              <a:rPr lang="en-US" sz="3600"/>
              <a:t> dependent sources is also linear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F1B49-5E89-684C-88A8-E3D37C548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84533" cy="4351338"/>
          </a:xfrm>
        </p:spPr>
        <p:txBody>
          <a:bodyPr/>
          <a:lstStyle/>
          <a:p>
            <a:r>
              <a:rPr lang="en-US"/>
              <a:t>We can basically choose any node voltage or branch current as output for an analysis</a:t>
            </a:r>
          </a:p>
          <a:p>
            <a:r>
              <a:rPr lang="en-US"/>
              <a:t>In this example, the output </a:t>
            </a:r>
            <a:r>
              <a:rPr lang="en-US" i="1"/>
              <a:t>I</a:t>
            </a:r>
            <a:r>
              <a:rPr lang="en-US" baseline="-25000"/>
              <a:t>0</a:t>
            </a:r>
            <a:r>
              <a:rPr lang="en-US"/>
              <a:t> is linearly related to the input </a:t>
            </a:r>
            <a:r>
              <a:rPr lang="en-US" i="1"/>
              <a:t>v</a:t>
            </a:r>
            <a:r>
              <a:rPr lang="en-US" i="1" baseline="-25000"/>
              <a:t>s</a:t>
            </a:r>
            <a:r>
              <a:rPr lang="en-US"/>
              <a:t>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4C5DFD-462A-6F40-8E82-CCFBA716F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EE8FBD-42BA-2843-9593-26163DC60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408" y="2540284"/>
            <a:ext cx="4660900" cy="27432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A17FCED-4263-7C4D-A96C-9F3C9146C8EB}"/>
              </a:ext>
            </a:extLst>
          </p:cNvPr>
          <p:cNvGrpSpPr/>
          <p:nvPr/>
        </p:nvGrpSpPr>
        <p:grpSpPr>
          <a:xfrm>
            <a:off x="2762607" y="4134635"/>
            <a:ext cx="1892871" cy="787400"/>
            <a:chOff x="5588000" y="3117494"/>
            <a:chExt cx="1892871" cy="7874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ED5CE81-A43E-D649-AA50-876CE8813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88000" y="3162300"/>
              <a:ext cx="1016000" cy="5334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25D3C16-C9AA-B044-8E9E-1A6BF19B9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42671" y="3117494"/>
              <a:ext cx="838200" cy="787400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40F2D1E-9B61-DE4C-930E-8D6F26D33394}"/>
                  </a:ext>
                </a:extLst>
              </p14:cNvPr>
              <p14:cNvContentPartPr/>
              <p14:nvPr/>
            </p14:nvContentPartPr>
            <p14:xfrm>
              <a:off x="366120" y="1388520"/>
              <a:ext cx="11723400" cy="52110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40F2D1E-9B61-DE4C-930E-8D6F26D3339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6760" y="1379160"/>
                <a:ext cx="11742120" cy="522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EAB7907-9A00-B537-D512-A5FA9C6452A4}"/>
                  </a:ext>
                </a:extLst>
              </p14:cNvPr>
              <p14:cNvContentPartPr/>
              <p14:nvPr/>
            </p14:nvContentPartPr>
            <p14:xfrm>
              <a:off x="7770960" y="5224320"/>
              <a:ext cx="3113280" cy="1256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EAB7907-9A00-B537-D512-A5FA9C6452A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61600" y="5214960"/>
                <a:ext cx="3132000" cy="127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B4AF17C-4AF4-B9F3-DEA0-E7A78A0F79A1}"/>
                  </a:ext>
                </a:extLst>
              </p14:cNvPr>
              <p14:cNvContentPartPr/>
              <p14:nvPr/>
            </p14:nvContentPartPr>
            <p14:xfrm>
              <a:off x="9526320" y="5474520"/>
              <a:ext cx="1503360" cy="10396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B4AF17C-4AF4-B9F3-DEA0-E7A78A0F79A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516960" y="5465160"/>
                <a:ext cx="1522080" cy="10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B4456E1-7AD7-D9A7-6D7A-72887DBBED0E}"/>
                  </a:ext>
                </a:extLst>
              </p14:cNvPr>
              <p14:cNvContentPartPr/>
              <p14:nvPr/>
            </p14:nvContentPartPr>
            <p14:xfrm>
              <a:off x="2927160" y="2738880"/>
              <a:ext cx="9222120" cy="38242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B4456E1-7AD7-D9A7-6D7A-72887DBBED0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917800" y="2729520"/>
                <a:ext cx="9240840" cy="384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2598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Principle of Superposition in Linear Circuits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838200" y="1684962"/>
            <a:ext cx="10515600" cy="449200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superposition principle states that the voltage across (or current through) an element in a linear circuit is </a:t>
            </a:r>
            <a:r>
              <a:rPr lang="en-US" altLang="en-US" sz="24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the algebraic sum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of the voltages across (or currents through) that element </a:t>
            </a:r>
            <a:r>
              <a:rPr lang="en-US" altLang="en-US" sz="24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due to each independent source acting alone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00000"/>
              </a:lnSpc>
              <a:spcBef>
                <a:spcPts val="600"/>
              </a:spcBef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Steps to apply Superposition Principle:</a:t>
            </a:r>
          </a:p>
          <a:p>
            <a:pPr marL="457200" indent="-457200" algn="just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Turn off all independent sources except one source. Find the output (voltage or current) due to that active source </a:t>
            </a:r>
          </a:p>
          <a:p>
            <a:pPr marL="457200" indent="-457200" algn="just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Repeat step 1 for each of the other independent sources. </a:t>
            </a:r>
          </a:p>
          <a:p>
            <a:pPr marL="457200" indent="-457200" algn="just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Find the total contribution by adding algebraically all the contributions due to the independent sources. </a:t>
            </a:r>
          </a:p>
          <a:p>
            <a:pPr marL="457200" indent="-457200" algn="just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zh-CN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2157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Superposition principle is an application of linearity 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sz="3200"/>
              <a:t>By superposition,</a:t>
            </a:r>
          </a:p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167942" name="Picture 6" descr="http://textflow.mheducation.com/figures/1259657027/ale57027_0407_lg.jpg"/>
          <p:cNvPicPr>
            <a:picLocks noChangeAspect="1" noChangeArrowheads="1"/>
          </p:cNvPicPr>
          <p:nvPr/>
        </p:nvPicPr>
        <p:blipFill rotWithShape="1">
          <a:blip r:embed="rId2" cstate="print"/>
          <a:srcRect b="61668"/>
          <a:stretch/>
        </p:blipFill>
        <p:spPr bwMode="auto">
          <a:xfrm>
            <a:off x="2526424" y="4781430"/>
            <a:ext cx="3430886" cy="1675411"/>
          </a:xfrm>
          <a:prstGeom prst="rect">
            <a:avLst/>
          </a:prstGeom>
          <a:noFill/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83774" y="1511301"/>
            <a:ext cx="3824452" cy="1788007"/>
          </a:xfrm>
          <a:prstGeom prst="rect">
            <a:avLst/>
          </a:prstGeom>
        </p:spPr>
      </p:pic>
      <p:pic>
        <p:nvPicPr>
          <p:cNvPr id="13" name="Picture 6" descr="http://textflow.mheducation.com/figures/1259657027/ale57027_0407_lg.jpg"/>
          <p:cNvPicPr>
            <a:picLocks noChangeAspect="1" noChangeArrowheads="1"/>
          </p:cNvPicPr>
          <p:nvPr/>
        </p:nvPicPr>
        <p:blipFill rotWithShape="1">
          <a:blip r:embed="rId2" cstate="print"/>
          <a:srcRect l="10771" t="49473" r="-503" b="7106"/>
          <a:stretch/>
        </p:blipFill>
        <p:spPr bwMode="auto">
          <a:xfrm>
            <a:off x="7116246" y="4559030"/>
            <a:ext cx="3078618" cy="1897811"/>
          </a:xfrm>
          <a:prstGeom prst="rect">
            <a:avLst/>
          </a:prstGeom>
          <a:noFill/>
        </p:spPr>
      </p:pic>
      <p:cxnSp>
        <p:nvCxnSpPr>
          <p:cNvPr id="7" name="Straight Arrow Connector 6"/>
          <p:cNvCxnSpPr/>
          <p:nvPr/>
        </p:nvCxnSpPr>
        <p:spPr>
          <a:xfrm flipH="1">
            <a:off x="4384370" y="3433313"/>
            <a:ext cx="801971" cy="112571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38200" y="3438507"/>
            <a:ext cx="3004479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>
                <a:solidFill>
                  <a:srgbClr val="FF0000"/>
                </a:solidFill>
              </a:rPr>
              <a:t>Remove independent current source means </a:t>
            </a:r>
          </a:p>
          <a:p>
            <a:pPr algn="r"/>
            <a:r>
              <a:rPr lang="en-US" altLang="zh-CN" sz="2400" i="1" err="1">
                <a:solidFill>
                  <a:srgbClr val="FF0000"/>
                </a:solidFill>
              </a:rPr>
              <a:t>i</a:t>
            </a:r>
            <a:r>
              <a:rPr lang="en-US" altLang="zh-CN" sz="2400">
                <a:solidFill>
                  <a:srgbClr val="FF0000"/>
                </a:solidFill>
              </a:rPr>
              <a:t>=0 (open circuit) 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33074" y="3433313"/>
            <a:ext cx="2999717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>
                <a:solidFill>
                  <a:srgbClr val="FF0000"/>
                </a:solidFill>
              </a:rPr>
              <a:t>Remove independent voltage source means </a:t>
            </a:r>
          </a:p>
          <a:p>
            <a:pPr algn="r"/>
            <a:r>
              <a:rPr lang="en-US" altLang="zh-CN" sz="2400" i="1">
                <a:solidFill>
                  <a:srgbClr val="FF0000"/>
                </a:solidFill>
              </a:rPr>
              <a:t>v</a:t>
            </a:r>
            <a:r>
              <a:rPr lang="en-US" altLang="zh-CN" sz="2400">
                <a:solidFill>
                  <a:srgbClr val="FF0000"/>
                </a:solidFill>
              </a:rPr>
              <a:t>=0 (short circuit) 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7022305" y="3470617"/>
            <a:ext cx="801971" cy="112571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3256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C0C3A-4FB5-CA41-89F9-10E2F2473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Source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76090-A5FC-5E48-9F06-93C4CBA1C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918"/>
            <a:ext cx="10515600" cy="4528045"/>
          </a:xfrm>
        </p:spPr>
        <p:txBody>
          <a:bodyPr/>
          <a:lstStyle/>
          <a:p>
            <a:r>
              <a:rPr lang="en-US"/>
              <a:t>A source transformation is the process of replacing a voltage source </a:t>
            </a:r>
            <a:r>
              <a:rPr lang="en-US" i="1"/>
              <a:t>v</a:t>
            </a:r>
            <a:r>
              <a:rPr lang="en-US" i="1" baseline="-25000"/>
              <a:t>s</a:t>
            </a:r>
            <a:r>
              <a:rPr lang="en-US"/>
              <a:t> in series with a resistor </a:t>
            </a:r>
            <a:r>
              <a:rPr lang="en-US" i="1"/>
              <a:t>R</a:t>
            </a:r>
            <a:r>
              <a:rPr lang="en-US"/>
              <a:t> by a current is in parallel with a resistor </a:t>
            </a:r>
            <a:r>
              <a:rPr lang="en-US" i="1"/>
              <a:t>R</a:t>
            </a:r>
            <a:r>
              <a:rPr lang="en-US"/>
              <a:t>, or vice versa.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FC89B-182A-6F4A-9DE8-E6C90B54E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FA5186-334E-224C-B207-41ABEEACB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329" y="2924507"/>
            <a:ext cx="6356871" cy="16325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C62A35-FFD7-BE47-9CC3-65FD7A36D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378" y="4629982"/>
            <a:ext cx="6586420" cy="17708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43C7B2-C826-7A4C-9D47-B71E7368AEFC}"/>
              </a:ext>
            </a:extLst>
          </p:cNvPr>
          <p:cNvSpPr txBox="1"/>
          <p:nvPr/>
        </p:nvSpPr>
        <p:spPr>
          <a:xfrm>
            <a:off x="8049718" y="3507699"/>
            <a:ext cx="38446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Transformation of independent sources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84678B-4956-2F4B-9E1E-CC30AEF46269}"/>
              </a:ext>
            </a:extLst>
          </p:cNvPr>
          <p:cNvSpPr txBox="1"/>
          <p:nvPr/>
        </p:nvSpPr>
        <p:spPr>
          <a:xfrm>
            <a:off x="8067207" y="5219076"/>
            <a:ext cx="36850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Transformation of dependent sources</a:t>
            </a:r>
          </a:p>
        </p:txBody>
      </p:sp>
    </p:spTree>
    <p:extLst>
      <p:ext uri="{BB962C8B-B14F-4D97-AF65-F5344CB8AC3E}">
        <p14:creationId xmlns:p14="http://schemas.microsoft.com/office/powerpoint/2010/main" val="3654044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“Transformation” means the two circuits are </a:t>
            </a:r>
            <a:r>
              <a:rPr lang="en-US" altLang="zh-CN" b="1" i="1"/>
              <a:t>equivalent</a:t>
            </a:r>
            <a:endParaRPr lang="zh-CN" altLang="en-US" b="1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1853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3200"/>
              <a:t>A network of voltage sources, current sources, and resistors can be replaced by an equivalent circuit which has identical terminal properties (I-V characteristics) without affecting the operation of the rest of the circuit.</a:t>
            </a:r>
            <a:endParaRPr lang="zh-CN" altLang="en-US" sz="3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0860" y="3604248"/>
            <a:ext cx="6362700" cy="22193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183423" y="6020483"/>
                <a:ext cx="2180661" cy="3608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400" b="0" i="1" baseline="-2500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CN" sz="2400" b="0" i="1" baseline="-25000" smtClean="0">
                          <a:latin typeface="Cambria Math" panose="02040503050406030204" pitchFamily="18" charset="0"/>
                        </a:rPr>
                        <m:t> ,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sty m:val="p"/>
                        </m:rPr>
                        <a:rPr lang="en-US" altLang="zh-CN" sz="2400" i="1" baseline="-250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zh-CN" altLang="en-US" sz="2400" baseline="-2500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3423" y="6020483"/>
                <a:ext cx="2180661" cy="360804"/>
              </a:xfrm>
              <a:prstGeom prst="rect">
                <a:avLst/>
              </a:prstGeom>
              <a:blipFill>
                <a:blip r:embed="rId3"/>
                <a:stretch>
                  <a:fillRect l="-1955" b="-35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1382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853190" y="230213"/>
            <a:ext cx="10515600" cy="1325563"/>
          </a:xfrm>
        </p:spPr>
        <p:txBody>
          <a:bodyPr/>
          <a:lstStyle/>
          <a:p>
            <a:r>
              <a:rPr lang="en-US" altLang="en-US"/>
              <a:t>We have seen “transformation” or “equivalence” in resistor networks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838200" y="2101850"/>
            <a:ext cx="10515600" cy="4268970"/>
          </a:xfrm>
        </p:spPr>
        <p:txBody>
          <a:bodyPr>
            <a:normAutofit/>
          </a:bodyPr>
          <a:lstStyle/>
          <a:p>
            <a:pPr algn="just"/>
            <a:r>
              <a:rPr lang="en-US" altLang="en-US" sz="3200"/>
              <a:t>Recall the resistive circuit, we can find equivalent resistance between two nodes. </a:t>
            </a:r>
          </a:p>
          <a:p>
            <a:pPr marL="0" indent="0" algn="just">
              <a:buNone/>
            </a:pPr>
            <a:endParaRPr lang="en-US" altLang="en-US" sz="3200"/>
          </a:p>
          <a:p>
            <a:pPr marL="0" indent="0" algn="just">
              <a:buNone/>
            </a:pPr>
            <a:endParaRPr lang="en-US" altLang="en-US" sz="3200"/>
          </a:p>
          <a:p>
            <a:pPr algn="just"/>
            <a:r>
              <a:rPr lang="en-US" altLang="en-US" sz="3200"/>
              <a:t>These transformations work because two resistive circuits have equivalent behavior at their terminals</a:t>
            </a:r>
          </a:p>
          <a:p>
            <a:pPr algn="just"/>
            <a:r>
              <a:rPr lang="en-US" altLang="en-US" sz="3200"/>
              <a:t>Another example is the Y-delta transformation</a:t>
            </a:r>
          </a:p>
          <a:p>
            <a:pPr marL="0" indent="0" algn="just">
              <a:buNone/>
            </a:pPr>
            <a:endParaRPr lang="en-US" altLang="en-US" sz="32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1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6219614"/>
              </p:ext>
            </p:extLst>
          </p:nvPr>
        </p:nvGraphicFramePr>
        <p:xfrm>
          <a:off x="3481957" y="3141737"/>
          <a:ext cx="1593750" cy="920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36600" imgH="431800" progId="Equation.DSMT4">
                  <p:embed/>
                </p:oleObj>
              </mc:Choice>
              <mc:Fallback>
                <p:oleObj name="Equation" r:id="rId3" imgW="736600" imgH="431800" progId="Equation.DSMT4">
                  <p:embed/>
                  <p:pic>
                    <p:nvPicPr>
                      <p:cNvPr id="1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1957" y="3141737"/>
                        <a:ext cx="1593750" cy="92095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218264" y="3387457"/>
            <a:ext cx="20746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i="1">
                <a:solidFill>
                  <a:srgbClr val="FF0000"/>
                </a:solidFill>
              </a:rPr>
              <a:t>Resistors in Series</a:t>
            </a:r>
            <a:endParaRPr lang="zh-CN" altLang="en-US" sz="2000" i="1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56014" y="3400682"/>
            <a:ext cx="22878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i="1">
                <a:solidFill>
                  <a:srgbClr val="FF0000"/>
                </a:solidFill>
              </a:rPr>
              <a:t>Resistors in Parallel</a:t>
            </a:r>
            <a:endParaRPr lang="zh-CN" altLang="en-US" sz="2000" i="1">
              <a:solidFill>
                <a:srgbClr val="FF0000"/>
              </a:solidFill>
            </a:endParaRPr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6819406"/>
              </p:ext>
            </p:extLst>
          </p:nvPr>
        </p:nvGraphicFramePr>
        <p:xfrm>
          <a:off x="8432906" y="3137736"/>
          <a:ext cx="2290090" cy="924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30300" imgH="457200" progId="Equation.3">
                  <p:embed/>
                </p:oleObj>
              </mc:Choice>
              <mc:Fallback>
                <p:oleObj name="Equation" r:id="rId5" imgW="1130300" imgH="457200" progId="Equation.3">
                  <p:embed/>
                  <p:pic>
                    <p:nvPicPr>
                      <p:cNvPr id="1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32906" y="3137736"/>
                        <a:ext cx="2290090" cy="92495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2534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Transformation and Equivalence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263589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en-US" sz="3200"/>
              <a:t>For example, the delta-wye transformation; 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6" name="Picture 6" descr="C:\Users\Joel\Documents\Teaching\McGraw Hill\Fundamentals of Electric Circuits 5e\figures\Ch02\Color Labeled\ale80571_02_049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457" y="2837261"/>
            <a:ext cx="3408363" cy="286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4889389"/>
              </p:ext>
            </p:extLst>
          </p:nvPr>
        </p:nvGraphicFramePr>
        <p:xfrm>
          <a:off x="4356916" y="3221685"/>
          <a:ext cx="2867025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26920" imgH="431640" progId="Equation.3">
                  <p:embed/>
                </p:oleObj>
              </mc:Choice>
              <mc:Fallback>
                <p:oleObj name="公式" r:id="rId4" imgW="1726920" imgH="431640" progId="Equation.3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916" y="3221685"/>
                        <a:ext cx="2867025" cy="715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2679182"/>
              </p:ext>
            </p:extLst>
          </p:nvPr>
        </p:nvGraphicFramePr>
        <p:xfrm>
          <a:off x="4356916" y="3937648"/>
          <a:ext cx="2998788" cy="153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739880" imgH="888840" progId="Equation.3">
                  <p:embed/>
                </p:oleObj>
              </mc:Choice>
              <mc:Fallback>
                <p:oleObj name="公式" r:id="rId6" imgW="1739880" imgH="888840" progId="Equation.3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916" y="3937648"/>
                        <a:ext cx="2998788" cy="1533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ight Arrow 1"/>
          <p:cNvSpPr/>
          <p:nvPr/>
        </p:nvSpPr>
        <p:spPr>
          <a:xfrm>
            <a:off x="7792203" y="4102822"/>
            <a:ext cx="558282" cy="335902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8035218"/>
              </p:ext>
            </p:extLst>
          </p:nvPr>
        </p:nvGraphicFramePr>
        <p:xfrm>
          <a:off x="8979433" y="1617932"/>
          <a:ext cx="2005532" cy="2392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17600" imgH="1333500" progId="Equation.DSMT4">
                  <p:embed/>
                </p:oleObj>
              </mc:Choice>
              <mc:Fallback>
                <p:oleObj name="Equation" r:id="rId8" imgW="1117600" imgH="1333500" progId="Equation.DSMT4">
                  <p:embed/>
                  <p:pic>
                    <p:nvPicPr>
                      <p:cNvPr id="1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9433" y="1617932"/>
                        <a:ext cx="2005532" cy="2392472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1246796"/>
              </p:ext>
            </p:extLst>
          </p:nvPr>
        </p:nvGraphicFramePr>
        <p:xfrm>
          <a:off x="8707957" y="4290673"/>
          <a:ext cx="2548484" cy="2248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11300" imgH="1333500" progId="Equation.DSMT4">
                  <p:embed/>
                </p:oleObj>
              </mc:Choice>
              <mc:Fallback>
                <p:oleObj name="Equation" r:id="rId10" imgW="1511300" imgH="1333500" progId="Equation.DSMT4">
                  <p:embed/>
                  <p:pic>
                    <p:nvPicPr>
                      <p:cNvPr id="1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7957" y="4290673"/>
                        <a:ext cx="2548484" cy="2248239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09785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648183" y="365125"/>
            <a:ext cx="11632556" cy="1325563"/>
          </a:xfrm>
        </p:spPr>
        <p:txBody>
          <a:bodyPr/>
          <a:lstStyle/>
          <a:p>
            <a:r>
              <a:rPr lang="en-US" altLang="en-US" dirty="0"/>
              <a:t>Conditions when two linear circuits are equivalent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838200" y="1690687"/>
            <a:ext cx="10601130" cy="2843991"/>
          </a:xfrm>
        </p:spPr>
        <p:txBody>
          <a:bodyPr>
            <a:normAutofit/>
          </a:bodyPr>
          <a:lstStyle/>
          <a:p>
            <a:pPr marL="914400" lvl="1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en-US" dirty="0"/>
              <a:t>If the </a:t>
            </a:r>
            <a:r>
              <a:rPr lang="en-US" altLang="en-US" b="1" u="sng" dirty="0"/>
              <a:t>independent sources are turned off</a:t>
            </a:r>
            <a:r>
              <a:rPr lang="en-US" altLang="en-US" dirty="0"/>
              <a:t> the </a:t>
            </a:r>
            <a:r>
              <a:rPr lang="en-US" altLang="en-US" i="1" dirty="0">
                <a:solidFill>
                  <a:srgbClr val="FF0000"/>
                </a:solidFill>
              </a:rPr>
              <a:t>resistance</a:t>
            </a:r>
            <a:r>
              <a:rPr lang="en-US" altLang="en-US" dirty="0"/>
              <a:t> at the terminals are </a:t>
            </a:r>
            <a:r>
              <a:rPr lang="en-US" altLang="en-US" i="1" dirty="0">
                <a:solidFill>
                  <a:srgbClr val="FF0000"/>
                </a:solidFill>
              </a:rPr>
              <a:t>the same</a:t>
            </a:r>
            <a:endParaRPr lang="en-US" altLang="en-US" b="1" i="1" dirty="0">
              <a:solidFill>
                <a:srgbClr val="FF0000"/>
              </a:solidFill>
            </a:endParaRPr>
          </a:p>
          <a:p>
            <a:pPr marL="914400" lvl="1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en-US" dirty="0"/>
              <a:t>If the </a:t>
            </a:r>
            <a:r>
              <a:rPr lang="en-US" altLang="en-US" b="1" u="sng" dirty="0"/>
              <a:t>terminals are short-circuited</a:t>
            </a:r>
            <a:r>
              <a:rPr lang="en-US" altLang="en-US" dirty="0"/>
              <a:t>, the </a:t>
            </a:r>
            <a:r>
              <a:rPr lang="en-US" altLang="en-US" i="1" dirty="0">
                <a:solidFill>
                  <a:srgbClr val="FF0000"/>
                </a:solidFill>
              </a:rPr>
              <a:t>short-circuit currents are the same; OR, </a:t>
            </a:r>
            <a:r>
              <a:rPr lang="en-US" altLang="en-US" dirty="0"/>
              <a:t>if the terminals are open-circuited, the </a:t>
            </a:r>
            <a:r>
              <a:rPr lang="en-US" altLang="en-US" i="1" dirty="0">
                <a:solidFill>
                  <a:srgbClr val="FF0000"/>
                </a:solidFill>
              </a:rPr>
              <a:t>open-circuit voltages are the same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224" y="3548130"/>
            <a:ext cx="2714625" cy="2276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BB25A9-3576-E947-BB2B-079FC2115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066" y="3535639"/>
            <a:ext cx="2714625" cy="22764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B09CB7-0880-7B4B-A318-0DA4E1F42090}"/>
              </a:ext>
            </a:extLst>
          </p:cNvPr>
          <p:cNvSpPr txBox="1"/>
          <p:nvPr/>
        </p:nvSpPr>
        <p:spPr>
          <a:xfrm>
            <a:off x="2668248" y="5981074"/>
            <a:ext cx="13202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Circuit 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402198-FC54-C046-88CC-34E94780B8E0}"/>
              </a:ext>
            </a:extLst>
          </p:cNvPr>
          <p:cNvSpPr txBox="1"/>
          <p:nvPr/>
        </p:nvSpPr>
        <p:spPr>
          <a:xfrm>
            <a:off x="6688111" y="5968583"/>
            <a:ext cx="13202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Circuit B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0534E31-C588-561D-A560-942768C8C372}"/>
                  </a:ext>
                </a:extLst>
              </p14:cNvPr>
              <p14:cNvContentPartPr/>
              <p14:nvPr/>
            </p14:nvContentPartPr>
            <p14:xfrm>
              <a:off x="4371840" y="3529800"/>
              <a:ext cx="7714080" cy="3178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0534E31-C588-561D-A560-942768C8C37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62480" y="3520440"/>
                <a:ext cx="7732800" cy="319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0605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Source Transformation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976183" y="1600200"/>
            <a:ext cx="10243751" cy="4825314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altLang="en-US" sz="2400" dirty="0"/>
              <a:t>For independent sources, a voltage source with resistor R in series can be transformed into a current source with the same resistor R in parallel.</a:t>
            </a:r>
          </a:p>
          <a:p>
            <a:pPr algn="just">
              <a:lnSpc>
                <a:spcPct val="100000"/>
              </a:lnSpc>
            </a:pPr>
            <a:endParaRPr lang="en-US" altLang="en-US" sz="2400" dirty="0"/>
          </a:p>
          <a:p>
            <a:pPr algn="just">
              <a:lnSpc>
                <a:spcPct val="100000"/>
              </a:lnSpc>
            </a:pPr>
            <a:endParaRPr lang="en-US" altLang="en-US" sz="2400" dirty="0"/>
          </a:p>
          <a:p>
            <a:pPr algn="just">
              <a:lnSpc>
                <a:spcPct val="100000"/>
              </a:lnSpc>
            </a:pPr>
            <a:endParaRPr lang="en-US" altLang="en-US" sz="2400" dirty="0"/>
          </a:p>
          <a:p>
            <a:pPr algn="just">
              <a:lnSpc>
                <a:spcPct val="100000"/>
              </a:lnSpc>
            </a:pPr>
            <a:endParaRPr lang="en-US" altLang="en-US" sz="2400" dirty="0"/>
          </a:p>
          <a:p>
            <a:pPr algn="just">
              <a:lnSpc>
                <a:spcPct val="100000"/>
              </a:lnSpc>
            </a:pPr>
            <a:r>
              <a:rPr lang="en-US" altLang="en-US" sz="2400" dirty="0"/>
              <a:t>Source transformation also applies to dependent sources. But, the dependent variable must be handled carefully; the same relationship between the voltage and current holds here:</a:t>
            </a:r>
          </a:p>
          <a:p>
            <a:pPr algn="just">
              <a:lnSpc>
                <a:spcPct val="100000"/>
              </a:lnSpc>
            </a:pPr>
            <a:endParaRPr lang="en-US" altLang="en-US" sz="2400" dirty="0"/>
          </a:p>
          <a:p>
            <a:pPr algn="just">
              <a:lnSpc>
                <a:spcPct val="100000"/>
              </a:lnSpc>
            </a:pPr>
            <a:endParaRPr lang="en-US" altLang="en-US" sz="2400" dirty="0"/>
          </a:p>
          <a:p>
            <a:pPr algn="just">
              <a:lnSpc>
                <a:spcPct val="100000"/>
              </a:lnSpc>
            </a:pPr>
            <a:endParaRPr lang="en-US" altLang="en-US" sz="2400" dirty="0"/>
          </a:p>
          <a:p>
            <a:pPr algn="just">
              <a:lnSpc>
                <a:spcPct val="100000"/>
              </a:lnSpc>
            </a:pPr>
            <a:endParaRPr lang="en-US" altLang="en-US" sz="2400" dirty="0"/>
          </a:p>
          <a:p>
            <a:pPr algn="just">
              <a:lnSpc>
                <a:spcPct val="100000"/>
              </a:lnSpc>
            </a:pPr>
            <a:endParaRPr lang="en-US" alt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73730" name="Picture 2" descr="http://textflow.mheducation.com/figures/1259657027/ale57027_0416_lg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203580" y="5242878"/>
            <a:ext cx="6105513" cy="1599787"/>
          </a:xfrm>
          <a:prstGeom prst="rect">
            <a:avLst/>
          </a:prstGeom>
          <a:noFill/>
        </p:spPr>
      </p:pic>
      <p:pic>
        <p:nvPicPr>
          <p:cNvPr id="6" name="Picture 2" descr="http://textflow.mheducation.com/figures/1259657027/ale57027_0415_lg.jp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585046" y="2457734"/>
            <a:ext cx="6371780" cy="1675662"/>
          </a:xfrm>
          <a:prstGeom prst="rect">
            <a:avLst/>
          </a:prstGeom>
          <a:noFill/>
        </p:spPr>
      </p:pic>
      <p:sp>
        <p:nvSpPr>
          <p:cNvPr id="7" name="Oval 6"/>
          <p:cNvSpPr/>
          <p:nvPr/>
        </p:nvSpPr>
        <p:spPr>
          <a:xfrm>
            <a:off x="1822980" y="3148069"/>
            <a:ext cx="540000" cy="540000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Oval 7"/>
          <p:cNvSpPr/>
          <p:nvPr/>
        </p:nvSpPr>
        <p:spPr>
          <a:xfrm>
            <a:off x="5517502" y="3161477"/>
            <a:ext cx="540000" cy="540000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953278" y="4106499"/>
            <a:ext cx="3512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Pay attention to the source direction</a:t>
            </a:r>
            <a:endParaRPr lang="zh-CN" altLang="en-US">
              <a:solidFill>
                <a:srgbClr val="FF0000"/>
              </a:solidFill>
            </a:endParaRPr>
          </a:p>
        </p:txBody>
      </p:sp>
      <p:graphicFrame>
        <p:nvGraphicFramePr>
          <p:cNvPr id="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572200"/>
              </p:ext>
            </p:extLst>
          </p:nvPr>
        </p:nvGraphicFramePr>
        <p:xfrm>
          <a:off x="8194760" y="3012377"/>
          <a:ext cx="281146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20227" imgH="393529" progId="Equation.3">
                  <p:embed/>
                </p:oleObj>
              </mc:Choice>
              <mc:Fallback>
                <p:oleObj name="Equation" r:id="rId5" imgW="1320227" imgH="393529" progId="Equation.3">
                  <p:embed/>
                  <p:pic>
                    <p:nvPicPr>
                      <p:cNvPr id="1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4760" y="3012377"/>
                        <a:ext cx="2811463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0577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Using Source Transformation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168962" name="Picture 2" descr="http://textflow.mheducation.com/figures/1259657027/ale57027_0420_l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4443" y="2293677"/>
            <a:ext cx="4095750" cy="2495551"/>
          </a:xfrm>
          <a:prstGeom prst="rect">
            <a:avLst/>
          </a:prstGeom>
          <a:noFill/>
        </p:spPr>
      </p:pic>
      <p:pic>
        <p:nvPicPr>
          <p:cNvPr id="168964" name="Picture 4" descr="http://textflow.mheducation.com/figures/1259657027/ale57027_0421_lg.jpg"/>
          <p:cNvPicPr>
            <a:picLocks noChangeAspect="1" noChangeArrowheads="1"/>
          </p:cNvPicPr>
          <p:nvPr/>
        </p:nvPicPr>
        <p:blipFill rotWithShape="1">
          <a:blip r:embed="rId3" cstate="print"/>
          <a:srcRect r="49494" b="14455"/>
          <a:stretch/>
        </p:blipFill>
        <p:spPr bwMode="auto">
          <a:xfrm>
            <a:off x="6710984" y="3004432"/>
            <a:ext cx="4869059" cy="1784796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989815" y="3403077"/>
            <a:ext cx="1602556" cy="1498862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6608189" y="3324496"/>
            <a:ext cx="1641835" cy="1498862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Elbow Connector 7"/>
          <p:cNvCxnSpPr>
            <a:stCxn id="5" idx="2"/>
            <a:endCxn id="11" idx="2"/>
          </p:cNvCxnSpPr>
          <p:nvPr/>
        </p:nvCxnSpPr>
        <p:spPr>
          <a:xfrm rot="5400000" flipH="1" flipV="1">
            <a:off x="4570809" y="2043642"/>
            <a:ext cx="78581" cy="5638014"/>
          </a:xfrm>
          <a:prstGeom prst="bentConnector3">
            <a:avLst>
              <a:gd name="adj1" fmla="val -61481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016576" y="2259547"/>
            <a:ext cx="1385741" cy="1530028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15"/>
          <p:cNvSpPr/>
          <p:nvPr/>
        </p:nvSpPr>
        <p:spPr>
          <a:xfrm>
            <a:off x="9222163" y="2970302"/>
            <a:ext cx="1385741" cy="799144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Elbow Connector 11"/>
          <p:cNvCxnSpPr>
            <a:stCxn id="15" idx="0"/>
            <a:endCxn id="16" idx="0"/>
          </p:cNvCxnSpPr>
          <p:nvPr/>
        </p:nvCxnSpPr>
        <p:spPr>
          <a:xfrm rot="16200000" flipH="1">
            <a:off x="6456862" y="-487869"/>
            <a:ext cx="710755" cy="6205587"/>
          </a:xfrm>
          <a:prstGeom prst="bentConnector3">
            <a:avLst>
              <a:gd name="adj1" fmla="val -32163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3443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Something more about source transformation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5" name="Picture 2" descr="AAAZIQC0.jpg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102" y="2428601"/>
            <a:ext cx="8630988" cy="2731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838200" y="1690312"/>
            <a:ext cx="4983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Find power associating with the 6V voltage source. 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3485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5" name="Picture 2" descr="AAAZIQD0.jp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638" b="54282"/>
          <a:stretch/>
        </p:blipFill>
        <p:spPr bwMode="auto">
          <a:xfrm>
            <a:off x="1007705" y="2109961"/>
            <a:ext cx="5203372" cy="2088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AAAZIQC0.jp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37"/>
          <a:stretch/>
        </p:blipFill>
        <p:spPr bwMode="auto">
          <a:xfrm>
            <a:off x="3536302" y="277166"/>
            <a:ext cx="5349551" cy="1588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 descr="AAAZIQD0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43" t="-587" r="-7305" b="54869"/>
          <a:stretch/>
        </p:blipFill>
        <p:spPr bwMode="auto">
          <a:xfrm>
            <a:off x="6459893" y="2022422"/>
            <a:ext cx="5203372" cy="2088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AAAZIQD0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92" t="50034" r="45930" b="4248"/>
          <a:stretch/>
        </p:blipFill>
        <p:spPr bwMode="auto">
          <a:xfrm>
            <a:off x="1007705" y="4450098"/>
            <a:ext cx="5203372" cy="2088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AAAZIQD0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61" t="49200" r="-3223" b="5082"/>
          <a:stretch/>
        </p:blipFill>
        <p:spPr bwMode="auto">
          <a:xfrm>
            <a:off x="6211077" y="4450098"/>
            <a:ext cx="5203372" cy="2088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6894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79905"/>
            <a:ext cx="10515600" cy="1325563"/>
          </a:xfrm>
        </p:spPr>
        <p:txBody>
          <a:bodyPr>
            <a:noAutofit/>
          </a:bodyPr>
          <a:lstStyle/>
          <a:p>
            <a:pPr algn="just"/>
            <a:r>
              <a:rPr lang="en-US" altLang="zh-CN" sz="3200"/>
              <a:t>What happens if there is a resistance in parallel with the voltage source or a resistance in series with the current source?</a:t>
            </a:r>
            <a:endParaRPr lang="zh-CN" altLang="en-US" sz="3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5" name="Picture 2" descr="AAAZIQE0.jpg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679" b="2872"/>
          <a:stretch/>
        </p:blipFill>
        <p:spPr bwMode="auto">
          <a:xfrm>
            <a:off x="5360564" y="1966199"/>
            <a:ext cx="2915192" cy="470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818147" y="2934906"/>
            <a:ext cx="4211053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en-US" sz="2400"/>
              <a:t>If the </a:t>
            </a:r>
            <a:r>
              <a:rPr lang="en-US" altLang="en-US" sz="2400" b="1" u="sng"/>
              <a:t>sources are turned off</a:t>
            </a:r>
            <a:r>
              <a:rPr lang="en-US" altLang="en-US" sz="2400"/>
              <a:t> the resistance at the terminals are both </a:t>
            </a:r>
            <a:r>
              <a:rPr lang="en-US" altLang="en-US" sz="2400" b="1" i="1">
                <a:solidFill>
                  <a:srgbClr val="FF0000"/>
                </a:solidFill>
              </a:rPr>
              <a:t>R</a:t>
            </a:r>
          </a:p>
          <a:p>
            <a:pPr lvl="1" indent="-457200">
              <a:spcAft>
                <a:spcPts val="600"/>
              </a:spcAft>
              <a:buFont typeface="+mj-lt"/>
              <a:buAutoNum type="arabicPeriod"/>
            </a:pPr>
            <a:r>
              <a:rPr lang="en-US" altLang="en-US" sz="2400"/>
              <a:t>If the </a:t>
            </a:r>
            <a:r>
              <a:rPr lang="en-US" altLang="en-US" sz="2400" b="1" u="sng"/>
              <a:t>terminals are short circuited</a:t>
            </a:r>
            <a:r>
              <a:rPr lang="en-US" altLang="en-US" sz="2400"/>
              <a:t>, the currents need to be </a:t>
            </a:r>
            <a:r>
              <a:rPr lang="en-US" altLang="en-US" sz="2400" b="1" i="1">
                <a:solidFill>
                  <a:srgbClr val="FF0000"/>
                </a:solidFill>
              </a:rPr>
              <a:t>the same</a:t>
            </a:r>
          </a:p>
        </p:txBody>
      </p:sp>
      <p:pic>
        <p:nvPicPr>
          <p:cNvPr id="7" name="Picture 2" descr="AAAZIQE0.jpg">
            <a:extLst>
              <a:ext uri="{FF2B5EF4-FFF2-40B4-BE49-F238E27FC236}">
                <a16:creationId xmlns:a16="http://schemas.microsoft.com/office/drawing/2014/main" id="{C59AA2E7-4086-B540-B66A-14DBF436BC8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60" b="2872"/>
          <a:stretch/>
        </p:blipFill>
        <p:spPr bwMode="auto">
          <a:xfrm>
            <a:off x="8335715" y="1967813"/>
            <a:ext cx="2031528" cy="470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9651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Example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5" name="Picture 2" descr="AAAZIQF0.jpg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7336" y="2611298"/>
            <a:ext cx="7797538" cy="2824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838200" y="1690688"/>
            <a:ext cx="7186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Use source transformation techniques to find the voltage </a:t>
            </a:r>
            <a:r>
              <a:rPr lang="en-US" altLang="zh-CN" i="1" err="1"/>
              <a:t>v</a:t>
            </a:r>
            <a:r>
              <a:rPr lang="en-US" altLang="zh-CN" i="1" baseline="-25000" err="1"/>
              <a:t>o</a:t>
            </a:r>
            <a:r>
              <a:rPr lang="en-US" altLang="zh-CN"/>
              <a:t> in the circuit.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04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5" name="Picture 2" descr="AAAZIQF0.jpg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2373" y="344143"/>
            <a:ext cx="5648227" cy="204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AAAZIQG0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987" y="2861779"/>
            <a:ext cx="5031351" cy="1830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own Arrow 6"/>
          <p:cNvSpPr/>
          <p:nvPr/>
        </p:nvSpPr>
        <p:spPr>
          <a:xfrm rot="2370307">
            <a:off x="3997399" y="2343051"/>
            <a:ext cx="320512" cy="6504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Picture 4" descr="AAAZIQH0.jp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9308" y="3719203"/>
            <a:ext cx="4698660" cy="1444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Down Arrow 8"/>
          <p:cNvSpPr/>
          <p:nvPr/>
        </p:nvSpPr>
        <p:spPr>
          <a:xfrm rot="17561260">
            <a:off x="5733067" y="3557482"/>
            <a:ext cx="320512" cy="6504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Picture 2" descr="AAAZIQI0.jp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920" y="5286884"/>
            <a:ext cx="3093562" cy="1434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Down Arrow 10"/>
          <p:cNvSpPr/>
          <p:nvPr/>
        </p:nvSpPr>
        <p:spPr>
          <a:xfrm rot="4017402">
            <a:off x="5626230" y="4961659"/>
            <a:ext cx="320512" cy="6504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6879923" y="5819513"/>
                <a:ext cx="148701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=20</m:t>
                      </m:r>
                      <m:r>
                        <m:rPr>
                          <m:nor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zh-CN" altLang="en-US" sz="240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923" y="5819513"/>
                <a:ext cx="148701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5138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err="1"/>
              <a:t>Thévenin’s</a:t>
            </a:r>
            <a:r>
              <a:rPr lang="en-US" altLang="en-US"/>
              <a:t> Theorem - Motivation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53283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/>
              <a:t>In many circuits, one element will be variable while others are fixed. This variable element is called the load. In fact, we do NOT have to </a:t>
            </a:r>
            <a:r>
              <a:rPr lang="en-US" altLang="en-US" i="1" u="sng"/>
              <a:t>reanalyze</a:t>
            </a:r>
            <a:r>
              <a:rPr lang="en-US" altLang="en-US"/>
              <a:t> the circuit </a:t>
            </a:r>
            <a:r>
              <a:rPr lang="en-US" altLang="en-US" i="1" u="sng"/>
              <a:t>for every change</a:t>
            </a:r>
            <a:r>
              <a:rPr lang="en-US" altLang="en-US"/>
              <a:t> in the load.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/>
              <a:t>With this goal, </a:t>
            </a:r>
            <a:r>
              <a:rPr lang="en-US" err="1"/>
              <a:t>Thévenin’s</a:t>
            </a:r>
            <a:r>
              <a:rPr lang="en-US"/>
              <a:t> theorem provides a technique by which the fixed part of the circuit is replaced by an equivalent circuit: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69162" y="4377966"/>
            <a:ext cx="10253675" cy="138499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 sz="2800" err="1"/>
              <a:t>Thévenin’s</a:t>
            </a:r>
            <a:r>
              <a:rPr lang="en-US" altLang="en-US" sz="2800"/>
              <a:t> Theorem states that a linear two terminal circuit may be replaced with </a:t>
            </a:r>
            <a:r>
              <a:rPr lang="en-US" altLang="en-US" sz="2800" i="1" u="sng"/>
              <a:t>an independent voltage source </a:t>
            </a:r>
            <a:r>
              <a:rPr lang="en-US" altLang="en-US" sz="2800" i="1" u="sng" err="1"/>
              <a:t>V</a:t>
            </a:r>
            <a:r>
              <a:rPr lang="en-US" altLang="en-US" sz="2800" i="1" u="sng" baseline="-25000" err="1"/>
              <a:t>Th</a:t>
            </a:r>
            <a:r>
              <a:rPr lang="en-US" altLang="en-US" sz="2800" i="1" u="sng" baseline="-25000"/>
              <a:t> </a:t>
            </a:r>
            <a:r>
              <a:rPr lang="en-US" altLang="en-US" sz="2800" b="1" u="sng"/>
              <a:t>in series with </a:t>
            </a:r>
            <a:r>
              <a:rPr lang="en-US" altLang="en-US" sz="2800" i="1" u="sng"/>
              <a:t>a resistor </a:t>
            </a:r>
            <a:r>
              <a:rPr lang="en-US" altLang="en-US" sz="2800" i="1" u="sng" err="1"/>
              <a:t>R</a:t>
            </a:r>
            <a:r>
              <a:rPr lang="en-US" altLang="en-US" sz="2800" i="1" u="sng" baseline="-25000" err="1"/>
              <a:t>Th</a:t>
            </a:r>
            <a:r>
              <a:rPr lang="en-US" altLang="en-US" sz="2800" i="1" u="sng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854003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err="1"/>
              <a:t>Thévenin’s</a:t>
            </a:r>
            <a:r>
              <a:rPr lang="en-US" altLang="en-US"/>
              <a:t> Theore</a:t>
            </a:r>
            <a:r>
              <a:rPr lang="en-US" altLang="zh-CN"/>
              <a:t>m</a:t>
            </a:r>
            <a:endParaRPr lang="en-US" altLang="en-US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838200" y="1757149"/>
            <a:ext cx="7240571" cy="3898934"/>
          </a:xfrm>
        </p:spPr>
        <p:txBody>
          <a:bodyPr>
            <a:normAutofit/>
          </a:bodyPr>
          <a:lstStyle/>
          <a:p>
            <a:pPr algn="just"/>
            <a:r>
              <a:rPr lang="en-US" altLang="en-US" sz="2400" err="1"/>
              <a:t>Thévenin’s</a:t>
            </a:r>
            <a:r>
              <a:rPr lang="en-US" altLang="en-US" sz="2400"/>
              <a:t> theorem is very powerful in linear circuit analysis. </a:t>
            </a:r>
          </a:p>
          <a:p>
            <a:pPr algn="just"/>
            <a:r>
              <a:rPr lang="en-US" altLang="en-US" sz="2400"/>
              <a:t>It allows one to simplify a circuit. A large circuit may be replaced by a single independent voltage source and a single resistor.</a:t>
            </a:r>
          </a:p>
          <a:p>
            <a:pPr algn="just"/>
            <a:r>
              <a:rPr lang="en-US" altLang="en-US" sz="2400"/>
              <a:t>The equivalent circuit behaves exactly the same as the original circuit.</a:t>
            </a:r>
          </a:p>
          <a:p>
            <a:pPr algn="just"/>
            <a:r>
              <a:rPr lang="en-US" altLang="en-US" sz="2400"/>
              <a:t>Load current can be calculated with a voltage source and two series resistors. Load voltages use the voltage divider rule.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187394" name="Picture 2" descr="http://textflow.mheducation.com/figures/1259657027/ale57027_0426_l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35748" y="1757148"/>
            <a:ext cx="3238200" cy="4334733"/>
          </a:xfrm>
          <a:prstGeom prst="rect">
            <a:avLst/>
          </a:prstGeom>
          <a:noFill/>
        </p:spPr>
      </p:pic>
      <p:pic>
        <p:nvPicPr>
          <p:cNvPr id="187396" name="Picture 4" descr="http://textflow.mheducation.com/figures/1259657027/ale57027_eq0408a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14134" y="5656083"/>
            <a:ext cx="1543050" cy="619126"/>
          </a:xfrm>
          <a:prstGeom prst="rect">
            <a:avLst/>
          </a:prstGeom>
          <a:noFill/>
        </p:spPr>
      </p:pic>
      <p:pic>
        <p:nvPicPr>
          <p:cNvPr id="187398" name="Picture 6" descr="http://textflow.mheducation.com/figures/1259657027/ale57027_eq0408b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178910" y="5656083"/>
            <a:ext cx="2819400" cy="619126"/>
          </a:xfrm>
          <a:prstGeom prst="rect">
            <a:avLst/>
          </a:prstGeom>
          <a:solidFill>
            <a:schemeClr val="accent1"/>
          </a:solidFill>
        </p:spPr>
      </p:pic>
    </p:spTree>
    <p:extLst>
      <p:ext uri="{BB962C8B-B14F-4D97-AF65-F5344CB8AC3E}">
        <p14:creationId xmlns:p14="http://schemas.microsoft.com/office/powerpoint/2010/main" val="41900658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665671" y="1690688"/>
            <a:ext cx="5848634" cy="4238772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 sz="2900"/>
              <a:t>This equivalence means that if we connect the same load across the terminals </a:t>
            </a:r>
            <a:r>
              <a:rPr lang="en-US" altLang="en-US" sz="2900" i="1"/>
              <a:t>a</a:t>
            </a:r>
            <a:r>
              <a:rPr lang="en-US" altLang="en-US" sz="2900"/>
              <a:t> and </a:t>
            </a:r>
            <a:r>
              <a:rPr lang="en-US" altLang="en-US" sz="2900" i="1"/>
              <a:t>b</a:t>
            </a:r>
            <a:r>
              <a:rPr lang="en-US" altLang="en-US" sz="2900"/>
              <a:t>, we get the same voltage and current at the terminals of the load.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 sz="2900"/>
              <a:t>To calculate the </a:t>
            </a:r>
            <a:r>
              <a:rPr lang="en-US" altLang="en-US" sz="2900" err="1"/>
              <a:t>Thévenin</a:t>
            </a:r>
            <a:r>
              <a:rPr lang="en-US" altLang="en-US" sz="2900"/>
              <a:t> equivalent voltage </a:t>
            </a:r>
            <a:r>
              <a:rPr lang="en-US" altLang="en-US" sz="2900" i="1" err="1"/>
              <a:t>V</a:t>
            </a:r>
            <a:r>
              <a:rPr lang="en-US" altLang="en-US" sz="2900" baseline="-25000" err="1"/>
              <a:t>Th</a:t>
            </a:r>
            <a:r>
              <a:rPr lang="en-US" altLang="en-US" sz="2900"/>
              <a:t> is straightforward, it equals to the open circuit voltage at the terminals in the original circuit.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193539" name="Picture 3" descr="http://textflow.mheducation.com/figures/1259657027/ale57027_0423_lg.jpg"/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5900"/>
          <a:stretch/>
        </p:blipFill>
        <p:spPr bwMode="auto">
          <a:xfrm>
            <a:off x="6514305" y="1221526"/>
            <a:ext cx="4672794" cy="4800550"/>
          </a:xfrm>
          <a:prstGeom prst="rect">
            <a:avLst/>
          </a:prstGeom>
          <a:noFill/>
        </p:spPr>
      </p:pic>
      <p:sp>
        <p:nvSpPr>
          <p:cNvPr id="4" name="Down Arrow 3"/>
          <p:cNvSpPr/>
          <p:nvPr/>
        </p:nvSpPr>
        <p:spPr>
          <a:xfrm>
            <a:off x="8688579" y="3123182"/>
            <a:ext cx="511405" cy="73319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en-US" err="1"/>
              <a:t>Thévenin’s</a:t>
            </a:r>
            <a:r>
              <a:rPr lang="en-US" altLang="en-US"/>
              <a:t> </a:t>
            </a:r>
            <a:r>
              <a:rPr lang="en-US" altLang="zh-CN"/>
              <a:t>Voltage: equals to open circuit voltage</a:t>
            </a:r>
            <a:r>
              <a:rPr lang="en-US" altLang="en-US"/>
              <a:t> </a:t>
            </a:r>
            <a:endParaRPr lang="en-US" altLang="en-US" i="1" baseline="-25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836223" y="6022076"/>
                <a:ext cx="1577355" cy="4209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sz="2800" b="0" i="1" baseline="-25000" smtClean="0">
                          <a:latin typeface="Cambria Math" panose="02040503050406030204" pitchFamily="18" charset="0"/>
                        </a:rPr>
                        <m:t>𝑇h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𝑂𝐶</m:t>
                          </m:r>
                        </m:sub>
                      </m:sSub>
                    </m:oMath>
                  </m:oMathPara>
                </a14:m>
                <a:endParaRPr lang="zh-CN" altLang="en-US" sz="2800" baseline="-25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223" y="6022076"/>
                <a:ext cx="1577355" cy="420949"/>
              </a:xfrm>
              <a:prstGeom prst="rect">
                <a:avLst/>
              </a:prstGeom>
              <a:blipFill>
                <a:blip r:embed="rId4"/>
                <a:stretch>
                  <a:fillRect l="-5600" r="-1600" b="-235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73901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err="1"/>
              <a:t>Thévenin’s</a:t>
            </a:r>
            <a:r>
              <a:rPr lang="en-US" altLang="en-US"/>
              <a:t> Resistance (direct method)</a:t>
            </a:r>
            <a:endParaRPr lang="en-US" altLang="en-US" i="1" baseline="-25000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9841302" cy="471011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/>
              <a:t>Take the other extreme condition by reducing the load to zero; it gives a short-circuit condition. For the equivalent circuit, then we shall have the short-circuit current </a:t>
            </a:r>
            <a:r>
              <a:rPr lang="en-US" altLang="zh-CN" i="1" err="1"/>
              <a:t>i</a:t>
            </a:r>
            <a:r>
              <a:rPr lang="en-US" altLang="zh-CN" baseline="-25000" err="1"/>
              <a:t>sc</a:t>
            </a:r>
            <a:endParaRPr lang="en-US" altLang="zh-CN" baseline="-25000"/>
          </a:p>
          <a:p>
            <a:endParaRPr lang="en-US" altLang="en-US"/>
          </a:p>
          <a:p>
            <a:endParaRPr lang="en-US" altLang="en-US"/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en-US" altLang="en-US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/>
              <a:t>By hypothesis, this short-circuit current must be identical to the short-circuit current that exists in the original circuit.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/>
              <a:t>Thus, </a:t>
            </a:r>
            <a:r>
              <a:rPr lang="en-US" altLang="en-US" err="1"/>
              <a:t>Thévenin</a:t>
            </a:r>
            <a:r>
              <a:rPr lang="en-US" altLang="en-US"/>
              <a:t> resistance can be found.</a:t>
            </a:r>
          </a:p>
          <a:p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202" r="11113" b="10246"/>
          <a:stretch/>
        </p:blipFill>
        <p:spPr>
          <a:xfrm>
            <a:off x="6161490" y="2875639"/>
            <a:ext cx="3236774" cy="1978089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9169048" y="3416815"/>
            <a:ext cx="0" cy="94239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540969" y="3416815"/>
                <a:ext cx="1210268" cy="6906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400" b="0" i="1" baseline="-25000" smtClean="0">
                          <a:latin typeface="Cambria Math" panose="02040503050406030204" pitchFamily="18" charset="0"/>
                        </a:rPr>
                        <m:t>𝑠𝑐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altLang="zh-CN" sz="2400" b="0" i="1" baseline="-25000" smtClean="0">
                              <a:latin typeface="Cambria Math" panose="02040503050406030204" pitchFamily="18" charset="0"/>
                            </a:rPr>
                            <m:t>𝑇h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sz="2400" b="0" i="1" baseline="-25000" smtClean="0">
                              <a:latin typeface="Cambria Math" panose="02040503050406030204" pitchFamily="18" charset="0"/>
                            </a:rPr>
                            <m:t>𝑇h</m:t>
                          </m:r>
                        </m:den>
                      </m:f>
                    </m:oMath>
                  </m:oMathPara>
                </a14:m>
                <a:endParaRPr lang="zh-CN" altLang="en-US" sz="240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969" y="3416815"/>
                <a:ext cx="1210268" cy="690638"/>
              </a:xfrm>
              <a:prstGeom prst="rect">
                <a:avLst/>
              </a:prstGeom>
              <a:blipFill>
                <a:blip r:embed="rId4"/>
                <a:stretch>
                  <a:fillRect b="-8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8554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err="1"/>
              <a:t>Thévenin’s</a:t>
            </a:r>
            <a:r>
              <a:rPr lang="en-US" altLang="en-US"/>
              <a:t> Resistance (alternative method) </a:t>
            </a:r>
            <a:endParaRPr lang="en-US" altLang="en-US" i="1" baseline="-25000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9841302" cy="948817"/>
          </a:xfrm>
        </p:spPr>
        <p:txBody>
          <a:bodyPr/>
          <a:lstStyle/>
          <a:p>
            <a:pPr marL="0" indent="0">
              <a:buNone/>
            </a:pPr>
            <a:r>
              <a:rPr lang="en-US" altLang="en-US"/>
              <a:t>Alternatively, </a:t>
            </a:r>
            <a:r>
              <a:rPr lang="en-US" altLang="en-US" err="1"/>
              <a:t>Thévenin</a:t>
            </a:r>
            <a:r>
              <a:rPr lang="en-US" altLang="en-US"/>
              <a:t> resistance can also be obtained without calculating the short-circuit current.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191490" name="Picture 2" descr="http://textflow.mheducation.com/figures/1259657027/ale57027_0424_lg.jpg"/>
          <p:cNvPicPr>
            <a:picLocks noChangeAspect="1" noChangeArrowheads="1"/>
          </p:cNvPicPr>
          <p:nvPr/>
        </p:nvPicPr>
        <p:blipFill rotWithShape="1">
          <a:blip r:embed="rId3" cstate="print"/>
          <a:srcRect l="53082" b="16866"/>
          <a:stretch/>
        </p:blipFill>
        <p:spPr bwMode="auto">
          <a:xfrm>
            <a:off x="7936734" y="4373269"/>
            <a:ext cx="2994123" cy="1583703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838200" y="2777023"/>
            <a:ext cx="677865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/>
              <a:t>The input resistance at terminals </a:t>
            </a:r>
            <a:r>
              <a:rPr lang="en-US" altLang="zh-CN" sz="2400" i="1"/>
              <a:t>a</a:t>
            </a:r>
            <a:r>
              <a:rPr lang="en-US" altLang="zh-CN" sz="2400"/>
              <a:t> and </a:t>
            </a:r>
            <a:r>
              <a:rPr lang="en-US" altLang="zh-CN" sz="2400" i="1"/>
              <a:t>b</a:t>
            </a:r>
            <a:r>
              <a:rPr lang="en-US" altLang="zh-CN" sz="2400"/>
              <a:t> with independent sources zeroed, </a:t>
            </a:r>
            <a:r>
              <a:rPr lang="zh-CN" altLang="en-US" sz="2400"/>
              <a:t>𝑅</a:t>
            </a:r>
            <a:r>
              <a:rPr lang="zh-CN" altLang="en-US" sz="2400" baseline="-25000"/>
              <a:t>𝑖𝑛</a:t>
            </a:r>
            <a:r>
              <a:rPr lang="en-US" altLang="zh-CN" sz="2400"/>
              <a:t>, equals </a:t>
            </a:r>
            <a:r>
              <a:rPr lang="zh-CN" altLang="en-US" sz="2400"/>
              <a:t>𝑅</a:t>
            </a:r>
            <a:r>
              <a:rPr lang="zh-CN" altLang="en-US" sz="2400" baseline="-25000"/>
              <a:t>𝑇</a:t>
            </a:r>
            <a:r>
              <a:rPr lang="en-US" altLang="zh-CN" sz="2400" baseline="-25000"/>
              <a:t>ℎ</a:t>
            </a:r>
            <a:r>
              <a:rPr lang="en-US" altLang="zh-CN" sz="2400"/>
              <a:t>. </a:t>
            </a:r>
          </a:p>
          <a:p>
            <a:pPr algn="just"/>
            <a:endParaRPr lang="en-US" altLang="zh-CN" sz="2400"/>
          </a:p>
          <a:p>
            <a:pPr algn="just"/>
            <a:r>
              <a:rPr lang="en-US" altLang="zh-CN" sz="2400"/>
              <a:t>Two cases: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/>
              <a:t>Case 1: If there are </a:t>
            </a:r>
            <a:r>
              <a:rPr lang="en-US" altLang="zh-CN" sz="2400" b="1" u="sng"/>
              <a:t>NO</a:t>
            </a:r>
            <a:r>
              <a:rPr lang="en-US" altLang="zh-CN" sz="2400" u="sng"/>
              <a:t> dependent sources</a:t>
            </a:r>
            <a:r>
              <a:rPr lang="en-US" altLang="zh-CN" sz="2400"/>
              <a:t>, then the resistance may be found by simply turning off all the sources; t</a:t>
            </a:r>
            <a:r>
              <a:rPr lang="en-US" altLang="en-US" sz="2400"/>
              <a:t>he resistance equals to the resistance measured at the terminals when the independent sources are turned off.</a:t>
            </a:r>
          </a:p>
        </p:txBody>
      </p:sp>
      <p:pic>
        <p:nvPicPr>
          <p:cNvPr id="8" name="Picture 2" descr="http://textflow.mheducation.com/figures/1259657027/ale57027_0424_lg.jpg"/>
          <p:cNvPicPr>
            <a:picLocks noChangeAspect="1" noChangeArrowheads="1"/>
          </p:cNvPicPr>
          <p:nvPr/>
        </p:nvPicPr>
        <p:blipFill rotWithShape="1">
          <a:blip r:embed="rId3" cstate="print"/>
          <a:srcRect l="-217" t="-1979" r="51960" b="18846"/>
          <a:stretch/>
        </p:blipFill>
        <p:spPr bwMode="auto">
          <a:xfrm>
            <a:off x="7936734" y="2240127"/>
            <a:ext cx="3079599" cy="15837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521667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err="1"/>
              <a:t>Thévenin’s</a:t>
            </a:r>
            <a:r>
              <a:rPr lang="en-US" altLang="en-US"/>
              <a:t> Resistance (alternative) 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838200" y="1600201"/>
            <a:ext cx="6420439" cy="452596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/>
              <a:t>Case 2: If there are </a:t>
            </a:r>
            <a:r>
              <a:rPr lang="en-US" altLang="en-US" u="sng"/>
              <a:t>dependent sources</a:t>
            </a:r>
            <a:r>
              <a:rPr lang="en-US" altLang="en-US"/>
              <a:t>, we still turn off all the independent sources. Now apply a </a:t>
            </a:r>
            <a:r>
              <a:rPr lang="en-US" altLang="en-US" i="1">
                <a:solidFill>
                  <a:srgbClr val="FF0000"/>
                </a:solidFill>
              </a:rPr>
              <a:t>test source</a:t>
            </a:r>
            <a:r>
              <a:rPr lang="en-US" altLang="en-US"/>
              <a:t>, e.g. an independent voltage source </a:t>
            </a:r>
            <a:r>
              <a:rPr lang="en-US" altLang="en-US" i="1"/>
              <a:t>v</a:t>
            </a:r>
            <a:r>
              <a:rPr lang="en-US" altLang="en-US" baseline="-25000"/>
              <a:t>0</a:t>
            </a:r>
            <a:r>
              <a:rPr lang="en-US" altLang="en-US"/>
              <a:t> (or current source </a:t>
            </a:r>
            <a:r>
              <a:rPr lang="en-US" altLang="en-US" i="1"/>
              <a:t>i</a:t>
            </a:r>
            <a:r>
              <a:rPr lang="en-US" altLang="en-US" baseline="-25000"/>
              <a:t>0</a:t>
            </a:r>
            <a:r>
              <a:rPr lang="en-US" altLang="en-US"/>
              <a:t>) to the terminals, and determine the corresponding current </a:t>
            </a:r>
            <a:r>
              <a:rPr lang="en-US" altLang="en-US" i="1"/>
              <a:t>i</a:t>
            </a:r>
            <a:r>
              <a:rPr lang="en-US" altLang="en-US" baseline="-25000"/>
              <a:t>0</a:t>
            </a:r>
            <a:r>
              <a:rPr lang="en-US" altLang="en-US"/>
              <a:t> (voltage </a:t>
            </a:r>
            <a:r>
              <a:rPr lang="en-US" altLang="en-US" i="1"/>
              <a:t>v</a:t>
            </a:r>
            <a:r>
              <a:rPr lang="en-US" altLang="en-US" baseline="-25000"/>
              <a:t>0</a:t>
            </a:r>
            <a:r>
              <a:rPr lang="en-US" altLang="en-US"/>
              <a:t>) in the circuit. Then the </a:t>
            </a:r>
            <a:r>
              <a:rPr lang="en-US" altLang="en-US" err="1"/>
              <a:t>Thévenin’s</a:t>
            </a:r>
            <a:r>
              <a:rPr lang="en-US" altLang="en-US"/>
              <a:t> resistance can be calculated by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189442" name="Picture 2" descr="http://textflow.mheducation.com/figures/1259657027/ale57027_0425_lg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810500" y="1227138"/>
            <a:ext cx="3543300" cy="5362576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249129" y="5281959"/>
                <a:ext cx="1598579" cy="8442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3200" b="0" i="1" baseline="-25000" smtClean="0">
                          <a:latin typeface="Cambria Math" panose="02040503050406030204" pitchFamily="18" charset="0"/>
                        </a:rPr>
                        <m:t>𝑇h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3200" b="0" i="1" baseline="-25000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num>
                        <m:den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3200" b="0" i="1" baseline="-25000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den>
                      </m:f>
                    </m:oMath>
                  </m:oMathPara>
                </a14:m>
                <a:endParaRPr lang="zh-CN" altLang="en-US" sz="320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9129" y="5281959"/>
                <a:ext cx="1598579" cy="844205"/>
              </a:xfrm>
              <a:prstGeom prst="rect">
                <a:avLst/>
              </a:prstGeom>
              <a:blipFill>
                <a:blip r:embed="rId4"/>
                <a:stretch>
                  <a:fillRect b="-10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70281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</a:t>
            </a:r>
            <a:r>
              <a:rPr lang="en-US" sz="2400"/>
              <a:t>(Units: </a:t>
            </a:r>
            <a:r>
              <a:rPr lang="en-US" sz="2400" i="1"/>
              <a:t>v</a:t>
            </a:r>
            <a:r>
              <a:rPr lang="en-US" sz="2400"/>
              <a:t> in V,  </a:t>
            </a:r>
            <a:r>
              <a:rPr lang="en-US" sz="2400" i="1"/>
              <a:t>R</a:t>
            </a:r>
            <a:r>
              <a:rPr lang="en-US" sz="2400"/>
              <a:t> in </a:t>
            </a:r>
            <a:r>
              <a:rPr lang="en-US" sz="2400">
                <a:latin typeface="Symbol" panose="05050102010706020507" pitchFamily="18" charset="2"/>
              </a:rPr>
              <a:t>W</a:t>
            </a:r>
            <a:r>
              <a:rPr lang="en-US" sz="2400"/>
              <a:t>, and </a:t>
            </a:r>
            <a:r>
              <a:rPr lang="en-US" sz="2400" i="1" err="1"/>
              <a:t>i</a:t>
            </a:r>
            <a:r>
              <a:rPr lang="en-US" sz="2400"/>
              <a:t> in A are assumed)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7466814" cy="4486275"/>
          </a:xfrm>
        </p:spPr>
        <p:txBody>
          <a:bodyPr>
            <a:normAutofit lnSpcReduction="10000"/>
          </a:bodyPr>
          <a:lstStyle/>
          <a:p>
            <a:r>
              <a:rPr lang="en-US" sz="2400"/>
              <a:t>Find the </a:t>
            </a:r>
            <a:r>
              <a:rPr lang="en-US" sz="2400" err="1"/>
              <a:t>Thévenin</a:t>
            </a:r>
            <a:r>
              <a:rPr lang="en-US" sz="2400"/>
              <a:t> equivalent circuit of the circuit shown </a:t>
            </a:r>
          </a:p>
          <a:p>
            <a:pPr marL="457200" indent="-457200">
              <a:lnSpc>
                <a:spcPct val="100000"/>
              </a:lnSpc>
              <a:spcBef>
                <a:spcPts val="1200"/>
              </a:spcBef>
              <a:buFont typeface="+mj-lt"/>
              <a:buAutoNum type="alphaLcParenR"/>
            </a:pPr>
            <a:r>
              <a:rPr lang="en-US" altLang="zh-CN" sz="2400"/>
              <a:t>for finding </a:t>
            </a:r>
            <a:r>
              <a:rPr lang="en-US" altLang="zh-CN" sz="2400" i="1" err="1"/>
              <a:t>v</a:t>
            </a:r>
            <a:r>
              <a:rPr lang="en-US" altLang="zh-CN" sz="2400" i="1" baseline="-25000" err="1"/>
              <a:t>Th</a:t>
            </a:r>
            <a:r>
              <a:rPr lang="en-US" altLang="zh-CN" sz="2400"/>
              <a:t>.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altLang="zh-CN" sz="2000"/>
              <a:t>Use mesh or nodal analysis?</a:t>
            </a:r>
          </a:p>
          <a:p>
            <a:pPr marL="457200" indent="-457200">
              <a:lnSpc>
                <a:spcPct val="100000"/>
              </a:lnSpc>
              <a:spcBef>
                <a:spcPts val="1200"/>
              </a:spcBef>
              <a:buFont typeface="+mj-lt"/>
              <a:buAutoNum type="alphaLcParenR"/>
            </a:pPr>
            <a:endParaRPr lang="en-US" sz="2400"/>
          </a:p>
          <a:p>
            <a:pPr marL="457200" indent="-457200">
              <a:lnSpc>
                <a:spcPct val="100000"/>
              </a:lnSpc>
              <a:spcBef>
                <a:spcPts val="1200"/>
              </a:spcBef>
              <a:buFont typeface="+mj-lt"/>
              <a:buAutoNum type="alphaLcParenR"/>
            </a:pPr>
            <a:r>
              <a:rPr lang="en-US" sz="2400"/>
              <a:t>for finding </a:t>
            </a:r>
            <a:r>
              <a:rPr lang="en-US" sz="2400" i="1" err="1"/>
              <a:t>R</a:t>
            </a:r>
            <a:r>
              <a:rPr lang="en-US" sz="2400" i="1" baseline="-25000" err="1"/>
              <a:t>Th</a:t>
            </a:r>
            <a:r>
              <a:rPr lang="en-US" sz="2400"/>
              <a:t>, remove all independent sources (short voltage &amp; open current source)</a:t>
            </a:r>
          </a:p>
          <a:p>
            <a:pPr marL="457200" indent="-457200">
              <a:lnSpc>
                <a:spcPct val="100000"/>
              </a:lnSpc>
              <a:spcBef>
                <a:spcPts val="1200"/>
              </a:spcBef>
              <a:buFont typeface="+mj-lt"/>
              <a:buAutoNum type="alphaLcParenR"/>
            </a:pPr>
            <a:endParaRPr lang="en-US" sz="2400"/>
          </a:p>
          <a:p>
            <a:pPr marL="457200" indent="-457200">
              <a:lnSpc>
                <a:spcPct val="100000"/>
              </a:lnSpc>
              <a:spcBef>
                <a:spcPts val="1200"/>
              </a:spcBef>
              <a:buFont typeface="+mj-lt"/>
              <a:buAutoNum type="alphaLcParenR"/>
            </a:pPr>
            <a:endParaRPr lang="en-US" sz="2400"/>
          </a:p>
          <a:p>
            <a:pPr lvl="1"/>
            <a:endParaRPr lang="en-US" sz="2000"/>
          </a:p>
          <a:p>
            <a:pPr marL="457200" indent="-457200">
              <a:buFont typeface="+mj-lt"/>
              <a:buAutoNum type="alphaLcParenR"/>
            </a:pPr>
            <a:r>
              <a:rPr lang="en-US" sz="2400"/>
              <a:t>try to use short-circuit current to find </a:t>
            </a:r>
            <a:r>
              <a:rPr lang="en-US" sz="2400" i="1" err="1"/>
              <a:t>R</a:t>
            </a:r>
            <a:r>
              <a:rPr lang="en-US" sz="2400" i="1" baseline="-25000" err="1"/>
              <a:t>Th</a:t>
            </a:r>
            <a:endParaRPr lang="en-US" sz="2400" i="1" baseline="-250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274434" name="Picture 2" descr="http://textflow.mheducation.com/figures/1259657027/ale57027_0427_lg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392781" y="1899573"/>
            <a:ext cx="4529095" cy="1944044"/>
          </a:xfrm>
          <a:prstGeom prst="rect">
            <a:avLst/>
          </a:prstGeom>
          <a:noFill/>
        </p:spPr>
      </p:pic>
      <p:pic>
        <p:nvPicPr>
          <p:cNvPr id="274436" name="Picture 4" descr="http://textflow.mheducation.com/figures/1259657027/ale57027_0428_lg.jpg"/>
          <p:cNvPicPr>
            <a:picLocks noChangeAspect="1" noChangeArrowheads="1"/>
          </p:cNvPicPr>
          <p:nvPr/>
        </p:nvPicPr>
        <p:blipFill rotWithShape="1">
          <a:blip r:embed="rId3" cstate="print"/>
          <a:srcRect r="67311" b="11955"/>
          <a:stretch/>
        </p:blipFill>
        <p:spPr bwMode="auto">
          <a:xfrm>
            <a:off x="8222311" y="4203421"/>
            <a:ext cx="2870034" cy="1846046"/>
          </a:xfrm>
          <a:prstGeom prst="rect">
            <a:avLst/>
          </a:prstGeom>
          <a:noFill/>
        </p:spPr>
      </p:pic>
      <p:graphicFrame>
        <p:nvGraphicFramePr>
          <p:cNvPr id="274438" name="Object 6"/>
          <p:cNvGraphicFramePr>
            <a:graphicFrameLocks noChangeAspect="1"/>
          </p:cNvGraphicFramePr>
          <p:nvPr/>
        </p:nvGraphicFramePr>
        <p:xfrm>
          <a:off x="2165285" y="4461571"/>
          <a:ext cx="4010025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92300" imgH="393700" progId="Equation.DSMT4">
                  <p:embed/>
                </p:oleObj>
              </mc:Choice>
              <mc:Fallback>
                <p:oleObj name="Equation" r:id="rId4" imgW="1892300" imgH="393700" progId="Equation.DSMT4">
                  <p:embed/>
                  <p:pic>
                    <p:nvPicPr>
                      <p:cNvPr id="27443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5285" y="4461571"/>
                        <a:ext cx="4010025" cy="833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26448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85853"/>
            <a:ext cx="10515600" cy="3704242"/>
          </a:xfrm>
        </p:spPr>
        <p:txBody>
          <a:bodyPr/>
          <a:lstStyle/>
          <a:p>
            <a:r>
              <a:rPr lang="en-US"/>
              <a:t>From mesh 1,                  from mesh 2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Combing, </a:t>
            </a:r>
          </a:p>
          <a:p>
            <a:r>
              <a:rPr lang="en-US"/>
              <a:t>Therefore                                                   </a:t>
            </a:r>
          </a:p>
          <a:p>
            <a:pPr>
              <a:buNone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273409" name="Object 1"/>
          <p:cNvGraphicFramePr>
            <a:graphicFrameLocks noChangeAspect="1"/>
          </p:cNvGraphicFramePr>
          <p:nvPr/>
        </p:nvGraphicFramePr>
        <p:xfrm>
          <a:off x="1118062" y="2366313"/>
          <a:ext cx="3149600" cy="145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85900" imgH="685800" progId="Equation.DSMT4">
                  <p:embed/>
                </p:oleObj>
              </mc:Choice>
              <mc:Fallback>
                <p:oleObj name="Equation" r:id="rId2" imgW="1485900" imgH="685800" progId="Equation.DSMT4">
                  <p:embed/>
                  <p:pic>
                    <p:nvPicPr>
                      <p:cNvPr id="273409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8062" y="2366313"/>
                        <a:ext cx="3149600" cy="1450975"/>
                      </a:xfrm>
                      <a:prstGeom prst="rect">
                        <a:avLst/>
                      </a:prstGeom>
                      <a:solidFill>
                        <a:srgbClr val="C5E0B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3410" name="Object 2"/>
          <p:cNvGraphicFramePr>
            <a:graphicFrameLocks noChangeAspect="1"/>
          </p:cNvGraphicFramePr>
          <p:nvPr/>
        </p:nvGraphicFramePr>
        <p:xfrm>
          <a:off x="5127625" y="2748950"/>
          <a:ext cx="9683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200" imgH="228600" progId="Equation.DSMT4">
                  <p:embed/>
                </p:oleObj>
              </mc:Choice>
              <mc:Fallback>
                <p:oleObj name="Equation" r:id="rId4" imgW="457200" imgH="228600" progId="Equation.DSMT4">
                  <p:embed/>
                  <p:pic>
                    <p:nvPicPr>
                      <p:cNvPr id="27341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7625" y="2748950"/>
                        <a:ext cx="968375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3412" name="Object 4"/>
          <p:cNvGraphicFramePr>
            <a:graphicFrameLocks noChangeAspect="1"/>
          </p:cNvGraphicFramePr>
          <p:nvPr/>
        </p:nvGraphicFramePr>
        <p:xfrm>
          <a:off x="2899033" y="3951001"/>
          <a:ext cx="115728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45863" imgH="228501" progId="Equation.DSMT4">
                  <p:embed/>
                </p:oleObj>
              </mc:Choice>
              <mc:Fallback>
                <p:oleObj name="Equation" r:id="rId6" imgW="545863" imgH="228501" progId="Equation.DSMT4">
                  <p:embed/>
                  <p:pic>
                    <p:nvPicPr>
                      <p:cNvPr id="2734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9033" y="3951001"/>
                        <a:ext cx="1157288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3413" name="Object 5"/>
          <p:cNvGraphicFramePr>
            <a:graphicFrameLocks noChangeAspect="1"/>
          </p:cNvGraphicFramePr>
          <p:nvPr/>
        </p:nvGraphicFramePr>
        <p:xfrm>
          <a:off x="1916371" y="4943329"/>
          <a:ext cx="427990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19300" imgH="228600" progId="Equation.DSMT4">
                  <p:embed/>
                </p:oleObj>
              </mc:Choice>
              <mc:Fallback>
                <p:oleObj name="Equation" r:id="rId8" imgW="2019300" imgH="228600" progId="Equation.DSMT4">
                  <p:embed/>
                  <p:pic>
                    <p:nvPicPr>
                      <p:cNvPr id="27341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6371" y="4943329"/>
                        <a:ext cx="4279900" cy="484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3415" name="Picture 7" descr="http://textflow.mheducation.com/figures/1259657027/ale57027_0429_lg.jp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554977" y="2093145"/>
            <a:ext cx="3464955" cy="2317056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7708323" y="4418275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itchFamily="18" charset="0"/>
                <a:cs typeface="Times New Roman" pitchFamily="18" charset="0"/>
              </a:rPr>
              <a:t>As far as the load 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 is concerned, this is the circuit.</a:t>
            </a:r>
          </a:p>
        </p:txBody>
      </p:sp>
      <p:graphicFrame>
        <p:nvGraphicFramePr>
          <p:cNvPr id="273416" name="Object 8"/>
          <p:cNvGraphicFramePr>
            <a:graphicFrameLocks noChangeAspect="1"/>
          </p:cNvGraphicFramePr>
          <p:nvPr/>
        </p:nvGraphicFramePr>
        <p:xfrm>
          <a:off x="7790916" y="5185423"/>
          <a:ext cx="2908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71600" imgH="431800" progId="Equation.DSMT4">
                  <p:embed/>
                </p:oleObj>
              </mc:Choice>
              <mc:Fallback>
                <p:oleObj name="Equation" r:id="rId11" imgW="1371600" imgH="431800" progId="Equation.DSMT4">
                  <p:embed/>
                  <p:pic>
                    <p:nvPicPr>
                      <p:cNvPr id="27341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0916" y="5185423"/>
                        <a:ext cx="29083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4" descr="http://textflow.mheducation.com/figures/1259657027/ale57027_0428_lg.jpg"/>
          <p:cNvPicPr>
            <a:picLocks noChangeAspect="1" noChangeArrowheads="1"/>
          </p:cNvPicPr>
          <p:nvPr/>
        </p:nvPicPr>
        <p:blipFill rotWithShape="1">
          <a:blip r:embed="rId13" cstate="print">
            <a:clrChange>
              <a:clrFrom>
                <a:srgbClr val="FFFEFF"/>
              </a:clrFrom>
              <a:clrTo>
                <a:srgbClr val="FFFEFF">
                  <a:alpha val="0"/>
                </a:srgbClr>
              </a:clrTo>
            </a:clrChange>
          </a:blip>
          <a:srcRect l="34718" t="-1794" r="-107" b="13748"/>
          <a:stretch/>
        </p:blipFill>
        <p:spPr bwMode="auto">
          <a:xfrm>
            <a:off x="6102624" y="169960"/>
            <a:ext cx="5740922" cy="1846046"/>
          </a:xfrm>
          <a:prstGeom prst="rect">
            <a:avLst/>
          </a:prstGeom>
          <a:noFill/>
        </p:spPr>
      </p:pic>
      <p:graphicFrame>
        <p:nvGraphicFramePr>
          <p:cNvPr id="14" name="Object 6"/>
          <p:cNvGraphicFramePr>
            <a:graphicFrameLocks noChangeAspect="1"/>
          </p:cNvGraphicFramePr>
          <p:nvPr/>
        </p:nvGraphicFramePr>
        <p:xfrm>
          <a:off x="1916371" y="5705474"/>
          <a:ext cx="4010025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892300" imgH="393700" progId="Equation.DSMT4">
                  <p:embed/>
                </p:oleObj>
              </mc:Choice>
              <mc:Fallback>
                <p:oleObj name="Equation" r:id="rId14" imgW="1892300" imgH="393700" progId="Equation.DSMT4">
                  <p:embed/>
                  <p:pic>
                    <p:nvPicPr>
                      <p:cNvPr id="1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6371" y="5705474"/>
                        <a:ext cx="4010025" cy="833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16079" y="4936757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/>
              <a:t>V</a:t>
            </a:r>
            <a:endParaRPr lang="zh-CN" altLang="en-US" sz="2400"/>
          </a:p>
        </p:txBody>
      </p:sp>
      <p:sp>
        <p:nvSpPr>
          <p:cNvPr id="16" name="TextBox 15"/>
          <p:cNvSpPr txBox="1"/>
          <p:nvPr/>
        </p:nvSpPr>
        <p:spPr>
          <a:xfrm>
            <a:off x="5846204" y="5868990"/>
            <a:ext cx="407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CN" sz="2400"/>
              <a:t>Ω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1427428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</a:t>
            </a:r>
            <a:r>
              <a:rPr lang="en-US" sz="2800"/>
              <a:t>(Units: </a:t>
            </a:r>
            <a:r>
              <a:rPr lang="en-US" sz="2800" i="1"/>
              <a:t>v</a:t>
            </a:r>
            <a:r>
              <a:rPr lang="en-US" sz="2800"/>
              <a:t> in V,  </a:t>
            </a:r>
            <a:r>
              <a:rPr lang="en-US" sz="2800" i="1"/>
              <a:t>R</a:t>
            </a:r>
            <a:r>
              <a:rPr lang="en-US" sz="2800"/>
              <a:t> in </a:t>
            </a:r>
            <a:r>
              <a:rPr lang="el-GR" sz="2800"/>
              <a:t>Ω</a:t>
            </a:r>
            <a:r>
              <a:rPr lang="en-US" sz="2800"/>
              <a:t>, and </a:t>
            </a:r>
            <a:r>
              <a:rPr lang="en-US" sz="2800" i="1" err="1"/>
              <a:t>i</a:t>
            </a:r>
            <a:r>
              <a:rPr lang="en-US" sz="2800"/>
              <a:t> in A are assumed)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52670" cy="4486275"/>
          </a:xfrm>
        </p:spPr>
        <p:txBody>
          <a:bodyPr/>
          <a:lstStyle/>
          <a:p>
            <a:r>
              <a:rPr lang="en-US"/>
              <a:t>Find the </a:t>
            </a:r>
            <a:r>
              <a:rPr lang="en-US" altLang="en-US" err="1"/>
              <a:t>Thévenin</a:t>
            </a:r>
            <a:r>
              <a:rPr lang="en-US" altLang="en-US"/>
              <a:t> equivalent circuit</a:t>
            </a:r>
          </a:p>
          <a:p>
            <a:endParaRPr lang="en-US" baseline="-250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C6E937-B566-C741-8F11-36B9A95F8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309" y="2468900"/>
            <a:ext cx="6069543" cy="384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6857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Solution (alternative method with a test source)</a:t>
            </a:r>
            <a:endParaRPr lang="en-US" sz="2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52670" cy="4486275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(a) Excite the network with a voltage source to find </a:t>
            </a:r>
            <a:r>
              <a:rPr lang="en-US" i="1" err="1"/>
              <a:t>R</a:t>
            </a:r>
            <a:r>
              <a:rPr lang="en-US" baseline="-25000" err="1"/>
              <a:t>Th</a:t>
            </a:r>
            <a:r>
              <a:rPr lang="en-US"/>
              <a:t> </a:t>
            </a:r>
          </a:p>
          <a:p>
            <a:pPr marL="0" indent="0">
              <a:buNone/>
            </a:pPr>
            <a:r>
              <a:rPr lang="en-US"/>
              <a:t>(b) Find the open-circuit voltage for </a:t>
            </a:r>
            <a:r>
              <a:rPr lang="en-US" i="1" err="1"/>
              <a:t>v</a:t>
            </a:r>
            <a:r>
              <a:rPr lang="en-US" baseline="-25000" err="1"/>
              <a:t>Th</a:t>
            </a:r>
            <a:endParaRPr lang="en-US"/>
          </a:p>
          <a:p>
            <a:endParaRPr lang="en-US" baseline="-250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610600" y="1326635"/>
            <a:ext cx="30364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rgbClr val="FF0000"/>
                </a:solidFill>
              </a:rPr>
              <a:t>Answer: </a:t>
            </a:r>
            <a:r>
              <a:rPr lang="en-US" altLang="zh-CN" i="1" err="1">
                <a:solidFill>
                  <a:srgbClr val="FF0000"/>
                </a:solidFill>
              </a:rPr>
              <a:t>R</a:t>
            </a:r>
            <a:r>
              <a:rPr lang="en-US" altLang="zh-CN" baseline="-25000" err="1">
                <a:solidFill>
                  <a:srgbClr val="FF0000"/>
                </a:solidFill>
              </a:rPr>
              <a:t>Th</a:t>
            </a:r>
            <a:r>
              <a:rPr lang="en-US" altLang="zh-CN">
                <a:solidFill>
                  <a:srgbClr val="FF0000"/>
                </a:solidFill>
              </a:rPr>
              <a:t>=6</a:t>
            </a:r>
            <a:r>
              <a:rPr lang="en-US" altLang="zh-CN">
                <a:solidFill>
                  <a:srgbClr val="FF0000"/>
                </a:solidFill>
                <a:latin typeface="Symbol" panose="05050102010706020507" pitchFamily="18" charset="2"/>
              </a:rPr>
              <a:t>W</a:t>
            </a:r>
            <a:r>
              <a:rPr lang="en-US" altLang="zh-CN">
                <a:solidFill>
                  <a:srgbClr val="FF0000"/>
                </a:solidFill>
              </a:rPr>
              <a:t> and </a:t>
            </a:r>
            <a:r>
              <a:rPr lang="en-US" altLang="zh-CN" i="1" err="1">
                <a:solidFill>
                  <a:srgbClr val="FF0000"/>
                </a:solidFill>
              </a:rPr>
              <a:t>V</a:t>
            </a:r>
            <a:r>
              <a:rPr lang="en-US" altLang="zh-CN" baseline="-25000" err="1">
                <a:solidFill>
                  <a:srgbClr val="FF0000"/>
                </a:solidFill>
              </a:rPr>
              <a:t>Th</a:t>
            </a:r>
            <a:r>
              <a:rPr lang="en-US" altLang="zh-CN">
                <a:solidFill>
                  <a:srgbClr val="FF0000"/>
                </a:solidFill>
              </a:rPr>
              <a:t>=20V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E3DB3D-C521-3F4F-80BB-3057DE140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892" y="2699151"/>
            <a:ext cx="5161301" cy="38515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3A2A9C-30C7-5D48-8B08-967414107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996" y="2758191"/>
            <a:ext cx="5813804" cy="395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6986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/>
              <a:t>Solution (direct method)</a:t>
            </a:r>
            <a:endParaRPr lang="en-US" sz="24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37D6EC4-FFCC-B54C-AC3D-6F6CCB85AC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4936" y="1249817"/>
            <a:ext cx="4577707" cy="2897641"/>
          </a:xfrm>
          <a:prstGeom prst="rect">
            <a:avLst/>
          </a:prstGeom>
        </p:spPr>
      </p:pic>
      <p:pic>
        <p:nvPicPr>
          <p:cNvPr id="12" name="Content Placeholder 9">
            <a:extLst>
              <a:ext uri="{FF2B5EF4-FFF2-40B4-BE49-F238E27FC236}">
                <a16:creationId xmlns:a16="http://schemas.microsoft.com/office/drawing/2014/main" id="{B8E9942A-808C-8F49-A52F-3604C3FE9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060" y="1249817"/>
            <a:ext cx="4577707" cy="289764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2E83990-0263-2744-BAE9-35ACDA5B9EB7}"/>
                  </a:ext>
                </a:extLst>
              </p14:cNvPr>
              <p14:cNvContentPartPr/>
              <p14:nvPr/>
            </p14:nvContentPartPr>
            <p14:xfrm>
              <a:off x="857520" y="1165320"/>
              <a:ext cx="11187360" cy="5532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2E83990-0263-2744-BAE9-35ACDA5B9EB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8160" y="1155960"/>
                <a:ext cx="11206080" cy="555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463759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838200" y="838986"/>
            <a:ext cx="10515600" cy="533797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i="1" dirty="0"/>
              <a:t>Question:</a:t>
            </a:r>
          </a:p>
          <a:p>
            <a:pPr marL="0" indent="0" algn="just">
              <a:buNone/>
            </a:pPr>
            <a:r>
              <a:rPr lang="en-US" altLang="en-US" i="1" dirty="0"/>
              <a:t>Is it possible for the result of the equivalent circuit to end up with a negative resistance?</a:t>
            </a:r>
          </a:p>
          <a:p>
            <a:pPr marL="0" indent="0">
              <a:buNone/>
            </a:pPr>
            <a:r>
              <a:rPr lang="en-US" altLang="en-US" dirty="0"/>
              <a:t>The answer is </a:t>
            </a:r>
            <a:r>
              <a:rPr lang="en-US" altLang="en-US" b="1" i="1" dirty="0"/>
              <a:t>Yes</a:t>
            </a:r>
            <a:r>
              <a:rPr lang="en-US" altLang="en-US" dirty="0"/>
              <a:t>!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It is possible to get a negative </a:t>
            </a:r>
            <a:r>
              <a:rPr lang="en-US" altLang="en-US" dirty="0" err="1"/>
              <a:t>Thévenin</a:t>
            </a:r>
            <a:r>
              <a:rPr lang="en-US" altLang="en-US" dirty="0"/>
              <a:t> resistance (or voltage).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This is reasonable with dependent sources.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For example…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en-US" altLang="zh-CN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6093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-</a:t>
            </a:r>
            <a:r>
              <a:rPr lang="en-US" i="1" err="1"/>
              <a:t>R</a:t>
            </a:r>
            <a:r>
              <a:rPr lang="en-US" baseline="-25000" err="1"/>
              <a:t>Th</a:t>
            </a:r>
            <a:endParaRPr lang="en-GB" baseline="-25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42913" y="1690689"/>
                <a:ext cx="7767687" cy="5071784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  <a:spcBef>
                    <a:spcPts val="1200"/>
                  </a:spcBef>
                </a:pPr>
                <a:r>
                  <a:rPr lang="en-GB" sz="2400"/>
                  <a:t>Determine the </a:t>
                </a:r>
                <a:r>
                  <a:rPr lang="en-GB" sz="2400" err="1"/>
                  <a:t>Thévenin</a:t>
                </a:r>
                <a:r>
                  <a:rPr lang="en-GB" sz="2400"/>
                  <a:t> equivalent of the circuit shown.</a:t>
                </a:r>
              </a:p>
              <a:p>
                <a:pPr>
                  <a:lnSpc>
                    <a:spcPct val="120000"/>
                  </a:lnSpc>
                  <a:spcBef>
                    <a:spcPts val="1200"/>
                  </a:spcBef>
                </a:pPr>
                <a:r>
                  <a:rPr lang="en-US" sz="2400"/>
                  <a:t>Note: there are no independent sources, </a:t>
                </a:r>
                <a:r>
                  <a:rPr lang="en-US" sz="2400" i="1" err="1">
                    <a:solidFill>
                      <a:srgbClr val="FF0000"/>
                    </a:solidFill>
                  </a:rPr>
                  <a:t>v</a:t>
                </a:r>
                <a:r>
                  <a:rPr lang="en-US" sz="2400" baseline="-25000" err="1">
                    <a:solidFill>
                      <a:srgbClr val="FF0000"/>
                    </a:solidFill>
                  </a:rPr>
                  <a:t>Th</a:t>
                </a:r>
                <a:r>
                  <a:rPr lang="en-US" sz="2400">
                    <a:solidFill>
                      <a:srgbClr val="FF0000"/>
                    </a:solidFill>
                  </a:rPr>
                  <a:t> = 0</a:t>
                </a:r>
                <a:r>
                  <a:rPr lang="en-US" sz="2400"/>
                  <a:t>.</a:t>
                </a:r>
              </a:p>
              <a:p>
                <a:pPr>
                  <a:lnSpc>
                    <a:spcPct val="120000"/>
                  </a:lnSpc>
                  <a:spcBef>
                    <a:spcPts val="1200"/>
                  </a:spcBef>
                </a:pPr>
                <a:r>
                  <a:rPr lang="en-US" sz="2400"/>
                  <a:t>To find </a:t>
                </a:r>
                <a:r>
                  <a:rPr lang="en-US" sz="2400" i="1" err="1"/>
                  <a:t>R</a:t>
                </a:r>
                <a:r>
                  <a:rPr lang="en-US" sz="2400" baseline="-25000" err="1"/>
                  <a:t>Th</a:t>
                </a:r>
                <a:r>
                  <a:rPr lang="en-US" sz="2400"/>
                  <a:t>, add an external </a:t>
                </a:r>
                <a:r>
                  <a:rPr lang="en-US" sz="2400" i="1"/>
                  <a:t>current source </a:t>
                </a:r>
                <a:r>
                  <a:rPr lang="en-US" sz="2400"/>
                  <a:t>to excite the circuit - </a:t>
                </a:r>
                <a:r>
                  <a:rPr lang="en-US" sz="2400" i="1" err="1"/>
                  <a:t>i</a:t>
                </a:r>
                <a:r>
                  <a:rPr lang="en-US" sz="2400" baseline="-25000" err="1"/>
                  <a:t>o</a:t>
                </a:r>
                <a:r>
                  <a:rPr lang="en-US" sz="2400"/>
                  <a:t> is an externally applied test current source.</a:t>
                </a:r>
              </a:p>
              <a:p>
                <a:r>
                  <a:rPr lang="en-US" sz="2400"/>
                  <a:t>KCL at node </a:t>
                </a:r>
                <a:r>
                  <a:rPr lang="en-US" sz="2400" i="1"/>
                  <a:t>a</a:t>
                </a:r>
                <a:r>
                  <a:rPr lang="en-US" sz="2400"/>
                  <a:t>:</a:t>
                </a:r>
              </a:p>
              <a:p>
                <a:endParaRPr lang="en-US" sz="240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/>
                  <a:t>Constraint: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0−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endParaRPr lang="en-US" sz="2400"/>
              </a:p>
              <a:p>
                <a:r>
                  <a:rPr lang="en-US" sz="2400"/>
                  <a:t>Sub and solve, </a:t>
                </a:r>
              </a:p>
              <a:p>
                <a:pPr>
                  <a:spcBef>
                    <a:spcPts val="1800"/>
                  </a:spcBef>
                </a:pPr>
                <a:r>
                  <a:rPr lang="en-GB" sz="2400" i="1"/>
                  <a:t>A negative </a:t>
                </a:r>
                <a:r>
                  <a:rPr lang="en-GB" sz="2400" i="1" err="1"/>
                  <a:t>Thevenin</a:t>
                </a:r>
                <a:r>
                  <a:rPr lang="en-GB" sz="2400" i="1"/>
                  <a:t> equivalent resistance here means the circuit is supplying power because of the dependent source</a:t>
                </a:r>
                <a:endParaRPr lang="en-US" sz="240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2913" y="1690689"/>
                <a:ext cx="7767687" cy="5071784"/>
              </a:xfrm>
              <a:blipFill>
                <a:blip r:embed="rId2"/>
                <a:stretch>
                  <a:fillRect l="-1020" t="-2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128038" y="765879"/>
            <a:ext cx="3333501" cy="38799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291728" y="3902832"/>
                <a:ext cx="3855308" cy="7430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GB" sz="2000"/>
                  <a:t>+(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GB" sz="2000"/>
                  <a:t>-0)/4+(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GB" sz="2000"/>
                  <a:t>-0)/2+(-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GB" sz="2000"/>
                  <a:t>)=0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GB" sz="2000"/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b>
                      <m:sSubPr>
                        <m:ctrlPr>
                          <a:rPr lang="en-GB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GB" sz="200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endParaRPr lang="en-GB" sz="200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728" y="3902832"/>
                <a:ext cx="3855308" cy="743024"/>
              </a:xfrm>
              <a:prstGeom prst="rect">
                <a:avLst/>
              </a:prstGeom>
              <a:blipFill>
                <a:blip r:embed="rId4"/>
                <a:stretch>
                  <a:fillRect l="-2373" t="-10656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478984" y="5321926"/>
                <a:ext cx="2090977" cy="579518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𝑇h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=−4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984" y="5321926"/>
                <a:ext cx="2090977" cy="579518"/>
              </a:xfrm>
              <a:prstGeom prst="rect">
                <a:avLst/>
              </a:prstGeom>
              <a:blipFill>
                <a:blip r:embed="rId5"/>
                <a:stretch>
                  <a:fillRect b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7055" b="11640"/>
          <a:stretch/>
        </p:blipFill>
        <p:spPr>
          <a:xfrm>
            <a:off x="8826078" y="4826687"/>
            <a:ext cx="1893537" cy="189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0478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Example of -</a:t>
            </a:r>
            <a:r>
              <a:rPr lang="en-US" altLang="zh-CN" i="1" err="1"/>
              <a:t>V</a:t>
            </a:r>
            <a:r>
              <a:rPr lang="en-US" altLang="zh-CN" baseline="-25000" err="1"/>
              <a:t>Th</a:t>
            </a:r>
            <a:endParaRPr lang="zh-CN" altLang="en-US" baseline="-25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5" name="Picture 2" descr="AAAZIQP0.jpg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20"/>
          <a:stretch/>
        </p:blipFill>
        <p:spPr bwMode="auto">
          <a:xfrm>
            <a:off x="637635" y="2650861"/>
            <a:ext cx="6970170" cy="2712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838200" y="1548090"/>
            <a:ext cx="7126503" cy="4968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GB" altLang="zh-CN" sz="2400"/>
              <a:t>Determine the </a:t>
            </a:r>
            <a:r>
              <a:rPr lang="en-GB" altLang="zh-CN" sz="2400" err="1"/>
              <a:t>Thévenin</a:t>
            </a:r>
            <a:r>
              <a:rPr lang="en-GB" altLang="zh-CN" sz="2400"/>
              <a:t> equivalent of the circuit shown.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202" r="11113" b="10246"/>
          <a:stretch/>
        </p:blipFill>
        <p:spPr>
          <a:xfrm>
            <a:off x="8160780" y="3242820"/>
            <a:ext cx="3193020" cy="19513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522964" y="6376970"/>
            <a:ext cx="32287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rgbClr val="FF0000"/>
                </a:solidFill>
              </a:rPr>
              <a:t>Answer: </a:t>
            </a:r>
            <a:r>
              <a:rPr lang="en-US" altLang="zh-CN" i="1" err="1">
                <a:solidFill>
                  <a:srgbClr val="FF0000"/>
                </a:solidFill>
              </a:rPr>
              <a:t>R</a:t>
            </a:r>
            <a:r>
              <a:rPr lang="en-US" altLang="zh-CN" baseline="-25000" err="1">
                <a:solidFill>
                  <a:srgbClr val="FF0000"/>
                </a:solidFill>
              </a:rPr>
              <a:t>Th</a:t>
            </a:r>
            <a:r>
              <a:rPr lang="en-US" altLang="zh-CN">
                <a:solidFill>
                  <a:srgbClr val="FF0000"/>
                </a:solidFill>
              </a:rPr>
              <a:t>=100</a:t>
            </a:r>
            <a:r>
              <a:rPr lang="en-US" altLang="zh-CN">
                <a:solidFill>
                  <a:srgbClr val="FF0000"/>
                </a:solidFill>
                <a:latin typeface="Symbol" panose="05050102010706020507" pitchFamily="18" charset="2"/>
              </a:rPr>
              <a:t>W</a:t>
            </a:r>
            <a:r>
              <a:rPr lang="en-US" altLang="zh-CN">
                <a:solidFill>
                  <a:srgbClr val="FF0000"/>
                </a:solidFill>
              </a:rPr>
              <a:t> and </a:t>
            </a:r>
            <a:r>
              <a:rPr lang="en-US" altLang="zh-CN" i="1" err="1">
                <a:solidFill>
                  <a:srgbClr val="FF0000"/>
                </a:solidFill>
              </a:rPr>
              <a:t>V</a:t>
            </a:r>
            <a:r>
              <a:rPr lang="en-US" altLang="zh-CN" baseline="-25000" err="1">
                <a:solidFill>
                  <a:srgbClr val="FF0000"/>
                </a:solidFill>
              </a:rPr>
              <a:t>Th</a:t>
            </a:r>
            <a:r>
              <a:rPr lang="en-US" altLang="zh-CN">
                <a:solidFill>
                  <a:srgbClr val="FF0000"/>
                </a:solidFill>
              </a:rPr>
              <a:t>=-5V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4969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Norton’s Theorem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838201" y="1600201"/>
            <a:ext cx="6646681" cy="4525963"/>
          </a:xfrm>
          <a:noFill/>
        </p:spPr>
        <p:txBody>
          <a:bodyPr/>
          <a:lstStyle/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/>
              <a:t>Similar to </a:t>
            </a:r>
            <a:r>
              <a:rPr lang="en-US" altLang="en-US" err="1"/>
              <a:t>Thévenin’s</a:t>
            </a:r>
            <a:r>
              <a:rPr lang="en-US" altLang="en-US"/>
              <a:t> theorem, 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endParaRPr lang="en-US" altLang="en-US"/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endParaRPr lang="en-US" altLang="en-US"/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endParaRPr lang="en-US" altLang="en-US"/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endParaRPr lang="en-US" altLang="en-US"/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/>
              <a:t>The Norton resistance will be exactly the same as the </a:t>
            </a:r>
            <a:r>
              <a:rPr lang="en-US" altLang="en-US" err="1"/>
              <a:t>Thévenin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286722" name="Picture 2" descr="http://textflow.mheducation.com/figures/1259657027/ale57027_0437_l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19519" y="1817260"/>
            <a:ext cx="3246335" cy="4091844"/>
          </a:xfrm>
          <a:prstGeom prst="rect">
            <a:avLst/>
          </a:prstGeom>
          <a:noFill/>
        </p:spPr>
      </p:pic>
      <p:pic>
        <p:nvPicPr>
          <p:cNvPr id="286724" name="Picture 4" descr="http://textflow.mheducation.com/figures/1259657027/ale57027_eq04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28091" y="5651499"/>
            <a:ext cx="1866900" cy="70485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2" name="Rectangle 1"/>
          <p:cNvSpPr/>
          <p:nvPr/>
        </p:nvSpPr>
        <p:spPr>
          <a:xfrm>
            <a:off x="1140642" y="2351615"/>
            <a:ext cx="6344240" cy="181588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 sz="2800"/>
              <a:t>Norton’s Theorem states that a linear two terminal circuit may be replaced with an equivalent circuit containing a resistor and a current source</a:t>
            </a:r>
          </a:p>
        </p:txBody>
      </p:sp>
    </p:spTree>
    <p:extLst>
      <p:ext uri="{BB962C8B-B14F-4D97-AF65-F5344CB8AC3E}">
        <p14:creationId xmlns:p14="http://schemas.microsoft.com/office/powerpoint/2010/main" val="2915934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6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Norton’s Theorem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379043" cy="4351338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/>
              <a:t>The Norton current </a:t>
            </a:r>
            <a:r>
              <a:rPr lang="en-US" altLang="en-US" i="1" err="1"/>
              <a:t>i</a:t>
            </a:r>
            <a:r>
              <a:rPr lang="en-US" altLang="en-US" baseline="-25000" err="1"/>
              <a:t>N</a:t>
            </a:r>
            <a:r>
              <a:rPr lang="en-US" altLang="en-US"/>
              <a:t> is found by short circuiting the circuit’s terminals and measuring the resulting current.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endParaRPr lang="en-US" altLang="en-US"/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/>
              <a:t>Dependent and independent sources are treated the same way as in </a:t>
            </a:r>
            <a:r>
              <a:rPr lang="en-US" err="1"/>
              <a:t>Thévenin’s</a:t>
            </a:r>
            <a:r>
              <a:rPr lang="en-US"/>
              <a:t> theorem.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endParaRPr lang="en-US"/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/>
              <a:t>Recall source transformation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19462" name="Object 3"/>
          <p:cNvGraphicFramePr>
            <a:graphicFrameLocks noChangeAspect="1"/>
          </p:cNvGraphicFramePr>
          <p:nvPr/>
        </p:nvGraphicFramePr>
        <p:xfrm>
          <a:off x="3746385" y="3195687"/>
          <a:ext cx="1321940" cy="67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44307" imgH="228501" progId="Equation.DSMT4">
                  <p:embed/>
                </p:oleObj>
              </mc:Choice>
              <mc:Fallback>
                <p:oleObj name="Equation" r:id="rId3" imgW="444307" imgH="228501" progId="Equation.DSMT4">
                  <p:embed/>
                  <p:pic>
                    <p:nvPicPr>
                      <p:cNvPr id="1946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6385" y="3195687"/>
                        <a:ext cx="1321940" cy="679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8861" name="Picture 189" descr="http://textflow.mheducation.com/figures/1259657027/ale57027_0438_lg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610600" y="2116042"/>
            <a:ext cx="3048000" cy="1419226"/>
          </a:xfrm>
          <a:prstGeom prst="rect">
            <a:avLst/>
          </a:prstGeom>
          <a:noFill/>
        </p:spPr>
      </p:pic>
      <p:pic>
        <p:nvPicPr>
          <p:cNvPr id="8" name="Picture 2" descr="http://textflow.mheducation.com/figures/1259657027/ale57027_0415_lg.jpg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679816" y="4977306"/>
            <a:ext cx="5074853" cy="133459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70581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70950"/>
            <a:ext cx="6910633" cy="4685400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Find the Norton equivalent circuit of the circuit shown.</a:t>
            </a:r>
          </a:p>
          <a:p>
            <a:r>
              <a:rPr lang="en-US"/>
              <a:t>To find </a:t>
            </a:r>
            <a:r>
              <a:rPr lang="en-US" i="1" err="1"/>
              <a:t>R</a:t>
            </a:r>
            <a:r>
              <a:rPr lang="en-US" baseline="-25000" err="1"/>
              <a:t>Th</a:t>
            </a:r>
            <a:r>
              <a:rPr lang="en-US"/>
              <a:t>, consider auxiliary figure (a)</a:t>
            </a:r>
          </a:p>
          <a:p>
            <a:endParaRPr lang="en-US">
              <a:latin typeface="Symbol" pitchFamily="18" charset="2"/>
            </a:endParaRPr>
          </a:p>
          <a:p>
            <a:endParaRPr lang="en-US"/>
          </a:p>
          <a:p>
            <a:pPr>
              <a:lnSpc>
                <a:spcPct val="120000"/>
              </a:lnSpc>
            </a:pPr>
            <a:r>
              <a:rPr lang="en-US"/>
              <a:t>To find </a:t>
            </a:r>
            <a:r>
              <a:rPr lang="en-US" i="1" err="1"/>
              <a:t>i</a:t>
            </a:r>
            <a:r>
              <a:rPr lang="en-US" i="1" baseline="-25000" err="1"/>
              <a:t>N</a:t>
            </a:r>
            <a:r>
              <a:rPr lang="en-US" err="1"/>
              <a:t>.</a:t>
            </a:r>
            <a:r>
              <a:rPr lang="en-US"/>
              <a:t> short terminals a &amp; b, obtain </a:t>
            </a:r>
            <a:r>
              <a:rPr lang="en-US" altLang="zh-CN"/>
              <a:t>auxiliary figure</a:t>
            </a:r>
            <a:r>
              <a:rPr lang="en-US"/>
              <a:t> (b).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/>
              <a:t>5</a:t>
            </a:r>
            <a:r>
              <a:rPr lang="en-US">
                <a:latin typeface="Symbol" pitchFamily="18" charset="2"/>
              </a:rPr>
              <a:t>W</a:t>
            </a:r>
            <a:r>
              <a:rPr lang="en-US"/>
              <a:t> is immaterial.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/>
              <a:t>Apply mesh analysis,</a:t>
            </a:r>
          </a:p>
          <a:p>
            <a:endParaRPr lang="en-US"/>
          </a:p>
          <a:p>
            <a:pPr>
              <a:buNone/>
            </a:pPr>
            <a:r>
              <a:rPr lang="en-US"/>
              <a:t>Thus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366594" name="Picture 2" descr="http://textflow.mheducation.com/figures/1259657027/ale57027_0439_lg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301745" y="1848750"/>
            <a:ext cx="4124325" cy="2295526"/>
          </a:xfrm>
          <a:prstGeom prst="rect">
            <a:avLst/>
          </a:prstGeom>
          <a:noFill/>
        </p:spPr>
      </p:pic>
      <p:pic>
        <p:nvPicPr>
          <p:cNvPr id="366599" name="Picture 7" descr="http://textflow.mheducation.com/figures/1259657027/ale57027_uneq0436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72677" y="2922526"/>
            <a:ext cx="5343182" cy="550453"/>
          </a:xfrm>
          <a:prstGeom prst="rect">
            <a:avLst/>
          </a:prstGeom>
          <a:noFill/>
        </p:spPr>
      </p:pic>
      <p:pic>
        <p:nvPicPr>
          <p:cNvPr id="366600" name="Picture 8" descr="C:\Users\skhark\Desktop\Untitled-12.jpg"/>
          <p:cNvPicPr>
            <a:picLocks noChangeAspect="1" noChangeArrowheads="1"/>
          </p:cNvPicPr>
          <p:nvPr/>
        </p:nvPicPr>
        <p:blipFill rotWithShape="1">
          <a:blip r:embed="rId4" cstate="print"/>
          <a:srcRect r="62728" b="4688"/>
          <a:stretch/>
        </p:blipFill>
        <p:spPr bwMode="auto">
          <a:xfrm>
            <a:off x="5414968" y="4401118"/>
            <a:ext cx="2401782" cy="2125640"/>
          </a:xfrm>
          <a:prstGeom prst="rect">
            <a:avLst/>
          </a:prstGeom>
          <a:noFill/>
        </p:spPr>
      </p:pic>
      <p:pic>
        <p:nvPicPr>
          <p:cNvPr id="366602" name="Picture 10" descr="http://textflow.mheducation.com/figures/1259657027/ale57027_uneq0437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72677" y="5332058"/>
            <a:ext cx="3888000" cy="263759"/>
          </a:xfrm>
          <a:prstGeom prst="rect">
            <a:avLst/>
          </a:prstGeom>
          <a:noFill/>
        </p:spPr>
      </p:pic>
      <p:sp>
        <p:nvSpPr>
          <p:cNvPr id="13" name="Rectangle 12"/>
          <p:cNvSpPr/>
          <p:nvPr/>
        </p:nvSpPr>
        <p:spPr>
          <a:xfrm>
            <a:off x="1869227" y="6065093"/>
            <a:ext cx="22682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2400" i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it-IT" sz="24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it-IT" sz="2400">
                <a:latin typeface="Times New Roman" pitchFamily="18" charset="0"/>
                <a:cs typeface="Times New Roman" pitchFamily="18" charset="0"/>
              </a:rPr>
              <a:t> = 1 A = </a:t>
            </a:r>
            <a:r>
              <a:rPr lang="it-IT" sz="2400" i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it-IT" sz="2400" i="1" baseline="-25000">
                <a:latin typeface="Times New Roman" pitchFamily="18" charset="0"/>
                <a:cs typeface="Times New Roman" pitchFamily="18" charset="0"/>
              </a:rPr>
              <a:t>sc</a:t>
            </a:r>
            <a:r>
              <a:rPr lang="it-IT" sz="2400">
                <a:latin typeface="Times New Roman" pitchFamily="18" charset="0"/>
                <a:cs typeface="Times New Roman" pitchFamily="18" charset="0"/>
              </a:rPr>
              <a:t> = </a:t>
            </a:r>
            <a:r>
              <a:rPr lang="it-IT" sz="2400" i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it-IT" sz="2400" i="1" baseline="-25000">
                <a:latin typeface="Times New Roman" pitchFamily="18" charset="0"/>
                <a:cs typeface="Times New Roman" pitchFamily="18" charset="0"/>
              </a:rPr>
              <a:t>N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8" descr="C:\Users\skhark\Desktop\Untitled-12.jpg"/>
          <p:cNvPicPr>
            <a:picLocks noChangeAspect="1" noChangeArrowheads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2323" t="1273" r="771" b="3415"/>
          <a:stretch/>
        </p:blipFill>
        <p:spPr bwMode="auto">
          <a:xfrm>
            <a:off x="7978277" y="4302338"/>
            <a:ext cx="4007846" cy="23232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237211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52627"/>
          </a:xfrm>
        </p:spPr>
        <p:txBody>
          <a:bodyPr>
            <a:normAutofit/>
          </a:bodyPr>
          <a:lstStyle/>
          <a:p>
            <a:r>
              <a:rPr lang="en-US"/>
              <a:t>Alternatively, consider circuit (c), and</a:t>
            </a:r>
            <a:br>
              <a:rPr lang="en-US"/>
            </a:br>
            <a:r>
              <a:rPr lang="en-US"/>
              <a:t>find its open circuit voltage.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algn="just"/>
            <a:r>
              <a:rPr lang="en-US"/>
              <a:t>This is like to solve the </a:t>
            </a:r>
            <a:r>
              <a:rPr lang="en-US" err="1"/>
              <a:t>Thévenin</a:t>
            </a:r>
            <a:r>
              <a:rPr lang="en-US"/>
              <a:t> equivalent circuit first and the transform it into the Norton’s equivalent circuit.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367618" name="Picture 2" descr="C:\Users\skhark\Desktop\Untitled-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43350" y="2274234"/>
            <a:ext cx="4247676" cy="2470759"/>
          </a:xfrm>
          <a:prstGeom prst="rect">
            <a:avLst/>
          </a:prstGeom>
          <a:noFill/>
        </p:spPr>
      </p:pic>
      <p:pic>
        <p:nvPicPr>
          <p:cNvPr id="367620" name="Picture 4" descr="http://textflow.mheducation.com/figures/1259657027/ale57027_uneq0438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81024" y="2678860"/>
            <a:ext cx="4810125" cy="8001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1281024" y="3546428"/>
            <a:ext cx="27006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i="1" baseline="-25000">
                <a:latin typeface="Times New Roman" pitchFamily="18" charset="0"/>
                <a:cs typeface="Times New Roman" pitchFamily="18" charset="0"/>
              </a:rPr>
              <a:t>oc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 = </a:t>
            </a:r>
            <a:r>
              <a:rPr lang="en-US" sz="2400" i="1" err="1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baseline="-25000" err="1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 = 5</a:t>
            </a:r>
            <a:r>
              <a:rPr lang="en-US" sz="2400" i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aseline="-2500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 = 4 V</a:t>
            </a:r>
          </a:p>
        </p:txBody>
      </p:sp>
      <p:pic>
        <p:nvPicPr>
          <p:cNvPr id="367622" name="Picture 6" descr="http://textflow.mheducation.com/figures/1259657027/ale57027_uneq0439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81024" y="4163839"/>
            <a:ext cx="2238375" cy="61912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062210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Norton vs </a:t>
            </a:r>
            <a:r>
              <a:rPr lang="en-US" altLang="en-US" err="1"/>
              <a:t>Thévenin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87398"/>
          </a:xfrm>
        </p:spPr>
        <p:txBody>
          <a:bodyPr>
            <a:noAutofit/>
          </a:bodyPr>
          <a:lstStyle/>
          <a:p>
            <a:r>
              <a:rPr lang="en-US"/>
              <a:t>Norton’s and </a:t>
            </a:r>
            <a:r>
              <a:rPr lang="en-US" err="1"/>
              <a:t>Thévenin’s</a:t>
            </a:r>
            <a:r>
              <a:rPr lang="en-US"/>
              <a:t> theorems are closely related (dual pair): </a:t>
            </a:r>
          </a:p>
          <a:p>
            <a:endParaRPr lang="en-US" altLang="en-US"/>
          </a:p>
          <a:p>
            <a:pPr marL="0" indent="0" algn="just">
              <a:lnSpc>
                <a:spcPct val="120000"/>
              </a:lnSpc>
              <a:buNone/>
            </a:pPr>
            <a:endParaRPr lang="en-US" sz="1000"/>
          </a:p>
          <a:p>
            <a:pPr algn="just">
              <a:lnSpc>
                <a:spcPct val="120000"/>
              </a:lnSpc>
            </a:pPr>
            <a:r>
              <a:rPr lang="en-US"/>
              <a:t>The </a:t>
            </a:r>
            <a:r>
              <a:rPr lang="en-US" err="1"/>
              <a:t>Thévenin</a:t>
            </a:r>
            <a:r>
              <a:rPr lang="en-US"/>
              <a:t> and Norton equivalent circuits are related by a source transformation.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365571" name="Object 3"/>
          <p:cNvGraphicFramePr>
            <a:graphicFrameLocks noChangeAspect="1"/>
          </p:cNvGraphicFramePr>
          <p:nvPr/>
        </p:nvGraphicFramePr>
        <p:xfrm>
          <a:off x="3886993" y="2226872"/>
          <a:ext cx="4418013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92300" imgH="431800" progId="Equation.DSMT4">
                  <p:embed/>
                </p:oleObj>
              </mc:Choice>
              <mc:Fallback>
                <p:oleObj name="Equation" r:id="rId2" imgW="1892300" imgH="431800" progId="Equation.DSMT4">
                  <p:embed/>
                  <p:pic>
                    <p:nvPicPr>
                      <p:cNvPr id="36557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993" y="2226872"/>
                        <a:ext cx="4418013" cy="1008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2" descr="http://textflow.mheducation.com/figures/1259657027/ale57027_0437_lg.jpg"/>
          <p:cNvPicPr>
            <a:picLocks noChangeAspect="1" noChangeArrowheads="1"/>
          </p:cNvPicPr>
          <p:nvPr/>
        </p:nvPicPr>
        <p:blipFill rotWithShape="1">
          <a:blip r:embed="rId4" cstate="print"/>
          <a:srcRect t="55343" b="7566"/>
          <a:stretch/>
        </p:blipFill>
        <p:spPr bwMode="auto">
          <a:xfrm>
            <a:off x="7826910" y="4719366"/>
            <a:ext cx="3155318" cy="1475164"/>
          </a:xfrm>
          <a:prstGeom prst="rect">
            <a:avLst/>
          </a:prstGeom>
          <a:noFill/>
        </p:spPr>
      </p:pic>
      <p:pic>
        <p:nvPicPr>
          <p:cNvPr id="10" name="Picture 2" descr="http://textflow.mheducation.com/figures/1259657027/ale57027_0437_lg.jpg"/>
          <p:cNvPicPr>
            <a:picLocks noChangeAspect="1" noChangeArrowheads="1"/>
          </p:cNvPicPr>
          <p:nvPr/>
        </p:nvPicPr>
        <p:blipFill rotWithShape="1">
          <a:blip r:embed="rId4" cstate="print"/>
          <a:srcRect b="57079"/>
          <a:stretch/>
        </p:blipFill>
        <p:spPr bwMode="auto">
          <a:xfrm>
            <a:off x="838200" y="4600100"/>
            <a:ext cx="3246335" cy="1756250"/>
          </a:xfrm>
          <a:prstGeom prst="rect">
            <a:avLst/>
          </a:prstGeom>
          <a:noFill/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202" r="11113" b="10246"/>
          <a:stretch/>
        </p:blipFill>
        <p:spPr>
          <a:xfrm>
            <a:off x="4477612" y="4489180"/>
            <a:ext cx="3236774" cy="1978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2345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Norton vs </a:t>
            </a:r>
            <a:r>
              <a:rPr lang="en-US" altLang="en-US" err="1"/>
              <a:t>Thévenin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/>
              <a:t>Finding the </a:t>
            </a:r>
            <a:r>
              <a:rPr lang="en-US" altLang="en-US" err="1"/>
              <a:t>Thévenin</a:t>
            </a:r>
            <a:r>
              <a:rPr lang="en-US" altLang="en-US"/>
              <a:t> or Norton equivalent circuit requires that we find: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/>
              <a:t>The </a:t>
            </a:r>
            <a:r>
              <a:rPr lang="en-US" altLang="en-US" b="1"/>
              <a:t>open-circuit voltage </a:t>
            </a:r>
            <a:r>
              <a:rPr lang="en-US" altLang="en-US"/>
              <a:t>across terminals </a:t>
            </a:r>
            <a:r>
              <a:rPr lang="en-US" altLang="en-US" i="1"/>
              <a:t>a </a:t>
            </a:r>
            <a:r>
              <a:rPr lang="en-US" altLang="en-US"/>
              <a:t>and</a:t>
            </a:r>
            <a:r>
              <a:rPr lang="en-US" altLang="en-US" i="1"/>
              <a:t> b.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/>
              <a:t>The </a:t>
            </a:r>
            <a:r>
              <a:rPr lang="en-US" altLang="en-US" b="1"/>
              <a:t>short-circuit current </a:t>
            </a:r>
            <a:r>
              <a:rPr lang="en-US" altLang="en-US"/>
              <a:t>at terminals </a:t>
            </a:r>
            <a:r>
              <a:rPr lang="en-US" altLang="en-US" i="1"/>
              <a:t>a </a:t>
            </a:r>
            <a:r>
              <a:rPr lang="en-US" altLang="en-US"/>
              <a:t>and</a:t>
            </a:r>
            <a:r>
              <a:rPr lang="en-US" altLang="en-US" i="1"/>
              <a:t> b.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/>
              <a:t>The </a:t>
            </a:r>
            <a:r>
              <a:rPr lang="en-US" altLang="en-US" b="1"/>
              <a:t>equivalent or input resistance</a:t>
            </a:r>
            <a:r>
              <a:rPr lang="en-US" altLang="en-US"/>
              <a:t> at terminals </a:t>
            </a:r>
            <a:r>
              <a:rPr lang="en-US" altLang="en-US" i="1"/>
              <a:t>a </a:t>
            </a:r>
            <a:r>
              <a:rPr lang="en-US" altLang="en-US"/>
              <a:t>and</a:t>
            </a:r>
            <a:r>
              <a:rPr lang="en-US" altLang="en-US" i="1"/>
              <a:t> b when </a:t>
            </a:r>
            <a:r>
              <a:rPr lang="en-US" altLang="en-US"/>
              <a:t>all independent sources are turned off.</a:t>
            </a:r>
            <a:r>
              <a:rPr lang="en-US"/>
              <a:t> 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/>
              <a:t>Calculate any two of the three using the method that takes the least effort and use them to get the third using Ohm’s law.</a:t>
            </a: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en-US" altLang="zh-CN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52017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853057" cy="1325563"/>
          </a:xfrm>
        </p:spPr>
        <p:txBody>
          <a:bodyPr/>
          <a:lstStyle/>
          <a:p>
            <a:r>
              <a:rPr lang="en-GB"/>
              <a:t>Derivations of </a:t>
            </a:r>
            <a:r>
              <a:rPr lang="en-GB" err="1"/>
              <a:t>Thévenin’s</a:t>
            </a:r>
            <a:r>
              <a:rPr lang="en-GB"/>
              <a:t> &amp; Norton’s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633996" cy="435133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GB" sz="2400"/>
              <a:t>Both theorems can be derived using Superposition principle:</a:t>
            </a:r>
            <a:endParaRPr lang="en-GB"/>
          </a:p>
          <a:p>
            <a:pPr algn="ctr">
              <a:buNone/>
            </a:pPr>
            <a:r>
              <a:rPr lang="en-GB" altLang="zh-CN" sz="2400" b="1" err="1"/>
              <a:t>Thévenin’s</a:t>
            </a:r>
            <a:r>
              <a:rPr lang="en-GB" altLang="zh-CN" sz="2400" b="1"/>
              <a:t> Theorem</a:t>
            </a:r>
          </a:p>
          <a:p>
            <a:pPr algn="just"/>
            <a:r>
              <a:rPr lang="en-US" sz="2400"/>
              <a:t>To have equivalent circuit, it requires same </a:t>
            </a:r>
            <a:r>
              <a:rPr lang="en-US" sz="2400" i="1" err="1"/>
              <a:t>i</a:t>
            </a:r>
            <a:r>
              <a:rPr lang="en-US" sz="2400" i="1"/>
              <a:t>-v</a:t>
            </a:r>
            <a:r>
              <a:rPr lang="en-US" sz="2400"/>
              <a:t> relation at terminal </a:t>
            </a:r>
            <a:r>
              <a:rPr lang="en-US" sz="2400" i="1"/>
              <a:t>a &amp; b</a:t>
            </a:r>
            <a:r>
              <a:rPr lang="en-US" sz="2400"/>
              <a:t> for the linear circuit.</a:t>
            </a:r>
            <a:endParaRPr lang="en-GB" sz="2400"/>
          </a:p>
          <a:p>
            <a:pPr algn="just"/>
            <a:r>
              <a:rPr lang="en-GB" sz="2400"/>
              <a:t>Apply an external current source to terminals </a:t>
            </a:r>
            <a:r>
              <a:rPr lang="en-GB" sz="2400" i="1"/>
              <a:t>a &amp; b.</a:t>
            </a:r>
            <a:endParaRPr lang="en-US" sz="2400"/>
          </a:p>
          <a:p>
            <a:pPr algn="just"/>
            <a:r>
              <a:rPr lang="en-US" sz="2400"/>
              <a:t>Assume circuit (a) contains independent voltage sources</a:t>
            </a:r>
            <a:br>
              <a:rPr lang="en-US" sz="2400"/>
            </a:br>
            <a:r>
              <a:rPr lang="en-US" sz="2400" i="1" err="1"/>
              <a:t>v</a:t>
            </a:r>
            <a:r>
              <a:rPr lang="en-US" sz="2400" baseline="-25000" err="1"/>
              <a:t>sj</a:t>
            </a:r>
            <a:r>
              <a:rPr lang="en-US" sz="2400" baseline="-25000"/>
              <a:t> </a:t>
            </a:r>
            <a:r>
              <a:rPr lang="en-US" sz="2400"/>
              <a:t>and current sources </a:t>
            </a:r>
            <a:r>
              <a:rPr lang="en-US" sz="2400" i="1" err="1"/>
              <a:t>i</a:t>
            </a:r>
            <a:r>
              <a:rPr lang="en-US" sz="2400" baseline="-25000" err="1"/>
              <a:t>sk</a:t>
            </a:r>
            <a:r>
              <a:rPr lang="en-US" sz="2400" baseline="-25000"/>
              <a:t>, </a:t>
            </a:r>
            <a:r>
              <a:rPr lang="en-US" sz="2400"/>
              <a:t>j=1,2 …m; k=1, 2, … n.</a:t>
            </a:r>
          </a:p>
          <a:p>
            <a:pPr algn="just"/>
            <a:r>
              <a:rPr lang="en-GB" sz="2400"/>
              <a:t>By superposition, we can express the terminal voltage </a:t>
            </a:r>
            <a:r>
              <a:rPr lang="en-GB" sz="2400" i="1"/>
              <a:t>v</a:t>
            </a:r>
            <a:r>
              <a:rPr lang="en-GB" sz="2400"/>
              <a:t> in circuit (a) as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588877" y="2184385"/>
            <a:ext cx="2613649" cy="3852535"/>
          </a:xfrm>
          <a:prstGeom prst="rect">
            <a:avLst/>
          </a:prstGeom>
        </p:spPr>
      </p:pic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2448905"/>
              </p:ext>
            </p:extLst>
          </p:nvPr>
        </p:nvGraphicFramePr>
        <p:xfrm>
          <a:off x="2962344" y="5388457"/>
          <a:ext cx="3154229" cy="806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88367" imgH="431613" progId="Equation.DSMT4">
                  <p:embed/>
                </p:oleObj>
              </mc:Choice>
              <mc:Fallback>
                <p:oleObj name="Equation" r:id="rId3" imgW="1688367" imgH="431613" progId="Equation.DSMT4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2344" y="5388457"/>
                        <a:ext cx="3154229" cy="80643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6116573" y="6194896"/>
            <a:ext cx="4186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/>
              <a:t>where A</a:t>
            </a:r>
            <a:r>
              <a:rPr lang="en-GB" baseline="-25000"/>
              <a:t>0</a:t>
            </a:r>
            <a:r>
              <a:rPr lang="en-GB"/>
              <a:t>, A</a:t>
            </a:r>
            <a:r>
              <a:rPr lang="en-GB" baseline="-25000"/>
              <a:t>1</a:t>
            </a:r>
            <a:r>
              <a:rPr lang="en-GB"/>
              <a:t>, A</a:t>
            </a:r>
            <a:r>
              <a:rPr lang="en-GB" baseline="-25000"/>
              <a:t>2</a:t>
            </a:r>
            <a:r>
              <a:rPr lang="en-GB"/>
              <a:t>, A</a:t>
            </a:r>
            <a:r>
              <a:rPr lang="en-GB" baseline="-25000"/>
              <a:t>3</a:t>
            </a:r>
            <a:r>
              <a:rPr lang="en-GB"/>
              <a:t>, and A</a:t>
            </a:r>
            <a:r>
              <a:rPr lang="en-GB" baseline="-25000"/>
              <a:t>4</a:t>
            </a:r>
            <a:r>
              <a:rPr lang="en-GB"/>
              <a:t> are constants.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0070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305021" y="2127008"/>
            <a:ext cx="2613649" cy="385253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371114" cy="4351338"/>
          </a:xfrm>
        </p:spPr>
        <p:txBody>
          <a:bodyPr>
            <a:normAutofit fontScale="85000" lnSpcReduction="10000"/>
          </a:bodyPr>
          <a:lstStyle/>
          <a:p>
            <a:r>
              <a:rPr lang="en-GB"/>
              <a:t>Collect terms for the internal independent sources together as </a:t>
            </a:r>
            <a:r>
              <a:rPr lang="en-GB" i="1"/>
              <a:t>C</a:t>
            </a:r>
            <a:r>
              <a:rPr lang="en-GB" baseline="-25000"/>
              <a:t>1</a:t>
            </a:r>
            <a:r>
              <a:rPr lang="en-GB"/>
              <a:t>.</a:t>
            </a:r>
          </a:p>
          <a:p>
            <a:endParaRPr lang="en-US"/>
          </a:p>
          <a:p>
            <a:pPr>
              <a:buNone/>
            </a:pPr>
            <a:r>
              <a:rPr lang="en-US"/>
              <a:t>	</a:t>
            </a:r>
          </a:p>
          <a:p>
            <a:pPr>
              <a:buNone/>
            </a:pPr>
            <a:r>
              <a:rPr lang="en-US"/>
              <a:t>	where                                    can be considered as a constant.</a:t>
            </a:r>
          </a:p>
          <a:p>
            <a:endParaRPr lang="en-US"/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/>
              <a:t>So when terminals a &amp; b are open,                            .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/>
              <a:t>When all independent sources are turned off, the dead circuit can be replaced by an equivalent resistance             and 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/>
              <a:t>So in general                  , which is what would be obtained from circuit (b)</a:t>
            </a:r>
            <a:r>
              <a:rPr lang="en-GB" baseline="-25000"/>
              <a:t>.</a:t>
            </a:r>
          </a:p>
        </p:txBody>
      </p:sp>
      <p:graphicFrame>
        <p:nvGraphicFramePr>
          <p:cNvPr id="371144" name="Object 4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3570484"/>
              </p:ext>
            </p:extLst>
          </p:nvPr>
        </p:nvGraphicFramePr>
        <p:xfrm>
          <a:off x="2033347" y="2078520"/>
          <a:ext cx="3154363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88367" imgH="431613" progId="Equation.DSMT4">
                  <p:embed/>
                </p:oleObj>
              </mc:Choice>
              <mc:Fallback>
                <p:oleObj name="Equation" r:id="rId3" imgW="1688367" imgH="431613" progId="Equation.DSMT4">
                  <p:embed/>
                  <p:pic>
                    <p:nvPicPr>
                      <p:cNvPr id="371144" name="Object 4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3347" y="2078520"/>
                        <a:ext cx="3154363" cy="806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881049" cy="1325563"/>
          </a:xfrm>
        </p:spPr>
        <p:txBody>
          <a:bodyPr/>
          <a:lstStyle/>
          <a:p>
            <a:r>
              <a:rPr lang="en-GB"/>
              <a:t>Derivations of </a:t>
            </a:r>
            <a:r>
              <a:rPr lang="en-GB" err="1"/>
              <a:t>Thévenin’s</a:t>
            </a:r>
            <a:r>
              <a:rPr lang="en-GB"/>
              <a:t> &amp; Norton’s Theorem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1001171"/>
              </p:ext>
            </p:extLst>
          </p:nvPr>
        </p:nvGraphicFramePr>
        <p:xfrm>
          <a:off x="2033347" y="3019907"/>
          <a:ext cx="2379662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35100" imgH="431800" progId="Equation.3">
                  <p:embed/>
                </p:oleObj>
              </mc:Choice>
              <mc:Fallback>
                <p:oleObj name="Equation" r:id="rId5" imgW="1435100" imgH="43180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3347" y="3019907"/>
                        <a:ext cx="2379662" cy="715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1132532"/>
              </p:ext>
            </p:extLst>
          </p:nvPr>
        </p:nvGraphicFramePr>
        <p:xfrm>
          <a:off x="6069013" y="2287588"/>
          <a:ext cx="120015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723600" imgH="228600" progId="Equation.3">
                  <p:embed/>
                </p:oleObj>
              </mc:Choice>
              <mc:Fallback>
                <p:oleObj name="公式" r:id="rId7" imgW="723600" imgH="228600" progId="Equation.3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9013" y="2287588"/>
                        <a:ext cx="1200150" cy="379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5792092"/>
              </p:ext>
            </p:extLst>
          </p:nvPr>
        </p:nvGraphicFramePr>
        <p:xfrm>
          <a:off x="5502275" y="4033838"/>
          <a:ext cx="1979613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193760" imgH="228600" progId="Equation.3">
                  <p:embed/>
                </p:oleObj>
              </mc:Choice>
              <mc:Fallback>
                <p:oleObj name="公式" r:id="rId9" imgW="1193760" imgH="22860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2275" y="4033838"/>
                        <a:ext cx="1979613" cy="3794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3809896"/>
              </p:ext>
            </p:extLst>
          </p:nvPr>
        </p:nvGraphicFramePr>
        <p:xfrm>
          <a:off x="7482441" y="4915733"/>
          <a:ext cx="1557338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39800" imgH="228600" progId="Equation.3">
                  <p:embed/>
                </p:oleObj>
              </mc:Choice>
              <mc:Fallback>
                <p:oleObj name="Equation" r:id="rId11" imgW="939800" imgH="228600" progId="Equation.3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2441" y="4915733"/>
                        <a:ext cx="1557338" cy="3794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6249805"/>
              </p:ext>
            </p:extLst>
          </p:nvPr>
        </p:nvGraphicFramePr>
        <p:xfrm>
          <a:off x="5975288" y="4915350"/>
          <a:ext cx="947738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571252" imgH="241195" progId="Equation.3">
                  <p:embed/>
                </p:oleObj>
              </mc:Choice>
              <mc:Fallback>
                <p:oleObj name="Equation" r:id="rId13" imgW="571252" imgH="241195" progId="Equation.3">
                  <p:embed/>
                  <p:pic>
                    <p:nvPicPr>
                      <p:cNvPr id="1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5288" y="4915350"/>
                        <a:ext cx="947738" cy="400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9059646"/>
              </p:ext>
            </p:extLst>
          </p:nvPr>
        </p:nvGraphicFramePr>
        <p:xfrm>
          <a:off x="2821733" y="5433115"/>
          <a:ext cx="13462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12447" imgH="228501" progId="Equation.3">
                  <p:embed/>
                </p:oleObj>
              </mc:Choice>
              <mc:Fallback>
                <p:oleObj name="Equation" r:id="rId15" imgW="812447" imgH="228501" progId="Equation.3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1733" y="5433115"/>
                        <a:ext cx="1346200" cy="3794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ight Arrow 3"/>
          <p:cNvSpPr/>
          <p:nvPr/>
        </p:nvSpPr>
        <p:spPr>
          <a:xfrm>
            <a:off x="5343261" y="2362168"/>
            <a:ext cx="566202" cy="23109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4"/>
          <p:cNvSpPr/>
          <p:nvPr/>
        </p:nvSpPr>
        <p:spPr>
          <a:xfrm>
            <a:off x="3023403" y="2127009"/>
            <a:ext cx="2097406" cy="75796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15"/>
          <p:cNvSpPr/>
          <p:nvPr/>
        </p:nvSpPr>
        <p:spPr>
          <a:xfrm>
            <a:off x="6966628" y="2127008"/>
            <a:ext cx="346277" cy="75796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34357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002347" cy="1325563"/>
          </a:xfrm>
        </p:spPr>
        <p:txBody>
          <a:bodyPr/>
          <a:lstStyle/>
          <a:p>
            <a:r>
              <a:rPr lang="en-GB"/>
              <a:t>Derivations of </a:t>
            </a:r>
            <a:r>
              <a:rPr lang="en-GB" err="1"/>
              <a:t>Thévenin's</a:t>
            </a:r>
            <a:r>
              <a:rPr lang="en-GB"/>
              <a:t> &amp; Norton’s Theorems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8063204" cy="4486275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sz="2400" b="1"/>
              <a:t>Norton’s Theorem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400"/>
              <a:t>When circuit (a) is driven by an independent voltage source, </a:t>
            </a:r>
            <a:r>
              <a:rPr lang="en-GB" sz="2400"/>
              <a:t>one considers these two situations on the right.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400"/>
              <a:t>By superposition and similar arguments,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/>
              <a:t>where </a:t>
            </a:r>
            <a:r>
              <a:rPr lang="en-GB" sz="2400" i="1"/>
              <a:t>D</a:t>
            </a:r>
            <a:r>
              <a:rPr lang="en-GB" sz="2400" baseline="-25000"/>
              <a:t>1</a:t>
            </a:r>
            <a:r>
              <a:rPr lang="en-GB" sz="2400"/>
              <a:t> contains the contributions to </a:t>
            </a:r>
            <a:r>
              <a:rPr lang="en-GB" sz="2400" i="1" err="1"/>
              <a:t>i</a:t>
            </a:r>
            <a:r>
              <a:rPr lang="en-GB" sz="2400"/>
              <a:t> due to all internal independent sources, which can also be identified as the short circuit or Norton current.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400"/>
              <a:t>Turn off this component </a:t>
            </a:r>
            <a:r>
              <a:rPr lang="en-US" sz="2400" i="1"/>
              <a:t>D</a:t>
            </a:r>
            <a:r>
              <a:rPr lang="en-US" sz="2400" i="1" baseline="-25000"/>
              <a:t>1</a:t>
            </a:r>
            <a:r>
              <a:rPr lang="en-US" sz="2400"/>
              <a:t>, the dead current due to the external voltage source is 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400"/>
              <a:t>Finally 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43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978602" y="1855849"/>
            <a:ext cx="2727708" cy="4052345"/>
          </a:xfrm>
          <a:prstGeom prst="rect">
            <a:avLst/>
          </a:prstGeom>
        </p:spPr>
      </p:pic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9138749"/>
              </p:ext>
            </p:extLst>
          </p:nvPr>
        </p:nvGraphicFramePr>
        <p:xfrm>
          <a:off x="6339372" y="3237865"/>
          <a:ext cx="126365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61669" imgH="228501" progId="Equation.3">
                  <p:embed/>
                </p:oleObj>
              </mc:Choice>
              <mc:Fallback>
                <p:oleObj name="Equation" r:id="rId3" imgW="761669" imgH="228501" progId="Equation.3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9372" y="3237865"/>
                        <a:ext cx="1263650" cy="3794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0822891"/>
              </p:ext>
            </p:extLst>
          </p:nvPr>
        </p:nvGraphicFramePr>
        <p:xfrm>
          <a:off x="4285263" y="4381740"/>
          <a:ext cx="1643062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90600" imgH="228600" progId="Equation.3">
                  <p:embed/>
                </p:oleObj>
              </mc:Choice>
              <mc:Fallback>
                <p:oleObj name="Equation" r:id="rId5" imgW="990600" imgH="228600" progId="Equation.3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5263" y="4381740"/>
                        <a:ext cx="1643062" cy="3794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5239681"/>
              </p:ext>
            </p:extLst>
          </p:nvPr>
        </p:nvGraphicFramePr>
        <p:xfrm>
          <a:off x="4525476" y="5164455"/>
          <a:ext cx="2209800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333440" imgH="431640" progId="Equation.3">
                  <p:embed/>
                </p:oleObj>
              </mc:Choice>
              <mc:Fallback>
                <p:oleObj name="公式" r:id="rId7" imgW="1333440" imgH="43164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5476" y="5164455"/>
                        <a:ext cx="2209800" cy="7159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0906753"/>
              </p:ext>
            </p:extLst>
          </p:nvPr>
        </p:nvGraphicFramePr>
        <p:xfrm>
          <a:off x="2295460" y="5714700"/>
          <a:ext cx="1160462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698400" imgH="431640" progId="Equation.3">
                  <p:embed/>
                </p:oleObj>
              </mc:Choice>
              <mc:Fallback>
                <p:oleObj name="公式" r:id="rId9" imgW="698400" imgH="431640" progId="Equation.3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460" y="5714700"/>
                        <a:ext cx="1160462" cy="7159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783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708AE-E71B-3743-919A-7AC5570F7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545643" cy="1325563"/>
          </a:xfrm>
        </p:spPr>
        <p:txBody>
          <a:bodyPr/>
          <a:lstStyle/>
          <a:p>
            <a:r>
              <a:rPr lang="en-US" altLang="en-US"/>
              <a:t>Application I: Compute the Maximum Power Transfer to a Load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D45CD-5717-244D-B960-16A75C335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44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0CDC7F-05E9-B742-9AF2-99C522F3F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046" y="3132944"/>
            <a:ext cx="6404889" cy="28181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DEC42F-59D1-924F-B733-A886EE0D6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0115" y="1603947"/>
            <a:ext cx="3035508" cy="20236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93ECEC-A5C0-374A-BD25-FFA816B06FD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843" t="2120" r="2224" b="4494"/>
          <a:stretch/>
        </p:blipFill>
        <p:spPr>
          <a:xfrm>
            <a:off x="915614" y="2452470"/>
            <a:ext cx="4659074" cy="34177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EFE63D-6E58-9840-99D9-64F512451104}"/>
              </a:ext>
            </a:extLst>
          </p:cNvPr>
          <p:cNvSpPr txBox="1"/>
          <p:nvPr/>
        </p:nvSpPr>
        <p:spPr>
          <a:xfrm>
            <a:off x="1888761" y="5996066"/>
            <a:ext cx="20361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Speaker circuit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C751A6-5E0F-D447-949B-552FF75ED024}"/>
              </a:ext>
            </a:extLst>
          </p:cNvPr>
          <p:cNvSpPr txBox="1"/>
          <p:nvPr/>
        </p:nvSpPr>
        <p:spPr>
          <a:xfrm>
            <a:off x="6583181" y="6043534"/>
            <a:ext cx="37680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err="1"/>
              <a:t>Thévenin’s</a:t>
            </a:r>
            <a:r>
              <a:rPr lang="en-US" sz="2400"/>
              <a:t> equivalent circuit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1FAEBE-4302-F14F-AA3C-B084F2D8C268}"/>
              </a:ext>
            </a:extLst>
          </p:cNvPr>
          <p:cNvSpPr txBox="1"/>
          <p:nvPr/>
        </p:nvSpPr>
        <p:spPr>
          <a:xfrm>
            <a:off x="0" y="1723081"/>
            <a:ext cx="233412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rgbClr val="C00000"/>
                </a:solidFill>
              </a:rPr>
              <a:t>We will be able to analyze this circuit in the later part of the lectures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23AEE98-6806-1148-BD94-4C8DF8DAA9E3}"/>
              </a:ext>
            </a:extLst>
          </p:cNvPr>
          <p:cNvCxnSpPr>
            <a:cxnSpLocks/>
          </p:cNvCxnSpPr>
          <p:nvPr/>
        </p:nvCxnSpPr>
        <p:spPr>
          <a:xfrm>
            <a:off x="1587103" y="3072483"/>
            <a:ext cx="237343" cy="354340"/>
          </a:xfrm>
          <a:prstGeom prst="straightConnector1">
            <a:avLst/>
          </a:prstGeom>
          <a:ln w="15875">
            <a:solidFill>
              <a:srgbClr val="C0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19847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Maximum Power Transfer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685106" cy="4696473"/>
          </a:xfrm>
        </p:spPr>
        <p:txBody>
          <a:bodyPr>
            <a:normAutofit fontScale="92500"/>
          </a:bodyPr>
          <a:lstStyle/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Circuit analysis plays an important role in circuit design, as transferring power from a source to a load.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endParaRPr lang="en-US" altLang="en-US" sz="1800" dirty="0"/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Power transfer in two aspects:</a:t>
            </a:r>
          </a:p>
          <a:p>
            <a:pPr lvl="1"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Power transfer efficiency maximization (fixed load, adjust system) – e.g. power system</a:t>
            </a:r>
          </a:p>
          <a:p>
            <a:pPr lvl="1"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Maximum Power transfer (fixed system, adjust load) – e.g. communication system</a:t>
            </a:r>
          </a:p>
          <a:p>
            <a:pPr lvl="1" algn="just">
              <a:lnSpc>
                <a:spcPct val="100000"/>
              </a:lnSpc>
              <a:spcBef>
                <a:spcPts val="1200"/>
              </a:spcBef>
            </a:pPr>
            <a:endParaRPr lang="en-US" altLang="en-US" sz="1600" dirty="0"/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Here we assume a linear system to deliver power to a load. Using </a:t>
            </a:r>
            <a:r>
              <a:rPr lang="en-GB" altLang="zh-CN" dirty="0" err="1"/>
              <a:t>Thévenin’s</a:t>
            </a:r>
            <a:r>
              <a:rPr lang="en-GB" altLang="zh-CN" dirty="0"/>
              <a:t> &amp; Norton’s Theorem, we can calculate the maximum power transferred in the system.</a:t>
            </a: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45</a:t>
            </a:fld>
            <a:endParaRPr lang="en-US" altLang="zh-CN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82311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err="1"/>
              <a:t>Thévenin’s</a:t>
            </a:r>
            <a:r>
              <a:rPr lang="en-US" altLang="en-US"/>
              <a:t> and Norton’s theorems simplify the calculation of load matching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823210" y="1944664"/>
            <a:ext cx="6324600" cy="293539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sz="2400"/>
              <a:t>We can use the </a:t>
            </a:r>
            <a:r>
              <a:rPr lang="en-US" altLang="en-US" sz="2400" err="1"/>
              <a:t>Thévenin</a:t>
            </a:r>
            <a:r>
              <a:rPr lang="en-US" altLang="en-US" sz="2400"/>
              <a:t> equivalent circuit for finding the maximum power in a linear circuit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sz="2400"/>
              <a:t>We will assume that the load resistance can be varied.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sz="2400"/>
              <a:t>Looking at the equivalent </a:t>
            </a:r>
            <a:r>
              <a:rPr lang="en-US" altLang="en-US" sz="2400" i="1"/>
              <a:t>circuit</a:t>
            </a:r>
            <a:r>
              <a:rPr lang="en-US" altLang="en-US" sz="2400"/>
              <a:t> with load included, the power transferred is: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46</a:t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235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5399402"/>
              </p:ext>
            </p:extLst>
          </p:nvPr>
        </p:nvGraphicFramePr>
        <p:xfrm>
          <a:off x="2667682" y="5050527"/>
          <a:ext cx="2171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06500" imgH="508000" progId="Equation.DSMT4">
                  <p:embed/>
                </p:oleObj>
              </mc:Choice>
              <mc:Fallback>
                <p:oleObj name="Equation" r:id="rId3" imgW="1206500" imgH="508000" progId="Equation.DSMT4">
                  <p:embed/>
                  <p:pic>
                    <p:nvPicPr>
                      <p:cNvPr id="2355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682" y="5050527"/>
                        <a:ext cx="2171700" cy="914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360954" y="1944664"/>
            <a:ext cx="3124200" cy="2133600"/>
          </a:xfrm>
          <a:prstGeom prst="rect">
            <a:avLst/>
          </a:prstGeom>
        </p:spPr>
      </p:pic>
      <p:pic>
        <p:nvPicPr>
          <p:cNvPr id="8" name="Picture 2" descr="http://textflow.mheducation.com/figures/1259657027/ale57027_0449_lg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147810" y="4179864"/>
            <a:ext cx="3790950" cy="2266951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3493320" y="5179684"/>
            <a:ext cx="550506" cy="322503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3278716" y="5581804"/>
            <a:ext cx="429208" cy="322503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629623" y="4602784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>
                <a:solidFill>
                  <a:srgbClr val="FF0000"/>
                </a:solidFill>
              </a:rPr>
              <a:t>constants</a:t>
            </a:r>
            <a:endParaRPr lang="zh-CN" altLang="en-US" i="1">
              <a:solidFill>
                <a:srgbClr val="FF0000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3346645" y="4959680"/>
            <a:ext cx="155400" cy="22000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278150" y="4921534"/>
            <a:ext cx="93872" cy="66027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871209" y="5545171"/>
            <a:ext cx="396000" cy="396000"/>
          </a:xfrm>
          <a:prstGeom prst="ellipse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Oval 16"/>
          <p:cNvSpPr/>
          <p:nvPr/>
        </p:nvSpPr>
        <p:spPr>
          <a:xfrm>
            <a:off x="4443383" y="5330161"/>
            <a:ext cx="396000" cy="396000"/>
          </a:xfrm>
          <a:prstGeom prst="ellipse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4427204" y="5991593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>
                <a:solidFill>
                  <a:schemeClr val="accent5"/>
                </a:solidFill>
              </a:rPr>
              <a:t>variable</a:t>
            </a:r>
            <a:endParaRPr lang="zh-CN" altLang="en-US" i="1">
              <a:solidFill>
                <a:schemeClr val="accent5"/>
              </a:solidFill>
            </a:endParaRPr>
          </a:p>
        </p:txBody>
      </p:sp>
      <p:cxnSp>
        <p:nvCxnSpPr>
          <p:cNvPr id="19" name="Straight Arrow Connector 18"/>
          <p:cNvCxnSpPr>
            <a:stCxn id="18" idx="0"/>
          </p:cNvCxnSpPr>
          <p:nvPr/>
        </p:nvCxnSpPr>
        <p:spPr>
          <a:xfrm flipH="1" flipV="1">
            <a:off x="4736775" y="5743055"/>
            <a:ext cx="167483" cy="248538"/>
          </a:xfrm>
          <a:prstGeom prst="straightConnector1">
            <a:avLst/>
          </a:prstGeom>
          <a:ln w="190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3" idx="5"/>
          </p:cNvCxnSpPr>
          <p:nvPr/>
        </p:nvCxnSpPr>
        <p:spPr>
          <a:xfrm flipH="1" flipV="1">
            <a:off x="4209216" y="5883178"/>
            <a:ext cx="557180" cy="162673"/>
          </a:xfrm>
          <a:prstGeom prst="straightConnector1">
            <a:avLst/>
          </a:prstGeom>
          <a:ln w="190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ight Arrow 23"/>
          <p:cNvSpPr/>
          <p:nvPr/>
        </p:nvSpPr>
        <p:spPr>
          <a:xfrm>
            <a:off x="5509827" y="5340935"/>
            <a:ext cx="1843862" cy="3124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5490478" y="5070724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>
                <a:solidFill>
                  <a:schemeClr val="accent5"/>
                </a:solidFill>
              </a:rPr>
              <a:t>Plot the function</a:t>
            </a:r>
            <a:endParaRPr lang="zh-CN" altLang="en-US" i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7804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  <p:bldP spid="4" grpId="0"/>
      <p:bldP spid="13" grpId="0" animBg="1"/>
      <p:bldP spid="17" grpId="0" animBg="1"/>
      <p:bldP spid="18" grpId="0"/>
      <p:bldP spid="24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481887" y="4692826"/>
            <a:ext cx="2257425" cy="11239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270001" y="4364708"/>
            <a:ext cx="4840644" cy="1780186"/>
          </a:xfrm>
          <a:prstGeom prst="rect">
            <a:avLst/>
          </a:prstGeom>
        </p:spPr>
      </p:pic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853190" y="185243"/>
            <a:ext cx="10515600" cy="1325563"/>
          </a:xfrm>
        </p:spPr>
        <p:txBody>
          <a:bodyPr/>
          <a:lstStyle/>
          <a:p>
            <a:r>
              <a:rPr lang="en-US" altLang="en-US" i="1" err="1">
                <a:sym typeface="Symbol" panose="05050102010706020507" pitchFamily="18" charset="2"/>
              </a:rPr>
              <a:t>R</a:t>
            </a:r>
            <a:r>
              <a:rPr lang="en-US" altLang="en-US" baseline="-25000" err="1">
                <a:sym typeface="Symbol" panose="05050102010706020507" pitchFamily="18" charset="2"/>
              </a:rPr>
              <a:t>T</a:t>
            </a:r>
            <a:r>
              <a:rPr lang="en-US" altLang="zh-CN" baseline="-25000" err="1">
                <a:sym typeface="Symbol" panose="05050102010706020507" pitchFamily="18" charset="2"/>
              </a:rPr>
              <a:t>h</a:t>
            </a:r>
            <a:r>
              <a:rPr lang="en-US" altLang="en-US">
                <a:sym typeface="Symbol" panose="05050102010706020507" pitchFamily="18" charset="2"/>
              </a:rPr>
              <a:t> =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ym typeface="Symbol" panose="05050102010706020507" pitchFamily="18" charset="2"/>
              </a:rPr>
              <a:t>L </a:t>
            </a:r>
            <a:r>
              <a:rPr lang="en-US" altLang="en-US">
                <a:sym typeface="Symbol" panose="05050102010706020507" pitchFamily="18" charset="2"/>
              </a:rPr>
              <a:t>for maximum power transfer</a:t>
            </a:r>
            <a:endParaRPr lang="en-US" altLang="en-US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838200" y="1600201"/>
            <a:ext cx="5674956" cy="4756149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/>
              <a:t>For a given circuit, </a:t>
            </a:r>
            <a:r>
              <a:rPr lang="en-US" altLang="en-US" i="1" err="1"/>
              <a:t>V</a:t>
            </a:r>
            <a:r>
              <a:rPr lang="en-US" altLang="en-US" baseline="-25000" err="1"/>
              <a:t>Th</a:t>
            </a:r>
            <a:r>
              <a:rPr lang="en-US" altLang="en-US"/>
              <a:t> and </a:t>
            </a:r>
            <a:r>
              <a:rPr lang="en-US" altLang="en-US" i="1" err="1"/>
              <a:t>R</a:t>
            </a:r>
            <a:r>
              <a:rPr lang="en-US" altLang="en-US" baseline="-25000" err="1"/>
              <a:t>Th</a:t>
            </a:r>
            <a:r>
              <a:rPr lang="en-US" altLang="en-US"/>
              <a:t> are fixed. By varying the load resistance </a:t>
            </a:r>
            <a:r>
              <a:rPr lang="en-US" altLang="en-US" i="1"/>
              <a:t>R</a:t>
            </a:r>
            <a:r>
              <a:rPr lang="en-US" altLang="en-US" baseline="-25000"/>
              <a:t>L</a:t>
            </a:r>
            <a:r>
              <a:rPr lang="en-US" altLang="en-US"/>
              <a:t>, the power delivered to the load varies as shown.</a:t>
            </a:r>
          </a:p>
          <a:p>
            <a:r>
              <a:rPr lang="en-US" altLang="en-US"/>
              <a:t>You can see that as </a:t>
            </a:r>
            <a:r>
              <a:rPr lang="en-US" altLang="en-US" i="1"/>
              <a:t>R</a:t>
            </a:r>
            <a:r>
              <a:rPr lang="en-US" altLang="en-US" baseline="-25000"/>
              <a:t>L</a:t>
            </a:r>
            <a:r>
              <a:rPr lang="en-US" altLang="en-US"/>
              <a:t> approaches 0 and </a:t>
            </a:r>
            <a:r>
              <a:rPr lang="en-US" altLang="en-US">
                <a:sym typeface="Symbol" panose="05050102010706020507" pitchFamily="18" charset="2"/>
              </a:rPr>
              <a:t> the power transferred goes to zero.</a:t>
            </a:r>
          </a:p>
          <a:p>
            <a:r>
              <a:rPr lang="en-US" altLang="en-US">
                <a:sym typeface="Symbol" panose="05050102010706020507" pitchFamily="18" charset="2"/>
              </a:rPr>
              <a:t>In fact the maximum power transferred is when </a:t>
            </a:r>
            <a:r>
              <a:rPr lang="en-US" altLang="en-US" i="1" err="1">
                <a:sym typeface="Symbol" panose="05050102010706020507" pitchFamily="18" charset="2"/>
              </a:rPr>
              <a:t>R</a:t>
            </a:r>
            <a:r>
              <a:rPr lang="en-US" altLang="en-US" baseline="-25000" err="1">
                <a:sym typeface="Symbol" panose="05050102010706020507" pitchFamily="18" charset="2"/>
              </a:rPr>
              <a:t>T</a:t>
            </a:r>
            <a:r>
              <a:rPr lang="en-US" altLang="zh-CN" baseline="-25000" err="1">
                <a:sym typeface="Symbol" panose="05050102010706020507" pitchFamily="18" charset="2"/>
              </a:rPr>
              <a:t>h</a:t>
            </a:r>
            <a:r>
              <a:rPr lang="en-US" altLang="en-US">
                <a:sym typeface="Symbol" panose="05050102010706020507" pitchFamily="18" charset="2"/>
              </a:rPr>
              <a:t> =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ym typeface="Symbol" panose="05050102010706020507" pitchFamily="18" charset="2"/>
              </a:rPr>
              <a:t>L.</a:t>
            </a:r>
          </a:p>
          <a:p>
            <a:r>
              <a:rPr lang="en-US" altLang="en-US">
                <a:sym typeface="Symbol" panose="05050102010706020507" pitchFamily="18" charset="2"/>
              </a:rPr>
              <a:t>Mathematically, we can show that: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47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390146" name="Picture 2" descr="http://textflow.mheducation.com/figures/1259657027/ale57027_0449_lg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445297" y="1453831"/>
            <a:ext cx="3790950" cy="22669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9268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 II: Source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7576750" cy="448627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/>
              <a:t>An ideal voltage source provides a constant voltage irrespective of the current drawn by the load, while an ideal current source supplies a constant current regardless of the load voltage. 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en-US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/>
              <a:t>Practical voltage (a) and current (b) sources are not ideal, due to their </a:t>
            </a:r>
            <a:r>
              <a:rPr lang="en-US" i="1"/>
              <a:t>internal resistances</a:t>
            </a:r>
            <a:r>
              <a:rPr lang="en-US"/>
              <a:t> or </a:t>
            </a:r>
            <a:r>
              <a:rPr lang="en-US" i="1"/>
              <a:t>source resistances</a:t>
            </a:r>
            <a:r>
              <a:rPr lang="en-US"/>
              <a:t> </a:t>
            </a:r>
            <a:r>
              <a:rPr lang="en-US" i="1"/>
              <a:t>R</a:t>
            </a:r>
            <a:r>
              <a:rPr lang="en-US" i="1" baseline="-25000"/>
              <a:t>s</a:t>
            </a:r>
            <a:r>
              <a:rPr lang="en-US"/>
              <a:t> and </a:t>
            </a:r>
            <a:r>
              <a:rPr lang="en-US" i="1" err="1"/>
              <a:t>R</a:t>
            </a:r>
            <a:r>
              <a:rPr lang="en-US" i="1" baseline="-25000" err="1"/>
              <a:t>p</a:t>
            </a:r>
            <a:r>
              <a:rPr lang="en-US"/>
              <a:t>. They become ideal as </a:t>
            </a:r>
            <a:r>
              <a:rPr lang="en-US" i="1"/>
              <a:t>R</a:t>
            </a:r>
            <a:r>
              <a:rPr lang="en-US" i="1" baseline="-25000"/>
              <a:t>s</a:t>
            </a:r>
            <a:r>
              <a:rPr lang="en-US"/>
              <a:t> → 0 and </a:t>
            </a:r>
            <a:r>
              <a:rPr lang="en-US" i="1" err="1"/>
              <a:t>R</a:t>
            </a:r>
            <a:r>
              <a:rPr lang="en-US" i="1" baseline="-25000" err="1"/>
              <a:t>p</a:t>
            </a:r>
            <a:r>
              <a:rPr lang="en-US"/>
              <a:t> → ∞. 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48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6" name="Picture 4" descr="http://textflow.mheducation.com/figures/1259657027/ale57027_0458_l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10600" y="1274934"/>
            <a:ext cx="2378739" cy="526397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Source Modeling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2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44377" y="1690688"/>
                <a:ext cx="10449699" cy="447254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en-US"/>
                  <a:t>Take the </a:t>
                </a:r>
                <a:r>
                  <a:rPr lang="en-US" altLang="en-US" err="1"/>
                  <a:t>Thévenin</a:t>
                </a:r>
                <a:r>
                  <a:rPr lang="en-US" altLang="en-US"/>
                  <a:t> circuit with load resistor:</a:t>
                </a:r>
              </a:p>
              <a:p>
                <a:pPr lvl="1"/>
                <a:r>
                  <a:rPr lang="en-US" altLang="en-US"/>
                  <a:t>The internal resistor and the load act a voltage divider.</a:t>
                </a:r>
              </a:p>
              <a:p>
                <a:pPr lvl="1"/>
                <a:r>
                  <a:rPr lang="en-US" altLang="en-US"/>
                  <a:t>The lower the load resistance (heavier load), the more voltage drop that occurs in the source</a:t>
                </a:r>
              </a:p>
              <a:p>
                <a:pPr lvl="1"/>
                <a:endParaRPr lang="en-US" altLang="en-US"/>
              </a:p>
              <a:p>
                <a:pPr lvl="1"/>
                <a:endParaRPr lang="en-US" altLang="en-US"/>
              </a:p>
              <a:p>
                <a:pPr lvl="1"/>
                <a:endParaRPr lang="en-US" altLang="en-US"/>
              </a:p>
              <a:p>
                <a:pPr lvl="1"/>
                <a:endParaRPr lang="en-US" altLang="en-US"/>
              </a:p>
              <a:p>
                <a:pPr lvl="1"/>
                <a:endParaRPr lang="en-US" altLang="en-US"/>
              </a:p>
              <a:p>
                <a:pPr lvl="1"/>
                <a:endParaRPr lang="en-US" altLang="en-US"/>
              </a:p>
              <a:p>
                <a:r>
                  <a:rPr lang="en-US" altLang="en-US"/>
                  <a:t>This means that as the load resistance increases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≫</m:t>
                    </m:r>
                    <m:sSub>
                      <m:sSubPr>
                        <m:ctrlPr>
                          <a:rPr lang="en-US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en-US"/>
                  <a:t>), the voltage source comes closer to operating like the ideal source.</a:t>
                </a:r>
              </a:p>
            </p:txBody>
          </p:sp>
        </mc:Choice>
        <mc:Fallback xmlns="">
          <p:sp>
            <p:nvSpPr>
              <p:cNvPr id="2662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4377" y="1690688"/>
                <a:ext cx="10449699" cy="4472546"/>
              </a:xfrm>
              <a:blipFill>
                <a:blip r:embed="rId3"/>
                <a:stretch>
                  <a:fillRect l="-1050" t="-3270" r="-1575" b="-1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49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386052" name="Picture 4" descr="http://textflow.mheducation.com/figures/1259657027/ale57027_eq0425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73164" y="3879721"/>
            <a:ext cx="1743075" cy="619126"/>
          </a:xfrm>
          <a:prstGeom prst="rect">
            <a:avLst/>
          </a:prstGeom>
          <a:noFill/>
        </p:spPr>
      </p:pic>
      <p:pic>
        <p:nvPicPr>
          <p:cNvPr id="386054" name="Picture 6" descr="http://textflow.mheducation.com/figures/1259657027/ale57027_0459_lg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701963" y="2860589"/>
            <a:ext cx="5991791" cy="230453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50779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Source Modeling II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838200" y="1590774"/>
            <a:ext cx="7280188" cy="4525963"/>
          </a:xfrm>
        </p:spPr>
        <p:txBody>
          <a:bodyPr>
            <a:normAutofit/>
          </a:bodyPr>
          <a:lstStyle/>
          <a:p>
            <a:r>
              <a:rPr lang="en-US" altLang="en-US"/>
              <a:t>Similarly, with a realistic current source, the internal resistor in parallel with the ideal source acts to draw current that would otherwise go to the load.</a:t>
            </a:r>
          </a:p>
          <a:p>
            <a:pPr lvl="1"/>
            <a:r>
              <a:rPr lang="en-US" altLang="en-US"/>
              <a:t>Here, the load and the internal resistor act as a current divider.</a:t>
            </a:r>
          </a:p>
          <a:p>
            <a:pPr lvl="1"/>
            <a:r>
              <a:rPr lang="en-US" altLang="en-US"/>
              <a:t>From that perspective, the lower the load resistance, the more current passes through it.</a:t>
            </a:r>
          </a:p>
          <a:p>
            <a:r>
              <a:rPr lang="en-US" altLang="en-US"/>
              <a:t>Thus lower load resistance (            ) leads to behavior closer to the ideal source.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50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381956" name="Picture 4" descr="http://textflow.mheducation.com/figures/1259657027/ale57027_0460_l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24538" y="1941065"/>
            <a:ext cx="2501128" cy="4338527"/>
          </a:xfrm>
          <a:prstGeom prst="rect">
            <a:avLst/>
          </a:prstGeom>
          <a:noFill/>
        </p:spPr>
      </p:pic>
      <p:pic>
        <p:nvPicPr>
          <p:cNvPr id="381958" name="Picture 6" descr="http://textflow.mheducation.com/figures/1259657027/ale57027_eq0426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681737" y="1192856"/>
            <a:ext cx="1609725" cy="695325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010444" y="4709353"/>
                <a:ext cx="1386085" cy="4901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alt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≪</m:t>
                      </m:r>
                      <m:sSub>
                        <m:sSubPr>
                          <m:ctrlPr>
                            <a:rPr lang="en-US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GB" sz="2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0444" y="4709353"/>
                <a:ext cx="1386085" cy="490199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48482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Application III: Resistance Measurement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838201" y="1600201"/>
            <a:ext cx="10134600" cy="4525963"/>
          </a:xfrm>
        </p:spPr>
        <p:txBody>
          <a:bodyPr/>
          <a:lstStyle/>
          <a:p>
            <a:r>
              <a:rPr lang="en-US" altLang="en-US"/>
              <a:t>Recall the Wheatstone bridge method to measure resistance</a:t>
            </a:r>
          </a:p>
          <a:p>
            <a:r>
              <a:rPr lang="en-US" altLang="en-US"/>
              <a:t>It is based on the principle of the voltage divider</a:t>
            </a:r>
          </a:p>
          <a:p>
            <a:r>
              <a:rPr lang="en-US" altLang="en-US"/>
              <a:t>Adjust </a:t>
            </a:r>
            <a:r>
              <a:rPr lang="en-US" altLang="en-US" i="1"/>
              <a:t>R</a:t>
            </a:r>
            <a:r>
              <a:rPr lang="en-US" altLang="en-US" baseline="-25000"/>
              <a:t>2</a:t>
            </a:r>
            <a:r>
              <a:rPr lang="en-US" altLang="en-US"/>
              <a:t> until there is no current flowing through the galvanometer (which means a instrument to measure very small electric current)</a:t>
            </a:r>
          </a:p>
          <a:p>
            <a:r>
              <a:rPr lang="en-US" altLang="en-US"/>
              <a:t>The unknown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51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379906" name="Picture 2" descr="http://textflow.mheducation.com/figures/1259657027/ale57027_0463_l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72200" y="3793521"/>
            <a:ext cx="3810000" cy="2209801"/>
          </a:xfrm>
          <a:prstGeom prst="rect">
            <a:avLst/>
          </a:prstGeom>
          <a:noFill/>
        </p:spPr>
      </p:pic>
      <p:pic>
        <p:nvPicPr>
          <p:cNvPr id="379910" name="Picture 6" descr="http://textflow.mheducation.com/figures/1259657027/ale57027_eq0430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88785" y="4420502"/>
            <a:ext cx="2019300" cy="11715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372205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Unbalanced Bridge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838200" y="1525351"/>
            <a:ext cx="10641227" cy="4525963"/>
          </a:xfrm>
        </p:spPr>
        <p:txBody>
          <a:bodyPr/>
          <a:lstStyle/>
          <a:p>
            <a:r>
              <a:rPr lang="en-US" altLang="en-US"/>
              <a:t>The key to the high accuracy lies in the fact that any slight difference in the voltage dividers will lead to a current flow.</a:t>
            </a:r>
          </a:p>
          <a:p>
            <a:r>
              <a:rPr lang="en-US" altLang="en-US"/>
              <a:t>Find the current if the galvanometer has an internal resistance of 40 </a:t>
            </a:r>
            <a:r>
              <a:rPr lang="en-US" altLang="en-US">
                <a:latin typeface="Symbol" pitchFamily="18" charset="2"/>
              </a:rPr>
              <a:t>W</a:t>
            </a:r>
          </a:p>
          <a:p>
            <a:pPr lvl="1"/>
            <a:r>
              <a:rPr lang="en-US" altLang="en-US"/>
              <a:t>Looking into the circuit from terminals a &amp; b:</a:t>
            </a:r>
          </a:p>
          <a:p>
            <a:pPr lvl="1"/>
            <a:r>
              <a:rPr lang="en-US" altLang="en-US"/>
              <a:t>Its </a:t>
            </a:r>
            <a:r>
              <a:rPr lang="en-US" altLang="en-US" err="1"/>
              <a:t>Thévenin</a:t>
            </a:r>
            <a:r>
              <a:rPr lang="en-US" altLang="en-US"/>
              <a:t> resistance is (units: </a:t>
            </a:r>
            <a:r>
              <a:rPr lang="en-US" altLang="en-US" i="1"/>
              <a:t>R</a:t>
            </a:r>
            <a:r>
              <a:rPr lang="en-US" altLang="en-US"/>
              <a:t> in</a:t>
            </a:r>
            <a:br>
              <a:rPr lang="en-US" altLang="en-US"/>
            </a:br>
            <a:r>
              <a:rPr lang="en-US" altLang="en-US"/>
              <a:t> k</a:t>
            </a:r>
            <a:r>
              <a:rPr lang="en-US" altLang="en-US">
                <a:latin typeface="Symbol" pitchFamily="18" charset="2"/>
              </a:rPr>
              <a:t>W</a:t>
            </a:r>
            <a:r>
              <a:rPr lang="en-US" altLang="en-US"/>
              <a:t>, current mA, voltages V)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52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32157" name="Picture 413" descr="http://textflow.mheducation.com/figures/1259657027/ale57027_0464_l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77900" y="3641253"/>
            <a:ext cx="5153025" cy="2105026"/>
          </a:xfrm>
          <a:prstGeom prst="rect">
            <a:avLst/>
          </a:prstGeom>
          <a:noFill/>
        </p:spPr>
      </p:pic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3316688"/>
              </p:ext>
            </p:extLst>
          </p:nvPr>
        </p:nvGraphicFramePr>
        <p:xfrm>
          <a:off x="1248060" y="4161028"/>
          <a:ext cx="4119980" cy="1585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9000" imgH="825500" progId="Equation.DSMT4">
                  <p:embed/>
                </p:oleObj>
              </mc:Choice>
              <mc:Fallback>
                <p:oleObj name="Equation" r:id="rId4" imgW="2159000" imgH="825500" progId="Equation.DSMT4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8060" y="4161028"/>
                        <a:ext cx="4119980" cy="15852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954451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5402344" cy="4895850"/>
          </a:xfrm>
        </p:spPr>
        <p:txBody>
          <a:bodyPr>
            <a:noAutofit/>
          </a:bodyPr>
          <a:lstStyle/>
          <a:p>
            <a:pPr algn="just"/>
            <a:r>
              <a:rPr lang="en-US" sz="2000"/>
              <a:t>Voltage division</a:t>
            </a:r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>
              <a:lnSpc>
                <a:spcPct val="120000"/>
              </a:lnSpc>
              <a:spcBef>
                <a:spcPts val="1200"/>
              </a:spcBef>
            </a:pPr>
            <a:r>
              <a:rPr lang="en-US" sz="2000"/>
              <a:t>The negative sign indicates that the </a:t>
            </a:r>
            <a:br>
              <a:rPr lang="en-US" sz="2000"/>
            </a:br>
            <a:r>
              <a:rPr lang="en-US" sz="2000"/>
              <a:t>current flows in the direction opposite to the one assumed, that is, from terminal </a:t>
            </a:r>
            <a:r>
              <a:rPr lang="en-US" sz="2000" i="1"/>
              <a:t>b</a:t>
            </a:r>
            <a:r>
              <a:rPr lang="en-US" sz="2000"/>
              <a:t> to terminal </a:t>
            </a:r>
            <a:r>
              <a:rPr lang="en-US" sz="2000" i="1"/>
              <a:t>a</a:t>
            </a:r>
            <a:r>
              <a:rPr lang="en-US" sz="2000"/>
              <a:t>.</a:t>
            </a:r>
          </a:p>
          <a:p>
            <a:pPr algn="just"/>
            <a:endParaRPr lang="en-US"/>
          </a:p>
          <a:p>
            <a:pPr algn="just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Unbalanced Bridge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53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448514" name="Picture 2" descr="http://textflow.mheducation.com/figures/1259657027/ale57027_0465_l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05853" y="1436745"/>
            <a:ext cx="6381750" cy="3705225"/>
          </a:xfrm>
          <a:prstGeom prst="rect">
            <a:avLst/>
          </a:prstGeom>
          <a:noFill/>
        </p:spPr>
      </p:pic>
      <p:graphicFrame>
        <p:nvGraphicFramePr>
          <p:cNvPr id="3932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695995"/>
              </p:ext>
            </p:extLst>
          </p:nvPr>
        </p:nvGraphicFramePr>
        <p:xfrm>
          <a:off x="1329253" y="2149948"/>
          <a:ext cx="2427201" cy="13395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73200" imgH="812800" progId="Equation.DSMT4">
                  <p:embed/>
                </p:oleObj>
              </mc:Choice>
              <mc:Fallback>
                <p:oleObj name="Equation" r:id="rId3" imgW="1473200" imgH="812800" progId="Equation.DSMT4">
                  <p:embed/>
                  <p:pic>
                    <p:nvPicPr>
                      <p:cNvPr id="39322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9253" y="2149948"/>
                        <a:ext cx="2427201" cy="133955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32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6120623"/>
              </p:ext>
            </p:extLst>
          </p:nvPr>
        </p:nvGraphicFramePr>
        <p:xfrm>
          <a:off x="1334359" y="3515969"/>
          <a:ext cx="2446809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56755" imgH="406224" progId="Equation.DSMT4">
                  <p:embed/>
                </p:oleObj>
              </mc:Choice>
              <mc:Fallback>
                <p:oleObj name="Equation" r:id="rId5" imgW="1256755" imgH="406224" progId="Equation.DSMT4">
                  <p:embed/>
                  <p:pic>
                    <p:nvPicPr>
                      <p:cNvPr id="39322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4359" y="3515969"/>
                        <a:ext cx="2446809" cy="7921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322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0757389"/>
              </p:ext>
            </p:extLst>
          </p:nvPr>
        </p:nvGraphicFramePr>
        <p:xfrm>
          <a:off x="955289" y="4377941"/>
          <a:ext cx="4283975" cy="805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98700" imgH="431800" progId="Equation.DSMT4">
                  <p:embed/>
                </p:oleObj>
              </mc:Choice>
              <mc:Fallback>
                <p:oleObj name="Equation" r:id="rId7" imgW="2298700" imgH="431800" progId="Equation.DSMT4">
                  <p:embed/>
                  <p:pic>
                    <p:nvPicPr>
                      <p:cNvPr id="39322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5289" y="4377941"/>
                        <a:ext cx="4283975" cy="80539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90AA2-02E1-264C-9B1C-8D9B4E0E2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Expected 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E161A-2E54-8D4A-A1D6-9C21453BC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Understand the concepts of linearity, equivalent circuits. </a:t>
            </a:r>
          </a:p>
          <a:p>
            <a:r>
              <a:rPr lang="en-US"/>
              <a:t>Be able to explain the superposition principle and the source transformation principle using concepts of linearity property and equivalent circuits.</a:t>
            </a:r>
          </a:p>
          <a:p>
            <a:r>
              <a:rPr lang="en-US"/>
              <a:t>Be able to analyze a circuit using these techniques</a:t>
            </a:r>
          </a:p>
          <a:p>
            <a:pPr lvl="1"/>
            <a:r>
              <a:rPr lang="en-US"/>
              <a:t>Superposition principle</a:t>
            </a:r>
          </a:p>
          <a:p>
            <a:pPr lvl="1"/>
            <a:r>
              <a:rPr lang="en-US"/>
              <a:t>Source transformation</a:t>
            </a:r>
          </a:p>
          <a:p>
            <a:pPr lvl="1"/>
            <a:r>
              <a:rPr lang="en-US" err="1"/>
              <a:t>Thévenin’s</a:t>
            </a:r>
            <a:r>
              <a:rPr lang="en-US"/>
              <a:t> and Norton’s theorems</a:t>
            </a:r>
          </a:p>
          <a:p>
            <a:r>
              <a:rPr lang="en-US"/>
              <a:t>Understand the concept of maximum power transfer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0EB41-49D3-954A-B13E-EB32553A7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CBFE70-41D2-4ECE-931D-CE66C1B4224E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54</a:t>
            </a:fld>
            <a:endParaRPr lang="en-US" altLang="zh-CN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1299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nglish">
      <a:majorFont>
        <a:latin typeface="Times New Roman"/>
        <a:ea typeface="等线 Light"/>
        <a:cs typeface=""/>
      </a:majorFont>
      <a:minorFont>
        <a:latin typeface="Times New Roman"/>
        <a:ea typeface="等线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3766</TotalTime>
  <Words>2984</Words>
  <Application>Microsoft Macintosh PowerPoint</Application>
  <PresentationFormat>宽屏</PresentationFormat>
  <Paragraphs>399</Paragraphs>
  <Slides>55</Slides>
  <Notes>25</Notes>
  <HiddenSlides>1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55</vt:i4>
      </vt:variant>
    </vt:vector>
  </HeadingPairs>
  <TitlesOfParts>
    <vt:vector size="64" baseType="lpstr">
      <vt:lpstr>DengXian</vt:lpstr>
      <vt:lpstr>Arial</vt:lpstr>
      <vt:lpstr>Calibri</vt:lpstr>
      <vt:lpstr>Cambria Math</vt:lpstr>
      <vt:lpstr>Symbol</vt:lpstr>
      <vt:lpstr>Times New Roman</vt:lpstr>
      <vt:lpstr>Office Theme</vt:lpstr>
      <vt:lpstr>Equation</vt:lpstr>
      <vt:lpstr>公式</vt:lpstr>
      <vt:lpstr>EIE 2001 Basic Circuit Theory</vt:lpstr>
      <vt:lpstr>Review: Basic concepts and laws we have learned so far</vt:lpstr>
      <vt:lpstr>Review: Equivalence in resistor networks</vt:lpstr>
      <vt:lpstr>Overview</vt:lpstr>
      <vt:lpstr>Linearity Property</vt:lpstr>
      <vt:lpstr>Example: resistors are linear elements</vt:lpstr>
      <vt:lpstr>Example: A circuit with resistors, independent sources, and linear dependent sources is also linear</vt:lpstr>
      <vt:lpstr>Principle of Superposition in Linear Circuits</vt:lpstr>
      <vt:lpstr>Superposition principle is an application of linearity property</vt:lpstr>
      <vt:lpstr>Source transformation</vt:lpstr>
      <vt:lpstr>“Transformation” means the two circuits are equivalent</vt:lpstr>
      <vt:lpstr>We have seen “transformation” or “equivalence” in resistor networks</vt:lpstr>
      <vt:lpstr>Transformation and Equivalence</vt:lpstr>
      <vt:lpstr>Conditions when two linear circuits are equivalent</vt:lpstr>
      <vt:lpstr>Source Transformation</vt:lpstr>
      <vt:lpstr>Example of Using Source Transformation</vt:lpstr>
      <vt:lpstr>Something more about source transformation</vt:lpstr>
      <vt:lpstr>PowerPoint 演示文稿</vt:lpstr>
      <vt:lpstr>What happens if there is a resistance in parallel with the voltage source or a resistance in series with the current source?</vt:lpstr>
      <vt:lpstr>Example</vt:lpstr>
      <vt:lpstr>PowerPoint 演示文稿</vt:lpstr>
      <vt:lpstr>Thévenin’s Theorem - Motivation</vt:lpstr>
      <vt:lpstr>Thévenin’s Theorem</vt:lpstr>
      <vt:lpstr>Thévenin’s Voltage: equals to open circuit voltage </vt:lpstr>
      <vt:lpstr>Thévenin’s Resistance (direct method)</vt:lpstr>
      <vt:lpstr>Thévenin’s Resistance (alternative method) </vt:lpstr>
      <vt:lpstr>Thévenin’s Resistance (alternative) </vt:lpstr>
      <vt:lpstr>Example (Units: v in V,  R in W, and i in A are assumed)</vt:lpstr>
      <vt:lpstr>Example (cont’d)</vt:lpstr>
      <vt:lpstr>Example (Units: v in V,  R in Ω, and i in A are assumed)</vt:lpstr>
      <vt:lpstr>Solution (alternative method with a test source)</vt:lpstr>
      <vt:lpstr>Solution (direct method)</vt:lpstr>
      <vt:lpstr>PowerPoint 演示文稿</vt:lpstr>
      <vt:lpstr>Example of -RTh</vt:lpstr>
      <vt:lpstr>Example of -VTh</vt:lpstr>
      <vt:lpstr>Norton’s Theorem</vt:lpstr>
      <vt:lpstr>Norton’s Theorem</vt:lpstr>
      <vt:lpstr>Example</vt:lpstr>
      <vt:lpstr>Example (cont’d)</vt:lpstr>
      <vt:lpstr>Norton vs Thévenin</vt:lpstr>
      <vt:lpstr>Norton vs Thévenin</vt:lpstr>
      <vt:lpstr>Derivations of Thévenin’s &amp; Norton’s Theorem</vt:lpstr>
      <vt:lpstr>Derivations of Thévenin’s &amp; Norton’s Theorem</vt:lpstr>
      <vt:lpstr>Derivations of Thévenin's &amp; Norton’s Theorems</vt:lpstr>
      <vt:lpstr>Application I: Compute the Maximum Power Transfer to a Load</vt:lpstr>
      <vt:lpstr>Maximum Power Transfer</vt:lpstr>
      <vt:lpstr>Thévenin’s and Norton’s theorems simplify the calculation of load matching</vt:lpstr>
      <vt:lpstr>RTh = RL for maximum power transfer</vt:lpstr>
      <vt:lpstr>Application II: Source Modeling</vt:lpstr>
      <vt:lpstr>Source Modeling I</vt:lpstr>
      <vt:lpstr>Source Modeling II</vt:lpstr>
      <vt:lpstr>Application III: Resistance Measurement</vt:lpstr>
      <vt:lpstr>Example: Unbalanced Bridge</vt:lpstr>
      <vt:lpstr>Example: Unbalanced Bridge</vt:lpstr>
      <vt:lpstr>Expected learning outcomes</vt:lpstr>
    </vt:vector>
  </TitlesOfParts>
  <Company>The Chinese University of Hong Kong, Shenzhen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Scientific Method</dc:title>
  <dc:creator>Skhark</dc:creator>
  <cp:lastModifiedBy>Prof. Shuguang Cui (SSE)</cp:lastModifiedBy>
  <cp:revision>2</cp:revision>
  <cp:lastPrinted>2023-09-17T08:34:31Z</cp:lastPrinted>
  <dcterms:created xsi:type="dcterms:W3CDTF">2015-01-13T03:48:29Z</dcterms:created>
  <dcterms:modified xsi:type="dcterms:W3CDTF">2023-09-20T03:29:28Z</dcterms:modified>
</cp:coreProperties>
</file>