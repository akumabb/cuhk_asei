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7.xml" ContentType="application/inkml+xml"/>
  <Override PartName="/ppt/notesSlides/notesSlide19.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97" r:id="rId1"/>
  </p:sldMasterIdLst>
  <p:notesMasterIdLst>
    <p:notesMasterId r:id="rId31"/>
  </p:notesMasterIdLst>
  <p:sldIdLst>
    <p:sldId id="707" r:id="rId2"/>
    <p:sldId id="815" r:id="rId3"/>
    <p:sldId id="731" r:id="rId4"/>
    <p:sldId id="732" r:id="rId5"/>
    <p:sldId id="733" r:id="rId6"/>
    <p:sldId id="758" r:id="rId7"/>
    <p:sldId id="735" r:id="rId8"/>
    <p:sldId id="736" r:id="rId9"/>
    <p:sldId id="742" r:id="rId10"/>
    <p:sldId id="744" r:id="rId11"/>
    <p:sldId id="760" r:id="rId12"/>
    <p:sldId id="759" r:id="rId13"/>
    <p:sldId id="746" r:id="rId14"/>
    <p:sldId id="763" r:id="rId15"/>
    <p:sldId id="764" r:id="rId16"/>
    <p:sldId id="749" r:id="rId17"/>
    <p:sldId id="766" r:id="rId18"/>
    <p:sldId id="767" r:id="rId19"/>
    <p:sldId id="809" r:id="rId20"/>
    <p:sldId id="810" r:id="rId21"/>
    <p:sldId id="811" r:id="rId22"/>
    <p:sldId id="751" r:id="rId23"/>
    <p:sldId id="768" r:id="rId24"/>
    <p:sldId id="769" r:id="rId25"/>
    <p:sldId id="753" r:id="rId26"/>
    <p:sldId id="765" r:id="rId27"/>
    <p:sldId id="761" r:id="rId28"/>
    <p:sldId id="770" r:id="rId29"/>
    <p:sldId id="81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40" autoAdjust="0"/>
    <p:restoredTop sz="87001" autoAdjust="0"/>
  </p:normalViewPr>
  <p:slideViewPr>
    <p:cSldViewPr snapToGrid="0">
      <p:cViewPr varScale="1">
        <p:scale>
          <a:sx n="101" d="100"/>
          <a:sy n="101" d="100"/>
        </p:scale>
        <p:origin x="1136" y="192"/>
      </p:cViewPr>
      <p:guideLst>
        <p:guide orient="horz" pos="2160"/>
        <p:guide pos="3840"/>
      </p:guideLst>
    </p:cSldViewPr>
  </p:slideViewPr>
  <p:outlineViewPr>
    <p:cViewPr>
      <p:scale>
        <a:sx n="33" d="100"/>
        <a:sy n="33" d="100"/>
      </p:scale>
      <p:origin x="0" y="-1157"/>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huguang Cui (SSE)" userId="85de1bb4-a53e-4ccf-9dc2-65b85f685fb4" providerId="ADAL" clId="{7BB3F007-6075-4447-B191-C04E413F7E76}"/>
    <pc:docChg chg="custSel modSld">
      <pc:chgData name="Prof. Shuguang Cui (SSE)" userId="85de1bb4-a53e-4ccf-9dc2-65b85f685fb4" providerId="ADAL" clId="{7BB3F007-6075-4447-B191-C04E413F7E76}" dt="2023-11-13T01:49:47.740" v="35" actId="20577"/>
      <pc:docMkLst>
        <pc:docMk/>
      </pc:docMkLst>
      <pc:sldChg chg="modSp mod">
        <pc:chgData name="Prof. Shuguang Cui (SSE)" userId="85de1bb4-a53e-4ccf-9dc2-65b85f685fb4" providerId="ADAL" clId="{7BB3F007-6075-4447-B191-C04E413F7E76}" dt="2023-11-10T04:38:27.662" v="16" actId="20577"/>
        <pc:sldMkLst>
          <pc:docMk/>
          <pc:sldMk cId="2103267099" sldId="744"/>
        </pc:sldMkLst>
        <pc:spChg chg="mod">
          <ac:chgData name="Prof. Shuguang Cui (SSE)" userId="85de1bb4-a53e-4ccf-9dc2-65b85f685fb4" providerId="ADAL" clId="{7BB3F007-6075-4447-B191-C04E413F7E76}" dt="2023-11-10T04:38:27.662" v="16" actId="20577"/>
          <ac:spMkLst>
            <pc:docMk/>
            <pc:sldMk cId="2103267099" sldId="744"/>
            <ac:spMk id="32771" creationId="{00000000-0000-0000-0000-000000000000}"/>
          </ac:spMkLst>
        </pc:spChg>
      </pc:sldChg>
      <pc:sldChg chg="modSp mod">
        <pc:chgData name="Prof. Shuguang Cui (SSE)" userId="85de1bb4-a53e-4ccf-9dc2-65b85f685fb4" providerId="ADAL" clId="{7BB3F007-6075-4447-B191-C04E413F7E76}" dt="2023-11-10T04:43:42.067" v="24" actId="20577"/>
        <pc:sldMkLst>
          <pc:docMk/>
          <pc:sldMk cId="2353458726" sldId="749"/>
        </pc:sldMkLst>
        <pc:spChg chg="mod">
          <ac:chgData name="Prof. Shuguang Cui (SSE)" userId="85de1bb4-a53e-4ccf-9dc2-65b85f685fb4" providerId="ADAL" clId="{7BB3F007-6075-4447-B191-C04E413F7E76}" dt="2023-11-10T04:43:42.067" v="24" actId="20577"/>
          <ac:spMkLst>
            <pc:docMk/>
            <pc:sldMk cId="2353458726" sldId="749"/>
            <ac:spMk id="43011" creationId="{00000000-0000-0000-0000-000000000000}"/>
          </ac:spMkLst>
        </pc:spChg>
      </pc:sldChg>
      <pc:sldChg chg="modSp">
        <pc:chgData name="Prof. Shuguang Cui (SSE)" userId="85de1bb4-a53e-4ccf-9dc2-65b85f685fb4" providerId="ADAL" clId="{7BB3F007-6075-4447-B191-C04E413F7E76}" dt="2023-11-13T01:49:47.740" v="35" actId="20577"/>
        <pc:sldMkLst>
          <pc:docMk/>
          <pc:sldMk cId="535113474" sldId="765"/>
        </pc:sldMkLst>
        <pc:spChg chg="mod">
          <ac:chgData name="Prof. Shuguang Cui (SSE)" userId="85de1bb4-a53e-4ccf-9dc2-65b85f685fb4" providerId="ADAL" clId="{7BB3F007-6075-4447-B191-C04E413F7E76}" dt="2023-11-13T01:49:47.740" v="35" actId="20577"/>
          <ac:spMkLst>
            <pc:docMk/>
            <pc:sldMk cId="535113474" sldId="765"/>
            <ac:spMk id="21" creationId="{00000000-0000-0000-0000-000000000000}"/>
          </ac:spMkLst>
        </pc:spChg>
      </pc:sldChg>
      <pc:sldChg chg="modSp mod">
        <pc:chgData name="Prof. Shuguang Cui (SSE)" userId="85de1bb4-a53e-4ccf-9dc2-65b85f685fb4" providerId="ADAL" clId="{7BB3F007-6075-4447-B191-C04E413F7E76}" dt="2023-11-10T04:44:31.001" v="29" actId="20577"/>
        <pc:sldMkLst>
          <pc:docMk/>
          <pc:sldMk cId="3647787430" sldId="767"/>
        </pc:sldMkLst>
        <pc:spChg chg="mod">
          <ac:chgData name="Prof. Shuguang Cui (SSE)" userId="85de1bb4-a53e-4ccf-9dc2-65b85f685fb4" providerId="ADAL" clId="{7BB3F007-6075-4447-B191-C04E413F7E76}" dt="2023-11-10T04:44:31.001" v="29" actId="20577"/>
          <ac:spMkLst>
            <pc:docMk/>
            <pc:sldMk cId="3647787430" sldId="767"/>
            <ac:spMk id="3" creationId="{00000000-0000-0000-0000-000000000000}"/>
          </ac:spMkLst>
        </pc:spChg>
      </pc:sldChg>
    </pc:docChg>
  </pc:docChgLst>
  <pc:docChgLst>
    <pc:chgData name="Prof. Shuguang Cui (SSE)" userId="85de1bb4-a53e-4ccf-9dc2-65b85f685fb4" providerId="ADAL" clId="{25B7C9FC-748B-2D4C-B09A-EBF33A972467}"/>
    <pc:docChg chg="modSld">
      <pc:chgData name="Prof. Shuguang Cui (SSE)" userId="85de1bb4-a53e-4ccf-9dc2-65b85f685fb4" providerId="ADAL" clId="{25B7C9FC-748B-2D4C-B09A-EBF33A972467}" dt="2024-11-05T09:59:25.821" v="2" actId="20577"/>
      <pc:docMkLst>
        <pc:docMk/>
      </pc:docMkLst>
      <pc:sldChg chg="modSp mod">
        <pc:chgData name="Prof. Shuguang Cui (SSE)" userId="85de1bb4-a53e-4ccf-9dc2-65b85f685fb4" providerId="ADAL" clId="{25B7C9FC-748B-2D4C-B09A-EBF33A972467}" dt="2024-11-05T09:59:25.821" v="2" actId="20577"/>
        <pc:sldMkLst>
          <pc:docMk/>
          <pc:sldMk cId="2083774451" sldId="707"/>
        </pc:sldMkLst>
        <pc:spChg chg="mod">
          <ac:chgData name="Prof. Shuguang Cui (SSE)" userId="85de1bb4-a53e-4ccf-9dc2-65b85f685fb4" providerId="ADAL" clId="{25B7C9FC-748B-2D4C-B09A-EBF33A972467}" dt="2024-11-05T09:59:25.821" v="2" actId="20577"/>
          <ac:spMkLst>
            <pc:docMk/>
            <pc:sldMk cId="2083774451" sldId="707"/>
            <ac:spMk id="11"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22.399"/>
    </inkml:context>
    <inkml:brush xml:id="br0">
      <inkml:brushProperty name="width" value="0.05" units="cm"/>
      <inkml:brushProperty name="height" value="0.05" units="cm"/>
    </inkml:brush>
  </inkml:definitions>
  <inkml:trace contextRef="#ctx0" brushRef="#br0">23 0 24575,'0'10'0,"0"1"0,0-1 0,0 1 0,0 0 0,0 0 0,0-1 0,0 1 0,0 0 0,0-1 0,0 1 0,-5-1 0,4 1 0,-4-1 0,5 1 0,0-1 0,0 1 0,0-1 0,0 1 0,0-1 0,0 0 0,0 1 0,0-1 0,0 0 0,0 0 0,0 0 0,0 0 0,0 0 0,-5-4 0,4 3 0,-4-3 0,5 4 0,0 0 0,0 0 0,0 0 0,0 0 0,0 0 0,0 0 0,0 0 0,0 1 0,0-1 0,0 0 0,0 0 0,0 0 0,0 0 0,0 0 0,0 0 0,0 0 0,0 0 0,0 0 0,0 0 0,0 0 0,0 0 0,0 0 0,0-1 0,0 1 0,0 0 0,0 0 0,0 0 0,0 0 0,0-1 0,0 1 0,0 0 0,0-4 0,0-2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25.376"/>
    </inkml:context>
    <inkml:brush xml:id="br0">
      <inkml:brushProperty name="width" value="0.05" units="cm"/>
      <inkml:brushProperty name="height" value="0.05" units="cm"/>
    </inkml:brush>
  </inkml:definitions>
  <inkml:trace contextRef="#ctx0" brushRef="#br0">0 0 24575,'0'11'0,"0"-1"0,0 1 0,0-1 0,0 1 0,0 0 0,0-1 0,0 1 0,0 0 0,0 0 0,0-1 0,0 1 0,0 0 0,0 0 0,0-1 0,0 1 0,0 0 0,0-1 0,0 1 0,0-1 0,0 0 0,0 1 0,0-1 0,0 0 0,0 0 0,0 1 0,0-1 0,0 1 0,0-1 0,0 0 0,0 1 0,0-1 0,0 1 0,0 0 0,0-1 0,0 0 0,0 1 0,0-1 0,0 1 0,0-1 0,0 1 0,0-1 0,0 1 0,0-1 0,0 0 0,0 1 0,0-1 0,0 1 0,0-1 0,0 1 0,0-1 0,0 1 0,0-1 0,0 0 0,0 1 0,0-1 0,0 0 0,0 0 0,0 1 0,0-1 0,0 0 0,0 1 0,0-1 0,0 0 0,0 0 0,0-1 0,0 1 0,0 0 0,0-5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45.890"/>
    </inkml:context>
    <inkml:brush xml:id="br0">
      <inkml:brushProperty name="width" value="0.05" units="cm"/>
      <inkml:brushProperty name="height" value="0.05" units="cm"/>
    </inkml:brush>
  </inkml:definitions>
  <inkml:trace contextRef="#ctx0" brushRef="#br0">11 0 24575,'0'10'0,"0"1"0,0-1 0,0 1 0,0 0 0,0 0 0,0-1 0,0 1 0,0 0 0,0-1 0,-4 1 0,2 0 0,-3 0 0,5-1 0,0 1 0,0 0 0,0-1 0,0 1 0,0-1 0,0 1 0,0 0 0,0-1 0,0 1 0,0 0 0,0 0 0,0-1 0,0 1 0,0 0 0,0-1 0,0 1 0,0-1 0,0 1 0,0 0 0,0-1 0,0 1 0,0-1 0,0 1 0,0-1 0,0 1 0,0-1 0,0 1 0,0 0 0,0-1 0,0 1 0,0-1 0,0 1 0,0 0 0,0-1 0,0 1 0,0 0 0,0-1 0,0 1 0,0-1 0,0 1 0,0 0 0,0-1 0,0 0 0,0 1 0,0-1 0,0 0 0,0 1 0,0-1 0,0 1 0,0-1 0,0 0 0,0 1 0,0-1 0,0 0 0,0 1 0,0-1 0,0 0 0,0 0 0,0-5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50.684"/>
    </inkml:context>
    <inkml:brush xml:id="br0">
      <inkml:brushProperty name="width" value="0.05" units="cm"/>
      <inkml:brushProperty name="height" value="0.05" units="cm"/>
    </inkml:brush>
  </inkml:definitions>
  <inkml:trace contextRef="#ctx0" brushRef="#br0">1 0 24575,'0'11'0,"0"-1"0,0 0 0,0 1 0,0 0 0,0 0 0,0 5 0,0-4 0,0 11 0,0-11 0,0 10 0,0-4 0,0 0 0,0 4 0,0-9 0,0 9 0,0-10 0,0 5 0,0-7 0,0 1 0,0 5 0,0-3 0,0 3 0,0-5 0,0 0 0,0-1 0,0 1 0,0 0 0,0 0 0,0-1 0,0 1 0,0 0 0,0-1 0,0 1 0,0 0 0,0 0 0,0-1 0,0 1 0,0-1 0,0 1 0,0 0 0,0-1 0,0 1 0,0-1 0,0 1 0,0-1 0,0 1 0,0-1 0,0 1 0,0-1 0,0 1 0,0-1 0,0 1 0,0-1 0,0 1 0,0-1 0,0 0 0,0 1 0,0-1 0,0 0 0,0 0 0,0 1 0,0-1 0,0 0 0,0 0 0,0 0 0,0 0 0,0 0 0,0 0 0,0 0 0,0 0 0,0 0 0,0-1 0,0 1 0,0 0 0,0-4 0,0-2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55.678"/>
    </inkml:context>
    <inkml:brush xml:id="br0">
      <inkml:brushProperty name="width" value="0.05" units="cm"/>
      <inkml:brushProperty name="height" value="0.05" units="cm"/>
    </inkml:brush>
  </inkml:definitions>
  <inkml:trace contextRef="#ctx0" brushRef="#br0">1 1 24575,'0'10'0,"0"0"0,0 1 0,0 0 0,0-1 0,0 1 0,0 0 0,0-1 0,0 1 0,0-1 0,0 0 0,0 1 0,0-1 0,0 1 0,0-1 0,0 1 0,0-1 0,0 1 0,0 0 0,0 0 0,0-1 0,0 1 0,0-1 0,0 1 0,0-1 0,0 1 0,0 0 0,0 0 0,0-1 0,0 1 0,0-1 0,0 1 0,0 0 0,0-1 0,0 1 0,0 0 0,0-1 0,0 1 0,0-1 0,0 1 0,0 0 0,0 0 0,0-1 0,0 1 0,0 0 0,0 0 0,0-1 0,0 1 0,0 0 0,0 0 0,0-1 0,0 1 0,0 0 0,0-1 0,0 1 0,0 0 0,0-1 0,0 1 0,0 0 0,0 0 0,0-1 0,0 1 0,0 0 0,0-1 0,0 1 0,0-1 0,0 1 0,0-1 0,0 1 0,0 0 0,0-1 0,0 0 0,0 1 0,0-1 0,4 1 0,-3-1 0,4 0 0,-5-5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31T02:07:58.392"/>
    </inkml:context>
    <inkml:brush xml:id="br0">
      <inkml:brushProperty name="width" value="0.05" units="cm"/>
      <inkml:brushProperty name="height" value="0.05" units="cm"/>
    </inkml:brush>
  </inkml:definitions>
  <inkml:trace contextRef="#ctx0" brushRef="#br0">1 1 24575,'0'10'0,"0"0"0,0 1 0,0 0 0,0-1 0,0 1 0,0 0 0,0 0 0,0-1 0,0 1 0,0 6 0,0-5 0,0 4 0,0-5 0,0 0 0,0-1 0,0 1 0,0 0 0,0 0 0,0-1 0,0 1 0,0 0 0,0-1 0,0 1 0,0 0 0,0 0 0,0-1 0,0 1 0,0 0 0,0 0 0,0-1 0,0 1 0,0 0 0,0 0 0,0-1 0,0 1 0,0 0 0,0-1 0,0 1 0,0 0 0,0-1 0,0 1 0,0 0 0,0 0 0,0-1 0,0 1 0,0 0 0,0 0 0,0-1 0,0 1 0,0 0 0,0-1 0,0 1 0,0 0 0,0-1 0,0 1 0,0-1 0,0 1 0,0-1 0,0 0 0,0 1 0,0-1 0,0 0 0,0 0 0,0 0 0,0 0 0,0 0 0,0 1 0,0-2 0,0 1 0,0 0 0,0 0 0,0 0 0,0 0 0,0-5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5T01:50:33.525"/>
    </inkml:context>
    <inkml:brush xml:id="br0">
      <inkml:brushProperty name="width" value="0.05" units="cm"/>
      <inkml:brushProperty name="height" value="0.05" units="cm"/>
      <inkml:brushProperty name="color" value="#E71224"/>
    </inkml:brush>
  </inkml:definitions>
  <inkml:trace contextRef="#ctx0" brushRef="#br0">68 1 24575,'-18'57'0,"1"1"0,-11 24 0,26-60 0,1-19 0,1 0 0,0-2 0,0 0 0,0 2 0,0-1 0,0 2 0,0 0 0,-1 0 0,1 3 0,0-1 0,-1 0 0,1-3 0,1-1 0,0-2 0,5 0 0,4 1 0,2-1 0,0 0 0,-1 0 0,-1 0 0,-2 0 0,-3 0 0,-2 1 0,-2-1 0,1 0 0,1 0 0,1 0 0,1 1 0,-1-1 0,2 0 0,-3 0 0,3 2 0,0-1 0,1 0 0,0 1 0,-2-2 0,-3 1 0,0-1 0,-2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18.010"/>
    </inkml:context>
    <inkml:brush xml:id="br0">
      <inkml:brushProperty name="width" value="0.05" units="cm"/>
      <inkml:brushProperty name="height" value="0.05" units="cm"/>
    </inkml:brush>
  </inkml:definitions>
  <inkml:trace contextRef="#ctx0" brushRef="#br0">38 1 1375 0 0,'0'0'6902'0'0,"-3"2"-6813"0"0,-19 11 34 0 0,20-13-75 0 0,0 0 270 0 0,-2 4-51 0 0,4-4-191 0 0,0 0 1 0 0,-1 0-1 0 0,1 0 1 0 0,0 0 0 0 0,0 0-1 0 0,-1 0 1 0 0,1 0-1 0 0,0 0 1 0 0,0 0-1 0 0,0 0 1 0 0,-1 0 0 0 0,1 1-1 0 0,0-1 1 0 0,0 0-1 0 0,0 0 1 0 0,0 0-1 0 0,-1 0 1 0 0,1 1 0 0 0,0-1-1 0 0,0 0 1 0 0,0 0-1 0 0,0 0 1 0 0,0 1-1 0 0,0-1 1 0 0,0 0 0 0 0,-1 0-1 0 0,1 0 1 0 0,0 1-1 0 0,0-1 1 0 0,0 0-1 0 0,0 0 1 0 0,0 1-1 0 0,0-1 1 0 0,0 0 0 0 0,0 0-1 0 0,0 0 1 0 0,0 1-1 0 0,2 2-13 0 0,-1 0 1 0 0,1-1-1 0 0,-1 1 0 0 0,1-1 0 0 0,0 1 0 0 0,0-1 0 0 0,0 0 0 0 0,0 0 0 0 0,1 0 0 0 0,-1 0 0 0 0,0 0 0 0 0,1 0 1 0 0,-1 0-1 0 0,1-1 0 0 0,0 1 0 0 0,0-1 0 0 0,-1 0 0 0 0,1 0 0 0 0,4 1 0 0 0,8 2 151 0 0,0-1 0 0 0,27 2 0 0 0,-12-1 114 0 0,220 31 1166 0 0,-220-31-1359 0 0,1-2 0 0 0,0-1 0 0 0,55-5 0 0 0,89-22 555 0 0,-113 14-457 0 0,0 3-1 0 0,70-1 1 0 0,-117 11-151 0 0,-1 0 0 0 0,1 1 0 0 0,-1 0 0 0 0,20 7 0 0 0,-32-8-28 0 0,0 0 0 0 0,0 0-1 0 0,0 0 1 0 0,0 1 0 0 0,-1-1-1 0 0,1 0 1 0 0,1 3-1 0 0,8 3 2376 0 0,-35 5-4904 0 0,12-10-4220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18.809"/>
    </inkml:context>
    <inkml:brush xml:id="br0">
      <inkml:brushProperty name="width" value="0.05" units="cm"/>
      <inkml:brushProperty name="height" value="0.05" units="cm"/>
    </inkml:brush>
  </inkml:definitions>
  <inkml:trace contextRef="#ctx0" brushRef="#br0">719 0 6879 0 0,'0'0'623'0'0,"-2"1"-514"0"0,-5 2-33 0 0,-25 6 2098 0 0,28-9-1978 0 0,0 1 1 0 0,0 0-1 0 0,0 0 1 0 0,0 1-1 0 0,0-1 1 0 0,0 1-1 0 0,-5 2 1 0 0,-1 4 231 0 0,0-1 1 0 0,0 1 0 0 0,1 1-1 0 0,0 0 1 0 0,1 0-1 0 0,-8 11 1 0 0,-40 65 898 0 0,26-36-841 0 0,-40 52-46 0 0,27-40-261 0 0,-36 65 1 0 0,-9 70 243 0 0,21-43 588 0 0,48-115-82 0 0,-45 67 1 0 0,59-96-889 0 0,-2-1-1 0 0,1 0 1 0 0,-1 0 0 0 0,-14 12 0 0 0,14-15-336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19.797"/>
    </inkml:context>
    <inkml:brush xml:id="br0">
      <inkml:brushProperty name="width" value="0.05" units="cm"/>
      <inkml:brushProperty name="height" value="0.05" units="cm"/>
    </inkml:brush>
  </inkml:definitions>
  <inkml:trace contextRef="#ctx0" brushRef="#br0">92 72 919 0 0,'-5'-14'4918'0'0,"-12"-43"8843"0"0,16 60-11784 0 0,-2 12-877 0 0,0 20-1186 0 0,-37 682 303 0 0,38-681-265 0 0,1-10-33 0 0,-1-1 0 0 0,-1 0 1 0 0,-11 41-1 0 0,13-64-640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0.108"/>
    </inkml:context>
    <inkml:brush xml:id="br0">
      <inkml:brushProperty name="width" value="0.05" units="cm"/>
      <inkml:brushProperty name="height" value="0.05" units="cm"/>
    </inkml:brush>
  </inkml:definitions>
  <inkml:trace contextRef="#ctx0" brushRef="#br0">0 187 5527 0 0,'11'-17'-272'0'0,"37"-55"4971"0"0,-41 64-3693 0 0,0-1 1 0 0,1 1 0 0 0,0 1 0 0 0,1 0-1 0 0,16-12 1 0 0,-14 13-539 0 0,-1 0-1 0 0,1 1 1 0 0,0 0 0 0 0,0 1 0 0 0,1 0-1 0 0,11-2 1 0 0,-18 5-395 0 0,0 0 1 0 0,-1 0-1 0 0,1 1 1 0 0,-1-1-1 0 0,1 1 1 0 0,0 0-1 0 0,0 1 0 0 0,-1-1 1 0 0,1 1-1 0 0,-1 0 1 0 0,1 0-1 0 0,0 0 1 0 0,-1 1-1 0 0,0-1 0 0 0,1 1 1 0 0,-1 0-1 0 0,0 0 1 0 0,5 4-1 0 0,-7-4-70 0 0,0 0 0 0 0,0 1 0 0 0,0-1 0 0 0,0 1-1 0 0,0-1 1 0 0,-1 1 0 0 0,1 0 0 0 0,-1-1 0 0 0,0 1 0 0 0,1 0-1 0 0,-1 0 1 0 0,-1 0 0 0 0,1 0 0 0 0,0 0 0 0 0,-1 1 0 0 0,1-1-1 0 0,-1 0 1 0 0,0 0 0 0 0,0 0 0 0 0,0 0 0 0 0,-1 0 0 0 0,1 0-1 0 0,-1 1 1 0 0,-1 3 0 0 0,-2 7-18 0 0,-1 1-1 0 0,0-1 0 0 0,-12 22 1 0 0,15-33 20 0 0,-9 17-15 0 0,-1-1 1 0 0,-1 0 0 0 0,-1 0 0 0 0,0-2 0 0 0,-2 1 0 0 0,-22 19 0 0 0,34-34-2 0 0,0 0 0 0 0,0 0 0 0 0,0 0 1 0 0,0-1-1 0 0,-7 4 0 0 0,9-5-112 0 0,0 0 0 0 0,1-1 0 0 0,-1 1 0 0 0,0-1 0 0 0,0 1 0 0 0,0-1 0 0 0,0 0 0 0 0,0 1 0 0 0,0-1 0 0 0,0 0 0 0 0,0 0 0 0 0,0-1 1 0 0,0 1-1 0 0,0 0 0 0 0,-3-2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0.451"/>
    </inkml:context>
    <inkml:brush xml:id="br0">
      <inkml:brushProperty name="width" value="0.05" units="cm"/>
      <inkml:brushProperty name="height" value="0.05" units="cm"/>
    </inkml:brush>
  </inkml:definitions>
  <inkml:trace contextRef="#ctx0" brushRef="#br0">1 1 5063 0 0,'0'0'232'0'0,"1"1"-13"0"0,4 3 353 0 0,-1 1 1 0 0,0 0-1 0 0,0 0 0 0 0,0 0 0 0 0,-1 0 1 0 0,0 0-1 0 0,0 1 0 0 0,0 0 0 0 0,-1-1 1 0 0,1 1-1 0 0,-1 0 0 0 0,-1 0 0 0 0,1 1 1 0 0,1 11-1 0 0,-1 8 83 0 0,-1 1 1 0 0,-2 33-1 0 0,-1-34-940 0 0,2-1 1433 0 0,4 42 0 0 0,8-84 994 0 0,-2-9-1175 0 0,9-37 0 0 0,-12 36-776 0 0,16-39-1 0 0,-14 47-464 0 0,1 0 0 0 0,13-18-1 0 0,-1 7-6229 0 0,-12 17-46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0.814"/>
    </inkml:context>
    <inkml:brush xml:id="br0">
      <inkml:brushProperty name="width" value="0.05" units="cm"/>
      <inkml:brushProperty name="height" value="0.05" units="cm"/>
    </inkml:brush>
  </inkml:definitions>
  <inkml:trace contextRef="#ctx0" brushRef="#br0">37 54 8751 0 0,'0'0'1118'0'0,"-1"2"-16"0"0,-4 10 631 0 0,-1 2 0 0 0,-5 20 0 0 0,7-18-1523 0 0,1 0 0 0 0,0 1-1 0 0,1-1 1 0 0,1 0 0 0 0,0 1 0 0 0,2-1 0 0 0,3 28 0 0 0,-4-43-185 0 0,0 0 1 0 0,0 0-1 0 0,0-1 1 0 0,0 1 0 0 0,0 0-1 0 0,0-1 1 0 0,1 1-1 0 0,-1 0 1 0 0,0 0 0 0 0,0-1-1 0 0,1 1 1 0 0,-1-1 0 0 0,0 1-1 0 0,1 0 1 0 0,-1-1-1 0 0,1 1 1 0 0,-1-1 0 0 0,1 1-1 0 0,-1-1 1 0 0,1 1-1 0 0,-1-1 1 0 0,1 1 0 0 0,-1-1-1 0 0,1 1 1 0 0,0-1-1 0 0,-1 0 1 0 0,1 1 0 0 0,0-1-1 0 0,-1 0 1 0 0,1 0 0 0 0,0 0-1 0 0,-1 1 1 0 0,1-1-1 0 0,0 0 1 0 0,0 0 0 0 0,-1 0-1 0 0,2 0 1 0 0,1-1 26 0 0,-1 0-1 0 0,0 1 1 0 0,0-1 0 0 0,0 0-1 0 0,-1 0 1 0 0,1 0 0 0 0,0 0-1 0 0,0 0 1 0 0,0-1 0 0 0,-1 1-1 0 0,1-1 1 0 0,1-1 0 0 0,3-4 26 0 0,-1 0 0 0 0,0 0 0 0 0,-1 0 0 0 0,1-1 1 0 0,-1 1-1 0 0,3-12 0 0 0,15-50 120 0 0,-20 62-170 0 0,-1 1 0 0 0,0 0 0 0 0,0-1 0 0 0,-1 1 0 0 0,0-1 0 0 0,0 1 1 0 0,0-1-1 0 0,-1 1 0 0 0,0 0 0 0 0,-3-12 0 0 0,2 13-167 0 0,0 1 1 0 0,1-1-1 0 0,-2 1 1 0 0,1 0-1 0 0,0-1 1 0 0,-1 1-1 0 0,0 0 1 0 0,0 1-1 0 0,0-1 0 0 0,0 1 1 0 0,-1-1-1 0 0,1 1 1 0 0,-1 0-1 0 0,-7-4 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1.178"/>
    </inkml:context>
    <inkml:brush xml:id="br0">
      <inkml:brushProperty name="width" value="0.05" units="cm"/>
      <inkml:brushProperty name="height" value="0.05" units="cm"/>
    </inkml:brush>
  </inkml:definitions>
  <inkml:trace contextRef="#ctx0" brushRef="#br0">0 1 12959 0 0,'0'0'634'0'0,"2"1"-282"0"0,1 2-318 0 0,-1-1 1 0 0,0 0 0 0 0,0 1 0 0 0,0 0-1 0 0,0-1 1 0 0,-1 1 0 0 0,1 0 0 0 0,-1 0-1 0 0,0 0 1 0 0,0 0 0 0 0,0 0 0 0 0,1 3-1 0 0,8 46 7 0 0,-5-23 257 0 0,-2-15-5 0 0,0-1 0 0 0,7 17-1 0 0,-8-25-107 0 0,0-1 0 0 0,0 0 0 0 0,0 1 0 0 0,1-1 0 0 0,0 0 0 0 0,0 0 0 0 0,0 0 0 0 0,0-1 0 0 0,6 6 0 0 0,-7-9-120 0 0,-1 1-1 0 0,0-1 0 0 0,0 0 1 0 0,0 1-1 0 0,1-1 0 0 0,-1 0 1 0 0,0 0-1 0 0,0 0 0 0 0,1 0 1 0 0,-1 0-1 0 0,0-1 0 0 0,0 1 1 0 0,0 0-1 0 0,1 0 0 0 0,-1-1 1 0 0,0 1-1 0 0,0-1 0 0 0,0 1 1 0 0,0-1-1 0 0,0 1 1 0 0,0-1-1 0 0,2-1 0 0 0,1-3-89 0 0,0 0 0 0 0,0 0 1 0 0,0 0-1 0 0,-1 0 0 0 0,0 0 0 0 0,0-1 0 0 0,0 1 0 0 0,3-12 0 0 0,-5 13-223 0 0,2-3-2317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1.571"/>
    </inkml:context>
    <inkml:brush xml:id="br0">
      <inkml:brushProperty name="width" value="0.05" units="cm"/>
      <inkml:brushProperty name="height" value="0.05" units="cm"/>
    </inkml:brush>
  </inkml:definitions>
  <inkml:trace contextRef="#ctx0" brushRef="#br0">0 0 2759 0 0,'0'2'207'0'0,"6"45"8587"0"0,-4 24-4015 0 0,-1-7-3687 0 0,-2-30-2064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1.951"/>
    </inkml:context>
    <inkml:brush xml:id="br0">
      <inkml:brushProperty name="width" value="0.05" units="cm"/>
      <inkml:brushProperty name="height" value="0.05" units="cm"/>
    </inkml:brush>
  </inkml:definitions>
  <inkml:trace contextRef="#ctx0" brushRef="#br0">0 1 9671 0 0,'0'0'1032'0'0,"3"11"-1032"0"0,0 1 1216 0 0,-1 2 200 0 0,0 2 48 0 0,-2 1 8 0 0,1 0-968 0 0,-1 3-192 0 0,0 2-40 0 0,2 0-4864 0 0,-1 1-976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2.292"/>
    </inkml:context>
    <inkml:brush xml:id="br0">
      <inkml:brushProperty name="width" value="0.05" units="cm"/>
      <inkml:brushProperty name="height" value="0.05" units="cm"/>
    </inkml:brush>
  </inkml:definitions>
  <inkml:trace contextRef="#ctx0" brushRef="#br0">114 0 7367 0 0,'0'0'784'0'0,"-4"10"320"0"0,-2-3 192 0 0,-1 1 40 0 0,1 0 8 0 0,-2 1-824 0 0,1 4-160 0 0,-1-1-32 0 0,0 2-8 0 0,-3 0-320 0 0,-1 2 0 0 0,-2-1 0 0 0,-8 9-5928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2.642"/>
    </inkml:context>
    <inkml:brush xml:id="br0">
      <inkml:brushProperty name="width" value="0.05" units="cm"/>
      <inkml:brushProperty name="height" value="0.05" units="cm"/>
    </inkml:brush>
  </inkml:definitions>
  <inkml:trace contextRef="#ctx0" brushRef="#br0">162 668 6911 0 0,'0'0'528'0'0,"-10"-11"2970"0"0,9 11-3340 0 0,0-1 1 0 0,0 0 0 0 0,0 0 0 0 0,0 1 0 0 0,-1-1 0 0 0,1 1-1 0 0,0-1 1 0 0,0 1 0 0 0,-1-1 0 0 0,1 1 0 0 0,0 0-1 0 0,-1 0 1 0 0,1-1 0 0 0,0 1 0 0 0,-1 0 0 0 0,1 0 0 0 0,0 1-1 0 0,-1-1 1 0 0,1 0 0 0 0,0 0 0 0 0,-1 1 0 0 0,1-1 0 0 0,0 0-1 0 0,-1 1 1 0 0,1-1 0 0 0,0 1 0 0 0,0 0 0 0 0,0-1-1 0 0,0 1 1 0 0,-1 0 0 0 0,1 0 0 0 0,0 0 0 0 0,0 0 0 0 0,1 0-1 0 0,-2 1 1 0 0,-4 4-61 0 0,0 1 0 0 0,0 0 0 0 0,-8 14 0 0 0,2 1-115 0 0,0 1 0 0 0,2 0 0 0 0,1 0 1 0 0,0 1-1 0 0,2 1 0 0 0,1-1 0 0 0,-4 35 0 0 0,10-35 39 0 0,0-22 179 0 0,2-3-190 0 0,0 0 1 0 0,-1 0-1 0 0,1 0 0 0 0,0 0 1 0 0,-1 0-1 0 0,0 0 0 0 0,1 0 1 0 0,-1 0-1 0 0,1-1 0 0 0,-1 1 1 0 0,0 0-1 0 0,0-1 0 0 0,2-2 1 0 0,-3 3-2 0 0,11-16 2 0 0,-1 0 0 0 0,-1-1 0 0 0,0 0-1 0 0,9-32 1 0 0,0 3-73 0 0,12-35-239 0 0,-4-1 0 0 0,28-159 1 0 0,-37 139 209 0 0,34-150 2809 0 0,-50 251-1497 0 0,-29 221 1439 0 0,17-117-2453 0 0,-23 287-28 0 0,33-365-525 0 0,1-1 0 0 0,1 1 0 0 0,1 0 0 0 0,2 0 0 0 0,9 36 1 0 0,-12-56-122 0 0,0 0 0 0 0,1 1 1 0 0,0-1-1 0 0,0 0 0 0 0,0 0 1 0 0,0 0-1 0 0,4 5 0 0 0,6 3-6058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3.395"/>
    </inkml:context>
    <inkml:brush xml:id="br0">
      <inkml:brushProperty name="width" value="0.05" units="cm"/>
      <inkml:brushProperty name="height" value="0.05" units="cm"/>
    </inkml:brush>
  </inkml:definitions>
  <inkml:trace contextRef="#ctx0" brushRef="#br0">0 1017 5527 0 0,'2'-1'5480'0'0,"8"-2"-4580"0"0,105-40 3788 0 0,-101 36-4524 0 0,0 0 0 0 0,-1 0 0 0 0,0-1 0 0 0,0-1-1 0 0,-1 0 1 0 0,12-12 0 0 0,-19 15-121 0 0,1 0 0 0 0,-1-1 0 0 0,-1 1 0 0 0,1-1 0 0 0,-1 0 0 0 0,0 0 0 0 0,-1 0 0 0 0,0 0 0 0 0,0-1 0 0 0,0 1 0 0 0,-1-1 0 0 0,0 0 0 0 0,0 0 0 0 0,0-11 0 0 0,-2 13 9 0 0,0 0 1 0 0,0 0 0 0 0,0 0-1 0 0,-1 0 1 0 0,0 0 0 0 0,0 0-1 0 0,-1 0 1 0 0,1 0 0 0 0,-1 0 0 0 0,-1 1-1 0 0,1-1 1 0 0,-1 1 0 0 0,0-1-1 0 0,0 1 1 0 0,0 0 0 0 0,-1 0-1 0 0,0 1 1 0 0,0-1 0 0 0,-7-6 0 0 0,10 10-21 0 0,0 0 1 0 0,-1 0 0 0 0,1 0 0 0 0,-1 0 0 0 0,1 0 0 0 0,-1 0 0 0 0,1 1-1 0 0,-1-1 1 0 0,0 0 0 0 0,1 1 0 0 0,-1-1 0 0 0,0 1 0 0 0,0 0-1 0 0,1-1 1 0 0,-1 1 0 0 0,0 0 0 0 0,0 0 0 0 0,-2 1 0 0 0,1-1-4 0 0,1 1 0 0 0,-1 0 0 0 0,1 0 0 0 0,-1 0 0 0 0,1 0 0 0 0,0 0-1 0 0,-1 0 1 0 0,1 1 0 0 0,0-1 0 0 0,0 1 0 0 0,-3 2 0 0 0,-1 2 14 0 0,0 1-1 0 0,0 0 1 0 0,0 1-1 0 0,1-1 1 0 0,0 1-1 0 0,-4 9 1 0 0,0 2-29 0 0,1 0 1 0 0,0 1-1 0 0,2 0 0 0 0,0 0 1 0 0,1 1-1 0 0,1 0 0 0 0,1-1 1 0 0,1 1-1 0 0,1 1 0 0 0,1-1 1 0 0,0 0-1 0 0,6 30 1 0 0,-4-43-75 0 0,0 0 0 0 0,0 0 0 0 0,1 0 0 0 0,0-1 1 0 0,0 1-1 0 0,1-1 0 0 0,0 1 0 0 0,0-1 0 0 0,1-1 1 0 0,0 1-1 0 0,0-1 0 0 0,10 10 0 0 0,-12-13-20 0 0,1 0 0 0 0,0 0 0 0 0,1 0-1 0 0,-1 0 1 0 0,1-1 0 0 0,-1 1 0 0 0,1-1-1 0 0,0 0 1 0 0,-1-1 0 0 0,1 1 0 0 0,0-1-1 0 0,0 0 1 0 0,0 0 0 0 0,0-1 0 0 0,1 1-1 0 0,-1-1 1 0 0,0 0 0 0 0,0-1 0 0 0,0 1-1 0 0,0-1 1 0 0,7-2 0 0 0,-1 0-158 0 0,0-2 1 0 0,1 1-1 0 0,-1-2 1 0 0,-1 1 0 0 0,1-1-1 0 0,-1-1 1 0 0,0 0-1 0 0,11-11 1 0 0,68-72-629 0 0,-87 88 858 0 0,23-26 55 0 0,-9 8 467 0 0,1 2 0 0 0,1 0 0 0 0,35-28 0 0 0,-51 45 466 0 0,-2 3-783 0 0,-4 20 192 0 0,1-13 235 0 0,2 0 0 0 0,-2 16 1 0 0,12-30-432 0 0,-2-1-192 0 0,0 0 1 0 0,0-1-1 0 0,-1 0 1 0 0,0 0 0 0 0,-1 0-1 0 0,1 0 1 0 0,-2-1-1 0 0,1 0 1 0 0,4-10-1 0 0,1-5-235 0 0,-2-1 0 0 0,8-31 0 0 0,-2-12-32 0 0,-3-1-1 0 0,-2 0 1 0 0,-4 0-1 0 0,-3-1 1 0 0,-9-104 0 0 0,-11-39 1331 0 0,14 183-172 0 0,-1 35 3 0 0,1 5-650 0 0,0 0 0 0 0,1 0 0 0 0,0 0 1 0 0,-2 21-1 0 0,1-4-30 0 0,-17 101-8 0 0,7 1 0 0 0,4 252 0 0 0,14-284-1854 0 0,4 1 1 0 0,31 151 0 0 0,-25-196-106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24.212"/>
    </inkml:context>
    <inkml:brush xml:id="br0">
      <inkml:brushProperty name="width" value="0.05" units="cm"/>
      <inkml:brushProperty name="height" value="0.05" units="cm"/>
    </inkml:brush>
  </inkml:definitions>
  <inkml:trace contextRef="#ctx0" brushRef="#br0">173 20 455 0 0,'0'0'12531'0'0,"1"-7"-8727"0"0,-1 6-3734 0 0,-1 0 0 0 0,0 0 1 0 0,1 0-1 0 0,-1 1 0 0 0,0-1 0 0 0,0 0 1 0 0,1 0-1 0 0,-1 1 0 0 0,0-1 0 0 0,0 0 1 0 0,0 1-1 0 0,0-1 0 0 0,0 1 0 0 0,0-1 1 0 0,0 1-1 0 0,0 0 0 0 0,0-1 0 0 0,0 1 1 0 0,0 0-1 0 0,0 0 0 0 0,0 0 0 0 0,0 0 1 0 0,0 0-1 0 0,0 0 0 0 0,0 0 0 0 0,0 0 0 0 0,0 0 1 0 0,0 0-1 0 0,0 0 0 0 0,0 1 0 0 0,0-1 1 0 0,0 0-1 0 0,0 1 0 0 0,-2 0 0 0 0,-3 2-6 0 0,0 0-1 0 0,0 0 1 0 0,1 1-1 0 0,-9 6 1 0 0,5-2-51 0 0,0 1-1 0 0,1 1 1 0 0,0 0 0 0 0,1 0-1 0 0,0 0 1 0 0,-10 20 0 0 0,11-19-21 0 0,1 0-8 0 0,0 1 0 0 0,0 0 0 0 0,1 0 0 0 0,1 0 0 0 0,0 1 0 0 0,1-1 0 0 0,0 1 0 0 0,0 18 0 0 0,2-27 16 0 0,0-1 0 0 0,1 0 0 0 0,-1 1 0 0 0,1-1 0 0 0,0 1 0 0 0,2 5 0 0 0,-3-8 0 0 0,0-1 0 0 0,0 1 0 0 0,0-1 0 0 0,1 1 0 0 0,-1 0 0 0 0,0-1 0 0 0,0 1 0 0 0,1-1 0 0 0,-1 1 0 0 0,0 0 0 0 0,1-1 0 0 0,-1 1 0 0 0,0-1 0 0 0,1 1 0 0 0,-1-1 0 0 0,1 1 0 0 0,-1-1 0 0 0,1 0 0 0 0,-1 1 0 0 0,1-1 0 0 0,-1 0 0 0 0,1 1 0 0 0,0-1 0 0 0,-1 0 0 0 0,1 1 0 0 0,-1-1 0 0 0,1 0 0 0 0,0 0 0 0 0,-1 0 0 0 0,1 0 0 0 0,0 0 0 0 0,-1 0 0 0 0,1 0 0 0 0,0 0 0 0 0,-1 0 0 0 0,1 0 0 0 0,-1 0 0 0 0,1 0 0 0 0,1 0 0 0 0,0-1 0 0 0,5 0-728 0 0,0-1 1 0 0,0 0-1 0 0,0 0 0 0 0,-1 0 0 0 0,1-1 1 0 0,10-6-1 0 0,-15 8 276 0 0,12-6-5554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1.464"/>
    </inkml:context>
    <inkml:brush xml:id="br0">
      <inkml:brushProperty name="width" value="0.05" units="cm"/>
      <inkml:brushProperty name="height" value="0.05" units="cm"/>
    </inkml:brush>
  </inkml:definitions>
  <inkml:trace contextRef="#ctx0" brushRef="#br0">4 16 4607 0 0,'0'0'354'0'0,"0"4"-233"0"0,-3 15 15444 0 0,15-23-14288 0 0,5-2-598 0 0,-1 0 0 0 0,1 2-1 0 0,30-4 1 0 0,52 0 143 0 0,-79 7-664 0 0,42 0-212 0 0,109 12 0 0 0,-169-10-966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1.803"/>
    </inkml:context>
    <inkml:brush xml:id="br0">
      <inkml:brushProperty name="width" value="0.05" units="cm"/>
      <inkml:brushProperty name="height" value="0.05" units="cm"/>
    </inkml:brush>
  </inkml:definitions>
  <inkml:trace contextRef="#ctx0" brushRef="#br0">0 1 919 0 0,'0'0'16523'0'0,"3"0"-15519"0"0,45 8 491 0 0,0-2 1 0 0,77-1 0 0 0,19 1-1711 0 0,-123-3-948 0 0,-4 0-369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3.966"/>
    </inkml:context>
    <inkml:brush xml:id="br0">
      <inkml:brushProperty name="width" value="0.05" units="cm"/>
      <inkml:brushProperty name="height" value="0.05" units="cm"/>
    </inkml:brush>
  </inkml:definitions>
  <inkml:trace contextRef="#ctx0" brushRef="#br0">283 44 2303 0 0,'1'-1'167'0'0,"21"-22"192"0"0,-8 4 14521 0 0,-27 22-13484 0 0,6 1-1264 0 0,-1 1 1 0 0,1-1-1 0 0,-1 1 1 0 0,2 0 0 0 0,-1 1-1 0 0,0 0 1 0 0,1 0 0 0 0,0 0-1 0 0,-5 8 1 0 0,-8 6-54 0 0,-14 14 32 0 0,-70 78 73 0 0,91-98-178 0 0,2 1 1 0 0,0 0 0 0 0,0 0 0 0 0,2 1 0 0 0,0 1 0 0 0,-8 22 0 0 0,15-37 4 0 0,0 0 1 0 0,1 0 0 0 0,-1 1 0 0 0,1-1 0 0 0,-1 0-1 0 0,1 1 1 0 0,0-1 0 0 0,0 1 0 0 0,0-1 0 0 0,0 0 0 0 0,0 1-1 0 0,1-1 1 0 0,-1 1 0 0 0,1-1 0 0 0,-1 0 0 0 0,1 1 0 0 0,0-1-1 0 0,0 0 1 0 0,0 0 0 0 0,0 0 0 0 0,0 0 0 0 0,0 0-1 0 0,1 0 1 0 0,-1 0 0 0 0,1 0 0 0 0,1 2 0 0 0,1-2 18 0 0,-1 0 0 0 0,0 0 1 0 0,1 0-1 0 0,-1 0 0 0 0,1-1 1 0 0,-1 1-1 0 0,1-1 0 0 0,0 0 0 0 0,0 0 1 0 0,0 0-1 0 0,-1 0 0 0 0,1-1 1 0 0,0 0-1 0 0,0 0 0 0 0,6 0 0 0 0,10-2 92 0 0,-1-1-1 0 0,1 0 0 0 0,24-9 0 0 0,56-23 256 0 0,-28 9-102 0 0,-8 2-169 0 0,-2-3 1 0 0,99-56-1 0 0,-159 81-337 0 0,19-11-655 0 0,-20 13 361 0 0,0-1 1 0 0,-1 1 0 0 0,6-8-5768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4.307"/>
    </inkml:context>
    <inkml:brush xml:id="br0">
      <inkml:brushProperty name="width" value="0.05" units="cm"/>
      <inkml:brushProperty name="height" value="0.05" units="cm"/>
    </inkml:brush>
  </inkml:definitions>
  <inkml:trace contextRef="#ctx0" brushRef="#br0">111 0 6911 0 0,'0'0'1008'0'0,"-1"3"534"0"0,-2 6-211 0 0,0 0 1 0 0,1 0 0 0 0,0 1-1 0 0,-1 18 1 0 0,2 44 1261 0 0,0-16-900 0 0,-7 38-315 0 0,-25 110 0 0 0,1-10-1087 0 0,11 5-1336 0 0,21-196-79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5.939"/>
    </inkml:context>
    <inkml:brush xml:id="br0">
      <inkml:brushProperty name="width" value="0.05" units="cm"/>
      <inkml:brushProperty name="height" value="0.05" units="cm"/>
    </inkml:brush>
  </inkml:definitions>
  <inkml:trace contextRef="#ctx0" brushRef="#br0">165 1 9215 0 0,'0'0'1160'0'0,"0"3"-44"0"0,-1 4-507 0 0,1 0 0 0 0,-1 0 0 0 0,-1 1 0 0 0,1-1 0 0 0,-1 0 0 0 0,-5 11 0 0 0,-23 43 273 0 0,15-32-745 0 0,9-18-104 0 0,-56 123 224 0 0,54-113-106 0 0,1 0 0 0 0,0 1 1 0 0,2 0-1 0 0,-4 34 0 0 0,8-52-101 0 0,1-1 1 0 0,0 1-1 0 0,0-1 0 0 0,0 1 0 0 0,1-1 1 0 0,-1 1-1 0 0,1 0 0 0 0,0-1 0 0 0,0 0 1 0 0,0 1-1 0 0,0-1 0 0 0,0 1 0 0 0,1-1 1 0 0,0 0-1 0 0,-1 0 0 0 0,1 0 0 0 0,3 3 0 0 0,-2-2-9 0 0,1-1-1 0 0,-1-1 0 0 0,1 1 1 0 0,-1 0-1 0 0,1-1 0 0 0,0 0 0 0 0,0 0 1 0 0,0 0-1 0 0,0 0 0 0 0,1-1 0 0 0,-1 1 1 0 0,0-1-1 0 0,7 1 0 0 0,3-1 31 0 0,0-1 0 0 0,1 0 0 0 0,-1-1 1 0 0,0-1-1 0 0,0 0 0 0 0,0 0 0 0 0,18-7 0 0 0,36-5 200 0 0,-1 6 137 0 0,-66 8-85 0 0,-4 9 167 0 0,-2 4-284 0 0,-3-5-107 0 0,1 0 1 0 0,-1 0-1 0 0,-1-1 1 0 0,-15 11-1 0 0,-43 21-94 0 0,18-11-214 0 0,31-16 35 0 0,4-3-743 0 0,0 0 0 0 0,0-1 1 0 0,-1-1-1 0 0,-17 7 1 0 0,10-9-5447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6.276"/>
    </inkml:context>
    <inkml:brush xml:id="br0">
      <inkml:brushProperty name="width" value="0.05" units="cm"/>
      <inkml:brushProperty name="height" value="0.05" units="cm"/>
    </inkml:brush>
  </inkml:definitions>
  <inkml:trace contextRef="#ctx0" brushRef="#br0">1 112 12871 0 0,'8'-9'374'0'0,"1"0"0"0"0,1 0 0 0 0,-1 0 0 0 0,1 1-1 0 0,1 1 1 0 0,0 0 0 0 0,0 0 0 0 0,0 1 0 0 0,1 0 0 0 0,0 1 0 0 0,21-6-1 0 0,-11 5 519 0 0,0 2 0 0 0,0 0 1 0 0,0 1-1 0 0,0 1 0 0 0,44 3 0 0 0,-44 1-1210 0 0,-21-1-279 0 0,10 1-5937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6.624"/>
    </inkml:context>
    <inkml:brush xml:id="br0">
      <inkml:brushProperty name="width" value="0.05" units="cm"/>
      <inkml:brushProperty name="height" value="0.05" units="cm"/>
    </inkml:brush>
  </inkml:definitions>
  <inkml:trace contextRef="#ctx0" brushRef="#br0">94 1 9671 0 0,'-11'61'2158'0'0,"-27"88"0"0"0,33-132-1499 0 0,0 2-1 0 0,1-1 1 0 0,-3 30 0 0 0,6-36-231 0 0,1 0 1 0 0,1 0-1 0 0,0 0 1 0 0,0 0 0 0 0,1-1-1 0 0,6 21 1 0 0,-2-12 112 0 0,12 23-1 0 0,-3-11-328 0 0,-14-28-188 0 0,1 1-1 0 0,-1 0 0 0 0,0-1 1 0 0,0 1-1 0 0,-1 0 0 0 0,1-1 1 0 0,-1 1-1 0 0,0 0 1 0 0,-1 0-1 0 0,1-1 0 0 0,-1 1 1 0 0,1 0-1 0 0,-2-1 1 0 0,1 1-1 0 0,0-1 0 0 0,-1 1 1 0 0,-2 4-1 0 0,1-3-347 0 0,0 0 0 0 0,-1 1 0 0 0,0-1 0 0 0,0-1 0 0 0,0 1 0 0 0,-1 0 0 0 0,0-1 0 0 0,0 0 0 0 0,0 0 1 0 0,-11 7-1 0 0,4-6-6186 0 0</inkml:trace>
  <inkml:trace contextRef="#ctx0" brushRef="#br0" timeOffset="1">13 228 5527 0 0,'0'0'488'0'0,"14"-6"-392"0"0,0 0-96 0 0,1-1 0 0 0,1 0 2288 0 0,1-1 432 0 0,-2-2 96 0 0,3 3 8 0 0,-3-1-1808 0 0,2 0-368 0 0,0 0-72 0 0,-1 1-8 0 0,-1 0-400 0 0,3 1-72 0 0,-3 0-24 0 0,1 3-5368 0 0,1 1-1072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6.964"/>
    </inkml:context>
    <inkml:brush xml:id="br0">
      <inkml:brushProperty name="width" value="0.05" units="cm"/>
      <inkml:brushProperty name="height" value="0.05" units="cm"/>
    </inkml:brush>
  </inkml:definitions>
  <inkml:trace contextRef="#ctx0" brushRef="#br0">8 489 4607 0 0,'-2'6'61'0'0,"1"0"-1"0"0,-1 1 0 0 0,1-1 0 0 0,1 0 0 0 0,-1 1 0 0 0,2 7 0 0 0,-3 31 16788 0 0,2-41-16246 0 0</inkml:trace>
  <inkml:trace contextRef="#ctx0" brushRef="#br0" timeOffset="1">333 1 5983 0 0,'0'0'542'0'0,"-1"1"-446"0"0,-5 11 518 0 0,-1-1 1 0 0,0 0-1 0 0,-1 0 0 0 0,-18 18 1 0 0,-3 6 1937 0 0,14-17-2108 0 0,3-2-215 0 0,-18 27 0 0 0,28-39-80 0 0,-1 1 1 0 0,1 0-1 0 0,0 0 1 0 0,0 0-1 0 0,0 0 1 0 0,1 0-1 0 0,-1 0 1 0 0,1 0-1 0 0,1 1 1 0 0,-1 10-1 0 0,1-14-45 0 0,0 0 0 0 0,0 0-1 0 0,1 0 1 0 0,-1 0-1 0 0,0 0 1 0 0,1 0 0 0 0,0 0-1 0 0,0 0 1 0 0,-1 0 0 0 0,1-1-1 0 0,0 1 1 0 0,1 0-1 0 0,-1 0 1 0 0,0-1 0 0 0,0 1-1 0 0,1-1 1 0 0,2 3 0 0 0,-1-2 35 0 0,0 1 1 0 0,0-1 0 0 0,1-1 0 0 0,-1 1 0 0 0,1 0 0 0 0,-1-1 0 0 0,1 0-1 0 0,0 1 1 0 0,3-1 0 0 0,4 1 59 0 0,-1-1 0 0 0,1 0 0 0 0,-1-1 0 0 0,1 0 0 0 0,-1-1 0 0 0,12-1 1 0 0,4-5-94 0 0,0 0 0 0 0,-1-2 1 0 0,0-1-1 0 0,-1-1 1 0 0,29-17-1 0 0,40-26-3835 0 0,-75 45-2310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7.310"/>
    </inkml:context>
    <inkml:brush xml:id="br0">
      <inkml:brushProperty name="width" value="0.05" units="cm"/>
      <inkml:brushProperty name="height" value="0.05" units="cm"/>
    </inkml:brush>
  </inkml:definitions>
  <inkml:trace contextRef="#ctx0" brushRef="#br0">148 0 9215 0 0,'-16'59'1063'0'0,"-55"218"11495"0"0,47-157-13205 0 0,12-49 676 0 0,4-24-1382 0 0,0-1-3437 0 0,0 0-2118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8.231"/>
    </inkml:context>
    <inkml:brush xml:id="br0">
      <inkml:brushProperty name="width" value="0.05" units="cm"/>
      <inkml:brushProperty name="height" value="0.05" units="cm"/>
    </inkml:brush>
  </inkml:definitions>
  <inkml:trace contextRef="#ctx0" brushRef="#br0">62 123 3679 0 0,'0'0'284'0'0,"-1"1"-186"0"0,-3 1 735 0 0,0 0 1 0 0,0 0-1 0 0,0 0 1 0 0,0-1-1 0 0,-7 2 1 0 0,-11 4 6079 0 0,14-3-1649 0 0,19-2-5056 0 0,0 0 0 0 0,-1-1 0 0 0,1-1 1 0 0,0 0-1 0 0,0 0 0 0 0,-1-1 0 0 0,1 0 0 0 0,0-1 0 0 0,-1 0 0 0 0,19-7 0 0 0,9-5 553 0 0,57-30 1 0 0,-33 13-55 0 0,-37 20-549 0 0,-5 1-192 0 0,2 1 1 0 0,27-8-1 0 0,-47 16-253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8.554"/>
    </inkml:context>
    <inkml:brush xml:id="br0">
      <inkml:brushProperty name="width" value="0.05" units="cm"/>
      <inkml:brushProperty name="height" value="0.05" units="cm"/>
    </inkml:brush>
  </inkml:definitions>
  <inkml:trace contextRef="#ctx0" brushRef="#br0">140 1 11919 0 0,'0'0'1083'0'0,"0"2"-718"0"0,-5 22 2679 0 0,-2 46-1 0 0,2-14-1222 0 0,-24 98 189 0 0,2-23-1532 0 0,16-49-438 0 0,-23 118-2122 0 0,23-168-313 0 0,0-4-4748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38.890"/>
    </inkml:context>
    <inkml:brush xml:id="br0">
      <inkml:brushProperty name="width" value="0.05" units="cm"/>
      <inkml:brushProperty name="height" value="0.05" units="cm"/>
    </inkml:brush>
  </inkml:definitions>
  <inkml:trace contextRef="#ctx0" brushRef="#br0">30 383 5983 0 0,'21'-10'-1030'0'0,"61"-29"6959"0"0,-70 35-3814 0 0,0 0 0 0 0,0 0 0 0 0,1 1-1 0 0,-1 1 1 0 0,14-2 0 0 0,-24 4-2065 0 0,1 0-1 0 0,-1 0 1 0 0,0 0-1 0 0,1 0 1 0 0,-1 1-1 0 0,1-1 1 0 0,-1 1 0 0 0,0-1-1 0 0,0 1 1 0 0,1 0-1 0 0,-1 0 1 0 0,0 0-1 0 0,0 0 1 0 0,0 0-1 0 0,0 1 1 0 0,0-1 0 0 0,0 0-1 0 0,0 1 1 0 0,-1 0-1 0 0,1-1 1 0 0,0 1-1 0 0,-1 0 1 0 0,1 0 0 0 0,-1 0-1 0 0,0 0 1 0 0,0 0-1 0 0,0 0 1 0 0,0 0-1 0 0,0 0 1 0 0,0 1-1 0 0,0-1 1 0 0,-1 0 0 0 0,1 3-1 0 0,1 7 167 0 0,0 0 0 0 0,-1-1 0 0 0,0 1-1 0 0,-1 0 1 0 0,-2 16 0 0 0,-2 0-170 0 0,-1 0-1 0 0,-17 52 1 0 0,1-3 33 0 0,-48 177-223 0 0,68-252 144 0 0,-8 28-33 0 0,-15 30-1 0 0,20-53 16 0 0,1 0 0 0 0,-1 0 0 0 0,0 0-1 0 0,0-1 1 0 0,-1 0 0 0 0,0 0-1 0 0,0 0 1 0 0,0 0 0 0 0,-1-1-1 0 0,-6 5 1 0 0,10-8-44 0 0,1-1 0 0 0,-1 0 0 0 0,1 0 0 0 0,-1 0 1 0 0,0 0-1 0 0,0-1 0 0 0,1 1 0 0 0,-1 0 0 0 0,0-1 0 0 0,0 1 0 0 0,0-1 0 0 0,0 1 0 0 0,0-1 0 0 0,0 0 1 0 0,0 0-1 0 0,0 0 0 0 0,1 0 0 0 0,-1 0 0 0 0,0-1 0 0 0,0 1 0 0 0,-4-2 0 0 0,5 2-150 0 0,0-1-1 0 0,-1 0 1 0 0,1 0-1 0 0,0 0 1 0 0,0 0-1 0 0,-1 0 1 0 0,1 0 0 0 0,0 0-1 0 0,0 0 1 0 0,0 0-1 0 0,-1-2 1 0 0,1 0-665 0 0,0 0 0 0 0,-1 0 0 0 0,1 1 0 0 0,0-1 1 0 0,0 0-1 0 0,0-5 0 0 0,-3-16-6166 0 0</inkml:trace>
  <inkml:trace contextRef="#ctx0" brushRef="#br0" timeOffset="1.07">259 18 13823 0 0,'0'0'1224'0'0,"10"-7"-976"0"0,0 1-248 0 0,2 1 2976 0 0,1 9 1704 0 0,-1 5-4112 0 0,-3 0 88 0 0,1 2-656 0 0,-2-2-6464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40.427"/>
    </inkml:context>
    <inkml:brush xml:id="br0">
      <inkml:brushProperty name="width" value="0.05" units="cm"/>
      <inkml:brushProperty name="height" value="0.05" units="cm"/>
    </inkml:brush>
  </inkml:definitions>
  <inkml:trace contextRef="#ctx0" brushRef="#br0">0 19 12063 0 0,'3'0'554'0'0,"22"-6"82"0"0,-14 3-375 0 0,1 0 0 0 0,-1 0 0 0 0,1 2 0 0 0,0-1 0 0 0,-1 2-1 0 0,14 0 1 0 0,-24 0-228 0 0,1 0 0 0 0,-1 0 1 0 0,0 1-1 0 0,0-1 0 0 0,0 1 0 0 0,0-1 0 0 0,0 1 0 0 0,0-1 0 0 0,0 1 0 0 0,0-1 0 0 0,0 1 0 0 0,0 0 0 0 0,0 0 0 0 0,-1 0 0 0 0,1-1 1 0 0,0 1-1 0 0,0 0 0 0 0,-1 0 0 0 0,1 0 0 0 0,-1 0 0 0 0,1 0 0 0 0,-1 0 0 0 0,1 0 0 0 0,-1 0 0 0 0,1 1 0 0 0,-1-1 0 0 0,0 0 0 0 0,0 0 1 0 0,1 0-1 0 0,-1 0 0 0 0,0 0 0 0 0,0 1 0 0 0,-1 1 0 0 0,1 4-59 0 0,0-1 0 0 0,-1 1 0 0 0,0 0 0 0 0,-2 6 0 0 0,-3 4-109 0 0,0 0-1 0 0,0-1 1 0 0,-12 20 0 0 0,11-24 59 0 0,0 1 1 0 0,2 0-1 0 0,-1 0 0 0 0,2 0 1 0 0,0 1-1 0 0,-4 18 0 0 0,8-31 125 0 0,0 1 0 0 0,0 0-1 0 0,0-1 1 0 0,0 1-1 0 0,0 0 1 0 0,0-1 0 0 0,0 1-1 0 0,0 0 1 0 0,1-1 0 0 0,-1 1-1 0 0,1-1 1 0 0,-1 1-1 0 0,1 0 1 0 0,0-1 0 0 0,-1 1-1 0 0,1-1 1 0 0,0 1 0 0 0,0-1-1 0 0,0 0 1 0 0,2 3 0 0 0,-1-2 34 0 0,1-1 1 0 0,-1 0 0 0 0,0 1 0 0 0,0-1-1 0 0,1 0 1 0 0,-1 0 0 0 0,1 0 0 0 0,-1 0-1 0 0,1-1 1 0 0,-1 1 0 0 0,1-1 0 0 0,3 1 0 0 0,4-1 133 0 0,0 0 1 0 0,0 0 0 0 0,0-1 0 0 0,0-1-1 0 0,-1 0 1 0 0,11-3 0 0 0,-2 0-465 0 0,0-1-1 0 0,0 0 1 0 0,0-2 0 0 0,18-10 0 0 0,-20 6-572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40.766"/>
    </inkml:context>
    <inkml:brush xml:id="br0">
      <inkml:brushProperty name="width" value="0.05" units="cm"/>
      <inkml:brushProperty name="height" value="0.05" units="cm"/>
    </inkml:brush>
  </inkml:definitions>
  <inkml:trace contextRef="#ctx0" brushRef="#br0">1 0 5983 0 0,'0'0'464'0'0,"3"1"-305"0"0,-2-1-381 0 0,15 5-363 0 0,12 5 4925 0 0,-23-8-3399 0 0,0 0 0 0 0,-1 0 0 0 0,1 1 1 0 0,0 0-1 0 0,-1 0 0 0 0,7 5 0 0 0,-9-5-853 0 0,-1 0 0 0 0,1 0 0 0 0,-1-1 0 0 0,0 1-1 0 0,0 1 1 0 0,0-1 0 0 0,-1 0 0 0 0,1 0 0 0 0,0 0-1 0 0,-1 0 1 0 0,0 0 0 0 0,0 1 0 0 0,0-1 0 0 0,-1 4 0 0 0,-1 5-93 0 0,0 0 1 0 0,-1 1 0 0 0,0-1-1 0 0,-1-1 1 0 0,-5 13 0 0 0,-2 5-121 0 0,-14 50-404 0 0,25-75 486 0 0,0-2 58 0 0,0-1 0 0 0,0 0 0 0 0,1 0 0 0 0,-1 0 0 0 0,1 1 0 0 0,-1-1 0 0 0,0 0 0 0 0,1 0 0 0 0,0 0 0 0 0,-1 0 0 0 0,1 0 0 0 0,0 0 0 0 0,0 0 0 0 0,-1 0 0 0 0,1 0 0 0 0,0 0 0 0 0,0-1 0 0 0,0 1 0 0 0,2 1 0 0 0,-2-2 18 0 0,0 1 0 0 0,0-1 0 0 0,0 0 0 0 0,1 0 0 0 0,-1 0 0 0 0,0 0 0 0 0,0 0 0 0 0,0 0 0 0 0,1 0 0 0 0,-1 0 0 0 0,0 0 0 0 0,1-1 0 0 0,1 0-7 0 0,4 0 113 0 0,-1-2 1 0 0,1 1 0 0 0,-1 0-1 0 0,0-1 1 0 0,0 0 0 0 0,0-1-1 0 0,6-4 1 0 0,1-2-111 0 0,22-21 1 0 0,-23 17-1752 0 0,-5 5-1959 0 0,3-2-2266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41.278"/>
    </inkml:context>
    <inkml:brush xml:id="br0">
      <inkml:brushProperty name="width" value="0.05" units="cm"/>
      <inkml:brushProperty name="height" value="0.05" units="cm"/>
    </inkml:brush>
  </inkml:definitions>
  <inkml:trace contextRef="#ctx0" brushRef="#br0">18 0 13559 0 0,'-1'2'622'0'0,"-1"-2"-413"0"0,-1 2-8 0 0,-4 13 239 0 0,6-13-273 0 0,0-1 1 0 0,1 1-1 0 0,-1-1 0 0 0,1 1 0 0 0,-1 0 0 0 0,1-1 0 0 0,0 1 0 0 0,-1-1 1 0 0,1 1-1 0 0,0 0 0 0 0,0-1 0 0 0,0 1 0 0 0,1-1 0 0 0,-1 1 1 0 0,0 0-1 0 0,0-1 0 0 0,1 1 0 0 0,-1-1 0 0 0,2 4 0 0 0,0-3-43 0 0,0 1-1 0 0,-1-1 0 0 0,1 0 1 0 0,0 1-1 0 0,0-1 0 0 0,0 0 1 0 0,1 0-1 0 0,-1 0 1 0 0,0 0-1 0 0,4 1 0 0 0,1 1-22 0 0,1 0 0 0 0,-1-1 0 0 0,1 0 0 0 0,-1 0 0 0 0,1-1 0 0 0,0 0 0 0 0,11 1 0 0 0,71 3 203 0 0,-76-4-245 0 0,8 4 108 0 0,-20-6 89 0 0,0 6-92 0 0,-1-6-155 0 0,-1 1 0 0 0,0-1 0 0 0,1 0 0 0 0,-1 1 0 0 0,0-1 0 0 0,0 0 1 0 0,1 1-1 0 0,-1-1 0 0 0,0 1 0 0 0,0-1 0 0 0,1 0 0 0 0,-1 1 0 0 0,0-1 0 0 0,0 1 1 0 0,0-1-1 0 0,0 1 0 0 0,0-1 0 0 0,0 1 0 0 0,0 0 0 0 0,2 20 128 0 0,-2 0-1 0 0,0 0 0 0 0,-1 0 1 0 0,-7 35-1 0 0,-29 84 486 0 0,26-97-752 0 0,2 0 0 0 0,-6 78-1 0 0,10-76-8 0 0,-2-1 0 0 0,-22 74 0 0 0,22-98 48 0 0,6-18-11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49.417"/>
    </inkml:context>
    <inkml:brush xml:id="br0">
      <inkml:brushProperty name="width" value="0.05" units="cm"/>
      <inkml:brushProperty name="height" value="0.05" units="cm"/>
    </inkml:brush>
  </inkml:definitions>
  <inkml:trace contextRef="#ctx0" brushRef="#br0">1 0 4143 0 0,'0'0'12548'0'0,"2"2"-12076"0"0,0 0-296 0 0,1 1-1 0 0,-1-1 0 0 0,1 1 1 0 0,-1 0-1 0 0,0 0 1 0 0,0 0-1 0 0,0 0 0 0 0,2 6 1 0 0,9 33 674 0 0,-2-1-121 0 0,-7-31-841 0 0,-3-8-594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49.793"/>
    </inkml:context>
    <inkml:brush xml:id="br0">
      <inkml:brushProperty name="width" value="0.05" units="cm"/>
      <inkml:brushProperty name="height" value="0.05" units="cm"/>
    </inkml:brush>
  </inkml:definitions>
  <inkml:trace contextRef="#ctx0" brushRef="#br0">8 17 10135 0 0,'0'0'464'0'0,"-1"-2"-9"0"0,-6-5 2756 0 0,11 4-657 0 0,-4 3-2502 0 0,1 0 0 0 0,-1-1 0 0 0,0 1 0 0 0,0 0 0 0 0,0 0 0 0 0,1-1 0 0 0,-1 1 0 0 0,0 0 0 0 0,0 0 0 0 0,1-1-1 0 0,-1 1 1 0 0,0 0 0 0 0,1 0 0 0 0,-1 0 0 0 0,0 0 0 0 0,0 0 0 0 0,1-1 0 0 0,-1 1 0 0 0,0 0 0 0 0,1 0 0 0 0,-1 0 0 0 0,0 0 0 0 0,1 0 0 0 0,0 0 0 0 0,2 0 18 0 0,0 0 0 0 0,0 0 1 0 0,0 1-1 0 0,0-1 0 0 0,0 1 1 0 0,0-1-1 0 0,0 1 0 0 0,0 0 1 0 0,3 2-1 0 0,30 15 593 0 0,-5-2-17 0 0,30 4 369 0 0,-39-13-456 0 0,26 11 0 0 0,-46-16-527 0 0,1-1-1 0 0,-1 1 1 0 0,0-1-1 0 0,0 1 1 0 0,0 0 0 0 0,-1 0-1 0 0,1 0 1 0 0,0 0-1 0 0,-1 0 1 0 0,1 0 0 0 0,-1 0-1 0 0,0 1 1 0 0,0-1-1 0 0,0 0 1 0 0,0 1-1 0 0,0-1 1 0 0,0 1 0 0 0,0 2-1 0 0,0 6 66 0 0,0 0 0 0 0,-1 0 0 0 0,0-1-1 0 0,-1 1 1 0 0,0 0 0 0 0,0-1 0 0 0,-5 16 0 0 0,-1 10 127 0 0,-21 80 289 0 0,0-2-120 0 0,9 41 89 0 0,13-104-2690 0 0,0-1-3979 0 0,3-34-1077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3.215"/>
    </inkml:context>
    <inkml:brush xml:id="br0">
      <inkml:brushProperty name="width" value="0.05" units="cm"/>
      <inkml:brushProperty name="height" value="0.05" units="cm"/>
    </inkml:brush>
  </inkml:definitions>
  <inkml:trace contextRef="#ctx0" brushRef="#br0">0 102 3223 0 0,'0'0'3023'0'0,"1"-2"-1526"0"0,-1 0-1190 0 0,0 0-1 0 0,0 0 1 0 0,1 0-1 0 0,-1 0 1 0 0,1 1-1 0 0,-1-1 0 0 0,1 0 1 0 0,0 0-1 0 0,0 1 1 0 0,0-1-1 0 0,0 0 1 0 0,0 1-1 0 0,0-1 0 0 0,0 1 1 0 0,3-2-1 0 0,-2 1-142 0 0,0 0 0 0 0,1 1 0 0 0,-1-1 0 0 0,1 1 0 0 0,0 0-1 0 0,-1 0 1 0 0,1 0 0 0 0,0 0 0 0 0,0 0 0 0 0,3 0 0 0 0,20-2 1407 0 0,49-1 1 0 0,12-2-406 0 0,-54 2-897 0 0,-7 1-198 0 0,0-1-1 0 0,-1-1 0 0 0,1-2 0 0 0,24-9 0 0 0,-48 15-183 0 0,0 0-137 0 0,0 0-94 0 0,2-1 193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3.592"/>
    </inkml:context>
    <inkml:brush xml:id="br0">
      <inkml:brushProperty name="width" value="0.05" units="cm"/>
      <inkml:brushProperty name="height" value="0.05" units="cm"/>
    </inkml:brush>
  </inkml:definitions>
  <inkml:trace contextRef="#ctx0" brushRef="#br0">1 125 11519 0 0,'0'0'2218'0'0,"2"1"-1118"0"0,6 0-754 0 0,-1 0 0 0 0,1 0 0 0 0,0 0 0 0 0,-1-1 0 0 0,1 0 0 0 0,-1-1 0 0 0,13-1 0 0 0,57-17-391 0 0,-39 9 372 0 0,172-28 1105 0 0,-127 26-1927 0 0,105-31 1 0 0,-172 38-325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4.671"/>
    </inkml:context>
    <inkml:brush xml:id="br0">
      <inkml:brushProperty name="width" value="0.05" units="cm"/>
      <inkml:brushProperty name="height" value="0.05" units="cm"/>
    </inkml:brush>
  </inkml:definitions>
  <inkml:trace contextRef="#ctx0" brushRef="#br0">68 181 1839 0 0,'-2'-8'160'0'0,"-2"-7"517"0"0,-2-22-1 0 0,6 26 1174 0 0,-1 0 0 0 0,1 0 0 0 0,1 0 0 0 0,0 0 0 0 0,4-17 0 0 0,7-9 2505 0 0,-2 67-3112 0 0,-6-1-990 0 0,-1 0 1 0 0,-2 0-1 0 0,-4 45 1 0 0,2-39-127 0 0,-37 413 345 0 0,-10-85-380 0 0,48-362-156 0 0,-1 5-480 0 0,1 0 0 0 0,-1 0-1 0 0,1 0 1 0 0,1 7 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5.036"/>
    </inkml:context>
    <inkml:brush xml:id="br0">
      <inkml:brushProperty name="width" value="0.05" units="cm"/>
      <inkml:brushProperty name="height" value="0.05" units="cm"/>
    </inkml:brush>
  </inkml:definitions>
  <inkml:trace contextRef="#ctx0" brushRef="#br0">0 204 13103 0 0,'0'0'1186'0'0,"1"-1"-978"0"0,2-4-149 0 0,0 0 1 0 0,1 0 0 0 0,0 1 0 0 0,0-1 0 0 0,0 1 0 0 0,0 0 0 0 0,0 0-1 0 0,1 0 1 0 0,0 1 0 0 0,0 0 0 0 0,8-5 0 0 0,10-3 537 0 0,32-11 0 0 0,-39 16-392 0 0,78-25 1526 0 0,149-30-1 0 0,-151 46-1625 0 0,-52 13-5320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5.384"/>
    </inkml:context>
    <inkml:brush xml:id="br0">
      <inkml:brushProperty name="width" value="0.05" units="cm"/>
      <inkml:brushProperty name="height" value="0.05" units="cm"/>
    </inkml:brush>
  </inkml:definitions>
  <inkml:trace contextRef="#ctx0" brushRef="#br0">172 0 1375 0 0,'0'0'128'0'0,"-8"8"-128"0"0,-1 0 0 0 0,2 2 0 0 0,1 1 2208 0 0,0 2 424 0 0,0 1 88 0 0,1 1 8 0 0,0 2-1712 0 0,2 1-344 0 0,-1 0-72 0 0,-1 2-16 0 0,0 2-392 0 0,2 0-88 0 0,0 0-8 0 0,0 0-4096 0 0,0-2-824 0 0</inkml:trace>
  <inkml:trace contextRef="#ctx0" brushRef="#br0" timeOffset="1">1 453 10591 0 0,'0'0'2040'0'0,"1"-1"-1036"0"0,22-4-114 0 0,-1 0-1 0 0,1 1 0 0 0,0 2 0 0 0,28 0 1 0 0,3-1-321 0 0,-41 2-620 0 0,6 0 195 0 0,33-7-1 0 0,-45 6-513 0 0,0 0-1 0 0,0-1 0 0 0,0 1 1 0 0,0-1-1 0 0,0-1 0 0 0,-1 0 1 0 0,11-7-1 0 0,-1-3-1066 0 0,0-1-17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5.716"/>
    </inkml:context>
    <inkml:brush xml:id="br0">
      <inkml:brushProperty name="width" value="0.05" units="cm"/>
      <inkml:brushProperty name="height" value="0.05" units="cm"/>
    </inkml:brush>
  </inkml:definitions>
  <inkml:trace contextRef="#ctx0" brushRef="#br0">13 1 11975 0 0,'0'0'1410'0'0,"-5"10"1790"0"0,4 4-1973 0 0,-2 5-400 0 0,1 1 0 0 0,1-1-1 0 0,1 23 1 0 0,11 136 484 0 0,-3-38-1110 0 0,32 130-426 0 0,-33-232-327 0 0,8 47-644 0 0,-11-29-6383 0 0,-4-42 1915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6.153"/>
    </inkml:context>
    <inkml:brush xml:id="br0">
      <inkml:brushProperty name="width" value="0.05" units="cm"/>
      <inkml:brushProperty name="height" value="0.05" units="cm"/>
    </inkml:brush>
  </inkml:definitions>
  <inkml:trace contextRef="#ctx0" brushRef="#br0">127 14 919 0 0,'0'0'9904'0'0,"-12"-12"-6756"0"0,12 12-3079 0 0,0 0-1 0 0,0 0 0 0 0,-1 0 0 0 0,1 0 1 0 0,0 0-1 0 0,0-1 0 0 0,0 1 1 0 0,0 0-1 0 0,-1 0 0 0 0,1 0 0 0 0,0 0 1 0 0,0 0-1 0 0,0 0 0 0 0,-1 0 0 0 0,1 0 1 0 0,0 0-1 0 0,0 0 0 0 0,-1 0 1 0 0,1 0-1 0 0,0 0 0 0 0,0 0 0 0 0,0 0 1 0 0,-1 0-1 0 0,1 0 0 0 0,0 0 1 0 0,0 0-1 0 0,0 0 0 0 0,-1 0 0 0 0,1 0 1 0 0,0 0-1 0 0,0 0 0 0 0,0 0 0 0 0,-1 1 1 0 0,1-1-1 0 0,0 0 0 0 0,0 0 1 0 0,0 0-1 0 0,-7 11 545 0 0,-1 14-477 0 0,-10 158 572 0 0,4-26-170 0 0,2-86 25 0 0,10-63-511 0 0,-1 0 0 0 0,1 0-1 0 0,-1-1 1 0 0,-1 1 0 0 0,1-1 0 0 0,-9 12 0 0 0,12-19-132 0 0,-1 1 1 0 0,1-1-1 0 0,0 0 0 0 0,-1 1 1 0 0,1-1-1 0 0,-1 0 0 0 0,1 1 0 0 0,-1-1 1 0 0,1 0-1 0 0,-1 0 0 0 0,1 0 0 0 0,-1 1 1 0 0,1-1-1 0 0,-1 0 0 0 0,1 0 0 0 0,-1 0 1 0 0,1 0-1 0 0,-1 0 0 0 0,0 0 1 0 0,1 0-1 0 0,-1 0 0 0 0,1 0 0 0 0,-1 0 1 0 0,0 0-1 0 0,-5-3-1511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6.561"/>
    </inkml:context>
    <inkml:brush xml:id="br0">
      <inkml:brushProperty name="width" value="0.05" units="cm"/>
      <inkml:brushProperty name="height" value="0.05" units="cm"/>
    </inkml:brush>
  </inkml:definitions>
  <inkml:trace contextRef="#ctx0" brushRef="#br0">0 0 12495 0 0,'0'0'4528'0'0,"2"1"-3889"0"0,2 1-529 0 0,0 0 0 0 0,0 0 0 0 0,0 0-1 0 0,-1 1 1 0 0,1 0 0 0 0,0-1 0 0 0,-1 1 0 0 0,0 0 0 0 0,0 1 0 0 0,0-1 0 0 0,0 0 0 0 0,0 1 0 0 0,-1 0-1 0 0,1 0 1 0 0,-1 0 0 0 0,0 0 0 0 0,0 0 0 0 0,-1 0 0 0 0,1 0 0 0 0,-1 0 0 0 0,0 1 0 0 0,0-1-1 0 0,0 1 1 0 0,-1-1 0 0 0,1 6 0 0 0,-1 19-265 0 0,-1 0-1 0 0,-1 0 1 0 0,-10 49 0 0 0,5-32 112 0 0,5-13 206 0 0,2-32-54 0 0,6 8-679 0 0,2-5 116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7.530"/>
    </inkml:context>
    <inkml:brush xml:id="br0">
      <inkml:brushProperty name="width" value="0.05" units="cm"/>
      <inkml:brushProperty name="height" value="0.05" units="cm"/>
    </inkml:brush>
  </inkml:definitions>
  <inkml:trace contextRef="#ctx0" brushRef="#br0">0 0 4607 0 0,'0'0'7151'0'0,"3"1"-6058"0"0,5 0-187 0 0,1 0 1 0 0,-1 0-1 0 0,17-2 0 0 0,-9 0-14 0 0,0 1 0 0 0,22 3 1 0 0,-36-3-1004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8.266"/>
    </inkml:context>
    <inkml:brush xml:id="br0">
      <inkml:brushProperty name="width" value="0.05" units="cm"/>
      <inkml:brushProperty name="height" value="0.05" units="cm"/>
    </inkml:brush>
  </inkml:definitions>
  <inkml:trace contextRef="#ctx0" brushRef="#br0">76 4 13247 0 0,'-5'-2'202'0'0,"-26"1"1156"0"0,31 1-1248 0 0,0 0 0 0 0,0 0 0 0 0,0-1 0 0 0,-1 1 0 0 0,1 0 0 0 0,0 0 0 0 0,0 0-1 0 0,0 0 1 0 0,-1 0 0 0 0,1 0 0 0 0,0 0 0 0 0,0 0 0 0 0,0 0 0 0 0,-1 0 0 0 0,1 0 0 0 0,0 0 0 0 0,0 0-1 0 0,0 0 1 0 0,-1 0 0 0 0,1 0 0 0 0,0 0 0 0 0,0 1 0 0 0,0-1 0 0 0,0 0 0 0 0,-1 0 0 0 0,1 0 0 0 0,0 0-1 0 0,0 0 1 0 0,0 0 0 0 0,0 0 0 0 0,-1 1 0 0 0,1-1 0 0 0,0 0 0 0 0,0 0 0 0 0,0 0 0 0 0,0 0 0 0 0,0 1-1 0 0,0-1 1 0 0,0 0 0 0 0,0 0 0 0 0,-1 0 0 0 0,1 0 0 0 0,0 1 0 0 0,0-1 0 0 0,8 8 1034 0 0,18 5-986 0 0,-12-8 73 0 0,0-1-1 0 0,0-1 1 0 0,0 0 0 0 0,26 1-1 0 0,58-3 356 0 0,-52-2-434 0 0,-42 2-110 0 0,3 1-18 0 0,0 3 40 0 0,-6-4-56 0 0,-1 0 0 0 0,1 0 0 0 0,0 0-1 0 0,-1 0 1 0 0,1-1 0 0 0,-1 1 0 0 0,1 0-1 0 0,-1 0 1 0 0,1 0 0 0 0,-1 0-1 0 0,0 0 1 0 0,1 0 0 0 0,-1 0 0 0 0,0 0-1 0 0,0 0 1 0 0,0 0 0 0 0,0 0-1 0 0,0 1 1 0 0,0-1 0 0 0,0 1 0 0 0,-6 21 108 0 0,5-21-104 0 0,-26 75 80 0 0,-3-2-1 0 0,-56 101 1 0 0,63-141-77 0 0,-1-1 0 0 0,-50 55 0 0 0,16-23-7 0 0,58-66-8 0 0,0 0 0 0 0,0 0 0 0 0,-1 0 0 0 0,1 1 0 0 0,0-1 0 0 0,0 0 0 0 0,0 0 0 0 0,-1 1 0 0 0,1-1 0 0 0,0 0 0 0 0,0 0 0 0 0,0 1 0 0 0,0-1 0 0 0,0 0 0 0 0,-1 1 0 0 0,1-1 0 0 0,0 0 0 0 0,0 1 0 0 0,0-1 0 0 0,0 0 0 0 0,0 1 0 0 0,0-1 0 0 0,0 0 0 0 0,0 0 0 0 0,0 1 0 0 0,0-1 0 0 0,0 0 0 0 0,0 1 0 0 0,1-1 0 0 0,-1 0 0 0 0,0 1 0 0 0,0-1 0 0 0,0 0 0 0 0,0 0 0 0 0,0 1 0 0 0,1-1 0 0 0,-1 0 0 0 0,0 0 0 0 0,0 1 0 0 0,0-1 0 0 0,1 0 0 0 0,9 4 0 0 0,-8-4 0 0 0,29 9 0 0 0,43 6 0 0 0,-46-11 0 0 0,-15-1 1 0 0,11 1-7 0 0,0 0 1 0 0,1-2-1 0 0,29-1 1 0 0,-53-1-99 0 0,3 0-646 0 0,5-2-2172 0 0,-1-3 1151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19:58.619"/>
    </inkml:context>
    <inkml:brush xml:id="br0">
      <inkml:brushProperty name="width" value="0.05" units="cm"/>
      <inkml:brushProperty name="height" value="0.05" units="cm"/>
    </inkml:brush>
  </inkml:definitions>
  <inkml:trace contextRef="#ctx0" brushRef="#br0">5 5 9215 0 0,'-4'-5'10116'0'0,"29"11"-8927"0"0,1 0-1 0 0,27 12 1 0 0,-10-4-734 0 0,47 21-19 0 0,-11-2-4607 0 0,-72-31 2241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01.714"/>
    </inkml:context>
    <inkml:brush xml:id="br0">
      <inkml:brushProperty name="width" value="0.05" units="cm"/>
      <inkml:brushProperty name="height" value="0.05" units="cm"/>
    </inkml:brush>
  </inkml:definitions>
  <inkml:trace contextRef="#ctx0" brushRef="#br0">1 28 3223 0 0,'0'0'8223'0'0,"0"-2"-7566"0"0,8-16 2990 0 0,-7 16-2975 0 0,0 0-7 0 0,-1 2-559 0 0,0 0 0 0 0,0 0 0 0 0,0 0 0 0 0,0-1 0 0 0,1 1 0 0 0,-1 0 0 0 0,0 0 0 0 0,0-1 0 0 0,0 1 0 0 0,1 0 0 0 0,-1 0 0 0 0,0 0-1 0 0,0 0 1 0 0,0-1 0 0 0,1 1 0 0 0,-1 0 0 0 0,0 0 0 0 0,0 0 0 0 0,1 0 0 0 0,-1 0 0 0 0,0 0 0 0 0,0 0 0 0 0,1 0 0 0 0,-1 0 0 0 0,0-1 0 0 0,0 1 0 0 0,1 0 0 0 0,-1 0 0 0 0,0 0 0 0 0,0 1-1 0 0,1-1 1 0 0,-1 0 0 0 0,0 0 0 0 0,1 0 0 0 0,-1 0 0 0 0,0 0 0 0 0,1 0 0 0 0,7 11 600 0 0,-6-6-761 0 0,0-1 0 0 0,0 1-1 0 0,-1 0 1 0 0,2 7 0 0 0,1 64 132 0 0,-4-51-47 0 0,5 39-1 0 0,-3-54-29 0 0,1-1 0 0 0,-1-4 63 0 0,0-1 1 0 0,0 1-1 0 0,1-1 0 0 0,-1 1 1 0 0,5 5-1 0 0,-5-8-29 0 0,0-1-1 0 0,0 1 1 0 0,0-1-1 0 0,0 1 1 0 0,0-1-1 0 0,0 0 1 0 0,3 2-1 0 0,-2-2 27 0 0,1 0-1 0 0,-1-1 1 0 0,0 1-1 0 0,1-1 1 0 0,-1 0-1 0 0,1 1 1 0 0,-1-2-1 0 0,1 1 1 0 0,-1 0-1 0 0,0-1 1 0 0,7-1-1 0 0,5 0 171 0 0,-2 0-52 0 0,47-1-43 0 0,-51 4-970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03.331"/>
    </inkml:context>
    <inkml:brush xml:id="br0">
      <inkml:brushProperty name="width" value="0.05" units="cm"/>
      <inkml:brushProperty name="height" value="0.05" units="cm"/>
    </inkml:brush>
  </inkml:definitions>
  <inkml:trace contextRef="#ctx0" brushRef="#br0">1 1 7367 0 0,'0'0'10370'0'0,"3"1"-9756"0"0,23 7-40 0 0,1-2-1 0 0,1 0 0 0 0,-1-2 1 0 0,1 0-1 0 0,47-2 0 0 0,-30-2-2161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03.675"/>
    </inkml:context>
    <inkml:brush xml:id="br0">
      <inkml:brushProperty name="width" value="0.05" units="cm"/>
      <inkml:brushProperty name="height" value="0.05" units="cm"/>
    </inkml:brush>
  </inkml:definitions>
  <inkml:trace contextRef="#ctx0" brushRef="#br0">0 13 16847 0 0,'0'0'818'0'0,"3"1"-360"0"0,5 1-357 0 0,1 0-1 0 0,-1 0 1 0 0,1-1-1 0 0,-1 0 0 0 0,1-1 1 0 0,11 0-1 0 0,54-9 739 0 0,2 1 143 0 0,0 5-2264 0 0,-60 1-5652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2.809"/>
    </inkml:context>
    <inkml:brush xml:id="br0">
      <inkml:brushProperty name="width" value="0.05" units="cm"/>
      <inkml:brushProperty name="height" value="0.05" units="cm"/>
    </inkml:brush>
  </inkml:definitions>
  <inkml:trace contextRef="#ctx0" brushRef="#br0">21 8 5983 0 0,'0'0'4963'0'0,"0"-1"-4758"0"0,0 1 0 0 0,0 0 0 0 0,0 0 0 0 0,0-1-1 0 0,0 1 1 0 0,0 0 0 0 0,0-1 0 0 0,0 1 0 0 0,0 0 0 0 0,0-1 0 0 0,0 1 0 0 0,0 0 0 0 0,0 0-1 0 0,0-1 1 0 0,0 1 0 0 0,-2-2 1229 0 0,2 2-1229 0 0,-2 2-91 0 0,0 1-1 0 0,0-1 0 0 0,0 1 1 0 0,1 0-1 0 0,-1 0 0 0 0,1-1 1 0 0,0 1-1 0 0,0 0 0 0 0,0 0 1 0 0,0 0-1 0 0,0 0 1 0 0,1 0-1 0 0,-1 6 0 0 0,0 5 112 0 0,2 27 1 0 0,1-12-72 0 0,3 264 522 0 0,-2-160-549 0 0,1 9-20 0 0,-2-113 37 0 0,1 9-3426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3.146"/>
    </inkml:context>
    <inkml:brush xml:id="br0">
      <inkml:brushProperty name="width" value="0.05" units="cm"/>
      <inkml:brushProperty name="height" value="0.05" units="cm"/>
    </inkml:brush>
  </inkml:definitions>
  <inkml:trace contextRef="#ctx0" brushRef="#br0">0 1 9671 0 0,'0'0'875'0'0,"2"0"-719"0"0,60 1 3622 0 0,68-2-707 0 0,-58 0-1895 0 0,-63 2-1046 0 0,-1-1 1 0 0,1 2-1 0 0,-1-1 0 0 0,0 1 1 0 0,0 0-1 0 0,12 6 0 0 0,-17-7-84 0 0,0 1 0 0 0,0 0 0 0 0,-1 0 0 0 0,1 0 0 0 0,-1 1 0 0 0,1-1 0 0 0,-1 0 0 0 0,0 1 0 0 0,1 0 0 0 0,-1 0 0 0 0,-1-1 0 0 0,1 1 1 0 0,0 0-1 0 0,-1 0 0 0 0,1 1 0 0 0,-1-1 0 0 0,0 0 0 0 0,0 0 0 0 0,0 7 0 0 0,2 5 121 0 0,-2 1 0 0 0,0-1-1 0 0,-1 17 1 0 0,0-17-76 0 0,-1 111 111 0 0,1 102 133 0 0,0-220-489 0 0,1 0 0 0 0,0 0 0 0 0,0-1-1 0 0,0 1 1 0 0,5 10 0 0 0,-5-16-957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4.166"/>
    </inkml:context>
    <inkml:brush xml:id="br0">
      <inkml:brushProperty name="width" value="0.05" units="cm"/>
      <inkml:brushProperty name="height" value="0.05" units="cm"/>
    </inkml:brush>
  </inkml:definitions>
  <inkml:trace contextRef="#ctx0" brushRef="#br0">56 55 11399 0 0,'0'0'1140'0'0,"-1"-1"-1042"0"0,-3-3 24 0 0,3 3 457 0 0,-1 2 190 0 0,0 1-652 0 0,0-1 0 0 0,0 1 0 0 0,0 0 0 0 0,0 0 0 0 0,0 0 0 0 0,0 1 0 0 0,0-1 0 0 0,1 0 0 0 0,-1 1 0 0 0,1-1 0 0 0,0 1 0 0 0,0-1 0 0 0,0 1 0 0 0,0-1 0 0 0,0 1 0 0 0,0 0 0 0 0,1 0 0 0 0,-1 4 0 0 0,-1 7-78 0 0,1 0 0 0 0,2 21 0 0 0,-1-25 53 0 0,0 3-77 0 0,1 1-1 0 0,1-1 0 0 0,0 0 1 0 0,0 1-1 0 0,7 19 1 0 0,-7-30-10 0 0,-1 0 0 0 0,0 0 1 0 0,1 0-1 0 0,0 0 0 0 0,0 0 1 0 0,-1 0-1 0 0,2-1 0 0 0,-1 1 0 0 0,0-1 1 0 0,0 1-1 0 0,1-1 0 0 0,2 2 1 0 0,-2-2 8 0 0,-1-1 1 0 0,0 0 0 0 0,1 0-1 0 0,-1 0 1 0 0,0-1 0 0 0,1 1 0 0 0,-1 0-1 0 0,1-1 1 0 0,0 0 0 0 0,-1 1-1 0 0,1-1 1 0 0,-1 0 0 0 0,1 0-1 0 0,-1-1 1 0 0,1 1 0 0 0,-1-1 0 0 0,6-1-1 0 0,1-1 41 0 0,0 0 0 0 0,0-1 0 0 0,0 0 0 0 0,-1-1 0 0 0,1 0 0 0 0,-1 0 0 0 0,0-1 0 0 0,-1 0 0 0 0,12-11-1 0 0,-9 6 64 0 0,-1 1 0 0 0,0-2-1 0 0,0 1 1 0 0,-1-1-1 0 0,-1 0 1 0 0,6-13-1 0 0,-10 19-67 0 0,-1 0 0 0 0,0 1 0 0 0,0-1-1 0 0,0 0 1 0 0,-1 0 0 0 0,0 0 0 0 0,0 0 0 0 0,0 0-1 0 0,-1 0 1 0 0,-1-12 0 0 0,1 14-25 0 0,-1 1-1 0 0,0 0 1 0 0,0 0 0 0 0,0-1-1 0 0,0 1 1 0 0,0 0 0 0 0,-1 0-1 0 0,0 0 1 0 0,1 0 0 0 0,-1 1-1 0 0,0-1 1 0 0,0 0 0 0 0,-1 1-1 0 0,1-1 1 0 0,0 1 0 0 0,-1 0-1 0 0,0 0 1 0 0,1 0 0 0 0,-1 0 0 0 0,0 0-1 0 0,-4-1 1 0 0,-2-2 14 0 0,-1 1-1 0 0,-1 0 1 0 0,1 1 0 0 0,-1 0-1 0 0,1 1 1 0 0,-1 0 0 0 0,0 0-1 0 0,1 1 1 0 0,-16 1 0 0 0,20 0-98 0 0,-1 1 0 0 0,1-1 0 0 0,0 1 0 0 0,0 0 0 0 0,0 1 0 0 0,0 0 0 0 0,0 0 0 0 0,0 0 0 0 0,0 1 0 0 0,1-1 0 0 0,-1 1 0 0 0,1 1 0 0 0,0-1 0 0 0,0 1 0 0 0,0 0 0 0 0,0 0 0 0 0,-6 8 0 0 0,9-10-153 0 0,1 0-1 0 0,-1 0 0 0 0,1 1 1 0 0,0-1-1 0 0,0 1 1 0 0,0-1-1 0 0,-2 5 0 0 0,1 11-4491 0 0,1-4-623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4.556"/>
    </inkml:context>
    <inkml:brush xml:id="br0">
      <inkml:brushProperty name="width" value="0.05" units="cm"/>
      <inkml:brushProperty name="height" value="0.05" units="cm"/>
    </inkml:brush>
  </inkml:definitions>
  <inkml:trace contextRef="#ctx0" brushRef="#br0">126 196 7367 0 0,'1'-2'334'0'0,"13"-27"-891"0"0,-11 21 1380 0 0,-1-1 0 0 0,1 1 0 0 0,-2 0 0 0 0,2-11 0 0 0,-2 14-440 0 0,-1 1 0 0 0,0-1-1 0 0,0 1 1 0 0,0-1 0 0 0,-1 1-1 0 0,0-1 1 0 0,1 1 0 0 0,-1-1-1 0 0,-1 1 1 0 0,1 0 0 0 0,-1-1-1 0 0,0 1 1 0 0,0 0 0 0 0,0 0-1 0 0,0 0 1 0 0,-1 1 0 0 0,-3-6-1 0 0,3 6-298 0 0,1 0-40 0 0,-1 1 0 0 0,1-1 0 0 0,0 1 0 0 0,-1 0 0 0 0,0 0-1 0 0,0 0 1 0 0,1 0 0 0 0,-1 0 0 0 0,-6-2 0 0 0,8 4-43 0 0,0-1 1 0 0,0 1-1 0 0,0-1 1 0 0,0 1-1 0 0,0-1 1 0 0,0 1-1 0 0,0 0 0 0 0,0 0 1 0 0,0-1-1 0 0,0 1 1 0 0,0 0-1 0 0,-1 0 1 0 0,1 0-1 0 0,0 0 1 0 0,0 1-1 0 0,0-1 0 0 0,0 0 1 0 0,0 0-1 0 0,0 1 1 0 0,-1-1-1 0 0,1 0 1 0 0,0 1-1 0 0,0-1 1 0 0,0 1-1 0 0,0 0 0 0 0,0-1 1 0 0,1 1-1 0 0,-1 0 1 0 0,0-1-1 0 0,0 1 1 0 0,0 0-1 0 0,1 0 1 0 0,-2 1-1 0 0,0 2 3 0 0,1-1 0 0 0,0 0 0 0 0,0 0 0 0 0,0 0-1 0 0,0 1 1 0 0,1-1 0 0 0,-1 6 0 0 0,0-4-3 0 0,0 13-1 0 0,1 1 0 0 0,1 0 0 0 0,0 0 0 0 0,7 27 0 0 0,-3-13 0 0 0,58 252-156 0 0,-52-247-70 0 0,11 44-472 0 0,-21-76 583 0 0,-1 0 0 0 0,0 0 0 0 0,0 0 0 0 0,0 0 0 0 0,-1 1 0 0 0,0-1 0 0 0,-2 7 0 0 0,2-11 53 0 0,1 0 0 0 0,-1 0 0 0 0,0 0 0 0 0,0 0 0 0 0,0 0 0 0 0,-1 0 0 0 0,1-1 0 0 0,0 1 0 0 0,-1 0 0 0 0,1-1 0 0 0,-1 1 0 0 0,0-1 0 0 0,1 1 0 0 0,-1-1 0 0 0,0 0 0 0 0,0 0 0 0 0,0 0 0 0 0,0 0 0 0 0,0 0-1 0 0,0 0 1 0 0,-3 1 0 0 0,0-1 11 0 0,0 0 0 0 0,1 0 0 0 0,-1 0 0 0 0,1-1 0 0 0,-1 1 0 0 0,0-1 0 0 0,1 0 0 0 0,-9-2 0 0 0,10 2 112 0 0,-1-1-1 0 0,1 0 1 0 0,-1 0 0 0 0,1 0-1 0 0,0-1 1 0 0,-1 1-1 0 0,1-1 1 0 0,0 0 0 0 0,0 1-1 0 0,0-2 1 0 0,0 1-1 0 0,1 0 1 0 0,-1 0 0 0 0,0-1-1 0 0,1 0 1 0 0,0 1-1 0 0,0-1 1 0 0,-1 0 0 0 0,0-3-1 0 0,1 2 67 0 0,0 0 1 0 0,1 0-1 0 0,-1 0 0 0 0,1 0 0 0 0,0-1 0 0 0,1 1 0 0 0,-1 0 1 0 0,1 0-1 0 0,-1-1 0 0 0,1 1 0 0 0,1 0 0 0 0,-1 0 0 0 0,0-1 1 0 0,1 1-1 0 0,2-7 0 0 0,7-17 39 0 0,2 1 1 0 0,0 1-1 0 0,22-35 0 0 0,22-25-1420 0 0,-36 58-5020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8.268"/>
    </inkml:context>
    <inkml:brush xml:id="br0">
      <inkml:brushProperty name="width" value="0.05" units="cm"/>
      <inkml:brushProperty name="height" value="0.05" units="cm"/>
    </inkml:brush>
  </inkml:definitions>
  <inkml:trace contextRef="#ctx0" brushRef="#br0">10 40 1375 0 0,'-9'-3'13095'0'0,"9"2"-12936"0"0,0-1 0 0 0,0 1-1 0 0,0 0 1 0 0,0-1 0 0 0,1 1 0 0 0,-1 0 0 0 0,0 0 0 0 0,1-1-1 0 0,-1 1 1 0 0,1 0 0 0 0,-1 0 0 0 0,1 0 0 0 0,0 0 0 0 0,-1 0 0 0 0,1 0-1 0 0,0 0 1 0 0,0 0 0 0 0,0 0 0 0 0,1-1 0 0 0,0 0 2 0 0,0 1 1 0 0,0 0-1 0 0,0 0 1 0 0,1 0-1 0 0,-1 0 1 0 0,0 0-1 0 0,1 0 1 0 0,-1 0-1 0 0,5 0 1 0 0,-1 0 30 0 0,0 1 0 0 0,1 0 0 0 0,-1 0 0 0 0,0 0 0 0 0,1 1 0 0 0,-1 0 0 0 0,10 2 0 0 0,200 51 982 0 0,-208-52-1426 0 0,0 0 0 0 0,0-1-1 0 0,0 0 1 0 0,0 0-1 0 0,0-1 1 0 0,0 0-1 0 0,16-2 1 0 0,-14-1-1486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8.609"/>
    </inkml:context>
    <inkml:brush xml:id="br0">
      <inkml:brushProperty name="width" value="0.05" units="cm"/>
      <inkml:brushProperty name="height" value="0.05" units="cm"/>
    </inkml:brush>
  </inkml:definitions>
  <inkml:trace contextRef="#ctx0" brushRef="#br0">1 0 7367 0 0,'0'0'568'0'0,"3"1"-373"0"0,12 0 1691 0 0,24 1 0 0 0,-25-2-645 0 0,-1 1-1 0 0,0 0 1 0 0,26 5 0 0 0,-35-5-1112 0 0,0 0 0 0 0,-1 1 0 0 0,1-1 0 0 0,0 1 1 0 0,-1 0-1 0 0,1 0 0 0 0,-1 0 0 0 0,0 0 0 0 0,0 1 0 0 0,0-1 1 0 0,0 1-1 0 0,0 0 0 0 0,0 0 0 0 0,-1 0 0 0 0,1 0 1 0 0,-1 0-1 0 0,4 7 0 0 0,-1 2 24 0 0,-1-1 0 0 0,0 1 0 0 0,0 0 0 0 0,-1 0 0 0 0,2 20 0 0 0,1 65 115 0 0,-5-67-207 0 0,0 8-36 0 0,-3 0 1 0 0,-1 0 0 0 0,-1-1 0 0 0,-2 0 0 0 0,-2 0 0 0 0,-24 68 0 0 0,26-89-14 0 0,2-3 17 0 0,0-1 0 0 0,-1 1 0 0 0,-11 17 0 0 0,15-27-25 0 0,-1-1 0 0 0,0 0 0 0 0,1 1 0 0 0,-1-1 0 0 0,0 0 0 0 0,0 0 0 0 0,0 0 0 0 0,-1 0 0 0 0,1 0 0 0 0,0 0-1 0 0,-1-1 1 0 0,1 1 0 0 0,-1-1 0 0 0,1 0 0 0 0,-1 1 0 0 0,0-1 0 0 0,0 0 0 0 0,0-1 0 0 0,1 1 0 0 0,-1 0 0 0 0,-6-1 0 0 0,7 0-43 0 0,0 0 0 0 0,-1 0 0 0 0,1-1 0 0 0,0 1 0 0 0,0-1 0 0 0,0 0 0 0 0,-1 1 1 0 0,1-1-1 0 0,0 0 0 0 0,0 0 0 0 0,0 0 0 0 0,0-1 0 0 0,0 1 0 0 0,1 0 1 0 0,-3-3-1 0 0,-1-1-401 0 0,0-1-1 0 0,0 1 1 0 0,-6-11 0 0 0,-2-6-643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18.954"/>
    </inkml:context>
    <inkml:brush xml:id="br0">
      <inkml:brushProperty name="width" value="0.05" units="cm"/>
      <inkml:brushProperty name="height" value="0.05" units="cm"/>
    </inkml:brush>
  </inkml:definitions>
  <inkml:trace contextRef="#ctx0" brushRef="#br0">1 1 14743 0 0,'0'0'1312'0'0,"15"9"-1056"0"0,4-1-256 0 0,-2 1 0 0 0,-3-1 624 0 0,2 1 72 0 0,-2-1 8 0 0,-2 0 200 0 0,1 4-808 0 0,-4 1-32 0 0,-1-1-5224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27.971"/>
    </inkml:context>
    <inkml:brush xml:id="br0">
      <inkml:brushProperty name="width" value="0.05" units="cm"/>
      <inkml:brushProperty name="height" value="0.05" units="cm"/>
    </inkml:brush>
  </inkml:definitions>
  <inkml:trace contextRef="#ctx0" brushRef="#br0">29 1 11055 0 0,'0'0'2667'0'0,"0"2"-1860"0"0,3 14-466 0 0,-1 0 0 0 0,0 0 0 0 0,-1 0 0 0 0,-2 21 0 0 0,-12 67 81 0 0,4-26-40 0 0,4-39-336 0 0,-3 67 500 0 0,7-90-849 0 0,2 1-1 0 0,0-1 1 0 0,0 1 0 0 0,6 18 0 0 0,-7-33-524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28.290"/>
    </inkml:context>
    <inkml:brush xml:id="br0">
      <inkml:brushProperty name="width" value="0.05" units="cm"/>
      <inkml:brushProperty name="height" value="0.05" units="cm"/>
    </inkml:brush>
  </inkml:definitions>
  <inkml:trace contextRef="#ctx0" brushRef="#br0">11 1 3223 0 0,'0'2'240'0'0,"-1"77"10560"0"0,1-15-7326 0 0,-1-48-3239 0 0,-7 347 2588 0 0,13-328-3168 0 0,2-13-5143 0 0,-2-9-939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28.625"/>
    </inkml:context>
    <inkml:brush xml:id="br0">
      <inkml:brushProperty name="width" value="0.05" units="cm"/>
      <inkml:brushProperty name="height" value="0.05" units="cm"/>
    </inkml:brush>
  </inkml:definitions>
  <inkml:trace contextRef="#ctx0" brushRef="#br0">1 38 9215 0 0,'0'0'831'0'0,"2"-1"-686"0"0,13-9 789 0 0,-10 7-323 0 0,0 0 1 0 0,0 0-1 0 0,0 0 0 0 0,0 0 0 0 0,1 1 0 0 0,-1 0 0 0 0,1 0 0 0 0,-1 0 0 0 0,1 1 0 0 0,7-1 0 0 0,-10 2-567 0 0,0 0 0 0 0,0 0-1 0 0,0 1 1 0 0,0-1-1 0 0,0 1 1 0 0,0 0 0 0 0,0 0-1 0 0,-1 0 1 0 0,1 0 0 0 0,0 0-1 0 0,0 0 1 0 0,-1 1-1 0 0,1 0 1 0 0,-1-1 0 0 0,1 1-1 0 0,-1 0 1 0 0,0 0 0 0 0,0 0-1 0 0,0 1 1 0 0,0-1 0 0 0,0 0-1 0 0,0 1 1 0 0,0-1-1 0 0,-1 1 1 0 0,0 0 0 0 0,1-1-1 0 0,-1 1 1 0 0,0 0 0 0 0,0 0-1 0 0,0 0 1 0 0,-1 0 0 0 0,1 5-1 0 0,0 0-104 0 0,-1-1 0 0 0,-1 1 0 0 0,1-1 0 0 0,-1 1 0 0 0,-4 10 0 0 0,-12 40-1095 0 0,11-42 852 0 0,-3 11-184 0 0,3-12 281 0 0,0 1-1 0 0,1 0 1 0 0,1 0-1 0 0,1 0 1 0 0,-2 21-1 0 0,5-33 305 0 0,0 0 1 0 0,0-1-1 0 0,0 1 0 0 0,1 0 0 0 0,-1-1 0 0 0,1 1 0 0 0,0 0 0 0 0,0-1 0 0 0,0 1 0 0 0,1-1 0 0 0,-1 1 0 0 0,1-1 0 0 0,0 0 0 0 0,0 1 0 0 0,0-1 0 0 0,0 0 0 0 0,1 0 1 0 0,-1-1-1 0 0,1 1 0 0 0,0 0 0 0 0,-1-1 0 0 0,1 0 0 0 0,0 0 0 0 0,1 1 0 0 0,-1-2 0 0 0,0 1 0 0 0,0 0 0 0 0,7 1 0 0 0,41 17 1171 0 0,-50-20-1232 0 0,0 1 1 0 0,0 0-1 0 0,0-1 0 0 0,0 1 1 0 0,0 0-1 0 0,0 0 0 0 0,0 0 0 0 0,0 0 1 0 0,0-1-1 0 0,-1 1 0 0 0,1 0 1 0 0,0 1-1 0 0,-1-1 0 0 0,1 0 0 0 0,-1 0 1 0 0,1 0-1 0 0,-1 0 0 0 0,1 0 0 0 0,-1 0 1 0 0,0 1-1 0 0,1-1 0 0 0,-1 0 1 0 0,0 0-1 0 0,0 1 0 0 0,0-1 0 0 0,0 0 1 0 0,0 0-1 0 0,0 0 0 0 0,-1 1 0 0 0,1-1 1 0 0,-1 1-1 0 0,1 1-1 0 0,-1 0 0 0 0,0 0 0 0 0,-1 0 0 0 0,1 0 0 0 0,0 0 0 0 0,-1-1 1 0 0,0 1-1 0 0,1-1 0 0 0,-1 1 0 0 0,-4 3 0 0 0,-11 8-30 0 0,0-1 1 0 0,-1-1-1 0 0,-30 15 0 0 0,-10 7-4038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07T06:20:28.953"/>
    </inkml:context>
    <inkml:brush xml:id="br0">
      <inkml:brushProperty name="width" value="0.05" units="cm"/>
      <inkml:brushProperty name="height" value="0.05" units="cm"/>
    </inkml:brush>
  </inkml:definitions>
  <inkml:trace contextRef="#ctx0" brushRef="#br0">202 182 10135 0 0,'4'-6'136'0'0,"32"-63"1922"0"0,-33 62-1508 0 0,0 1 1 0 0,-1-1 0 0 0,0 0 0 0 0,0 0 0 0 0,-1 0 0 0 0,0 0 0 0 0,0-1 0 0 0,0-10 0 0 0,-1 17-500 0 0,0-1-1 0 0,-1 1 0 0 0,1-1 0 0 0,0 1 1 0 0,-1-1-1 0 0,1 1 0 0 0,-1 0 0 0 0,1-1 1 0 0,-1 1-1 0 0,1 0 0 0 0,-1-1 0 0 0,0 1 1 0 0,0 0-1 0 0,0 0 0 0 0,0 0 0 0 0,0 0 1 0 0,0-1-1 0 0,0 1 0 0 0,0 1 1 0 0,0-1-1 0 0,0 0 0 0 0,0 0 0 0 0,-1 0 1 0 0,1 1-1 0 0,0-1 0 0 0,-1 0 0 0 0,1 1 1 0 0,-1-1-1 0 0,1 1 0 0 0,0 0 0 0 0,-1-1 1 0 0,1 1-1 0 0,-1 0 0 0 0,1 0 1 0 0,-1 0-1 0 0,1 0 0 0 0,-2 0 0 0 0,-3 1-27 0 0,1-1 0 0 0,-1 1 0 0 0,1 0 0 0 0,-1 0 0 0 0,1 1 0 0 0,0 0-1 0 0,-1 0 1 0 0,-7 4 0 0 0,3 1-7 0 0,1-1 0 0 0,1 1 1 0 0,-1 1-1 0 0,1-1 0 0 0,1 1 0 0 0,-1 1 0 0 0,1-1 0 0 0,-11 20 0 0 0,5-6 95 0 0,2 0 1 0 0,-18 45-1 0 0,24-54 7 0 0,1 1-1 0 0,-1 1 1 0 0,2-1 0 0 0,0 0-1 0 0,1 1 1 0 0,1-1 0 0 0,-1 17-1 0 0,5-16 27 0 0,4-4-24 0 0,-5-10-118 0 0,-1-1-1 0 0,1 1 1 0 0,-1 0-1 0 0,0-1 1 0 0,1 1-1 0 0,-1-1 1 0 0,1 1-1 0 0,-1-1 1 0 0,1 0-1 0 0,0 0 1 0 0,-1 0-1 0 0,1 0 1 0 0,-1 0 0 0 0,1 0-1 0 0,-1 0 1 0 0,1 0-1 0 0,-1 0 1 0 0,4-2-1 0 0,29-11-3 0 0,-17 5-1 0 0,-14 7 3 0 0,-1 0 0 0 0,0 1 0 0 0,1-1 0 0 0,-1 0 0 0 0,0 1 0 0 0,1-1 0 0 0,-1 1 0 0 0,1 0 0 0 0,-1 0 0 0 0,0 0 0 0 0,1 0 0 0 0,-1 0 0 0 0,1 1 0 0 0,-1-1 0 0 0,0 1 0 0 0,1-1 0 0 0,-1 1 0 0 0,0 0 0 0 0,1 0 0 0 0,-1 0 0 0 0,0 0 0 0 0,0 0 0 0 0,0 1 0 0 0,0-1 0 0 0,0 1 0 0 0,0-1 0 0 0,0 1 0 0 0,-1 0 0 0 0,1-1 0 0 0,-1 1 0 0 0,1 0 0 0 0,-1 0 0 0 0,1 0 0 0 0,-1 0 0 0 0,0 1 0 0 0,0-1 0 0 0,1 3 0 0 0,3 8 9 0 0,-1 0-1 0 0,0 1 1 0 0,-1 0-1 0 0,-1 0 1 0 0,0 0-1 0 0,0 0 1 0 0,-2 16-1 0 0,-8 101 60 0 0,8-131-68 0 0,-41 320-7180 0 0,34-270 1120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3F8F5-CBA8-4926-844A-B4EC1895904A}" type="datetimeFigureOut">
              <a:rPr lang="zh-CN" altLang="en-US" smtClean="0"/>
              <a:pPr/>
              <a:t>2024/11/5</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0CB0A-298F-446B-BA93-C8C2997B1AE0}" type="slidenum">
              <a:rPr lang="zh-CN" altLang="en-US" smtClean="0"/>
              <a:pPr/>
              <a:t>‹#›</a:t>
            </a:fld>
            <a:endParaRPr lang="zh-CN" altLang="en-US"/>
          </a:p>
        </p:txBody>
      </p:sp>
    </p:spTree>
    <p:extLst>
      <p:ext uri="{BB962C8B-B14F-4D97-AF65-F5344CB8AC3E}">
        <p14:creationId xmlns:p14="http://schemas.microsoft.com/office/powerpoint/2010/main" val="132494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380CB0A-298F-446B-BA93-C8C2997B1AE0}" type="slidenum">
              <a:rPr lang="zh-CN" altLang="en-US" smtClean="0"/>
              <a:pPr/>
              <a:t>0</a:t>
            </a:fld>
            <a:endParaRPr lang="zh-CN" altLang="en-US"/>
          </a:p>
        </p:txBody>
      </p:sp>
    </p:spTree>
    <p:extLst>
      <p:ext uri="{BB962C8B-B14F-4D97-AF65-F5344CB8AC3E}">
        <p14:creationId xmlns:p14="http://schemas.microsoft.com/office/powerpoint/2010/main" val="2278284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A57F66E-3C3F-4C79-BBED-2FF52AD1E4E3}" type="slidenum">
              <a:rPr lang="en-US" altLang="en-US"/>
              <a:pPr>
                <a:spcBef>
                  <a:spcPct val="0"/>
                </a:spcBef>
              </a:pPr>
              <a:t>2</a:t>
            </a:fld>
            <a:endParaRPr lang="en-US" altLang="en-US"/>
          </a:p>
        </p:txBody>
      </p:sp>
    </p:spTree>
    <p:extLst>
      <p:ext uri="{BB962C8B-B14F-4D97-AF65-F5344CB8AC3E}">
        <p14:creationId xmlns:p14="http://schemas.microsoft.com/office/powerpoint/2010/main" val="1425969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3D977A-D518-471C-A6E4-F081F7C55D3A}" type="slidenum">
              <a:rPr lang="en-US" altLang="en-US"/>
              <a:pPr>
                <a:spcBef>
                  <a:spcPct val="0"/>
                </a:spcBef>
              </a:pPr>
              <a:t>3</a:t>
            </a:fld>
            <a:endParaRPr lang="en-US" altLang="en-US"/>
          </a:p>
        </p:txBody>
      </p:sp>
    </p:spTree>
    <p:extLst>
      <p:ext uri="{BB962C8B-B14F-4D97-AF65-F5344CB8AC3E}">
        <p14:creationId xmlns:p14="http://schemas.microsoft.com/office/powerpoint/2010/main" val="1589667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11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1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E97E9AA-4845-4F60-B1D5-CED8F5B4C785}" type="slidenum">
              <a:rPr lang="en-US" altLang="en-US"/>
              <a:pPr>
                <a:spcBef>
                  <a:spcPct val="0"/>
                </a:spcBef>
              </a:pPr>
              <a:t>4</a:t>
            </a:fld>
            <a:endParaRPr lang="en-US" altLang="en-US"/>
          </a:p>
        </p:txBody>
      </p:sp>
    </p:spTree>
    <p:extLst>
      <p:ext uri="{BB962C8B-B14F-4D97-AF65-F5344CB8AC3E}">
        <p14:creationId xmlns:p14="http://schemas.microsoft.com/office/powerpoint/2010/main" val="100497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4F6E680-B6CA-41EE-8787-81E8521945F5}" type="slidenum">
              <a:rPr lang="en-US" altLang="en-US"/>
              <a:pPr>
                <a:spcBef>
                  <a:spcPct val="0"/>
                </a:spcBef>
              </a:pPr>
              <a:t>5</a:t>
            </a:fld>
            <a:endParaRPr lang="en-US" altLang="en-US"/>
          </a:p>
        </p:txBody>
      </p:sp>
    </p:spTree>
    <p:extLst>
      <p:ext uri="{BB962C8B-B14F-4D97-AF65-F5344CB8AC3E}">
        <p14:creationId xmlns:p14="http://schemas.microsoft.com/office/powerpoint/2010/main" val="142394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5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D102DD-9B99-40A0-9574-83CB0E399592}" type="slidenum">
              <a:rPr lang="en-US" altLang="en-US"/>
              <a:pPr>
                <a:spcBef>
                  <a:spcPct val="0"/>
                </a:spcBef>
              </a:pPr>
              <a:t>6</a:t>
            </a:fld>
            <a:endParaRPr lang="en-US" altLang="en-US"/>
          </a:p>
        </p:txBody>
      </p:sp>
    </p:spTree>
    <p:extLst>
      <p:ext uri="{BB962C8B-B14F-4D97-AF65-F5344CB8AC3E}">
        <p14:creationId xmlns:p14="http://schemas.microsoft.com/office/powerpoint/2010/main" val="611512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7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30EA169-C087-46AD-9FB7-1933ABBA5936}" type="slidenum">
              <a:rPr lang="en-US" altLang="en-US"/>
              <a:pPr>
                <a:spcBef>
                  <a:spcPct val="0"/>
                </a:spcBef>
              </a:pPr>
              <a:t>7</a:t>
            </a:fld>
            <a:endParaRPr lang="en-US" altLang="en-US"/>
          </a:p>
        </p:txBody>
      </p:sp>
    </p:spTree>
    <p:extLst>
      <p:ext uri="{BB962C8B-B14F-4D97-AF65-F5344CB8AC3E}">
        <p14:creationId xmlns:p14="http://schemas.microsoft.com/office/powerpoint/2010/main" val="3552563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F6375D-2BF3-489C-9501-59DD8CD778C1}" type="slidenum">
              <a:rPr lang="en-US" altLang="en-US"/>
              <a:pPr>
                <a:spcBef>
                  <a:spcPct val="0"/>
                </a:spcBef>
              </a:pPr>
              <a:t>8</a:t>
            </a:fld>
            <a:endParaRPr lang="en-US" altLang="en-US"/>
          </a:p>
        </p:txBody>
      </p:sp>
    </p:spTree>
    <p:extLst>
      <p:ext uri="{BB962C8B-B14F-4D97-AF65-F5344CB8AC3E}">
        <p14:creationId xmlns:p14="http://schemas.microsoft.com/office/powerpoint/2010/main" val="4193894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4AACD5-4A58-4916-A442-34A9BA5A16E8}" type="slidenum">
              <a:rPr lang="en-US" altLang="en-US"/>
              <a:pPr>
                <a:spcBef>
                  <a:spcPct val="0"/>
                </a:spcBef>
              </a:pPr>
              <a:t>9</a:t>
            </a:fld>
            <a:endParaRPr lang="en-US" altLang="en-US"/>
          </a:p>
        </p:txBody>
      </p:sp>
    </p:spTree>
    <p:extLst>
      <p:ext uri="{BB962C8B-B14F-4D97-AF65-F5344CB8AC3E}">
        <p14:creationId xmlns:p14="http://schemas.microsoft.com/office/powerpoint/2010/main" val="392463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09F2D7-ADD6-414C-9DF2-573AA2018365}" type="slidenum">
              <a:rPr lang="en-US" altLang="en-US"/>
              <a:pPr>
                <a:spcBef>
                  <a:spcPct val="0"/>
                </a:spcBef>
              </a:pPr>
              <a:t>12</a:t>
            </a:fld>
            <a:endParaRPr lang="en-US" altLang="en-US"/>
          </a:p>
        </p:txBody>
      </p:sp>
    </p:spTree>
    <p:extLst>
      <p:ext uri="{BB962C8B-B14F-4D97-AF65-F5344CB8AC3E}">
        <p14:creationId xmlns:p14="http://schemas.microsoft.com/office/powerpoint/2010/main" val="1845164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09F2D7-ADD6-414C-9DF2-573AA2018365}" type="slidenum">
              <a:rPr lang="en-US" altLang="en-US"/>
              <a:pPr>
                <a:spcBef>
                  <a:spcPct val="0"/>
                </a:spcBef>
              </a:pPr>
              <a:t>13</a:t>
            </a:fld>
            <a:endParaRPr lang="en-US" altLang="en-US"/>
          </a:p>
        </p:txBody>
      </p:sp>
    </p:spTree>
    <p:extLst>
      <p:ext uri="{BB962C8B-B14F-4D97-AF65-F5344CB8AC3E}">
        <p14:creationId xmlns:p14="http://schemas.microsoft.com/office/powerpoint/2010/main" val="1060676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E09F2D7-ADD6-414C-9DF2-573AA2018365}" type="slidenum">
              <a:rPr lang="en-US" altLang="en-US"/>
              <a:pPr>
                <a:spcBef>
                  <a:spcPct val="0"/>
                </a:spcBef>
              </a:pPr>
              <a:t>14</a:t>
            </a:fld>
            <a:endParaRPr lang="en-US" altLang="en-US"/>
          </a:p>
        </p:txBody>
      </p:sp>
    </p:spTree>
    <p:extLst>
      <p:ext uri="{BB962C8B-B14F-4D97-AF65-F5344CB8AC3E}">
        <p14:creationId xmlns:p14="http://schemas.microsoft.com/office/powerpoint/2010/main" val="964110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48FBD1E-28B4-4376-8A92-00F5413CA067}" type="slidenum">
              <a:rPr lang="en-US" altLang="en-US"/>
              <a:pPr>
                <a:spcBef>
                  <a:spcPct val="0"/>
                </a:spcBef>
              </a:pPr>
              <a:t>15</a:t>
            </a:fld>
            <a:endParaRPr lang="en-US" altLang="en-US"/>
          </a:p>
        </p:txBody>
      </p:sp>
    </p:spTree>
    <p:extLst>
      <p:ext uri="{BB962C8B-B14F-4D97-AF65-F5344CB8AC3E}">
        <p14:creationId xmlns:p14="http://schemas.microsoft.com/office/powerpoint/2010/main" val="1097608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48FBD1E-28B4-4376-8A92-00F5413CA067}" type="slidenum">
              <a:rPr lang="en-US" altLang="en-US"/>
              <a:pPr>
                <a:spcBef>
                  <a:spcPct val="0"/>
                </a:spcBef>
              </a:pPr>
              <a:t>16</a:t>
            </a:fld>
            <a:endParaRPr lang="en-US" altLang="en-US"/>
          </a:p>
        </p:txBody>
      </p:sp>
    </p:spTree>
    <p:extLst>
      <p:ext uri="{BB962C8B-B14F-4D97-AF65-F5344CB8AC3E}">
        <p14:creationId xmlns:p14="http://schemas.microsoft.com/office/powerpoint/2010/main" val="3678134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We don’t require the concept of leading or lagging power factor. </a:t>
            </a:r>
            <a:r>
              <a:rPr lang="en-CN"/>
              <a:t>However, make sure to understand the concept of capacitive load and inductive load.</a:t>
            </a:r>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17</a:t>
            </a:fld>
            <a:endParaRPr lang="zh-CN" altLang="en-US"/>
          </a:p>
        </p:txBody>
      </p:sp>
    </p:spTree>
    <p:extLst>
      <p:ext uri="{BB962C8B-B14F-4D97-AF65-F5344CB8AC3E}">
        <p14:creationId xmlns:p14="http://schemas.microsoft.com/office/powerpoint/2010/main" val="1175593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D39FF4-A846-49F1-AA99-2662A1334CDC}" type="slidenum">
              <a:rPr lang="en-US" altLang="en-US"/>
              <a:pPr>
                <a:spcBef>
                  <a:spcPct val="0"/>
                </a:spcBef>
              </a:pPr>
              <a:t>21</a:t>
            </a:fld>
            <a:endParaRPr lang="en-US" altLang="en-US"/>
          </a:p>
        </p:txBody>
      </p:sp>
    </p:spTree>
    <p:extLst>
      <p:ext uri="{BB962C8B-B14F-4D97-AF65-F5344CB8AC3E}">
        <p14:creationId xmlns:p14="http://schemas.microsoft.com/office/powerpoint/2010/main" val="3472750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8309E08-784A-4A8B-91DC-B54D57576805}" type="slidenum">
              <a:rPr lang="en-US" altLang="en-US"/>
              <a:pPr>
                <a:spcBef>
                  <a:spcPct val="0"/>
                </a:spcBef>
              </a:pPr>
              <a:t>22</a:t>
            </a:fld>
            <a:endParaRPr lang="en-US" altLang="en-US"/>
          </a:p>
        </p:txBody>
      </p:sp>
    </p:spTree>
    <p:extLst>
      <p:ext uri="{BB962C8B-B14F-4D97-AF65-F5344CB8AC3E}">
        <p14:creationId xmlns:p14="http://schemas.microsoft.com/office/powerpoint/2010/main" val="18441969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D7767DC-ACA6-496D-820C-12CF36345A60}" type="slidenum">
              <a:rPr lang="en-US" altLang="en-US"/>
              <a:pPr>
                <a:spcBef>
                  <a:spcPct val="0"/>
                </a:spcBef>
              </a:pPr>
              <a:t>23</a:t>
            </a:fld>
            <a:endParaRPr lang="en-US" altLang="en-US"/>
          </a:p>
        </p:txBody>
      </p:sp>
    </p:spTree>
    <p:extLst>
      <p:ext uri="{BB962C8B-B14F-4D97-AF65-F5344CB8AC3E}">
        <p14:creationId xmlns:p14="http://schemas.microsoft.com/office/powerpoint/2010/main" val="3248903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A8D657-6FD6-460E-B44A-DEA503D5D784}" type="slidenum">
              <a:rPr lang="en-US" altLang="en-US"/>
              <a:pPr>
                <a:spcBef>
                  <a:spcPct val="0"/>
                </a:spcBef>
              </a:pPr>
              <a:t>24</a:t>
            </a:fld>
            <a:endParaRPr lang="en-US" altLang="en-US"/>
          </a:p>
        </p:txBody>
      </p:sp>
    </p:spTree>
    <p:extLst>
      <p:ext uri="{BB962C8B-B14F-4D97-AF65-F5344CB8AC3E}">
        <p14:creationId xmlns:p14="http://schemas.microsoft.com/office/powerpoint/2010/main" val="646964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r>
              <a:rPr lang="en-US" altLang="zh-CN"/>
              <a:t>10/11/2016</a:t>
            </a:r>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dirty="0"/>
          </a:p>
        </p:txBody>
      </p:sp>
    </p:spTree>
    <p:extLst>
      <p:ext uri="{BB962C8B-B14F-4D97-AF65-F5344CB8AC3E}">
        <p14:creationId xmlns:p14="http://schemas.microsoft.com/office/powerpoint/2010/main" val="304753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r>
              <a:rPr lang="en-US" altLang="zh-CN"/>
              <a:t>10/11/2016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pic>
        <p:nvPicPr>
          <p:cNvPr id="7" name="Picture 17" descr="Culogo"/>
          <p:cNvPicPr>
            <a:picLocks noChangeAspect="1" noChangeArrowheads="1" noCrop="1"/>
          </p:cNvPicPr>
          <p:nvPr userDrawn="1"/>
        </p:nvPicPr>
        <p:blipFill>
          <a:blip r:embed="rId2" cstate="print"/>
          <a:srcRect/>
          <a:stretch>
            <a:fillRect/>
          </a:stretch>
        </p:blipFill>
        <p:spPr bwMode="auto">
          <a:xfrm>
            <a:off x="24384" y="80953"/>
            <a:ext cx="804672" cy="540839"/>
          </a:xfrm>
          <a:prstGeom prst="rect">
            <a:avLst/>
          </a:prstGeom>
          <a:noFill/>
        </p:spPr>
      </p:pic>
    </p:spTree>
    <p:extLst>
      <p:ext uri="{BB962C8B-B14F-4D97-AF65-F5344CB8AC3E}">
        <p14:creationId xmlns:p14="http://schemas.microsoft.com/office/powerpoint/2010/main" val="2749448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r>
              <a:rPr lang="en-US" altLang="zh-CN"/>
              <a:t>10/11/2016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844570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r>
              <a:rPr lang="en-US" altLang="zh-CN"/>
              <a:t>10/11/2016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835465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r>
              <a:rPr lang="en-US" altLang="zh-CN"/>
              <a:t>10/11/2016</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137419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r>
              <a:rPr lang="en-US" altLang="zh-CN"/>
              <a:t>10/11/2016</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220494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10/11/2016</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3417421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10/11/2016</a:t>
            </a:r>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6383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10/11/2016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087449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r>
              <a:rPr lang="en-US" altLang="zh-CN"/>
              <a:t>10/11/2016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205495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r>
              <a:rPr lang="en-US" altLang="zh-CN"/>
              <a:t>10/11/2016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556766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10/11/2016</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212895721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8.emf"/><Relationship Id="rId4" Type="http://schemas.openxmlformats.org/officeDocument/2006/relationships/image" Target="../media/image4.wmf"/><Relationship Id="rId9"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16.png"/><Relationship Id="rId7" Type="http://schemas.openxmlformats.org/officeDocument/2006/relationships/oleObject" Target="../embeddings/oleObject6.bin"/><Relationship Id="rId12" Type="http://schemas.openxmlformats.org/officeDocument/2006/relationships/image" Target="../media/image1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image" Target="../media/image110.png"/><Relationship Id="rId5" Type="http://schemas.openxmlformats.org/officeDocument/2006/relationships/oleObject" Target="../embeddings/oleObject5.bin"/><Relationship Id="rId4" Type="http://schemas.openxmlformats.org/officeDocument/2006/relationships/image" Target="../media/image100.png"/></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wmf"/><Relationship Id="rId11" Type="http://schemas.openxmlformats.org/officeDocument/2006/relationships/image" Target="../media/image21.emf"/><Relationship Id="rId5" Type="http://schemas.openxmlformats.org/officeDocument/2006/relationships/oleObject" Target="../embeddings/oleObject8.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12.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0.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15.xml.rels><?xml version="1.0" encoding="UTF-8" standalone="yes"?>
<Relationships xmlns="http://schemas.openxmlformats.org/package/2006/relationships"><Relationship Id="rId7" Type="http://schemas.openxmlformats.org/officeDocument/2006/relationships/image" Target="../media/image36.w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35.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39.w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38.emf"/><Relationship Id="rId10" Type="http://schemas.openxmlformats.org/officeDocument/2006/relationships/image" Target="../media/image40.png"/><Relationship Id="rId4" Type="http://schemas.openxmlformats.org/officeDocument/2006/relationships/image" Target="../media/image37.wmf"/><Relationship Id="rId9"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5.xml"/><Relationship Id="rId3" Type="http://schemas.openxmlformats.org/officeDocument/2006/relationships/image" Target="../media/image47.png"/><Relationship Id="rId7" Type="http://schemas.openxmlformats.org/officeDocument/2006/relationships/customXml" Target="../ink/ink2.xml"/><Relationship Id="rId12" Type="http://schemas.openxmlformats.org/officeDocument/2006/relationships/image" Target="../media/image52.png"/><Relationship Id="rId2" Type="http://schemas.openxmlformats.org/officeDocument/2006/relationships/image" Target="../media/image3.png"/><Relationship Id="rId16"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51.png"/><Relationship Id="rId4" Type="http://schemas.openxmlformats.org/officeDocument/2006/relationships/image" Target="../media/image48.png"/><Relationship Id="rId9" Type="http://schemas.openxmlformats.org/officeDocument/2006/relationships/customXml" Target="../ink/ink3.xml"/><Relationship Id="rId1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2.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58.png"/><Relationship Id="rId4" Type="http://schemas.openxmlformats.org/officeDocument/2006/relationships/image" Target="../media/image57.emf"/></Relationships>
</file>

<file path=ppt/slides/_rels/slide23.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61.w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60.wmf"/><Relationship Id="rId4"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customXml" Target="../ink/ink7.xml"/><Relationship Id="rId3" Type="http://schemas.openxmlformats.org/officeDocument/2006/relationships/oleObject" Target="../embeddings/oleObject20.bin"/><Relationship Id="rId7" Type="http://schemas.openxmlformats.org/officeDocument/2006/relationships/image" Target="../media/image56.png"/><Relationship Id="rId12"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50.png"/><Relationship Id="rId11" Type="http://schemas.openxmlformats.org/officeDocument/2006/relationships/image" Target="../media/image65.png"/><Relationship Id="rId10" Type="http://schemas.openxmlformats.org/officeDocument/2006/relationships/image" Target="../media/image64.png"/><Relationship Id="rId4" Type="http://schemas.openxmlformats.org/officeDocument/2006/relationships/image" Target="../media/image62.wmf"/><Relationship Id="rId9" Type="http://schemas.openxmlformats.org/officeDocument/2006/relationships/image" Target="../media/image63.png"/><Relationship Id="rId14"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660.png"/><Relationship Id="rId3" Type="http://schemas.openxmlformats.org/officeDocument/2006/relationships/oleObject" Target="../embeddings/oleObject21.bin"/><Relationship Id="rId7" Type="http://schemas.openxmlformats.org/officeDocument/2006/relationships/image" Target="../media/image65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wmf"/></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5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26" Type="http://schemas.openxmlformats.org/officeDocument/2006/relationships/customXml" Target="../ink/ink16.xml"/><Relationship Id="rId117" Type="http://schemas.openxmlformats.org/officeDocument/2006/relationships/image" Target="../media/image139.png"/><Relationship Id="rId21" Type="http://schemas.openxmlformats.org/officeDocument/2006/relationships/image" Target="../media/image88.png"/><Relationship Id="rId42" Type="http://schemas.openxmlformats.org/officeDocument/2006/relationships/customXml" Target="../ink/ink24.xml"/><Relationship Id="rId47" Type="http://schemas.openxmlformats.org/officeDocument/2006/relationships/image" Target="../media/image102.png"/><Relationship Id="rId63" Type="http://schemas.openxmlformats.org/officeDocument/2006/relationships/image" Target="../media/image111.png"/><Relationship Id="rId68" Type="http://schemas.openxmlformats.org/officeDocument/2006/relationships/customXml" Target="../ink/ink37.xml"/><Relationship Id="rId84" Type="http://schemas.openxmlformats.org/officeDocument/2006/relationships/customXml" Target="../ink/ink45.xml"/><Relationship Id="rId89" Type="http://schemas.openxmlformats.org/officeDocument/2006/relationships/image" Target="../media/image125.png"/><Relationship Id="rId112" Type="http://schemas.openxmlformats.org/officeDocument/2006/relationships/customXml" Target="../ink/ink59.xml"/><Relationship Id="rId16" Type="http://schemas.openxmlformats.org/officeDocument/2006/relationships/customXml" Target="../ink/ink11.xml"/><Relationship Id="rId107" Type="http://schemas.openxmlformats.org/officeDocument/2006/relationships/image" Target="../media/image134.png"/><Relationship Id="rId11" Type="http://schemas.openxmlformats.org/officeDocument/2006/relationships/image" Target="../media/image81.png"/><Relationship Id="rId32" Type="http://schemas.openxmlformats.org/officeDocument/2006/relationships/customXml" Target="../ink/ink19.xml"/><Relationship Id="rId37" Type="http://schemas.openxmlformats.org/officeDocument/2006/relationships/image" Target="../media/image96.png"/><Relationship Id="rId53" Type="http://schemas.openxmlformats.org/officeDocument/2006/relationships/image" Target="../media/image105.png"/><Relationship Id="rId58" Type="http://schemas.openxmlformats.org/officeDocument/2006/relationships/customXml" Target="../ink/ink32.xml"/><Relationship Id="rId74" Type="http://schemas.openxmlformats.org/officeDocument/2006/relationships/customXml" Target="../ink/ink40.xml"/><Relationship Id="rId79" Type="http://schemas.openxmlformats.org/officeDocument/2006/relationships/image" Target="../media/image119.png"/><Relationship Id="rId102" Type="http://schemas.openxmlformats.org/officeDocument/2006/relationships/customXml" Target="../ink/ink54.xml"/><Relationship Id="rId5" Type="http://schemas.openxmlformats.org/officeDocument/2006/relationships/image" Target="../media/image76.png"/><Relationship Id="rId90" Type="http://schemas.openxmlformats.org/officeDocument/2006/relationships/customXml" Target="../ink/ink48.xml"/><Relationship Id="rId95" Type="http://schemas.openxmlformats.org/officeDocument/2006/relationships/image" Target="../media/image128.png"/><Relationship Id="rId22" Type="http://schemas.openxmlformats.org/officeDocument/2006/relationships/customXml" Target="../ink/ink14.xml"/><Relationship Id="rId27" Type="http://schemas.openxmlformats.org/officeDocument/2006/relationships/image" Target="../media/image91.png"/><Relationship Id="rId43" Type="http://schemas.openxmlformats.org/officeDocument/2006/relationships/image" Target="../media/image99.png"/><Relationship Id="rId48" Type="http://schemas.openxmlformats.org/officeDocument/2006/relationships/customXml" Target="../ink/ink27.xml"/><Relationship Id="rId64" Type="http://schemas.openxmlformats.org/officeDocument/2006/relationships/customXml" Target="../ink/ink35.xml"/><Relationship Id="rId69" Type="http://schemas.openxmlformats.org/officeDocument/2006/relationships/image" Target="../media/image114.png"/><Relationship Id="rId113" Type="http://schemas.openxmlformats.org/officeDocument/2006/relationships/image" Target="../media/image137.png"/><Relationship Id="rId118" Type="http://schemas.openxmlformats.org/officeDocument/2006/relationships/customXml" Target="../ink/ink62.xml"/><Relationship Id="rId80" Type="http://schemas.openxmlformats.org/officeDocument/2006/relationships/customXml" Target="../ink/ink43.xml"/><Relationship Id="rId85" Type="http://schemas.openxmlformats.org/officeDocument/2006/relationships/image" Target="../media/image123.png"/><Relationship Id="rId12" Type="http://schemas.openxmlformats.org/officeDocument/2006/relationships/customXml" Target="../ink/ink9.xml"/><Relationship Id="rId17"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customXml" Target="../ink/ink22.xml"/><Relationship Id="rId59" Type="http://schemas.openxmlformats.org/officeDocument/2006/relationships/image" Target="../media/image108.png"/><Relationship Id="rId103" Type="http://schemas.openxmlformats.org/officeDocument/2006/relationships/image" Target="../media/image132.png"/><Relationship Id="rId108" Type="http://schemas.openxmlformats.org/officeDocument/2006/relationships/customXml" Target="../ink/ink57.xml"/><Relationship Id="rId54" Type="http://schemas.openxmlformats.org/officeDocument/2006/relationships/customXml" Target="../ink/ink30.xml"/><Relationship Id="rId70" Type="http://schemas.openxmlformats.org/officeDocument/2006/relationships/customXml" Target="../ink/ink38.xml"/><Relationship Id="rId75" Type="http://schemas.openxmlformats.org/officeDocument/2006/relationships/image" Target="../media/image117.png"/><Relationship Id="rId91" Type="http://schemas.openxmlformats.org/officeDocument/2006/relationships/image" Target="../media/image126.png"/><Relationship Id="rId96" Type="http://schemas.openxmlformats.org/officeDocument/2006/relationships/customXml" Target="../ink/ink51.xml"/><Relationship Id="rId1" Type="http://schemas.openxmlformats.org/officeDocument/2006/relationships/slideLayout" Target="../slideLayouts/slideLayout2.xml"/><Relationship Id="rId6" Type="http://schemas.openxmlformats.org/officeDocument/2006/relationships/image" Target="../media/image77.png"/><Relationship Id="rId23" Type="http://schemas.openxmlformats.org/officeDocument/2006/relationships/image" Target="../media/image89.png"/><Relationship Id="rId28" Type="http://schemas.openxmlformats.org/officeDocument/2006/relationships/customXml" Target="../ink/ink17.xml"/><Relationship Id="rId49" Type="http://schemas.openxmlformats.org/officeDocument/2006/relationships/image" Target="../media/image103.png"/><Relationship Id="rId114" Type="http://schemas.openxmlformats.org/officeDocument/2006/relationships/customXml" Target="../ink/ink60.xml"/><Relationship Id="rId119" Type="http://schemas.openxmlformats.org/officeDocument/2006/relationships/image" Target="../media/image140.png"/><Relationship Id="rId10" Type="http://schemas.openxmlformats.org/officeDocument/2006/relationships/customXml" Target="../ink/ink8.xml"/><Relationship Id="rId31" Type="http://schemas.openxmlformats.org/officeDocument/2006/relationships/image" Target="../media/image93.png"/><Relationship Id="rId44" Type="http://schemas.openxmlformats.org/officeDocument/2006/relationships/customXml" Target="../ink/ink25.xml"/><Relationship Id="rId52" Type="http://schemas.openxmlformats.org/officeDocument/2006/relationships/customXml" Target="../ink/ink29.xml"/><Relationship Id="rId60" Type="http://schemas.openxmlformats.org/officeDocument/2006/relationships/customXml" Target="../ink/ink33.xml"/><Relationship Id="rId65" Type="http://schemas.openxmlformats.org/officeDocument/2006/relationships/image" Target="../media/image112.png"/><Relationship Id="rId73" Type="http://schemas.openxmlformats.org/officeDocument/2006/relationships/image" Target="../media/image116.png"/><Relationship Id="rId78" Type="http://schemas.openxmlformats.org/officeDocument/2006/relationships/customXml" Target="../ink/ink42.xml"/><Relationship Id="rId81" Type="http://schemas.openxmlformats.org/officeDocument/2006/relationships/image" Target="../media/image121.png"/><Relationship Id="rId86" Type="http://schemas.openxmlformats.org/officeDocument/2006/relationships/customXml" Target="../ink/ink46.xml"/><Relationship Id="rId94" Type="http://schemas.openxmlformats.org/officeDocument/2006/relationships/customXml" Target="../ink/ink50.xml"/><Relationship Id="rId99" Type="http://schemas.openxmlformats.org/officeDocument/2006/relationships/image" Target="../media/image130.png"/><Relationship Id="rId101" Type="http://schemas.openxmlformats.org/officeDocument/2006/relationships/image" Target="../media/image131.png"/><Relationship Id="rId4" Type="http://schemas.openxmlformats.org/officeDocument/2006/relationships/image" Target="../media/image75.png"/><Relationship Id="rId9" Type="http://schemas.openxmlformats.org/officeDocument/2006/relationships/image" Target="../media/image80.png"/><Relationship Id="rId13" Type="http://schemas.openxmlformats.org/officeDocument/2006/relationships/image" Target="../media/image82.png"/><Relationship Id="rId18" Type="http://schemas.openxmlformats.org/officeDocument/2006/relationships/customXml" Target="../ink/ink12.xml"/><Relationship Id="rId39" Type="http://schemas.openxmlformats.org/officeDocument/2006/relationships/image" Target="../media/image97.png"/><Relationship Id="rId109" Type="http://schemas.openxmlformats.org/officeDocument/2006/relationships/image" Target="../media/image135.png"/><Relationship Id="rId34" Type="http://schemas.openxmlformats.org/officeDocument/2006/relationships/customXml" Target="../ink/ink20.xml"/><Relationship Id="rId50" Type="http://schemas.openxmlformats.org/officeDocument/2006/relationships/customXml" Target="../ink/ink28.xml"/><Relationship Id="rId55" Type="http://schemas.openxmlformats.org/officeDocument/2006/relationships/image" Target="../media/image106.png"/><Relationship Id="rId76" Type="http://schemas.openxmlformats.org/officeDocument/2006/relationships/customXml" Target="../ink/ink41.xml"/><Relationship Id="rId97" Type="http://schemas.openxmlformats.org/officeDocument/2006/relationships/image" Target="../media/image129.png"/><Relationship Id="rId104" Type="http://schemas.openxmlformats.org/officeDocument/2006/relationships/customXml" Target="../ink/ink55.xml"/><Relationship Id="rId7" Type="http://schemas.openxmlformats.org/officeDocument/2006/relationships/image" Target="../media/image78.png"/><Relationship Id="rId71" Type="http://schemas.openxmlformats.org/officeDocument/2006/relationships/image" Target="../media/image115.png"/><Relationship Id="rId92" Type="http://schemas.openxmlformats.org/officeDocument/2006/relationships/customXml" Target="../ink/ink49.xml"/><Relationship Id="rId2" Type="http://schemas.openxmlformats.org/officeDocument/2006/relationships/image" Target="../media/image720.png"/><Relationship Id="rId29" Type="http://schemas.openxmlformats.org/officeDocument/2006/relationships/image" Target="../media/image92.png"/><Relationship Id="rId24" Type="http://schemas.openxmlformats.org/officeDocument/2006/relationships/customXml" Target="../ink/ink15.xml"/><Relationship Id="rId40" Type="http://schemas.openxmlformats.org/officeDocument/2006/relationships/customXml" Target="../ink/ink23.xml"/><Relationship Id="rId45" Type="http://schemas.openxmlformats.org/officeDocument/2006/relationships/image" Target="../media/image101.png"/><Relationship Id="rId66" Type="http://schemas.openxmlformats.org/officeDocument/2006/relationships/customXml" Target="../ink/ink36.xml"/><Relationship Id="rId87" Type="http://schemas.openxmlformats.org/officeDocument/2006/relationships/image" Target="../media/image124.png"/><Relationship Id="rId110" Type="http://schemas.openxmlformats.org/officeDocument/2006/relationships/customXml" Target="../ink/ink58.xml"/><Relationship Id="rId115" Type="http://schemas.openxmlformats.org/officeDocument/2006/relationships/image" Target="../media/image138.png"/><Relationship Id="rId61" Type="http://schemas.openxmlformats.org/officeDocument/2006/relationships/image" Target="../media/image109.png"/><Relationship Id="rId82" Type="http://schemas.openxmlformats.org/officeDocument/2006/relationships/customXml" Target="../ink/ink44.xml"/><Relationship Id="rId19" Type="http://schemas.openxmlformats.org/officeDocument/2006/relationships/image" Target="../media/image87.png"/><Relationship Id="rId14" Type="http://schemas.openxmlformats.org/officeDocument/2006/relationships/customXml" Target="../ink/ink10.xml"/><Relationship Id="rId30" Type="http://schemas.openxmlformats.org/officeDocument/2006/relationships/customXml" Target="../ink/ink18.xml"/><Relationship Id="rId35" Type="http://schemas.openxmlformats.org/officeDocument/2006/relationships/image" Target="../media/image95.png"/><Relationship Id="rId56" Type="http://schemas.openxmlformats.org/officeDocument/2006/relationships/customXml" Target="../ink/ink31.xml"/><Relationship Id="rId77" Type="http://schemas.openxmlformats.org/officeDocument/2006/relationships/image" Target="../media/image118.png"/><Relationship Id="rId100" Type="http://schemas.openxmlformats.org/officeDocument/2006/relationships/customXml" Target="../ink/ink53.xml"/><Relationship Id="rId105" Type="http://schemas.openxmlformats.org/officeDocument/2006/relationships/image" Target="../media/image133.png"/><Relationship Id="rId8" Type="http://schemas.openxmlformats.org/officeDocument/2006/relationships/image" Target="../media/image79.png"/><Relationship Id="rId51" Type="http://schemas.openxmlformats.org/officeDocument/2006/relationships/image" Target="../media/image104.png"/><Relationship Id="rId72" Type="http://schemas.openxmlformats.org/officeDocument/2006/relationships/customXml" Target="../ink/ink39.xml"/><Relationship Id="rId93" Type="http://schemas.openxmlformats.org/officeDocument/2006/relationships/image" Target="../media/image127.png"/><Relationship Id="rId98" Type="http://schemas.openxmlformats.org/officeDocument/2006/relationships/customXml" Target="../ink/ink52.xml"/><Relationship Id="rId3" Type="http://schemas.openxmlformats.org/officeDocument/2006/relationships/image" Target="../media/image74.png"/><Relationship Id="rId25" Type="http://schemas.openxmlformats.org/officeDocument/2006/relationships/image" Target="../media/image90.png"/><Relationship Id="rId46" Type="http://schemas.openxmlformats.org/officeDocument/2006/relationships/customXml" Target="../ink/ink26.xml"/><Relationship Id="rId67" Type="http://schemas.openxmlformats.org/officeDocument/2006/relationships/image" Target="../media/image113.png"/><Relationship Id="rId116" Type="http://schemas.openxmlformats.org/officeDocument/2006/relationships/customXml" Target="../ink/ink61.xml"/><Relationship Id="rId20" Type="http://schemas.openxmlformats.org/officeDocument/2006/relationships/customXml" Target="../ink/ink13.xml"/><Relationship Id="rId41" Type="http://schemas.openxmlformats.org/officeDocument/2006/relationships/image" Target="../media/image98.png"/><Relationship Id="rId62" Type="http://schemas.openxmlformats.org/officeDocument/2006/relationships/customXml" Target="../ink/ink34.xml"/><Relationship Id="rId83" Type="http://schemas.openxmlformats.org/officeDocument/2006/relationships/image" Target="../media/image122.png"/><Relationship Id="rId88" Type="http://schemas.openxmlformats.org/officeDocument/2006/relationships/customXml" Target="../ink/ink47.xml"/><Relationship Id="rId111" Type="http://schemas.openxmlformats.org/officeDocument/2006/relationships/image" Target="../media/image136.png"/><Relationship Id="rId15" Type="http://schemas.openxmlformats.org/officeDocument/2006/relationships/image" Target="../media/image83.png"/><Relationship Id="rId36" Type="http://schemas.openxmlformats.org/officeDocument/2006/relationships/customXml" Target="../ink/ink21.xml"/><Relationship Id="rId57" Type="http://schemas.openxmlformats.org/officeDocument/2006/relationships/image" Target="../media/image107.png"/><Relationship Id="rId106" Type="http://schemas.openxmlformats.org/officeDocument/2006/relationships/customXml" Target="../ink/ink56.xml"/></Relationships>
</file>

<file path=ppt/slides/_rels/slide2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 Id="rId4" Type="http://schemas.openxmlformats.org/officeDocument/2006/relationships/image" Target="../media/image8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F04565-2698-3A41-93C0-EF86E6936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031"/>
            <a:ext cx="4537300" cy="1017918"/>
          </a:xfrm>
          <a:prstGeom prst="rect">
            <a:avLst/>
          </a:prstGeom>
        </p:spPr>
      </p:pic>
      <p:sp>
        <p:nvSpPr>
          <p:cNvPr id="11" name="Title 1"/>
          <p:cNvSpPr>
            <a:spLocks noGrp="1"/>
          </p:cNvSpPr>
          <p:nvPr>
            <p:ph type="ctrTitle"/>
          </p:nvPr>
        </p:nvSpPr>
        <p:spPr>
          <a:xfrm>
            <a:off x="1524000" y="1038284"/>
            <a:ext cx="9144000" cy="1306710"/>
          </a:xfrm>
        </p:spPr>
        <p:txBody>
          <a:bodyPr>
            <a:normAutofit/>
          </a:bodyPr>
          <a:lstStyle/>
          <a:p>
            <a:r>
              <a:rPr lang="en-US" altLang="zh-CN" sz="4000" dirty="0">
                <a:latin typeface="Times New Roman" panose="02020603050405020304" pitchFamily="18" charset="0"/>
                <a:ea typeface="DengXian" panose="02010600030101010101" pitchFamily="2" charset="-122"/>
                <a:cs typeface="Times New Roman" panose="02020603050405020304" pitchFamily="18" charset="0"/>
              </a:rPr>
              <a:t>ECE 2001 Basic Circuit Theory</a:t>
            </a:r>
            <a:endParaRPr lang="zh-CN" altLang="en-US" sz="4000" dirty="0">
              <a:latin typeface="Times New Roman" panose="02020603050405020304" pitchFamily="18" charset="0"/>
              <a:cs typeface="Times New Roman" panose="02020603050405020304" pitchFamily="18" charset="0"/>
            </a:endParaRPr>
          </a:p>
        </p:txBody>
      </p:sp>
      <p:sp>
        <p:nvSpPr>
          <p:cNvPr id="12" name="Subtitle 2"/>
          <p:cNvSpPr>
            <a:spLocks noGrp="1"/>
          </p:cNvSpPr>
          <p:nvPr>
            <p:ph type="subTitle" idx="1"/>
          </p:nvPr>
        </p:nvSpPr>
        <p:spPr>
          <a:xfrm>
            <a:off x="1066800" y="2861186"/>
            <a:ext cx="10058400" cy="2480699"/>
          </a:xfrm>
        </p:spPr>
        <p:txBody>
          <a:bodyPr>
            <a:normAutofit/>
          </a:bodyPr>
          <a:lstStyle/>
          <a:p>
            <a:r>
              <a:rPr lang="en-US" altLang="zh-CN" sz="4800" dirty="0">
                <a:solidFill>
                  <a:srgbClr val="7030A0"/>
                </a:solidFill>
                <a:latin typeface="Times New Roman" panose="02020603050405020304" pitchFamily="18" charset="0"/>
                <a:cs typeface="Times New Roman" panose="02020603050405020304" pitchFamily="18" charset="0"/>
              </a:rPr>
              <a:t>Lecture 8</a:t>
            </a:r>
          </a:p>
          <a:p>
            <a:r>
              <a:rPr lang="en-US" altLang="zh-CN" sz="4800" dirty="0">
                <a:solidFill>
                  <a:srgbClr val="7030A0"/>
                </a:solidFill>
                <a:latin typeface="Times New Roman" panose="02020603050405020304" pitchFamily="18" charset="0"/>
                <a:cs typeface="Times New Roman" panose="02020603050405020304" pitchFamily="18" charset="0"/>
              </a:rPr>
              <a:t>Part I. AC Power Analysis</a:t>
            </a:r>
            <a:endParaRPr lang="zh-CN" altLang="en-US" sz="4800" dirty="0">
              <a:solidFill>
                <a:srgbClr val="7030A0"/>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083774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AB36-AC6C-634C-ACFE-31282564170C}"/>
              </a:ext>
            </a:extLst>
          </p:cNvPr>
          <p:cNvSpPr>
            <a:spLocks noGrp="1"/>
          </p:cNvSpPr>
          <p:nvPr>
            <p:ph type="title"/>
          </p:nvPr>
        </p:nvSpPr>
        <p:spPr/>
        <p:txBody>
          <a:bodyPr/>
          <a:lstStyle/>
          <a:p>
            <a:r>
              <a:rPr lang="en-US" dirty="0"/>
              <a:t>The fundamental questions for this topic</a:t>
            </a:r>
          </a:p>
        </p:txBody>
      </p:sp>
      <p:sp>
        <p:nvSpPr>
          <p:cNvPr id="3" name="Content Placeholder 2">
            <a:extLst>
              <a:ext uri="{FF2B5EF4-FFF2-40B4-BE49-F238E27FC236}">
                <a16:creationId xmlns:a16="http://schemas.microsoft.com/office/drawing/2014/main" id="{0472EA36-7B7D-A542-A1F0-AADC02E6A137}"/>
              </a:ext>
            </a:extLst>
          </p:cNvPr>
          <p:cNvSpPr>
            <a:spLocks noGrp="1"/>
          </p:cNvSpPr>
          <p:nvPr>
            <p:ph idx="1"/>
          </p:nvPr>
        </p:nvSpPr>
        <p:spPr>
          <a:xfrm>
            <a:off x="838200" y="1825625"/>
            <a:ext cx="7230762" cy="4351338"/>
          </a:xfrm>
        </p:spPr>
        <p:txBody>
          <a:bodyPr/>
          <a:lstStyle/>
          <a:p>
            <a:r>
              <a:rPr lang="en-US" dirty="0"/>
              <a:t>What is the power delivered to the load?</a:t>
            </a:r>
          </a:p>
          <a:p>
            <a:pPr lvl="1"/>
            <a:r>
              <a:rPr lang="en-US" dirty="0"/>
              <a:t>Note that inductors and capacitors store energy</a:t>
            </a:r>
          </a:p>
          <a:p>
            <a:r>
              <a:rPr lang="en-US" dirty="0"/>
              <a:t>What is the efficiency for the source to deliver to the power to the load?</a:t>
            </a:r>
          </a:p>
          <a:p>
            <a:r>
              <a:rPr lang="en-US" dirty="0"/>
              <a:t>How can we improve the efficiency?</a:t>
            </a:r>
          </a:p>
          <a:p>
            <a:endParaRPr lang="en-US" dirty="0"/>
          </a:p>
          <a:p>
            <a:r>
              <a:rPr lang="en-US" dirty="0"/>
              <a:t>What’s new?</a:t>
            </a:r>
          </a:p>
          <a:p>
            <a:pPr lvl="1"/>
            <a:r>
              <a:rPr lang="en-US" dirty="0"/>
              <a:t>The power is now time-varying. </a:t>
            </a:r>
          </a:p>
          <a:p>
            <a:pPr lvl="1"/>
            <a:r>
              <a:rPr lang="en-US" dirty="0"/>
              <a:t>Voltage and current may not be in phase. </a:t>
            </a:r>
          </a:p>
        </p:txBody>
      </p:sp>
      <p:sp>
        <p:nvSpPr>
          <p:cNvPr id="4" name="Slide Number Placeholder 3">
            <a:extLst>
              <a:ext uri="{FF2B5EF4-FFF2-40B4-BE49-F238E27FC236}">
                <a16:creationId xmlns:a16="http://schemas.microsoft.com/office/drawing/2014/main" id="{0B1C4C00-4E6F-D344-B2EF-EA205BD4DDDE}"/>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a:t>
            </a:fld>
            <a:endParaRPr lang="en-US" altLang="zh-CN" dirty="0">
              <a:ea typeface="黑体" panose="02010609060101010101" pitchFamily="49" charset="-122"/>
            </a:endParaRPr>
          </a:p>
        </p:txBody>
      </p:sp>
      <p:grpSp>
        <p:nvGrpSpPr>
          <p:cNvPr id="12" name="Group 11">
            <a:extLst>
              <a:ext uri="{FF2B5EF4-FFF2-40B4-BE49-F238E27FC236}">
                <a16:creationId xmlns:a16="http://schemas.microsoft.com/office/drawing/2014/main" id="{92297BC0-EF0C-1C41-A4A6-587283B313BE}"/>
              </a:ext>
            </a:extLst>
          </p:cNvPr>
          <p:cNvGrpSpPr/>
          <p:nvPr/>
        </p:nvGrpSpPr>
        <p:grpSpPr>
          <a:xfrm>
            <a:off x="7812158" y="1431235"/>
            <a:ext cx="4124470" cy="3165480"/>
            <a:chOff x="8328454" y="1736599"/>
            <a:chExt cx="3608173" cy="2860116"/>
          </a:xfrm>
        </p:grpSpPr>
        <p:pic>
          <p:nvPicPr>
            <p:cNvPr id="6" name="Content Placeholder 4">
              <a:extLst>
                <a:ext uri="{FF2B5EF4-FFF2-40B4-BE49-F238E27FC236}">
                  <a16:creationId xmlns:a16="http://schemas.microsoft.com/office/drawing/2014/main" id="{2652D320-FB6D-E140-B4BA-C0A412151B17}"/>
                </a:ext>
              </a:extLst>
            </p:cNvPr>
            <p:cNvPicPr>
              <a:picLocks noChangeAspect="1"/>
            </p:cNvPicPr>
            <p:nvPr/>
          </p:nvPicPr>
          <p:blipFill rotWithShape="1">
            <a:blip r:embed="rId2"/>
            <a:srcRect l="10261" r="5931" b="27294"/>
            <a:stretch/>
          </p:blipFill>
          <p:spPr>
            <a:xfrm>
              <a:off x="8328454" y="1736599"/>
              <a:ext cx="3608173" cy="2860116"/>
            </a:xfrm>
            <a:prstGeom prst="rect">
              <a:avLst/>
            </a:prstGeom>
          </p:spPr>
        </p:pic>
        <p:sp>
          <p:nvSpPr>
            <p:cNvPr id="7" name="Rectangle 6">
              <a:extLst>
                <a:ext uri="{FF2B5EF4-FFF2-40B4-BE49-F238E27FC236}">
                  <a16:creationId xmlns:a16="http://schemas.microsoft.com/office/drawing/2014/main" id="{23E8292B-DEB1-3548-9127-DE6F1E6188DD}"/>
                </a:ext>
              </a:extLst>
            </p:cNvPr>
            <p:cNvSpPr/>
            <p:nvPr/>
          </p:nvSpPr>
          <p:spPr>
            <a:xfrm>
              <a:off x="8987589" y="2057400"/>
              <a:ext cx="926432" cy="2526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85936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p:cNvSpPr>
          <p:nvPr>
            <p:ph type="title"/>
          </p:nvPr>
        </p:nvSpPr>
        <p:spPr/>
        <p:txBody>
          <a:bodyPr/>
          <a:lstStyle/>
          <a:p>
            <a:r>
              <a:rPr lang="en-US" altLang="en-US" dirty="0"/>
              <a:t>This lecture focuses on power calculations for sinusoidal steady-state circuits</a:t>
            </a:r>
          </a:p>
        </p:txBody>
      </p:sp>
      <p:sp>
        <p:nvSpPr>
          <p:cNvPr id="6147" name="Content Placeholder 3"/>
          <p:cNvSpPr>
            <a:spLocks noGrp="1"/>
          </p:cNvSpPr>
          <p:nvPr>
            <p:ph idx="1"/>
          </p:nvPr>
        </p:nvSpPr>
        <p:spPr/>
        <p:txBody>
          <a:bodyPr>
            <a:normAutofit/>
          </a:bodyPr>
          <a:lstStyle/>
          <a:p>
            <a:pPr>
              <a:lnSpc>
                <a:spcPct val="100000"/>
              </a:lnSpc>
              <a:spcBef>
                <a:spcPts val="1200"/>
              </a:spcBef>
            </a:pPr>
            <a:r>
              <a:rPr lang="en-US" altLang="en-US" dirty="0"/>
              <a:t>Concepts of </a:t>
            </a:r>
          </a:p>
          <a:p>
            <a:pPr lvl="1">
              <a:lnSpc>
                <a:spcPct val="100000"/>
              </a:lnSpc>
              <a:spcBef>
                <a:spcPts val="1200"/>
              </a:spcBef>
            </a:pPr>
            <a:r>
              <a:rPr lang="en-US" altLang="en-US" dirty="0"/>
              <a:t>RMS values (effective values) of voltage</a:t>
            </a:r>
            <a:r>
              <a:rPr lang="en-US" altLang="en-US"/>
              <a:t>, current</a:t>
            </a:r>
            <a:endParaRPr lang="en-US" altLang="en-US" dirty="0"/>
          </a:p>
          <a:p>
            <a:pPr lvl="1">
              <a:lnSpc>
                <a:spcPct val="100000"/>
              </a:lnSpc>
              <a:spcBef>
                <a:spcPts val="1200"/>
              </a:spcBef>
            </a:pPr>
            <a:r>
              <a:rPr lang="en-US" altLang="en-US" dirty="0"/>
              <a:t>Complex power, apparent power, real power, reactive power</a:t>
            </a:r>
          </a:p>
          <a:p>
            <a:pPr lvl="1">
              <a:lnSpc>
                <a:spcPct val="100000"/>
              </a:lnSpc>
              <a:spcBef>
                <a:spcPts val="1200"/>
              </a:spcBef>
            </a:pPr>
            <a:r>
              <a:rPr lang="en-US" altLang="en-US" dirty="0"/>
              <a:t>Power factor</a:t>
            </a:r>
          </a:p>
          <a:p>
            <a:pPr>
              <a:lnSpc>
                <a:spcPct val="100000"/>
              </a:lnSpc>
              <a:spcBef>
                <a:spcPts val="1200"/>
              </a:spcBef>
            </a:pPr>
            <a:r>
              <a:rPr lang="en-US" altLang="en-US" dirty="0"/>
              <a:t>Maximum power transfer</a:t>
            </a:r>
          </a:p>
          <a:p>
            <a:pPr>
              <a:lnSpc>
                <a:spcPct val="100000"/>
              </a:lnSpc>
              <a:spcBef>
                <a:spcPts val="1200"/>
              </a:spcBef>
            </a:pPr>
            <a:r>
              <a:rPr lang="en-US" altLang="en-US" dirty="0"/>
              <a:t>Techniques / tools</a:t>
            </a:r>
          </a:p>
          <a:p>
            <a:pPr lvl="1">
              <a:lnSpc>
                <a:spcPct val="100000"/>
              </a:lnSpc>
              <a:spcBef>
                <a:spcPts val="1200"/>
              </a:spcBef>
            </a:pPr>
            <a:r>
              <a:rPr lang="en-US" altLang="en-US" dirty="0"/>
              <a:t>Power triangle</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a:t>
            </a:fld>
            <a:endParaRPr lang="en-US" altLang="zh-CN" dirty="0">
              <a:ea typeface="黑体" panose="02010609060101010101" pitchFamily="49" charset="-122"/>
            </a:endParaRPr>
          </a:p>
        </p:txBody>
      </p:sp>
    </p:spTree>
    <p:extLst>
      <p:ext uri="{BB962C8B-B14F-4D97-AF65-F5344CB8AC3E}">
        <p14:creationId xmlns:p14="http://schemas.microsoft.com/office/powerpoint/2010/main" val="591000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38200" y="365125"/>
            <a:ext cx="10515600" cy="1325563"/>
          </a:xfrm>
        </p:spPr>
        <p:txBody>
          <a:bodyPr/>
          <a:lstStyle/>
          <a:p>
            <a:r>
              <a:rPr lang="en-US" altLang="en-US" dirty="0"/>
              <a:t>Instantaneous Power</a:t>
            </a:r>
          </a:p>
        </p:txBody>
      </p:sp>
      <p:sp>
        <p:nvSpPr>
          <p:cNvPr id="8195" name="Content Placeholder 2"/>
          <p:cNvSpPr>
            <a:spLocks noGrp="1"/>
          </p:cNvSpPr>
          <p:nvPr>
            <p:ph idx="1"/>
          </p:nvPr>
        </p:nvSpPr>
        <p:spPr>
          <a:xfrm>
            <a:off x="748748" y="1736035"/>
            <a:ext cx="10515600" cy="4843669"/>
          </a:xfrm>
        </p:spPr>
        <p:txBody>
          <a:bodyPr>
            <a:normAutofit/>
          </a:bodyPr>
          <a:lstStyle/>
          <a:p>
            <a:pPr>
              <a:lnSpc>
                <a:spcPct val="100000"/>
              </a:lnSpc>
              <a:spcBef>
                <a:spcPts val="1200"/>
              </a:spcBef>
            </a:pPr>
            <a:r>
              <a:rPr lang="en-US" altLang="en-US" sz="2400" dirty="0"/>
              <a:t>In general:</a:t>
            </a:r>
          </a:p>
          <a:p>
            <a:pPr>
              <a:lnSpc>
                <a:spcPct val="100000"/>
              </a:lnSpc>
              <a:spcBef>
                <a:spcPts val="1200"/>
              </a:spcBef>
            </a:pPr>
            <a:endParaRPr lang="en-US" altLang="en-US" sz="2400" dirty="0"/>
          </a:p>
          <a:p>
            <a:pPr>
              <a:lnSpc>
                <a:spcPct val="100000"/>
              </a:lnSpc>
              <a:spcBef>
                <a:spcPts val="1200"/>
              </a:spcBef>
            </a:pPr>
            <a:endParaRPr lang="en-US" altLang="en-US" sz="2400" dirty="0"/>
          </a:p>
          <a:p>
            <a:pPr>
              <a:lnSpc>
                <a:spcPct val="100000"/>
              </a:lnSpc>
              <a:spcBef>
                <a:spcPts val="1200"/>
              </a:spcBef>
            </a:pPr>
            <a:endParaRPr lang="en-US" altLang="en-US" sz="2400" dirty="0"/>
          </a:p>
          <a:p>
            <a:pPr>
              <a:lnSpc>
                <a:spcPct val="100000"/>
              </a:lnSpc>
              <a:spcBef>
                <a:spcPts val="1200"/>
              </a:spcBef>
            </a:pPr>
            <a:r>
              <a:rPr lang="en-US" altLang="en-US" sz="2400" dirty="0"/>
              <a:t>Therefore, the instantaneous power is:</a:t>
            </a:r>
          </a:p>
          <a:p>
            <a:endParaRPr lang="en-US" altLang="en-US" sz="2400" dirty="0"/>
          </a:p>
          <a:p>
            <a:endParaRPr lang="en-US" altLang="en-US" sz="2400" dirty="0"/>
          </a:p>
          <a:p>
            <a:pPr lvl="1">
              <a:lnSpc>
                <a:spcPct val="100000"/>
              </a:lnSpc>
              <a:spcBef>
                <a:spcPts val="600"/>
              </a:spcBef>
            </a:pPr>
            <a:r>
              <a:rPr lang="en-GB" altLang="en-US" sz="2000" dirty="0"/>
              <a:t>Note that this has two components. One is constant, depending on the phase difference between the voltage and current</a:t>
            </a:r>
          </a:p>
          <a:p>
            <a:pPr lvl="1">
              <a:lnSpc>
                <a:spcPct val="100000"/>
              </a:lnSpc>
              <a:spcBef>
                <a:spcPts val="600"/>
              </a:spcBef>
            </a:pPr>
            <a:r>
              <a:rPr lang="en-GB" altLang="en-US" sz="2000" dirty="0"/>
              <a:t>The other is sinusoidal with a frequency </a:t>
            </a:r>
            <a:r>
              <a:rPr lang="en-GB" altLang="en-US" sz="2000" dirty="0">
                <a:solidFill>
                  <a:schemeClr val="accent4"/>
                </a:solidFill>
              </a:rPr>
              <a:t>twice</a:t>
            </a:r>
            <a:r>
              <a:rPr lang="en-GB" altLang="en-US" sz="2000" dirty="0"/>
              <a:t> that of the voltage and current.</a:t>
            </a:r>
          </a:p>
        </p:txBody>
      </p:sp>
      <p:graphicFrame>
        <p:nvGraphicFramePr>
          <p:cNvPr id="8197" name="Object 6"/>
          <p:cNvGraphicFramePr>
            <a:graphicFrameLocks noChangeAspect="1"/>
          </p:cNvGraphicFramePr>
          <p:nvPr>
            <p:extLst>
              <p:ext uri="{D42A27DB-BD31-4B8C-83A1-F6EECF244321}">
                <p14:modId xmlns:p14="http://schemas.microsoft.com/office/powerpoint/2010/main" val="1511744433"/>
              </p:ext>
            </p:extLst>
          </p:nvPr>
        </p:nvGraphicFramePr>
        <p:xfrm>
          <a:off x="2545984" y="1749286"/>
          <a:ext cx="5403111" cy="489031"/>
        </p:xfrm>
        <a:graphic>
          <a:graphicData uri="http://schemas.openxmlformats.org/presentationml/2006/ole">
            <mc:AlternateContent xmlns:mc="http://schemas.openxmlformats.org/markup-compatibility/2006">
              <mc:Choice xmlns:v="urn:schemas-microsoft-com:vml" Requires="v">
                <p:oleObj name="Equation" r:id="rId3" imgW="2806700" imgH="254000" progId="Equation.DSMT4">
                  <p:embed/>
                </p:oleObj>
              </mc:Choice>
              <mc:Fallback>
                <p:oleObj name="Equation" r:id="rId3" imgW="2806700" imgH="254000" progId="Equation.DSMT4">
                  <p:embed/>
                  <p:pic>
                    <p:nvPicPr>
                      <p:cNvPr id="819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5984" y="1749286"/>
                        <a:ext cx="5403111" cy="489031"/>
                      </a:xfrm>
                      <a:prstGeom prst="rect">
                        <a:avLst/>
                      </a:prstGeom>
                      <a:solidFill>
                        <a:schemeClr val="bg1"/>
                      </a:solidFill>
                    </p:spPr>
                  </p:pic>
                </p:oleObj>
              </mc:Fallback>
            </mc:AlternateContent>
          </a:graphicData>
        </a:graphic>
      </p:graphicFrame>
      <p:graphicFrame>
        <p:nvGraphicFramePr>
          <p:cNvPr id="8198" name="Object 7"/>
          <p:cNvGraphicFramePr>
            <a:graphicFrameLocks noChangeAspect="1"/>
          </p:cNvGraphicFramePr>
          <p:nvPr>
            <p:extLst>
              <p:ext uri="{D42A27DB-BD31-4B8C-83A1-F6EECF244321}">
                <p14:modId xmlns:p14="http://schemas.microsoft.com/office/powerpoint/2010/main" val="1010776396"/>
              </p:ext>
            </p:extLst>
          </p:nvPr>
        </p:nvGraphicFramePr>
        <p:xfrm>
          <a:off x="3143082" y="4339773"/>
          <a:ext cx="6502183" cy="781238"/>
        </p:xfrm>
        <a:graphic>
          <a:graphicData uri="http://schemas.openxmlformats.org/presentationml/2006/ole">
            <mc:AlternateContent xmlns:mc="http://schemas.openxmlformats.org/markup-compatibility/2006">
              <mc:Choice xmlns:v="urn:schemas-microsoft-com:vml" Requires="v">
                <p:oleObj name="Equation" r:id="rId5" imgW="3276600" imgH="393700" progId="Equation.DSMT4">
                  <p:embed/>
                </p:oleObj>
              </mc:Choice>
              <mc:Fallback>
                <p:oleObj name="Equation" r:id="rId5" imgW="3276600" imgH="393700" progId="Equation.DSMT4">
                  <p:embed/>
                  <p:pic>
                    <p:nvPicPr>
                      <p:cNvPr id="819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3082" y="4339773"/>
                        <a:ext cx="6502183" cy="781238"/>
                      </a:xfrm>
                      <a:prstGeom prst="rect">
                        <a:avLst/>
                      </a:prstGeom>
                      <a:solidFill>
                        <a:schemeClr val="bg1"/>
                      </a:solidFill>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640276156"/>
              </p:ext>
            </p:extLst>
          </p:nvPr>
        </p:nvGraphicFramePr>
        <p:xfrm>
          <a:off x="5747368" y="675861"/>
          <a:ext cx="3032637" cy="778565"/>
        </p:xfrm>
        <a:graphic>
          <a:graphicData uri="http://schemas.openxmlformats.org/presentationml/2006/ole">
            <mc:AlternateContent xmlns:mc="http://schemas.openxmlformats.org/markup-compatibility/2006">
              <mc:Choice xmlns:v="urn:schemas-microsoft-com:vml" Requires="v">
                <p:oleObj name="Equation" r:id="rId7" imgW="990170" imgH="253890" progId="Equation.DSMT4">
                  <p:embed/>
                </p:oleObj>
              </mc:Choice>
              <mc:Fallback>
                <p:oleObj name="Equation" r:id="rId7" imgW="990170" imgH="253890" progId="Equation.DSMT4">
                  <p:embed/>
                  <p:pic>
                    <p:nvPicPr>
                      <p:cNvPr id="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47368" y="675861"/>
                        <a:ext cx="3032637" cy="778565"/>
                      </a:xfrm>
                      <a:prstGeom prst="rect">
                        <a:avLst/>
                      </a:prstGeom>
                      <a:solidFill>
                        <a:schemeClr val="bg1"/>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a:t>
            </a:fld>
            <a:endParaRPr lang="en-US" altLang="zh-CN" dirty="0">
              <a:ea typeface="黑体" panose="02010609060101010101" pitchFamily="49" charset="-122"/>
            </a:endParaRPr>
          </a:p>
        </p:txBody>
      </p:sp>
      <p:grpSp>
        <p:nvGrpSpPr>
          <p:cNvPr id="9" name="Group 8">
            <a:extLst>
              <a:ext uri="{FF2B5EF4-FFF2-40B4-BE49-F238E27FC236}">
                <a16:creationId xmlns:a16="http://schemas.microsoft.com/office/drawing/2014/main" id="{93C7A1CA-F1F7-F040-B9A0-4636B8F907FE}"/>
              </a:ext>
            </a:extLst>
          </p:cNvPr>
          <p:cNvGrpSpPr/>
          <p:nvPr/>
        </p:nvGrpSpPr>
        <p:grpSpPr>
          <a:xfrm>
            <a:off x="1822174" y="2411895"/>
            <a:ext cx="9074426" cy="1302026"/>
            <a:chOff x="1292087" y="1550504"/>
            <a:chExt cx="9074426" cy="1302026"/>
          </a:xfrm>
        </p:grpSpPr>
        <p:pic>
          <p:nvPicPr>
            <p:cNvPr id="2" name="Picture 1">
              <a:extLst>
                <a:ext uri="{FF2B5EF4-FFF2-40B4-BE49-F238E27FC236}">
                  <a16:creationId xmlns:a16="http://schemas.microsoft.com/office/drawing/2014/main" id="{A769271C-DC13-B841-A4BA-64B15C6567E6}"/>
                </a:ext>
              </a:extLst>
            </p:cNvPr>
            <p:cNvPicPr>
              <a:picLocks noChangeAspect="1"/>
            </p:cNvPicPr>
            <p:nvPr/>
          </p:nvPicPr>
          <p:blipFill>
            <a:blip r:embed="rId9"/>
            <a:stretch>
              <a:fillRect/>
            </a:stretch>
          </p:blipFill>
          <p:spPr>
            <a:xfrm>
              <a:off x="2434260" y="1739623"/>
              <a:ext cx="5295900" cy="317500"/>
            </a:xfrm>
            <a:prstGeom prst="rect">
              <a:avLst/>
            </a:prstGeom>
          </p:spPr>
        </p:pic>
        <p:pic>
          <p:nvPicPr>
            <p:cNvPr id="4" name="Picture 3">
              <a:extLst>
                <a:ext uri="{FF2B5EF4-FFF2-40B4-BE49-F238E27FC236}">
                  <a16:creationId xmlns:a16="http://schemas.microsoft.com/office/drawing/2014/main" id="{E6F35A7C-E54C-1D4F-A8E7-167F6C3A52E1}"/>
                </a:ext>
              </a:extLst>
            </p:cNvPr>
            <p:cNvPicPr>
              <a:picLocks noChangeAspect="1"/>
            </p:cNvPicPr>
            <p:nvPr/>
          </p:nvPicPr>
          <p:blipFill>
            <a:blip r:embed="rId10"/>
            <a:stretch>
              <a:fillRect/>
            </a:stretch>
          </p:blipFill>
          <p:spPr>
            <a:xfrm>
              <a:off x="4202319" y="2107648"/>
              <a:ext cx="5854700" cy="635000"/>
            </a:xfrm>
            <a:prstGeom prst="rect">
              <a:avLst/>
            </a:prstGeom>
          </p:spPr>
        </p:pic>
        <p:sp>
          <p:nvSpPr>
            <p:cNvPr id="5" name="Right Arrow 4">
              <a:extLst>
                <a:ext uri="{FF2B5EF4-FFF2-40B4-BE49-F238E27FC236}">
                  <a16:creationId xmlns:a16="http://schemas.microsoft.com/office/drawing/2014/main" id="{06835225-81C8-5344-9F89-C8E0BC82543E}"/>
                </a:ext>
              </a:extLst>
            </p:cNvPr>
            <p:cNvSpPr/>
            <p:nvPr/>
          </p:nvSpPr>
          <p:spPr>
            <a:xfrm>
              <a:off x="3419061" y="2325757"/>
              <a:ext cx="467139" cy="2584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7ED1C0D-B5C3-2D41-9112-02C255575133}"/>
                </a:ext>
              </a:extLst>
            </p:cNvPr>
            <p:cNvSpPr txBox="1"/>
            <p:nvPr/>
          </p:nvSpPr>
          <p:spPr>
            <a:xfrm>
              <a:off x="1321903" y="1649894"/>
              <a:ext cx="968535" cy="461665"/>
            </a:xfrm>
            <a:prstGeom prst="rect">
              <a:avLst/>
            </a:prstGeom>
            <a:noFill/>
          </p:spPr>
          <p:txBody>
            <a:bodyPr wrap="none" rtlCol="0">
              <a:spAutoFit/>
            </a:bodyPr>
            <a:lstStyle/>
            <a:p>
              <a:r>
                <a:rPr lang="en-US" sz="2400" dirty="0"/>
                <a:t>Recall</a:t>
              </a:r>
            </a:p>
          </p:txBody>
        </p:sp>
        <p:sp>
          <p:nvSpPr>
            <p:cNvPr id="8" name="Rectangle 7">
              <a:extLst>
                <a:ext uri="{FF2B5EF4-FFF2-40B4-BE49-F238E27FC236}">
                  <a16:creationId xmlns:a16="http://schemas.microsoft.com/office/drawing/2014/main" id="{B7590AC3-816F-7843-BD39-DBAF0E1D9AE1}"/>
                </a:ext>
              </a:extLst>
            </p:cNvPr>
            <p:cNvSpPr/>
            <p:nvPr/>
          </p:nvSpPr>
          <p:spPr>
            <a:xfrm>
              <a:off x="1292087" y="1550504"/>
              <a:ext cx="9074426" cy="1302026"/>
            </a:xfrm>
            <a:prstGeom prst="rect">
              <a:avLst/>
            </a:prstGeom>
            <a:solidFill>
              <a:schemeClr val="accent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66202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dirty="0"/>
              <a:t>Instantaneous Power II</a:t>
            </a:r>
          </a:p>
        </p:txBody>
      </p:sp>
      <p:sp>
        <p:nvSpPr>
          <p:cNvPr id="10243" name="Content Placeholder 2"/>
          <p:cNvSpPr>
            <a:spLocks noGrp="1"/>
          </p:cNvSpPr>
          <p:nvPr>
            <p:ph idx="1"/>
          </p:nvPr>
        </p:nvSpPr>
        <p:spPr>
          <a:xfrm>
            <a:off x="625531" y="2416629"/>
            <a:ext cx="4524967" cy="3944829"/>
          </a:xfrm>
        </p:spPr>
        <p:txBody>
          <a:bodyPr>
            <a:noAutofit/>
          </a:bodyPr>
          <a:lstStyle/>
          <a:p>
            <a:pPr algn="just"/>
            <a:r>
              <a:rPr lang="en-GB" altLang="en-US" sz="2400" dirty="0"/>
              <a:t>Note that there are times where the power goes negative, possible with circuit elements like inductors or capacitors which can store and release energy.</a:t>
            </a:r>
          </a:p>
          <a:p>
            <a:pPr algn="just"/>
            <a:r>
              <a:rPr lang="en-US" altLang="en-US" sz="2400" dirty="0"/>
              <a:t>When current and voltage are out of phase, there will be negative power in the cycle.</a:t>
            </a:r>
            <a:endParaRPr lang="en-GB" altLang="en-US" sz="2400" dirty="0"/>
          </a:p>
          <a:p>
            <a:pPr algn="just"/>
            <a:r>
              <a:rPr lang="en-GB" altLang="en-US" sz="2400" dirty="0"/>
              <a:t>To show instantaneous power, an oscilloscope is required.</a:t>
            </a:r>
          </a:p>
        </p:txBody>
      </p:sp>
      <p:pic>
        <p:nvPicPr>
          <p:cNvPr id="10245" name="Picture 6" descr="C:\Users\Joel\Documents\Teaching\McGraw Hill\Fundamentals of Electric Circuits 5e\figures\Ch11\Color Labeled\ale80571_11_002.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4178"/>
          <a:stretch/>
        </p:blipFill>
        <p:spPr bwMode="auto">
          <a:xfrm>
            <a:off x="5241906" y="2701276"/>
            <a:ext cx="6737387" cy="263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Object 7"/>
          <p:cNvGraphicFramePr>
            <a:graphicFrameLocks noChangeAspect="1"/>
          </p:cNvGraphicFramePr>
          <p:nvPr>
            <p:extLst>
              <p:ext uri="{D42A27DB-BD31-4B8C-83A1-F6EECF244321}">
                <p14:modId xmlns:p14="http://schemas.microsoft.com/office/powerpoint/2010/main" val="1708170218"/>
              </p:ext>
            </p:extLst>
          </p:nvPr>
        </p:nvGraphicFramePr>
        <p:xfrm>
          <a:off x="2844908" y="1542320"/>
          <a:ext cx="6502183" cy="781238"/>
        </p:xfrm>
        <a:graphic>
          <a:graphicData uri="http://schemas.openxmlformats.org/presentationml/2006/ole">
            <mc:AlternateContent xmlns:mc="http://schemas.openxmlformats.org/markup-compatibility/2006">
              <mc:Choice xmlns:v="urn:schemas-microsoft-com:vml" Requires="v">
                <p:oleObj name="Equation" r:id="rId4" imgW="3276600" imgH="393700" progId="Equation.DSMT4">
                  <p:embed/>
                </p:oleObj>
              </mc:Choice>
              <mc:Fallback>
                <p:oleObj name="Equation" r:id="rId4" imgW="3276600" imgH="393700" progId="Equation.DSMT4">
                  <p:embed/>
                  <p:pic>
                    <p:nvPicPr>
                      <p:cNvPr id="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4908" y="1542320"/>
                        <a:ext cx="6502183" cy="781238"/>
                      </a:xfrm>
                      <a:prstGeom prst="rect">
                        <a:avLst/>
                      </a:prstGeom>
                      <a:solidFill>
                        <a:schemeClr val="bg1"/>
                      </a:solidFill>
                    </p:spPr>
                  </p:pic>
                </p:oleObj>
              </mc:Fallback>
            </mc:AlternateContent>
          </a:graphicData>
        </a:graphic>
      </p:graphicFrame>
      <p:sp>
        <p:nvSpPr>
          <p:cNvPr id="3" name="Rectangle 2"/>
          <p:cNvSpPr/>
          <p:nvPr/>
        </p:nvSpPr>
        <p:spPr>
          <a:xfrm>
            <a:off x="5685211" y="5486938"/>
            <a:ext cx="5850776" cy="400110"/>
          </a:xfrm>
          <a:prstGeom prst="rect">
            <a:avLst/>
          </a:prstGeom>
        </p:spPr>
        <p:txBody>
          <a:bodyPr wrap="square">
            <a:spAutoFit/>
          </a:bodyPr>
          <a:lstStyle/>
          <a:p>
            <a:pPr algn="ctr"/>
            <a:r>
              <a:rPr lang="en-GB" altLang="en-US" sz="2000" dirty="0"/>
              <a:t>A sketch of the instantaneous power.</a:t>
            </a:r>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a:t>
            </a:fld>
            <a:endParaRPr lang="en-US" altLang="zh-CN" dirty="0">
              <a:ea typeface="黑体" panose="02010609060101010101" pitchFamily="49" charset="-122"/>
            </a:endParaRPr>
          </a:p>
        </p:txBody>
      </p:sp>
    </p:spTree>
    <p:extLst>
      <p:ext uri="{BB962C8B-B14F-4D97-AF65-F5344CB8AC3E}">
        <p14:creationId xmlns:p14="http://schemas.microsoft.com/office/powerpoint/2010/main" val="2637589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dirty="0"/>
              <a:t>Measuring the AC Power: Wattmeter</a:t>
            </a:r>
          </a:p>
        </p:txBody>
      </p:sp>
      <p:sp>
        <p:nvSpPr>
          <p:cNvPr id="61443" name="Content Placeholder 2"/>
          <p:cNvSpPr>
            <a:spLocks noGrp="1"/>
          </p:cNvSpPr>
          <p:nvPr>
            <p:ph idx="1"/>
          </p:nvPr>
        </p:nvSpPr>
        <p:spPr>
          <a:xfrm>
            <a:off x="199505" y="1676401"/>
            <a:ext cx="8652052" cy="5045074"/>
          </a:xfrm>
        </p:spPr>
        <p:txBody>
          <a:bodyPr>
            <a:noAutofit/>
          </a:bodyPr>
          <a:lstStyle/>
          <a:p>
            <a:pPr algn="just"/>
            <a:r>
              <a:rPr lang="en-US" altLang="en-US" sz="3200" dirty="0"/>
              <a:t>Power consumption in a AC system can be measured using a Wattmeter.</a:t>
            </a:r>
          </a:p>
          <a:p>
            <a:pPr algn="just"/>
            <a:r>
              <a:rPr lang="en-US" altLang="en-US" sz="3200" dirty="0"/>
              <a:t>The meter consists of two coils:</a:t>
            </a:r>
          </a:p>
          <a:p>
            <a:pPr lvl="1" algn="just"/>
            <a:r>
              <a:rPr lang="en-US" altLang="en-US" sz="2800" dirty="0"/>
              <a:t>The current coil – designed with low impedance and is connected in series with the load.</a:t>
            </a:r>
          </a:p>
          <a:p>
            <a:pPr lvl="1" algn="just"/>
            <a:r>
              <a:rPr lang="en-US" altLang="en-US" sz="2800" dirty="0"/>
              <a:t>The voltage coil – designed with very large impedance and is connected in parallel with the load.</a:t>
            </a:r>
          </a:p>
          <a:p>
            <a:pPr algn="just"/>
            <a:r>
              <a:rPr lang="en-GB" altLang="en-US" sz="3200" dirty="0"/>
              <a:t>The </a:t>
            </a:r>
            <a:r>
              <a:rPr lang="en-GB" altLang="en-US" sz="3200" i="1" dirty="0"/>
              <a:t>mechanical inertia</a:t>
            </a:r>
            <a:r>
              <a:rPr lang="en-GB" altLang="en-US" sz="3200" dirty="0"/>
              <a:t> of the moving system produces a deflection angle that is proportional to the </a:t>
            </a:r>
            <a:r>
              <a:rPr lang="en-GB" altLang="en-US" sz="3200" b="1" u="sng" dirty="0"/>
              <a:t>average power</a:t>
            </a:r>
            <a:r>
              <a:rPr lang="en-GB" altLang="en-US" sz="3200" dirty="0"/>
              <a:t>.</a:t>
            </a:r>
          </a:p>
          <a:p>
            <a:pPr algn="just"/>
            <a:endParaRPr lang="en-US" altLang="en-US" sz="3200" dirty="0"/>
          </a:p>
        </p:txBody>
      </p:sp>
      <p:pic>
        <p:nvPicPr>
          <p:cNvPr id="61445" name="Picture 5" descr="C:\Users\Joel\Documents\Teaching\McGraw Hill\Fundamentals of Electric Circuits 5e\figures\Ch11\Color Labeled\ale80571_11_03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51557" y="1387681"/>
            <a:ext cx="2837935" cy="2923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6" descr="C:\Users\Joel\Documents\Teaching\McGraw Hill\Fundamentals of Electric Circuits 5e\figures\Ch11\Color Labeled\ale80571_11_03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39200" y="4355885"/>
            <a:ext cx="3204801" cy="1760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a:t>
            </a:fld>
            <a:endParaRPr lang="en-US" altLang="zh-CN" dirty="0">
              <a:ea typeface="黑体" panose="02010609060101010101" pitchFamily="49" charset="-122"/>
            </a:endParaRPr>
          </a:p>
        </p:txBody>
      </p:sp>
    </p:spTree>
    <p:extLst>
      <p:ext uri="{BB962C8B-B14F-4D97-AF65-F5344CB8AC3E}">
        <p14:creationId xmlns:p14="http://schemas.microsoft.com/office/powerpoint/2010/main" val="1609803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Average Power</a:t>
            </a:r>
          </a:p>
        </p:txBody>
      </p:sp>
      <p:sp>
        <p:nvSpPr>
          <p:cNvPr id="14339" name="Content Placeholder 2"/>
          <p:cNvSpPr>
            <a:spLocks noGrp="1"/>
          </p:cNvSpPr>
          <p:nvPr>
            <p:ph idx="1"/>
          </p:nvPr>
        </p:nvSpPr>
        <p:spPr>
          <a:xfrm>
            <a:off x="838200" y="1690688"/>
            <a:ext cx="10515600" cy="4878062"/>
          </a:xfrm>
        </p:spPr>
        <p:txBody>
          <a:bodyPr>
            <a:noAutofit/>
          </a:bodyPr>
          <a:lstStyle/>
          <a:p>
            <a:pPr algn="just"/>
            <a:r>
              <a:rPr lang="en-US" altLang="zh-CN" sz="2400" dirty="0"/>
              <a:t>The instantaneous power changes with time and is therefore difficult to measure. The average</a:t>
            </a:r>
            <a:r>
              <a:rPr lang="en-US" altLang="zh-CN" sz="2400" i="1" dirty="0"/>
              <a:t> </a:t>
            </a:r>
            <a:r>
              <a:rPr lang="en-US" altLang="zh-CN" sz="2400" dirty="0"/>
              <a:t>power is more convenient to measure. </a:t>
            </a:r>
          </a:p>
          <a:p>
            <a:pPr algn="just"/>
            <a:endParaRPr lang="en-US" altLang="en-US" sz="2400" dirty="0"/>
          </a:p>
          <a:p>
            <a:pPr algn="just"/>
            <a:r>
              <a:rPr lang="en-US" altLang="en-US" sz="2400" dirty="0"/>
              <a:t>It is given by:</a:t>
            </a:r>
          </a:p>
          <a:p>
            <a:pPr lvl="1" algn="just"/>
            <a:endParaRPr lang="en-US" altLang="en-US" dirty="0"/>
          </a:p>
          <a:p>
            <a:pPr lvl="1" algn="just"/>
            <a:endParaRPr lang="en-US" altLang="en-US" dirty="0"/>
          </a:p>
          <a:p>
            <a:pPr lvl="1" algn="just"/>
            <a:endParaRPr lang="en-US" altLang="en-US" dirty="0"/>
          </a:p>
          <a:p>
            <a:pPr lvl="1" algn="just"/>
            <a:endParaRPr lang="en-US" altLang="en-US" dirty="0"/>
          </a:p>
          <a:p>
            <a:pPr lvl="1" algn="just"/>
            <a:r>
              <a:rPr lang="en-US" altLang="en-US" sz="2000" dirty="0">
                <a:solidFill>
                  <a:schemeClr val="accent4"/>
                </a:solidFill>
              </a:rPr>
              <a:t>The time independent part of the instantaneous power integrates to a constant.</a:t>
            </a:r>
          </a:p>
          <a:p>
            <a:pPr lvl="1" algn="just"/>
            <a:r>
              <a:rPr lang="en-US" altLang="en-US" sz="2000" dirty="0">
                <a:solidFill>
                  <a:schemeClr val="accent4"/>
                </a:solidFill>
              </a:rPr>
              <a:t>The time dependent part is a sinusoid and thus averages to zero.</a:t>
            </a:r>
          </a:p>
          <a:p>
            <a:pPr algn="just"/>
            <a:r>
              <a:rPr lang="en-US" altLang="en-US" sz="2400" dirty="0"/>
              <a:t>The average power can be negative, if the phase difference is in the 2</a:t>
            </a:r>
            <a:r>
              <a:rPr lang="en-US" altLang="en-US" sz="2400" baseline="30000" dirty="0"/>
              <a:t>nd</a:t>
            </a:r>
            <a:r>
              <a:rPr lang="en-US" altLang="en-US" sz="2400" dirty="0"/>
              <a:t> or 3</a:t>
            </a:r>
            <a:r>
              <a:rPr lang="en-US" altLang="en-US" sz="2400" baseline="30000" dirty="0"/>
              <a:t>rd</a:t>
            </a:r>
            <a:r>
              <a:rPr lang="en-US" altLang="en-US" sz="2400" dirty="0"/>
              <a:t> quadrant (when cos(x) &lt;0 which only happens with </a:t>
            </a:r>
            <a:r>
              <a:rPr lang="en-US" altLang="en-US" sz="2400"/>
              <a:t>negative resistance cases</a:t>
            </a:r>
            <a:r>
              <a:rPr lang="en-US" altLang="en-US" sz="2400" dirty="0"/>
              <a:t>)</a:t>
            </a:r>
          </a:p>
        </p:txBody>
      </p:sp>
      <p:sp>
        <p:nvSpPr>
          <p:cNvPr id="4" name="Rectangle 3"/>
          <p:cNvSpPr/>
          <p:nvPr/>
        </p:nvSpPr>
        <p:spPr>
          <a:xfrm>
            <a:off x="1046955" y="2458539"/>
            <a:ext cx="9780037" cy="461665"/>
          </a:xfrm>
          <a:prstGeom prst="rect">
            <a:avLst/>
          </a:prstGeom>
          <a:solidFill>
            <a:schemeClr val="accent2">
              <a:lumMod val="40000"/>
              <a:lumOff val="60000"/>
            </a:schemeClr>
          </a:solidFill>
        </p:spPr>
        <p:txBody>
          <a:bodyPr wrap="square">
            <a:spAutoFit/>
          </a:bodyPr>
          <a:lstStyle/>
          <a:p>
            <a:r>
              <a:rPr lang="en-US" altLang="zh-CN" sz="2400" dirty="0"/>
              <a:t>The </a:t>
            </a:r>
            <a:r>
              <a:rPr lang="en-US" altLang="zh-CN" sz="2400" dirty="0">
                <a:solidFill>
                  <a:schemeClr val="accent4"/>
                </a:solidFill>
              </a:rPr>
              <a:t>average power</a:t>
            </a:r>
            <a:r>
              <a:rPr lang="en-US" altLang="zh-CN" sz="2400" dirty="0"/>
              <a:t>, is the average of the instantaneous power over one period.</a:t>
            </a:r>
            <a:endParaRPr lang="zh-CN" altLang="en-US" sz="2400" dirty="0"/>
          </a:p>
        </p:txBody>
      </p:sp>
      <p:pic>
        <p:nvPicPr>
          <p:cNvPr id="8" name="Picture 7"/>
          <p:cNvPicPr>
            <a:picLocks noChangeAspect="1"/>
          </p:cNvPicPr>
          <p:nvPr/>
        </p:nvPicPr>
        <p:blipFill>
          <a:blip r:embed="rId3"/>
          <a:stretch>
            <a:fillRect/>
          </a:stretch>
        </p:blipFill>
        <p:spPr>
          <a:xfrm>
            <a:off x="1599992" y="4178648"/>
            <a:ext cx="2352675" cy="752475"/>
          </a:xfrm>
          <a:prstGeom prst="rect">
            <a:avLst/>
          </a:prstGeom>
        </p:spPr>
      </p:pic>
      <p:pic>
        <p:nvPicPr>
          <p:cNvPr id="9" name="Picture 8"/>
          <p:cNvPicPr>
            <a:picLocks noChangeAspect="1"/>
          </p:cNvPicPr>
          <p:nvPr/>
        </p:nvPicPr>
        <p:blipFill>
          <a:blip r:embed="rId4"/>
          <a:stretch>
            <a:fillRect/>
          </a:stretch>
        </p:blipFill>
        <p:spPr>
          <a:xfrm>
            <a:off x="1438619" y="3334447"/>
            <a:ext cx="9201150" cy="923925"/>
          </a:xfrm>
          <a:prstGeom prst="rect">
            <a:avLst/>
          </a:prstGeom>
        </p:spPr>
      </p:pic>
      <p:sp>
        <p:nvSpPr>
          <p:cNvPr id="7" name="Rectangle 6"/>
          <p:cNvSpPr/>
          <p:nvPr/>
        </p:nvSpPr>
        <p:spPr>
          <a:xfrm>
            <a:off x="8378687" y="3352153"/>
            <a:ext cx="2317405" cy="777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12"/>
          <p:cNvSpPr/>
          <p:nvPr/>
        </p:nvSpPr>
        <p:spPr>
          <a:xfrm>
            <a:off x="6871254" y="3339548"/>
            <a:ext cx="424068" cy="7901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a:t>
            </a:fld>
            <a:endParaRPr lang="en-US" altLang="zh-CN" dirty="0">
              <a:ea typeface="黑体" panose="02010609060101010101" pitchFamily="49" charset="-122"/>
            </a:endParaRPr>
          </a:p>
        </p:txBody>
      </p:sp>
    </p:spTree>
    <p:extLst>
      <p:ext uri="{BB962C8B-B14F-4D97-AF65-F5344CB8AC3E}">
        <p14:creationId xmlns:p14="http://schemas.microsoft.com/office/powerpoint/2010/main" val="414420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4339">
                                            <p:txEl>
                                              <p:pRg st="7" end="7"/>
                                            </p:txEl>
                                          </p:spTgt>
                                        </p:tgtEl>
                                        <p:attrNameLst>
                                          <p:attrName>style.visibility</p:attrName>
                                        </p:attrNameLst>
                                      </p:cBhvr>
                                      <p:to>
                                        <p:strVal val="visible"/>
                                      </p:to>
                                    </p:set>
                                    <p:animEffect transition="in" filter="fade">
                                      <p:cBhvr>
                                        <p:cTn id="23" dur="500"/>
                                        <p:tgtEl>
                                          <p:spTgt spid="14339">
                                            <p:txEl>
                                              <p:pRg st="7" end="7"/>
                                            </p:txEl>
                                          </p:spTgt>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14339">
                                            <p:txEl>
                                              <p:pRg st="8" end="8"/>
                                            </p:txEl>
                                          </p:spTgt>
                                        </p:tgtEl>
                                        <p:attrNameLst>
                                          <p:attrName>style.visibility</p:attrName>
                                        </p:attrNameLst>
                                      </p:cBhvr>
                                      <p:to>
                                        <p:strVal val="visible"/>
                                      </p:to>
                                    </p:set>
                                    <p:animEffect transition="in" filter="fade">
                                      <p:cBhvr>
                                        <p:cTn id="27" dur="500"/>
                                        <p:tgtEl>
                                          <p:spTgt spid="14339">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339">
                                            <p:txEl>
                                              <p:pRg st="9" end="9"/>
                                            </p:txEl>
                                          </p:spTgt>
                                        </p:tgtEl>
                                        <p:attrNameLst>
                                          <p:attrName>style.visibility</p:attrName>
                                        </p:attrNameLst>
                                      </p:cBhvr>
                                      <p:to>
                                        <p:strVal val="visible"/>
                                      </p:to>
                                    </p:set>
                                    <p:animEffect transition="in" filter="fade">
                                      <p:cBhvr>
                                        <p:cTn id="32" dur="500"/>
                                        <p:tgtEl>
                                          <p:spTgt spid="143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Average Power II</a:t>
            </a:r>
          </a:p>
        </p:txBody>
      </p:sp>
      <mc:AlternateContent xmlns:mc="http://schemas.openxmlformats.org/markup-compatibility/2006" xmlns:a14="http://schemas.microsoft.com/office/drawing/2010/main">
        <mc:Choice Requires="a14">
          <p:sp>
            <p:nvSpPr>
              <p:cNvPr id="16387" name="Content Placeholder 2"/>
              <p:cNvSpPr>
                <a:spLocks noGrp="1"/>
              </p:cNvSpPr>
              <p:nvPr>
                <p:ph idx="1"/>
              </p:nvPr>
            </p:nvSpPr>
            <p:spPr>
              <a:xfrm>
                <a:off x="838200" y="1690688"/>
                <a:ext cx="10515600" cy="5030787"/>
              </a:xfrm>
            </p:spPr>
            <p:txBody>
              <a:bodyPr>
                <a:normAutofit/>
              </a:bodyPr>
              <a:lstStyle/>
              <a:p>
                <a:pPr algn="just"/>
                <a:r>
                  <a:rPr lang="en-US" altLang="en-US" sz="2400" dirty="0"/>
                  <a:t>In order to get the instantaneous power, we need to work in the time domain.</a:t>
                </a:r>
              </a:p>
              <a:p>
                <a:pPr algn="just"/>
                <a:r>
                  <a:rPr lang="en-US" altLang="en-US" sz="2400" dirty="0"/>
                  <a:t>But for average power </a:t>
                </a:r>
                <a:r>
                  <a:rPr lang="en-US" altLang="en-US" sz="2400" i="1" dirty="0"/>
                  <a:t>P</a:t>
                </a:r>
                <a:r>
                  <a:rPr lang="en-US" altLang="en-US" sz="2400" dirty="0"/>
                  <a:t>, it does not depend on time; we can describe it in frequency domain.</a:t>
                </a:r>
              </a:p>
              <a:p>
                <a:pPr algn="just"/>
                <a:r>
                  <a:rPr lang="en-US" altLang="en-US" sz="2400" dirty="0"/>
                  <a:t>In this case, the average power is:</a:t>
                </a:r>
              </a:p>
              <a:p>
                <a:pPr algn="just"/>
                <a:endParaRPr lang="en-US" altLang="en-US" sz="4000" dirty="0"/>
              </a:p>
              <a:p>
                <a:pPr algn="just"/>
                <a:r>
                  <a:rPr lang="en-US" altLang="en-US" sz="2400" dirty="0"/>
                  <a:t>W</a:t>
                </a:r>
                <a:r>
                  <a:rPr lang="en-GB" altLang="en-US" sz="2400" dirty="0"/>
                  <a:t>hen </a:t>
                </a:r>
                <a:r>
                  <a:rPr lang="en-GB" altLang="en-US" sz="2400" i="1" dirty="0" err="1"/>
                  <a:t>θ</a:t>
                </a:r>
                <a:r>
                  <a:rPr lang="en-GB" altLang="en-US" sz="2400" i="1" baseline="-25000" dirty="0" err="1"/>
                  <a:t>v</a:t>
                </a:r>
                <a:r>
                  <a:rPr lang="en-GB" altLang="en-US" sz="2400" dirty="0"/>
                  <a:t>= </a:t>
                </a:r>
                <a:r>
                  <a:rPr lang="en-GB" altLang="en-US" sz="2400" i="1" dirty="0" err="1"/>
                  <a:t>θ</a:t>
                </a:r>
                <a:r>
                  <a:rPr lang="en-GB" altLang="en-US" sz="2400" i="1" baseline="-25000" dirty="0" err="1"/>
                  <a:t>i</a:t>
                </a:r>
                <a:r>
                  <a:rPr lang="en-GB" altLang="en-US" sz="2400" dirty="0"/>
                  <a:t>,  the </a:t>
                </a:r>
                <a:r>
                  <a:rPr lang="en-GB" altLang="en-US" sz="2400" i="1" dirty="0"/>
                  <a:t>v</a:t>
                </a:r>
                <a:r>
                  <a:rPr lang="en-GB" altLang="en-US" sz="2400" dirty="0"/>
                  <a:t> and </a:t>
                </a:r>
                <a:r>
                  <a:rPr lang="en-GB" altLang="en-US" sz="2400" i="1" dirty="0" err="1"/>
                  <a:t>i</a:t>
                </a:r>
                <a:r>
                  <a:rPr lang="en-GB" altLang="en-US" sz="2400" dirty="0"/>
                  <a:t> are </a:t>
                </a:r>
                <a:r>
                  <a:rPr lang="en-GB" altLang="en-US" sz="2400" dirty="0">
                    <a:solidFill>
                      <a:srgbClr val="FF0000"/>
                    </a:solidFill>
                  </a:rPr>
                  <a:t>in phase </a:t>
                </a:r>
                <a:r>
                  <a:rPr lang="en-GB" altLang="en-US" sz="2400" dirty="0"/>
                  <a:t>and the circuit is purely </a:t>
                </a:r>
                <a:r>
                  <a:rPr lang="en-GB" altLang="en-US" sz="2400" b="1" i="1" u="sng" dirty="0">
                    <a:solidFill>
                      <a:schemeClr val="accent4"/>
                    </a:solidFill>
                  </a:rPr>
                  <a:t>resistive</a:t>
                </a:r>
                <a:r>
                  <a:rPr lang="en-GB" altLang="en-US" sz="2400" dirty="0"/>
                  <a:t>:</a:t>
                </a:r>
              </a:p>
              <a:p>
                <a:pPr algn="just"/>
                <a:endParaRPr lang="en-GB" altLang="en-US" sz="4000" dirty="0"/>
              </a:p>
              <a:p>
                <a:pPr algn="just"/>
                <a:r>
                  <a:rPr lang="en-GB" altLang="en-US" sz="2400" dirty="0"/>
                  <a:t> </a:t>
                </a:r>
                <a:r>
                  <a:rPr lang="en-US" altLang="en-US" sz="2400" dirty="0"/>
                  <a:t>When </a:t>
                </a:r>
                <a:r>
                  <a:rPr lang="el-GR" altLang="en-US" sz="2400" i="1" dirty="0"/>
                  <a:t>θ</a:t>
                </a:r>
                <a:r>
                  <a:rPr lang="en-US" altLang="en-US" sz="2400" i="1" baseline="-25000" dirty="0"/>
                  <a:t>v</a:t>
                </a:r>
                <a:r>
                  <a:rPr lang="en-US" altLang="en-US" sz="2400" i="1" dirty="0"/>
                  <a:t>-</a:t>
                </a:r>
                <a:r>
                  <a:rPr lang="el-GR" altLang="en-US" sz="2400" i="1" dirty="0"/>
                  <a:t> θ</a:t>
                </a:r>
                <a:r>
                  <a:rPr lang="en-US" altLang="en-US" sz="2400" i="1" baseline="-25000" dirty="0" err="1"/>
                  <a:t>i</a:t>
                </a:r>
                <a:r>
                  <a:rPr lang="en-US" altLang="en-US" sz="2400" i="1" dirty="0"/>
                  <a:t> =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m:t>
                    </m:r>
                    <m:sSup>
                      <m:sSupPr>
                        <m:ctrlPr>
                          <a:rPr lang="en-US" altLang="en-US" sz="240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90</m:t>
                        </m:r>
                      </m:e>
                      <m:sup>
                        <m:r>
                          <a:rPr lang="en-US" altLang="en-US" sz="2400" i="1" smtClean="0">
                            <a:latin typeface="Cambria Math" panose="02040503050406030204" pitchFamily="18" charset="0"/>
                            <a:ea typeface="Cambria Math" panose="02040503050406030204" pitchFamily="18" charset="0"/>
                          </a:rPr>
                          <m:t>°</m:t>
                        </m:r>
                      </m:sup>
                    </m:sSup>
                  </m:oMath>
                </a14:m>
                <a:r>
                  <a:rPr lang="en-US" altLang="en-US" sz="2400" dirty="0"/>
                  <a:t>, the circuit absorbs </a:t>
                </a:r>
                <a:r>
                  <a:rPr lang="en-US" altLang="en-US" sz="2400" dirty="0">
                    <a:solidFill>
                      <a:srgbClr val="FF0000"/>
                    </a:solidFill>
                  </a:rPr>
                  <a:t>zero average power</a:t>
                </a:r>
                <a:r>
                  <a:rPr lang="en-US" altLang="en-US" sz="2400" dirty="0"/>
                  <a:t> and is purely </a:t>
                </a:r>
                <a:r>
                  <a:rPr lang="en-US" altLang="en-US" sz="2400" b="1" i="1" u="sng" dirty="0">
                    <a:solidFill>
                      <a:schemeClr val="accent4"/>
                    </a:solidFill>
                  </a:rPr>
                  <a:t>reactive</a:t>
                </a:r>
                <a:r>
                  <a:rPr lang="en-US" altLang="en-US" sz="2400" dirty="0"/>
                  <a:t> (</a:t>
                </a:r>
                <a:r>
                  <a:rPr lang="en-US" altLang="en-US" sz="2400" i="1" dirty="0"/>
                  <a:t>L</a:t>
                </a:r>
                <a:r>
                  <a:rPr lang="en-US" altLang="en-US" sz="2400" dirty="0"/>
                  <a:t> or </a:t>
                </a:r>
                <a:r>
                  <a:rPr lang="en-US" altLang="en-US" sz="2400" i="1" dirty="0"/>
                  <a:t>C</a:t>
                </a:r>
                <a:r>
                  <a:rPr lang="en-US" altLang="en-US" sz="2400" dirty="0"/>
                  <a:t>-like):</a:t>
                </a:r>
              </a:p>
            </p:txBody>
          </p:sp>
        </mc:Choice>
        <mc:Fallback xmlns="">
          <p:sp>
            <p:nvSpPr>
              <p:cNvPr id="16387" name="Content Placeholder 2"/>
              <p:cNvSpPr>
                <a:spLocks noGrp="1" noRot="1" noChangeAspect="1" noMove="1" noResize="1" noEditPoints="1" noAdjustHandles="1" noChangeArrowheads="1" noChangeShapeType="1" noTextEdit="1"/>
              </p:cNvSpPr>
              <p:nvPr>
                <p:ph idx="1"/>
              </p:nvPr>
            </p:nvSpPr>
            <p:spPr>
              <a:xfrm>
                <a:off x="838200" y="1690688"/>
                <a:ext cx="10515600" cy="5030787"/>
              </a:xfrm>
              <a:blipFill>
                <a:blip r:embed="rId4" cstate="print"/>
                <a:stretch>
                  <a:fillRect l="-812" t="-1695" r="-870"/>
                </a:stretch>
              </a:blipFill>
            </p:spPr>
            <p:txBody>
              <a:bodyPr/>
              <a:lstStyle/>
              <a:p>
                <a:r>
                  <a:rPr lang="zh-CN" altLang="en-US">
                    <a:noFill/>
                  </a:rPr>
                  <a:t> </a:t>
                </a:r>
              </a:p>
            </p:txBody>
          </p:sp>
        </mc:Fallback>
      </mc:AlternateContent>
      <p:graphicFrame>
        <p:nvGraphicFramePr>
          <p:cNvPr id="6" name="Object 7"/>
          <p:cNvGraphicFramePr>
            <a:graphicFrameLocks noChangeAspect="1"/>
          </p:cNvGraphicFramePr>
          <p:nvPr>
            <p:extLst>
              <p:ext uri="{D42A27DB-BD31-4B8C-83A1-F6EECF244321}">
                <p14:modId xmlns:p14="http://schemas.microsoft.com/office/powerpoint/2010/main" val="3124539399"/>
              </p:ext>
            </p:extLst>
          </p:nvPr>
        </p:nvGraphicFramePr>
        <p:xfrm>
          <a:off x="4401206" y="4487323"/>
          <a:ext cx="3353725" cy="726949"/>
        </p:xfrm>
        <a:graphic>
          <a:graphicData uri="http://schemas.openxmlformats.org/presentationml/2006/ole">
            <mc:AlternateContent xmlns:mc="http://schemas.openxmlformats.org/markup-compatibility/2006">
              <mc:Choice xmlns:v="urn:schemas-microsoft-com:vml" Requires="v">
                <p:oleObj name="Equation" r:id="rId5" imgW="1815312" imgH="393529" progId="Equation.DSMT4">
                  <p:embed/>
                </p:oleObj>
              </mc:Choice>
              <mc:Fallback>
                <p:oleObj name="Equation" r:id="rId5" imgW="1815312" imgH="393529" progId="Equation.DSMT4">
                  <p:embed/>
                  <p:pic>
                    <p:nvPicPr>
                      <p:cNvPr id="6"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1206" y="4487323"/>
                        <a:ext cx="3353725" cy="726949"/>
                      </a:xfrm>
                      <a:prstGeom prst="rect">
                        <a:avLst/>
                      </a:prstGeom>
                      <a:solidFill>
                        <a:schemeClr val="bg1"/>
                      </a:solidFill>
                    </p:spPr>
                  </p:pic>
                </p:oleObj>
              </mc:Fallback>
            </mc:AlternateContent>
          </a:graphicData>
        </a:graphic>
      </p:graphicFrame>
      <p:graphicFrame>
        <p:nvGraphicFramePr>
          <p:cNvPr id="7" name="Object 8"/>
          <p:cNvGraphicFramePr>
            <a:graphicFrameLocks noChangeAspect="1"/>
          </p:cNvGraphicFramePr>
          <p:nvPr>
            <p:extLst>
              <p:ext uri="{D42A27DB-BD31-4B8C-83A1-F6EECF244321}">
                <p14:modId xmlns:p14="http://schemas.microsoft.com/office/powerpoint/2010/main" val="2887075811"/>
              </p:ext>
            </p:extLst>
          </p:nvPr>
        </p:nvGraphicFramePr>
        <p:xfrm>
          <a:off x="4813931" y="5660149"/>
          <a:ext cx="2564132" cy="729233"/>
        </p:xfrm>
        <a:graphic>
          <a:graphicData uri="http://schemas.openxmlformats.org/presentationml/2006/ole">
            <mc:AlternateContent xmlns:mc="http://schemas.openxmlformats.org/markup-compatibility/2006">
              <mc:Choice xmlns:v="urn:schemas-microsoft-com:vml" Requires="v">
                <p:oleObj name="Equation" r:id="rId7" imgW="1384300" imgH="393700" progId="Equation.DSMT4">
                  <p:embed/>
                </p:oleObj>
              </mc:Choice>
              <mc:Fallback>
                <p:oleObj name="Equation" r:id="rId7" imgW="1384300" imgH="393700" progId="Equation.DSMT4">
                  <p:embed/>
                  <p:pic>
                    <p:nvPicPr>
                      <p:cNvPr id="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13931" y="5660149"/>
                        <a:ext cx="2564132" cy="729233"/>
                      </a:xfrm>
                      <a:prstGeom prst="rect">
                        <a:avLst/>
                      </a:prstGeom>
                      <a:solidFill>
                        <a:schemeClr val="bg1"/>
                      </a:solidFill>
                    </p:spPr>
                  </p:pic>
                </p:oleObj>
              </mc:Fallback>
            </mc:AlternateContent>
          </a:graphicData>
        </a:graphic>
      </p:graphicFrame>
      <mc:AlternateContent xmlns:mc="http://schemas.openxmlformats.org/markup-compatibility/2006" xmlns:a14="http://schemas.microsoft.com/office/drawing/2010/main">
        <mc:Choice Requires="a14">
          <p:sp>
            <p:nvSpPr>
              <p:cNvPr id="3" name="TextBox 2"/>
              <p:cNvSpPr txBox="1"/>
              <p:nvPr/>
            </p:nvSpPr>
            <p:spPr>
              <a:xfrm>
                <a:off x="7170692" y="4659922"/>
                <a:ext cx="170047" cy="34515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en-US" altLang="zh-CN" sz="2000" b="0" i="1" smtClean="0">
                              <a:latin typeface="Cambria Math" panose="02040503050406030204" pitchFamily="18" charset="0"/>
                            </a:rPr>
                            <m:t>𝐼</m:t>
                          </m:r>
                        </m:e>
                      </m:acc>
                    </m:oMath>
                  </m:oMathPara>
                </a14:m>
                <a:endParaRPr lang="zh-CN" alt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7170692" y="4659922"/>
                <a:ext cx="170047" cy="345159"/>
              </a:xfrm>
              <a:prstGeom prst="rect">
                <a:avLst/>
              </a:prstGeom>
              <a:blipFill>
                <a:blip r:embed="rId11" cstate="print"/>
                <a:stretch>
                  <a:fillRect l="-35714" t="-35088" r="-110714" b="-70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8742912" y="4659922"/>
                <a:ext cx="2022670" cy="430567"/>
              </a:xfrm>
              <a:prstGeom prst="rect">
                <a:avLst/>
              </a:prstGeom>
              <a:noFill/>
            </p:spPr>
            <p:txBody>
              <a:bodyPr wrap="none" lIns="0" tIns="0" rIns="0" bIns="0" rtlCol="0">
                <a:spAutoFit/>
              </a:bodyPr>
              <a:lstStyle/>
              <a:p>
                <a:r>
                  <a:rPr lang="en-US" altLang="zh-CN" sz="2000" dirty="0"/>
                  <a:t>where </a:t>
                </a:r>
                <a14:m>
                  <m:oMath xmlns:m="http://schemas.openxmlformats.org/officeDocument/2006/math">
                    <m:sSup>
                      <m:sSupPr>
                        <m:ctrlPr>
                          <a:rPr lang="en-US" altLang="zh-CN" sz="2000" b="0" i="1" smtClean="0">
                            <a:latin typeface="Cambria Math" panose="02040503050406030204" pitchFamily="18" charset="0"/>
                          </a:rPr>
                        </m:ctrlPr>
                      </m:sSupPr>
                      <m:e>
                        <m:d>
                          <m:dPr>
                            <m:begChr m:val="|"/>
                            <m:endChr m:val="|"/>
                            <m:ctrlPr>
                              <a:rPr lang="en-US" altLang="zh-CN" sz="2000" i="1">
                                <a:latin typeface="Cambria Math" panose="02040503050406030204" pitchFamily="18" charset="0"/>
                              </a:rPr>
                            </m:ctrlPr>
                          </m:dPr>
                          <m:e>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𝐼</m:t>
                                </m:r>
                              </m:e>
                            </m:acc>
                          </m:e>
                        </m:d>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𝐼</m:t>
                        </m:r>
                      </m:e>
                    </m:acc>
                    <m:r>
                      <a:rPr lang="en-US" altLang="zh-CN" sz="2000" i="1" smtClean="0">
                        <a:latin typeface="Cambria Math" panose="02040503050406030204" pitchFamily="18" charset="0"/>
                        <a:ea typeface="Cambria Math" panose="02040503050406030204" pitchFamily="18" charset="0"/>
                      </a:rPr>
                      <m:t>×</m:t>
                    </m:r>
                    <m:sSup>
                      <m:sSupPr>
                        <m:ctrlPr>
                          <a:rPr lang="en-US" altLang="zh-CN" sz="2000" i="1" smtClean="0">
                            <a:latin typeface="Cambria Math" panose="02040503050406030204" pitchFamily="18" charset="0"/>
                            <a:ea typeface="Cambria Math" panose="02040503050406030204" pitchFamily="18" charset="0"/>
                          </a:rPr>
                        </m:ctrlPr>
                      </m:sSupPr>
                      <m:e>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𝐼</m:t>
                            </m:r>
                          </m:e>
                        </m:acc>
                      </m:e>
                      <m:sup>
                        <m:r>
                          <a:rPr lang="en-US" altLang="zh-CN" sz="2000" b="0" i="1" smtClean="0">
                            <a:latin typeface="Cambria Math" panose="02040503050406030204" pitchFamily="18" charset="0"/>
                            <a:ea typeface="Cambria Math" panose="02040503050406030204" pitchFamily="18" charset="0"/>
                          </a:rPr>
                          <m:t>∗</m:t>
                        </m:r>
                      </m:sup>
                    </m:sSup>
                  </m:oMath>
                </a14:m>
                <a:endParaRPr lang="zh-CN" alt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8742912" y="4659922"/>
                <a:ext cx="2022670" cy="430567"/>
              </a:xfrm>
              <a:prstGeom prst="rect">
                <a:avLst/>
              </a:prstGeom>
              <a:blipFill>
                <a:blip r:embed="rId12"/>
                <a:stretch>
                  <a:fillRect l="-7530" b="-30986"/>
                </a:stretch>
              </a:blipFill>
            </p:spPr>
            <p:txBody>
              <a:bodyPr/>
              <a:lstStyle/>
              <a:p>
                <a:r>
                  <a:rPr lang="zh-CN" altLang="en-US">
                    <a:noFill/>
                  </a:rPr>
                  <a:t> </a:t>
                </a:r>
              </a:p>
            </p:txBody>
          </p:sp>
        </mc:Fallback>
      </mc:AlternateContent>
      <p:pic>
        <p:nvPicPr>
          <p:cNvPr id="5" name="Picture 4"/>
          <p:cNvPicPr>
            <a:picLocks noChangeAspect="1"/>
          </p:cNvPicPr>
          <p:nvPr/>
        </p:nvPicPr>
        <p:blipFill>
          <a:blip r:embed="rId13">
            <a:clrChange>
              <a:clrFrom>
                <a:srgbClr val="FFFFFF"/>
              </a:clrFrom>
              <a:clrTo>
                <a:srgbClr val="FFFFFF">
                  <a:alpha val="0"/>
                </a:srgbClr>
              </a:clrTo>
            </a:clrChange>
          </a:blip>
          <a:stretch>
            <a:fillRect/>
          </a:stretch>
        </p:blipFill>
        <p:spPr>
          <a:xfrm>
            <a:off x="2495550" y="3307238"/>
            <a:ext cx="7486650" cy="819150"/>
          </a:xfrm>
          <a:prstGeom prst="rect">
            <a:avLst/>
          </a:prstGeom>
        </p:spPr>
      </p:pic>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7</a:t>
            </a:fld>
            <a:endParaRPr lang="en-US" altLang="zh-CN" dirty="0">
              <a:ea typeface="黑体" panose="02010609060101010101" pitchFamily="49" charset="-122"/>
            </a:endParaRPr>
          </a:p>
        </p:txBody>
      </p:sp>
    </p:spTree>
    <p:extLst>
      <p:ext uri="{BB962C8B-B14F-4D97-AF65-F5344CB8AC3E}">
        <p14:creationId xmlns:p14="http://schemas.microsoft.com/office/powerpoint/2010/main" val="157725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838200" y="1690688"/>
            <a:ext cx="10515600" cy="4665662"/>
          </a:xfrm>
        </p:spPr>
        <p:txBody>
          <a:bodyPr>
            <a:normAutofit/>
          </a:bodyPr>
          <a:lstStyle/>
          <a:p>
            <a:pPr algn="just"/>
            <a:r>
              <a:rPr lang="en-US" altLang="en-US" sz="2000" dirty="0"/>
              <a:t>When a time varying source is delivering power to a </a:t>
            </a:r>
            <a:r>
              <a:rPr lang="en-US" altLang="en-US" sz="2000" u="sng" dirty="0"/>
              <a:t>resistive load</a:t>
            </a:r>
            <a:r>
              <a:rPr lang="en-US" altLang="en-US" sz="2000" dirty="0"/>
              <a:t>, we often want to know the effectiveness of that source on delivering power.</a:t>
            </a:r>
          </a:p>
          <a:p>
            <a:pPr algn="just"/>
            <a:r>
              <a:rPr lang="en-US" altLang="en-US" sz="2000" dirty="0"/>
              <a:t>This value is the </a:t>
            </a:r>
            <a:r>
              <a:rPr lang="en-US" altLang="en-US" sz="2000" dirty="0">
                <a:solidFill>
                  <a:schemeClr val="accent4"/>
                </a:solidFill>
              </a:rPr>
              <a:t>DC current</a:t>
            </a:r>
            <a:r>
              <a:rPr lang="en-US" altLang="en-US" sz="2000" dirty="0"/>
              <a:t> that delivers the </a:t>
            </a:r>
            <a:r>
              <a:rPr lang="en-US" altLang="en-US" sz="2000" dirty="0">
                <a:solidFill>
                  <a:srgbClr val="FF0000"/>
                </a:solidFill>
              </a:rPr>
              <a:t>same average power</a:t>
            </a:r>
            <a:r>
              <a:rPr lang="en-US" altLang="en-US" sz="2000" dirty="0"/>
              <a:t> to a resistor as the periodic current.</a:t>
            </a:r>
          </a:p>
          <a:p>
            <a:pPr algn="just"/>
            <a:r>
              <a:rPr lang="en-US" altLang="en-US" sz="2000" dirty="0"/>
              <a:t>For a periodic current, the average power absorbed is:</a:t>
            </a:r>
          </a:p>
          <a:p>
            <a:pPr algn="just"/>
            <a:endParaRPr lang="en-GB" altLang="en-US" sz="2000" dirty="0"/>
          </a:p>
          <a:p>
            <a:pPr algn="just"/>
            <a:endParaRPr lang="en-GB" altLang="en-US" sz="2000" dirty="0"/>
          </a:p>
          <a:p>
            <a:pPr algn="just"/>
            <a:endParaRPr lang="en-GB" altLang="en-US" sz="1100" dirty="0"/>
          </a:p>
          <a:p>
            <a:pPr algn="just"/>
            <a:r>
              <a:rPr lang="en-GB" altLang="en-US" sz="2000" dirty="0"/>
              <a:t>Equating these two and solving for the effective DC current yields:</a:t>
            </a:r>
          </a:p>
          <a:p>
            <a:pPr algn="just"/>
            <a:endParaRPr lang="en-GB" altLang="en-US" sz="2000" dirty="0"/>
          </a:p>
          <a:p>
            <a:pPr algn="just"/>
            <a:endParaRPr lang="en-GB" altLang="en-US" sz="2000" dirty="0"/>
          </a:p>
          <a:p>
            <a:pPr algn="just"/>
            <a:r>
              <a:rPr lang="en-GB" altLang="en-US" sz="2000" dirty="0"/>
              <a:t>The effective voltage is found in a similar manner:</a:t>
            </a:r>
          </a:p>
          <a:p>
            <a:pPr marL="0" indent="0" algn="just">
              <a:buNone/>
            </a:pPr>
            <a:endParaRPr lang="en-US" altLang="en-US" sz="2400" dirty="0"/>
          </a:p>
        </p:txBody>
      </p:sp>
      <p:sp>
        <p:nvSpPr>
          <p:cNvPr id="28674" name="Title 1"/>
          <p:cNvSpPr>
            <a:spLocks noGrp="1"/>
          </p:cNvSpPr>
          <p:nvPr>
            <p:ph type="title"/>
          </p:nvPr>
        </p:nvSpPr>
        <p:spPr/>
        <p:txBody>
          <a:bodyPr/>
          <a:lstStyle/>
          <a:p>
            <a:r>
              <a:rPr lang="en-US" altLang="en-US" dirty="0"/>
              <a:t>Effective Values</a:t>
            </a:r>
          </a:p>
        </p:txBody>
      </p:sp>
      <p:grpSp>
        <p:nvGrpSpPr>
          <p:cNvPr id="4" name="Group 3"/>
          <p:cNvGrpSpPr/>
          <p:nvPr/>
        </p:nvGrpSpPr>
        <p:grpSpPr>
          <a:xfrm>
            <a:off x="3600916" y="3519887"/>
            <a:ext cx="3547709" cy="915408"/>
            <a:chOff x="3055010" y="3565815"/>
            <a:chExt cx="3547709" cy="915408"/>
          </a:xfrm>
        </p:grpSpPr>
        <p:graphicFrame>
          <p:nvGraphicFramePr>
            <p:cNvPr id="6" name="Object 8"/>
            <p:cNvGraphicFramePr>
              <a:graphicFrameLocks noChangeAspect="1"/>
            </p:cNvGraphicFramePr>
            <p:nvPr>
              <p:extLst>
                <p:ext uri="{D42A27DB-BD31-4B8C-83A1-F6EECF244321}">
                  <p14:modId xmlns:p14="http://schemas.microsoft.com/office/powerpoint/2010/main" val="711389788"/>
                </p:ext>
              </p:extLst>
            </p:nvPr>
          </p:nvGraphicFramePr>
          <p:xfrm>
            <a:off x="5573398" y="3792688"/>
            <a:ext cx="1029321" cy="468000"/>
          </p:xfrm>
          <a:graphic>
            <a:graphicData uri="http://schemas.openxmlformats.org/presentationml/2006/ole">
              <mc:AlternateContent xmlns:mc="http://schemas.openxmlformats.org/markup-compatibility/2006">
                <mc:Choice xmlns:v="urn:schemas-microsoft-com:vml" Requires="v">
                  <p:oleObj name="Equation" r:id="rId3" imgW="558558" imgH="253890" progId="Equation.DSMT4">
                    <p:embed/>
                  </p:oleObj>
                </mc:Choice>
                <mc:Fallback>
                  <p:oleObj name="Equation" r:id="rId3" imgW="558558" imgH="253890" progId="Equation.DSMT4">
                    <p:embed/>
                    <p:pic>
                      <p:nvPicPr>
                        <p:cNvPr id="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3398" y="3792688"/>
                          <a:ext cx="1029321" cy="46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7" name="Object 6"/>
            <p:cNvGraphicFramePr>
              <a:graphicFrameLocks noChangeAspect="1"/>
            </p:cNvGraphicFramePr>
            <p:nvPr>
              <p:extLst>
                <p:ext uri="{D42A27DB-BD31-4B8C-83A1-F6EECF244321}">
                  <p14:modId xmlns:p14="http://schemas.microsoft.com/office/powerpoint/2010/main" val="875657759"/>
                </p:ext>
              </p:extLst>
            </p:nvPr>
          </p:nvGraphicFramePr>
          <p:xfrm>
            <a:off x="3055010" y="3565815"/>
            <a:ext cx="2793903" cy="915408"/>
          </p:xfrm>
          <a:graphic>
            <a:graphicData uri="http://schemas.openxmlformats.org/presentationml/2006/ole">
              <mc:AlternateContent xmlns:mc="http://schemas.openxmlformats.org/markup-compatibility/2006">
                <mc:Choice xmlns:v="urn:schemas-microsoft-com:vml" Requires="v">
                  <p:oleObj name="Equation" r:id="rId5" imgW="1473200" imgH="482600" progId="Equation.DSMT4">
                    <p:embed/>
                  </p:oleObj>
                </mc:Choice>
                <mc:Fallback>
                  <p:oleObj name="Equation" r:id="rId5" imgW="1473200" imgH="482600" progId="Equation.DSMT4">
                    <p:embed/>
                    <p:pic>
                      <p:nvPicPr>
                        <p:cNvPr id="2867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5010" y="3565815"/>
                          <a:ext cx="2793903" cy="915408"/>
                        </a:xfrm>
                        <a:prstGeom prst="rect">
                          <a:avLst/>
                        </a:prstGeom>
                        <a:solidFill>
                          <a:schemeClr val="bg1"/>
                        </a:solidFill>
                      </p:spPr>
                    </p:pic>
                  </p:oleObj>
                </mc:Fallback>
              </mc:AlternateContent>
            </a:graphicData>
          </a:graphic>
        </p:graphicFrame>
      </p:grpSp>
      <p:graphicFrame>
        <p:nvGraphicFramePr>
          <p:cNvPr id="7" name="Object 9"/>
          <p:cNvGraphicFramePr>
            <a:graphicFrameLocks noChangeAspect="1"/>
          </p:cNvGraphicFramePr>
          <p:nvPr>
            <p:extLst>
              <p:ext uri="{D42A27DB-BD31-4B8C-83A1-F6EECF244321}">
                <p14:modId xmlns:p14="http://schemas.microsoft.com/office/powerpoint/2010/main" val="2522860172"/>
              </p:ext>
            </p:extLst>
          </p:nvPr>
        </p:nvGraphicFramePr>
        <p:xfrm>
          <a:off x="4128578" y="4932942"/>
          <a:ext cx="1823010" cy="799200"/>
        </p:xfrm>
        <a:graphic>
          <a:graphicData uri="http://schemas.openxmlformats.org/presentationml/2006/ole">
            <mc:AlternateContent xmlns:mc="http://schemas.openxmlformats.org/markup-compatibility/2006">
              <mc:Choice xmlns:v="urn:schemas-microsoft-com:vml" Requires="v">
                <p:oleObj name="Equation" r:id="rId7" imgW="965200" imgH="520700" progId="Equation.DSMT4">
                  <p:embed/>
                </p:oleObj>
              </mc:Choice>
              <mc:Fallback>
                <p:oleObj name="Equation" r:id="rId7" imgW="965200" imgH="520700" progId="Equation.DSMT4">
                  <p:embed/>
                  <p:pic>
                    <p:nvPicPr>
                      <p:cNvPr id="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8578" y="4932942"/>
                        <a:ext cx="1823010" cy="79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2451530256"/>
              </p:ext>
            </p:extLst>
          </p:nvPr>
        </p:nvGraphicFramePr>
        <p:xfrm>
          <a:off x="6488152" y="5555780"/>
          <a:ext cx="1719319" cy="800570"/>
        </p:xfrm>
        <a:graphic>
          <a:graphicData uri="http://schemas.openxmlformats.org/presentationml/2006/ole">
            <mc:AlternateContent xmlns:mc="http://schemas.openxmlformats.org/markup-compatibility/2006">
              <mc:Choice xmlns:v="urn:schemas-microsoft-com:vml" Requires="v">
                <p:oleObj name="Equation" r:id="rId9" imgW="1002865" imgH="520474" progId="Equation.DSMT4">
                  <p:embed/>
                </p:oleObj>
              </mc:Choice>
              <mc:Fallback>
                <p:oleObj name="Equation" r:id="rId9" imgW="1002865" imgH="520474" progId="Equation.DSMT4">
                  <p:embed/>
                  <p:pic>
                    <p:nvPicPr>
                      <p:cNvPr id="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8152" y="5555780"/>
                        <a:ext cx="1719319" cy="800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Picture 1"/>
          <p:cNvPicPr>
            <a:picLocks noChangeAspect="1"/>
          </p:cNvPicPr>
          <p:nvPr/>
        </p:nvPicPr>
        <p:blipFill>
          <a:blip r:embed="rId11" cstate="print"/>
          <a:stretch>
            <a:fillRect/>
          </a:stretch>
        </p:blipFill>
        <p:spPr>
          <a:xfrm>
            <a:off x="8610600" y="2695876"/>
            <a:ext cx="2660780" cy="4025599"/>
          </a:xfrm>
          <a:prstGeom prst="rect">
            <a:avLst/>
          </a:prstGeom>
        </p:spPr>
      </p:pic>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8</a:t>
            </a:fld>
            <a:endParaRPr lang="en-US" altLang="zh-CN" dirty="0">
              <a:ea typeface="黑体" panose="02010609060101010101" pitchFamily="49" charset="-122"/>
            </a:endParaRPr>
          </a:p>
        </p:txBody>
      </p:sp>
    </p:spTree>
    <p:extLst>
      <p:ext uri="{BB962C8B-B14F-4D97-AF65-F5344CB8AC3E}">
        <p14:creationId xmlns:p14="http://schemas.microsoft.com/office/powerpoint/2010/main" val="3212451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RMS Value</a:t>
            </a:r>
          </a:p>
        </p:txBody>
      </p:sp>
      <p:sp>
        <p:nvSpPr>
          <p:cNvPr id="32771" name="Content Placeholder 2"/>
          <p:cNvSpPr>
            <a:spLocks noGrp="1"/>
          </p:cNvSpPr>
          <p:nvPr>
            <p:ph idx="1"/>
          </p:nvPr>
        </p:nvSpPr>
        <p:spPr>
          <a:xfrm>
            <a:off x="838200" y="1690688"/>
            <a:ext cx="10515600" cy="4224921"/>
          </a:xfrm>
        </p:spPr>
        <p:txBody>
          <a:bodyPr>
            <a:noAutofit/>
          </a:bodyPr>
          <a:lstStyle/>
          <a:p>
            <a:pPr algn="just">
              <a:lnSpc>
                <a:spcPct val="100000"/>
              </a:lnSpc>
            </a:pPr>
            <a:r>
              <a:rPr lang="en-US" altLang="en-US" sz="2200" dirty="0"/>
              <a:t>The effective values for both current and voltage take the form of the square root of the average of the square of the periodic signal.</a:t>
            </a:r>
          </a:p>
          <a:p>
            <a:pPr algn="just">
              <a:lnSpc>
                <a:spcPct val="100000"/>
              </a:lnSpc>
            </a:pPr>
            <a:r>
              <a:rPr lang="en-US" altLang="en-US" sz="2200" dirty="0"/>
              <a:t>This is typically referred to as the </a:t>
            </a:r>
            <a:r>
              <a:rPr lang="en-US" altLang="en-US" sz="2200" u="sng" dirty="0"/>
              <a:t>root mean square</a:t>
            </a:r>
            <a:r>
              <a:rPr lang="en-US" altLang="en-US" sz="2200" dirty="0"/>
              <a:t>, or RMS, value for short.</a:t>
            </a:r>
          </a:p>
          <a:p>
            <a:pPr algn="just">
              <a:lnSpc>
                <a:spcPct val="100000"/>
              </a:lnSpc>
            </a:pPr>
            <a:endParaRPr lang="en-US" altLang="en-US" sz="2000" dirty="0"/>
          </a:p>
          <a:p>
            <a:pPr algn="just">
              <a:lnSpc>
                <a:spcPct val="100000"/>
              </a:lnSpc>
            </a:pPr>
            <a:r>
              <a:rPr lang="en-US" altLang="en-US" sz="2200" dirty="0"/>
              <a:t>This can be extended to </a:t>
            </a:r>
            <a:r>
              <a:rPr lang="en-US" altLang="en-US" sz="2200" b="1" i="1" dirty="0"/>
              <a:t>any</a:t>
            </a:r>
            <a:r>
              <a:rPr lang="en-US" altLang="en-US" sz="2200" dirty="0"/>
              <a:t> periodic function</a:t>
            </a:r>
            <a:r>
              <a:rPr lang="en-GB" altLang="en-US" sz="2200" dirty="0"/>
              <a:t>, regardless of its shape</a:t>
            </a:r>
            <a:r>
              <a:rPr lang="en-US" altLang="en-US" sz="2200" dirty="0"/>
              <a:t>:</a:t>
            </a:r>
          </a:p>
          <a:p>
            <a:pPr algn="just">
              <a:lnSpc>
                <a:spcPct val="100000"/>
              </a:lnSpc>
            </a:pPr>
            <a:r>
              <a:rPr lang="en-GB" altLang="en-US" sz="2200" dirty="0"/>
              <a:t>However, </a:t>
            </a:r>
            <a:r>
              <a:rPr lang="en-GB" altLang="en-US" sz="2200" u="sng" dirty="0"/>
              <a:t>for a sinusoidal waveform</a:t>
            </a:r>
            <a:r>
              <a:rPr lang="en-GB" altLang="en-US" sz="2200" dirty="0"/>
              <a:t>, the RMS value is related to the amplitude: </a:t>
            </a:r>
          </a:p>
          <a:p>
            <a:pPr algn="just">
              <a:lnSpc>
                <a:spcPct val="100000"/>
              </a:lnSpc>
            </a:pPr>
            <a:endParaRPr lang="en-GB" altLang="en-US" sz="1100" dirty="0"/>
          </a:p>
          <a:p>
            <a:pPr algn="just">
              <a:lnSpc>
                <a:spcPct val="100000"/>
              </a:lnSpc>
            </a:pPr>
            <a:endParaRPr lang="en-GB" altLang="en-US" dirty="0"/>
          </a:p>
          <a:p>
            <a:pPr algn="just">
              <a:lnSpc>
                <a:spcPct val="100000"/>
              </a:lnSpc>
            </a:pPr>
            <a:r>
              <a:rPr lang="en-GB" altLang="en-US" sz="2200" dirty="0"/>
              <a:t>A</a:t>
            </a:r>
            <a:r>
              <a:rPr lang="zh-CN" altLang="en-US" sz="2200" dirty="0"/>
              <a:t> </a:t>
            </a:r>
            <a:r>
              <a:rPr lang="en-US" altLang="zh-CN" sz="2200" dirty="0"/>
              <a:t>special</a:t>
            </a:r>
            <a:r>
              <a:rPr lang="en-GB" altLang="en-US" sz="2200" dirty="0"/>
              <a:t> power can be determined from either RMS current or voltage: </a:t>
            </a:r>
          </a:p>
          <a:p>
            <a:pPr algn="just">
              <a:lnSpc>
                <a:spcPct val="100000"/>
              </a:lnSpc>
            </a:pPr>
            <a:endParaRPr lang="en-US" altLang="en-US" sz="2200" dirty="0"/>
          </a:p>
        </p:txBody>
      </p:sp>
      <p:graphicFrame>
        <p:nvGraphicFramePr>
          <p:cNvPr id="32773" name="Object 7"/>
          <p:cNvGraphicFramePr>
            <a:graphicFrameLocks noChangeAspect="1"/>
          </p:cNvGraphicFramePr>
          <p:nvPr>
            <p:extLst>
              <p:ext uri="{D42A27DB-BD31-4B8C-83A1-F6EECF244321}">
                <p14:modId xmlns:p14="http://schemas.microsoft.com/office/powerpoint/2010/main" val="24711304"/>
              </p:ext>
            </p:extLst>
          </p:nvPr>
        </p:nvGraphicFramePr>
        <p:xfrm>
          <a:off x="9303060" y="3168053"/>
          <a:ext cx="1895475" cy="914400"/>
        </p:xfrm>
        <a:graphic>
          <a:graphicData uri="http://schemas.openxmlformats.org/presentationml/2006/ole">
            <mc:AlternateContent xmlns:mc="http://schemas.openxmlformats.org/markup-compatibility/2006">
              <mc:Choice xmlns:v="urn:schemas-microsoft-com:vml" Requires="v">
                <p:oleObj name="Equation" r:id="rId3" imgW="1079032" imgH="520474" progId="Equation.DSMT4">
                  <p:embed/>
                </p:oleObj>
              </mc:Choice>
              <mc:Fallback>
                <p:oleObj name="Equation" r:id="rId3" imgW="1079032" imgH="520474" progId="Equation.DSMT4">
                  <p:embed/>
                  <p:pic>
                    <p:nvPicPr>
                      <p:cNvPr id="3277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3060" y="3168053"/>
                        <a:ext cx="189547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1941312114"/>
              </p:ext>
            </p:extLst>
          </p:nvPr>
        </p:nvGraphicFramePr>
        <p:xfrm>
          <a:off x="1829629" y="4288034"/>
          <a:ext cx="8572435" cy="830424"/>
        </p:xfrm>
        <a:graphic>
          <a:graphicData uri="http://schemas.openxmlformats.org/presentationml/2006/ole">
            <mc:AlternateContent xmlns:mc="http://schemas.openxmlformats.org/markup-compatibility/2006">
              <mc:Choice xmlns:v="urn:schemas-microsoft-com:vml" Requires="v">
                <p:oleObj name="Equation" r:id="rId5" imgW="5384800" imgH="520700" progId="Equation.DSMT4">
                  <p:embed/>
                </p:oleObj>
              </mc:Choice>
              <mc:Fallback>
                <p:oleObj name="Equation" r:id="rId5" imgW="5384800" imgH="520700" progId="Equation.DSMT4">
                  <p:embed/>
                  <p:pic>
                    <p:nvPicPr>
                      <p:cNvPr id="6"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9629" y="4288034"/>
                        <a:ext cx="8572435" cy="830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
          <p:cNvGraphicFramePr>
            <a:graphicFrameLocks noChangeAspect="1"/>
          </p:cNvGraphicFramePr>
          <p:nvPr>
            <p:extLst>
              <p:ext uri="{D42A27DB-BD31-4B8C-83A1-F6EECF244321}">
                <p14:modId xmlns:p14="http://schemas.microsoft.com/office/powerpoint/2010/main" val="1794291978"/>
              </p:ext>
            </p:extLst>
          </p:nvPr>
        </p:nvGraphicFramePr>
        <p:xfrm>
          <a:off x="4586254" y="5593598"/>
          <a:ext cx="3019492" cy="784850"/>
        </p:xfrm>
        <a:graphic>
          <a:graphicData uri="http://schemas.openxmlformats.org/presentationml/2006/ole">
            <mc:AlternateContent xmlns:mc="http://schemas.openxmlformats.org/markup-compatibility/2006">
              <mc:Choice xmlns:v="urn:schemas-microsoft-com:vml" Requires="v">
                <p:oleObj name="Equation" r:id="rId7" imgW="1612800" imgH="419040" progId="Equation.DSMT4">
                  <p:embed/>
                </p:oleObj>
              </mc:Choice>
              <mc:Fallback>
                <p:oleObj name="Equation" r:id="rId7" imgW="1612800" imgH="419040" progId="Equation.DSMT4">
                  <p:embed/>
                  <p:pic>
                    <p:nvPicPr>
                      <p:cNvPr id="7"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6254" y="5593598"/>
                        <a:ext cx="3019492" cy="784850"/>
                      </a:xfrm>
                      <a:prstGeom prst="rect">
                        <a:avLst/>
                      </a:prstGeom>
                      <a:solidFill>
                        <a:srgbClr val="D1E6B5"/>
                      </a:solidFill>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3468225968"/>
              </p:ext>
            </p:extLst>
          </p:nvPr>
        </p:nvGraphicFramePr>
        <p:xfrm>
          <a:off x="4911621" y="2905354"/>
          <a:ext cx="2408452" cy="472329"/>
        </p:xfrm>
        <a:graphic>
          <a:graphicData uri="http://schemas.openxmlformats.org/presentationml/2006/ole">
            <mc:AlternateContent xmlns:mc="http://schemas.openxmlformats.org/markup-compatibility/2006">
              <mc:Choice xmlns:v="urn:schemas-microsoft-com:vml" Requires="v">
                <p:oleObj name="Equation" r:id="rId9" imgW="1231366" imgH="241195" progId="Equation.DSMT4">
                  <p:embed/>
                </p:oleObj>
              </mc:Choice>
              <mc:Fallback>
                <p:oleObj name="Equation" r:id="rId9" imgW="1231366" imgH="241195" progId="Equation.DSMT4">
                  <p:embed/>
                  <p:pic>
                    <p:nvPicPr>
                      <p:cNvPr id="8"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1621" y="2905354"/>
                        <a:ext cx="2408452" cy="472329"/>
                      </a:xfrm>
                      <a:prstGeom prst="rect">
                        <a:avLst/>
                      </a:prstGeom>
                      <a:solidFill>
                        <a:srgbClr val="D1E6B5"/>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9</a:t>
            </a:fld>
            <a:endParaRPr lang="en-US" altLang="zh-CN" dirty="0">
              <a:ea typeface="黑体" panose="02010609060101010101" pitchFamily="49" charset="-122"/>
            </a:endParaRPr>
          </a:p>
        </p:txBody>
      </p:sp>
    </p:spTree>
    <p:extLst>
      <p:ext uri="{BB962C8B-B14F-4D97-AF65-F5344CB8AC3E}">
        <p14:creationId xmlns:p14="http://schemas.microsoft.com/office/powerpoint/2010/main" val="210326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endParaRPr lang="en-GB" dirty="0"/>
          </a:p>
        </p:txBody>
      </p:sp>
      <p:pic>
        <p:nvPicPr>
          <p:cNvPr id="5" name="Content Placeholder 4"/>
          <p:cNvPicPr>
            <a:picLocks noGrp="1" noChangeAspect="1"/>
          </p:cNvPicPr>
          <p:nvPr>
            <p:ph idx="1"/>
          </p:nvPr>
        </p:nvPicPr>
        <p:blipFill>
          <a:blip r:embed="rId2"/>
          <a:stretch>
            <a:fillRect/>
          </a:stretch>
        </p:blipFill>
        <p:spPr>
          <a:xfrm>
            <a:off x="838199" y="3016251"/>
            <a:ext cx="4491228" cy="2960456"/>
          </a:xfrm>
          <a:prstGeom prst="rect">
            <a:avLst/>
          </a:prstGeom>
        </p:spPr>
      </p:pic>
      <p:sp>
        <p:nvSpPr>
          <p:cNvPr id="7" name="TextBox 6"/>
          <p:cNvSpPr txBox="1"/>
          <p:nvPr/>
        </p:nvSpPr>
        <p:spPr>
          <a:xfrm>
            <a:off x="838200" y="1690688"/>
            <a:ext cx="10515600" cy="830997"/>
          </a:xfrm>
          <a:prstGeom prst="rect">
            <a:avLst/>
          </a:prstGeom>
          <a:noFill/>
        </p:spPr>
        <p:txBody>
          <a:bodyPr wrap="square" rtlCol="0">
            <a:spAutoFit/>
          </a:bodyPr>
          <a:lstStyle/>
          <a:p>
            <a:r>
              <a:rPr lang="en-US" altLang="zh-CN" sz="2400" dirty="0"/>
              <a:t>Determine the RMS value of the current signal as shown below. If the current is passed through a 2</a:t>
            </a:r>
            <a:r>
              <a:rPr lang="el-GR" altLang="zh-CN" sz="2400" dirty="0"/>
              <a:t>Ω</a:t>
            </a:r>
            <a:r>
              <a:rPr lang="en-US" altLang="zh-CN" sz="2400" dirty="0"/>
              <a:t> resistor, find the average power absorbed by the resistor.</a:t>
            </a:r>
            <a:endParaRPr lang="zh-CN" altLang="en-US" sz="2400" dirty="0"/>
          </a:p>
        </p:txBody>
      </p:sp>
      <p:pic>
        <p:nvPicPr>
          <p:cNvPr id="8" name="Picture 7"/>
          <p:cNvPicPr>
            <a:picLocks noChangeAspect="1"/>
          </p:cNvPicPr>
          <p:nvPr/>
        </p:nvPicPr>
        <p:blipFill>
          <a:blip r:embed="rId3"/>
          <a:stretch>
            <a:fillRect/>
          </a:stretch>
        </p:blipFill>
        <p:spPr>
          <a:xfrm>
            <a:off x="6682307" y="2635802"/>
            <a:ext cx="2843665" cy="973858"/>
          </a:xfrm>
          <a:prstGeom prst="rect">
            <a:avLst/>
          </a:prstGeom>
        </p:spPr>
      </p:pic>
      <p:pic>
        <p:nvPicPr>
          <p:cNvPr id="9" name="Picture 8"/>
          <p:cNvPicPr>
            <a:picLocks noChangeAspect="1"/>
          </p:cNvPicPr>
          <p:nvPr/>
        </p:nvPicPr>
        <p:blipFill>
          <a:blip r:embed="rId4">
            <a:clrChange>
              <a:clrFrom>
                <a:srgbClr val="FFFFFF"/>
              </a:clrFrom>
              <a:clrTo>
                <a:srgbClr val="FFFFFF">
                  <a:alpha val="0"/>
                </a:srgbClr>
              </a:clrTo>
            </a:clrChange>
          </a:blip>
          <a:stretch>
            <a:fillRect/>
          </a:stretch>
        </p:blipFill>
        <p:spPr>
          <a:xfrm>
            <a:off x="5068613" y="3609661"/>
            <a:ext cx="6285187" cy="1953024"/>
          </a:xfrm>
          <a:prstGeom prst="rect">
            <a:avLst/>
          </a:prstGeom>
        </p:spPr>
      </p:pic>
      <p:sp>
        <p:nvSpPr>
          <p:cNvPr id="10" name="TextBox 9"/>
          <p:cNvSpPr txBox="1"/>
          <p:nvPr/>
        </p:nvSpPr>
        <p:spPr>
          <a:xfrm>
            <a:off x="1374852" y="6141755"/>
            <a:ext cx="3417923" cy="369332"/>
          </a:xfrm>
          <a:prstGeom prst="rect">
            <a:avLst/>
          </a:prstGeom>
          <a:noFill/>
        </p:spPr>
        <p:txBody>
          <a:bodyPr wrap="none" rtlCol="0">
            <a:spAutoFit/>
          </a:bodyPr>
          <a:lstStyle/>
          <a:p>
            <a:r>
              <a:rPr lang="en-US" altLang="zh-CN" dirty="0"/>
              <a:t>The period of the waveform is </a:t>
            </a:r>
            <a:r>
              <a:rPr lang="en-US" altLang="zh-CN" i="1" dirty="0"/>
              <a:t>T</a:t>
            </a:r>
            <a:r>
              <a:rPr lang="en-US" altLang="zh-CN" dirty="0"/>
              <a:t>=4</a:t>
            </a:r>
            <a:endParaRPr lang="zh-CN" altLang="en-US" dirty="0"/>
          </a:p>
        </p:txBody>
      </p:sp>
      <p:pic>
        <p:nvPicPr>
          <p:cNvPr id="11" name="Picture 10"/>
          <p:cNvPicPr>
            <a:picLocks noChangeAspect="1"/>
          </p:cNvPicPr>
          <p:nvPr/>
        </p:nvPicPr>
        <p:blipFill>
          <a:blip r:embed="rId5"/>
          <a:stretch>
            <a:fillRect/>
          </a:stretch>
        </p:blipFill>
        <p:spPr>
          <a:xfrm>
            <a:off x="5646459" y="5727733"/>
            <a:ext cx="4998293" cy="811179"/>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10</a:t>
            </a:fld>
            <a:endParaRPr lang="en-US" altLang="zh-CN" dirty="0">
              <a:ea typeface="黑体" panose="02010609060101010101" pitchFamily="49" charset="-122"/>
            </a:endParaRPr>
          </a:p>
        </p:txBody>
      </p:sp>
    </p:spTree>
    <p:extLst>
      <p:ext uri="{BB962C8B-B14F-4D97-AF65-F5344CB8AC3E}">
        <p14:creationId xmlns:p14="http://schemas.microsoft.com/office/powerpoint/2010/main" val="84446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endParaRPr lang="en-GB" dirty="0"/>
          </a:p>
        </p:txBody>
      </p:sp>
      <p:pic>
        <p:nvPicPr>
          <p:cNvPr id="5" name="Content Placeholder 4"/>
          <p:cNvPicPr>
            <a:picLocks noGrp="1" noChangeAspect="1"/>
          </p:cNvPicPr>
          <p:nvPr>
            <p:ph idx="1"/>
          </p:nvPr>
        </p:nvPicPr>
        <p:blipFill>
          <a:blip r:embed="rId2"/>
          <a:stretch>
            <a:fillRect/>
          </a:stretch>
        </p:blipFill>
        <p:spPr>
          <a:xfrm>
            <a:off x="838200" y="2556252"/>
            <a:ext cx="4406523" cy="2290809"/>
          </a:xfrm>
          <a:prstGeom prst="rect">
            <a:avLst/>
          </a:prstGeom>
        </p:spPr>
      </p:pic>
      <p:sp>
        <p:nvSpPr>
          <p:cNvPr id="7" name="TextBox 6"/>
          <p:cNvSpPr txBox="1"/>
          <p:nvPr/>
        </p:nvSpPr>
        <p:spPr>
          <a:xfrm>
            <a:off x="838201" y="1690688"/>
            <a:ext cx="10515600" cy="830997"/>
          </a:xfrm>
          <a:prstGeom prst="rect">
            <a:avLst/>
          </a:prstGeom>
          <a:noFill/>
        </p:spPr>
        <p:txBody>
          <a:bodyPr wrap="square" rtlCol="0">
            <a:spAutoFit/>
          </a:bodyPr>
          <a:lstStyle/>
          <a:p>
            <a:r>
              <a:rPr lang="en-US" altLang="zh-CN" sz="2400" dirty="0"/>
              <a:t>The waveform is a half-wave rectified sine wave. Find the RMS value and the amount of average power dissipated in a 10</a:t>
            </a:r>
            <a:r>
              <a:rPr lang="el-GR" altLang="zh-CN" sz="2400" dirty="0"/>
              <a:t>Ω</a:t>
            </a:r>
            <a:r>
              <a:rPr lang="en-US" altLang="zh-CN" sz="2400" dirty="0"/>
              <a:t> resistor</a:t>
            </a:r>
            <a:endParaRPr lang="zh-CN" altLang="en-US" sz="2400" dirty="0"/>
          </a:p>
        </p:txBody>
      </p:sp>
      <p:sp>
        <p:nvSpPr>
          <p:cNvPr id="8" name="TextBox 7"/>
          <p:cNvSpPr txBox="1"/>
          <p:nvPr/>
        </p:nvSpPr>
        <p:spPr>
          <a:xfrm>
            <a:off x="1274791" y="5118196"/>
            <a:ext cx="3533340" cy="369332"/>
          </a:xfrm>
          <a:prstGeom prst="rect">
            <a:avLst/>
          </a:prstGeom>
          <a:noFill/>
        </p:spPr>
        <p:txBody>
          <a:bodyPr wrap="none" rtlCol="0">
            <a:spAutoFit/>
          </a:bodyPr>
          <a:lstStyle/>
          <a:p>
            <a:r>
              <a:rPr lang="en-US" altLang="zh-CN" dirty="0"/>
              <a:t>The period of the waveform is </a:t>
            </a:r>
            <a:r>
              <a:rPr lang="en-US" altLang="zh-CN" i="1" dirty="0"/>
              <a:t>T</a:t>
            </a:r>
            <a:r>
              <a:rPr lang="en-US" altLang="zh-CN" dirty="0"/>
              <a:t>=2</a:t>
            </a:r>
            <a:r>
              <a:rPr lang="el-GR" altLang="zh-CN" dirty="0"/>
              <a:t>π</a:t>
            </a:r>
            <a:endParaRPr lang="zh-CN" altLang="en-US" dirty="0"/>
          </a:p>
        </p:txBody>
      </p:sp>
      <p:pic>
        <p:nvPicPr>
          <p:cNvPr id="9" name="Picture 8"/>
          <p:cNvPicPr>
            <a:picLocks noChangeAspect="1"/>
          </p:cNvPicPr>
          <p:nvPr/>
        </p:nvPicPr>
        <p:blipFill>
          <a:blip r:embed="rId3"/>
          <a:stretch>
            <a:fillRect/>
          </a:stretch>
        </p:blipFill>
        <p:spPr>
          <a:xfrm>
            <a:off x="1597073" y="5758663"/>
            <a:ext cx="3211058" cy="748442"/>
          </a:xfrm>
          <a:prstGeom prst="rect">
            <a:avLst/>
          </a:prstGeom>
        </p:spPr>
      </p:pic>
      <p:pic>
        <p:nvPicPr>
          <p:cNvPr id="10" name="Picture 9"/>
          <p:cNvPicPr>
            <a:picLocks noChangeAspect="1"/>
          </p:cNvPicPr>
          <p:nvPr/>
        </p:nvPicPr>
        <p:blipFill>
          <a:blip r:embed="rId4"/>
          <a:stretch>
            <a:fillRect/>
          </a:stretch>
        </p:blipFill>
        <p:spPr>
          <a:xfrm>
            <a:off x="5542528" y="2705881"/>
            <a:ext cx="5515872" cy="2659253"/>
          </a:xfrm>
          <a:prstGeom prst="rect">
            <a:avLst/>
          </a:prstGeom>
        </p:spPr>
      </p:pic>
      <p:pic>
        <p:nvPicPr>
          <p:cNvPr id="11" name="Picture 10"/>
          <p:cNvPicPr>
            <a:picLocks noChangeAspect="1"/>
          </p:cNvPicPr>
          <p:nvPr/>
        </p:nvPicPr>
        <p:blipFill>
          <a:blip r:embed="rId5"/>
          <a:stretch>
            <a:fillRect/>
          </a:stretch>
        </p:blipFill>
        <p:spPr>
          <a:xfrm>
            <a:off x="6059863" y="5549330"/>
            <a:ext cx="4481201" cy="1047554"/>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11</a:t>
            </a:fld>
            <a:endParaRPr lang="en-US" altLang="zh-CN" dirty="0">
              <a:ea typeface="黑体" panose="02010609060101010101" pitchFamily="49" charset="-122"/>
            </a:endParaRPr>
          </a:p>
        </p:txBody>
      </p:sp>
    </p:spTree>
    <p:extLst>
      <p:ext uri="{BB962C8B-B14F-4D97-AF65-F5344CB8AC3E}">
        <p14:creationId xmlns:p14="http://schemas.microsoft.com/office/powerpoint/2010/main" val="443661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874059" y="221690"/>
            <a:ext cx="10515600" cy="1325563"/>
          </a:xfrm>
        </p:spPr>
        <p:txBody>
          <a:bodyPr>
            <a:normAutofit fontScale="90000"/>
          </a:bodyPr>
          <a:lstStyle/>
          <a:p>
            <a:r>
              <a:rPr lang="en-US" altLang="en-US" sz="4000" dirty="0"/>
              <a:t>Apparent Power, Power Factor, and Power Factor Angle</a:t>
            </a:r>
            <a:br>
              <a:rPr lang="en-US" altLang="zh-CN" sz="4000" dirty="0"/>
            </a:br>
            <a:r>
              <a:rPr lang="en-US" altLang="zh-CN" sz="4000" dirty="0"/>
              <a:t>(for sinusoidal circuits)</a:t>
            </a:r>
            <a:endParaRPr lang="en-US" altLang="en-US" sz="4000" dirty="0"/>
          </a:p>
        </p:txBody>
      </p:sp>
      <p:sp>
        <p:nvSpPr>
          <p:cNvPr id="36867" name="Content Placeholder 2"/>
          <p:cNvSpPr>
            <a:spLocks noGrp="1"/>
          </p:cNvSpPr>
          <p:nvPr>
            <p:ph idx="1"/>
          </p:nvPr>
        </p:nvSpPr>
        <p:spPr>
          <a:xfrm>
            <a:off x="838197" y="2336448"/>
            <a:ext cx="10515600" cy="1116119"/>
          </a:xfrm>
        </p:spPr>
        <p:txBody>
          <a:bodyPr>
            <a:normAutofit/>
          </a:bodyPr>
          <a:lstStyle/>
          <a:p>
            <a:pPr algn="just"/>
            <a:r>
              <a:rPr lang="en-US" altLang="en-US" dirty="0"/>
              <a:t>The average power which may be expressed in terms of RMS voltage and current, and it can be written as a product of two terms.  </a:t>
            </a:r>
          </a:p>
          <a:p>
            <a:pPr algn="just"/>
            <a:endParaRPr lang="en-US" altLang="en-US" dirty="0"/>
          </a:p>
          <a:p>
            <a:pPr marL="0" indent="0" algn="just">
              <a:lnSpc>
                <a:spcPct val="100000"/>
              </a:lnSpc>
              <a:spcBef>
                <a:spcPts val="1200"/>
              </a:spcBef>
              <a:buNone/>
            </a:pPr>
            <a:endParaRPr lang="en-US" altLang="en-US" dirty="0"/>
          </a:p>
          <a:p>
            <a:pPr marL="0" indent="0" algn="just">
              <a:lnSpc>
                <a:spcPct val="100000"/>
              </a:lnSpc>
              <a:spcBef>
                <a:spcPts val="1200"/>
              </a:spcBef>
              <a:buNone/>
            </a:pPr>
            <a:endParaRPr lang="en-US" altLang="en-US" dirty="0"/>
          </a:p>
          <a:p>
            <a:pPr marL="0" indent="0" algn="just">
              <a:lnSpc>
                <a:spcPct val="100000"/>
              </a:lnSpc>
              <a:spcBef>
                <a:spcPts val="1200"/>
              </a:spcBef>
              <a:buNone/>
            </a:pPr>
            <a:endParaRPr lang="en-US" altLang="en-US" dirty="0"/>
          </a:p>
        </p:txBody>
      </p:sp>
      <p:pic>
        <p:nvPicPr>
          <p:cNvPr id="3" name="Picture 2"/>
          <p:cNvPicPr>
            <a:picLocks noChangeAspect="1"/>
          </p:cNvPicPr>
          <p:nvPr/>
        </p:nvPicPr>
        <p:blipFill>
          <a:blip r:embed="rId3"/>
          <a:stretch>
            <a:fillRect/>
          </a:stretch>
        </p:blipFill>
        <p:spPr>
          <a:xfrm>
            <a:off x="2481259" y="1509141"/>
            <a:ext cx="7229475" cy="857250"/>
          </a:xfrm>
          <a:prstGeom prst="rect">
            <a:avLst/>
          </a:prstGeom>
        </p:spPr>
      </p:pic>
      <p:pic>
        <p:nvPicPr>
          <p:cNvPr id="4" name="Picture 3"/>
          <p:cNvPicPr>
            <a:picLocks noChangeAspect="1"/>
          </p:cNvPicPr>
          <p:nvPr/>
        </p:nvPicPr>
        <p:blipFill>
          <a:blip r:embed="rId4"/>
          <a:stretch>
            <a:fillRect/>
          </a:stretch>
        </p:blipFill>
        <p:spPr>
          <a:xfrm>
            <a:off x="4197864" y="3298960"/>
            <a:ext cx="3195697" cy="776993"/>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838197" y="4143561"/>
                <a:ext cx="10515600" cy="954107"/>
              </a:xfrm>
              <a:prstGeom prst="rect">
                <a:avLst/>
              </a:prstGeom>
              <a:solidFill>
                <a:schemeClr val="accent2">
                  <a:lumMod val="40000"/>
                  <a:lumOff val="60000"/>
                </a:schemeClr>
              </a:solidFill>
            </p:spPr>
            <p:txBody>
              <a:bodyPr wrap="square">
                <a:spAutoFit/>
              </a:bodyPr>
              <a:lstStyle/>
              <a:p>
                <a:pPr algn="just">
                  <a:spcBef>
                    <a:spcPts val="1200"/>
                  </a:spcBef>
                </a:pPr>
                <a14:m>
                  <m:oMath xmlns:m="http://schemas.openxmlformats.org/officeDocument/2006/math">
                    <m:r>
                      <m:rPr>
                        <m:nor/>
                      </m:rPr>
                      <a:rPr lang="en-US" altLang="en-US" sz="2800" i="1">
                        <a:latin typeface="Times New Roman" panose="02020603050405020304" pitchFamily="18" charset="0"/>
                        <a:cs typeface="Times New Roman" panose="02020603050405020304" pitchFamily="18" charset="0"/>
                      </a:rPr>
                      <m:t>S</m:t>
                    </m:r>
                    <m:r>
                      <a:rPr lang="en-US" altLang="en-US" sz="2800" i="1">
                        <a:latin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𝑉</m:t>
                        </m:r>
                      </m:e>
                      <m:sub>
                        <m:r>
                          <a:rPr lang="en-US" altLang="en-US" sz="2800" i="1">
                            <a:latin typeface="Cambria Math" panose="02040503050406030204" pitchFamily="18" charset="0"/>
                          </a:rPr>
                          <m:t>𝑟𝑚𝑠</m:t>
                        </m:r>
                      </m:sub>
                    </m:sSub>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𝐼</m:t>
                        </m:r>
                      </m:e>
                      <m:sub>
                        <m:r>
                          <a:rPr lang="en-US" altLang="en-US" sz="2800" i="1">
                            <a:latin typeface="Cambria Math" panose="02040503050406030204" pitchFamily="18" charset="0"/>
                          </a:rPr>
                          <m:t>𝑟𝑚𝑠</m:t>
                        </m:r>
                      </m:sub>
                    </m:sSub>
                  </m:oMath>
                </a14:m>
                <a:r>
                  <a:rPr lang="en-US" altLang="en-US" sz="2800" dirty="0"/>
                  <a:t> is called the </a:t>
                </a:r>
                <a:r>
                  <a:rPr lang="en-US" altLang="en-US" sz="2800" b="1" i="1" u="sng" dirty="0">
                    <a:solidFill>
                      <a:srgbClr val="FF0000"/>
                    </a:solidFill>
                  </a:rPr>
                  <a:t>apparent power</a:t>
                </a:r>
                <a:r>
                  <a:rPr lang="en-US" altLang="en-US" sz="2800" b="1" i="1" dirty="0">
                    <a:solidFill>
                      <a:srgbClr val="FF0000"/>
                    </a:solidFill>
                  </a:rPr>
                  <a:t> </a:t>
                </a:r>
                <a:r>
                  <a:rPr lang="en-US" altLang="en-US" sz="2800" b="1" dirty="0"/>
                  <a:t>(</a:t>
                </a:r>
                <a:r>
                  <a:rPr lang="en-US" altLang="en-US" sz="2800" dirty="0"/>
                  <a:t>unit in VA</a:t>
                </a:r>
                <a:r>
                  <a:rPr lang="en-US" altLang="en-US" sz="2800" b="1" dirty="0"/>
                  <a:t>)</a:t>
                </a:r>
                <a:r>
                  <a:rPr lang="en-US" altLang="en-US" sz="2800" dirty="0"/>
                  <a:t>, is the product of the </a:t>
                </a:r>
                <a:r>
                  <a:rPr lang="en-US" altLang="en-US" sz="2800" dirty="0" err="1"/>
                  <a:t>rms</a:t>
                </a:r>
                <a:r>
                  <a:rPr lang="en-US" altLang="en-US" sz="2800" dirty="0"/>
                  <a:t> values of voltage and current.</a:t>
                </a:r>
              </a:p>
            </p:txBody>
          </p:sp>
        </mc:Choice>
        <mc:Fallback xmlns="">
          <p:sp>
            <p:nvSpPr>
              <p:cNvPr id="8" name="Rectangle 7"/>
              <p:cNvSpPr>
                <a:spLocks noRot="1" noChangeAspect="1" noMove="1" noResize="1" noEditPoints="1" noAdjustHandles="1" noChangeArrowheads="1" noChangeShapeType="1" noTextEdit="1"/>
              </p:cNvSpPr>
              <p:nvPr/>
            </p:nvSpPr>
            <p:spPr>
              <a:xfrm>
                <a:off x="838197" y="4143561"/>
                <a:ext cx="10515600" cy="954107"/>
              </a:xfrm>
              <a:prstGeom prst="rect">
                <a:avLst/>
              </a:prstGeom>
              <a:blipFill>
                <a:blip r:embed="rId5"/>
                <a:stretch>
                  <a:fillRect l="-1159" t="-7051" r="-1217" b="-17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838196" y="5402243"/>
                <a:ext cx="10515600" cy="954107"/>
              </a:xfrm>
              <a:prstGeom prst="rect">
                <a:avLst/>
              </a:prstGeom>
              <a:solidFill>
                <a:schemeClr val="accent2">
                  <a:lumMod val="40000"/>
                  <a:lumOff val="60000"/>
                </a:schemeClr>
              </a:solidFill>
            </p:spPr>
            <p:txBody>
              <a:bodyPr wrap="square">
                <a:spAutoFit/>
              </a:bodyPr>
              <a:lstStyle/>
              <a:p>
                <a:pPr algn="just">
                  <a:spcBef>
                    <a:spcPts val="1200"/>
                  </a:spcBef>
                </a:pPr>
                <a14:m>
                  <m:oMath xmlns:m="http://schemas.openxmlformats.org/officeDocument/2006/math">
                    <m:func>
                      <m:funcPr>
                        <m:ctrlPr>
                          <a:rPr lang="en-US" altLang="en-US" sz="2800" b="0" i="1" smtClean="0">
                            <a:latin typeface="Cambria Math" panose="02040503050406030204" pitchFamily="18" charset="0"/>
                          </a:rPr>
                        </m:ctrlPr>
                      </m:funcPr>
                      <m:fName>
                        <m:r>
                          <m:rPr>
                            <m:sty m:val="p"/>
                          </m:rPr>
                          <a:rPr lang="en-US" altLang="en-US" sz="2800" i="0" smtClean="0">
                            <a:latin typeface="Cambria Math" panose="02040503050406030204" pitchFamily="18" charset="0"/>
                          </a:rPr>
                          <m:t>cos</m:t>
                        </m:r>
                      </m:fName>
                      <m:e>
                        <m:r>
                          <a:rPr lang="en-US" altLang="en-US" sz="2800" b="0" i="1" smtClean="0">
                            <a:latin typeface="Cambria Math" panose="02040503050406030204" pitchFamily="18" charset="0"/>
                          </a:rPr>
                          <m:t>(</m:t>
                        </m:r>
                        <m:sSub>
                          <m:sSubPr>
                            <m:ctrlPr>
                              <a:rPr lang="en-GB" altLang="en-US" sz="2800" i="1">
                                <a:latin typeface="Cambria Math" panose="02040503050406030204" pitchFamily="18" charset="0"/>
                              </a:rPr>
                            </m:ctrlPr>
                          </m:sSubPr>
                          <m:e>
                            <m:r>
                              <a:rPr lang="en-GB" altLang="en-US" sz="2800" i="1">
                                <a:latin typeface="Cambria Math" panose="02040503050406030204" pitchFamily="18" charset="0"/>
                                <a:ea typeface="Cambria Math" panose="02040503050406030204" pitchFamily="18" charset="0"/>
                              </a:rPr>
                              <m:t>𝜃</m:t>
                            </m:r>
                          </m:e>
                          <m:sub>
                            <m:r>
                              <a:rPr lang="en-US" altLang="en-US" sz="2800" i="1">
                                <a:latin typeface="Cambria Math" panose="02040503050406030204" pitchFamily="18" charset="0"/>
                              </a:rPr>
                              <m:t>𝑣</m:t>
                            </m:r>
                          </m:sub>
                        </m:sSub>
                        <m:r>
                          <a:rPr lang="en-US" altLang="en-US" sz="2800" i="1">
                            <a:latin typeface="Cambria Math" panose="02040503050406030204" pitchFamily="18" charset="0"/>
                          </a:rPr>
                          <m:t>−</m:t>
                        </m:r>
                        <m:sSub>
                          <m:sSubPr>
                            <m:ctrlPr>
                              <a:rPr lang="en-GB" altLang="en-US" sz="2800" i="1">
                                <a:latin typeface="Cambria Math" panose="02040503050406030204" pitchFamily="18" charset="0"/>
                              </a:rPr>
                            </m:ctrlPr>
                          </m:sSubPr>
                          <m:e>
                            <m:r>
                              <a:rPr lang="en-GB" altLang="en-US" sz="2800" i="1">
                                <a:latin typeface="Cambria Math" panose="02040503050406030204" pitchFamily="18" charset="0"/>
                                <a:ea typeface="Cambria Math" panose="02040503050406030204" pitchFamily="18" charset="0"/>
                              </a:rPr>
                              <m:t>𝜃</m:t>
                            </m:r>
                          </m:e>
                          <m:sub>
                            <m:r>
                              <a:rPr lang="en-US" altLang="en-US" sz="2800" i="1">
                                <a:latin typeface="Cambria Math" panose="02040503050406030204" pitchFamily="18" charset="0"/>
                                <a:ea typeface="Cambria Math" panose="02040503050406030204" pitchFamily="18" charset="0"/>
                              </a:rPr>
                              <m:t>𝑖</m:t>
                            </m:r>
                          </m:sub>
                        </m:sSub>
                        <m:r>
                          <a:rPr lang="en-US" altLang="en-US" sz="2800" b="0" i="1" smtClean="0">
                            <a:latin typeface="Cambria Math" panose="02040503050406030204" pitchFamily="18" charset="0"/>
                          </a:rPr>
                          <m:t>)</m:t>
                        </m:r>
                      </m:e>
                    </m:func>
                    <m:r>
                      <a:rPr lang="en-US" altLang="en-US" sz="2800" b="0" i="1" smtClean="0">
                        <a:latin typeface="Cambria Math" panose="02040503050406030204" pitchFamily="18" charset="0"/>
                      </a:rPr>
                      <m:t> </m:t>
                    </m:r>
                  </m:oMath>
                </a14:m>
                <a:r>
                  <a:rPr lang="en-US" altLang="en-US" sz="2800" dirty="0"/>
                  <a:t>is referred to as the </a:t>
                </a:r>
                <a:r>
                  <a:rPr lang="en-US" altLang="en-US" sz="2800" b="1" i="1" u="sng" dirty="0">
                    <a:solidFill>
                      <a:schemeClr val="accent4"/>
                    </a:solidFill>
                  </a:rPr>
                  <a:t>power factor </a:t>
                </a:r>
                <a:r>
                  <a:rPr lang="en-US" altLang="en-US" sz="2800" i="1" dirty="0"/>
                  <a:t>(pf)</a:t>
                </a:r>
                <a:r>
                  <a:rPr lang="en-US" altLang="en-US" sz="2800" dirty="0"/>
                  <a:t>. </a:t>
                </a:r>
                <a:r>
                  <a:rPr lang="en-GB" altLang="en-US" sz="2800" dirty="0"/>
                  <a:t>The angle </a:t>
                </a:r>
                <a14:m>
                  <m:oMath xmlns:m="http://schemas.openxmlformats.org/officeDocument/2006/math">
                    <m:sSub>
                      <m:sSubPr>
                        <m:ctrlPr>
                          <a:rPr lang="en-GB" altLang="en-US" sz="2800" i="1">
                            <a:latin typeface="Cambria Math" panose="02040503050406030204" pitchFamily="18" charset="0"/>
                          </a:rPr>
                        </m:ctrlPr>
                      </m:sSubPr>
                      <m:e>
                        <m:r>
                          <a:rPr lang="en-GB" altLang="en-US" sz="2800" i="1">
                            <a:latin typeface="Cambria Math" panose="02040503050406030204" pitchFamily="18" charset="0"/>
                            <a:ea typeface="Cambria Math" panose="02040503050406030204" pitchFamily="18" charset="0"/>
                          </a:rPr>
                          <m:t>𝜃</m:t>
                        </m:r>
                      </m:e>
                      <m:sub>
                        <m:r>
                          <a:rPr lang="en-US" altLang="en-US" sz="2800" i="1">
                            <a:latin typeface="Cambria Math" panose="02040503050406030204" pitchFamily="18" charset="0"/>
                          </a:rPr>
                          <m:t>𝑣</m:t>
                        </m:r>
                      </m:sub>
                    </m:sSub>
                    <m:r>
                      <a:rPr lang="en-US" altLang="en-US" sz="2800" i="1">
                        <a:latin typeface="Cambria Math" panose="02040503050406030204" pitchFamily="18" charset="0"/>
                      </a:rPr>
                      <m:t>−</m:t>
                    </m:r>
                    <m:sSub>
                      <m:sSubPr>
                        <m:ctrlPr>
                          <a:rPr lang="en-GB" altLang="en-US" sz="2800" i="1">
                            <a:latin typeface="Cambria Math" panose="02040503050406030204" pitchFamily="18" charset="0"/>
                          </a:rPr>
                        </m:ctrlPr>
                      </m:sSubPr>
                      <m:e>
                        <m:r>
                          <a:rPr lang="en-GB" altLang="en-US" sz="2800" i="1">
                            <a:latin typeface="Cambria Math" panose="02040503050406030204" pitchFamily="18" charset="0"/>
                            <a:ea typeface="Cambria Math" panose="02040503050406030204" pitchFamily="18" charset="0"/>
                          </a:rPr>
                          <m:t>𝜃</m:t>
                        </m:r>
                      </m:e>
                      <m:sub>
                        <m:r>
                          <a:rPr lang="en-US" altLang="en-US" sz="2800" i="1">
                            <a:latin typeface="Cambria Math" panose="02040503050406030204" pitchFamily="18" charset="0"/>
                            <a:ea typeface="Cambria Math" panose="02040503050406030204" pitchFamily="18" charset="0"/>
                          </a:rPr>
                          <m:t>𝑖</m:t>
                        </m:r>
                      </m:sub>
                    </m:sSub>
                  </m:oMath>
                </a14:m>
                <a:r>
                  <a:rPr lang="en-GB" altLang="en-US" sz="2800" dirty="0"/>
                  <a:t>is called the </a:t>
                </a:r>
                <a:r>
                  <a:rPr lang="en-GB" altLang="en-US" sz="2800" b="1" i="1" u="sng" dirty="0">
                    <a:solidFill>
                      <a:schemeClr val="accent4"/>
                    </a:solidFill>
                  </a:rPr>
                  <a:t>power factor angle</a:t>
                </a:r>
                <a:r>
                  <a:rPr lang="en-GB" altLang="en-US" sz="2800" dirty="0"/>
                  <a:t>.</a:t>
                </a:r>
              </a:p>
            </p:txBody>
          </p:sp>
        </mc:Choice>
        <mc:Fallback xmlns="">
          <p:sp>
            <p:nvSpPr>
              <p:cNvPr id="9" name="Rectangle 8"/>
              <p:cNvSpPr>
                <a:spLocks noRot="1" noChangeAspect="1" noMove="1" noResize="1" noEditPoints="1" noAdjustHandles="1" noChangeArrowheads="1" noChangeShapeType="1" noTextEdit="1"/>
              </p:cNvSpPr>
              <p:nvPr/>
            </p:nvSpPr>
            <p:spPr>
              <a:xfrm>
                <a:off x="838196" y="5402243"/>
                <a:ext cx="10515600" cy="954107"/>
              </a:xfrm>
              <a:prstGeom prst="rect">
                <a:avLst/>
              </a:prstGeom>
              <a:blipFill>
                <a:blip r:embed="rId6"/>
                <a:stretch>
                  <a:fillRect l="-1159" t="-6369" r="-1217" b="-16561"/>
                </a:stretch>
              </a:blipFill>
            </p:spPr>
            <p:txBody>
              <a:bodyPr/>
              <a:lstStyle/>
              <a:p>
                <a:r>
                  <a:rPr lang="zh-CN" altLang="en-US">
                    <a:noFill/>
                  </a:rPr>
                  <a:t> </a:t>
                </a:r>
              </a:p>
            </p:txBody>
          </p:sp>
        </mc:Fallback>
      </mc:AlternateContent>
      <p:sp>
        <p:nvSpPr>
          <p:cNvPr id="10" name="Rectangle 9"/>
          <p:cNvSpPr/>
          <p:nvPr/>
        </p:nvSpPr>
        <p:spPr>
          <a:xfrm>
            <a:off x="5054138" y="3315585"/>
            <a:ext cx="315884" cy="5913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3"/>
          <p:cNvSpPr/>
          <p:nvPr/>
        </p:nvSpPr>
        <p:spPr>
          <a:xfrm>
            <a:off x="5386647" y="3315584"/>
            <a:ext cx="1895302" cy="591396"/>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12</a:t>
            </a:fld>
            <a:endParaRPr lang="en-US" altLang="zh-CN" dirty="0">
              <a:ea typeface="黑体" panose="02010609060101010101" pitchFamily="49" charset="-122"/>
            </a:endParaRPr>
          </a:p>
        </p:txBody>
      </p:sp>
    </p:spTree>
    <p:extLst>
      <p:ext uri="{BB962C8B-B14F-4D97-AF65-F5344CB8AC3E}">
        <p14:creationId xmlns:p14="http://schemas.microsoft.com/office/powerpoint/2010/main" val="185791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anim calcmode="lin" valueType="num">
                                      <p:cBhvr>
                                        <p:cTn id="11" dur="1000" fill="hold"/>
                                        <p:tgtEl>
                                          <p:spTgt spid="8"/>
                                        </p:tgtEl>
                                        <p:attrNameLst>
                                          <p:attrName>ppt_x</p:attrName>
                                        </p:attrNameLst>
                                      </p:cBhvr>
                                      <p:tavLst>
                                        <p:tav tm="0">
                                          <p:val>
                                            <p:strVal val="#ppt_x"/>
                                          </p:val>
                                        </p:tav>
                                        <p:tav tm="100000">
                                          <p:val>
                                            <p:strVal val="#ppt_x"/>
                                          </p:val>
                                        </p:tav>
                                      </p:tavLst>
                                    </p:anim>
                                    <p:anim calcmode="lin" valueType="num">
                                      <p:cBhvr>
                                        <p:cTn id="1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a:t>Apparent Power</a:t>
            </a:r>
          </a:p>
        </p:txBody>
      </p:sp>
      <p:sp>
        <p:nvSpPr>
          <p:cNvPr id="36867" name="Content Placeholder 2"/>
          <p:cNvSpPr>
            <a:spLocks noGrp="1"/>
          </p:cNvSpPr>
          <p:nvPr>
            <p:ph idx="1"/>
          </p:nvPr>
        </p:nvSpPr>
        <p:spPr>
          <a:xfrm>
            <a:off x="838200" y="2467681"/>
            <a:ext cx="10515600" cy="3268102"/>
          </a:xfrm>
        </p:spPr>
        <p:txBody>
          <a:bodyPr>
            <a:normAutofit/>
          </a:bodyPr>
          <a:lstStyle/>
          <a:p>
            <a:pPr algn="just"/>
            <a:r>
              <a:rPr lang="en-US" altLang="zh-CN" dirty="0"/>
              <a:t>The apparent power is so called because it seems apparent that the power should be the voltage-current product, by analogy with dc resistive circuits.</a:t>
            </a:r>
          </a:p>
          <a:p>
            <a:pPr algn="just"/>
            <a:r>
              <a:rPr lang="en-US" altLang="en-US" dirty="0"/>
              <a:t>The unit of apparent power is (</a:t>
            </a:r>
            <a:r>
              <a:rPr lang="en-US" altLang="en-US" i="1" dirty="0"/>
              <a:t>VA</a:t>
            </a:r>
            <a:r>
              <a:rPr lang="en-US" altLang="en-US" dirty="0"/>
              <a:t>), </a:t>
            </a:r>
            <a:r>
              <a:rPr lang="en-GB" altLang="en-US" dirty="0"/>
              <a:t>to distinguish it from the average or real power, which is measured in watts (</a:t>
            </a:r>
            <a:r>
              <a:rPr lang="en-GB" altLang="en-US" i="1" dirty="0"/>
              <a:t>W</a:t>
            </a:r>
            <a:r>
              <a:rPr lang="en-GB" altLang="en-US" dirty="0"/>
              <a:t>).</a:t>
            </a:r>
          </a:p>
          <a:p>
            <a:pPr algn="just"/>
            <a:r>
              <a:rPr lang="en-US" altLang="en-US" i="1" dirty="0"/>
              <a:t>Note: For a </a:t>
            </a:r>
            <a:r>
              <a:rPr lang="en-US" altLang="en-US" i="1" u="sng" dirty="0"/>
              <a:t>resistive</a:t>
            </a:r>
            <a:r>
              <a:rPr lang="en-US" altLang="en-US" i="1" dirty="0"/>
              <a:t> load, the apparent power is the average power (S=P); for a general load (impedance), it is not (S≠P).</a:t>
            </a:r>
          </a:p>
          <a:p>
            <a:pPr algn="just"/>
            <a:endParaRPr lang="en-US" altLang="en-US" i="1" dirty="0"/>
          </a:p>
        </p:txBody>
      </p:sp>
      <p:pic>
        <p:nvPicPr>
          <p:cNvPr id="8" name="Picture 7"/>
          <p:cNvPicPr>
            <a:picLocks noChangeAspect="1"/>
          </p:cNvPicPr>
          <p:nvPr/>
        </p:nvPicPr>
        <p:blipFill>
          <a:blip r:embed="rId3"/>
          <a:stretch>
            <a:fillRect/>
          </a:stretch>
        </p:blipFill>
        <p:spPr>
          <a:xfrm>
            <a:off x="1819159" y="1690688"/>
            <a:ext cx="3195697" cy="776993"/>
          </a:xfrm>
          <a:prstGeom prst="rect">
            <a:avLst/>
          </a:prstGeom>
        </p:spPr>
      </p:pic>
      <p:sp>
        <p:nvSpPr>
          <p:cNvPr id="9" name="Rectangle 8"/>
          <p:cNvSpPr/>
          <p:nvPr/>
        </p:nvSpPr>
        <p:spPr>
          <a:xfrm>
            <a:off x="2692059" y="1750236"/>
            <a:ext cx="315884" cy="5913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Rectangle 2"/>
              <p:cNvSpPr/>
              <p:nvPr/>
            </p:nvSpPr>
            <p:spPr>
              <a:xfrm>
                <a:off x="5995815" y="1816737"/>
                <a:ext cx="2792896"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altLang="en-US" sz="2800" i="1">
                          <a:latin typeface="Times New Roman" panose="02020603050405020304" pitchFamily="18" charset="0"/>
                          <a:cs typeface="Times New Roman" panose="02020603050405020304" pitchFamily="18" charset="0"/>
                        </a:rPr>
                        <m:t>S</m:t>
                      </m:r>
                      <m:r>
                        <a:rPr lang="en-US" altLang="en-US" sz="2800" i="1">
                          <a:latin typeface="Cambria Math" panose="02040503050406030204" pitchFamily="18" charset="0"/>
                        </a:rPr>
                        <m:t>=</m:t>
                      </m:r>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𝑉</m:t>
                          </m:r>
                        </m:e>
                        <m:sub>
                          <m:r>
                            <a:rPr lang="en-US" altLang="en-US" sz="2800" i="1">
                              <a:latin typeface="Cambria Math" panose="02040503050406030204" pitchFamily="18" charset="0"/>
                            </a:rPr>
                            <m:t>𝑟𝑚𝑠</m:t>
                          </m:r>
                        </m:sub>
                      </m:sSub>
                      <m:sSub>
                        <m:sSubPr>
                          <m:ctrlPr>
                            <a:rPr lang="en-US" altLang="en-US" sz="2800" i="1">
                              <a:latin typeface="Cambria Math" panose="02040503050406030204" pitchFamily="18" charset="0"/>
                            </a:rPr>
                          </m:ctrlPr>
                        </m:sSubPr>
                        <m:e>
                          <m:r>
                            <a:rPr lang="en-US" altLang="en-US" sz="2800" i="1">
                              <a:latin typeface="Cambria Math" panose="02040503050406030204" pitchFamily="18" charset="0"/>
                            </a:rPr>
                            <m:t>𝐼</m:t>
                          </m:r>
                        </m:e>
                        <m:sub>
                          <m:r>
                            <a:rPr lang="en-US" altLang="en-US" sz="2800" i="1">
                              <a:latin typeface="Cambria Math" panose="02040503050406030204" pitchFamily="18" charset="0"/>
                            </a:rPr>
                            <m:t>𝑟𝑚𝑠</m:t>
                          </m:r>
                        </m:sub>
                      </m:sSub>
                    </m:oMath>
                  </m:oMathPara>
                </a14:m>
                <a:endParaRPr lang="zh-CN" altLang="en-US" sz="2800" dirty="0"/>
              </a:p>
            </p:txBody>
          </p:sp>
        </mc:Choice>
        <mc:Fallback xmlns="">
          <p:sp>
            <p:nvSpPr>
              <p:cNvPr id="3" name="Rectangle 2"/>
              <p:cNvSpPr>
                <a:spLocks noRot="1" noChangeAspect="1" noMove="1" noResize="1" noEditPoints="1" noAdjustHandles="1" noChangeArrowheads="1" noChangeShapeType="1" noTextEdit="1"/>
              </p:cNvSpPr>
              <p:nvPr/>
            </p:nvSpPr>
            <p:spPr>
              <a:xfrm>
                <a:off x="5995815" y="1816737"/>
                <a:ext cx="2792896" cy="523220"/>
              </a:xfrm>
              <a:prstGeom prst="rect">
                <a:avLst/>
              </a:prstGeom>
              <a:blipFill>
                <a:blip r:embed="rId4"/>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13</a:t>
            </a:fld>
            <a:endParaRPr lang="en-US" altLang="zh-CN" dirty="0">
              <a:ea typeface="黑体" panose="02010609060101010101" pitchFamily="49" charset="-122"/>
            </a:endParaRPr>
          </a:p>
        </p:txBody>
      </p:sp>
    </p:spTree>
    <p:extLst>
      <p:ext uri="{BB962C8B-B14F-4D97-AF65-F5344CB8AC3E}">
        <p14:creationId xmlns:p14="http://schemas.microsoft.com/office/powerpoint/2010/main" val="1359773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a:t>Power Factor and Power Factor Angle</a:t>
            </a:r>
          </a:p>
        </p:txBody>
      </p:sp>
      <mc:AlternateContent xmlns:mc="http://schemas.openxmlformats.org/markup-compatibility/2006" xmlns:a14="http://schemas.microsoft.com/office/drawing/2010/main">
        <mc:Choice Requires="a14">
          <p:sp>
            <p:nvSpPr>
              <p:cNvPr id="36867" name="Content Placeholder 2"/>
              <p:cNvSpPr>
                <a:spLocks noGrp="1"/>
              </p:cNvSpPr>
              <p:nvPr>
                <p:ph idx="1"/>
              </p:nvPr>
            </p:nvSpPr>
            <p:spPr>
              <a:xfrm>
                <a:off x="838200" y="2467681"/>
                <a:ext cx="10515600" cy="4253794"/>
              </a:xfrm>
            </p:spPr>
            <p:txBody>
              <a:bodyPr>
                <a:noAutofit/>
              </a:bodyPr>
              <a:lstStyle/>
              <a:p>
                <a:pPr algn="just"/>
                <a:r>
                  <a:rPr lang="en-US" altLang="zh-CN" dirty="0"/>
                  <a:t>The power factor is dimensionless, since it is the ratio of the average power to the apparent power.</a:t>
                </a:r>
              </a:p>
              <a:p>
                <a:pPr algn="just"/>
                <a:r>
                  <a:rPr lang="en-GB" altLang="en-US" dirty="0"/>
                  <a:t>The power factor is the cosine of the phase difference between voltage and current: </a:t>
                </a:r>
                <a:r>
                  <a:rPr lang="en-US" altLang="en-US" u="sng" dirty="0"/>
                  <a:t>Power factor angle = the angle of the load impedance</a:t>
                </a:r>
                <a:r>
                  <a:rPr lang="en-US" altLang="en-US" dirty="0"/>
                  <a:t>. </a:t>
                </a:r>
              </a:p>
              <a:p>
                <a:pPr algn="just"/>
                <a:endParaRPr lang="en-US" altLang="en-US" i="1" dirty="0"/>
              </a:p>
              <a:p>
                <a:pPr algn="just"/>
                <a:endParaRPr lang="en-US" altLang="en-US" sz="3600" i="1" dirty="0"/>
              </a:p>
              <a:p>
                <a:pPr algn="just"/>
                <a:r>
                  <a:rPr lang="en-US" altLang="en-US" dirty="0"/>
                  <a:t>Purely reactive loads have a power factor of zero </a:t>
                </a:r>
                <a14:m>
                  <m:oMath xmlns:m="http://schemas.openxmlformats.org/officeDocument/2006/math">
                    <m:d>
                      <m:dPr>
                        <m:ctrlPr>
                          <a:rPr lang="en-GB" altLang="zh-CN" i="1">
                            <a:latin typeface="Cambria Math" panose="02040503050406030204" pitchFamily="18" charset="0"/>
                          </a:rPr>
                        </m:ctrlPr>
                      </m:dPr>
                      <m:e>
                        <m:sSub>
                          <m:sSubPr>
                            <m:ctrlPr>
                              <a:rPr lang="en-GB" altLang="zh-CN" i="1">
                                <a:latin typeface="Cambria Math" panose="02040503050406030204" pitchFamily="18" charset="0"/>
                              </a:rPr>
                            </m:ctrlPr>
                          </m:sSubPr>
                          <m:e>
                            <m:r>
                              <a:rPr lang="en-GB" altLang="zh-CN" i="1">
                                <a:latin typeface="Cambria Math" panose="02040503050406030204" pitchFamily="18" charset="0"/>
                              </a:rPr>
                              <m:t>𝜃</m:t>
                            </m:r>
                          </m:e>
                          <m:sub>
                            <m:r>
                              <a:rPr lang="en-GB" altLang="zh-CN" i="1">
                                <a:latin typeface="Cambria Math" panose="02040503050406030204" pitchFamily="18" charset="0"/>
                              </a:rPr>
                              <m:t>𝑣</m:t>
                            </m:r>
                          </m:sub>
                        </m:sSub>
                        <m:r>
                          <a:rPr lang="en-GB" altLang="zh-CN">
                            <a:latin typeface="Cambria Math" panose="02040503050406030204" pitchFamily="18" charset="0"/>
                          </a:rPr>
                          <m:t>−</m:t>
                        </m:r>
                        <m:sSub>
                          <m:sSubPr>
                            <m:ctrlPr>
                              <a:rPr lang="en-GB" altLang="zh-CN" i="1">
                                <a:latin typeface="Cambria Math" panose="02040503050406030204" pitchFamily="18" charset="0"/>
                              </a:rPr>
                            </m:ctrlPr>
                          </m:sSubPr>
                          <m:e>
                            <m:r>
                              <a:rPr lang="en-GB" altLang="zh-CN" i="1">
                                <a:latin typeface="Cambria Math" panose="02040503050406030204" pitchFamily="18" charset="0"/>
                              </a:rPr>
                              <m:t>𝜃</m:t>
                            </m:r>
                          </m:e>
                          <m:sub>
                            <m:r>
                              <a:rPr lang="en-GB" altLang="zh-CN" i="1">
                                <a:latin typeface="Cambria Math" panose="02040503050406030204" pitchFamily="18" charset="0"/>
                              </a:rPr>
                              <m:t>𝑖</m:t>
                            </m:r>
                          </m:sub>
                        </m:sSub>
                      </m:e>
                    </m:d>
                  </m:oMath>
                </a14:m>
                <a:r>
                  <a:rPr lang="en-GB" altLang="zh-CN" dirty="0">
                    <a:latin typeface="Times New Roman" panose="02020603050405020304" pitchFamily="18" charset="0"/>
                    <a:cs typeface="Times New Roman" panose="02020603050405020304" pitchFamily="18" charset="0"/>
                  </a:rPr>
                  <a:t>=</a:t>
                </a:r>
                <a14:m>
                  <m:oMath xmlns:m="http://schemas.openxmlformats.org/officeDocument/2006/math">
                    <m:r>
                      <a:rPr lang="en-GB" altLang="zh-CN" i="1" dirty="0">
                        <a:latin typeface="Cambria Math" panose="02040503050406030204" pitchFamily="18" charset="0"/>
                        <a:ea typeface="Cambria Math" panose="02040503050406030204" pitchFamily="18" charset="0"/>
                      </a:rPr>
                      <m:t>±</m:t>
                    </m:r>
                    <m:sSup>
                      <m:sSupPr>
                        <m:ctrlPr>
                          <a:rPr lang="en-GB" altLang="zh-CN"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90</m:t>
                        </m:r>
                      </m:e>
                      <m:sup>
                        <m:r>
                          <a:rPr lang="en-US" altLang="zh-CN" i="1" dirty="0">
                            <a:latin typeface="Cambria Math" panose="02040503050406030204" pitchFamily="18" charset="0"/>
                            <a:ea typeface="Cambria Math" panose="02040503050406030204" pitchFamily="18" charset="0"/>
                          </a:rPr>
                          <m:t>𝑜</m:t>
                        </m:r>
                        <m:r>
                          <m:rPr>
                            <m:nor/>
                          </m:rPr>
                          <a:rPr lang="en-GB" altLang="zh-CN" dirty="0">
                            <a:latin typeface="Times New Roman" panose="02020603050405020304" pitchFamily="18" charset="0"/>
                            <a:cs typeface="Times New Roman" panose="02020603050405020304" pitchFamily="18" charset="0"/>
                          </a:rPr>
                          <m:t> </m:t>
                        </m:r>
                      </m:sup>
                    </m:sSup>
                  </m:oMath>
                </a14:m>
                <a:endParaRPr lang="en-US" altLang="en-US" i="1" dirty="0"/>
              </a:p>
              <a:p>
                <a:pPr algn="just"/>
                <a:endParaRPr lang="en-US" altLang="en-US" i="1" dirty="0"/>
              </a:p>
            </p:txBody>
          </p:sp>
        </mc:Choice>
        <mc:Fallback xmlns="">
          <p:sp>
            <p:nvSpPr>
              <p:cNvPr id="36867" name="Content Placeholder 2"/>
              <p:cNvSpPr>
                <a:spLocks noGrp="1" noRot="1" noChangeAspect="1" noMove="1" noResize="1" noEditPoints="1" noAdjustHandles="1" noChangeArrowheads="1" noChangeShapeType="1" noTextEdit="1"/>
              </p:cNvSpPr>
              <p:nvPr>
                <p:ph idx="1"/>
              </p:nvPr>
            </p:nvSpPr>
            <p:spPr>
              <a:xfrm>
                <a:off x="838200" y="2467681"/>
                <a:ext cx="10515600" cy="4253794"/>
              </a:xfrm>
              <a:blipFill>
                <a:blip r:embed="rId4"/>
                <a:stretch>
                  <a:fillRect l="-965" t="-2083" r="-1086"/>
                </a:stretch>
              </a:blipFill>
            </p:spPr>
            <p:txBody>
              <a:bodyPr/>
              <a:lstStyle/>
              <a:p>
                <a:r>
                  <a:rPr lang="en-US">
                    <a:noFill/>
                  </a:rPr>
                  <a:t> </a:t>
                </a:r>
              </a:p>
            </p:txBody>
          </p:sp>
        </mc:Fallback>
      </mc:AlternateContent>
      <p:pic>
        <p:nvPicPr>
          <p:cNvPr id="8" name="Picture 7"/>
          <p:cNvPicPr>
            <a:picLocks noChangeAspect="1"/>
          </p:cNvPicPr>
          <p:nvPr/>
        </p:nvPicPr>
        <p:blipFill>
          <a:blip r:embed="rId5"/>
          <a:stretch>
            <a:fillRect/>
          </a:stretch>
        </p:blipFill>
        <p:spPr>
          <a:xfrm>
            <a:off x="4498151" y="1690688"/>
            <a:ext cx="3195697" cy="776993"/>
          </a:xfrm>
          <a:prstGeom prst="rect">
            <a:avLst/>
          </a:prstGeom>
        </p:spPr>
      </p:pic>
      <p:graphicFrame>
        <p:nvGraphicFramePr>
          <p:cNvPr id="9" name="Object 6"/>
          <p:cNvGraphicFramePr>
            <a:graphicFrameLocks noChangeAspect="1"/>
          </p:cNvGraphicFramePr>
          <p:nvPr>
            <p:extLst>
              <p:ext uri="{D42A27DB-BD31-4B8C-83A1-F6EECF244321}">
                <p14:modId xmlns:p14="http://schemas.microsoft.com/office/powerpoint/2010/main" val="393934084"/>
              </p:ext>
            </p:extLst>
          </p:nvPr>
        </p:nvGraphicFramePr>
        <p:xfrm>
          <a:off x="3003775" y="4327828"/>
          <a:ext cx="6758190" cy="1027411"/>
        </p:xfrm>
        <a:graphic>
          <a:graphicData uri="http://schemas.openxmlformats.org/presentationml/2006/ole">
            <mc:AlternateContent xmlns:mc="http://schemas.openxmlformats.org/markup-compatibility/2006">
              <mc:Choice xmlns:v="urn:schemas-microsoft-com:vml" Requires="v">
                <p:oleObj name="Equation" r:id="rId6" imgW="3009900" imgH="457200" progId="Equation.DSMT4">
                  <p:embed/>
                </p:oleObj>
              </mc:Choice>
              <mc:Fallback>
                <p:oleObj name="Equation" r:id="rId6" imgW="3009900" imgH="457200" progId="Equation.DSMT4">
                  <p:embed/>
                  <p:pic>
                    <p:nvPicPr>
                      <p:cNvPr id="9"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03775" y="4327828"/>
                        <a:ext cx="6758190" cy="1027411"/>
                      </a:xfrm>
                      <a:prstGeom prst="rect">
                        <a:avLst/>
                      </a:prstGeom>
                      <a:noFill/>
                    </p:spPr>
                  </p:pic>
                </p:oleObj>
              </mc:Fallback>
            </mc:AlternateContent>
          </a:graphicData>
        </a:graphic>
      </p:graphicFrame>
      <p:sp>
        <p:nvSpPr>
          <p:cNvPr id="10" name="Rectangle 9"/>
          <p:cNvSpPr/>
          <p:nvPr/>
        </p:nvSpPr>
        <p:spPr>
          <a:xfrm>
            <a:off x="5669279" y="1765495"/>
            <a:ext cx="1895302" cy="591396"/>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14</a:t>
            </a:fld>
            <a:endParaRPr lang="en-US" altLang="zh-CN" dirty="0">
              <a:ea typeface="黑体" panose="02010609060101010101" pitchFamily="49" charset="-122"/>
            </a:endParaRPr>
          </a:p>
        </p:txBody>
      </p:sp>
    </p:spTree>
    <p:extLst>
      <p:ext uri="{BB962C8B-B14F-4D97-AF65-F5344CB8AC3E}">
        <p14:creationId xmlns:p14="http://schemas.microsoft.com/office/powerpoint/2010/main" val="1919399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a:t>Complex Power</a:t>
            </a:r>
          </a:p>
        </p:txBody>
      </p:sp>
      <p:sp>
        <p:nvSpPr>
          <p:cNvPr id="43011" name="Content Placeholder 2"/>
          <p:cNvSpPr>
            <a:spLocks noGrp="1"/>
          </p:cNvSpPr>
          <p:nvPr>
            <p:ph idx="1"/>
          </p:nvPr>
        </p:nvSpPr>
        <p:spPr>
          <a:xfrm>
            <a:off x="838200" y="1690688"/>
            <a:ext cx="10515600" cy="4747434"/>
          </a:xfrm>
        </p:spPr>
        <p:txBody>
          <a:bodyPr>
            <a:noAutofit/>
          </a:bodyPr>
          <a:lstStyle/>
          <a:p>
            <a:pPr algn="just"/>
            <a:r>
              <a:rPr lang="en-US" altLang="zh-CN" dirty="0"/>
              <a:t>The term </a:t>
            </a:r>
            <a:r>
              <a:rPr lang="en-GB" altLang="en-US" dirty="0"/>
              <a:t>complex power is used to find the total power effect of loads. </a:t>
            </a:r>
            <a:r>
              <a:rPr lang="en-US" altLang="en-US" dirty="0"/>
              <a:t>Complex power is important in power analysis because it contains all the information pertaining to the power absorbed by a given load. </a:t>
            </a:r>
          </a:p>
          <a:p>
            <a:pPr algn="just"/>
            <a:endParaRPr lang="en-US" altLang="en-US" dirty="0"/>
          </a:p>
          <a:p>
            <a:pPr algn="just"/>
            <a:endParaRPr lang="en-US" altLang="en-US" dirty="0"/>
          </a:p>
          <a:p>
            <a:pPr algn="just"/>
            <a:endParaRPr lang="en-US" altLang="en-US" dirty="0"/>
          </a:p>
          <a:p>
            <a:pPr algn="just"/>
            <a:endParaRPr lang="en-US" altLang="en-US" dirty="0"/>
          </a:p>
          <a:p>
            <a:pPr algn="just"/>
            <a:endParaRPr lang="en-US" altLang="en-US" sz="1800" dirty="0"/>
          </a:p>
          <a:p>
            <a:pPr algn="just"/>
            <a:endParaRPr lang="en-US" altLang="en-US" sz="1800" dirty="0"/>
          </a:p>
          <a:p>
            <a:pPr algn="just"/>
            <a:r>
              <a:rPr lang="en-US" altLang="en-US" dirty="0"/>
              <a:t>It is a complex number, where its magnitude is the apparent power; hence it is measured in volt-amperes (VA) too.</a:t>
            </a:r>
            <a:endParaRPr lang="en-GB" altLang="en-US" dirty="0"/>
          </a:p>
        </p:txBody>
      </p:sp>
      <p:graphicFrame>
        <p:nvGraphicFramePr>
          <p:cNvPr id="43013" name="Object 7"/>
          <p:cNvGraphicFramePr>
            <a:graphicFrameLocks noChangeAspect="1"/>
          </p:cNvGraphicFramePr>
          <p:nvPr>
            <p:extLst>
              <p:ext uri="{D42A27DB-BD31-4B8C-83A1-F6EECF244321}">
                <p14:modId xmlns:p14="http://schemas.microsoft.com/office/powerpoint/2010/main" val="997519731"/>
              </p:ext>
            </p:extLst>
          </p:nvPr>
        </p:nvGraphicFramePr>
        <p:xfrm>
          <a:off x="3334505" y="3014334"/>
          <a:ext cx="1636741" cy="1015360"/>
        </p:xfrm>
        <a:graphic>
          <a:graphicData uri="http://schemas.openxmlformats.org/presentationml/2006/ole">
            <mc:AlternateContent xmlns:mc="http://schemas.openxmlformats.org/markup-compatibility/2006">
              <mc:Choice xmlns:v="urn:schemas-microsoft-com:vml" Requires="v">
                <p:oleObj name="Equation" r:id="rId3" imgW="634725" imgH="393529" progId="Equation.DSMT4">
                  <p:embed/>
                </p:oleObj>
              </mc:Choice>
              <mc:Fallback>
                <p:oleObj name="Equation" r:id="rId3" imgW="634725" imgH="393529" progId="Equation.DSMT4">
                  <p:embed/>
                  <p:pic>
                    <p:nvPicPr>
                      <p:cNvPr id="4301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4505" y="3014334"/>
                        <a:ext cx="1636741" cy="1015360"/>
                      </a:xfrm>
                      <a:prstGeom prst="rect">
                        <a:avLst/>
                      </a:prstGeom>
                      <a:solidFill>
                        <a:srgbClr val="D1E6B5"/>
                      </a:solidFill>
                    </p:spPr>
                  </p:pic>
                </p:oleObj>
              </mc:Fallback>
            </mc:AlternateContent>
          </a:graphicData>
        </a:graphic>
      </p:graphicFrame>
      <p:pic>
        <p:nvPicPr>
          <p:cNvPr id="4" name="Picture 3"/>
          <p:cNvPicPr>
            <a:picLocks noChangeAspect="1"/>
          </p:cNvPicPr>
          <p:nvPr/>
        </p:nvPicPr>
        <p:blipFill>
          <a:blip r:embed="rId5" cstate="print">
            <a:clrChange>
              <a:clrFrom>
                <a:srgbClr val="FFFFFF"/>
              </a:clrFrom>
              <a:clrTo>
                <a:srgbClr val="FFFFFF">
                  <a:alpha val="0"/>
                </a:srgbClr>
              </a:clrTo>
            </a:clrChange>
          </a:blip>
          <a:stretch>
            <a:fillRect/>
          </a:stretch>
        </p:blipFill>
        <p:spPr>
          <a:xfrm>
            <a:off x="838200" y="3200745"/>
            <a:ext cx="2339985" cy="2376608"/>
          </a:xfrm>
          <a:prstGeom prst="rect">
            <a:avLst/>
          </a:prstGeom>
        </p:spPr>
      </p:pic>
      <p:graphicFrame>
        <p:nvGraphicFramePr>
          <p:cNvPr id="13" name="Object 6"/>
          <p:cNvGraphicFramePr>
            <a:graphicFrameLocks noChangeAspect="1"/>
          </p:cNvGraphicFramePr>
          <p:nvPr>
            <p:extLst>
              <p:ext uri="{D42A27DB-BD31-4B8C-83A1-F6EECF244321}">
                <p14:modId xmlns:p14="http://schemas.microsoft.com/office/powerpoint/2010/main" val="4273715071"/>
              </p:ext>
            </p:extLst>
          </p:nvPr>
        </p:nvGraphicFramePr>
        <p:xfrm>
          <a:off x="5549217" y="3040626"/>
          <a:ext cx="5689039" cy="918121"/>
        </p:xfrm>
        <a:graphic>
          <a:graphicData uri="http://schemas.openxmlformats.org/presentationml/2006/ole">
            <mc:AlternateContent xmlns:mc="http://schemas.openxmlformats.org/markup-compatibility/2006">
              <mc:Choice xmlns:v="urn:schemas-microsoft-com:vml" Requires="v">
                <p:oleObj name="Equation" r:id="rId6" imgW="2755900" imgH="444500" progId="Equation.DSMT4">
                  <p:embed/>
                </p:oleObj>
              </mc:Choice>
              <mc:Fallback>
                <p:oleObj name="Equation" r:id="rId6" imgW="2755900" imgH="444500" progId="Equation.DSMT4">
                  <p:embed/>
                  <p:pic>
                    <p:nvPicPr>
                      <p:cNvPr id="13"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49217" y="3040626"/>
                        <a:ext cx="5689039" cy="918121"/>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6" name="TextBox 5"/>
              <p:cNvSpPr txBox="1"/>
              <p:nvPr/>
            </p:nvSpPr>
            <p:spPr>
              <a:xfrm>
                <a:off x="3985166" y="4200775"/>
                <a:ext cx="3688895" cy="485967"/>
              </a:xfrm>
              <a:prstGeom prst="rect">
                <a:avLst/>
              </a:prstGeom>
              <a:solidFill>
                <a:schemeClr val="accent2">
                  <a:lumMod val="40000"/>
                  <a:lumOff val="6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b="0" i="1" smtClean="0">
                              <a:latin typeface="Cambria Math" panose="02040503050406030204" pitchFamily="18" charset="0"/>
                            </a:rPr>
                          </m:ctrlPr>
                        </m:accPr>
                        <m:e>
                          <m:r>
                            <a:rPr lang="en-US" altLang="zh-CN" sz="2800" b="0" i="1" smtClean="0">
                              <a:latin typeface="Cambria Math" panose="02040503050406030204" pitchFamily="18" charset="0"/>
                            </a:rPr>
                            <m:t>𝑆</m:t>
                          </m:r>
                        </m:e>
                      </m:acc>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𝑉</m:t>
                          </m:r>
                        </m:e>
                        <m:sub>
                          <m:r>
                            <a:rPr lang="en-US" altLang="zh-CN" sz="2800" b="0" i="1" smtClean="0">
                              <a:latin typeface="Cambria Math" panose="02040503050406030204" pitchFamily="18" charset="0"/>
                            </a:rPr>
                            <m:t>𝑟𝑚𝑠</m:t>
                          </m:r>
                        </m:sub>
                      </m:sSub>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𝐼</m:t>
                          </m:r>
                        </m:e>
                        <m:sub>
                          <m:r>
                            <a:rPr lang="en-US" altLang="zh-CN" sz="2800" i="1">
                              <a:latin typeface="Cambria Math" panose="02040503050406030204" pitchFamily="18" charset="0"/>
                            </a:rPr>
                            <m:t>𝑟𝑚𝑠</m:t>
                          </m:r>
                        </m:sub>
                      </m:sSub>
                      <m:r>
                        <a:rPr lang="en-US" altLang="zh-CN" sz="2800" i="1" smtClean="0">
                          <a:latin typeface="Cambria Math" panose="02040503050406030204" pitchFamily="18" charset="0"/>
                          <a:ea typeface="Cambria Math" panose="02040503050406030204" pitchFamily="18" charset="0"/>
                        </a:rPr>
                        <m:t>∠</m:t>
                      </m:r>
                      <m:d>
                        <m:dPr>
                          <m:ctrlPr>
                            <a:rPr lang="en-US" altLang="zh-CN" sz="2800" i="1" smtClean="0">
                              <a:latin typeface="Cambria Math" panose="02040503050406030204" pitchFamily="18" charset="0"/>
                              <a:ea typeface="Cambria Math" panose="02040503050406030204" pitchFamily="18" charset="0"/>
                            </a:rPr>
                          </m:ctrlPr>
                        </m:dPr>
                        <m:e>
                          <m:sSub>
                            <m:sSubPr>
                              <m:ctrlPr>
                                <a:rPr lang="en-US" altLang="zh-CN" sz="2800" i="1" smtClean="0">
                                  <a:latin typeface="Cambria Math" panose="02040503050406030204" pitchFamily="18" charset="0"/>
                                  <a:ea typeface="Cambria Math" panose="02040503050406030204" pitchFamily="18" charset="0"/>
                                </a:rPr>
                              </m:ctrlPr>
                            </m:sSubPr>
                            <m:e>
                              <m:r>
                                <a:rPr lang="zh-CN" altLang="en-US" sz="2800" i="1" smtClean="0">
                                  <a:latin typeface="Cambria Math" panose="02040503050406030204" pitchFamily="18" charset="0"/>
                                  <a:ea typeface="Cambria Math" panose="02040503050406030204" pitchFamily="18" charset="0"/>
                                </a:rPr>
                                <m:t>𝜃</m:t>
                              </m:r>
                            </m:e>
                            <m:sub>
                              <m:r>
                                <a:rPr lang="en-US" altLang="zh-CN" sz="2800" b="0" i="1" smtClean="0">
                                  <a:latin typeface="Cambria Math" panose="02040503050406030204" pitchFamily="18" charset="0"/>
                                  <a:ea typeface="Cambria Math" panose="02040503050406030204" pitchFamily="18" charset="0"/>
                                </a:rPr>
                                <m:t>𝑣</m:t>
                              </m:r>
                            </m:sub>
                          </m:sSub>
                          <m:r>
                            <a:rPr lang="en-US" altLang="zh-CN" sz="2800" b="0" i="1"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zh-CN" altLang="en-US" sz="2800" i="1">
                                  <a:latin typeface="Cambria Math" panose="02040503050406030204" pitchFamily="18" charset="0"/>
                                  <a:ea typeface="Cambria Math" panose="02040503050406030204" pitchFamily="18" charset="0"/>
                                </a:rPr>
                                <m:t>𝜃</m:t>
                              </m:r>
                            </m:e>
                            <m:sub>
                              <m:r>
                                <a:rPr lang="en-US" altLang="zh-CN" sz="2800" b="0" i="1" smtClean="0">
                                  <a:latin typeface="Cambria Math" panose="02040503050406030204" pitchFamily="18" charset="0"/>
                                  <a:ea typeface="Cambria Math" panose="02040503050406030204" pitchFamily="18" charset="0"/>
                                </a:rPr>
                                <m:t>𝑖</m:t>
                              </m:r>
                            </m:sub>
                          </m:sSub>
                        </m:e>
                      </m:d>
                    </m:oMath>
                  </m:oMathPara>
                </a14:m>
                <a:endParaRPr lang="en-US" altLang="zh-CN" sz="2800" dirty="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985166" y="4200775"/>
                <a:ext cx="3688895" cy="48596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280241" y="4896486"/>
                <a:ext cx="7494103" cy="430887"/>
              </a:xfrm>
              <a:prstGeom prst="rect">
                <a:avLst/>
              </a:prstGeom>
              <a:solidFill>
                <a:schemeClr val="accent2">
                  <a:lumMod val="40000"/>
                  <a:lumOff val="60000"/>
                </a:schemeClr>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𝑉</m:t>
                          </m:r>
                        </m:e>
                        <m:sub>
                          <m:r>
                            <a:rPr lang="en-US" altLang="zh-CN" sz="2800" i="1">
                              <a:latin typeface="Cambria Math" panose="02040503050406030204" pitchFamily="18" charset="0"/>
                            </a:rPr>
                            <m:t>𝑟𝑚𝑠</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𝐼</m:t>
                          </m:r>
                        </m:e>
                        <m:sub>
                          <m:r>
                            <a:rPr lang="en-US" altLang="zh-CN" sz="2800" i="1">
                              <a:latin typeface="Cambria Math" panose="02040503050406030204" pitchFamily="18" charset="0"/>
                            </a:rPr>
                            <m:t>𝑟𝑚𝑠</m:t>
                          </m:r>
                        </m:sub>
                      </m:sSub>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cos</m:t>
                          </m:r>
                        </m:fName>
                        <m:e>
                          <m:d>
                            <m:dPr>
                              <m:ctrlPr>
                                <a:rPr lang="en-US" altLang="zh-CN" sz="2800" i="1">
                                  <a:latin typeface="Cambria Math" panose="02040503050406030204" pitchFamily="18" charset="0"/>
                                  <a:ea typeface="Cambria Math" panose="02040503050406030204" pitchFamily="18" charset="0"/>
                                </a:rPr>
                              </m:ctrlPr>
                            </m:dPr>
                            <m:e>
                              <m:sSub>
                                <m:sSubPr>
                                  <m:ctrlPr>
                                    <a:rPr lang="en-US" altLang="zh-CN" sz="2800" i="1">
                                      <a:latin typeface="Cambria Math" panose="02040503050406030204" pitchFamily="18" charset="0"/>
                                      <a:ea typeface="Cambria Math" panose="02040503050406030204" pitchFamily="18" charset="0"/>
                                    </a:rPr>
                                  </m:ctrlPr>
                                </m:sSubPr>
                                <m:e>
                                  <m:r>
                                    <a:rPr lang="zh-CN" altLang="en-US" sz="2800" i="1">
                                      <a:latin typeface="Cambria Math" panose="02040503050406030204" pitchFamily="18" charset="0"/>
                                      <a:ea typeface="Cambria Math" panose="02040503050406030204" pitchFamily="18" charset="0"/>
                                    </a:rPr>
                                    <m:t>𝜃</m:t>
                                  </m:r>
                                </m:e>
                                <m:sub>
                                  <m:r>
                                    <a:rPr lang="en-US" altLang="zh-CN" sz="2800" i="1">
                                      <a:latin typeface="Cambria Math" panose="02040503050406030204" pitchFamily="18" charset="0"/>
                                      <a:ea typeface="Cambria Math" panose="02040503050406030204" pitchFamily="18" charset="0"/>
                                    </a:rPr>
                                    <m:t>𝑣</m:t>
                                  </m:r>
                                </m:sub>
                              </m:sSub>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zh-CN" altLang="en-US" sz="2800" i="1">
                                      <a:latin typeface="Cambria Math" panose="02040503050406030204" pitchFamily="18" charset="0"/>
                                      <a:ea typeface="Cambria Math" panose="02040503050406030204" pitchFamily="18" charset="0"/>
                                    </a:rPr>
                                    <m:t>𝜃</m:t>
                                  </m:r>
                                </m:e>
                                <m:sub>
                                  <m:r>
                                    <a:rPr lang="en-US" altLang="zh-CN" sz="2800" i="1">
                                      <a:latin typeface="Cambria Math" panose="02040503050406030204" pitchFamily="18" charset="0"/>
                                      <a:ea typeface="Cambria Math" panose="02040503050406030204" pitchFamily="18" charset="0"/>
                                    </a:rPr>
                                    <m:t>𝑖</m:t>
                                  </m:r>
                                </m:sub>
                              </m:sSub>
                            </m:e>
                          </m:d>
                        </m:e>
                      </m:func>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𝑗</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𝑉</m:t>
                          </m:r>
                        </m:e>
                        <m:sub>
                          <m:r>
                            <a:rPr lang="en-US" altLang="zh-CN" sz="2800" i="1">
                              <a:latin typeface="Cambria Math" panose="02040503050406030204" pitchFamily="18" charset="0"/>
                            </a:rPr>
                            <m:t>𝑟𝑚𝑠</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𝐼</m:t>
                          </m:r>
                        </m:e>
                        <m:sub>
                          <m:r>
                            <a:rPr lang="en-US" altLang="zh-CN" sz="2800" i="1">
                              <a:latin typeface="Cambria Math" panose="02040503050406030204" pitchFamily="18" charset="0"/>
                            </a:rPr>
                            <m:t>𝑟𝑚𝑠</m:t>
                          </m:r>
                        </m:sub>
                      </m:sSub>
                      <m:func>
                        <m:funcPr>
                          <m:ctrlPr>
                            <a:rPr lang="en-US" altLang="zh-CN" sz="2800" i="1">
                              <a:latin typeface="Cambria Math" panose="02040503050406030204" pitchFamily="18" charset="0"/>
                            </a:rPr>
                          </m:ctrlPr>
                        </m:funcPr>
                        <m:fName>
                          <m:r>
                            <m:rPr>
                              <m:sty m:val="p"/>
                            </m:rPr>
                            <a:rPr lang="en-US" altLang="zh-CN" sz="2800">
                              <a:latin typeface="Cambria Math" panose="02040503050406030204" pitchFamily="18" charset="0"/>
                            </a:rPr>
                            <m:t>s</m:t>
                          </m:r>
                          <m:r>
                            <m:rPr>
                              <m:sty m:val="p"/>
                            </m:rPr>
                            <a:rPr lang="en-US" altLang="zh-CN" sz="2800" b="0" i="0" smtClean="0">
                              <a:latin typeface="Cambria Math" panose="02040503050406030204" pitchFamily="18" charset="0"/>
                            </a:rPr>
                            <m:t>in</m:t>
                          </m:r>
                        </m:fName>
                        <m:e>
                          <m:d>
                            <m:dPr>
                              <m:ctrlPr>
                                <a:rPr lang="en-US" altLang="zh-CN" sz="2800" i="1">
                                  <a:latin typeface="Cambria Math" panose="02040503050406030204" pitchFamily="18" charset="0"/>
                                  <a:ea typeface="Cambria Math" panose="02040503050406030204" pitchFamily="18" charset="0"/>
                                </a:rPr>
                              </m:ctrlPr>
                            </m:dPr>
                            <m:e>
                              <m:sSub>
                                <m:sSubPr>
                                  <m:ctrlPr>
                                    <a:rPr lang="en-US" altLang="zh-CN" sz="2800" i="1">
                                      <a:latin typeface="Cambria Math" panose="02040503050406030204" pitchFamily="18" charset="0"/>
                                      <a:ea typeface="Cambria Math" panose="02040503050406030204" pitchFamily="18" charset="0"/>
                                    </a:rPr>
                                  </m:ctrlPr>
                                </m:sSubPr>
                                <m:e>
                                  <m:r>
                                    <a:rPr lang="zh-CN" altLang="en-US" sz="2800" i="1">
                                      <a:latin typeface="Cambria Math" panose="02040503050406030204" pitchFamily="18" charset="0"/>
                                      <a:ea typeface="Cambria Math" panose="02040503050406030204" pitchFamily="18" charset="0"/>
                                    </a:rPr>
                                    <m:t>𝜃</m:t>
                                  </m:r>
                                </m:e>
                                <m:sub>
                                  <m:r>
                                    <a:rPr lang="en-US" altLang="zh-CN" sz="2800" i="1">
                                      <a:latin typeface="Cambria Math" panose="02040503050406030204" pitchFamily="18" charset="0"/>
                                      <a:ea typeface="Cambria Math" panose="02040503050406030204" pitchFamily="18" charset="0"/>
                                    </a:rPr>
                                    <m:t>𝑣</m:t>
                                  </m:r>
                                </m:sub>
                              </m:sSub>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zh-CN" altLang="en-US" sz="2800" i="1">
                                      <a:latin typeface="Cambria Math" panose="02040503050406030204" pitchFamily="18" charset="0"/>
                                      <a:ea typeface="Cambria Math" panose="02040503050406030204" pitchFamily="18" charset="0"/>
                                    </a:rPr>
                                    <m:t>𝜃</m:t>
                                  </m:r>
                                </m:e>
                                <m:sub>
                                  <m:r>
                                    <a:rPr lang="en-US" altLang="zh-CN" sz="2800" i="1">
                                      <a:latin typeface="Cambria Math" panose="02040503050406030204" pitchFamily="18" charset="0"/>
                                      <a:ea typeface="Cambria Math" panose="02040503050406030204" pitchFamily="18" charset="0"/>
                                    </a:rPr>
                                    <m:t>𝑖</m:t>
                                  </m:r>
                                </m:sub>
                              </m:sSub>
                            </m:e>
                          </m:d>
                        </m:e>
                      </m:func>
                    </m:oMath>
                  </m:oMathPara>
                </a14:m>
                <a:endParaRPr lang="en-US" altLang="zh-CN" sz="2800" dirty="0">
                  <a:ea typeface="Cambria Math" panose="020405030504060302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4280241" y="4896486"/>
                <a:ext cx="7494103" cy="430887"/>
              </a:xfrm>
              <a:prstGeom prst="rect">
                <a:avLst/>
              </a:prstGeom>
              <a:blipFill>
                <a:blip r:embed="rId10"/>
                <a:stretch>
                  <a:fillRect/>
                </a:stretch>
              </a:blipFill>
            </p:spPr>
            <p:txBody>
              <a:bodyPr/>
              <a:lstStyle/>
              <a:p>
                <a:r>
                  <a:rPr lang="zh-CN" altLang="en-US">
                    <a:noFill/>
                  </a:rPr>
                  <a:t> </a:t>
                </a:r>
              </a:p>
            </p:txBody>
          </p:sp>
        </mc:Fallback>
      </mc:AlternateContent>
      <p:sp>
        <p:nvSpPr>
          <p:cNvPr id="8" name="Curved Right Arrow 7"/>
          <p:cNvSpPr/>
          <p:nvPr/>
        </p:nvSpPr>
        <p:spPr>
          <a:xfrm rot="19973513">
            <a:off x="3297541" y="4109634"/>
            <a:ext cx="422848" cy="921023"/>
          </a:xfrm>
          <a:prstGeom prst="curved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Slide Number Placeholder 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15</a:t>
            </a:fld>
            <a:endParaRPr lang="en-US" altLang="zh-CN" dirty="0">
              <a:ea typeface="黑体" panose="02010609060101010101" pitchFamily="49" charset="-122"/>
            </a:endParaRPr>
          </a:p>
        </p:txBody>
      </p:sp>
    </p:spTree>
    <p:extLst>
      <p:ext uri="{BB962C8B-B14F-4D97-AF65-F5344CB8AC3E}">
        <p14:creationId xmlns:p14="http://schemas.microsoft.com/office/powerpoint/2010/main" val="2353458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en-US"/>
              <a:t>Complex Power</a:t>
            </a:r>
          </a:p>
        </p:txBody>
      </p:sp>
      <p:sp>
        <p:nvSpPr>
          <p:cNvPr id="43011" name="Content Placeholder 2"/>
          <p:cNvSpPr>
            <a:spLocks noGrp="1"/>
          </p:cNvSpPr>
          <p:nvPr>
            <p:ph idx="1"/>
          </p:nvPr>
        </p:nvSpPr>
        <p:spPr>
          <a:xfrm>
            <a:off x="838200" y="2388954"/>
            <a:ext cx="10515600" cy="2016788"/>
          </a:xfrm>
        </p:spPr>
        <p:txBody>
          <a:bodyPr>
            <a:noAutofit/>
          </a:bodyPr>
          <a:lstStyle/>
          <a:p>
            <a:pPr algn="just"/>
            <a:r>
              <a:rPr lang="en-US" altLang="en-US" dirty="0"/>
              <a:t>This may also be expressed in terms of the RMS values and load impedance as:</a:t>
            </a:r>
          </a:p>
          <a:p>
            <a:pPr algn="just"/>
            <a:endParaRPr lang="en-US" altLang="en-US" dirty="0"/>
          </a:p>
          <a:p>
            <a:pPr algn="just"/>
            <a:r>
              <a:rPr lang="en-US" altLang="en-US" dirty="0"/>
              <a:t>So in rectangular form:</a:t>
            </a:r>
          </a:p>
        </p:txBody>
      </p:sp>
      <p:sp>
        <p:nvSpPr>
          <p:cNvPr id="5" name="Rectangle 4"/>
          <p:cNvSpPr/>
          <p:nvPr/>
        </p:nvSpPr>
        <p:spPr>
          <a:xfrm>
            <a:off x="2148658" y="5034597"/>
            <a:ext cx="4824182" cy="523220"/>
          </a:xfrm>
          <a:prstGeom prst="rect">
            <a:avLst/>
          </a:prstGeom>
        </p:spPr>
        <p:txBody>
          <a:bodyPr wrap="square">
            <a:spAutoFit/>
          </a:bodyPr>
          <a:lstStyle/>
          <a:p>
            <a:r>
              <a:rPr lang="en-GB" altLang="en-US" sz="2800" i="1" dirty="0">
                <a:solidFill>
                  <a:srgbClr val="FF0000"/>
                </a:solidFill>
              </a:rPr>
              <a:t>P</a:t>
            </a:r>
            <a:r>
              <a:rPr lang="en-GB" altLang="en-US" sz="2800" dirty="0">
                <a:solidFill>
                  <a:srgbClr val="FF0000"/>
                </a:solidFill>
              </a:rPr>
              <a:t> is the average or real power: </a:t>
            </a:r>
            <a:endParaRPr lang="zh-CN" altLang="en-US" sz="2800" dirty="0">
              <a:solidFill>
                <a:srgbClr val="FF0000"/>
              </a:solidFill>
            </a:endParaRPr>
          </a:p>
        </p:txBody>
      </p:sp>
      <p:sp>
        <p:nvSpPr>
          <p:cNvPr id="8" name="Rectangle 7"/>
          <p:cNvSpPr/>
          <p:nvPr/>
        </p:nvSpPr>
        <p:spPr>
          <a:xfrm>
            <a:off x="838200" y="5644331"/>
            <a:ext cx="6267794" cy="523220"/>
          </a:xfrm>
          <a:prstGeom prst="rect">
            <a:avLst/>
          </a:prstGeom>
        </p:spPr>
        <p:txBody>
          <a:bodyPr wrap="square">
            <a:spAutoFit/>
          </a:bodyPr>
          <a:lstStyle/>
          <a:p>
            <a:pPr algn="just"/>
            <a:r>
              <a:rPr lang="en-GB" altLang="en-US" sz="2800" i="1" dirty="0">
                <a:solidFill>
                  <a:schemeClr val="accent4"/>
                </a:solidFill>
              </a:rPr>
              <a:t>Q</a:t>
            </a:r>
            <a:r>
              <a:rPr lang="en-GB" altLang="en-US" sz="2800" dirty="0">
                <a:solidFill>
                  <a:schemeClr val="accent4"/>
                </a:solidFill>
              </a:rPr>
              <a:t> is called reactive (or </a:t>
            </a:r>
            <a:r>
              <a:rPr lang="en-GB" altLang="en-US" sz="2800" u="sng" dirty="0">
                <a:solidFill>
                  <a:schemeClr val="accent4"/>
                </a:solidFill>
              </a:rPr>
              <a:t>quadrature</a:t>
            </a:r>
            <a:r>
              <a:rPr lang="en-GB" altLang="en-US" sz="2800" dirty="0">
                <a:solidFill>
                  <a:schemeClr val="accent4"/>
                </a:solidFill>
              </a:rPr>
              <a:t>) power:</a:t>
            </a:r>
          </a:p>
        </p:txBody>
      </p:sp>
      <p:sp>
        <p:nvSpPr>
          <p:cNvPr id="9" name="Rectangle 8"/>
          <p:cNvSpPr/>
          <p:nvPr/>
        </p:nvSpPr>
        <p:spPr>
          <a:xfrm>
            <a:off x="8437394" y="3097895"/>
            <a:ext cx="2916406" cy="830997"/>
          </a:xfrm>
          <a:prstGeom prst="rect">
            <a:avLst/>
          </a:prstGeom>
        </p:spPr>
        <p:txBody>
          <a:bodyPr wrap="square">
            <a:spAutoFit/>
          </a:bodyPr>
          <a:lstStyle/>
          <a:p>
            <a:pPr algn="r"/>
            <a:r>
              <a:rPr lang="en-US" altLang="en-US" sz="2400" dirty="0">
                <a:solidFill>
                  <a:schemeClr val="accent4"/>
                </a:solidFill>
              </a:rPr>
              <a:t>where </a:t>
            </a:r>
            <a:r>
              <a:rPr lang="en-US" altLang="en-US" sz="2400" i="1" dirty="0">
                <a:solidFill>
                  <a:schemeClr val="accent4"/>
                </a:solidFill>
              </a:rPr>
              <a:t>Z = </a:t>
            </a:r>
            <a:r>
              <a:rPr lang="en-US" altLang="en-US" sz="2400" i="1" dirty="0" err="1">
                <a:solidFill>
                  <a:schemeClr val="accent4"/>
                </a:solidFill>
              </a:rPr>
              <a:t>R+jX</a:t>
            </a:r>
            <a:r>
              <a:rPr lang="en-US" altLang="en-US" sz="2400" i="1" dirty="0">
                <a:solidFill>
                  <a:schemeClr val="accent4"/>
                </a:solidFill>
              </a:rPr>
              <a:t> </a:t>
            </a:r>
            <a:r>
              <a:rPr lang="en-US" altLang="en-US" sz="2400" dirty="0">
                <a:solidFill>
                  <a:schemeClr val="accent4"/>
                </a:solidFill>
              </a:rPr>
              <a:t>is the impedance</a:t>
            </a:r>
            <a:endParaRPr lang="zh-CN" altLang="en-US" sz="2400" dirty="0">
              <a:solidFill>
                <a:schemeClr val="accent4"/>
              </a:solidFill>
            </a:endParaRPr>
          </a:p>
        </p:txBody>
      </p:sp>
      <p:pic>
        <p:nvPicPr>
          <p:cNvPr id="10" name="Picture 9"/>
          <p:cNvPicPr>
            <a:picLocks noChangeAspect="1"/>
          </p:cNvPicPr>
          <p:nvPr/>
        </p:nvPicPr>
        <p:blipFill>
          <a:blip r:embed="rId3"/>
          <a:stretch>
            <a:fillRect/>
          </a:stretch>
        </p:blipFill>
        <p:spPr>
          <a:xfrm>
            <a:off x="7357415" y="5660624"/>
            <a:ext cx="2819400" cy="638175"/>
          </a:xfrm>
          <a:prstGeom prst="rect">
            <a:avLst/>
          </a:prstGeom>
        </p:spPr>
      </p:pic>
      <p:pic>
        <p:nvPicPr>
          <p:cNvPr id="11" name="Picture 10"/>
          <p:cNvPicPr>
            <a:picLocks noChangeAspect="1"/>
          </p:cNvPicPr>
          <p:nvPr/>
        </p:nvPicPr>
        <p:blipFill>
          <a:blip r:embed="rId4"/>
          <a:stretch>
            <a:fillRect/>
          </a:stretch>
        </p:blipFill>
        <p:spPr>
          <a:xfrm>
            <a:off x="7302561" y="5028045"/>
            <a:ext cx="2724150" cy="552450"/>
          </a:xfrm>
          <a:prstGeom prst="rect">
            <a:avLst/>
          </a:prstGeom>
        </p:spPr>
      </p:pic>
      <p:sp>
        <p:nvSpPr>
          <p:cNvPr id="12" name="Rectangle 11"/>
          <p:cNvSpPr/>
          <p:nvPr/>
        </p:nvSpPr>
        <p:spPr>
          <a:xfrm>
            <a:off x="5562600" y="428994"/>
            <a:ext cx="6096000" cy="646331"/>
          </a:xfrm>
          <a:prstGeom prst="rect">
            <a:avLst/>
          </a:prstGeom>
        </p:spPr>
        <p:txBody>
          <a:bodyPr>
            <a:spAutoFit/>
          </a:bodyPr>
          <a:lstStyle/>
          <a:p>
            <a:pPr algn="just"/>
            <a:r>
              <a:rPr lang="en-US" altLang="en-US" dirty="0"/>
              <a:t>Resistive load: </a:t>
            </a:r>
            <a:r>
              <a:rPr lang="en-US" altLang="en-US" i="1" dirty="0"/>
              <a:t>Q</a:t>
            </a:r>
            <a:r>
              <a:rPr lang="en-US" altLang="en-US" dirty="0"/>
              <a:t>=0 (unit pf); capacitive load (leading pf): </a:t>
            </a:r>
            <a:r>
              <a:rPr lang="en-US" altLang="en-US" i="1" dirty="0"/>
              <a:t>Q</a:t>
            </a:r>
            <a:r>
              <a:rPr lang="en-US" altLang="en-US" dirty="0"/>
              <a:t>&lt;0, inductive load (lagging pf): </a:t>
            </a:r>
            <a:r>
              <a:rPr lang="en-US" altLang="en-US" i="1" dirty="0"/>
              <a:t>Q</a:t>
            </a:r>
            <a:r>
              <a:rPr lang="en-US" altLang="en-US" dirty="0"/>
              <a:t>&gt;0.</a:t>
            </a:r>
            <a:endParaRPr lang="en-GB" altLang="en-US" dirty="0"/>
          </a:p>
        </p:txBody>
      </p:sp>
      <mc:AlternateContent xmlns:mc="http://schemas.openxmlformats.org/markup-compatibility/2006" xmlns:a14="http://schemas.microsoft.com/office/drawing/2010/main">
        <mc:Choice Requires="a14">
          <p:sp>
            <p:nvSpPr>
              <p:cNvPr id="19" name="TextBox 18"/>
              <p:cNvSpPr txBox="1"/>
              <p:nvPr/>
            </p:nvSpPr>
            <p:spPr>
              <a:xfrm>
                <a:off x="1642056" y="1636721"/>
                <a:ext cx="8907888" cy="555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3200" b="0" i="1" smtClean="0">
                              <a:latin typeface="Cambria Math" panose="02040503050406030204" pitchFamily="18" charset="0"/>
                            </a:rPr>
                          </m:ctrlPr>
                        </m:accPr>
                        <m:e>
                          <m:r>
                            <a:rPr lang="en-US" altLang="zh-CN" sz="3200" b="0" i="1" smtClean="0">
                              <a:latin typeface="Cambria Math" panose="02040503050406030204" pitchFamily="18" charset="0"/>
                            </a:rPr>
                            <m:t>𝑆</m:t>
                          </m:r>
                        </m:e>
                      </m:acc>
                      <m:r>
                        <a:rPr lang="en-US" altLang="zh-CN" sz="3200" b="0" i="1" smtClean="0">
                          <a:latin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𝑉</m:t>
                          </m:r>
                        </m:e>
                        <m:sub>
                          <m:r>
                            <a:rPr lang="en-US" altLang="zh-CN" sz="3200" i="1">
                              <a:latin typeface="Cambria Math" panose="02040503050406030204" pitchFamily="18" charset="0"/>
                            </a:rPr>
                            <m:t>𝑟𝑚𝑠</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𝐼</m:t>
                          </m:r>
                        </m:e>
                        <m:sub>
                          <m:r>
                            <a:rPr lang="en-US" altLang="zh-CN" sz="3200" i="1">
                              <a:latin typeface="Cambria Math" panose="02040503050406030204" pitchFamily="18" charset="0"/>
                            </a:rPr>
                            <m:t>𝑟𝑚𝑠</m:t>
                          </m:r>
                        </m:sub>
                      </m:sSub>
                      <m:func>
                        <m:funcPr>
                          <m:ctrlPr>
                            <a:rPr lang="en-US" altLang="zh-CN" sz="3200" b="0" i="1" smtClean="0">
                              <a:latin typeface="Cambria Math" panose="02040503050406030204" pitchFamily="18" charset="0"/>
                            </a:rPr>
                          </m:ctrlPr>
                        </m:funcPr>
                        <m:fName>
                          <m:r>
                            <m:rPr>
                              <m:sty m:val="p"/>
                            </m:rPr>
                            <a:rPr lang="en-US" altLang="zh-CN" sz="3200" b="0" i="0" smtClean="0">
                              <a:latin typeface="Cambria Math" panose="02040503050406030204" pitchFamily="18" charset="0"/>
                            </a:rPr>
                            <m:t>cos</m:t>
                          </m:r>
                        </m:fName>
                        <m:e>
                          <m:d>
                            <m:dPr>
                              <m:ctrlPr>
                                <a:rPr lang="en-US" altLang="zh-CN" sz="3200" i="1">
                                  <a:latin typeface="Cambria Math" panose="02040503050406030204" pitchFamily="18" charset="0"/>
                                  <a:ea typeface="Cambria Math" panose="02040503050406030204" pitchFamily="18" charset="0"/>
                                </a:rPr>
                              </m:ctrlPr>
                            </m:dPr>
                            <m:e>
                              <m:sSub>
                                <m:sSubPr>
                                  <m:ctrlPr>
                                    <a:rPr lang="en-US" altLang="zh-CN" sz="3200" i="1">
                                      <a:latin typeface="Cambria Math" panose="02040503050406030204" pitchFamily="18" charset="0"/>
                                      <a:ea typeface="Cambria Math" panose="02040503050406030204" pitchFamily="18" charset="0"/>
                                    </a:rPr>
                                  </m:ctrlPr>
                                </m:sSubPr>
                                <m:e>
                                  <m:r>
                                    <a:rPr lang="zh-CN" altLang="en-US" sz="3200" i="1">
                                      <a:latin typeface="Cambria Math" panose="02040503050406030204" pitchFamily="18" charset="0"/>
                                      <a:ea typeface="Cambria Math" panose="02040503050406030204" pitchFamily="18" charset="0"/>
                                    </a:rPr>
                                    <m:t>𝜃</m:t>
                                  </m:r>
                                </m:e>
                                <m:sub>
                                  <m:r>
                                    <a:rPr lang="en-US" altLang="zh-CN" sz="3200" i="1">
                                      <a:latin typeface="Cambria Math" panose="02040503050406030204" pitchFamily="18" charset="0"/>
                                      <a:ea typeface="Cambria Math" panose="02040503050406030204" pitchFamily="18" charset="0"/>
                                    </a:rPr>
                                    <m:t>𝑣</m:t>
                                  </m:r>
                                </m:sub>
                              </m:sSub>
                              <m:r>
                                <a:rPr lang="en-US" altLang="zh-CN" sz="3200" i="1">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ea typeface="Cambria Math" panose="02040503050406030204" pitchFamily="18" charset="0"/>
                                    </a:rPr>
                                  </m:ctrlPr>
                                </m:sSubPr>
                                <m:e>
                                  <m:r>
                                    <a:rPr lang="zh-CN" altLang="en-US" sz="3200" i="1">
                                      <a:latin typeface="Cambria Math" panose="02040503050406030204" pitchFamily="18" charset="0"/>
                                      <a:ea typeface="Cambria Math" panose="02040503050406030204" pitchFamily="18" charset="0"/>
                                    </a:rPr>
                                    <m:t>𝜃</m:t>
                                  </m:r>
                                </m:e>
                                <m:sub>
                                  <m:r>
                                    <a:rPr lang="en-US" altLang="zh-CN" sz="3200" i="1">
                                      <a:latin typeface="Cambria Math" panose="02040503050406030204" pitchFamily="18" charset="0"/>
                                      <a:ea typeface="Cambria Math" panose="02040503050406030204" pitchFamily="18" charset="0"/>
                                    </a:rPr>
                                    <m:t>𝑖</m:t>
                                  </m:r>
                                </m:sub>
                              </m:sSub>
                            </m:e>
                          </m:d>
                        </m:e>
                      </m:func>
                      <m:r>
                        <a:rPr lang="en-US" altLang="zh-CN" sz="3200" b="0" i="1" smtClean="0">
                          <a:latin typeface="Cambria Math" panose="02040503050406030204" pitchFamily="18" charset="0"/>
                        </a:rPr>
                        <m:t>+</m:t>
                      </m:r>
                      <m:r>
                        <a:rPr lang="en-US" altLang="zh-CN" sz="3200" b="0" i="1" smtClean="0">
                          <a:latin typeface="Cambria Math" panose="02040503050406030204" pitchFamily="18" charset="0"/>
                        </a:rPr>
                        <m:t>𝑗</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𝑉</m:t>
                          </m:r>
                        </m:e>
                        <m:sub>
                          <m:r>
                            <a:rPr lang="en-US" altLang="zh-CN" sz="3200" i="1">
                              <a:latin typeface="Cambria Math" panose="02040503050406030204" pitchFamily="18" charset="0"/>
                            </a:rPr>
                            <m:t>𝑟𝑚𝑠</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𝐼</m:t>
                          </m:r>
                        </m:e>
                        <m:sub>
                          <m:r>
                            <a:rPr lang="en-US" altLang="zh-CN" sz="3200" i="1">
                              <a:latin typeface="Cambria Math" panose="02040503050406030204" pitchFamily="18" charset="0"/>
                            </a:rPr>
                            <m:t>𝑟𝑚𝑠</m:t>
                          </m:r>
                        </m:sub>
                      </m:sSub>
                      <m:func>
                        <m:funcPr>
                          <m:ctrlPr>
                            <a:rPr lang="en-US" altLang="zh-CN" sz="3200" i="1">
                              <a:latin typeface="Cambria Math" panose="02040503050406030204" pitchFamily="18" charset="0"/>
                            </a:rPr>
                          </m:ctrlPr>
                        </m:funcPr>
                        <m:fName>
                          <m:r>
                            <m:rPr>
                              <m:sty m:val="p"/>
                            </m:rPr>
                            <a:rPr lang="en-US" altLang="zh-CN" sz="3200">
                              <a:latin typeface="Cambria Math" panose="02040503050406030204" pitchFamily="18" charset="0"/>
                            </a:rPr>
                            <m:t>s</m:t>
                          </m:r>
                          <m:r>
                            <m:rPr>
                              <m:sty m:val="p"/>
                            </m:rPr>
                            <a:rPr lang="en-US" altLang="zh-CN" sz="3200" b="0" i="0" smtClean="0">
                              <a:latin typeface="Cambria Math" panose="02040503050406030204" pitchFamily="18" charset="0"/>
                            </a:rPr>
                            <m:t>in</m:t>
                          </m:r>
                        </m:fName>
                        <m:e>
                          <m:d>
                            <m:dPr>
                              <m:ctrlPr>
                                <a:rPr lang="en-US" altLang="zh-CN" sz="3200" i="1">
                                  <a:latin typeface="Cambria Math" panose="02040503050406030204" pitchFamily="18" charset="0"/>
                                  <a:ea typeface="Cambria Math" panose="02040503050406030204" pitchFamily="18" charset="0"/>
                                </a:rPr>
                              </m:ctrlPr>
                            </m:dPr>
                            <m:e>
                              <m:sSub>
                                <m:sSubPr>
                                  <m:ctrlPr>
                                    <a:rPr lang="en-US" altLang="zh-CN" sz="3200" i="1">
                                      <a:latin typeface="Cambria Math" panose="02040503050406030204" pitchFamily="18" charset="0"/>
                                      <a:ea typeface="Cambria Math" panose="02040503050406030204" pitchFamily="18" charset="0"/>
                                    </a:rPr>
                                  </m:ctrlPr>
                                </m:sSubPr>
                                <m:e>
                                  <m:r>
                                    <a:rPr lang="zh-CN" altLang="en-US" sz="3200" i="1">
                                      <a:latin typeface="Cambria Math" panose="02040503050406030204" pitchFamily="18" charset="0"/>
                                      <a:ea typeface="Cambria Math" panose="02040503050406030204" pitchFamily="18" charset="0"/>
                                    </a:rPr>
                                    <m:t>𝜃</m:t>
                                  </m:r>
                                </m:e>
                                <m:sub>
                                  <m:r>
                                    <a:rPr lang="en-US" altLang="zh-CN" sz="3200" i="1">
                                      <a:latin typeface="Cambria Math" panose="02040503050406030204" pitchFamily="18" charset="0"/>
                                      <a:ea typeface="Cambria Math" panose="02040503050406030204" pitchFamily="18" charset="0"/>
                                    </a:rPr>
                                    <m:t>𝑣</m:t>
                                  </m:r>
                                </m:sub>
                              </m:sSub>
                              <m:r>
                                <a:rPr lang="en-US" altLang="zh-CN" sz="3200" i="1">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ea typeface="Cambria Math" panose="02040503050406030204" pitchFamily="18" charset="0"/>
                                    </a:rPr>
                                  </m:ctrlPr>
                                </m:sSubPr>
                                <m:e>
                                  <m:r>
                                    <a:rPr lang="zh-CN" altLang="en-US" sz="3200" i="1">
                                      <a:latin typeface="Cambria Math" panose="02040503050406030204" pitchFamily="18" charset="0"/>
                                      <a:ea typeface="Cambria Math" panose="02040503050406030204" pitchFamily="18" charset="0"/>
                                    </a:rPr>
                                    <m:t>𝜃</m:t>
                                  </m:r>
                                </m:e>
                                <m:sub>
                                  <m:r>
                                    <a:rPr lang="en-US" altLang="zh-CN" sz="3200" i="1">
                                      <a:latin typeface="Cambria Math" panose="02040503050406030204" pitchFamily="18" charset="0"/>
                                      <a:ea typeface="Cambria Math" panose="02040503050406030204" pitchFamily="18" charset="0"/>
                                    </a:rPr>
                                    <m:t>𝑖</m:t>
                                  </m:r>
                                </m:sub>
                              </m:sSub>
                            </m:e>
                          </m:d>
                        </m:e>
                      </m:func>
                    </m:oMath>
                  </m:oMathPara>
                </a14:m>
                <a:endParaRPr lang="en-US" altLang="zh-CN" sz="3200" dirty="0">
                  <a:ea typeface="Cambria Math" panose="02040503050406030204" pitchFamily="18"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1642056" y="1636721"/>
                <a:ext cx="8907888" cy="555537"/>
              </a:xfrm>
              <a:prstGeom prst="rect">
                <a:avLst/>
              </a:prstGeom>
              <a:blipFill>
                <a:blip r:embed="rId5"/>
                <a:stretch>
                  <a:fillRect/>
                </a:stretch>
              </a:blipFill>
            </p:spPr>
            <p:txBody>
              <a:bodyPr/>
              <a:lstStyle/>
              <a:p>
                <a:r>
                  <a:rPr lang="zh-CN" altLang="en-US">
                    <a:noFill/>
                  </a:rPr>
                  <a:t> </a:t>
                </a:r>
              </a:p>
            </p:txBody>
          </p:sp>
        </mc:Fallback>
      </mc:AlternateContent>
      <p:sp>
        <p:nvSpPr>
          <p:cNvPr id="15" name="Rectangle 14"/>
          <p:cNvSpPr/>
          <p:nvPr/>
        </p:nvSpPr>
        <p:spPr>
          <a:xfrm>
            <a:off x="2443942" y="1636721"/>
            <a:ext cx="3773978" cy="5555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p:cNvSpPr/>
          <p:nvPr/>
        </p:nvSpPr>
        <p:spPr>
          <a:xfrm>
            <a:off x="6828616" y="1636721"/>
            <a:ext cx="3651125" cy="555537"/>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Picture 17"/>
          <p:cNvPicPr>
            <a:picLocks noChangeAspect="1"/>
          </p:cNvPicPr>
          <p:nvPr/>
        </p:nvPicPr>
        <p:blipFill>
          <a:blip r:embed="rId6">
            <a:clrChange>
              <a:clrFrom>
                <a:srgbClr val="FFFFFF"/>
              </a:clrFrom>
              <a:clrTo>
                <a:srgbClr val="FFFFFF">
                  <a:alpha val="0"/>
                </a:srgbClr>
              </a:clrTo>
            </a:clrChange>
          </a:blip>
          <a:stretch>
            <a:fillRect/>
          </a:stretch>
        </p:blipFill>
        <p:spPr>
          <a:xfrm>
            <a:off x="3779669" y="2814467"/>
            <a:ext cx="4657725" cy="1114425"/>
          </a:xfrm>
          <a:prstGeom prst="rect">
            <a:avLst/>
          </a:prstGeom>
        </p:spPr>
      </p:pic>
      <p:pic>
        <p:nvPicPr>
          <p:cNvPr id="20" name="Picture 19"/>
          <p:cNvPicPr>
            <a:picLocks noChangeAspect="1"/>
          </p:cNvPicPr>
          <p:nvPr/>
        </p:nvPicPr>
        <p:blipFill>
          <a:blip r:embed="rId7"/>
          <a:stretch>
            <a:fillRect/>
          </a:stretch>
        </p:blipFill>
        <p:spPr>
          <a:xfrm>
            <a:off x="3900487" y="4204966"/>
            <a:ext cx="4391025" cy="742950"/>
          </a:xfrm>
          <a:prstGeom prst="rect">
            <a:avLst/>
          </a:prstGeom>
        </p:spPr>
      </p:pic>
      <p:sp>
        <p:nvSpPr>
          <p:cNvPr id="2" name="Slide Number Placeholder 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16</a:t>
            </a:fld>
            <a:endParaRPr lang="en-US" altLang="zh-CN" dirty="0">
              <a:ea typeface="黑体" panose="02010609060101010101" pitchFamily="49" charset="-122"/>
            </a:endParaRPr>
          </a:p>
        </p:txBody>
      </p:sp>
    </p:spTree>
    <p:extLst>
      <p:ext uri="{BB962C8B-B14F-4D97-AF65-F5344CB8AC3E}">
        <p14:creationId xmlns:p14="http://schemas.microsoft.com/office/powerpoint/2010/main" val="2466719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Real and Reactive Power</a:t>
            </a:r>
            <a:endParaRPr lang="zh-CN" altLang="en-US" dirty="0"/>
          </a:p>
        </p:txBody>
      </p:sp>
      <p:sp>
        <p:nvSpPr>
          <p:cNvPr id="3" name="Content Placeholder 2"/>
          <p:cNvSpPr>
            <a:spLocks noGrp="1"/>
          </p:cNvSpPr>
          <p:nvPr>
            <p:ph idx="1"/>
          </p:nvPr>
        </p:nvSpPr>
        <p:spPr>
          <a:xfrm>
            <a:off x="838200" y="2144683"/>
            <a:ext cx="10515600" cy="4032279"/>
          </a:xfrm>
        </p:spPr>
        <p:txBody>
          <a:bodyPr>
            <a:normAutofit/>
          </a:bodyPr>
          <a:lstStyle/>
          <a:p>
            <a:pPr algn="just"/>
            <a:r>
              <a:rPr lang="en-US" altLang="zh-CN" dirty="0"/>
              <a:t>The real power </a:t>
            </a:r>
            <a:r>
              <a:rPr lang="en-US" altLang="zh-CN" i="1" dirty="0"/>
              <a:t>P </a:t>
            </a:r>
            <a:r>
              <a:rPr lang="en-US" altLang="zh-CN" dirty="0"/>
              <a:t>is the</a:t>
            </a:r>
            <a:r>
              <a:rPr lang="en-US" altLang="zh-CN" dirty="0">
                <a:solidFill>
                  <a:srgbClr val="FF0000"/>
                </a:solidFill>
              </a:rPr>
              <a:t> average power </a:t>
            </a:r>
            <a:r>
              <a:rPr lang="en-US" altLang="zh-CN" dirty="0"/>
              <a:t>in watts delivered to a load; it is considered as the useful power, which is the actual power dissipated by the load.</a:t>
            </a:r>
          </a:p>
          <a:p>
            <a:pPr algn="just"/>
            <a:r>
              <a:rPr lang="en-US" altLang="zh-CN" dirty="0"/>
              <a:t>The </a:t>
            </a:r>
            <a:r>
              <a:rPr lang="en-US" altLang="zh-CN" dirty="0">
                <a:solidFill>
                  <a:srgbClr val="FF0000"/>
                </a:solidFill>
              </a:rPr>
              <a:t>reactive power </a:t>
            </a:r>
            <a:r>
              <a:rPr lang="en-US" altLang="zh-CN" i="1" dirty="0">
                <a:solidFill>
                  <a:srgbClr val="FF0000"/>
                </a:solidFill>
              </a:rPr>
              <a:t> </a:t>
            </a:r>
            <a:r>
              <a:rPr lang="en-US" altLang="zh-CN" i="1" dirty="0"/>
              <a:t>Q</a:t>
            </a:r>
            <a:r>
              <a:rPr lang="en-US" altLang="zh-CN" dirty="0"/>
              <a:t> is a measure of the energy exchange rate between the source and the reactive part of the load; its unit is </a:t>
            </a:r>
            <a:r>
              <a:rPr lang="en-US" altLang="zh-CN" i="1" dirty="0">
                <a:solidFill>
                  <a:schemeClr val="accent4"/>
                </a:solidFill>
              </a:rPr>
              <a:t>volt-ampere reactive </a:t>
            </a:r>
            <a:r>
              <a:rPr lang="en-US" altLang="zh-CN" dirty="0">
                <a:solidFill>
                  <a:schemeClr val="accent4"/>
                </a:solidFill>
              </a:rPr>
              <a:t>(VAR)</a:t>
            </a:r>
            <a:r>
              <a:rPr lang="en-US" altLang="zh-CN" dirty="0"/>
              <a:t> to distinguish it from the real power. </a:t>
            </a:r>
          </a:p>
        </p:txBody>
      </p:sp>
      <p:pic>
        <p:nvPicPr>
          <p:cNvPr id="6" name="Picture 5"/>
          <p:cNvPicPr>
            <a:picLocks noChangeAspect="1"/>
          </p:cNvPicPr>
          <p:nvPr/>
        </p:nvPicPr>
        <p:blipFill>
          <a:blip r:embed="rId3"/>
          <a:stretch>
            <a:fillRect/>
          </a:stretch>
        </p:blipFill>
        <p:spPr>
          <a:xfrm>
            <a:off x="5110161" y="1451770"/>
            <a:ext cx="1971675" cy="657225"/>
          </a:xfrm>
          <a:prstGeom prst="rect">
            <a:avLst/>
          </a:prstGeom>
        </p:spPr>
      </p:pic>
      <p:sp>
        <p:nvSpPr>
          <p:cNvPr id="7" name="Rectangle 6"/>
          <p:cNvSpPr/>
          <p:nvPr/>
        </p:nvSpPr>
        <p:spPr>
          <a:xfrm>
            <a:off x="3047999" y="4846141"/>
            <a:ext cx="6096000" cy="1692771"/>
          </a:xfrm>
          <a:prstGeom prst="rect">
            <a:avLst/>
          </a:prstGeom>
          <a:solidFill>
            <a:schemeClr val="accent2">
              <a:lumMod val="40000"/>
              <a:lumOff val="60000"/>
            </a:schemeClr>
          </a:solidFill>
        </p:spPr>
        <p:txBody>
          <a:bodyPr>
            <a:spAutoFit/>
          </a:bodyPr>
          <a:lstStyle/>
          <a:p>
            <a:pPr marL="514350" indent="-514350" algn="just">
              <a:spcBef>
                <a:spcPts val="600"/>
              </a:spcBef>
              <a:spcAft>
                <a:spcPts val="600"/>
              </a:spcAft>
              <a:buFont typeface="+mj-lt"/>
              <a:buAutoNum type="arabicPeriod"/>
            </a:pPr>
            <a:r>
              <a:rPr lang="en-US" altLang="zh-CN" sz="2800" dirty="0"/>
              <a:t> </a:t>
            </a:r>
            <a:r>
              <a:rPr lang="en-US" altLang="zh-CN" sz="2800" i="1" dirty="0"/>
              <a:t>Q=</a:t>
            </a:r>
            <a:r>
              <a:rPr lang="en-US" altLang="zh-CN" sz="2800" dirty="0"/>
              <a:t>0 for resistive loads (unity pf)</a:t>
            </a:r>
          </a:p>
          <a:p>
            <a:pPr marL="514350" indent="-514350" algn="just">
              <a:spcBef>
                <a:spcPts val="600"/>
              </a:spcBef>
              <a:spcAft>
                <a:spcPts val="600"/>
              </a:spcAft>
              <a:buFont typeface="+mj-lt"/>
              <a:buAutoNum type="arabicPeriod"/>
            </a:pPr>
            <a:r>
              <a:rPr lang="en-US" altLang="zh-CN" sz="2800" dirty="0"/>
              <a:t> </a:t>
            </a:r>
            <a:r>
              <a:rPr lang="en-US" altLang="zh-CN" sz="2800" i="1" dirty="0"/>
              <a:t>Q&lt;</a:t>
            </a:r>
            <a:r>
              <a:rPr lang="en-US" altLang="zh-CN" sz="2800" dirty="0"/>
              <a:t>0 for capacitive loads </a:t>
            </a:r>
            <a:r>
              <a:rPr lang="en-US" altLang="zh-CN" sz="2800" dirty="0">
                <a:highlight>
                  <a:srgbClr val="FFFF00"/>
                </a:highlight>
              </a:rPr>
              <a:t>(leading pf)</a:t>
            </a:r>
          </a:p>
          <a:p>
            <a:pPr marL="514350" indent="-514350" algn="just">
              <a:spcBef>
                <a:spcPts val="600"/>
              </a:spcBef>
              <a:spcAft>
                <a:spcPts val="600"/>
              </a:spcAft>
              <a:buFont typeface="+mj-lt"/>
              <a:buAutoNum type="arabicPeriod"/>
            </a:pPr>
            <a:r>
              <a:rPr lang="en-US" altLang="zh-CN" sz="2800" dirty="0"/>
              <a:t> </a:t>
            </a:r>
            <a:r>
              <a:rPr lang="en-US" altLang="zh-CN" sz="2800" i="1" dirty="0"/>
              <a:t>Q&gt;</a:t>
            </a:r>
            <a:r>
              <a:rPr lang="en-US" altLang="zh-CN" sz="2800" dirty="0"/>
              <a:t>0 for inductive loads </a:t>
            </a:r>
            <a:r>
              <a:rPr lang="en-US" altLang="zh-CN" sz="2800" dirty="0">
                <a:highlight>
                  <a:srgbClr val="FFFF00"/>
                </a:highlight>
              </a:rPr>
              <a:t>(lagging pf)</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17</a:t>
            </a:fld>
            <a:endParaRPr lang="en-US" altLang="zh-CN" dirty="0">
              <a:ea typeface="黑体" panose="02010609060101010101" pitchFamily="49" charset="-122"/>
            </a:endParaRPr>
          </a:p>
        </p:txBody>
      </p:sp>
    </p:spTree>
    <p:extLst>
      <p:ext uri="{BB962C8B-B14F-4D97-AF65-F5344CB8AC3E}">
        <p14:creationId xmlns:p14="http://schemas.microsoft.com/office/powerpoint/2010/main" val="364778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5739"/>
            <a:ext cx="10515600" cy="5481224"/>
          </a:xfrm>
        </p:spPr>
        <p:txBody>
          <a:bodyPr>
            <a:normAutofit fontScale="92500"/>
          </a:bodyPr>
          <a:lstStyle/>
          <a:p>
            <a:r>
              <a:rPr lang="en-US" altLang="zh-CN" dirty="0"/>
              <a:t>Reactive Power </a:t>
            </a:r>
            <a:r>
              <a:rPr lang="en-US" altLang="zh-CN" i="1" dirty="0"/>
              <a:t>Q</a:t>
            </a:r>
          </a:p>
          <a:p>
            <a:pPr marL="268288" indent="0" algn="just">
              <a:buNone/>
            </a:pPr>
            <a:r>
              <a:rPr lang="en-US" altLang="zh-CN" dirty="0"/>
              <a:t>We know that reactive loads such as </a:t>
            </a:r>
            <a:r>
              <a:rPr lang="en-US" altLang="zh-CN" b="1" u="sng" dirty="0">
                <a:solidFill>
                  <a:srgbClr val="FF0000"/>
                </a:solidFill>
              </a:rPr>
              <a:t>inductors</a:t>
            </a:r>
            <a:r>
              <a:rPr lang="en-US" altLang="zh-CN" dirty="0"/>
              <a:t> and </a:t>
            </a:r>
            <a:r>
              <a:rPr lang="en-US" altLang="zh-CN" b="1" u="sng" dirty="0">
                <a:solidFill>
                  <a:srgbClr val="FF0000"/>
                </a:solidFill>
              </a:rPr>
              <a:t>capacitors </a:t>
            </a:r>
            <a:r>
              <a:rPr lang="en-US" altLang="zh-CN" b="1" dirty="0"/>
              <a:t>DO NOT</a:t>
            </a:r>
            <a:r>
              <a:rPr lang="en-US" altLang="zh-CN" dirty="0"/>
              <a:t> dissipate power, yet the fact that they drop voltage and draw current gives the </a:t>
            </a:r>
            <a:r>
              <a:rPr lang="en-US" altLang="zh-CN" i="1" dirty="0">
                <a:solidFill>
                  <a:schemeClr val="accent4"/>
                </a:solidFill>
              </a:rPr>
              <a:t>deceptive impression </a:t>
            </a:r>
            <a:r>
              <a:rPr lang="en-US" altLang="zh-CN" dirty="0"/>
              <a:t>that they actually dissipate power. This “phantom power” is called </a:t>
            </a:r>
            <a:r>
              <a:rPr lang="en-US" altLang="zh-CN" b="1" i="1" u="sng" dirty="0"/>
              <a:t>reactive power</a:t>
            </a:r>
            <a:r>
              <a:rPr lang="en-US" altLang="zh-CN" dirty="0"/>
              <a:t>, and it is measured in a unit called </a:t>
            </a:r>
            <a:r>
              <a:rPr lang="en-US" altLang="zh-CN" i="1" dirty="0"/>
              <a:t>Volt-Amps-Reactive</a:t>
            </a:r>
            <a:r>
              <a:rPr lang="en-US" altLang="zh-CN" dirty="0"/>
              <a:t> (VAR), rather than watts.</a:t>
            </a:r>
          </a:p>
          <a:p>
            <a:r>
              <a:rPr lang="en-US" altLang="zh-CN" dirty="0"/>
              <a:t>Real or True Power </a:t>
            </a:r>
            <a:r>
              <a:rPr lang="en-US" altLang="zh-CN" i="1" dirty="0"/>
              <a:t>P</a:t>
            </a:r>
          </a:p>
          <a:p>
            <a:pPr marL="179388" indent="0" algn="just">
              <a:buNone/>
            </a:pPr>
            <a:r>
              <a:rPr lang="en-US" altLang="zh-CN" dirty="0"/>
              <a:t>The actual amount of power being used, or dissipated, in a circuit is called </a:t>
            </a:r>
            <a:r>
              <a:rPr lang="en-US" altLang="zh-CN" b="1" i="1" u="sng" dirty="0"/>
              <a:t>real power</a:t>
            </a:r>
            <a:r>
              <a:rPr lang="en-US" altLang="zh-CN" dirty="0"/>
              <a:t>, and it is measured in watts.</a:t>
            </a:r>
          </a:p>
          <a:p>
            <a:r>
              <a:rPr lang="en-US" altLang="zh-CN" dirty="0"/>
              <a:t>Apparent Power </a:t>
            </a:r>
            <a:r>
              <a:rPr lang="en-US" altLang="zh-CN" i="1" dirty="0"/>
              <a:t>S</a:t>
            </a:r>
          </a:p>
          <a:p>
            <a:pPr marL="179388" indent="0" algn="just">
              <a:buNone/>
            </a:pPr>
            <a:r>
              <a:rPr lang="en-US" altLang="zh-CN" dirty="0"/>
              <a:t>The combination of </a:t>
            </a:r>
            <a:r>
              <a:rPr lang="en-US" altLang="zh-CN" i="1" dirty="0"/>
              <a:t>reactive power </a:t>
            </a:r>
            <a:r>
              <a:rPr lang="en-US" altLang="zh-CN" dirty="0"/>
              <a:t>and </a:t>
            </a:r>
            <a:r>
              <a:rPr lang="en-US" altLang="zh-CN" i="1" dirty="0"/>
              <a:t>real power </a:t>
            </a:r>
            <a:r>
              <a:rPr lang="en-US" altLang="zh-CN" dirty="0"/>
              <a:t>is called </a:t>
            </a:r>
            <a:r>
              <a:rPr lang="en-US" altLang="zh-CN" b="1" i="1" u="sng" dirty="0"/>
              <a:t>apparent power</a:t>
            </a:r>
            <a:r>
              <a:rPr lang="en-US" altLang="zh-CN" dirty="0"/>
              <a:t>, and it is the product of a circuit’s voltage and current, without reference to phase angle. Apparent power is measured in the unit of </a:t>
            </a:r>
            <a:r>
              <a:rPr lang="en-US" altLang="zh-CN" i="1" dirty="0"/>
              <a:t>Volt-Amps</a:t>
            </a:r>
            <a:r>
              <a:rPr lang="en-US" altLang="zh-CN" dirty="0"/>
              <a:t> (VA) </a:t>
            </a:r>
          </a:p>
          <a:p>
            <a:pPr marL="0" indent="0">
              <a:buNone/>
            </a:pPr>
            <a:endParaRPr lang="en-US" altLang="zh-CN" dirty="0"/>
          </a:p>
          <a:p>
            <a:pPr marL="0" indent="0">
              <a:buNone/>
            </a:pP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18</a:t>
            </a:fld>
            <a:endParaRPr lang="en-US" altLang="zh-CN" dirty="0">
              <a:ea typeface="黑体" panose="02010609060101010101" pitchFamily="49" charset="-122"/>
            </a:endParaRPr>
          </a:p>
        </p:txBody>
      </p:sp>
    </p:spTree>
    <p:extLst>
      <p:ext uri="{BB962C8B-B14F-4D97-AF65-F5344CB8AC3E}">
        <p14:creationId xmlns:p14="http://schemas.microsoft.com/office/powerpoint/2010/main" val="3151540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934697" y="1066888"/>
            <a:ext cx="5419103" cy="4951526"/>
          </a:xfrm>
          <a:prstGeom prst="rect">
            <a:avLst/>
          </a:prstGeom>
        </p:spPr>
      </p:pic>
      <p:pic>
        <p:nvPicPr>
          <p:cNvPr id="5" name="Content Placeholder 4"/>
          <p:cNvPicPr>
            <a:picLocks noGrp="1" noChangeAspect="1"/>
          </p:cNvPicPr>
          <p:nvPr>
            <p:ph idx="1"/>
          </p:nvPr>
        </p:nvPicPr>
        <p:blipFill>
          <a:blip r:embed="rId3">
            <a:clrChange>
              <a:clrFrom>
                <a:srgbClr val="FFFFFF"/>
              </a:clrFrom>
              <a:clrTo>
                <a:srgbClr val="FFFFFF">
                  <a:alpha val="0"/>
                </a:srgbClr>
              </a:clrTo>
            </a:clrChange>
          </a:blip>
          <a:stretch>
            <a:fillRect/>
          </a:stretch>
        </p:blipFill>
        <p:spPr>
          <a:xfrm>
            <a:off x="581040" y="0"/>
            <a:ext cx="4969027" cy="3359886"/>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19</a:t>
            </a:fld>
            <a:endParaRPr lang="en-US" altLang="zh-CN" dirty="0">
              <a:ea typeface="黑体" panose="02010609060101010101" pitchFamily="49" charset="-122"/>
            </a:endParaRPr>
          </a:p>
        </p:txBody>
      </p:sp>
      <p:pic>
        <p:nvPicPr>
          <p:cNvPr id="6" name="Picture 5"/>
          <p:cNvPicPr>
            <a:picLocks noChangeAspect="1"/>
          </p:cNvPicPr>
          <p:nvPr/>
        </p:nvPicPr>
        <p:blipFill>
          <a:blip r:embed="rId4"/>
          <a:stretch>
            <a:fillRect/>
          </a:stretch>
        </p:blipFill>
        <p:spPr>
          <a:xfrm>
            <a:off x="733612" y="3401330"/>
            <a:ext cx="4816455" cy="3172377"/>
          </a:xfrm>
          <a:prstGeom prst="rect">
            <a:avLst/>
          </a:prstGeom>
        </p:spPr>
      </p:pic>
      <p:sp>
        <p:nvSpPr>
          <p:cNvPr id="2" name="TextBox 1">
            <a:extLst>
              <a:ext uri="{FF2B5EF4-FFF2-40B4-BE49-F238E27FC236}">
                <a16:creationId xmlns:a16="http://schemas.microsoft.com/office/drawing/2014/main" id="{1C986192-77CF-E247-85DE-C8177BDB93B7}"/>
              </a:ext>
            </a:extLst>
          </p:cNvPr>
          <p:cNvSpPr txBox="1"/>
          <p:nvPr/>
        </p:nvSpPr>
        <p:spPr>
          <a:xfrm>
            <a:off x="6104965" y="295835"/>
            <a:ext cx="2730235" cy="369332"/>
          </a:xfrm>
          <a:prstGeom prst="rect">
            <a:avLst/>
          </a:prstGeom>
          <a:noFill/>
        </p:spPr>
        <p:txBody>
          <a:bodyPr wrap="none" rtlCol="0">
            <a:spAutoFit/>
          </a:bodyPr>
          <a:lstStyle/>
          <a:p>
            <a:r>
              <a:rPr lang="en-US" dirty="0">
                <a:solidFill>
                  <a:srgbClr val="C00000"/>
                </a:solidFill>
              </a:rPr>
              <a:t>(all values are RMS values)</a:t>
            </a:r>
          </a:p>
        </p:txBody>
      </p:sp>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C2B1BFA1-51F6-FBAD-3923-44372978E850}"/>
                  </a:ext>
                </a:extLst>
              </p14:cNvPr>
              <p14:cNvContentPartPr/>
              <p14:nvPr/>
            </p14:nvContentPartPr>
            <p14:xfrm>
              <a:off x="9110166" y="5600396"/>
              <a:ext cx="8280" cy="231480"/>
            </p14:xfrm>
          </p:contentPart>
        </mc:Choice>
        <mc:Fallback xmlns="">
          <p:pic>
            <p:nvPicPr>
              <p:cNvPr id="3" name="墨迹 2">
                <a:extLst>
                  <a:ext uri="{FF2B5EF4-FFF2-40B4-BE49-F238E27FC236}">
                    <a16:creationId xmlns:a16="http://schemas.microsoft.com/office/drawing/2014/main" id="{C2B1BFA1-51F6-FBAD-3923-44372978E850}"/>
                  </a:ext>
                </a:extLst>
              </p:cNvPr>
              <p:cNvPicPr/>
              <p:nvPr/>
            </p:nvPicPr>
            <p:blipFill>
              <a:blip r:embed="rId6"/>
              <a:stretch>
                <a:fillRect/>
              </a:stretch>
            </p:blipFill>
            <p:spPr>
              <a:xfrm>
                <a:off x="9101166" y="5591396"/>
                <a:ext cx="2592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墨迹 7">
                <a:extLst>
                  <a:ext uri="{FF2B5EF4-FFF2-40B4-BE49-F238E27FC236}">
                    <a16:creationId xmlns:a16="http://schemas.microsoft.com/office/drawing/2014/main" id="{08A0ACC3-FAF4-7268-D7EC-9B6E5F995C64}"/>
                  </a:ext>
                </a:extLst>
              </p14:cNvPr>
              <p14:cNvContentPartPr/>
              <p14:nvPr/>
            </p14:nvContentPartPr>
            <p14:xfrm>
              <a:off x="9291246" y="5596436"/>
              <a:ext cx="360" cy="258840"/>
            </p14:xfrm>
          </p:contentPart>
        </mc:Choice>
        <mc:Fallback xmlns="">
          <p:pic>
            <p:nvPicPr>
              <p:cNvPr id="8" name="墨迹 7">
                <a:extLst>
                  <a:ext uri="{FF2B5EF4-FFF2-40B4-BE49-F238E27FC236}">
                    <a16:creationId xmlns:a16="http://schemas.microsoft.com/office/drawing/2014/main" id="{08A0ACC3-FAF4-7268-D7EC-9B6E5F995C64}"/>
                  </a:ext>
                </a:extLst>
              </p:cNvPr>
              <p:cNvPicPr/>
              <p:nvPr/>
            </p:nvPicPr>
            <p:blipFill>
              <a:blip r:embed="rId8"/>
              <a:stretch>
                <a:fillRect/>
              </a:stretch>
            </p:blipFill>
            <p:spPr>
              <a:xfrm>
                <a:off x="9282246" y="5587448"/>
                <a:ext cx="18000" cy="27645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墨迹 8">
                <a:extLst>
                  <a:ext uri="{FF2B5EF4-FFF2-40B4-BE49-F238E27FC236}">
                    <a16:creationId xmlns:a16="http://schemas.microsoft.com/office/drawing/2014/main" id="{2CF556A1-26CA-97E5-CF87-3A1503B4A638}"/>
                  </a:ext>
                </a:extLst>
              </p14:cNvPr>
              <p14:cNvContentPartPr/>
              <p14:nvPr/>
            </p14:nvContentPartPr>
            <p14:xfrm>
              <a:off x="3752286" y="6140396"/>
              <a:ext cx="4320" cy="277560"/>
            </p14:xfrm>
          </p:contentPart>
        </mc:Choice>
        <mc:Fallback xmlns="">
          <p:pic>
            <p:nvPicPr>
              <p:cNvPr id="9" name="墨迹 8">
                <a:extLst>
                  <a:ext uri="{FF2B5EF4-FFF2-40B4-BE49-F238E27FC236}">
                    <a16:creationId xmlns:a16="http://schemas.microsoft.com/office/drawing/2014/main" id="{2CF556A1-26CA-97E5-CF87-3A1503B4A638}"/>
                  </a:ext>
                </a:extLst>
              </p:cNvPr>
              <p:cNvPicPr/>
              <p:nvPr/>
            </p:nvPicPr>
            <p:blipFill>
              <a:blip r:embed="rId10"/>
              <a:stretch>
                <a:fillRect/>
              </a:stretch>
            </p:blipFill>
            <p:spPr>
              <a:xfrm>
                <a:off x="3743286" y="6131396"/>
                <a:ext cx="2196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墨迹 9">
                <a:extLst>
                  <a:ext uri="{FF2B5EF4-FFF2-40B4-BE49-F238E27FC236}">
                    <a16:creationId xmlns:a16="http://schemas.microsoft.com/office/drawing/2014/main" id="{C73AD494-5371-A90D-D3BA-4206954C3B37}"/>
                  </a:ext>
                </a:extLst>
              </p14:cNvPr>
              <p14:cNvContentPartPr/>
              <p14:nvPr/>
            </p14:nvContentPartPr>
            <p14:xfrm>
              <a:off x="3930486" y="6141836"/>
              <a:ext cx="360" cy="319680"/>
            </p14:xfrm>
          </p:contentPart>
        </mc:Choice>
        <mc:Fallback xmlns="">
          <p:pic>
            <p:nvPicPr>
              <p:cNvPr id="10" name="墨迹 9">
                <a:extLst>
                  <a:ext uri="{FF2B5EF4-FFF2-40B4-BE49-F238E27FC236}">
                    <a16:creationId xmlns:a16="http://schemas.microsoft.com/office/drawing/2014/main" id="{C73AD494-5371-A90D-D3BA-4206954C3B37}"/>
                  </a:ext>
                </a:extLst>
              </p:cNvPr>
              <p:cNvPicPr/>
              <p:nvPr/>
            </p:nvPicPr>
            <p:blipFill>
              <a:blip r:embed="rId12"/>
              <a:stretch>
                <a:fillRect/>
              </a:stretch>
            </p:blipFill>
            <p:spPr>
              <a:xfrm>
                <a:off x="3921486" y="6132846"/>
                <a:ext cx="18000" cy="3373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墨迹 10">
                <a:extLst>
                  <a:ext uri="{FF2B5EF4-FFF2-40B4-BE49-F238E27FC236}">
                    <a16:creationId xmlns:a16="http://schemas.microsoft.com/office/drawing/2014/main" id="{4D870522-A639-40CF-B010-CB266C950991}"/>
                  </a:ext>
                </a:extLst>
              </p14:cNvPr>
              <p14:cNvContentPartPr/>
              <p14:nvPr/>
            </p14:nvContentPartPr>
            <p14:xfrm>
              <a:off x="4033806" y="2904356"/>
              <a:ext cx="3960" cy="297720"/>
            </p14:xfrm>
          </p:contentPart>
        </mc:Choice>
        <mc:Fallback xmlns="">
          <p:pic>
            <p:nvPicPr>
              <p:cNvPr id="11" name="墨迹 10">
                <a:extLst>
                  <a:ext uri="{FF2B5EF4-FFF2-40B4-BE49-F238E27FC236}">
                    <a16:creationId xmlns:a16="http://schemas.microsoft.com/office/drawing/2014/main" id="{4D870522-A639-40CF-B010-CB266C950991}"/>
                  </a:ext>
                </a:extLst>
              </p:cNvPr>
              <p:cNvPicPr/>
              <p:nvPr/>
            </p:nvPicPr>
            <p:blipFill>
              <a:blip r:embed="rId14"/>
              <a:stretch>
                <a:fillRect/>
              </a:stretch>
            </p:blipFill>
            <p:spPr>
              <a:xfrm>
                <a:off x="4024806" y="2895356"/>
                <a:ext cx="2160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墨迹 11">
                <a:extLst>
                  <a:ext uri="{FF2B5EF4-FFF2-40B4-BE49-F238E27FC236}">
                    <a16:creationId xmlns:a16="http://schemas.microsoft.com/office/drawing/2014/main" id="{B97F1438-7264-B29C-5A0D-85DE8CA66710}"/>
                  </a:ext>
                </a:extLst>
              </p14:cNvPr>
              <p14:cNvContentPartPr/>
              <p14:nvPr/>
            </p14:nvContentPartPr>
            <p14:xfrm>
              <a:off x="4204086" y="2903636"/>
              <a:ext cx="360" cy="289800"/>
            </p14:xfrm>
          </p:contentPart>
        </mc:Choice>
        <mc:Fallback xmlns="">
          <p:pic>
            <p:nvPicPr>
              <p:cNvPr id="12" name="墨迹 11">
                <a:extLst>
                  <a:ext uri="{FF2B5EF4-FFF2-40B4-BE49-F238E27FC236}">
                    <a16:creationId xmlns:a16="http://schemas.microsoft.com/office/drawing/2014/main" id="{B97F1438-7264-B29C-5A0D-85DE8CA66710}"/>
                  </a:ext>
                </a:extLst>
              </p:cNvPr>
              <p:cNvPicPr/>
              <p:nvPr/>
            </p:nvPicPr>
            <p:blipFill>
              <a:blip r:embed="rId16"/>
              <a:stretch>
                <a:fillRect/>
              </a:stretch>
            </p:blipFill>
            <p:spPr>
              <a:xfrm>
                <a:off x="4195086" y="2894636"/>
                <a:ext cx="18000" cy="307440"/>
              </a:xfrm>
              <a:prstGeom prst="rect">
                <a:avLst/>
              </a:prstGeom>
            </p:spPr>
          </p:pic>
        </mc:Fallback>
      </mc:AlternateContent>
    </p:spTree>
    <p:extLst>
      <p:ext uri="{BB962C8B-B14F-4D97-AF65-F5344CB8AC3E}">
        <p14:creationId xmlns:p14="http://schemas.microsoft.com/office/powerpoint/2010/main" val="147555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The power triangle</a:t>
            </a:r>
            <a:endParaRPr lang="zh-CN" altLang="en-US" dirty="0"/>
          </a:p>
        </p:txBody>
      </p:sp>
      <p:pic>
        <p:nvPicPr>
          <p:cNvPr id="5" name="Content Placeholder 4"/>
          <p:cNvPicPr>
            <a:picLocks noGrp="1" noChangeAspect="1"/>
          </p:cNvPicPr>
          <p:nvPr>
            <p:ph idx="1"/>
          </p:nvPr>
        </p:nvPicPr>
        <p:blipFill rotWithShape="1">
          <a:blip r:embed="rId2">
            <a:clrChange>
              <a:clrFrom>
                <a:srgbClr val="FFFFFF"/>
              </a:clrFrom>
              <a:clrTo>
                <a:srgbClr val="FFFFFF">
                  <a:alpha val="0"/>
                </a:srgbClr>
              </a:clrTo>
            </a:clrChange>
          </a:blip>
          <a:srcRect l="12360" r="3845"/>
          <a:stretch/>
        </p:blipFill>
        <p:spPr>
          <a:xfrm>
            <a:off x="6273337" y="1402456"/>
            <a:ext cx="5918663" cy="5242126"/>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20</a:t>
            </a:fld>
            <a:endParaRPr lang="en-US" altLang="zh-CN" dirty="0">
              <a:ea typeface="黑体" panose="02010609060101010101" pitchFamily="49" charset="-122"/>
            </a:endParaRPr>
          </a:p>
        </p:txBody>
      </p:sp>
      <p:sp>
        <p:nvSpPr>
          <p:cNvPr id="6" name="TextBox 5"/>
          <p:cNvSpPr txBox="1"/>
          <p:nvPr/>
        </p:nvSpPr>
        <p:spPr>
          <a:xfrm>
            <a:off x="436419" y="1768112"/>
            <a:ext cx="7557654" cy="2308324"/>
          </a:xfrm>
          <a:prstGeom prst="rect">
            <a:avLst/>
          </a:prstGeom>
          <a:noFill/>
        </p:spPr>
        <p:txBody>
          <a:bodyPr wrap="square" rtlCol="0">
            <a:spAutoFit/>
          </a:bodyPr>
          <a:lstStyle/>
          <a:p>
            <a:r>
              <a:rPr lang="en-US" altLang="zh-CN" sz="2400" dirty="0"/>
              <a:t>Recall the impedance</a:t>
            </a:r>
          </a:p>
          <a:p>
            <a:endParaRPr lang="en-US" altLang="zh-CN" sz="2400" dirty="0"/>
          </a:p>
          <a:p>
            <a:r>
              <a:rPr lang="en-US" altLang="zh-CN" sz="2400" dirty="0"/>
              <a:t>The impedance phase angle will be the same as in the power triangle.</a:t>
            </a:r>
          </a:p>
          <a:p>
            <a:endParaRPr lang="en-US" altLang="zh-CN" sz="2400" dirty="0"/>
          </a:p>
          <a:p>
            <a:r>
              <a:rPr lang="en-US" altLang="zh-CN" sz="2400" dirty="0"/>
              <a:t> </a:t>
            </a:r>
            <a:endParaRPr lang="zh-CN" altLang="en-US" sz="2400" dirty="0"/>
          </a:p>
        </p:txBody>
      </p:sp>
      <mc:AlternateContent xmlns:mc="http://schemas.openxmlformats.org/markup-compatibility/2006" xmlns:a14="http://schemas.microsoft.com/office/drawing/2010/main">
        <mc:Choice Requires="a14">
          <p:sp>
            <p:nvSpPr>
              <p:cNvPr id="7" name="Rectangle 6"/>
              <p:cNvSpPr/>
              <p:nvPr/>
            </p:nvSpPr>
            <p:spPr>
              <a:xfrm>
                <a:off x="3023977" y="1518833"/>
                <a:ext cx="3047083" cy="9328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𝑍</m:t>
                      </m:r>
                      <m:r>
                        <a:rPr lang="en-US" altLang="zh-CN" sz="2400" i="1" smtClean="0">
                          <a:latin typeface="Cambria Math" panose="02040503050406030204" pitchFamily="18" charset="0"/>
                        </a:rPr>
                        <m:t>=</m:t>
                      </m:r>
                      <m:f>
                        <m:fPr>
                          <m:ctrlPr>
                            <a:rPr lang="en-US" altLang="zh-CN" sz="2400" i="1">
                              <a:latin typeface="Cambria Math" panose="02040503050406030204" pitchFamily="18" charset="0"/>
                            </a:rPr>
                          </m:ctrlPr>
                        </m:fPr>
                        <m:num>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𝑉</m:t>
                              </m:r>
                            </m:e>
                          </m:acc>
                        </m:num>
                        <m:den>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𝐼</m:t>
                              </m:r>
                            </m:e>
                          </m:acc>
                        </m:den>
                      </m:f>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𝑗𝑋</m:t>
                      </m:r>
                    </m:oMath>
                  </m:oMathPara>
                </a14:m>
                <a:endParaRPr lang="zh-CN" altLang="en-US" sz="2400" dirty="0"/>
              </a:p>
            </p:txBody>
          </p:sp>
        </mc:Choice>
        <mc:Fallback xmlns="">
          <p:sp>
            <p:nvSpPr>
              <p:cNvPr id="7" name="Rectangle 6"/>
              <p:cNvSpPr>
                <a:spLocks noRot="1" noChangeAspect="1" noMove="1" noResize="1" noEditPoints="1" noAdjustHandles="1" noChangeArrowheads="1" noChangeShapeType="1" noTextEdit="1"/>
              </p:cNvSpPr>
              <p:nvPr/>
            </p:nvSpPr>
            <p:spPr>
              <a:xfrm>
                <a:off x="3023977" y="1518833"/>
                <a:ext cx="3047083" cy="932819"/>
              </a:xfrm>
              <a:prstGeom prst="rect">
                <a:avLst/>
              </a:prstGeom>
              <a:blipFill>
                <a:blip r:embed="rId3"/>
                <a:stretch>
                  <a:fillRect/>
                </a:stretch>
              </a:blipFill>
            </p:spPr>
            <p:txBody>
              <a:bodyPr/>
              <a:lstStyle/>
              <a:p>
                <a:r>
                  <a:rPr lang="zh-CN" altLang="en-US">
                    <a:noFill/>
                  </a:rPr>
                  <a:t> </a:t>
                </a:r>
              </a:p>
            </p:txBody>
          </p:sp>
        </mc:Fallback>
      </mc:AlternateContent>
      <p:sp>
        <p:nvSpPr>
          <p:cNvPr id="8" name="TextBox 7"/>
          <p:cNvSpPr txBox="1"/>
          <p:nvPr/>
        </p:nvSpPr>
        <p:spPr>
          <a:xfrm>
            <a:off x="7295857" y="5936858"/>
            <a:ext cx="2099677" cy="646331"/>
          </a:xfrm>
          <a:prstGeom prst="rect">
            <a:avLst/>
          </a:prstGeom>
          <a:solidFill>
            <a:schemeClr val="bg1"/>
          </a:solidFill>
        </p:spPr>
        <p:txBody>
          <a:bodyPr wrap="none" rtlCol="0">
            <a:spAutoFit/>
          </a:bodyPr>
          <a:lstStyle/>
          <a:p>
            <a:r>
              <a:rPr lang="en-US" altLang="zh-CN" dirty="0">
                <a:latin typeface="Arial" panose="020B0604020202020204" pitchFamily="34" charset="0"/>
                <a:cs typeface="Arial" panose="020B0604020202020204" pitchFamily="34" charset="0"/>
              </a:rPr>
              <a:t>Real power (P)</a:t>
            </a:r>
          </a:p>
          <a:p>
            <a:r>
              <a:rPr lang="en-US" altLang="zh-CN" dirty="0">
                <a:latin typeface="Arial" panose="020B0604020202020204" pitchFamily="34" charset="0"/>
                <a:cs typeface="Arial" panose="020B0604020202020204" pitchFamily="34" charset="0"/>
              </a:rPr>
              <a:t>Measured in Watts</a:t>
            </a:r>
            <a:endParaRPr lang="zh-CN" alt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2898157" y="3082735"/>
                <a:ext cx="1649362" cy="689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𝜃</m:t>
                      </m:r>
                      <m:r>
                        <a:rPr lang="en-US" altLang="zh-CN" sz="2400" b="0" i="1" smtClean="0">
                          <a:latin typeface="Cambria Math" panose="02040503050406030204" pitchFamily="18" charset="0"/>
                        </a:rPr>
                        <m:t>=</m:t>
                      </m:r>
                      <m:func>
                        <m:funcPr>
                          <m:ctrlPr>
                            <a:rPr lang="en-US" altLang="zh-CN" sz="2400" b="0" i="1" smtClean="0">
                              <a:latin typeface="Cambria Math" panose="02040503050406030204" pitchFamily="18" charset="0"/>
                            </a:rPr>
                          </m:ctrlPr>
                        </m:funcPr>
                        <m:fName>
                          <m:sSup>
                            <m:sSupPr>
                              <m:ctrlPr>
                                <a:rPr lang="en-US" altLang="zh-CN" sz="2400" b="0" i="1" smtClean="0">
                                  <a:latin typeface="Cambria Math" panose="02040503050406030204" pitchFamily="18" charset="0"/>
                                </a:rPr>
                              </m:ctrlPr>
                            </m:sSupPr>
                            <m:e>
                              <m:r>
                                <m:rPr>
                                  <m:sty m:val="p"/>
                                </m:rPr>
                                <a:rPr lang="en-US" altLang="zh-CN" sz="2400" b="0" i="0" smtClean="0">
                                  <a:latin typeface="Cambria Math" panose="02040503050406030204" pitchFamily="18" charset="0"/>
                                </a:rPr>
                                <m:t>tan</m:t>
                              </m:r>
                            </m:e>
                            <m:sup>
                              <m:r>
                                <a:rPr lang="en-US" altLang="zh-CN" sz="2400" b="0" i="1" smtClean="0">
                                  <a:latin typeface="Cambria Math" panose="02040503050406030204" pitchFamily="18" charset="0"/>
                                </a:rPr>
                                <m:t>−1</m:t>
                              </m:r>
                            </m:sup>
                          </m:sSup>
                        </m:fName>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𝑋</m:t>
                              </m:r>
                            </m:num>
                            <m:den>
                              <m:r>
                                <a:rPr lang="en-US" altLang="zh-CN" sz="2400" b="0" i="1" smtClean="0">
                                  <a:latin typeface="Cambria Math" panose="02040503050406030204" pitchFamily="18" charset="0"/>
                                </a:rPr>
                                <m:t>𝑅</m:t>
                              </m:r>
                            </m:den>
                          </m:f>
                        </m:e>
                      </m:func>
                    </m:oMath>
                  </m:oMathPara>
                </a14:m>
                <a:endParaRPr lang="zh-CN" alt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2898157" y="3082735"/>
                <a:ext cx="1649362" cy="689035"/>
              </a:xfrm>
              <a:prstGeom prst="rect">
                <a:avLst/>
              </a:prstGeom>
              <a:blipFill>
                <a:blip r:embed="rId4"/>
                <a:stretch>
                  <a:fillRect/>
                </a:stretch>
              </a:blipFill>
            </p:spPr>
            <p:txBody>
              <a:bodyPr/>
              <a:lstStyle/>
              <a:p>
                <a:r>
                  <a:rPr lang="zh-CN" altLang="en-US">
                    <a:noFill/>
                  </a:rPr>
                  <a:t> </a:t>
                </a:r>
              </a:p>
            </p:txBody>
          </p:sp>
        </mc:Fallback>
      </mc:AlternateContent>
      <p:sp>
        <p:nvSpPr>
          <p:cNvPr id="10" name="TextBox 9"/>
          <p:cNvSpPr txBox="1"/>
          <p:nvPr/>
        </p:nvSpPr>
        <p:spPr>
          <a:xfrm>
            <a:off x="838200" y="4239490"/>
            <a:ext cx="6094615" cy="2308324"/>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If reactance is +</a:t>
            </a:r>
            <a:r>
              <a:rPr lang="en-US" altLang="zh-CN" sz="2400" dirty="0" err="1"/>
              <a:t>ve</a:t>
            </a:r>
            <a:r>
              <a:rPr lang="en-US" altLang="zh-CN" sz="2400" dirty="0"/>
              <a:t>, the phase angle is +</a:t>
            </a:r>
            <a:r>
              <a:rPr lang="en-US" altLang="zh-CN" sz="2400" dirty="0" err="1"/>
              <a:t>ve</a:t>
            </a:r>
            <a:r>
              <a:rPr lang="en-US" altLang="zh-CN" sz="2400" dirty="0"/>
              <a:t>, and Q is +</a:t>
            </a:r>
            <a:r>
              <a:rPr lang="en-US" altLang="zh-CN" sz="2400" dirty="0" err="1"/>
              <a:t>ve</a:t>
            </a:r>
            <a:r>
              <a:rPr lang="en-US" altLang="zh-CN" sz="2400" dirty="0"/>
              <a:t>, corresponding to inductive impedance.</a:t>
            </a:r>
          </a:p>
          <a:p>
            <a:pPr marL="342900" indent="-342900">
              <a:buFont typeface="Arial" panose="020B0604020202020204" pitchFamily="34" charset="0"/>
              <a:buChar char="•"/>
            </a:pPr>
            <a:r>
              <a:rPr lang="en-US" altLang="zh-CN" sz="2400" dirty="0"/>
              <a:t>If reactance is –</a:t>
            </a:r>
            <a:r>
              <a:rPr lang="en-US" altLang="zh-CN" sz="2400" dirty="0" err="1"/>
              <a:t>ve</a:t>
            </a:r>
            <a:r>
              <a:rPr lang="en-US" altLang="zh-CN" sz="2400" dirty="0"/>
              <a:t>, the phase angle is –</a:t>
            </a:r>
            <a:r>
              <a:rPr lang="en-US" altLang="zh-CN" sz="2400" dirty="0" err="1"/>
              <a:t>ve</a:t>
            </a:r>
            <a:r>
              <a:rPr lang="en-US" altLang="zh-CN" sz="2400" dirty="0"/>
              <a:t>, and Q is –</a:t>
            </a:r>
            <a:r>
              <a:rPr lang="en-US" altLang="zh-CN" sz="2400" dirty="0" err="1"/>
              <a:t>ve</a:t>
            </a:r>
            <a:r>
              <a:rPr lang="en-US" altLang="zh-CN" sz="2400" dirty="0"/>
              <a:t> , corresponding to capacitive impedance. </a:t>
            </a:r>
          </a:p>
        </p:txBody>
      </p:sp>
    </p:spTree>
    <p:extLst>
      <p:ext uri="{BB962C8B-B14F-4D97-AF65-F5344CB8AC3E}">
        <p14:creationId xmlns:p14="http://schemas.microsoft.com/office/powerpoint/2010/main" val="2109779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Summary</a:t>
            </a:r>
          </a:p>
        </p:txBody>
      </p:sp>
      <p:pic>
        <p:nvPicPr>
          <p:cNvPr id="2" name="Picture 1"/>
          <p:cNvPicPr>
            <a:picLocks noChangeAspect="1"/>
          </p:cNvPicPr>
          <p:nvPr/>
        </p:nvPicPr>
        <p:blipFill>
          <a:blip r:embed="rId3" cstate="print"/>
          <a:stretch>
            <a:fillRect/>
          </a:stretch>
        </p:blipFill>
        <p:spPr>
          <a:xfrm>
            <a:off x="8192186" y="615142"/>
            <a:ext cx="3615950" cy="2202731"/>
          </a:xfrm>
          <a:prstGeom prst="rect">
            <a:avLst/>
          </a:prstGeom>
        </p:spPr>
      </p:pic>
      <p:sp>
        <p:nvSpPr>
          <p:cNvPr id="3" name="TextBox 2"/>
          <p:cNvSpPr txBox="1"/>
          <p:nvPr/>
        </p:nvSpPr>
        <p:spPr>
          <a:xfrm>
            <a:off x="8428467" y="2817873"/>
            <a:ext cx="3107466"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Power &amp; Impedance triangle</a:t>
            </a:r>
            <a:endParaRPr lang="en-GB"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4" cstate="print"/>
          <a:stretch>
            <a:fillRect/>
          </a:stretch>
        </p:blipFill>
        <p:spPr>
          <a:xfrm>
            <a:off x="8393454" y="3418575"/>
            <a:ext cx="2960345" cy="2919084"/>
          </a:xfrm>
          <a:prstGeom prst="rect">
            <a:avLst/>
          </a:prstGeom>
        </p:spPr>
      </p:pic>
      <p:pic>
        <p:nvPicPr>
          <p:cNvPr id="8" name="Picture 7"/>
          <p:cNvPicPr>
            <a:picLocks noChangeAspect="1"/>
          </p:cNvPicPr>
          <p:nvPr/>
        </p:nvPicPr>
        <p:blipFill>
          <a:blip r:embed="rId5"/>
          <a:stretch>
            <a:fillRect/>
          </a:stretch>
        </p:blipFill>
        <p:spPr>
          <a:xfrm>
            <a:off x="570934" y="1744477"/>
            <a:ext cx="7415424" cy="4665662"/>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5983887" y="816275"/>
                <a:ext cx="1171539" cy="806631"/>
              </a:xfrm>
              <a:prstGeom prst="rect">
                <a:avLst/>
              </a:prstGeom>
              <a:noFill/>
              <a:ln w="19050">
                <a:solidFill>
                  <a:srgbClr val="FF0000"/>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i="1" smtClean="0">
                              <a:solidFill>
                                <a:srgbClr val="FF0000"/>
                              </a:solidFill>
                              <a:latin typeface="Cambria Math" panose="02040503050406030204" pitchFamily="18" charset="0"/>
                            </a:rPr>
                          </m:ctrlPr>
                        </m:fPr>
                        <m:num>
                          <m:r>
                            <a:rPr lang="en-US" altLang="zh-CN" sz="2800" b="0" i="1" smtClean="0">
                              <a:solidFill>
                                <a:srgbClr val="FF0000"/>
                              </a:solidFill>
                              <a:latin typeface="Cambria Math" panose="02040503050406030204" pitchFamily="18" charset="0"/>
                            </a:rPr>
                            <m:t>1</m:t>
                          </m:r>
                        </m:num>
                        <m:den>
                          <m:r>
                            <a:rPr lang="en-US" altLang="zh-CN" sz="2800" b="0" i="1" smtClean="0">
                              <a:solidFill>
                                <a:srgbClr val="FF0000"/>
                              </a:solidFill>
                              <a:latin typeface="Cambria Math" panose="02040503050406030204" pitchFamily="18" charset="0"/>
                            </a:rPr>
                            <m:t>2</m:t>
                          </m:r>
                        </m:den>
                      </m:f>
                      <m:acc>
                        <m:accPr>
                          <m:chr m:val="⃑"/>
                          <m:ctrlPr>
                            <a:rPr lang="en-US" altLang="zh-CN" sz="2800" i="1">
                              <a:solidFill>
                                <a:srgbClr val="FF0000"/>
                              </a:solidFill>
                              <a:latin typeface="Cambria Math" panose="02040503050406030204" pitchFamily="18" charset="0"/>
                            </a:rPr>
                          </m:ctrlPr>
                        </m:accPr>
                        <m:e>
                          <m:r>
                            <a:rPr lang="en-US" altLang="zh-CN" sz="2800" i="1">
                              <a:solidFill>
                                <a:srgbClr val="FF0000"/>
                              </a:solidFill>
                              <a:latin typeface="Cambria Math" panose="02040503050406030204" pitchFamily="18" charset="0"/>
                            </a:rPr>
                            <m:t>𝑉</m:t>
                          </m:r>
                        </m:e>
                      </m:acc>
                      <m:r>
                        <a:rPr lang="en-US" altLang="zh-CN" sz="2800" b="0" i="1" smtClean="0">
                          <a:solidFill>
                            <a:srgbClr val="FF0000"/>
                          </a:solidFill>
                          <a:latin typeface="Cambria Math" panose="02040503050406030204" pitchFamily="18" charset="0"/>
                        </a:rPr>
                        <m:t>(</m:t>
                      </m:r>
                      <m:sSup>
                        <m:sSupPr>
                          <m:ctrlPr>
                            <a:rPr lang="en-US" altLang="zh-CN" sz="2800" b="0" i="1" smtClean="0">
                              <a:solidFill>
                                <a:srgbClr val="FF0000"/>
                              </a:solidFill>
                              <a:latin typeface="Cambria Math" panose="02040503050406030204" pitchFamily="18" charset="0"/>
                            </a:rPr>
                          </m:ctrlPr>
                        </m:sSupPr>
                        <m:e>
                          <m:acc>
                            <m:accPr>
                              <m:chr m:val="⃑"/>
                              <m:ctrlPr>
                                <a:rPr lang="en-US" altLang="zh-CN" sz="2800" i="1">
                                  <a:solidFill>
                                    <a:srgbClr val="FF0000"/>
                                  </a:solidFill>
                                  <a:latin typeface="Cambria Math" panose="02040503050406030204" pitchFamily="18" charset="0"/>
                                </a:rPr>
                              </m:ctrlPr>
                            </m:accPr>
                            <m:e>
                              <m:r>
                                <a:rPr lang="en-US" altLang="zh-CN" sz="2800" b="0" i="1" smtClean="0">
                                  <a:solidFill>
                                    <a:srgbClr val="FF0000"/>
                                  </a:solidFill>
                                  <a:latin typeface="Cambria Math" panose="02040503050406030204" pitchFamily="18" charset="0"/>
                                </a:rPr>
                                <m:t>𝐼</m:t>
                              </m:r>
                            </m:e>
                          </m:acc>
                        </m:e>
                        <m:sup>
                          <m:r>
                            <a:rPr lang="en-US" altLang="zh-CN" sz="2800" b="0" i="1" smtClean="0">
                              <a:solidFill>
                                <a:srgbClr val="FF0000"/>
                              </a:solidFill>
                              <a:latin typeface="Cambria Math" panose="02040503050406030204" pitchFamily="18" charset="0"/>
                            </a:rPr>
                            <m:t>∗</m:t>
                          </m:r>
                        </m:sup>
                      </m:sSup>
                      <m:r>
                        <a:rPr lang="en-US" altLang="zh-CN" sz="2800" b="0" i="1" smtClean="0">
                          <a:solidFill>
                            <a:srgbClr val="FF0000"/>
                          </a:solidFill>
                          <a:latin typeface="Cambria Math" panose="02040503050406030204" pitchFamily="18" charset="0"/>
                        </a:rPr>
                        <m:t>)</m:t>
                      </m:r>
                    </m:oMath>
                  </m:oMathPara>
                </a14:m>
                <a:endParaRPr lang="zh-CN" altLang="en-US" sz="28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983887" y="816275"/>
                <a:ext cx="1171539" cy="806631"/>
              </a:xfrm>
              <a:prstGeom prst="rect">
                <a:avLst/>
              </a:prstGeom>
              <a:blipFill>
                <a:blip r:embed="rId6"/>
                <a:stretch>
                  <a:fillRect/>
                </a:stretch>
              </a:blipFill>
              <a:ln w="19050">
                <a:solidFill>
                  <a:srgbClr val="FF0000"/>
                </a:solidFill>
              </a:ln>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21</a:t>
            </a:fld>
            <a:endParaRPr lang="en-US" altLang="zh-CN" dirty="0">
              <a:ea typeface="黑体" panose="02010609060101010101" pitchFamily="49" charset="-122"/>
            </a:endParaRPr>
          </a:p>
        </p:txBody>
      </p:sp>
    </p:spTree>
    <p:extLst>
      <p:ext uri="{BB962C8B-B14F-4D97-AF65-F5344CB8AC3E}">
        <p14:creationId xmlns:p14="http://schemas.microsoft.com/office/powerpoint/2010/main" val="3654956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Maximum Average Power Transfer</a:t>
            </a:r>
          </a:p>
        </p:txBody>
      </p:sp>
      <p:sp>
        <p:nvSpPr>
          <p:cNvPr id="20483" name="Content Placeholder 2"/>
          <p:cNvSpPr>
            <a:spLocks noGrp="1"/>
          </p:cNvSpPr>
          <p:nvPr>
            <p:ph idx="1"/>
          </p:nvPr>
        </p:nvSpPr>
        <p:spPr>
          <a:xfrm>
            <a:off x="838200" y="1690688"/>
            <a:ext cx="7607532" cy="4435476"/>
          </a:xfrm>
        </p:spPr>
        <p:txBody>
          <a:bodyPr>
            <a:normAutofit/>
          </a:bodyPr>
          <a:lstStyle/>
          <a:p>
            <a:pPr algn="just"/>
            <a:r>
              <a:rPr lang="en-US" altLang="en-US" sz="2400" dirty="0"/>
              <a:t>Previously we considered how to maximize power delivered to a </a:t>
            </a:r>
            <a:r>
              <a:rPr lang="en-US" altLang="en-US" sz="2400" u="sng" dirty="0"/>
              <a:t>resistive</a:t>
            </a:r>
            <a:r>
              <a:rPr lang="en-US" altLang="en-US" sz="2400" dirty="0"/>
              <a:t> load: It was shown that maximum power was transferred when </a:t>
            </a:r>
            <a:r>
              <a:rPr lang="en-US" altLang="en-US" sz="2400" i="1" dirty="0">
                <a:solidFill>
                  <a:schemeClr val="accent4"/>
                </a:solidFill>
              </a:rPr>
              <a:t>the load resistance is equal to the Thévenin resistance</a:t>
            </a:r>
            <a:r>
              <a:rPr lang="en-US" altLang="en-US" sz="2400" dirty="0"/>
              <a:t> of the supply circuit.</a:t>
            </a:r>
          </a:p>
          <a:p>
            <a:pPr algn="just"/>
            <a:r>
              <a:rPr lang="en-US" altLang="en-US" sz="2400" dirty="0"/>
              <a:t>This will now be extended to AC circuits.</a:t>
            </a:r>
          </a:p>
          <a:p>
            <a:pPr algn="just"/>
            <a:r>
              <a:rPr lang="en-GB" altLang="en-US" sz="2400" dirty="0"/>
              <a:t>The Thévenin impedance and load impedance can be written as</a:t>
            </a:r>
          </a:p>
          <a:p>
            <a:pPr algn="just"/>
            <a:endParaRPr lang="en-US" altLang="en-US" sz="2400" dirty="0"/>
          </a:p>
          <a:p>
            <a:pPr algn="just"/>
            <a:r>
              <a:rPr lang="en-GB" altLang="en-US" sz="2400" dirty="0"/>
              <a:t>The current through the load is: </a:t>
            </a:r>
          </a:p>
          <a:p>
            <a:pPr algn="just"/>
            <a:endParaRPr lang="en-US" altLang="en-US" sz="2400" dirty="0"/>
          </a:p>
        </p:txBody>
      </p:sp>
      <p:pic>
        <p:nvPicPr>
          <p:cNvPr id="20485" name="Picture 6" descr="C:\Users\Joel\Documents\Teaching\McGraw Hill\Fundamentals of Electric Circuits 5e\figures\Ch11\Color Labeled\ale80571_11_00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174"/>
          <a:stretch/>
        </p:blipFill>
        <p:spPr bwMode="auto">
          <a:xfrm>
            <a:off x="8832576" y="1972353"/>
            <a:ext cx="2906486" cy="3672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5"/>
          <p:cNvGraphicFramePr>
            <a:graphicFrameLocks noChangeAspect="1"/>
          </p:cNvGraphicFramePr>
          <p:nvPr>
            <p:extLst>
              <p:ext uri="{D42A27DB-BD31-4B8C-83A1-F6EECF244321}">
                <p14:modId xmlns:p14="http://schemas.microsoft.com/office/powerpoint/2010/main" val="3963634995"/>
              </p:ext>
            </p:extLst>
          </p:nvPr>
        </p:nvGraphicFramePr>
        <p:xfrm>
          <a:off x="3074365" y="4239420"/>
          <a:ext cx="3584575" cy="419100"/>
        </p:xfrm>
        <a:graphic>
          <a:graphicData uri="http://schemas.openxmlformats.org/presentationml/2006/ole">
            <mc:AlternateContent xmlns:mc="http://schemas.openxmlformats.org/markup-compatibility/2006">
              <mc:Choice xmlns:v="urn:schemas-microsoft-com:vml" Requires="v">
                <p:oleObj name="Equation" r:id="rId4" imgW="1955800" imgH="228600" progId="Equation.DSMT4">
                  <p:embed/>
                </p:oleObj>
              </mc:Choice>
              <mc:Fallback>
                <p:oleObj name="Equation" r:id="rId4" imgW="1955800" imgH="228600"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4365" y="4239420"/>
                        <a:ext cx="3584575" cy="419100"/>
                      </a:xfrm>
                      <a:prstGeom prst="rect">
                        <a:avLst/>
                      </a:prstGeom>
                      <a:solidFill>
                        <a:schemeClr val="bg1"/>
                      </a:solid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166467251"/>
              </p:ext>
            </p:extLst>
          </p:nvPr>
        </p:nvGraphicFramePr>
        <p:xfrm>
          <a:off x="2678285" y="5321301"/>
          <a:ext cx="4376737" cy="804863"/>
        </p:xfrm>
        <a:graphic>
          <a:graphicData uri="http://schemas.openxmlformats.org/presentationml/2006/ole">
            <mc:AlternateContent xmlns:mc="http://schemas.openxmlformats.org/markup-compatibility/2006">
              <mc:Choice xmlns:v="urn:schemas-microsoft-com:vml" Requires="v">
                <p:oleObj name="Equation" r:id="rId6" imgW="2552700" imgH="469900" progId="Equation.DSMT4">
                  <p:embed/>
                </p:oleObj>
              </mc:Choice>
              <mc:Fallback>
                <p:oleObj name="Equation" r:id="rId6" imgW="2552700" imgH="469900" progId="Equation.DSMT4">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78285" y="5321301"/>
                        <a:ext cx="4376737" cy="804863"/>
                      </a:xfrm>
                      <a:prstGeom prst="rect">
                        <a:avLst/>
                      </a:prstGeom>
                      <a:solidFill>
                        <a:schemeClr val="bg1"/>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22</a:t>
            </a:fld>
            <a:endParaRPr lang="en-US" altLang="zh-CN" dirty="0">
              <a:ea typeface="黑体" panose="02010609060101010101" pitchFamily="49" charset="-122"/>
            </a:endParaRPr>
          </a:p>
        </p:txBody>
      </p:sp>
    </p:spTree>
    <p:extLst>
      <p:ext uri="{BB962C8B-B14F-4D97-AF65-F5344CB8AC3E}">
        <p14:creationId xmlns:p14="http://schemas.microsoft.com/office/powerpoint/2010/main" val="2266732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Maximum Average Power Transfer</a:t>
            </a:r>
          </a:p>
        </p:txBody>
      </p:sp>
      <p:sp>
        <p:nvSpPr>
          <p:cNvPr id="22531" name="Content Placeholder 2"/>
          <p:cNvSpPr>
            <a:spLocks noGrp="1"/>
          </p:cNvSpPr>
          <p:nvPr>
            <p:ph idx="1"/>
          </p:nvPr>
        </p:nvSpPr>
        <p:spPr>
          <a:xfrm>
            <a:off x="838200" y="1690687"/>
            <a:ext cx="10515600" cy="2374781"/>
          </a:xfrm>
        </p:spPr>
        <p:txBody>
          <a:bodyPr>
            <a:noAutofit/>
          </a:bodyPr>
          <a:lstStyle/>
          <a:p>
            <a:pPr algn="just"/>
            <a:r>
              <a:rPr lang="en-US" altLang="en-US" sz="2400" dirty="0"/>
              <a:t>The average power delivered to the load is:</a:t>
            </a:r>
          </a:p>
          <a:p>
            <a:pPr algn="just"/>
            <a:endParaRPr lang="en-US" altLang="en-US" sz="2400" dirty="0"/>
          </a:p>
          <a:p>
            <a:pPr algn="just"/>
            <a:endParaRPr lang="en-US" altLang="en-US" sz="1600" dirty="0"/>
          </a:p>
          <a:p>
            <a:pPr algn="just"/>
            <a:r>
              <a:rPr lang="en-US" altLang="en-US" sz="2400" dirty="0"/>
              <a:t>For a given source, the average power </a:t>
            </a:r>
            <a:r>
              <a:rPr lang="en-US" altLang="en-US" sz="2400" i="1" dirty="0"/>
              <a:t>P</a:t>
            </a:r>
            <a:r>
              <a:rPr lang="en-US" altLang="en-US" sz="2400" dirty="0"/>
              <a:t> depends on </a:t>
            </a:r>
            <a:r>
              <a:rPr lang="en-US" altLang="en-US" sz="2400" i="1" dirty="0"/>
              <a:t>R</a:t>
            </a:r>
            <a:r>
              <a:rPr lang="en-US" altLang="en-US" sz="2400" i="1" baseline="-25000" dirty="0"/>
              <a:t>L</a:t>
            </a:r>
            <a:r>
              <a:rPr lang="en-US" altLang="en-US" sz="2400" dirty="0"/>
              <a:t> and </a:t>
            </a:r>
            <a:r>
              <a:rPr lang="en-US" altLang="en-US" sz="2400" i="1" dirty="0"/>
              <a:t>X</a:t>
            </a:r>
            <a:r>
              <a:rPr lang="en-US" altLang="en-US" sz="2400" i="1" baseline="-25000" dirty="0"/>
              <a:t>L</a:t>
            </a:r>
            <a:r>
              <a:rPr lang="en-US" altLang="en-US" sz="2400" dirty="0"/>
              <a:t> (a function of two independent variables). Therefore, to maximize </a:t>
            </a:r>
            <a:r>
              <a:rPr lang="en-US" altLang="en-US" sz="2400" i="1" dirty="0"/>
              <a:t>P, </a:t>
            </a:r>
            <a:r>
              <a:rPr lang="en-US" altLang="en-US" sz="2400" dirty="0"/>
              <a:t>we must find the values where both partial derivatives are zero</a:t>
            </a:r>
            <a:endParaRPr lang="en-US" altLang="en-US" sz="1600" i="1" dirty="0"/>
          </a:p>
        </p:txBody>
      </p:sp>
      <p:graphicFrame>
        <p:nvGraphicFramePr>
          <p:cNvPr id="10" name="Object 7"/>
          <p:cNvGraphicFramePr>
            <a:graphicFrameLocks noChangeAspect="1"/>
          </p:cNvGraphicFramePr>
          <p:nvPr>
            <p:extLst>
              <p:ext uri="{D42A27DB-BD31-4B8C-83A1-F6EECF244321}">
                <p14:modId xmlns:p14="http://schemas.microsoft.com/office/powerpoint/2010/main" val="845885082"/>
              </p:ext>
            </p:extLst>
          </p:nvPr>
        </p:nvGraphicFramePr>
        <p:xfrm>
          <a:off x="6779415" y="5619004"/>
          <a:ext cx="3849688" cy="453473"/>
        </p:xfrm>
        <a:graphic>
          <a:graphicData uri="http://schemas.openxmlformats.org/presentationml/2006/ole">
            <mc:AlternateContent xmlns:mc="http://schemas.openxmlformats.org/markup-compatibility/2006">
              <mc:Choice xmlns:v="urn:schemas-microsoft-com:vml" Requires="v">
                <p:oleObj name="Equation" r:id="rId3" imgW="2032000" imgH="241300" progId="Equation.DSMT4">
                  <p:embed/>
                </p:oleObj>
              </mc:Choice>
              <mc:Fallback>
                <p:oleObj name="Equation" r:id="rId3" imgW="2032000" imgH="241300" progId="Equation.DSMT4">
                  <p:embed/>
                  <p:pic>
                    <p:nvPicPr>
                      <p:cNvPr id="1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9415" y="5619004"/>
                        <a:ext cx="3849688" cy="453473"/>
                      </a:xfrm>
                      <a:prstGeom prst="rect">
                        <a:avLst/>
                      </a:prstGeom>
                      <a:solidFill>
                        <a:srgbClr val="D1E6B5"/>
                      </a:solidFill>
                    </p:spPr>
                  </p:pic>
                </p:oleObj>
              </mc:Fallback>
            </mc:AlternateContent>
          </a:graphicData>
        </a:graphic>
      </p:graphicFrame>
      <p:sp>
        <p:nvSpPr>
          <p:cNvPr id="4" name="TextBox 3"/>
          <p:cNvSpPr txBox="1"/>
          <p:nvPr/>
        </p:nvSpPr>
        <p:spPr>
          <a:xfrm>
            <a:off x="6021251" y="3788058"/>
            <a:ext cx="5332953" cy="369332"/>
          </a:xfrm>
          <a:prstGeom prst="rect">
            <a:avLst/>
          </a:prstGeom>
          <a:noFill/>
        </p:spPr>
        <p:txBody>
          <a:bodyPr wrap="square" rtlCol="0">
            <a:spAutoFit/>
          </a:bodyPr>
          <a:lstStyle/>
          <a:p>
            <a:r>
              <a:rPr lang="en-US" altLang="zh-CN" i="1" dirty="0">
                <a:solidFill>
                  <a:schemeClr val="accent4"/>
                </a:solidFill>
              </a:rPr>
              <a:t>Combing both, when both derivatives are zero, we have </a:t>
            </a:r>
            <a:endParaRPr lang="zh-CN" altLang="en-US" i="1" dirty="0">
              <a:solidFill>
                <a:schemeClr val="accent4"/>
              </a:solidFill>
            </a:endParaRPr>
          </a:p>
        </p:txBody>
      </p:sp>
      <p:sp>
        <p:nvSpPr>
          <p:cNvPr id="5" name="Rectangle 4"/>
          <p:cNvSpPr/>
          <p:nvPr/>
        </p:nvSpPr>
        <p:spPr>
          <a:xfrm>
            <a:off x="6021251" y="4779936"/>
            <a:ext cx="5198957" cy="646331"/>
          </a:xfrm>
          <a:prstGeom prst="rect">
            <a:avLst/>
          </a:prstGeom>
        </p:spPr>
        <p:txBody>
          <a:bodyPr wrap="square">
            <a:spAutoFit/>
          </a:bodyPr>
          <a:lstStyle/>
          <a:p>
            <a:pPr algn="ctr"/>
            <a:r>
              <a:rPr lang="en-GB" altLang="en-US" i="1" dirty="0">
                <a:solidFill>
                  <a:srgbClr val="FF0000"/>
                </a:solidFill>
              </a:rPr>
              <a:t>The load impedance = the complex conjugate of the Thévenin impedance</a:t>
            </a:r>
            <a:endParaRPr lang="zh-CN" altLang="en-US" dirty="0"/>
          </a:p>
        </p:txBody>
      </p:sp>
      <mc:AlternateContent xmlns:mc="http://schemas.openxmlformats.org/markup-compatibility/2006" xmlns:a14="http://schemas.microsoft.com/office/drawing/2010/main">
        <mc:Choice Requires="a14">
          <p:sp>
            <p:nvSpPr>
              <p:cNvPr id="7" name="Rectangle 6"/>
              <p:cNvSpPr/>
              <p:nvPr/>
            </p:nvSpPr>
            <p:spPr>
              <a:xfrm>
                <a:off x="6473017" y="4282221"/>
                <a:ext cx="13306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𝑇h</m:t>
                          </m:r>
                        </m:sub>
                      </m:sSub>
                    </m:oMath>
                  </m:oMathPara>
                </a14:m>
                <a:endParaRPr lang="zh-CN" altLang="en-US" dirty="0"/>
              </a:p>
            </p:txBody>
          </p:sp>
        </mc:Choice>
        <mc:Fallback xmlns="">
          <p:sp>
            <p:nvSpPr>
              <p:cNvPr id="7" name="Rectangle 6"/>
              <p:cNvSpPr>
                <a:spLocks noRot="1" noChangeAspect="1" noMove="1" noResize="1" noEditPoints="1" noAdjustHandles="1" noChangeArrowheads="1" noChangeShapeType="1" noTextEdit="1"/>
              </p:cNvSpPr>
              <p:nvPr/>
            </p:nvSpPr>
            <p:spPr>
              <a:xfrm>
                <a:off x="6473017" y="4282221"/>
                <a:ext cx="1330621" cy="369332"/>
              </a:xfrm>
              <a:prstGeom prst="rect">
                <a:avLst/>
              </a:prstGeom>
              <a:blipFill>
                <a:blip r:embed="rId6"/>
                <a:stretch>
                  <a:fillRect b="-1639"/>
                </a:stretch>
              </a:blipFill>
            </p:spPr>
            <p:txBody>
              <a:bodyPr/>
              <a:lstStyle/>
              <a:p>
                <a:r>
                  <a:rPr lang="zh-CN" altLang="en-US">
                    <a:noFill/>
                  </a:rPr>
                  <a:t> </a:t>
                </a:r>
              </a:p>
            </p:txBody>
          </p:sp>
        </mc:Fallback>
      </mc:AlternateContent>
      <p:sp>
        <p:nvSpPr>
          <p:cNvPr id="13" name="Rectangle 12"/>
          <p:cNvSpPr/>
          <p:nvPr/>
        </p:nvSpPr>
        <p:spPr>
          <a:xfrm>
            <a:off x="7715766" y="4270742"/>
            <a:ext cx="619080" cy="400110"/>
          </a:xfrm>
          <a:prstGeom prst="rect">
            <a:avLst/>
          </a:prstGeom>
        </p:spPr>
        <p:txBody>
          <a:bodyPr wrap="none">
            <a:spAutoFit/>
          </a:bodyPr>
          <a:lstStyle/>
          <a:p>
            <a:r>
              <a:rPr lang="en-US" altLang="zh-CN" sz="2000" dirty="0"/>
              <a:t>and </a:t>
            </a:r>
            <a:endParaRPr lang="zh-CN" altLang="en-US" sz="2000" dirty="0"/>
          </a:p>
        </p:txBody>
      </p:sp>
      <mc:AlternateContent xmlns:mc="http://schemas.openxmlformats.org/markup-compatibility/2006" xmlns:a14="http://schemas.microsoft.com/office/drawing/2010/main">
        <mc:Choice Requires="a14">
          <p:sp>
            <p:nvSpPr>
              <p:cNvPr id="17" name="Rectangle 16"/>
              <p:cNvSpPr/>
              <p:nvPr/>
            </p:nvSpPr>
            <p:spPr>
              <a:xfrm>
                <a:off x="8255403" y="4124830"/>
                <a:ext cx="2912079" cy="6560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sSup>
                            <m:sSupPr>
                              <m:ctrlPr>
                                <a:rPr lang="en-US" altLang="zh-CN" b="0" i="1" smtClean="0">
                                  <a:latin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𝑇h</m:t>
                                  </m:r>
                                </m:sub>
                              </m:sSub>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𝐿</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𝑇h</m:t>
                                  </m:r>
                                </m:sub>
                              </m:sSub>
                              <m:r>
                                <a:rPr lang="en-US" altLang="zh-CN" i="1">
                                  <a:latin typeface="Cambria Math" panose="02040503050406030204" pitchFamily="18" charset="0"/>
                                </a:rPr>
                                <m:t>)</m:t>
                              </m:r>
                            </m:e>
                            <m:sup>
                              <m:r>
                                <a:rPr lang="en-US" altLang="zh-CN" b="0" i="1" smtClean="0">
                                  <a:latin typeface="Cambria Math" panose="02040503050406030204" pitchFamily="18" charset="0"/>
                                </a:rPr>
                                <m:t>2</m:t>
                              </m:r>
                            </m:sup>
                          </m:sSup>
                        </m:e>
                      </m:rad>
                    </m:oMath>
                  </m:oMathPara>
                </a14:m>
                <a:endParaRPr lang="zh-CN" altLang="en-US" dirty="0"/>
              </a:p>
            </p:txBody>
          </p:sp>
        </mc:Choice>
        <mc:Fallback xmlns="">
          <p:sp>
            <p:nvSpPr>
              <p:cNvPr id="17" name="Rectangle 16"/>
              <p:cNvSpPr>
                <a:spLocks noRot="1" noChangeAspect="1" noMove="1" noResize="1" noEditPoints="1" noAdjustHandles="1" noChangeArrowheads="1" noChangeShapeType="1" noTextEdit="1"/>
              </p:cNvSpPr>
              <p:nvPr/>
            </p:nvSpPr>
            <p:spPr>
              <a:xfrm>
                <a:off x="8255403" y="4124830"/>
                <a:ext cx="2912079" cy="656013"/>
              </a:xfrm>
              <a:prstGeom prst="rect">
                <a:avLst/>
              </a:prstGeom>
              <a:blipFill>
                <a:blip r:embed="rId7"/>
                <a:stretch>
                  <a:fillRect/>
                </a:stretch>
              </a:blipFill>
            </p:spPr>
            <p:txBody>
              <a:bodyPr/>
              <a:lstStyle/>
              <a:p>
                <a:r>
                  <a:rPr lang="zh-CN" altLang="en-US">
                    <a:noFill/>
                  </a:rPr>
                  <a:t> </a:t>
                </a:r>
              </a:p>
            </p:txBody>
          </p:sp>
        </mc:Fallback>
      </mc:AlternateContent>
      <p:sp>
        <p:nvSpPr>
          <p:cNvPr id="14" name="Right Arrow 13"/>
          <p:cNvSpPr/>
          <p:nvPr/>
        </p:nvSpPr>
        <p:spPr>
          <a:xfrm>
            <a:off x="8418309" y="2331035"/>
            <a:ext cx="576401" cy="273401"/>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Picture 18"/>
          <p:cNvPicPr>
            <a:picLocks noChangeAspect="1"/>
          </p:cNvPicPr>
          <p:nvPr/>
        </p:nvPicPr>
        <p:blipFill>
          <a:blip r:embed="rId8"/>
          <a:stretch>
            <a:fillRect/>
          </a:stretch>
        </p:blipFill>
        <p:spPr>
          <a:xfrm>
            <a:off x="1458214" y="2299941"/>
            <a:ext cx="1871729" cy="379581"/>
          </a:xfrm>
          <a:prstGeom prst="rect">
            <a:avLst/>
          </a:prstGeom>
        </p:spPr>
      </p:pic>
      <p:pic>
        <p:nvPicPr>
          <p:cNvPr id="15" name="Picture 14"/>
          <p:cNvPicPr>
            <a:picLocks noChangeAspect="1"/>
          </p:cNvPicPr>
          <p:nvPr/>
        </p:nvPicPr>
        <p:blipFill>
          <a:blip r:embed="rId9"/>
          <a:stretch>
            <a:fillRect/>
          </a:stretch>
        </p:blipFill>
        <p:spPr>
          <a:xfrm>
            <a:off x="3814288" y="2108751"/>
            <a:ext cx="4305300" cy="828675"/>
          </a:xfrm>
          <a:prstGeom prst="rect">
            <a:avLst/>
          </a:prstGeom>
        </p:spPr>
      </p:pic>
      <p:pic>
        <p:nvPicPr>
          <p:cNvPr id="16" name="Picture 15"/>
          <p:cNvPicPr>
            <a:picLocks noChangeAspect="1"/>
          </p:cNvPicPr>
          <p:nvPr/>
        </p:nvPicPr>
        <p:blipFill>
          <a:blip r:embed="rId10"/>
          <a:stretch>
            <a:fillRect/>
          </a:stretch>
        </p:blipFill>
        <p:spPr>
          <a:xfrm>
            <a:off x="1415462" y="4191339"/>
            <a:ext cx="4029075" cy="876300"/>
          </a:xfrm>
          <a:prstGeom prst="rect">
            <a:avLst/>
          </a:prstGeom>
        </p:spPr>
      </p:pic>
      <p:pic>
        <p:nvPicPr>
          <p:cNvPr id="18" name="Picture 17"/>
          <p:cNvPicPr>
            <a:picLocks noChangeAspect="1"/>
          </p:cNvPicPr>
          <p:nvPr/>
        </p:nvPicPr>
        <p:blipFill>
          <a:blip r:embed="rId11"/>
          <a:stretch>
            <a:fillRect/>
          </a:stretch>
        </p:blipFill>
        <p:spPr>
          <a:xfrm>
            <a:off x="515350" y="5275228"/>
            <a:ext cx="5829300" cy="990600"/>
          </a:xfrm>
          <a:prstGeom prst="rect">
            <a:avLst/>
          </a:prstGeom>
        </p:spPr>
      </p:pic>
      <p:pic>
        <p:nvPicPr>
          <p:cNvPr id="28" name="Picture 27"/>
          <p:cNvPicPr>
            <a:picLocks noChangeAspect="1"/>
          </p:cNvPicPr>
          <p:nvPr/>
        </p:nvPicPr>
        <p:blipFill>
          <a:blip r:embed="rId12"/>
          <a:stretch>
            <a:fillRect/>
          </a:stretch>
        </p:blipFill>
        <p:spPr>
          <a:xfrm>
            <a:off x="9143203" y="2019982"/>
            <a:ext cx="1485900" cy="933450"/>
          </a:xfrm>
          <a:prstGeom prst="rect">
            <a:avLst/>
          </a:prstGeom>
          <a:ln w="19050">
            <a:solidFill>
              <a:schemeClr val="accent4"/>
            </a:solidFill>
          </a:ln>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23</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13">
            <p14:nvContentPartPr>
              <p14:cNvPr id="2" name="Ink 1">
                <a:extLst>
                  <a:ext uri="{FF2B5EF4-FFF2-40B4-BE49-F238E27FC236}">
                    <a16:creationId xmlns:a16="http://schemas.microsoft.com/office/drawing/2014/main" id="{F4A70B15-C168-EC44-8989-E50B58119539}"/>
                  </a:ext>
                </a:extLst>
              </p14:cNvPr>
              <p14:cNvContentPartPr/>
              <p14:nvPr/>
            </p14:nvContentPartPr>
            <p14:xfrm>
              <a:off x="6344590" y="2769305"/>
              <a:ext cx="51480" cy="100440"/>
            </p14:xfrm>
          </p:contentPart>
        </mc:Choice>
        <mc:Fallback xmlns="">
          <p:pic>
            <p:nvPicPr>
              <p:cNvPr id="2" name="Ink 1">
                <a:extLst>
                  <a:ext uri="{FF2B5EF4-FFF2-40B4-BE49-F238E27FC236}">
                    <a16:creationId xmlns:a16="http://schemas.microsoft.com/office/drawing/2014/main" id="{F4A70B15-C168-EC44-8989-E50B58119539}"/>
                  </a:ext>
                </a:extLst>
              </p:cNvPr>
              <p:cNvPicPr/>
              <p:nvPr/>
            </p:nvPicPr>
            <p:blipFill>
              <a:blip r:embed="rId14"/>
              <a:stretch>
                <a:fillRect/>
              </a:stretch>
            </p:blipFill>
            <p:spPr>
              <a:xfrm>
                <a:off x="6335590" y="2760665"/>
                <a:ext cx="69120" cy="118080"/>
              </a:xfrm>
              <a:prstGeom prst="rect">
                <a:avLst/>
              </a:prstGeom>
            </p:spPr>
          </p:pic>
        </mc:Fallback>
      </mc:AlternateContent>
    </p:spTree>
    <p:extLst>
      <p:ext uri="{BB962C8B-B14F-4D97-AF65-F5344CB8AC3E}">
        <p14:creationId xmlns:p14="http://schemas.microsoft.com/office/powerpoint/2010/main" val="30765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dirty="0"/>
              <a:t>Conservation of AC Power</a:t>
            </a:r>
          </a:p>
        </p:txBody>
      </p:sp>
      <p:sp>
        <p:nvSpPr>
          <p:cNvPr id="51203" name="Content Placeholder 2"/>
          <p:cNvSpPr>
            <a:spLocks noGrp="1"/>
          </p:cNvSpPr>
          <p:nvPr>
            <p:ph idx="1"/>
          </p:nvPr>
        </p:nvSpPr>
        <p:spPr>
          <a:xfrm>
            <a:off x="838200" y="1690688"/>
            <a:ext cx="10515600" cy="4486275"/>
          </a:xfrm>
        </p:spPr>
        <p:txBody>
          <a:bodyPr/>
          <a:lstStyle/>
          <a:p>
            <a:pPr>
              <a:lnSpc>
                <a:spcPct val="100000"/>
              </a:lnSpc>
              <a:spcBef>
                <a:spcPts val="1200"/>
              </a:spcBef>
            </a:pPr>
            <a:r>
              <a:rPr lang="en-US" altLang="en-US" dirty="0"/>
              <a:t>Regardless of how circuit elements are connected, the complex power of the sources equals to respective sums of the complex powers of the individual loads. (The same is true of real and reactive power, but </a:t>
            </a:r>
            <a:r>
              <a:rPr lang="en-US" altLang="en-US" u="sng" dirty="0"/>
              <a:t>not of apparent power</a:t>
            </a:r>
            <a:r>
              <a:rPr lang="en-US" altLang="en-US" dirty="0"/>
              <a:t>.)</a:t>
            </a:r>
          </a:p>
          <a:p>
            <a:endParaRPr lang="en-US" altLang="en-US" dirty="0"/>
          </a:p>
        </p:txBody>
      </p:sp>
      <p:graphicFrame>
        <p:nvGraphicFramePr>
          <p:cNvPr id="51205" name="Object 6"/>
          <p:cNvGraphicFramePr>
            <a:graphicFrameLocks noChangeAspect="1"/>
          </p:cNvGraphicFramePr>
          <p:nvPr>
            <p:extLst>
              <p:ext uri="{D42A27DB-BD31-4B8C-83A1-F6EECF244321}">
                <p14:modId xmlns:p14="http://schemas.microsoft.com/office/powerpoint/2010/main" val="986134978"/>
              </p:ext>
            </p:extLst>
          </p:nvPr>
        </p:nvGraphicFramePr>
        <p:xfrm>
          <a:off x="1098843" y="3634280"/>
          <a:ext cx="3376524" cy="1148018"/>
        </p:xfrm>
        <a:graphic>
          <a:graphicData uri="http://schemas.openxmlformats.org/presentationml/2006/ole">
            <mc:AlternateContent xmlns:mc="http://schemas.openxmlformats.org/markup-compatibility/2006">
              <mc:Choice xmlns:v="urn:schemas-microsoft-com:vml" Requires="v">
                <p:oleObj name="Equation" r:id="rId3" imgW="1269449" imgH="431613" progId="Equation.DSMT4">
                  <p:embed/>
                </p:oleObj>
              </mc:Choice>
              <mc:Fallback>
                <p:oleObj name="Equation" r:id="rId3" imgW="1269449" imgH="431613" progId="Equation.DSMT4">
                  <p:embed/>
                  <p:pic>
                    <p:nvPicPr>
                      <p:cNvPr id="5120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843" y="3634280"/>
                        <a:ext cx="3376524" cy="1148018"/>
                      </a:xfrm>
                      <a:prstGeom prst="rect">
                        <a:avLst/>
                      </a:prstGeom>
                      <a:noFill/>
                    </p:spPr>
                  </p:pic>
                </p:oleObj>
              </mc:Fallback>
            </mc:AlternateContent>
          </a:graphicData>
        </a:graphic>
      </p:graphicFrame>
      <p:pic>
        <p:nvPicPr>
          <p:cNvPr id="4" name="Picture 3"/>
          <p:cNvPicPr>
            <a:picLocks noChangeAspect="1"/>
          </p:cNvPicPr>
          <p:nvPr/>
        </p:nvPicPr>
        <p:blipFill rotWithShape="1">
          <a:blip r:embed="rId5">
            <a:clrChange>
              <a:clrFrom>
                <a:srgbClr val="FFFFFF"/>
              </a:clrFrom>
              <a:clrTo>
                <a:srgbClr val="FFFFFF">
                  <a:alpha val="0"/>
                </a:srgbClr>
              </a:clrTo>
            </a:clrChange>
          </a:blip>
          <a:srcRect t="2066"/>
          <a:stretch/>
        </p:blipFill>
        <p:spPr>
          <a:xfrm>
            <a:off x="4418452" y="3016251"/>
            <a:ext cx="2718072" cy="3705224"/>
          </a:xfrm>
          <a:prstGeom prst="rect">
            <a:avLst/>
          </a:prstGeom>
        </p:spPr>
      </p:pic>
      <p:sp>
        <p:nvSpPr>
          <p:cNvPr id="2" name="Slide Number Placeholder 1"/>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24</a:t>
            </a:fld>
            <a:endParaRPr lang="en-US" altLang="zh-CN" dirty="0">
              <a:ea typeface="黑体" panose="02010609060101010101" pitchFamily="49" charset="-122"/>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EE07340-AFA9-C240-B758-872A7D40E32E}"/>
                  </a:ext>
                </a:extLst>
              </p:cNvPr>
              <p:cNvSpPr txBox="1"/>
              <p:nvPr/>
            </p:nvSpPr>
            <p:spPr>
              <a:xfrm>
                <a:off x="7136524" y="3311114"/>
                <a:ext cx="4195187" cy="646331"/>
              </a:xfrm>
              <a:prstGeom prst="rect">
                <a:avLst/>
              </a:prstGeom>
              <a:noFill/>
            </p:spPr>
            <p:txBody>
              <a:bodyPr wrap="none" rtlCol="0">
                <a:spAutoFit/>
              </a:bodyPr>
              <a:lstStyle/>
              <a:p>
                <a:r>
                  <a:rPr lang="en-CN" dirty="0"/>
                  <a:t>For parallel connection, </a:t>
                </a:r>
                <a:br>
                  <a:rPr lang="en-CN" dirty="0"/>
                </a:br>
                <a14:m>
                  <m:oMath xmlns:m="http://schemas.openxmlformats.org/officeDocument/2006/math">
                    <m:r>
                      <a:rPr lang="en-US" b="0" i="0" smtClean="0">
                        <a:latin typeface="Cambria Math" panose="02040503050406030204" pitchFamily="18" charset="0"/>
                      </a:rPr>
                      <m:t>−</m:t>
                    </m:r>
                    <m:r>
                      <a:rPr lang="en-US" b="1" i="1" smtClean="0">
                        <a:latin typeface="Cambria Math" panose="02040503050406030204" pitchFamily="18" charset="0"/>
                      </a:rPr>
                      <m:t>𝑽</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𝑰</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1" i="1" smtClean="0">
                        <a:latin typeface="Cambria Math" panose="02040503050406030204" pitchFamily="18" charset="0"/>
                      </a:rPr>
                      <m:t>𝑽</m:t>
                    </m:r>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𝑰</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1" i="1" smtClean="0">
                        <a:latin typeface="Cambria Math" panose="02040503050406030204" pitchFamily="18" charset="0"/>
                      </a:rPr>
                      <m:t>𝑽</m:t>
                    </m:r>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𝑰</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=0</m:t>
                    </m:r>
                  </m:oMath>
                </a14:m>
                <a:r>
                  <a:rPr lang="en-CN" dirty="0"/>
                  <a:t>, since </a:t>
                </a:r>
                <a14:m>
                  <m:oMath xmlns:m="http://schemas.openxmlformats.org/officeDocument/2006/math">
                    <m:r>
                      <a:rPr lang="en-US" b="1" i="1" smtClean="0">
                        <a:latin typeface="Cambria Math" panose="02040503050406030204" pitchFamily="18" charset="0"/>
                      </a:rPr>
                      <m:t>𝑰</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𝑰</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𝑰</m:t>
                        </m:r>
                      </m:e>
                      <m:sub>
                        <m:r>
                          <a:rPr lang="en-US" b="0" i="1" smtClean="0">
                            <a:latin typeface="Cambria Math" panose="02040503050406030204" pitchFamily="18" charset="0"/>
                          </a:rPr>
                          <m:t>2</m:t>
                        </m:r>
                      </m:sub>
                    </m:sSub>
                  </m:oMath>
                </a14:m>
                <a:endParaRPr lang="en-CN" dirty="0"/>
              </a:p>
            </p:txBody>
          </p:sp>
        </mc:Choice>
        <mc:Fallback xmlns="">
          <p:sp>
            <p:nvSpPr>
              <p:cNvPr id="3" name="TextBox 2">
                <a:extLst>
                  <a:ext uri="{FF2B5EF4-FFF2-40B4-BE49-F238E27FC236}">
                    <a16:creationId xmlns:a16="http://schemas.microsoft.com/office/drawing/2014/main" id="{EEE07340-AFA9-C240-B758-872A7D40E32E}"/>
                  </a:ext>
                </a:extLst>
              </p:cNvPr>
              <p:cNvSpPr txBox="1">
                <a:spLocks noRot="1" noChangeAspect="1" noMove="1" noResize="1" noEditPoints="1" noAdjustHandles="1" noChangeArrowheads="1" noChangeShapeType="1" noTextEdit="1"/>
              </p:cNvSpPr>
              <p:nvPr/>
            </p:nvSpPr>
            <p:spPr>
              <a:xfrm>
                <a:off x="7136524" y="3311114"/>
                <a:ext cx="4195187" cy="646331"/>
              </a:xfrm>
              <a:prstGeom prst="rect">
                <a:avLst/>
              </a:prstGeom>
              <a:blipFill>
                <a:blip r:embed="rId7"/>
                <a:stretch>
                  <a:fillRect l="-1511" t="-3846" b="-1346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B929CC0-4B8D-304A-904F-E0E32A1A5F3F}"/>
                  </a:ext>
                </a:extLst>
              </p:cNvPr>
              <p:cNvSpPr txBox="1"/>
              <p:nvPr/>
            </p:nvSpPr>
            <p:spPr>
              <a:xfrm>
                <a:off x="7111557" y="5167312"/>
                <a:ext cx="4462119" cy="646331"/>
              </a:xfrm>
              <a:prstGeom prst="rect">
                <a:avLst/>
              </a:prstGeom>
              <a:noFill/>
            </p:spPr>
            <p:txBody>
              <a:bodyPr wrap="none" rtlCol="0">
                <a:spAutoFit/>
              </a:bodyPr>
              <a:lstStyle/>
              <a:p>
                <a:r>
                  <a:rPr lang="en-CN" dirty="0"/>
                  <a:t>For series connection, </a:t>
                </a:r>
                <a:br>
                  <a:rPr lang="en-CN" dirty="0"/>
                </a:br>
                <a14:m>
                  <m:oMath xmlns:m="http://schemas.openxmlformats.org/officeDocument/2006/math">
                    <m:r>
                      <a:rPr lang="en-US" b="0" i="0" smtClean="0">
                        <a:latin typeface="Cambria Math" panose="02040503050406030204" pitchFamily="18" charset="0"/>
                      </a:rPr>
                      <m:t>−</m:t>
                    </m:r>
                    <m:r>
                      <a:rPr lang="en-US" b="1" i="1" smtClean="0">
                        <a:latin typeface="Cambria Math" panose="02040503050406030204" pitchFamily="18" charset="0"/>
                      </a:rPr>
                      <m:t>𝑽</m:t>
                    </m:r>
                    <m:sSup>
                      <m:sSupPr>
                        <m:ctrlPr>
                          <a:rPr lang="en-US" b="0" i="1" smtClean="0">
                            <a:latin typeface="Cambria Math" panose="02040503050406030204" pitchFamily="18" charset="0"/>
                          </a:rPr>
                        </m:ctrlPr>
                      </m:sSupPr>
                      <m:e>
                        <m:r>
                          <a:rPr lang="en-US" b="1" i="1" smtClean="0">
                            <a:latin typeface="Cambria Math" panose="02040503050406030204" pitchFamily="18" charset="0"/>
                          </a:rPr>
                          <m:t>𝑰</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𝟏</m:t>
                        </m:r>
                      </m:sub>
                    </m:sSub>
                    <m:sSup>
                      <m:sSupPr>
                        <m:ctrlPr>
                          <a:rPr lang="en-US" b="0" i="1" smtClean="0">
                            <a:latin typeface="Cambria Math" panose="02040503050406030204" pitchFamily="18" charset="0"/>
                          </a:rPr>
                        </m:ctrlPr>
                      </m:sSupPr>
                      <m:e>
                        <m:r>
                          <a:rPr lang="en-US" b="1" i="1" smtClean="0">
                            <a:latin typeface="Cambria Math" panose="02040503050406030204" pitchFamily="18" charset="0"/>
                          </a:rPr>
                          <m:t>𝑰</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𝑽</m:t>
                        </m:r>
                      </m:e>
                      <m:sub>
                        <m:r>
                          <a:rPr lang="en-US" b="0" i="1" smtClean="0">
                            <a:latin typeface="Cambria Math" panose="02040503050406030204" pitchFamily="18" charset="0"/>
                          </a:rPr>
                          <m:t>2</m:t>
                        </m:r>
                      </m:sub>
                    </m:sSub>
                    <m:sSup>
                      <m:sSupPr>
                        <m:ctrlPr>
                          <a:rPr lang="en-US" b="0" i="1" smtClean="0">
                            <a:latin typeface="Cambria Math" panose="02040503050406030204" pitchFamily="18" charset="0"/>
                          </a:rPr>
                        </m:ctrlPr>
                      </m:sSupPr>
                      <m:e>
                        <m:r>
                          <a:rPr lang="en-US" b="1" i="1" smtClean="0">
                            <a:latin typeface="Cambria Math" panose="02040503050406030204" pitchFamily="18" charset="0"/>
                          </a:rPr>
                          <m:t>𝑰</m:t>
                        </m:r>
                      </m:e>
                      <m:sup>
                        <m:r>
                          <a:rPr lang="en-US" b="0" i="1" smtClean="0">
                            <a:latin typeface="Cambria Math" panose="02040503050406030204" pitchFamily="18" charset="0"/>
                          </a:rPr>
                          <m:t>∗</m:t>
                        </m:r>
                      </m:sup>
                    </m:sSup>
                    <m:r>
                      <a:rPr lang="en-US" b="0" i="1" smtClean="0">
                        <a:latin typeface="Cambria Math" panose="02040503050406030204" pitchFamily="18" charset="0"/>
                      </a:rPr>
                      <m:t>=0</m:t>
                    </m:r>
                  </m:oMath>
                </a14:m>
                <a:r>
                  <a:rPr lang="en-CN" dirty="0"/>
                  <a:t>, since </a:t>
                </a:r>
                <a14:m>
                  <m:oMath xmlns:m="http://schemas.openxmlformats.org/officeDocument/2006/math">
                    <m:r>
                      <a:rPr lang="en-US" b="1" i="1" smtClean="0">
                        <a:latin typeface="Cambria Math" panose="02040503050406030204" pitchFamily="18" charset="0"/>
                      </a:rPr>
                      <m:t>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𝑽</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𝑽</m:t>
                        </m:r>
                      </m:e>
                      <m:sub>
                        <m:r>
                          <a:rPr lang="en-US" b="0" i="1" smtClean="0">
                            <a:latin typeface="Cambria Math" panose="02040503050406030204" pitchFamily="18" charset="0"/>
                          </a:rPr>
                          <m:t>2</m:t>
                        </m:r>
                      </m:sub>
                    </m:sSub>
                  </m:oMath>
                </a14:m>
                <a:endParaRPr lang="en-CN" dirty="0"/>
              </a:p>
            </p:txBody>
          </p:sp>
        </mc:Choice>
        <mc:Fallback xmlns="">
          <p:sp>
            <p:nvSpPr>
              <p:cNvPr id="8" name="TextBox 7">
                <a:extLst>
                  <a:ext uri="{FF2B5EF4-FFF2-40B4-BE49-F238E27FC236}">
                    <a16:creationId xmlns:a16="http://schemas.microsoft.com/office/drawing/2014/main" id="{0B929CC0-4B8D-304A-904F-E0E32A1A5F3F}"/>
                  </a:ext>
                </a:extLst>
              </p:cNvPr>
              <p:cNvSpPr txBox="1">
                <a:spLocks noRot="1" noChangeAspect="1" noMove="1" noResize="1" noEditPoints="1" noAdjustHandles="1" noChangeArrowheads="1" noChangeShapeType="1" noTextEdit="1"/>
              </p:cNvSpPr>
              <p:nvPr/>
            </p:nvSpPr>
            <p:spPr>
              <a:xfrm>
                <a:off x="7111557" y="5167312"/>
                <a:ext cx="4462119" cy="646331"/>
              </a:xfrm>
              <a:prstGeom prst="rect">
                <a:avLst/>
              </a:prstGeom>
              <a:blipFill>
                <a:blip r:embed="rId8"/>
                <a:stretch>
                  <a:fillRect l="-1420" t="-5882" b="-13725"/>
                </a:stretch>
              </a:blipFill>
            </p:spPr>
            <p:txBody>
              <a:bodyPr/>
              <a:lstStyle/>
              <a:p>
                <a:r>
                  <a:rPr lang="en-CN">
                    <a:noFill/>
                  </a:rPr>
                  <a:t> </a:t>
                </a:r>
              </a:p>
            </p:txBody>
          </p:sp>
        </mc:Fallback>
      </mc:AlternateContent>
    </p:spTree>
    <p:extLst>
      <p:ext uri="{BB962C8B-B14F-4D97-AF65-F5344CB8AC3E}">
        <p14:creationId xmlns:p14="http://schemas.microsoft.com/office/powerpoint/2010/main" val="1093592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3</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90688"/>
                <a:ext cx="10515600" cy="4486275"/>
              </a:xfrm>
            </p:spPr>
            <p:txBody>
              <a:bodyPr>
                <a:normAutofit/>
              </a:bodyPr>
              <a:lstStyle/>
              <a:p>
                <a:pPr marL="0" indent="0" algn="just">
                  <a:lnSpc>
                    <a:spcPct val="100000"/>
                  </a:lnSpc>
                  <a:spcBef>
                    <a:spcPts val="1200"/>
                  </a:spcBef>
                  <a:buNone/>
                </a:pPr>
                <a:r>
                  <a:rPr lang="en-US" altLang="zh-CN" sz="2400" dirty="0"/>
                  <a:t>A load draws a current </a:t>
                </a:r>
                <a14:m>
                  <m:oMath xmlns:m="http://schemas.openxmlformats.org/officeDocument/2006/math">
                    <m:r>
                      <a:rPr lang="en-US" altLang="zh-CN" sz="2400" b="0" i="1" smtClean="0">
                        <a:latin typeface="Cambria Math" panose="02040503050406030204" pitchFamily="18" charset="0"/>
                      </a:rPr>
                      <m:t>𝑖</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=4</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cos</m:t>
                        </m:r>
                      </m:fName>
                      <m:e>
                        <m:r>
                          <a:rPr lang="en-US" altLang="zh-CN" sz="2400" b="0" i="1" smtClean="0">
                            <a:latin typeface="Cambria Math" panose="02040503050406030204" pitchFamily="18" charset="0"/>
                          </a:rPr>
                          <m:t>(100</m:t>
                        </m:r>
                        <m:r>
                          <a:rPr lang="zh-CN" altLang="en-US" sz="2400" b="0" i="1" smtClean="0">
                            <a:latin typeface="Cambria Math" panose="02040503050406030204" pitchFamily="18" charset="0"/>
                          </a:rPr>
                          <m:t>𝜋</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10</m:t>
                            </m:r>
                          </m:e>
                          <m:sup>
                            <m:r>
                              <a:rPr lang="en-US" altLang="zh-CN" sz="2400" b="0" i="1" smtClean="0">
                                <a:latin typeface="Cambria Math" panose="02040503050406030204" pitchFamily="18" charset="0"/>
                                <a:ea typeface="Cambria Math" panose="02040503050406030204" pitchFamily="18" charset="0"/>
                              </a:rPr>
                              <m:t>°</m:t>
                            </m:r>
                          </m:sup>
                        </m:sSup>
                        <m:r>
                          <a:rPr lang="en-US" altLang="zh-CN" sz="2400" b="0" i="1" smtClean="0">
                            <a:latin typeface="Cambria Math" panose="02040503050406030204" pitchFamily="18" charset="0"/>
                          </a:rPr>
                          <m:t>)</m:t>
                        </m:r>
                      </m:e>
                    </m:func>
                  </m:oMath>
                </a14:m>
                <a:r>
                  <a:rPr lang="en-US" altLang="zh-CN" sz="2400" dirty="0"/>
                  <a:t> when the applied voltage is </a:t>
                </a:r>
                <a14:m>
                  <m:oMath xmlns:m="http://schemas.openxmlformats.org/officeDocument/2006/math">
                    <m:r>
                      <a:rPr lang="en-US" altLang="zh-CN" sz="2400" i="1">
                        <a:latin typeface="Cambria Math" panose="02040503050406030204" pitchFamily="18" charset="0"/>
                      </a:rPr>
                      <m:t>𝑣</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r>
                      <a:rPr lang="en-US" altLang="zh-CN" sz="2400" i="1">
                        <a:latin typeface="Cambria Math" panose="02040503050406030204" pitchFamily="18" charset="0"/>
                      </a:rPr>
                      <m:t>=</m:t>
                    </m:r>
                    <m:r>
                      <a:rPr lang="en-US" altLang="zh-CN" sz="2400" b="0" i="1" smtClean="0">
                        <a:latin typeface="Cambria Math" panose="02040503050406030204" pitchFamily="18" charset="0"/>
                      </a:rPr>
                      <m:t>120</m:t>
                    </m:r>
                    <m:func>
                      <m:funcPr>
                        <m:ctrlPr>
                          <a:rPr lang="en-US" altLang="zh-CN" sz="2400" i="1">
                            <a:latin typeface="Cambria Math" panose="02040503050406030204" pitchFamily="18" charset="0"/>
                          </a:rPr>
                        </m:ctrlPr>
                      </m:funcPr>
                      <m:fName>
                        <m:r>
                          <m:rPr>
                            <m:sty m:val="p"/>
                          </m:rPr>
                          <a:rPr lang="en-US" altLang="zh-CN" sz="2400">
                            <a:latin typeface="Cambria Math" panose="02040503050406030204" pitchFamily="18" charset="0"/>
                          </a:rPr>
                          <m:t>cos</m:t>
                        </m:r>
                      </m:fName>
                      <m:e>
                        <m:r>
                          <a:rPr lang="en-US" altLang="zh-CN" sz="2400" i="1">
                            <a:latin typeface="Cambria Math" panose="02040503050406030204" pitchFamily="18" charset="0"/>
                          </a:rPr>
                          <m:t>(100</m:t>
                        </m:r>
                        <m:r>
                          <a:rPr lang="zh-CN" altLang="en-US" sz="2400" i="1">
                            <a:latin typeface="Cambria Math" panose="02040503050406030204" pitchFamily="18" charset="0"/>
                          </a:rPr>
                          <m:t>𝜋</m:t>
                        </m:r>
                        <m:r>
                          <a:rPr lang="en-US" altLang="zh-CN" sz="2400" i="1">
                            <a:latin typeface="Cambria Math" panose="02040503050406030204" pitchFamily="18" charset="0"/>
                          </a:rPr>
                          <m:t>𝑡</m:t>
                        </m:r>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2</m:t>
                            </m:r>
                            <m:r>
                              <a:rPr lang="en-US" altLang="zh-CN" sz="2400" i="1">
                                <a:latin typeface="Cambria Math" panose="02040503050406030204" pitchFamily="18" charset="0"/>
                              </a:rPr>
                              <m:t>0</m:t>
                            </m:r>
                          </m:e>
                          <m:sup>
                            <m:r>
                              <a:rPr lang="en-US" altLang="zh-CN" sz="2400" i="1">
                                <a:latin typeface="Cambria Math" panose="02040503050406030204" pitchFamily="18" charset="0"/>
                                <a:ea typeface="Cambria Math" panose="02040503050406030204" pitchFamily="18" charset="0"/>
                              </a:rPr>
                              <m:t>°</m:t>
                            </m:r>
                          </m:sup>
                        </m:sSup>
                        <m:r>
                          <a:rPr lang="en-US" altLang="zh-CN" sz="2400" i="1">
                            <a:latin typeface="Cambria Math" panose="02040503050406030204" pitchFamily="18" charset="0"/>
                          </a:rPr>
                          <m:t>)</m:t>
                        </m:r>
                      </m:e>
                    </m:func>
                  </m:oMath>
                </a14:m>
                <a:r>
                  <a:rPr lang="en-US" altLang="zh-CN" sz="2400" dirty="0"/>
                  <a:t>. Find the apparent power and the power factor of the load. Determine the element values that form the load.</a:t>
                </a:r>
                <a:endParaRPr lang="zh-CN" alt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90688"/>
                <a:ext cx="10515600" cy="4486275"/>
              </a:xfrm>
              <a:blipFill>
                <a:blip r:embed="rId2"/>
                <a:stretch>
                  <a:fillRect l="-844" t="-565" r="-844"/>
                </a:stretch>
              </a:blipFill>
            </p:spPr>
            <p:txBody>
              <a:bodyPr/>
              <a:lstStyle/>
              <a:p>
                <a:r>
                  <a:rPr lang="en-US">
                    <a:noFill/>
                  </a:rPr>
                  <a:t> </a:t>
                </a:r>
              </a:p>
            </p:txBody>
          </p:sp>
        </mc:Fallback>
      </mc:AlternateContent>
      <p:grpSp>
        <p:nvGrpSpPr>
          <p:cNvPr id="8" name="Group 7"/>
          <p:cNvGrpSpPr/>
          <p:nvPr/>
        </p:nvGrpSpPr>
        <p:grpSpPr>
          <a:xfrm>
            <a:off x="9332444" y="3367371"/>
            <a:ext cx="1503407" cy="1411421"/>
            <a:chOff x="9704173" y="3510688"/>
            <a:chExt cx="1503407" cy="1411421"/>
          </a:xfrm>
        </p:grpSpPr>
        <p:cxnSp>
          <p:nvCxnSpPr>
            <p:cNvPr id="9" name="Straight Arrow Connector 8"/>
            <p:cNvCxnSpPr/>
            <p:nvPr/>
          </p:nvCxnSpPr>
          <p:spPr>
            <a:xfrm>
              <a:off x="9704173" y="3888259"/>
              <a:ext cx="1178011" cy="1005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9712411" y="3880022"/>
              <a:ext cx="1128584" cy="8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0840995" y="3888259"/>
              <a:ext cx="0" cy="947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874474" y="4353697"/>
              <a:ext cx="418704" cy="369332"/>
            </a:xfrm>
            <a:prstGeom prst="rect">
              <a:avLst/>
            </a:prstGeom>
            <a:noFill/>
          </p:spPr>
          <p:txBody>
            <a:bodyPr wrap="none" rtlCol="0">
              <a:spAutoFit/>
            </a:bodyPr>
            <a:lstStyle/>
            <a:p>
              <a:r>
                <a:rPr lang="en-US" dirty="0"/>
                <a:t>30</a:t>
              </a:r>
              <a:endParaRPr lang="en-GB" dirty="0"/>
            </a:p>
          </p:txBody>
        </p:sp>
        <p:sp>
          <p:nvSpPr>
            <p:cNvPr id="13" name="TextBox 12"/>
            <p:cNvSpPr txBox="1"/>
            <p:nvPr/>
          </p:nvSpPr>
          <p:spPr>
            <a:xfrm>
              <a:off x="9926594" y="3814118"/>
              <a:ext cx="500458" cy="369332"/>
            </a:xfrm>
            <a:prstGeom prst="rect">
              <a:avLst/>
            </a:prstGeom>
            <a:noFill/>
          </p:spPr>
          <p:txBody>
            <a:bodyPr wrap="none" rtlCol="0">
              <a:spAutoFit/>
            </a:bodyPr>
            <a:lstStyle/>
            <a:p>
              <a:r>
                <a:rPr lang="en-US" dirty="0"/>
                <a:t>30</a:t>
              </a:r>
              <a:r>
                <a:rPr lang="en-US" baseline="30000" dirty="0"/>
                <a:t>o</a:t>
              </a:r>
              <a:endParaRPr lang="en-GB" baseline="30000" dirty="0"/>
            </a:p>
          </p:txBody>
        </p:sp>
        <p:sp>
          <p:nvSpPr>
            <p:cNvPr id="14" name="TextBox 13"/>
            <p:cNvSpPr txBox="1"/>
            <p:nvPr/>
          </p:nvSpPr>
          <p:spPr>
            <a:xfrm>
              <a:off x="9752164" y="3510688"/>
              <a:ext cx="1082027" cy="369332"/>
            </a:xfrm>
            <a:prstGeom prst="rect">
              <a:avLst/>
            </a:prstGeom>
            <a:noFill/>
          </p:spPr>
          <p:txBody>
            <a:bodyPr wrap="none" rtlCol="0">
              <a:spAutoFit/>
            </a:bodyPr>
            <a:lstStyle/>
            <a:p>
              <a:r>
                <a:rPr lang="en-US" dirty="0"/>
                <a:t>30cos30</a:t>
              </a:r>
              <a:r>
                <a:rPr lang="en-US" baseline="30000" dirty="0"/>
                <a:t>o</a:t>
              </a:r>
              <a:endParaRPr lang="en-GB" baseline="30000" dirty="0"/>
            </a:p>
          </p:txBody>
        </p:sp>
        <p:sp>
          <p:nvSpPr>
            <p:cNvPr id="15" name="TextBox 14"/>
            <p:cNvSpPr txBox="1"/>
            <p:nvPr/>
          </p:nvSpPr>
          <p:spPr>
            <a:xfrm>
              <a:off x="10745915" y="3917093"/>
              <a:ext cx="461665" cy="1005016"/>
            </a:xfrm>
            <a:prstGeom prst="rect">
              <a:avLst/>
            </a:prstGeom>
            <a:noFill/>
          </p:spPr>
          <p:txBody>
            <a:bodyPr vert="eaVert" wrap="square" rtlCol="0">
              <a:spAutoFit/>
            </a:bodyPr>
            <a:lstStyle/>
            <a:p>
              <a:r>
                <a:rPr lang="en-GB" dirty="0"/>
                <a:t>30sin30</a:t>
              </a:r>
              <a:r>
                <a:rPr lang="en-GB" baseline="30000" dirty="0"/>
                <a:t>o</a:t>
              </a:r>
            </a:p>
          </p:txBody>
        </p:sp>
      </p:grpSp>
      <p:pic>
        <p:nvPicPr>
          <p:cNvPr id="16" name="Picture 15"/>
          <p:cNvPicPr>
            <a:picLocks noChangeAspect="1"/>
          </p:cNvPicPr>
          <p:nvPr/>
        </p:nvPicPr>
        <p:blipFill>
          <a:blip r:embed="rId3"/>
          <a:stretch>
            <a:fillRect/>
          </a:stretch>
        </p:blipFill>
        <p:spPr>
          <a:xfrm>
            <a:off x="3211915" y="3097031"/>
            <a:ext cx="3257019" cy="576000"/>
          </a:xfrm>
          <a:prstGeom prst="rect">
            <a:avLst/>
          </a:prstGeom>
        </p:spPr>
      </p:pic>
      <p:sp>
        <p:nvSpPr>
          <p:cNvPr id="17" name="TextBox 16"/>
          <p:cNvSpPr txBox="1"/>
          <p:nvPr/>
        </p:nvSpPr>
        <p:spPr>
          <a:xfrm>
            <a:off x="847165" y="3163346"/>
            <a:ext cx="2364750" cy="369332"/>
          </a:xfrm>
          <a:prstGeom prst="rect">
            <a:avLst/>
          </a:prstGeom>
          <a:noFill/>
        </p:spPr>
        <p:txBody>
          <a:bodyPr wrap="none" rtlCol="0">
            <a:spAutoFit/>
          </a:bodyPr>
          <a:lstStyle/>
          <a:p>
            <a:r>
              <a:rPr lang="en-US" altLang="zh-CN" dirty="0"/>
              <a:t>The apparent power is :</a:t>
            </a:r>
            <a:endParaRPr lang="zh-CN" altLang="en-US" dirty="0"/>
          </a:p>
        </p:txBody>
      </p:sp>
      <p:pic>
        <p:nvPicPr>
          <p:cNvPr id="18" name="Picture 17"/>
          <p:cNvPicPr>
            <a:picLocks noChangeAspect="1"/>
          </p:cNvPicPr>
          <p:nvPr/>
        </p:nvPicPr>
        <p:blipFill>
          <a:blip r:embed="rId4"/>
          <a:stretch>
            <a:fillRect/>
          </a:stretch>
        </p:blipFill>
        <p:spPr>
          <a:xfrm>
            <a:off x="3015860" y="3660521"/>
            <a:ext cx="3999375" cy="324000"/>
          </a:xfrm>
          <a:prstGeom prst="rect">
            <a:avLst/>
          </a:prstGeom>
        </p:spPr>
      </p:pic>
      <p:sp>
        <p:nvSpPr>
          <p:cNvPr id="19" name="TextBox 18"/>
          <p:cNvSpPr txBox="1"/>
          <p:nvPr/>
        </p:nvSpPr>
        <p:spPr>
          <a:xfrm>
            <a:off x="877378" y="3624478"/>
            <a:ext cx="2108269" cy="369332"/>
          </a:xfrm>
          <a:prstGeom prst="rect">
            <a:avLst/>
          </a:prstGeom>
          <a:noFill/>
        </p:spPr>
        <p:txBody>
          <a:bodyPr wrap="none" rtlCol="0">
            <a:spAutoFit/>
          </a:bodyPr>
          <a:lstStyle/>
          <a:p>
            <a:r>
              <a:rPr lang="en-US" altLang="zh-CN" dirty="0"/>
              <a:t>The power factor is :</a:t>
            </a:r>
            <a:endParaRPr lang="zh-CN" altLang="en-US" dirty="0"/>
          </a:p>
        </p:txBody>
      </p:sp>
      <p:sp>
        <p:nvSpPr>
          <p:cNvPr id="21" name="TextBox 20"/>
          <p:cNvSpPr txBox="1"/>
          <p:nvPr/>
        </p:nvSpPr>
        <p:spPr>
          <a:xfrm>
            <a:off x="886903" y="4096164"/>
            <a:ext cx="2980303" cy="369332"/>
          </a:xfrm>
          <a:prstGeom prst="rect">
            <a:avLst/>
          </a:prstGeom>
          <a:noFill/>
        </p:spPr>
        <p:txBody>
          <a:bodyPr wrap="none" rtlCol="0">
            <a:spAutoFit/>
          </a:bodyPr>
          <a:lstStyle/>
          <a:p>
            <a:r>
              <a:rPr lang="en-US" altLang="zh-CN" dirty="0"/>
              <a:t>The pf can</a:t>
            </a:r>
            <a:r>
              <a:rPr lang="zh-CN" altLang="en-US" dirty="0"/>
              <a:t> </a:t>
            </a:r>
            <a:r>
              <a:rPr lang="en-US" altLang="zh-CN" dirty="0"/>
              <a:t>also be obtained as</a:t>
            </a:r>
            <a:endParaRPr lang="zh-CN" altLang="en-US" dirty="0"/>
          </a:p>
        </p:txBody>
      </p:sp>
      <p:pic>
        <p:nvPicPr>
          <p:cNvPr id="22" name="Picture 21"/>
          <p:cNvPicPr>
            <a:picLocks noChangeAspect="1"/>
          </p:cNvPicPr>
          <p:nvPr/>
        </p:nvPicPr>
        <p:blipFill>
          <a:blip r:embed="rId5"/>
          <a:stretch>
            <a:fillRect/>
          </a:stretch>
        </p:blipFill>
        <p:spPr>
          <a:xfrm>
            <a:off x="2696958" y="4490188"/>
            <a:ext cx="4171950" cy="981075"/>
          </a:xfrm>
          <a:prstGeom prst="rect">
            <a:avLst/>
          </a:prstGeom>
        </p:spPr>
      </p:pic>
      <p:sp>
        <p:nvSpPr>
          <p:cNvPr id="23" name="TextBox 22"/>
          <p:cNvSpPr txBox="1"/>
          <p:nvPr/>
        </p:nvSpPr>
        <p:spPr>
          <a:xfrm>
            <a:off x="886903" y="5509363"/>
            <a:ext cx="6813084" cy="369332"/>
          </a:xfrm>
          <a:prstGeom prst="rect">
            <a:avLst/>
          </a:prstGeom>
          <a:noFill/>
        </p:spPr>
        <p:txBody>
          <a:bodyPr wrap="none" rtlCol="0">
            <a:spAutoFit/>
          </a:bodyPr>
          <a:lstStyle/>
          <a:p>
            <a:r>
              <a:rPr lang="en-US" altLang="zh-CN" dirty="0"/>
              <a:t>The load can be modeled as a 25.98 </a:t>
            </a:r>
            <a:r>
              <a:rPr lang="el-GR" altLang="zh-CN" dirty="0"/>
              <a:t>Ω</a:t>
            </a:r>
            <a:r>
              <a:rPr lang="en-US" altLang="zh-CN" dirty="0"/>
              <a:t> resistor in series with a capacitor</a:t>
            </a:r>
            <a:endParaRPr lang="zh-CN" altLang="en-US" dirty="0"/>
          </a:p>
        </p:txBody>
      </p:sp>
      <p:pic>
        <p:nvPicPr>
          <p:cNvPr id="25" name="Picture 24"/>
          <p:cNvPicPr>
            <a:picLocks noChangeAspect="1"/>
          </p:cNvPicPr>
          <p:nvPr/>
        </p:nvPicPr>
        <p:blipFill>
          <a:blip r:embed="rId6">
            <a:clrChange>
              <a:clrFrom>
                <a:srgbClr val="FFFFFF"/>
              </a:clrFrom>
              <a:clrTo>
                <a:srgbClr val="FFFFFF">
                  <a:alpha val="0"/>
                </a:srgbClr>
              </a:clrTo>
            </a:clrChange>
          </a:blip>
          <a:stretch>
            <a:fillRect/>
          </a:stretch>
        </p:blipFill>
        <p:spPr>
          <a:xfrm>
            <a:off x="2696958" y="5788959"/>
            <a:ext cx="1581150" cy="542925"/>
          </a:xfrm>
          <a:prstGeom prst="rect">
            <a:avLst/>
          </a:prstGeom>
        </p:spPr>
      </p:pic>
      <p:pic>
        <p:nvPicPr>
          <p:cNvPr id="26" name="Picture 25"/>
          <p:cNvPicPr>
            <a:picLocks noChangeAspect="1"/>
          </p:cNvPicPr>
          <p:nvPr/>
        </p:nvPicPr>
        <p:blipFill>
          <a:blip r:embed="rId7">
            <a:clrChange>
              <a:clrFrom>
                <a:srgbClr val="FFFFFF"/>
              </a:clrFrom>
              <a:clrTo>
                <a:srgbClr val="FFFFFF">
                  <a:alpha val="0"/>
                </a:srgbClr>
              </a:clrTo>
            </a:clrChange>
          </a:blip>
          <a:stretch>
            <a:fillRect/>
          </a:stretch>
        </p:blipFill>
        <p:spPr>
          <a:xfrm>
            <a:off x="4782933" y="5789985"/>
            <a:ext cx="2990850" cy="514350"/>
          </a:xfrm>
          <a:prstGeom prst="rect">
            <a:avLst/>
          </a:prstGeom>
        </p:spPr>
      </p:pic>
      <p:sp>
        <p:nvSpPr>
          <p:cNvPr id="27" name="Right Arrow 26"/>
          <p:cNvSpPr/>
          <p:nvPr/>
        </p:nvSpPr>
        <p:spPr>
          <a:xfrm>
            <a:off x="4466665" y="5999535"/>
            <a:ext cx="325793" cy="148199"/>
          </a:xfrm>
          <a:prstGeom prst="right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25</a:t>
            </a:fld>
            <a:endParaRPr lang="en-US" altLang="zh-CN" dirty="0">
              <a:ea typeface="黑体" panose="02010609060101010101" pitchFamily="49" charset="-122"/>
            </a:endParaRPr>
          </a:p>
        </p:txBody>
      </p:sp>
    </p:spTree>
    <p:extLst>
      <p:ext uri="{BB962C8B-B14F-4D97-AF65-F5344CB8AC3E}">
        <p14:creationId xmlns:p14="http://schemas.microsoft.com/office/powerpoint/2010/main" val="53511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1000"/>
                                        <p:tgtEl>
                                          <p:spTgt spid="19"/>
                                        </p:tgtEl>
                                      </p:cBhvr>
                                    </p:animEffect>
                                    <p:anim calcmode="lin" valueType="num">
                                      <p:cBhvr>
                                        <p:cTn id="28" dur="1000" fill="hold"/>
                                        <p:tgtEl>
                                          <p:spTgt spid="19"/>
                                        </p:tgtEl>
                                        <p:attrNameLst>
                                          <p:attrName>ppt_x</p:attrName>
                                        </p:attrNameLst>
                                      </p:cBhvr>
                                      <p:tavLst>
                                        <p:tav tm="0">
                                          <p:val>
                                            <p:strVal val="#ppt_x"/>
                                          </p:val>
                                        </p:tav>
                                        <p:tav tm="100000">
                                          <p:val>
                                            <p:strVal val="#ppt_x"/>
                                          </p:val>
                                        </p:tav>
                                      </p:tavLst>
                                    </p:anim>
                                    <p:anim calcmode="lin" valueType="num">
                                      <p:cBhvr>
                                        <p:cTn id="29" dur="1000" fill="hold"/>
                                        <p:tgtEl>
                                          <p:spTgt spid="1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1000"/>
                                        <p:tgtEl>
                                          <p:spTgt spid="21"/>
                                        </p:tgtEl>
                                      </p:cBhvr>
                                    </p:animEffect>
                                    <p:anim calcmode="lin" valueType="num">
                                      <p:cBhvr>
                                        <p:cTn id="33" dur="1000" fill="hold"/>
                                        <p:tgtEl>
                                          <p:spTgt spid="21"/>
                                        </p:tgtEl>
                                        <p:attrNameLst>
                                          <p:attrName>ppt_x</p:attrName>
                                        </p:attrNameLst>
                                      </p:cBhvr>
                                      <p:tavLst>
                                        <p:tav tm="0">
                                          <p:val>
                                            <p:strVal val="#ppt_x"/>
                                          </p:val>
                                        </p:tav>
                                        <p:tav tm="100000">
                                          <p:val>
                                            <p:strVal val="#ppt_x"/>
                                          </p:val>
                                        </p:tav>
                                      </p:tavLst>
                                    </p:anim>
                                    <p:anim calcmode="lin" valueType="num">
                                      <p:cBhvr>
                                        <p:cTn id="34" dur="1000" fill="hold"/>
                                        <p:tgtEl>
                                          <p:spTgt spid="2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1000"/>
                                        <p:tgtEl>
                                          <p:spTgt spid="25"/>
                                        </p:tgtEl>
                                      </p:cBhvr>
                                    </p:animEffect>
                                    <p:anim calcmode="lin" valueType="num">
                                      <p:cBhvr>
                                        <p:cTn id="48" dur="1000" fill="hold"/>
                                        <p:tgtEl>
                                          <p:spTgt spid="25"/>
                                        </p:tgtEl>
                                        <p:attrNameLst>
                                          <p:attrName>ppt_x</p:attrName>
                                        </p:attrNameLst>
                                      </p:cBhvr>
                                      <p:tavLst>
                                        <p:tav tm="0">
                                          <p:val>
                                            <p:strVal val="#ppt_x"/>
                                          </p:val>
                                        </p:tav>
                                        <p:tav tm="100000">
                                          <p:val>
                                            <p:strVal val="#ppt_x"/>
                                          </p:val>
                                        </p:tav>
                                      </p:tavLst>
                                    </p:anim>
                                    <p:anim calcmode="lin" valueType="num">
                                      <p:cBhvr>
                                        <p:cTn id="49" dur="1000" fill="hold"/>
                                        <p:tgtEl>
                                          <p:spTgt spid="2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1000"/>
                                        <p:tgtEl>
                                          <p:spTgt spid="26"/>
                                        </p:tgtEl>
                                      </p:cBhvr>
                                    </p:animEffect>
                                    <p:anim calcmode="lin" valueType="num">
                                      <p:cBhvr>
                                        <p:cTn id="53" dur="1000" fill="hold"/>
                                        <p:tgtEl>
                                          <p:spTgt spid="26"/>
                                        </p:tgtEl>
                                        <p:attrNameLst>
                                          <p:attrName>ppt_x</p:attrName>
                                        </p:attrNameLst>
                                      </p:cBhvr>
                                      <p:tavLst>
                                        <p:tav tm="0">
                                          <p:val>
                                            <p:strVal val="#ppt_x"/>
                                          </p:val>
                                        </p:tav>
                                        <p:tav tm="100000">
                                          <p:val>
                                            <p:strVal val="#ppt_x"/>
                                          </p:val>
                                        </p:tav>
                                      </p:tavLst>
                                    </p:anim>
                                    <p:anim calcmode="lin" valueType="num">
                                      <p:cBhvr>
                                        <p:cTn id="54" dur="1000" fill="hold"/>
                                        <p:tgtEl>
                                          <p:spTgt spid="2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1000"/>
                                        <p:tgtEl>
                                          <p:spTgt spid="27"/>
                                        </p:tgtEl>
                                      </p:cBhvr>
                                    </p:animEffect>
                                    <p:anim calcmode="lin" valueType="num">
                                      <p:cBhvr>
                                        <p:cTn id="58" dur="1000" fill="hold"/>
                                        <p:tgtEl>
                                          <p:spTgt spid="27"/>
                                        </p:tgtEl>
                                        <p:attrNameLst>
                                          <p:attrName>ppt_x</p:attrName>
                                        </p:attrNameLst>
                                      </p:cBhvr>
                                      <p:tavLst>
                                        <p:tav tm="0">
                                          <p:val>
                                            <p:strVal val="#ppt_x"/>
                                          </p:val>
                                        </p:tav>
                                        <p:tav tm="100000">
                                          <p:val>
                                            <p:strVal val="#ppt_x"/>
                                          </p:val>
                                        </p:tav>
                                      </p:tavLst>
                                    </p:anim>
                                    <p:anim calcmode="lin" valueType="num">
                                      <p:cBhvr>
                                        <p:cTn id="5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1" grpId="0"/>
      <p:bldP spid="23" grpId="0"/>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endParaRPr lang="en-GB" dirty="0"/>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838200" y="1690689"/>
                <a:ext cx="10515600" cy="1222406"/>
              </a:xfrm>
            </p:spPr>
            <p:txBody>
              <a:bodyPr>
                <a:normAutofit/>
              </a:bodyPr>
              <a:lstStyle/>
              <a:p>
                <a:pPr marL="0" indent="0" algn="just">
                  <a:buNone/>
                </a:pPr>
                <a:r>
                  <a:rPr lang="en-US" altLang="zh-CN" sz="2400" dirty="0"/>
                  <a:t>Circuit shows a load being fed by a voltage source through a transmission line. The line is represented by a </a:t>
                </a:r>
                <a14:m>
                  <m:oMath xmlns:m="http://schemas.openxmlformats.org/officeDocument/2006/math">
                    <m:r>
                      <a:rPr lang="en-US" altLang="zh-CN" sz="2400" b="0" i="0" smtClean="0">
                        <a:latin typeface="Cambria Math" panose="02040503050406030204" pitchFamily="18" charset="0"/>
                      </a:rPr>
                      <m:t>(</m:t>
                    </m:r>
                    <m:r>
                      <a:rPr lang="en-US" altLang="zh-CN" sz="2400" b="0" i="1" smtClean="0">
                        <a:latin typeface="Cambria Math" panose="02040503050406030204" pitchFamily="18" charset="0"/>
                      </a:rPr>
                      <m:t>4+2</m:t>
                    </m:r>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rPr>
                      <m:t>Ω</m:t>
                    </m:r>
                  </m:oMath>
                </a14:m>
                <a:r>
                  <a:rPr lang="en-US" altLang="zh-CN" sz="2400" dirty="0"/>
                  <a:t> impedance and a return path. Find the real power and reactive power absorbed by: (a) the source, (b) the line, and (c) the load</a:t>
                </a:r>
                <a:endParaRPr lang="zh-CN" altLang="en-US" sz="2400"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838200" y="1690689"/>
                <a:ext cx="10515600" cy="1222406"/>
              </a:xfrm>
              <a:blipFill>
                <a:blip r:embed="rId2"/>
                <a:stretch>
                  <a:fillRect l="-928" t="-6965" r="-870"/>
                </a:stretch>
              </a:blipFill>
            </p:spPr>
            <p:txBody>
              <a:bodyPr/>
              <a:lstStyle/>
              <a:p>
                <a:r>
                  <a:rPr lang="zh-CN" altLang="en-US">
                    <a:noFill/>
                  </a:rPr>
                  <a:t> </a:t>
                </a:r>
              </a:p>
            </p:txBody>
          </p:sp>
        </mc:Fallback>
      </mc:AlternateContent>
      <p:pic>
        <p:nvPicPr>
          <p:cNvPr id="5" name="Picture 4"/>
          <p:cNvPicPr>
            <a:picLocks noChangeAspect="1"/>
          </p:cNvPicPr>
          <p:nvPr/>
        </p:nvPicPr>
        <p:blipFill>
          <a:blip r:embed="rId3"/>
          <a:stretch>
            <a:fillRect/>
          </a:stretch>
        </p:blipFill>
        <p:spPr>
          <a:xfrm>
            <a:off x="838200" y="3004387"/>
            <a:ext cx="5675070" cy="537787"/>
          </a:xfrm>
          <a:prstGeom prst="rect">
            <a:avLst/>
          </a:prstGeom>
        </p:spPr>
      </p:pic>
      <p:pic>
        <p:nvPicPr>
          <p:cNvPr id="8" name="Picture 7"/>
          <p:cNvPicPr>
            <a:picLocks noChangeAspect="1"/>
          </p:cNvPicPr>
          <p:nvPr/>
        </p:nvPicPr>
        <p:blipFill>
          <a:blip r:embed="rId4"/>
          <a:stretch>
            <a:fillRect/>
          </a:stretch>
        </p:blipFill>
        <p:spPr>
          <a:xfrm>
            <a:off x="6513270" y="3091814"/>
            <a:ext cx="4822519" cy="1796070"/>
          </a:xfrm>
          <a:prstGeom prst="rect">
            <a:avLst/>
          </a:prstGeom>
        </p:spPr>
      </p:pic>
      <p:pic>
        <p:nvPicPr>
          <p:cNvPr id="10" name="Picture 9"/>
          <p:cNvPicPr>
            <a:picLocks noChangeAspect="1"/>
          </p:cNvPicPr>
          <p:nvPr/>
        </p:nvPicPr>
        <p:blipFill>
          <a:blip r:embed="rId5"/>
          <a:stretch>
            <a:fillRect/>
          </a:stretch>
        </p:blipFill>
        <p:spPr>
          <a:xfrm>
            <a:off x="897084" y="3635893"/>
            <a:ext cx="5198916" cy="1149234"/>
          </a:xfrm>
          <a:prstGeom prst="rect">
            <a:avLst/>
          </a:prstGeom>
        </p:spPr>
      </p:pic>
      <p:pic>
        <p:nvPicPr>
          <p:cNvPr id="11" name="Picture 10"/>
          <p:cNvPicPr>
            <a:picLocks noChangeAspect="1"/>
          </p:cNvPicPr>
          <p:nvPr/>
        </p:nvPicPr>
        <p:blipFill>
          <a:blip r:embed="rId6"/>
          <a:stretch>
            <a:fillRect/>
          </a:stretch>
        </p:blipFill>
        <p:spPr>
          <a:xfrm>
            <a:off x="942642" y="5221287"/>
            <a:ext cx="5466186" cy="869950"/>
          </a:xfrm>
          <a:prstGeom prst="rect">
            <a:avLst/>
          </a:prstGeom>
        </p:spPr>
      </p:pic>
      <p:pic>
        <p:nvPicPr>
          <p:cNvPr id="12" name="Picture 11"/>
          <p:cNvPicPr>
            <a:picLocks noChangeAspect="1"/>
          </p:cNvPicPr>
          <p:nvPr/>
        </p:nvPicPr>
        <p:blipFill>
          <a:blip r:embed="rId7"/>
          <a:stretch>
            <a:fillRect/>
          </a:stretch>
        </p:blipFill>
        <p:spPr>
          <a:xfrm>
            <a:off x="6909600" y="5169383"/>
            <a:ext cx="1701000" cy="648000"/>
          </a:xfrm>
          <a:prstGeom prst="rect">
            <a:avLst/>
          </a:prstGeom>
        </p:spPr>
      </p:pic>
      <p:pic>
        <p:nvPicPr>
          <p:cNvPr id="18" name="Picture 17"/>
          <p:cNvPicPr>
            <a:picLocks noChangeAspect="1"/>
          </p:cNvPicPr>
          <p:nvPr/>
        </p:nvPicPr>
        <p:blipFill>
          <a:blip r:embed="rId8"/>
          <a:stretch>
            <a:fillRect/>
          </a:stretch>
        </p:blipFill>
        <p:spPr>
          <a:xfrm>
            <a:off x="8693407" y="5189084"/>
            <a:ext cx="1288793" cy="608597"/>
          </a:xfrm>
          <a:prstGeom prst="rect">
            <a:avLst/>
          </a:prstGeom>
        </p:spPr>
      </p:pic>
      <p:pic>
        <p:nvPicPr>
          <p:cNvPr id="21" name="Picture 20"/>
          <p:cNvPicPr>
            <a:picLocks noChangeAspect="1"/>
          </p:cNvPicPr>
          <p:nvPr/>
        </p:nvPicPr>
        <p:blipFill>
          <a:blip r:embed="rId9"/>
          <a:stretch>
            <a:fillRect/>
          </a:stretch>
        </p:blipFill>
        <p:spPr>
          <a:xfrm>
            <a:off x="6909600" y="5940289"/>
            <a:ext cx="1486649" cy="697440"/>
          </a:xfrm>
          <a:prstGeom prst="rect">
            <a:avLst/>
          </a:prstGeom>
        </p:spPr>
      </p:pic>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26</a:t>
            </a:fld>
            <a:endParaRPr lang="en-US" altLang="zh-CN" dirty="0">
              <a:ea typeface="黑体" panose="02010609060101010101" pitchFamily="49" charset="-122"/>
            </a:endParaRPr>
          </a:p>
        </p:txBody>
      </p:sp>
      <p:grpSp>
        <p:nvGrpSpPr>
          <p:cNvPr id="26" name="Group 25">
            <a:extLst>
              <a:ext uri="{FF2B5EF4-FFF2-40B4-BE49-F238E27FC236}">
                <a16:creationId xmlns:a16="http://schemas.microsoft.com/office/drawing/2014/main" id="{AAC1852E-A417-A468-40F1-14861179F88C}"/>
              </a:ext>
            </a:extLst>
          </p:cNvPr>
          <p:cNvGrpSpPr/>
          <p:nvPr/>
        </p:nvGrpSpPr>
        <p:grpSpPr>
          <a:xfrm>
            <a:off x="1328358" y="5691014"/>
            <a:ext cx="1106640" cy="893880"/>
            <a:chOff x="1328358" y="5691014"/>
            <a:chExt cx="1106640" cy="893880"/>
          </a:xfrm>
        </p:grpSpPr>
        <mc:AlternateContent xmlns:mc="http://schemas.openxmlformats.org/markup-compatibility/2006" xmlns:p14="http://schemas.microsoft.com/office/powerpoint/2010/main">
          <mc:Choice Requires="p14">
            <p:contentPart p14:bwMode="auto" r:id="rId10">
              <p14:nvContentPartPr>
                <p14:cNvPr id="3" name="Ink 2">
                  <a:extLst>
                    <a:ext uri="{FF2B5EF4-FFF2-40B4-BE49-F238E27FC236}">
                      <a16:creationId xmlns:a16="http://schemas.microsoft.com/office/drawing/2014/main" id="{ACE92AA9-53E6-E245-C930-F04789C6CACA}"/>
                    </a:ext>
                  </a:extLst>
                </p14:cNvPr>
                <p14:cNvContentPartPr/>
                <p14:nvPr/>
              </p14:nvContentPartPr>
              <p14:xfrm>
                <a:off x="1632558" y="5691014"/>
                <a:ext cx="406800" cy="44640"/>
              </p14:xfrm>
            </p:contentPart>
          </mc:Choice>
          <mc:Fallback xmlns="">
            <p:pic>
              <p:nvPicPr>
                <p:cNvPr id="3" name="Ink 2">
                  <a:extLst>
                    <a:ext uri="{FF2B5EF4-FFF2-40B4-BE49-F238E27FC236}">
                      <a16:creationId xmlns:a16="http://schemas.microsoft.com/office/drawing/2014/main" id="{ACE92AA9-53E6-E245-C930-F04789C6CACA}"/>
                    </a:ext>
                  </a:extLst>
                </p:cNvPr>
                <p:cNvPicPr/>
                <p:nvPr/>
              </p:nvPicPr>
              <p:blipFill>
                <a:blip r:embed="rId11"/>
                <a:stretch>
                  <a:fillRect/>
                </a:stretch>
              </p:blipFill>
              <p:spPr>
                <a:xfrm>
                  <a:off x="1623558" y="5682374"/>
                  <a:ext cx="42444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2014FCD2-2F40-619B-7A92-C1BA002850E4}"/>
                    </a:ext>
                  </a:extLst>
                </p14:cNvPr>
                <p14:cNvContentPartPr/>
                <p14:nvPr/>
              </p14:nvContentPartPr>
              <p14:xfrm>
                <a:off x="1522038" y="5747174"/>
                <a:ext cx="259200" cy="384480"/>
              </p14:xfrm>
            </p:contentPart>
          </mc:Choice>
          <mc:Fallback xmlns="">
            <p:pic>
              <p:nvPicPr>
                <p:cNvPr id="7" name="Ink 6">
                  <a:extLst>
                    <a:ext uri="{FF2B5EF4-FFF2-40B4-BE49-F238E27FC236}">
                      <a16:creationId xmlns:a16="http://schemas.microsoft.com/office/drawing/2014/main" id="{2014FCD2-2F40-619B-7A92-C1BA002850E4}"/>
                    </a:ext>
                  </a:extLst>
                </p:cNvPr>
                <p:cNvPicPr/>
                <p:nvPr/>
              </p:nvPicPr>
              <p:blipFill>
                <a:blip r:embed="rId13"/>
                <a:stretch>
                  <a:fillRect/>
                </a:stretch>
              </p:blipFill>
              <p:spPr>
                <a:xfrm>
                  <a:off x="1513038" y="5738174"/>
                  <a:ext cx="27684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31A971FE-BC75-AEE5-F767-17BDA6C912EE}"/>
                    </a:ext>
                  </a:extLst>
                </p14:cNvPr>
                <p14:cNvContentPartPr/>
                <p14:nvPr/>
              </p14:nvContentPartPr>
              <p14:xfrm>
                <a:off x="1348518" y="6242534"/>
                <a:ext cx="33480" cy="342360"/>
              </p14:xfrm>
            </p:contentPart>
          </mc:Choice>
          <mc:Fallback xmlns="">
            <p:pic>
              <p:nvPicPr>
                <p:cNvPr id="13" name="Ink 12">
                  <a:extLst>
                    <a:ext uri="{FF2B5EF4-FFF2-40B4-BE49-F238E27FC236}">
                      <a16:creationId xmlns:a16="http://schemas.microsoft.com/office/drawing/2014/main" id="{31A971FE-BC75-AEE5-F767-17BDA6C912EE}"/>
                    </a:ext>
                  </a:extLst>
                </p:cNvPr>
                <p:cNvPicPr/>
                <p:nvPr/>
              </p:nvPicPr>
              <p:blipFill>
                <a:blip r:embed="rId15"/>
                <a:stretch>
                  <a:fillRect/>
                </a:stretch>
              </p:blipFill>
              <p:spPr>
                <a:xfrm>
                  <a:off x="1339518" y="6233894"/>
                  <a:ext cx="511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8A2AE8A9-540E-AB7B-10C8-FE8D63D8020A}"/>
                    </a:ext>
                  </a:extLst>
                </p14:cNvPr>
                <p14:cNvContentPartPr/>
                <p14:nvPr/>
              </p14:nvContentPartPr>
              <p14:xfrm>
                <a:off x="1328358" y="6276734"/>
                <a:ext cx="117720" cy="127080"/>
              </p14:xfrm>
            </p:contentPart>
          </mc:Choice>
          <mc:Fallback xmlns="">
            <p:pic>
              <p:nvPicPr>
                <p:cNvPr id="14" name="Ink 13">
                  <a:extLst>
                    <a:ext uri="{FF2B5EF4-FFF2-40B4-BE49-F238E27FC236}">
                      <a16:creationId xmlns:a16="http://schemas.microsoft.com/office/drawing/2014/main" id="{8A2AE8A9-540E-AB7B-10C8-FE8D63D8020A}"/>
                    </a:ext>
                  </a:extLst>
                </p:cNvPr>
                <p:cNvPicPr/>
                <p:nvPr/>
              </p:nvPicPr>
              <p:blipFill>
                <a:blip r:embed="rId17"/>
                <a:stretch>
                  <a:fillRect/>
                </a:stretch>
              </p:blipFill>
              <p:spPr>
                <a:xfrm>
                  <a:off x="1319358" y="6267734"/>
                  <a:ext cx="1353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2FE98556-DC20-88FA-F4A7-E2356F4759D8}"/>
                    </a:ext>
                  </a:extLst>
                </p14:cNvPr>
                <p14:cNvContentPartPr/>
                <p14:nvPr/>
              </p14:nvContentPartPr>
              <p14:xfrm>
                <a:off x="1510158" y="6304094"/>
                <a:ext cx="70920" cy="118080"/>
              </p14:xfrm>
            </p:contentPart>
          </mc:Choice>
          <mc:Fallback xmlns="">
            <p:pic>
              <p:nvPicPr>
                <p:cNvPr id="15" name="Ink 14">
                  <a:extLst>
                    <a:ext uri="{FF2B5EF4-FFF2-40B4-BE49-F238E27FC236}">
                      <a16:creationId xmlns:a16="http://schemas.microsoft.com/office/drawing/2014/main" id="{2FE98556-DC20-88FA-F4A7-E2356F4759D8}"/>
                    </a:ext>
                  </a:extLst>
                </p:cNvPr>
                <p:cNvPicPr/>
                <p:nvPr/>
              </p:nvPicPr>
              <p:blipFill>
                <a:blip r:embed="rId19"/>
                <a:stretch>
                  <a:fillRect/>
                </a:stretch>
              </p:blipFill>
              <p:spPr>
                <a:xfrm>
                  <a:off x="1501518" y="6295454"/>
                  <a:ext cx="885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29F77D4A-7045-7C6F-4372-7DC4D08BD55F}"/>
                    </a:ext>
                  </a:extLst>
                </p14:cNvPr>
                <p14:cNvContentPartPr/>
                <p14:nvPr/>
              </p14:nvContentPartPr>
              <p14:xfrm>
                <a:off x="1630758" y="6319574"/>
                <a:ext cx="40680" cy="105120"/>
              </p14:xfrm>
            </p:contentPart>
          </mc:Choice>
          <mc:Fallback xmlns="">
            <p:pic>
              <p:nvPicPr>
                <p:cNvPr id="16" name="Ink 15">
                  <a:extLst>
                    <a:ext uri="{FF2B5EF4-FFF2-40B4-BE49-F238E27FC236}">
                      <a16:creationId xmlns:a16="http://schemas.microsoft.com/office/drawing/2014/main" id="{29F77D4A-7045-7C6F-4372-7DC4D08BD55F}"/>
                    </a:ext>
                  </a:extLst>
                </p:cNvPr>
                <p:cNvPicPr/>
                <p:nvPr/>
              </p:nvPicPr>
              <p:blipFill>
                <a:blip r:embed="rId21"/>
                <a:stretch>
                  <a:fillRect/>
                </a:stretch>
              </p:blipFill>
              <p:spPr>
                <a:xfrm>
                  <a:off x="1621758" y="6310934"/>
                  <a:ext cx="583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15111051-B9C2-7DB9-1C9C-FF2827E86B49}"/>
                    </a:ext>
                  </a:extLst>
                </p14:cNvPr>
                <p14:cNvContentPartPr/>
                <p14:nvPr/>
              </p14:nvContentPartPr>
              <p14:xfrm>
                <a:off x="1758918" y="6338294"/>
                <a:ext cx="55800" cy="81720"/>
              </p14:xfrm>
            </p:contentPart>
          </mc:Choice>
          <mc:Fallback xmlns="">
            <p:pic>
              <p:nvPicPr>
                <p:cNvPr id="17" name="Ink 16">
                  <a:extLst>
                    <a:ext uri="{FF2B5EF4-FFF2-40B4-BE49-F238E27FC236}">
                      <a16:creationId xmlns:a16="http://schemas.microsoft.com/office/drawing/2014/main" id="{15111051-B9C2-7DB9-1C9C-FF2827E86B49}"/>
                    </a:ext>
                  </a:extLst>
                </p:cNvPr>
                <p:cNvPicPr/>
                <p:nvPr/>
              </p:nvPicPr>
              <p:blipFill>
                <a:blip r:embed="rId23"/>
                <a:stretch>
                  <a:fillRect/>
                </a:stretch>
              </p:blipFill>
              <p:spPr>
                <a:xfrm>
                  <a:off x="1749918" y="6329654"/>
                  <a:ext cx="734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B23F7A67-FDA6-DFF6-7008-D9B3239483B3}"/>
                    </a:ext>
                  </a:extLst>
                </p14:cNvPr>
                <p14:cNvContentPartPr/>
                <p14:nvPr/>
              </p14:nvContentPartPr>
              <p14:xfrm>
                <a:off x="1906158" y="6365294"/>
                <a:ext cx="3600" cy="78840"/>
              </p14:xfrm>
            </p:contentPart>
          </mc:Choice>
          <mc:Fallback xmlns="">
            <p:pic>
              <p:nvPicPr>
                <p:cNvPr id="19" name="Ink 18">
                  <a:extLst>
                    <a:ext uri="{FF2B5EF4-FFF2-40B4-BE49-F238E27FC236}">
                      <a16:creationId xmlns:a16="http://schemas.microsoft.com/office/drawing/2014/main" id="{B23F7A67-FDA6-DFF6-7008-D9B3239483B3}"/>
                    </a:ext>
                  </a:extLst>
                </p:cNvPr>
                <p:cNvPicPr/>
                <p:nvPr/>
              </p:nvPicPr>
              <p:blipFill>
                <a:blip r:embed="rId25"/>
                <a:stretch>
                  <a:fillRect/>
                </a:stretch>
              </p:blipFill>
              <p:spPr>
                <a:xfrm>
                  <a:off x="1897158" y="6356294"/>
                  <a:ext cx="212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B95387BD-39B8-05F8-6187-93B8B469CCC7}"/>
                    </a:ext>
                  </a:extLst>
                </p14:cNvPr>
                <p14:cNvContentPartPr/>
                <p14:nvPr/>
              </p14:nvContentPartPr>
              <p14:xfrm>
                <a:off x="1937478" y="6199334"/>
                <a:ext cx="5400" cy="63000"/>
              </p14:xfrm>
            </p:contentPart>
          </mc:Choice>
          <mc:Fallback xmlns="">
            <p:pic>
              <p:nvPicPr>
                <p:cNvPr id="20" name="Ink 19">
                  <a:extLst>
                    <a:ext uri="{FF2B5EF4-FFF2-40B4-BE49-F238E27FC236}">
                      <a16:creationId xmlns:a16="http://schemas.microsoft.com/office/drawing/2014/main" id="{B95387BD-39B8-05F8-6187-93B8B469CCC7}"/>
                    </a:ext>
                  </a:extLst>
                </p:cNvPr>
                <p:cNvPicPr/>
                <p:nvPr/>
              </p:nvPicPr>
              <p:blipFill>
                <a:blip r:embed="rId27"/>
                <a:stretch>
                  <a:fillRect/>
                </a:stretch>
              </p:blipFill>
              <p:spPr>
                <a:xfrm>
                  <a:off x="1928478" y="6190694"/>
                  <a:ext cx="23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81A13FEC-983F-A68B-527E-B1FFB2383A2C}"/>
                    </a:ext>
                  </a:extLst>
                </p14:cNvPr>
                <p14:cNvContentPartPr/>
                <p14:nvPr/>
              </p14:nvContentPartPr>
              <p14:xfrm>
                <a:off x="1801758" y="6335054"/>
                <a:ext cx="41400" cy="54000"/>
              </p14:xfrm>
            </p:contentPart>
          </mc:Choice>
          <mc:Fallback xmlns="">
            <p:pic>
              <p:nvPicPr>
                <p:cNvPr id="22" name="Ink 21">
                  <a:extLst>
                    <a:ext uri="{FF2B5EF4-FFF2-40B4-BE49-F238E27FC236}">
                      <a16:creationId xmlns:a16="http://schemas.microsoft.com/office/drawing/2014/main" id="{81A13FEC-983F-A68B-527E-B1FFB2383A2C}"/>
                    </a:ext>
                  </a:extLst>
                </p:cNvPr>
                <p:cNvPicPr/>
                <p:nvPr/>
              </p:nvPicPr>
              <p:blipFill>
                <a:blip r:embed="rId29"/>
                <a:stretch>
                  <a:fillRect/>
                </a:stretch>
              </p:blipFill>
              <p:spPr>
                <a:xfrm>
                  <a:off x="1793118" y="6326054"/>
                  <a:ext cx="590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C8C21E95-B87C-F4FC-3C7A-6F7504BBF79A}"/>
                    </a:ext>
                  </a:extLst>
                </p14:cNvPr>
                <p14:cNvContentPartPr/>
                <p14:nvPr/>
              </p14:nvContentPartPr>
              <p14:xfrm>
                <a:off x="2019918" y="6112574"/>
                <a:ext cx="99720" cy="343080"/>
              </p14:xfrm>
            </p:contentPart>
          </mc:Choice>
          <mc:Fallback xmlns="">
            <p:pic>
              <p:nvPicPr>
                <p:cNvPr id="23" name="Ink 22">
                  <a:extLst>
                    <a:ext uri="{FF2B5EF4-FFF2-40B4-BE49-F238E27FC236}">
                      <a16:creationId xmlns:a16="http://schemas.microsoft.com/office/drawing/2014/main" id="{C8C21E95-B87C-F4FC-3C7A-6F7504BBF79A}"/>
                    </a:ext>
                  </a:extLst>
                </p:cNvPr>
                <p:cNvPicPr/>
                <p:nvPr/>
              </p:nvPicPr>
              <p:blipFill>
                <a:blip r:embed="rId31"/>
                <a:stretch>
                  <a:fillRect/>
                </a:stretch>
              </p:blipFill>
              <p:spPr>
                <a:xfrm>
                  <a:off x="2011278" y="6103934"/>
                  <a:ext cx="117360" cy="360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C58CA183-7556-D9D2-CD9F-DF43E5659592}"/>
                    </a:ext>
                  </a:extLst>
                </p14:cNvPr>
                <p14:cNvContentPartPr/>
                <p14:nvPr/>
              </p14:nvContentPartPr>
              <p14:xfrm>
                <a:off x="2177598" y="6031214"/>
                <a:ext cx="257400" cy="451080"/>
              </p14:xfrm>
            </p:contentPart>
          </mc:Choice>
          <mc:Fallback xmlns="">
            <p:pic>
              <p:nvPicPr>
                <p:cNvPr id="24" name="Ink 23">
                  <a:extLst>
                    <a:ext uri="{FF2B5EF4-FFF2-40B4-BE49-F238E27FC236}">
                      <a16:creationId xmlns:a16="http://schemas.microsoft.com/office/drawing/2014/main" id="{C58CA183-7556-D9D2-CD9F-DF43E5659592}"/>
                    </a:ext>
                  </a:extLst>
                </p:cNvPr>
                <p:cNvPicPr/>
                <p:nvPr/>
              </p:nvPicPr>
              <p:blipFill>
                <a:blip r:embed="rId33"/>
                <a:stretch>
                  <a:fillRect/>
                </a:stretch>
              </p:blipFill>
              <p:spPr>
                <a:xfrm>
                  <a:off x="2168598" y="6022214"/>
                  <a:ext cx="27504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7D590B44-BF43-CB5B-42A9-4FE7DC0E6CB5}"/>
                    </a:ext>
                  </a:extLst>
                </p14:cNvPr>
                <p14:cNvContentPartPr/>
                <p14:nvPr/>
              </p14:nvContentPartPr>
              <p14:xfrm>
                <a:off x="2298558" y="6300494"/>
                <a:ext cx="62640" cy="106920"/>
              </p14:xfrm>
            </p:contentPart>
          </mc:Choice>
          <mc:Fallback xmlns="">
            <p:pic>
              <p:nvPicPr>
                <p:cNvPr id="25" name="Ink 24">
                  <a:extLst>
                    <a:ext uri="{FF2B5EF4-FFF2-40B4-BE49-F238E27FC236}">
                      <a16:creationId xmlns:a16="http://schemas.microsoft.com/office/drawing/2014/main" id="{7D590B44-BF43-CB5B-42A9-4FE7DC0E6CB5}"/>
                    </a:ext>
                  </a:extLst>
                </p:cNvPr>
                <p:cNvPicPr/>
                <p:nvPr/>
              </p:nvPicPr>
              <p:blipFill>
                <a:blip r:embed="rId35"/>
                <a:stretch>
                  <a:fillRect/>
                </a:stretch>
              </p:blipFill>
              <p:spPr>
                <a:xfrm>
                  <a:off x="2289918" y="6291854"/>
                  <a:ext cx="80280" cy="124560"/>
                </a:xfrm>
                <a:prstGeom prst="rect">
                  <a:avLst/>
                </a:prstGeom>
              </p:spPr>
            </p:pic>
          </mc:Fallback>
        </mc:AlternateContent>
      </p:grpSp>
      <p:grpSp>
        <p:nvGrpSpPr>
          <p:cNvPr id="45" name="Group 44">
            <a:extLst>
              <a:ext uri="{FF2B5EF4-FFF2-40B4-BE49-F238E27FC236}">
                <a16:creationId xmlns:a16="http://schemas.microsoft.com/office/drawing/2014/main" id="{2864C21F-035A-75E1-B118-733E54B83008}"/>
              </a:ext>
            </a:extLst>
          </p:cNvPr>
          <p:cNvGrpSpPr/>
          <p:nvPr/>
        </p:nvGrpSpPr>
        <p:grpSpPr>
          <a:xfrm>
            <a:off x="9957918" y="5243174"/>
            <a:ext cx="1727640" cy="413280"/>
            <a:chOff x="9957918" y="5243174"/>
            <a:chExt cx="1727640" cy="413280"/>
          </a:xfrm>
        </p:grpSpPr>
        <mc:AlternateContent xmlns:mc="http://schemas.openxmlformats.org/markup-compatibility/2006" xmlns:p14="http://schemas.microsoft.com/office/powerpoint/2010/main">
          <mc:Choice Requires="p14">
            <p:contentPart p14:bwMode="auto" r:id="rId36">
              <p14:nvContentPartPr>
                <p14:cNvPr id="27" name="Ink 26">
                  <a:extLst>
                    <a:ext uri="{FF2B5EF4-FFF2-40B4-BE49-F238E27FC236}">
                      <a16:creationId xmlns:a16="http://schemas.microsoft.com/office/drawing/2014/main" id="{E7A06E4B-3CAD-EE9A-0103-7F13E7695A03}"/>
                    </a:ext>
                  </a:extLst>
                </p14:cNvPr>
                <p14:cNvContentPartPr/>
                <p14:nvPr/>
              </p14:nvContentPartPr>
              <p14:xfrm>
                <a:off x="9957918" y="5388254"/>
                <a:ext cx="167040" cy="14040"/>
              </p14:xfrm>
            </p:contentPart>
          </mc:Choice>
          <mc:Fallback xmlns="">
            <p:pic>
              <p:nvPicPr>
                <p:cNvPr id="27" name="Ink 26">
                  <a:extLst>
                    <a:ext uri="{FF2B5EF4-FFF2-40B4-BE49-F238E27FC236}">
                      <a16:creationId xmlns:a16="http://schemas.microsoft.com/office/drawing/2014/main" id="{E7A06E4B-3CAD-EE9A-0103-7F13E7695A03}"/>
                    </a:ext>
                  </a:extLst>
                </p:cNvPr>
                <p:cNvPicPr/>
                <p:nvPr/>
              </p:nvPicPr>
              <p:blipFill>
                <a:blip r:embed="rId37"/>
                <a:stretch>
                  <a:fillRect/>
                </a:stretch>
              </p:blipFill>
              <p:spPr>
                <a:xfrm>
                  <a:off x="9949278" y="5379614"/>
                  <a:ext cx="1846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DAEF7838-9A06-85A6-54E1-C35484E2BC86}"/>
                    </a:ext>
                  </a:extLst>
                </p14:cNvPr>
                <p14:cNvContentPartPr/>
                <p14:nvPr/>
              </p14:nvContentPartPr>
              <p14:xfrm>
                <a:off x="9987798" y="5469254"/>
                <a:ext cx="146520" cy="11520"/>
              </p14:xfrm>
            </p:contentPart>
          </mc:Choice>
          <mc:Fallback xmlns="">
            <p:pic>
              <p:nvPicPr>
                <p:cNvPr id="28" name="Ink 27">
                  <a:extLst>
                    <a:ext uri="{FF2B5EF4-FFF2-40B4-BE49-F238E27FC236}">
                      <a16:creationId xmlns:a16="http://schemas.microsoft.com/office/drawing/2014/main" id="{DAEF7838-9A06-85A6-54E1-C35484E2BC86}"/>
                    </a:ext>
                  </a:extLst>
                </p:cNvPr>
                <p:cNvPicPr/>
                <p:nvPr/>
              </p:nvPicPr>
              <p:blipFill>
                <a:blip r:embed="rId39"/>
                <a:stretch>
                  <a:fillRect/>
                </a:stretch>
              </p:blipFill>
              <p:spPr>
                <a:xfrm>
                  <a:off x="9978798" y="5460614"/>
                  <a:ext cx="1641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CD518811-3F28-9C83-DC29-715BE7353D5F}"/>
                    </a:ext>
                  </a:extLst>
                </p14:cNvPr>
                <p14:cNvContentPartPr/>
                <p14:nvPr/>
              </p14:nvContentPartPr>
              <p14:xfrm>
                <a:off x="10187958" y="5347214"/>
                <a:ext cx="243360" cy="159480"/>
              </p14:xfrm>
            </p:contentPart>
          </mc:Choice>
          <mc:Fallback xmlns="">
            <p:pic>
              <p:nvPicPr>
                <p:cNvPr id="29" name="Ink 28">
                  <a:extLst>
                    <a:ext uri="{FF2B5EF4-FFF2-40B4-BE49-F238E27FC236}">
                      <a16:creationId xmlns:a16="http://schemas.microsoft.com/office/drawing/2014/main" id="{CD518811-3F28-9C83-DC29-715BE7353D5F}"/>
                    </a:ext>
                  </a:extLst>
                </p:cNvPr>
                <p:cNvPicPr/>
                <p:nvPr/>
              </p:nvPicPr>
              <p:blipFill>
                <a:blip r:embed="rId41"/>
                <a:stretch>
                  <a:fillRect/>
                </a:stretch>
              </p:blipFill>
              <p:spPr>
                <a:xfrm>
                  <a:off x="10179318" y="5338574"/>
                  <a:ext cx="2610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3839C787-6BEF-1EB9-7B0C-E12713F31399}"/>
                    </a:ext>
                  </a:extLst>
                </p14:cNvPr>
                <p14:cNvContentPartPr/>
                <p14:nvPr/>
              </p14:nvContentPartPr>
              <p14:xfrm>
                <a:off x="10313598" y="5335694"/>
                <a:ext cx="39960" cy="320760"/>
              </p14:xfrm>
            </p:contentPart>
          </mc:Choice>
          <mc:Fallback xmlns="">
            <p:pic>
              <p:nvPicPr>
                <p:cNvPr id="30" name="Ink 29">
                  <a:extLst>
                    <a:ext uri="{FF2B5EF4-FFF2-40B4-BE49-F238E27FC236}">
                      <a16:creationId xmlns:a16="http://schemas.microsoft.com/office/drawing/2014/main" id="{3839C787-6BEF-1EB9-7B0C-E12713F31399}"/>
                    </a:ext>
                  </a:extLst>
                </p:cNvPr>
                <p:cNvPicPr/>
                <p:nvPr/>
              </p:nvPicPr>
              <p:blipFill>
                <a:blip r:embed="rId43"/>
                <a:stretch>
                  <a:fillRect/>
                </a:stretch>
              </p:blipFill>
              <p:spPr>
                <a:xfrm>
                  <a:off x="10304958" y="5326694"/>
                  <a:ext cx="5760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B7D2392B-B1A4-10F8-BDB8-85913C40BB88}"/>
                    </a:ext>
                  </a:extLst>
                </p14:cNvPr>
                <p14:cNvContentPartPr/>
                <p14:nvPr/>
              </p14:nvContentPartPr>
              <p14:xfrm>
                <a:off x="10434198" y="5347214"/>
                <a:ext cx="125280" cy="252720"/>
              </p14:xfrm>
            </p:contentPart>
          </mc:Choice>
          <mc:Fallback xmlns="">
            <p:pic>
              <p:nvPicPr>
                <p:cNvPr id="32" name="Ink 31">
                  <a:extLst>
                    <a:ext uri="{FF2B5EF4-FFF2-40B4-BE49-F238E27FC236}">
                      <a16:creationId xmlns:a16="http://schemas.microsoft.com/office/drawing/2014/main" id="{B7D2392B-B1A4-10F8-BDB8-85913C40BB88}"/>
                    </a:ext>
                  </a:extLst>
                </p:cNvPr>
                <p:cNvPicPr/>
                <p:nvPr/>
              </p:nvPicPr>
              <p:blipFill>
                <a:blip r:embed="rId45"/>
                <a:stretch>
                  <a:fillRect/>
                </a:stretch>
              </p:blipFill>
              <p:spPr>
                <a:xfrm>
                  <a:off x="10425558" y="5338574"/>
                  <a:ext cx="14292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D39E1233-24D6-E278-8AD9-1B67870DEA24}"/>
                    </a:ext>
                  </a:extLst>
                </p14:cNvPr>
                <p14:cNvContentPartPr/>
                <p14:nvPr/>
              </p14:nvContentPartPr>
              <p14:xfrm>
                <a:off x="10435638" y="5440814"/>
                <a:ext cx="128880" cy="40680"/>
              </p14:xfrm>
            </p:contentPart>
          </mc:Choice>
          <mc:Fallback xmlns="">
            <p:pic>
              <p:nvPicPr>
                <p:cNvPr id="33" name="Ink 32">
                  <a:extLst>
                    <a:ext uri="{FF2B5EF4-FFF2-40B4-BE49-F238E27FC236}">
                      <a16:creationId xmlns:a16="http://schemas.microsoft.com/office/drawing/2014/main" id="{D39E1233-24D6-E278-8AD9-1B67870DEA24}"/>
                    </a:ext>
                  </a:extLst>
                </p:cNvPr>
                <p:cNvPicPr/>
                <p:nvPr/>
              </p:nvPicPr>
              <p:blipFill>
                <a:blip r:embed="rId47"/>
                <a:stretch>
                  <a:fillRect/>
                </a:stretch>
              </p:blipFill>
              <p:spPr>
                <a:xfrm>
                  <a:off x="10426998" y="5431814"/>
                  <a:ext cx="1465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31B7509F-E804-5BDE-035D-C4C14171EC43}"/>
                    </a:ext>
                  </a:extLst>
                </p14:cNvPr>
                <p14:cNvContentPartPr/>
                <p14:nvPr/>
              </p14:nvContentPartPr>
              <p14:xfrm>
                <a:off x="10618878" y="5333174"/>
                <a:ext cx="96840" cy="242640"/>
              </p14:xfrm>
            </p:contentPart>
          </mc:Choice>
          <mc:Fallback xmlns="">
            <p:pic>
              <p:nvPicPr>
                <p:cNvPr id="34" name="Ink 33">
                  <a:extLst>
                    <a:ext uri="{FF2B5EF4-FFF2-40B4-BE49-F238E27FC236}">
                      <a16:creationId xmlns:a16="http://schemas.microsoft.com/office/drawing/2014/main" id="{31B7509F-E804-5BDE-035D-C4C14171EC43}"/>
                    </a:ext>
                  </a:extLst>
                </p:cNvPr>
                <p:cNvPicPr/>
                <p:nvPr/>
              </p:nvPicPr>
              <p:blipFill>
                <a:blip r:embed="rId49"/>
                <a:stretch>
                  <a:fillRect/>
                </a:stretch>
              </p:blipFill>
              <p:spPr>
                <a:xfrm>
                  <a:off x="10609878" y="5324534"/>
                  <a:ext cx="1144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30B4C480-7B4C-EB33-0A95-576689E0780E}"/>
                    </a:ext>
                  </a:extLst>
                </p14:cNvPr>
                <p14:cNvContentPartPr/>
                <p14:nvPr/>
              </p14:nvContentPartPr>
              <p14:xfrm>
                <a:off x="10724718" y="5385374"/>
                <a:ext cx="217800" cy="212760"/>
              </p14:xfrm>
            </p:contentPart>
          </mc:Choice>
          <mc:Fallback xmlns="">
            <p:pic>
              <p:nvPicPr>
                <p:cNvPr id="35" name="Ink 34">
                  <a:extLst>
                    <a:ext uri="{FF2B5EF4-FFF2-40B4-BE49-F238E27FC236}">
                      <a16:creationId xmlns:a16="http://schemas.microsoft.com/office/drawing/2014/main" id="{30B4C480-7B4C-EB33-0A95-576689E0780E}"/>
                    </a:ext>
                  </a:extLst>
                </p:cNvPr>
                <p:cNvPicPr/>
                <p:nvPr/>
              </p:nvPicPr>
              <p:blipFill>
                <a:blip r:embed="rId51"/>
                <a:stretch>
                  <a:fillRect/>
                </a:stretch>
              </p:blipFill>
              <p:spPr>
                <a:xfrm>
                  <a:off x="10715718" y="5376734"/>
                  <a:ext cx="2354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C3D26E79-E6C9-9599-DF58-A2280A96E3C2}"/>
                    </a:ext>
                  </a:extLst>
                </p14:cNvPr>
                <p14:cNvContentPartPr/>
                <p14:nvPr/>
              </p14:nvContentPartPr>
              <p14:xfrm>
                <a:off x="10846038" y="5396174"/>
                <a:ext cx="53640" cy="240120"/>
              </p14:xfrm>
            </p:contentPart>
          </mc:Choice>
          <mc:Fallback xmlns="">
            <p:pic>
              <p:nvPicPr>
                <p:cNvPr id="36" name="Ink 35">
                  <a:extLst>
                    <a:ext uri="{FF2B5EF4-FFF2-40B4-BE49-F238E27FC236}">
                      <a16:creationId xmlns:a16="http://schemas.microsoft.com/office/drawing/2014/main" id="{C3D26E79-E6C9-9599-DF58-A2280A96E3C2}"/>
                    </a:ext>
                  </a:extLst>
                </p:cNvPr>
                <p:cNvPicPr/>
                <p:nvPr/>
              </p:nvPicPr>
              <p:blipFill>
                <a:blip r:embed="rId53"/>
                <a:stretch>
                  <a:fillRect/>
                </a:stretch>
              </p:blipFill>
              <p:spPr>
                <a:xfrm>
                  <a:off x="10837398" y="5387174"/>
                  <a:ext cx="712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D3C3A3A2-C0F8-6FEB-ECD3-1B8832BA62A8}"/>
                    </a:ext>
                  </a:extLst>
                </p14:cNvPr>
                <p14:cNvContentPartPr/>
                <p14:nvPr/>
              </p14:nvContentPartPr>
              <p14:xfrm>
                <a:off x="11004798" y="5443694"/>
                <a:ext cx="162000" cy="55080"/>
              </p14:xfrm>
            </p:contentPart>
          </mc:Choice>
          <mc:Fallback xmlns="">
            <p:pic>
              <p:nvPicPr>
                <p:cNvPr id="38" name="Ink 37">
                  <a:extLst>
                    <a:ext uri="{FF2B5EF4-FFF2-40B4-BE49-F238E27FC236}">
                      <a16:creationId xmlns:a16="http://schemas.microsoft.com/office/drawing/2014/main" id="{D3C3A3A2-C0F8-6FEB-ECD3-1B8832BA62A8}"/>
                    </a:ext>
                  </a:extLst>
                </p:cNvPr>
                <p:cNvPicPr/>
                <p:nvPr/>
              </p:nvPicPr>
              <p:blipFill>
                <a:blip r:embed="rId55"/>
                <a:stretch>
                  <a:fillRect/>
                </a:stretch>
              </p:blipFill>
              <p:spPr>
                <a:xfrm>
                  <a:off x="10995798" y="5434694"/>
                  <a:ext cx="1796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D140E032-41EA-EA7F-F905-569EC02DCC1D}"/>
                    </a:ext>
                  </a:extLst>
                </p14:cNvPr>
                <p14:cNvContentPartPr/>
                <p14:nvPr/>
              </p14:nvContentPartPr>
              <p14:xfrm>
                <a:off x="11069598" y="5361254"/>
                <a:ext cx="50760" cy="280800"/>
              </p14:xfrm>
            </p:contentPart>
          </mc:Choice>
          <mc:Fallback xmlns="">
            <p:pic>
              <p:nvPicPr>
                <p:cNvPr id="39" name="Ink 38">
                  <a:extLst>
                    <a:ext uri="{FF2B5EF4-FFF2-40B4-BE49-F238E27FC236}">
                      <a16:creationId xmlns:a16="http://schemas.microsoft.com/office/drawing/2014/main" id="{D140E032-41EA-EA7F-F905-569EC02DCC1D}"/>
                    </a:ext>
                  </a:extLst>
                </p:cNvPr>
                <p:cNvPicPr/>
                <p:nvPr/>
              </p:nvPicPr>
              <p:blipFill>
                <a:blip r:embed="rId57"/>
                <a:stretch>
                  <a:fillRect/>
                </a:stretch>
              </p:blipFill>
              <p:spPr>
                <a:xfrm>
                  <a:off x="11060598" y="5352614"/>
                  <a:ext cx="684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3D54A996-70CC-EB11-1143-35E839704ABC}"/>
                    </a:ext>
                  </a:extLst>
                </p14:cNvPr>
                <p14:cNvContentPartPr/>
                <p14:nvPr/>
              </p14:nvContentPartPr>
              <p14:xfrm>
                <a:off x="11233038" y="5243174"/>
                <a:ext cx="123480" cy="392400"/>
              </p14:xfrm>
            </p:contentPart>
          </mc:Choice>
          <mc:Fallback xmlns="">
            <p:pic>
              <p:nvPicPr>
                <p:cNvPr id="40" name="Ink 39">
                  <a:extLst>
                    <a:ext uri="{FF2B5EF4-FFF2-40B4-BE49-F238E27FC236}">
                      <a16:creationId xmlns:a16="http://schemas.microsoft.com/office/drawing/2014/main" id="{3D54A996-70CC-EB11-1143-35E839704ABC}"/>
                    </a:ext>
                  </a:extLst>
                </p:cNvPr>
                <p:cNvPicPr/>
                <p:nvPr/>
              </p:nvPicPr>
              <p:blipFill>
                <a:blip r:embed="rId59"/>
                <a:stretch>
                  <a:fillRect/>
                </a:stretch>
              </p:blipFill>
              <p:spPr>
                <a:xfrm>
                  <a:off x="11224038" y="5234174"/>
                  <a:ext cx="14112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2" name="Ink 41">
                  <a:extLst>
                    <a:ext uri="{FF2B5EF4-FFF2-40B4-BE49-F238E27FC236}">
                      <a16:creationId xmlns:a16="http://schemas.microsoft.com/office/drawing/2014/main" id="{0193DF23-313F-6002-516F-EEE71D339931}"/>
                    </a:ext>
                  </a:extLst>
                </p14:cNvPr>
                <p14:cNvContentPartPr/>
                <p14:nvPr/>
              </p14:nvContentPartPr>
              <p14:xfrm>
                <a:off x="11368038" y="5428934"/>
                <a:ext cx="112320" cy="113760"/>
              </p14:xfrm>
            </p:contentPart>
          </mc:Choice>
          <mc:Fallback xmlns="">
            <p:pic>
              <p:nvPicPr>
                <p:cNvPr id="42" name="Ink 41">
                  <a:extLst>
                    <a:ext uri="{FF2B5EF4-FFF2-40B4-BE49-F238E27FC236}">
                      <a16:creationId xmlns:a16="http://schemas.microsoft.com/office/drawing/2014/main" id="{0193DF23-313F-6002-516F-EEE71D339931}"/>
                    </a:ext>
                  </a:extLst>
                </p:cNvPr>
                <p:cNvPicPr/>
                <p:nvPr/>
              </p:nvPicPr>
              <p:blipFill>
                <a:blip r:embed="rId61"/>
                <a:stretch>
                  <a:fillRect/>
                </a:stretch>
              </p:blipFill>
              <p:spPr>
                <a:xfrm>
                  <a:off x="11359038" y="5420294"/>
                  <a:ext cx="1299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D04CB41E-1E60-96AC-520A-DFD3977EA893}"/>
                    </a:ext>
                  </a:extLst>
                </p14:cNvPr>
                <p14:cNvContentPartPr/>
                <p14:nvPr/>
              </p14:nvContentPartPr>
              <p14:xfrm>
                <a:off x="11526798" y="5427494"/>
                <a:ext cx="73800" cy="111240"/>
              </p14:xfrm>
            </p:contentPart>
          </mc:Choice>
          <mc:Fallback xmlns="">
            <p:pic>
              <p:nvPicPr>
                <p:cNvPr id="43" name="Ink 42">
                  <a:extLst>
                    <a:ext uri="{FF2B5EF4-FFF2-40B4-BE49-F238E27FC236}">
                      <a16:creationId xmlns:a16="http://schemas.microsoft.com/office/drawing/2014/main" id="{D04CB41E-1E60-96AC-520A-DFD3977EA893}"/>
                    </a:ext>
                  </a:extLst>
                </p:cNvPr>
                <p:cNvPicPr/>
                <p:nvPr/>
              </p:nvPicPr>
              <p:blipFill>
                <a:blip r:embed="rId63"/>
                <a:stretch>
                  <a:fillRect/>
                </a:stretch>
              </p:blipFill>
              <p:spPr>
                <a:xfrm>
                  <a:off x="11518158" y="5418494"/>
                  <a:ext cx="9144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748F9B91-289C-3632-5F99-7DB69491A292}"/>
                    </a:ext>
                  </a:extLst>
                </p14:cNvPr>
                <p14:cNvContentPartPr/>
                <p14:nvPr/>
              </p14:nvContentPartPr>
              <p14:xfrm>
                <a:off x="11599518" y="5298614"/>
                <a:ext cx="86040" cy="305640"/>
              </p14:xfrm>
            </p:contentPart>
          </mc:Choice>
          <mc:Fallback xmlns="">
            <p:pic>
              <p:nvPicPr>
                <p:cNvPr id="44" name="Ink 43">
                  <a:extLst>
                    <a:ext uri="{FF2B5EF4-FFF2-40B4-BE49-F238E27FC236}">
                      <a16:creationId xmlns:a16="http://schemas.microsoft.com/office/drawing/2014/main" id="{748F9B91-289C-3632-5F99-7DB69491A292}"/>
                    </a:ext>
                  </a:extLst>
                </p:cNvPr>
                <p:cNvPicPr/>
                <p:nvPr/>
              </p:nvPicPr>
              <p:blipFill>
                <a:blip r:embed="rId65"/>
                <a:stretch>
                  <a:fillRect/>
                </a:stretch>
              </p:blipFill>
              <p:spPr>
                <a:xfrm>
                  <a:off x="11590518" y="5289614"/>
                  <a:ext cx="103680" cy="323280"/>
                </a:xfrm>
                <a:prstGeom prst="rect">
                  <a:avLst/>
                </a:prstGeom>
              </p:spPr>
            </p:pic>
          </mc:Fallback>
        </mc:AlternateContent>
      </p:grpSp>
      <p:grpSp>
        <p:nvGrpSpPr>
          <p:cNvPr id="48" name="Group 47">
            <a:extLst>
              <a:ext uri="{FF2B5EF4-FFF2-40B4-BE49-F238E27FC236}">
                <a16:creationId xmlns:a16="http://schemas.microsoft.com/office/drawing/2014/main" id="{35ECE78E-E329-277F-2942-52FE3B25A25B}"/>
              </a:ext>
            </a:extLst>
          </p:cNvPr>
          <p:cNvGrpSpPr/>
          <p:nvPr/>
        </p:nvGrpSpPr>
        <p:grpSpPr>
          <a:xfrm>
            <a:off x="11764758" y="5322374"/>
            <a:ext cx="130680" cy="276480"/>
            <a:chOff x="11764758" y="5322374"/>
            <a:chExt cx="130680" cy="276480"/>
          </a:xfrm>
        </p:grpSpPr>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B632B9C0-059D-0058-5D70-9ADAD086B51F}"/>
                    </a:ext>
                  </a:extLst>
                </p14:cNvPr>
                <p14:cNvContentPartPr/>
                <p14:nvPr/>
              </p14:nvContentPartPr>
              <p14:xfrm>
                <a:off x="11764758" y="5536574"/>
                <a:ext cx="19440" cy="46440"/>
              </p14:xfrm>
            </p:contentPart>
          </mc:Choice>
          <mc:Fallback xmlns="">
            <p:pic>
              <p:nvPicPr>
                <p:cNvPr id="46" name="Ink 45">
                  <a:extLst>
                    <a:ext uri="{FF2B5EF4-FFF2-40B4-BE49-F238E27FC236}">
                      <a16:creationId xmlns:a16="http://schemas.microsoft.com/office/drawing/2014/main" id="{B632B9C0-059D-0058-5D70-9ADAD086B51F}"/>
                    </a:ext>
                  </a:extLst>
                </p:cNvPr>
                <p:cNvPicPr/>
                <p:nvPr/>
              </p:nvPicPr>
              <p:blipFill>
                <a:blip r:embed="rId67"/>
                <a:stretch>
                  <a:fillRect/>
                </a:stretch>
              </p:blipFill>
              <p:spPr>
                <a:xfrm>
                  <a:off x="11756118" y="5527574"/>
                  <a:ext cx="370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28CD9BCF-2399-7010-847A-C8E217D620CA}"/>
                    </a:ext>
                  </a:extLst>
                </p14:cNvPr>
                <p14:cNvContentPartPr/>
                <p14:nvPr/>
              </p14:nvContentPartPr>
              <p14:xfrm>
                <a:off x="11796438" y="5322374"/>
                <a:ext cx="99000" cy="276480"/>
              </p14:xfrm>
            </p:contentPart>
          </mc:Choice>
          <mc:Fallback xmlns="">
            <p:pic>
              <p:nvPicPr>
                <p:cNvPr id="47" name="Ink 46">
                  <a:extLst>
                    <a:ext uri="{FF2B5EF4-FFF2-40B4-BE49-F238E27FC236}">
                      <a16:creationId xmlns:a16="http://schemas.microsoft.com/office/drawing/2014/main" id="{28CD9BCF-2399-7010-847A-C8E217D620CA}"/>
                    </a:ext>
                  </a:extLst>
                </p:cNvPr>
                <p:cNvPicPr/>
                <p:nvPr/>
              </p:nvPicPr>
              <p:blipFill>
                <a:blip r:embed="rId69"/>
                <a:stretch>
                  <a:fillRect/>
                </a:stretch>
              </p:blipFill>
              <p:spPr>
                <a:xfrm>
                  <a:off x="11787438" y="5313734"/>
                  <a:ext cx="116640" cy="294120"/>
                </a:xfrm>
                <a:prstGeom prst="rect">
                  <a:avLst/>
                </a:prstGeom>
              </p:spPr>
            </p:pic>
          </mc:Fallback>
        </mc:AlternateContent>
      </p:grpSp>
      <p:grpSp>
        <p:nvGrpSpPr>
          <p:cNvPr id="67" name="Group 66">
            <a:extLst>
              <a:ext uri="{FF2B5EF4-FFF2-40B4-BE49-F238E27FC236}">
                <a16:creationId xmlns:a16="http://schemas.microsoft.com/office/drawing/2014/main" id="{4344F1E9-9A03-985F-9000-9AB45569D88D}"/>
              </a:ext>
            </a:extLst>
          </p:cNvPr>
          <p:cNvGrpSpPr/>
          <p:nvPr/>
        </p:nvGrpSpPr>
        <p:grpSpPr>
          <a:xfrm>
            <a:off x="8475438" y="5991254"/>
            <a:ext cx="1319760" cy="434160"/>
            <a:chOff x="8475438" y="5991254"/>
            <a:chExt cx="1319760" cy="434160"/>
          </a:xfrm>
        </p:grpSpPr>
        <mc:AlternateContent xmlns:mc="http://schemas.openxmlformats.org/markup-compatibility/2006" xmlns:p14="http://schemas.microsoft.com/office/powerpoint/2010/main">
          <mc:Choice Requires="p14">
            <p:contentPart p14:bwMode="auto" r:id="rId70">
              <p14:nvContentPartPr>
                <p14:cNvPr id="49" name="Ink 48">
                  <a:extLst>
                    <a:ext uri="{FF2B5EF4-FFF2-40B4-BE49-F238E27FC236}">
                      <a16:creationId xmlns:a16="http://schemas.microsoft.com/office/drawing/2014/main" id="{125F0C60-B140-C09F-68A8-54CCE91CFA1E}"/>
                    </a:ext>
                  </a:extLst>
                </p14:cNvPr>
                <p14:cNvContentPartPr/>
                <p14:nvPr/>
              </p14:nvContentPartPr>
              <p14:xfrm>
                <a:off x="8523678" y="6194294"/>
                <a:ext cx="155160" cy="37080"/>
              </p14:xfrm>
            </p:contentPart>
          </mc:Choice>
          <mc:Fallback xmlns="">
            <p:pic>
              <p:nvPicPr>
                <p:cNvPr id="49" name="Ink 48">
                  <a:extLst>
                    <a:ext uri="{FF2B5EF4-FFF2-40B4-BE49-F238E27FC236}">
                      <a16:creationId xmlns:a16="http://schemas.microsoft.com/office/drawing/2014/main" id="{125F0C60-B140-C09F-68A8-54CCE91CFA1E}"/>
                    </a:ext>
                  </a:extLst>
                </p:cNvPr>
                <p:cNvPicPr/>
                <p:nvPr/>
              </p:nvPicPr>
              <p:blipFill>
                <a:blip r:embed="rId71"/>
                <a:stretch>
                  <a:fillRect/>
                </a:stretch>
              </p:blipFill>
              <p:spPr>
                <a:xfrm>
                  <a:off x="8514678" y="6185294"/>
                  <a:ext cx="1728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1DF6A6EA-D936-5F47-8C4A-EC207162B360}"/>
                    </a:ext>
                  </a:extLst>
                </p14:cNvPr>
                <p14:cNvContentPartPr/>
                <p14:nvPr/>
              </p14:nvContentPartPr>
              <p14:xfrm>
                <a:off x="8475438" y="6290774"/>
                <a:ext cx="247680" cy="47160"/>
              </p14:xfrm>
            </p:contentPart>
          </mc:Choice>
          <mc:Fallback xmlns="">
            <p:pic>
              <p:nvPicPr>
                <p:cNvPr id="50" name="Ink 49">
                  <a:extLst>
                    <a:ext uri="{FF2B5EF4-FFF2-40B4-BE49-F238E27FC236}">
                      <a16:creationId xmlns:a16="http://schemas.microsoft.com/office/drawing/2014/main" id="{1DF6A6EA-D936-5F47-8C4A-EC207162B360}"/>
                    </a:ext>
                  </a:extLst>
                </p:cNvPr>
                <p:cNvPicPr/>
                <p:nvPr/>
              </p:nvPicPr>
              <p:blipFill>
                <a:blip r:embed="rId73"/>
                <a:stretch>
                  <a:fillRect/>
                </a:stretch>
              </p:blipFill>
              <p:spPr>
                <a:xfrm>
                  <a:off x="8466798" y="6281774"/>
                  <a:ext cx="2653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2" name="Ink 51">
                  <a:extLst>
                    <a:ext uri="{FF2B5EF4-FFF2-40B4-BE49-F238E27FC236}">
                      <a16:creationId xmlns:a16="http://schemas.microsoft.com/office/drawing/2014/main" id="{D51A5564-E0BE-6E02-EEC8-17B1976C0B4C}"/>
                    </a:ext>
                  </a:extLst>
                </p14:cNvPr>
                <p14:cNvContentPartPr/>
                <p14:nvPr/>
              </p14:nvContentPartPr>
              <p14:xfrm>
                <a:off x="8779998" y="6017894"/>
                <a:ext cx="33480" cy="387360"/>
              </p14:xfrm>
            </p:contentPart>
          </mc:Choice>
          <mc:Fallback xmlns="">
            <p:pic>
              <p:nvPicPr>
                <p:cNvPr id="52" name="Ink 51">
                  <a:extLst>
                    <a:ext uri="{FF2B5EF4-FFF2-40B4-BE49-F238E27FC236}">
                      <a16:creationId xmlns:a16="http://schemas.microsoft.com/office/drawing/2014/main" id="{D51A5564-E0BE-6E02-EEC8-17B1976C0B4C}"/>
                    </a:ext>
                  </a:extLst>
                </p:cNvPr>
                <p:cNvPicPr/>
                <p:nvPr/>
              </p:nvPicPr>
              <p:blipFill>
                <a:blip r:embed="rId75"/>
                <a:stretch>
                  <a:fillRect/>
                </a:stretch>
              </p:blipFill>
              <p:spPr>
                <a:xfrm>
                  <a:off x="8770998" y="6009254"/>
                  <a:ext cx="5112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3" name="Ink 52">
                  <a:extLst>
                    <a:ext uri="{FF2B5EF4-FFF2-40B4-BE49-F238E27FC236}">
                      <a16:creationId xmlns:a16="http://schemas.microsoft.com/office/drawing/2014/main" id="{CF9F1016-306F-748C-0FB8-816629306B1E}"/>
                    </a:ext>
                  </a:extLst>
                </p14:cNvPr>
                <p14:cNvContentPartPr/>
                <p14:nvPr/>
              </p14:nvContentPartPr>
              <p14:xfrm>
                <a:off x="8812038" y="6150734"/>
                <a:ext cx="224280" cy="73800"/>
              </p14:xfrm>
            </p:contentPart>
          </mc:Choice>
          <mc:Fallback xmlns="">
            <p:pic>
              <p:nvPicPr>
                <p:cNvPr id="53" name="Ink 52">
                  <a:extLst>
                    <a:ext uri="{FF2B5EF4-FFF2-40B4-BE49-F238E27FC236}">
                      <a16:creationId xmlns:a16="http://schemas.microsoft.com/office/drawing/2014/main" id="{CF9F1016-306F-748C-0FB8-816629306B1E}"/>
                    </a:ext>
                  </a:extLst>
                </p:cNvPr>
                <p:cNvPicPr/>
                <p:nvPr/>
              </p:nvPicPr>
              <p:blipFill>
                <a:blip r:embed="rId77"/>
                <a:stretch>
                  <a:fillRect/>
                </a:stretch>
              </p:blipFill>
              <p:spPr>
                <a:xfrm>
                  <a:off x="8803038" y="6142094"/>
                  <a:ext cx="2419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4" name="Ink 53">
                  <a:extLst>
                    <a:ext uri="{FF2B5EF4-FFF2-40B4-BE49-F238E27FC236}">
                      <a16:creationId xmlns:a16="http://schemas.microsoft.com/office/drawing/2014/main" id="{D8CA6387-0C2B-F85D-A79B-D8408E227F54}"/>
                    </a:ext>
                  </a:extLst>
                </p14:cNvPr>
                <p14:cNvContentPartPr/>
                <p14:nvPr/>
              </p14:nvContentPartPr>
              <p14:xfrm>
                <a:off x="8917158" y="6165494"/>
                <a:ext cx="136440" cy="163440"/>
              </p14:xfrm>
            </p:contentPart>
          </mc:Choice>
          <mc:Fallback xmlns="">
            <p:pic>
              <p:nvPicPr>
                <p:cNvPr id="54" name="Ink 53">
                  <a:extLst>
                    <a:ext uri="{FF2B5EF4-FFF2-40B4-BE49-F238E27FC236}">
                      <a16:creationId xmlns:a16="http://schemas.microsoft.com/office/drawing/2014/main" id="{D8CA6387-0C2B-F85D-A79B-D8408E227F54}"/>
                    </a:ext>
                  </a:extLst>
                </p:cNvPr>
                <p:cNvPicPr/>
                <p:nvPr/>
              </p:nvPicPr>
              <p:blipFill>
                <a:blip r:embed="rId79"/>
                <a:stretch>
                  <a:fillRect/>
                </a:stretch>
              </p:blipFill>
              <p:spPr>
                <a:xfrm>
                  <a:off x="8908518" y="6156494"/>
                  <a:ext cx="15408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5" name="Ink 54">
                  <a:extLst>
                    <a:ext uri="{FF2B5EF4-FFF2-40B4-BE49-F238E27FC236}">
                      <a16:creationId xmlns:a16="http://schemas.microsoft.com/office/drawing/2014/main" id="{D0B18BBF-582D-55A2-94BD-A1AD3947F978}"/>
                    </a:ext>
                  </a:extLst>
                </p14:cNvPr>
                <p14:cNvContentPartPr/>
                <p14:nvPr/>
              </p14:nvContentPartPr>
              <p14:xfrm>
                <a:off x="9142158" y="6088454"/>
                <a:ext cx="31320" cy="326160"/>
              </p14:xfrm>
            </p:contentPart>
          </mc:Choice>
          <mc:Fallback xmlns="">
            <p:pic>
              <p:nvPicPr>
                <p:cNvPr id="55" name="Ink 54">
                  <a:extLst>
                    <a:ext uri="{FF2B5EF4-FFF2-40B4-BE49-F238E27FC236}">
                      <a16:creationId xmlns:a16="http://schemas.microsoft.com/office/drawing/2014/main" id="{D0B18BBF-582D-55A2-94BD-A1AD3947F978}"/>
                    </a:ext>
                  </a:extLst>
                </p:cNvPr>
                <p:cNvPicPr/>
                <p:nvPr/>
              </p:nvPicPr>
              <p:blipFill>
                <a:blip r:embed="rId81"/>
                <a:stretch>
                  <a:fillRect/>
                </a:stretch>
              </p:blipFill>
              <p:spPr>
                <a:xfrm>
                  <a:off x="9133518" y="6079814"/>
                  <a:ext cx="489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6" name="Ink 55">
                  <a:extLst>
                    <a:ext uri="{FF2B5EF4-FFF2-40B4-BE49-F238E27FC236}">
                      <a16:creationId xmlns:a16="http://schemas.microsoft.com/office/drawing/2014/main" id="{F97368E1-FF34-DBEB-F576-DB9ACF2E9A95}"/>
                    </a:ext>
                  </a:extLst>
                </p14:cNvPr>
                <p14:cNvContentPartPr/>
                <p14:nvPr/>
              </p14:nvContentPartPr>
              <p14:xfrm>
                <a:off x="8933358" y="6156494"/>
                <a:ext cx="45720" cy="186480"/>
              </p14:xfrm>
            </p:contentPart>
          </mc:Choice>
          <mc:Fallback xmlns="">
            <p:pic>
              <p:nvPicPr>
                <p:cNvPr id="56" name="Ink 55">
                  <a:extLst>
                    <a:ext uri="{FF2B5EF4-FFF2-40B4-BE49-F238E27FC236}">
                      <a16:creationId xmlns:a16="http://schemas.microsoft.com/office/drawing/2014/main" id="{F97368E1-FF34-DBEB-F576-DB9ACF2E9A95}"/>
                    </a:ext>
                  </a:extLst>
                </p:cNvPr>
                <p:cNvPicPr/>
                <p:nvPr/>
              </p:nvPicPr>
              <p:blipFill>
                <a:blip r:embed="rId83"/>
                <a:stretch>
                  <a:fillRect/>
                </a:stretch>
              </p:blipFill>
              <p:spPr>
                <a:xfrm>
                  <a:off x="8924718" y="6147854"/>
                  <a:ext cx="633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7" name="Ink 56">
                  <a:extLst>
                    <a:ext uri="{FF2B5EF4-FFF2-40B4-BE49-F238E27FC236}">
                      <a16:creationId xmlns:a16="http://schemas.microsoft.com/office/drawing/2014/main" id="{560388C0-6873-98D1-F03C-5ADF7DE71079}"/>
                    </a:ext>
                  </a:extLst>
                </p14:cNvPr>
                <p14:cNvContentPartPr/>
                <p14:nvPr/>
              </p14:nvContentPartPr>
              <p14:xfrm>
                <a:off x="9221358" y="5991254"/>
                <a:ext cx="24120" cy="128160"/>
              </p14:xfrm>
            </p:contentPart>
          </mc:Choice>
          <mc:Fallback xmlns="">
            <p:pic>
              <p:nvPicPr>
                <p:cNvPr id="57" name="Ink 56">
                  <a:extLst>
                    <a:ext uri="{FF2B5EF4-FFF2-40B4-BE49-F238E27FC236}">
                      <a16:creationId xmlns:a16="http://schemas.microsoft.com/office/drawing/2014/main" id="{560388C0-6873-98D1-F03C-5ADF7DE71079}"/>
                    </a:ext>
                  </a:extLst>
                </p:cNvPr>
                <p:cNvPicPr/>
                <p:nvPr/>
              </p:nvPicPr>
              <p:blipFill>
                <a:blip r:embed="rId85"/>
                <a:stretch>
                  <a:fillRect/>
                </a:stretch>
              </p:blipFill>
              <p:spPr>
                <a:xfrm>
                  <a:off x="9212358" y="5982254"/>
                  <a:ext cx="4176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9" name="Ink 58">
                  <a:extLst>
                    <a:ext uri="{FF2B5EF4-FFF2-40B4-BE49-F238E27FC236}">
                      <a16:creationId xmlns:a16="http://schemas.microsoft.com/office/drawing/2014/main" id="{55E2235B-FF44-233F-A1CE-56F55341AB55}"/>
                    </a:ext>
                  </a:extLst>
                </p14:cNvPr>
                <p14:cNvContentPartPr/>
                <p14:nvPr/>
              </p14:nvContentPartPr>
              <p14:xfrm>
                <a:off x="9222438" y="6114374"/>
                <a:ext cx="45000" cy="2160"/>
              </p14:xfrm>
            </p:contentPart>
          </mc:Choice>
          <mc:Fallback xmlns="">
            <p:pic>
              <p:nvPicPr>
                <p:cNvPr id="59" name="Ink 58">
                  <a:extLst>
                    <a:ext uri="{FF2B5EF4-FFF2-40B4-BE49-F238E27FC236}">
                      <a16:creationId xmlns:a16="http://schemas.microsoft.com/office/drawing/2014/main" id="{55E2235B-FF44-233F-A1CE-56F55341AB55}"/>
                    </a:ext>
                  </a:extLst>
                </p:cNvPr>
                <p:cNvPicPr/>
                <p:nvPr/>
              </p:nvPicPr>
              <p:blipFill>
                <a:blip r:embed="rId87"/>
                <a:stretch>
                  <a:fillRect/>
                </a:stretch>
              </p:blipFill>
              <p:spPr>
                <a:xfrm>
                  <a:off x="9213438" y="6105374"/>
                  <a:ext cx="6264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Ink 59">
                  <a:extLst>
                    <a:ext uri="{FF2B5EF4-FFF2-40B4-BE49-F238E27FC236}">
                      <a16:creationId xmlns:a16="http://schemas.microsoft.com/office/drawing/2014/main" id="{ED3AB94D-4EFD-C7C5-D23E-19CB4495EF82}"/>
                    </a:ext>
                  </a:extLst>
                </p14:cNvPr>
                <p14:cNvContentPartPr/>
                <p14:nvPr/>
              </p14:nvContentPartPr>
              <p14:xfrm>
                <a:off x="9371478" y="6127694"/>
                <a:ext cx="119880" cy="255240"/>
              </p14:xfrm>
            </p:contentPart>
          </mc:Choice>
          <mc:Fallback xmlns="">
            <p:pic>
              <p:nvPicPr>
                <p:cNvPr id="60" name="Ink 59">
                  <a:extLst>
                    <a:ext uri="{FF2B5EF4-FFF2-40B4-BE49-F238E27FC236}">
                      <a16:creationId xmlns:a16="http://schemas.microsoft.com/office/drawing/2014/main" id="{ED3AB94D-4EFD-C7C5-D23E-19CB4495EF82}"/>
                    </a:ext>
                  </a:extLst>
                </p:cNvPr>
                <p:cNvPicPr/>
                <p:nvPr/>
              </p:nvPicPr>
              <p:blipFill>
                <a:blip r:embed="rId89"/>
                <a:stretch>
                  <a:fillRect/>
                </a:stretch>
              </p:blipFill>
              <p:spPr>
                <a:xfrm>
                  <a:off x="9362478" y="6118694"/>
                  <a:ext cx="1375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A0FC171A-27BE-1D20-482D-99433A3C0747}"/>
                    </a:ext>
                  </a:extLst>
                </p14:cNvPr>
                <p14:cNvContentPartPr/>
                <p14:nvPr/>
              </p14:nvContentPartPr>
              <p14:xfrm>
                <a:off x="9343398" y="6223094"/>
                <a:ext cx="116640" cy="41040"/>
              </p14:xfrm>
            </p:contentPart>
          </mc:Choice>
          <mc:Fallback xmlns="">
            <p:pic>
              <p:nvPicPr>
                <p:cNvPr id="61" name="Ink 60">
                  <a:extLst>
                    <a:ext uri="{FF2B5EF4-FFF2-40B4-BE49-F238E27FC236}">
                      <a16:creationId xmlns:a16="http://schemas.microsoft.com/office/drawing/2014/main" id="{A0FC171A-27BE-1D20-482D-99433A3C0747}"/>
                    </a:ext>
                  </a:extLst>
                </p:cNvPr>
                <p:cNvPicPr/>
                <p:nvPr/>
              </p:nvPicPr>
              <p:blipFill>
                <a:blip r:embed="rId91"/>
                <a:stretch>
                  <a:fillRect/>
                </a:stretch>
              </p:blipFill>
              <p:spPr>
                <a:xfrm>
                  <a:off x="9334758" y="6214094"/>
                  <a:ext cx="1342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3" name="Ink 62">
                  <a:extLst>
                    <a:ext uri="{FF2B5EF4-FFF2-40B4-BE49-F238E27FC236}">
                      <a16:creationId xmlns:a16="http://schemas.microsoft.com/office/drawing/2014/main" id="{6CA682B9-EA88-CDFD-3AA7-59AD8BBC951D}"/>
                    </a:ext>
                  </a:extLst>
                </p14:cNvPr>
                <p14:cNvContentPartPr/>
                <p14:nvPr/>
              </p14:nvContentPartPr>
              <p14:xfrm>
                <a:off x="9543198" y="6325694"/>
                <a:ext cx="84240" cy="99720"/>
              </p14:xfrm>
            </p:contentPart>
          </mc:Choice>
          <mc:Fallback xmlns="">
            <p:pic>
              <p:nvPicPr>
                <p:cNvPr id="63" name="Ink 62">
                  <a:extLst>
                    <a:ext uri="{FF2B5EF4-FFF2-40B4-BE49-F238E27FC236}">
                      <a16:creationId xmlns:a16="http://schemas.microsoft.com/office/drawing/2014/main" id="{6CA682B9-EA88-CDFD-3AA7-59AD8BBC951D}"/>
                    </a:ext>
                  </a:extLst>
                </p:cNvPr>
                <p:cNvPicPr/>
                <p:nvPr/>
              </p:nvPicPr>
              <p:blipFill>
                <a:blip r:embed="rId93"/>
                <a:stretch>
                  <a:fillRect/>
                </a:stretch>
              </p:blipFill>
              <p:spPr>
                <a:xfrm>
                  <a:off x="9534558" y="6316694"/>
                  <a:ext cx="101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B8B7586D-FE9B-4D34-4A09-653607B6C286}"/>
                    </a:ext>
                  </a:extLst>
                </p14:cNvPr>
                <p14:cNvContentPartPr/>
                <p14:nvPr/>
              </p14:nvContentPartPr>
              <p14:xfrm>
                <a:off x="9694758" y="6179174"/>
                <a:ext cx="93600" cy="11520"/>
              </p14:xfrm>
            </p:contentPart>
          </mc:Choice>
          <mc:Fallback xmlns="">
            <p:pic>
              <p:nvPicPr>
                <p:cNvPr id="65" name="Ink 64">
                  <a:extLst>
                    <a:ext uri="{FF2B5EF4-FFF2-40B4-BE49-F238E27FC236}">
                      <a16:creationId xmlns:a16="http://schemas.microsoft.com/office/drawing/2014/main" id="{B8B7586D-FE9B-4D34-4A09-653607B6C286}"/>
                    </a:ext>
                  </a:extLst>
                </p:cNvPr>
                <p:cNvPicPr/>
                <p:nvPr/>
              </p:nvPicPr>
              <p:blipFill>
                <a:blip r:embed="rId95"/>
                <a:stretch>
                  <a:fillRect/>
                </a:stretch>
              </p:blipFill>
              <p:spPr>
                <a:xfrm>
                  <a:off x="9686118" y="6170534"/>
                  <a:ext cx="1112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6" name="Ink 65">
                  <a:extLst>
                    <a:ext uri="{FF2B5EF4-FFF2-40B4-BE49-F238E27FC236}">
                      <a16:creationId xmlns:a16="http://schemas.microsoft.com/office/drawing/2014/main" id="{C5796FDF-1CBF-F676-E1E8-539E6B1294E9}"/>
                    </a:ext>
                  </a:extLst>
                </p14:cNvPr>
                <p14:cNvContentPartPr/>
                <p14:nvPr/>
              </p14:nvContentPartPr>
              <p14:xfrm>
                <a:off x="9681078" y="6292574"/>
                <a:ext cx="114120" cy="8280"/>
              </p14:xfrm>
            </p:contentPart>
          </mc:Choice>
          <mc:Fallback xmlns="">
            <p:pic>
              <p:nvPicPr>
                <p:cNvPr id="66" name="Ink 65">
                  <a:extLst>
                    <a:ext uri="{FF2B5EF4-FFF2-40B4-BE49-F238E27FC236}">
                      <a16:creationId xmlns:a16="http://schemas.microsoft.com/office/drawing/2014/main" id="{C5796FDF-1CBF-F676-E1E8-539E6B1294E9}"/>
                    </a:ext>
                  </a:extLst>
                </p:cNvPr>
                <p:cNvPicPr/>
                <p:nvPr/>
              </p:nvPicPr>
              <p:blipFill>
                <a:blip r:embed="rId97"/>
                <a:stretch>
                  <a:fillRect/>
                </a:stretch>
              </p:blipFill>
              <p:spPr>
                <a:xfrm>
                  <a:off x="9672078" y="6283574"/>
                  <a:ext cx="131760" cy="25920"/>
                </a:xfrm>
                <a:prstGeom prst="rect">
                  <a:avLst/>
                </a:prstGeom>
              </p:spPr>
            </p:pic>
          </mc:Fallback>
        </mc:AlternateContent>
      </p:grpSp>
      <p:grpSp>
        <p:nvGrpSpPr>
          <p:cNvPr id="73" name="Group 72">
            <a:extLst>
              <a:ext uri="{FF2B5EF4-FFF2-40B4-BE49-F238E27FC236}">
                <a16:creationId xmlns:a16="http://schemas.microsoft.com/office/drawing/2014/main" id="{1AC32A09-201E-63B4-55B5-16D2FE962B65}"/>
              </a:ext>
            </a:extLst>
          </p:cNvPr>
          <p:cNvGrpSpPr/>
          <p:nvPr/>
        </p:nvGrpSpPr>
        <p:grpSpPr>
          <a:xfrm>
            <a:off x="9948918" y="6087014"/>
            <a:ext cx="499320" cy="277200"/>
            <a:chOff x="9948918" y="6087014"/>
            <a:chExt cx="499320" cy="277200"/>
          </a:xfrm>
        </p:grpSpPr>
        <mc:AlternateContent xmlns:mc="http://schemas.openxmlformats.org/markup-compatibility/2006" xmlns:p14="http://schemas.microsoft.com/office/powerpoint/2010/main">
          <mc:Choice Requires="p14">
            <p:contentPart p14:bwMode="auto" r:id="rId98">
              <p14:nvContentPartPr>
                <p14:cNvPr id="68" name="Ink 67">
                  <a:extLst>
                    <a:ext uri="{FF2B5EF4-FFF2-40B4-BE49-F238E27FC236}">
                      <a16:creationId xmlns:a16="http://schemas.microsoft.com/office/drawing/2014/main" id="{AB3EB250-4834-9BE9-1D4A-49F0E1609FC7}"/>
                    </a:ext>
                  </a:extLst>
                </p14:cNvPr>
                <p14:cNvContentPartPr/>
                <p14:nvPr/>
              </p14:nvContentPartPr>
              <p14:xfrm>
                <a:off x="9948918" y="6088814"/>
                <a:ext cx="7920" cy="275400"/>
              </p14:xfrm>
            </p:contentPart>
          </mc:Choice>
          <mc:Fallback xmlns="">
            <p:pic>
              <p:nvPicPr>
                <p:cNvPr id="68" name="Ink 67">
                  <a:extLst>
                    <a:ext uri="{FF2B5EF4-FFF2-40B4-BE49-F238E27FC236}">
                      <a16:creationId xmlns:a16="http://schemas.microsoft.com/office/drawing/2014/main" id="{AB3EB250-4834-9BE9-1D4A-49F0E1609FC7}"/>
                    </a:ext>
                  </a:extLst>
                </p:cNvPr>
                <p:cNvPicPr/>
                <p:nvPr/>
              </p:nvPicPr>
              <p:blipFill>
                <a:blip r:embed="rId99"/>
                <a:stretch>
                  <a:fillRect/>
                </a:stretch>
              </p:blipFill>
              <p:spPr>
                <a:xfrm>
                  <a:off x="9939918" y="6080174"/>
                  <a:ext cx="2556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Ink 68">
                  <a:extLst>
                    <a:ext uri="{FF2B5EF4-FFF2-40B4-BE49-F238E27FC236}">
                      <a16:creationId xmlns:a16="http://schemas.microsoft.com/office/drawing/2014/main" id="{7CB36111-91BB-95AA-1DAA-608E05592F9D}"/>
                    </a:ext>
                  </a:extLst>
                </p14:cNvPr>
                <p14:cNvContentPartPr/>
                <p14:nvPr/>
              </p14:nvContentPartPr>
              <p14:xfrm>
                <a:off x="10020918" y="6148214"/>
                <a:ext cx="140760" cy="209520"/>
              </p14:xfrm>
            </p:contentPart>
          </mc:Choice>
          <mc:Fallback xmlns="">
            <p:pic>
              <p:nvPicPr>
                <p:cNvPr id="69" name="Ink 68">
                  <a:extLst>
                    <a:ext uri="{FF2B5EF4-FFF2-40B4-BE49-F238E27FC236}">
                      <a16:creationId xmlns:a16="http://schemas.microsoft.com/office/drawing/2014/main" id="{7CB36111-91BB-95AA-1DAA-608E05592F9D}"/>
                    </a:ext>
                  </a:extLst>
                </p:cNvPr>
                <p:cNvPicPr/>
                <p:nvPr/>
              </p:nvPicPr>
              <p:blipFill>
                <a:blip r:embed="rId101"/>
                <a:stretch>
                  <a:fillRect/>
                </a:stretch>
              </p:blipFill>
              <p:spPr>
                <a:xfrm>
                  <a:off x="10011918" y="6139214"/>
                  <a:ext cx="1584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1" name="Ink 70">
                  <a:extLst>
                    <a:ext uri="{FF2B5EF4-FFF2-40B4-BE49-F238E27FC236}">
                      <a16:creationId xmlns:a16="http://schemas.microsoft.com/office/drawing/2014/main" id="{4B1557CA-F92A-4957-6637-A093C5B3620E}"/>
                    </a:ext>
                  </a:extLst>
                </p14:cNvPr>
                <p14:cNvContentPartPr/>
                <p14:nvPr/>
              </p14:nvContentPartPr>
              <p14:xfrm>
                <a:off x="10209558" y="6183134"/>
                <a:ext cx="104040" cy="114840"/>
              </p14:xfrm>
            </p:contentPart>
          </mc:Choice>
          <mc:Fallback xmlns="">
            <p:pic>
              <p:nvPicPr>
                <p:cNvPr id="71" name="Ink 70">
                  <a:extLst>
                    <a:ext uri="{FF2B5EF4-FFF2-40B4-BE49-F238E27FC236}">
                      <a16:creationId xmlns:a16="http://schemas.microsoft.com/office/drawing/2014/main" id="{4B1557CA-F92A-4957-6637-A093C5B3620E}"/>
                    </a:ext>
                  </a:extLst>
                </p:cNvPr>
                <p:cNvPicPr/>
                <p:nvPr/>
              </p:nvPicPr>
              <p:blipFill>
                <a:blip r:embed="rId103"/>
                <a:stretch>
                  <a:fillRect/>
                </a:stretch>
              </p:blipFill>
              <p:spPr>
                <a:xfrm>
                  <a:off x="10200558" y="6174134"/>
                  <a:ext cx="121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2" name="Ink 71">
                  <a:extLst>
                    <a:ext uri="{FF2B5EF4-FFF2-40B4-BE49-F238E27FC236}">
                      <a16:creationId xmlns:a16="http://schemas.microsoft.com/office/drawing/2014/main" id="{D7416B90-D65A-AE01-7823-55FFAF699D15}"/>
                    </a:ext>
                  </a:extLst>
                </p14:cNvPr>
                <p14:cNvContentPartPr/>
                <p14:nvPr/>
              </p14:nvContentPartPr>
              <p14:xfrm>
                <a:off x="10389918" y="6087014"/>
                <a:ext cx="58320" cy="253080"/>
              </p14:xfrm>
            </p:contentPart>
          </mc:Choice>
          <mc:Fallback xmlns="">
            <p:pic>
              <p:nvPicPr>
                <p:cNvPr id="72" name="Ink 71">
                  <a:extLst>
                    <a:ext uri="{FF2B5EF4-FFF2-40B4-BE49-F238E27FC236}">
                      <a16:creationId xmlns:a16="http://schemas.microsoft.com/office/drawing/2014/main" id="{D7416B90-D65A-AE01-7823-55FFAF699D15}"/>
                    </a:ext>
                  </a:extLst>
                </p:cNvPr>
                <p:cNvPicPr/>
                <p:nvPr/>
              </p:nvPicPr>
              <p:blipFill>
                <a:blip r:embed="rId105"/>
                <a:stretch>
                  <a:fillRect/>
                </a:stretch>
              </p:blipFill>
              <p:spPr>
                <a:xfrm>
                  <a:off x="10380918" y="6078014"/>
                  <a:ext cx="75960" cy="270720"/>
                </a:xfrm>
                <a:prstGeom prst="rect">
                  <a:avLst/>
                </a:prstGeom>
              </p:spPr>
            </p:pic>
          </mc:Fallback>
        </mc:AlternateContent>
      </p:grpSp>
      <p:grpSp>
        <p:nvGrpSpPr>
          <p:cNvPr id="82" name="Group 81">
            <a:extLst>
              <a:ext uri="{FF2B5EF4-FFF2-40B4-BE49-F238E27FC236}">
                <a16:creationId xmlns:a16="http://schemas.microsoft.com/office/drawing/2014/main" id="{5A0231C3-6CFE-5489-7444-EDC804791792}"/>
              </a:ext>
            </a:extLst>
          </p:cNvPr>
          <p:cNvGrpSpPr/>
          <p:nvPr/>
        </p:nvGrpSpPr>
        <p:grpSpPr>
          <a:xfrm>
            <a:off x="10595118" y="6087374"/>
            <a:ext cx="806040" cy="388080"/>
            <a:chOff x="10595118" y="6087374"/>
            <a:chExt cx="806040" cy="388080"/>
          </a:xfrm>
        </p:grpSpPr>
        <mc:AlternateContent xmlns:mc="http://schemas.openxmlformats.org/markup-compatibility/2006" xmlns:p14="http://schemas.microsoft.com/office/powerpoint/2010/main">
          <mc:Choice Requires="p14">
            <p:contentPart p14:bwMode="auto" r:id="rId106">
              <p14:nvContentPartPr>
                <p14:cNvPr id="74" name="Ink 73">
                  <a:extLst>
                    <a:ext uri="{FF2B5EF4-FFF2-40B4-BE49-F238E27FC236}">
                      <a16:creationId xmlns:a16="http://schemas.microsoft.com/office/drawing/2014/main" id="{1F97ABB8-40B1-3A6C-9DB2-2977A8B5F634}"/>
                    </a:ext>
                  </a:extLst>
                </p14:cNvPr>
                <p14:cNvContentPartPr/>
                <p14:nvPr/>
              </p14:nvContentPartPr>
              <p14:xfrm>
                <a:off x="10595118" y="6233894"/>
                <a:ext cx="145800" cy="24120"/>
              </p14:xfrm>
            </p:contentPart>
          </mc:Choice>
          <mc:Fallback xmlns="">
            <p:pic>
              <p:nvPicPr>
                <p:cNvPr id="74" name="Ink 73">
                  <a:extLst>
                    <a:ext uri="{FF2B5EF4-FFF2-40B4-BE49-F238E27FC236}">
                      <a16:creationId xmlns:a16="http://schemas.microsoft.com/office/drawing/2014/main" id="{1F97ABB8-40B1-3A6C-9DB2-2977A8B5F634}"/>
                    </a:ext>
                  </a:extLst>
                </p:cNvPr>
                <p:cNvPicPr/>
                <p:nvPr/>
              </p:nvPicPr>
              <p:blipFill>
                <a:blip r:embed="rId107"/>
                <a:stretch>
                  <a:fillRect/>
                </a:stretch>
              </p:blipFill>
              <p:spPr>
                <a:xfrm>
                  <a:off x="10586478" y="6225254"/>
                  <a:ext cx="163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5" name="Ink 74">
                  <a:extLst>
                    <a:ext uri="{FF2B5EF4-FFF2-40B4-BE49-F238E27FC236}">
                      <a16:creationId xmlns:a16="http://schemas.microsoft.com/office/drawing/2014/main" id="{91B8AB05-A3F9-BA80-B188-DF01D9781D47}"/>
                    </a:ext>
                  </a:extLst>
                </p14:cNvPr>
                <p14:cNvContentPartPr/>
                <p14:nvPr/>
              </p14:nvContentPartPr>
              <p14:xfrm>
                <a:off x="10796718" y="6170534"/>
                <a:ext cx="82800" cy="262080"/>
              </p14:xfrm>
            </p:contentPart>
          </mc:Choice>
          <mc:Fallback xmlns="">
            <p:pic>
              <p:nvPicPr>
                <p:cNvPr id="75" name="Ink 74">
                  <a:extLst>
                    <a:ext uri="{FF2B5EF4-FFF2-40B4-BE49-F238E27FC236}">
                      <a16:creationId xmlns:a16="http://schemas.microsoft.com/office/drawing/2014/main" id="{91B8AB05-A3F9-BA80-B188-DF01D9781D47}"/>
                    </a:ext>
                  </a:extLst>
                </p:cNvPr>
                <p:cNvPicPr/>
                <p:nvPr/>
              </p:nvPicPr>
              <p:blipFill>
                <a:blip r:embed="rId109"/>
                <a:stretch>
                  <a:fillRect/>
                </a:stretch>
              </p:blipFill>
              <p:spPr>
                <a:xfrm>
                  <a:off x="10788078" y="6161534"/>
                  <a:ext cx="1004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6" name="Ink 75">
                  <a:extLst>
                    <a:ext uri="{FF2B5EF4-FFF2-40B4-BE49-F238E27FC236}">
                      <a16:creationId xmlns:a16="http://schemas.microsoft.com/office/drawing/2014/main" id="{FC6AB6EF-C3B3-4FE5-00E3-375EE078FC83}"/>
                    </a:ext>
                  </a:extLst>
                </p14:cNvPr>
                <p14:cNvContentPartPr/>
                <p14:nvPr/>
              </p14:nvContentPartPr>
              <p14:xfrm>
                <a:off x="10878438" y="6087374"/>
                <a:ext cx="49680" cy="34920"/>
              </p14:xfrm>
            </p:contentPart>
          </mc:Choice>
          <mc:Fallback xmlns="">
            <p:pic>
              <p:nvPicPr>
                <p:cNvPr id="76" name="Ink 75">
                  <a:extLst>
                    <a:ext uri="{FF2B5EF4-FFF2-40B4-BE49-F238E27FC236}">
                      <a16:creationId xmlns:a16="http://schemas.microsoft.com/office/drawing/2014/main" id="{FC6AB6EF-C3B3-4FE5-00E3-375EE078FC83}"/>
                    </a:ext>
                  </a:extLst>
                </p:cNvPr>
                <p:cNvPicPr/>
                <p:nvPr/>
              </p:nvPicPr>
              <p:blipFill>
                <a:blip r:embed="rId111"/>
                <a:stretch>
                  <a:fillRect/>
                </a:stretch>
              </p:blipFill>
              <p:spPr>
                <a:xfrm>
                  <a:off x="10869798" y="6078734"/>
                  <a:ext cx="673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8" name="Ink 77">
                  <a:extLst>
                    <a:ext uri="{FF2B5EF4-FFF2-40B4-BE49-F238E27FC236}">
                      <a16:creationId xmlns:a16="http://schemas.microsoft.com/office/drawing/2014/main" id="{0AFC569D-2686-BE93-373C-1133843E65C3}"/>
                    </a:ext>
                  </a:extLst>
                </p14:cNvPr>
                <p14:cNvContentPartPr/>
                <p14:nvPr/>
              </p14:nvContentPartPr>
              <p14:xfrm>
                <a:off x="11019558" y="6146774"/>
                <a:ext cx="13320" cy="192240"/>
              </p14:xfrm>
            </p:contentPart>
          </mc:Choice>
          <mc:Fallback xmlns="">
            <p:pic>
              <p:nvPicPr>
                <p:cNvPr id="78" name="Ink 77">
                  <a:extLst>
                    <a:ext uri="{FF2B5EF4-FFF2-40B4-BE49-F238E27FC236}">
                      <a16:creationId xmlns:a16="http://schemas.microsoft.com/office/drawing/2014/main" id="{0AFC569D-2686-BE93-373C-1133843E65C3}"/>
                    </a:ext>
                  </a:extLst>
                </p:cNvPr>
                <p:cNvPicPr/>
                <p:nvPr/>
              </p:nvPicPr>
              <p:blipFill>
                <a:blip r:embed="rId113"/>
                <a:stretch>
                  <a:fillRect/>
                </a:stretch>
              </p:blipFill>
              <p:spPr>
                <a:xfrm>
                  <a:off x="11010558" y="6138134"/>
                  <a:ext cx="309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9" name="Ink 78">
                  <a:extLst>
                    <a:ext uri="{FF2B5EF4-FFF2-40B4-BE49-F238E27FC236}">
                      <a16:creationId xmlns:a16="http://schemas.microsoft.com/office/drawing/2014/main" id="{D5B110C2-AE95-CF5D-C2A8-BF40B3733551}"/>
                    </a:ext>
                  </a:extLst>
                </p14:cNvPr>
                <p14:cNvContentPartPr/>
                <p14:nvPr/>
              </p14:nvContentPartPr>
              <p14:xfrm>
                <a:off x="11092998" y="6136694"/>
                <a:ext cx="6480" cy="214200"/>
              </p14:xfrm>
            </p:contentPart>
          </mc:Choice>
          <mc:Fallback xmlns="">
            <p:pic>
              <p:nvPicPr>
                <p:cNvPr id="79" name="Ink 78">
                  <a:extLst>
                    <a:ext uri="{FF2B5EF4-FFF2-40B4-BE49-F238E27FC236}">
                      <a16:creationId xmlns:a16="http://schemas.microsoft.com/office/drawing/2014/main" id="{D5B110C2-AE95-CF5D-C2A8-BF40B3733551}"/>
                    </a:ext>
                  </a:extLst>
                </p:cNvPr>
                <p:cNvPicPr/>
                <p:nvPr/>
              </p:nvPicPr>
              <p:blipFill>
                <a:blip r:embed="rId115"/>
                <a:stretch>
                  <a:fillRect/>
                </a:stretch>
              </p:blipFill>
              <p:spPr>
                <a:xfrm>
                  <a:off x="11084358" y="6128054"/>
                  <a:ext cx="241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0" name="Ink 79">
                  <a:extLst>
                    <a:ext uri="{FF2B5EF4-FFF2-40B4-BE49-F238E27FC236}">
                      <a16:creationId xmlns:a16="http://schemas.microsoft.com/office/drawing/2014/main" id="{CE52438C-CB3E-76CA-CDE7-01E8146D2C15}"/>
                    </a:ext>
                  </a:extLst>
                </p14:cNvPr>
                <p14:cNvContentPartPr/>
                <p14:nvPr/>
              </p14:nvContentPartPr>
              <p14:xfrm>
                <a:off x="11146638" y="6125534"/>
                <a:ext cx="77040" cy="221040"/>
              </p14:xfrm>
            </p:contentPart>
          </mc:Choice>
          <mc:Fallback xmlns="">
            <p:pic>
              <p:nvPicPr>
                <p:cNvPr id="80" name="Ink 79">
                  <a:extLst>
                    <a:ext uri="{FF2B5EF4-FFF2-40B4-BE49-F238E27FC236}">
                      <a16:creationId xmlns:a16="http://schemas.microsoft.com/office/drawing/2014/main" id="{CE52438C-CB3E-76CA-CDE7-01E8146D2C15}"/>
                    </a:ext>
                  </a:extLst>
                </p:cNvPr>
                <p:cNvPicPr/>
                <p:nvPr/>
              </p:nvPicPr>
              <p:blipFill>
                <a:blip r:embed="rId117"/>
                <a:stretch>
                  <a:fillRect/>
                </a:stretch>
              </p:blipFill>
              <p:spPr>
                <a:xfrm>
                  <a:off x="11137998" y="6116894"/>
                  <a:ext cx="946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1" name="Ink 80">
                  <a:extLst>
                    <a:ext uri="{FF2B5EF4-FFF2-40B4-BE49-F238E27FC236}">
                      <a16:creationId xmlns:a16="http://schemas.microsoft.com/office/drawing/2014/main" id="{745A694A-1B4A-ADEE-596B-493B88DC1D64}"/>
                    </a:ext>
                  </a:extLst>
                </p14:cNvPr>
                <p14:cNvContentPartPr/>
                <p14:nvPr/>
              </p14:nvContentPartPr>
              <p14:xfrm>
                <a:off x="11308278" y="6110054"/>
                <a:ext cx="92880" cy="365400"/>
              </p14:xfrm>
            </p:contentPart>
          </mc:Choice>
          <mc:Fallback xmlns="">
            <p:pic>
              <p:nvPicPr>
                <p:cNvPr id="81" name="Ink 80">
                  <a:extLst>
                    <a:ext uri="{FF2B5EF4-FFF2-40B4-BE49-F238E27FC236}">
                      <a16:creationId xmlns:a16="http://schemas.microsoft.com/office/drawing/2014/main" id="{745A694A-1B4A-ADEE-596B-493B88DC1D64}"/>
                    </a:ext>
                  </a:extLst>
                </p:cNvPr>
                <p:cNvPicPr/>
                <p:nvPr/>
              </p:nvPicPr>
              <p:blipFill>
                <a:blip r:embed="rId119"/>
                <a:stretch>
                  <a:fillRect/>
                </a:stretch>
              </p:blipFill>
              <p:spPr>
                <a:xfrm>
                  <a:off x="11299278" y="6101054"/>
                  <a:ext cx="110520" cy="383040"/>
                </a:xfrm>
                <a:prstGeom prst="rect">
                  <a:avLst/>
                </a:prstGeom>
              </p:spPr>
            </p:pic>
          </mc:Fallback>
        </mc:AlternateContent>
      </p:grpSp>
    </p:spTree>
    <p:extLst>
      <p:ext uri="{BB962C8B-B14F-4D97-AF65-F5344CB8AC3E}">
        <p14:creationId xmlns:p14="http://schemas.microsoft.com/office/powerpoint/2010/main" val="2643844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5</a:t>
            </a:r>
            <a:endParaRPr lang="zh-CN" altLang="en-US" dirty="0"/>
          </a:p>
        </p:txBody>
      </p:sp>
      <p:sp>
        <p:nvSpPr>
          <p:cNvPr id="3" name="Content Placeholder 2"/>
          <p:cNvSpPr>
            <a:spLocks noGrp="1"/>
          </p:cNvSpPr>
          <p:nvPr>
            <p:ph idx="1"/>
          </p:nvPr>
        </p:nvSpPr>
        <p:spPr/>
        <p:txBody>
          <a:bodyPr/>
          <a:lstStyle/>
          <a:p>
            <a:pPr marL="0" indent="0" algn="just">
              <a:buNone/>
            </a:pPr>
            <a:r>
              <a:rPr lang="en-US" altLang="zh-CN" dirty="0"/>
              <a:t>Determine the impedance </a:t>
            </a:r>
            <a:r>
              <a:rPr lang="en-US" altLang="zh-CN" i="1" dirty="0"/>
              <a:t>Z</a:t>
            </a:r>
            <a:r>
              <a:rPr lang="en-US" altLang="zh-CN" i="1" baseline="-25000" dirty="0"/>
              <a:t>L</a:t>
            </a:r>
            <a:r>
              <a:rPr lang="en-US" altLang="zh-CN" dirty="0"/>
              <a:t> that maximizes the average power transferred to the load.</a:t>
            </a:r>
            <a:endParaRPr lang="zh-CN" altLang="en-US" dirty="0"/>
          </a:p>
        </p:txBody>
      </p:sp>
      <p:pic>
        <p:nvPicPr>
          <p:cNvPr id="5" name="Picture 2" descr="AAAZJFO0.jpg"/>
          <p:cNvPicPr>
            <a:picLocks noChangeAspect="1"/>
          </p:cNvPicPr>
          <p:nvPr/>
        </p:nvPicPr>
        <p:blipFill rotWithShape="1">
          <a:blip r:embed="rId2" cstate="print">
            <a:extLst>
              <a:ext uri="{28A0092B-C50C-407E-A947-70E740481C1C}">
                <a14:useLocalDpi xmlns:a14="http://schemas.microsoft.com/office/drawing/2010/main" val="0"/>
              </a:ext>
            </a:extLst>
          </a:blip>
          <a:srcRect b="6766"/>
          <a:stretch/>
        </p:blipFill>
        <p:spPr bwMode="auto">
          <a:xfrm>
            <a:off x="1009650" y="3042157"/>
            <a:ext cx="4686300" cy="1918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1466850" y="5153198"/>
            <a:ext cx="3771900" cy="830997"/>
          </a:xfrm>
          <a:prstGeom prst="rect">
            <a:avLst/>
          </a:prstGeom>
          <a:noFill/>
        </p:spPr>
        <p:txBody>
          <a:bodyPr wrap="square" rtlCol="0">
            <a:spAutoFit/>
          </a:bodyPr>
          <a:lstStyle/>
          <a:p>
            <a:pPr algn="just"/>
            <a:r>
              <a:rPr lang="en-US" altLang="zh-CN" sz="2400" dirty="0"/>
              <a:t>Equivalent to figure out the Thévenin Equivalent Circuit.</a:t>
            </a:r>
            <a:endParaRPr lang="zh-CN" altLang="en-US" sz="2400" dirty="0"/>
          </a:p>
        </p:txBody>
      </p:sp>
      <p:pic>
        <p:nvPicPr>
          <p:cNvPr id="7" name="Picture 2" descr="AAAZJFP0.jpg"/>
          <p:cNvPicPr>
            <a:picLocks noChangeAspect="1"/>
          </p:cNvPicPr>
          <p:nvPr/>
        </p:nvPicPr>
        <p:blipFill rotWithShape="1">
          <a:blip r:embed="rId3" cstate="print">
            <a:extLst>
              <a:ext uri="{28A0092B-C50C-407E-A947-70E740481C1C}">
                <a14:useLocalDpi xmlns:a14="http://schemas.microsoft.com/office/drawing/2010/main" val="0"/>
              </a:ext>
            </a:extLst>
          </a:blip>
          <a:srcRect b="11032"/>
          <a:stretch/>
        </p:blipFill>
        <p:spPr bwMode="auto">
          <a:xfrm>
            <a:off x="6697450" y="2438400"/>
            <a:ext cx="4199150" cy="1620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AAAZJFQ0.jpg"/>
          <p:cNvPicPr>
            <a:picLocks noChangeAspect="1"/>
          </p:cNvPicPr>
          <p:nvPr/>
        </p:nvPicPr>
        <p:blipFill rotWithShape="1">
          <a:blip r:embed="rId4" cstate="print">
            <a:extLst>
              <a:ext uri="{28A0092B-C50C-407E-A947-70E740481C1C}">
                <a14:useLocalDpi xmlns:a14="http://schemas.microsoft.com/office/drawing/2010/main" val="0"/>
              </a:ext>
            </a:extLst>
          </a:blip>
          <a:srcRect b="7210"/>
          <a:stretch/>
        </p:blipFill>
        <p:spPr bwMode="auto">
          <a:xfrm>
            <a:off x="6562725" y="4163362"/>
            <a:ext cx="4333875" cy="1979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6858000" y="5606000"/>
            <a:ext cx="522900" cy="369332"/>
          </a:xfrm>
          <a:prstGeom prst="rect">
            <a:avLst/>
          </a:prstGeom>
          <a:noFill/>
        </p:spPr>
        <p:txBody>
          <a:bodyPr wrap="none" rtlCol="0">
            <a:spAutoFit/>
          </a:bodyPr>
          <a:lstStyle/>
          <a:p>
            <a:r>
              <a:rPr lang="en-US" altLang="zh-CN" dirty="0" err="1"/>
              <a:t>V</a:t>
            </a:r>
            <a:r>
              <a:rPr lang="en-US" altLang="zh-CN" baseline="-25000" dirty="0" err="1"/>
              <a:t>Th</a:t>
            </a:r>
            <a:endParaRPr lang="zh-CN" altLang="en-US" baseline="-25000" dirty="0"/>
          </a:p>
        </p:txBody>
      </p:sp>
      <p:sp>
        <p:nvSpPr>
          <p:cNvPr id="10" name="TextBox 9"/>
          <p:cNvSpPr txBox="1"/>
          <p:nvPr/>
        </p:nvSpPr>
        <p:spPr>
          <a:xfrm>
            <a:off x="8797025" y="4783865"/>
            <a:ext cx="497252" cy="369332"/>
          </a:xfrm>
          <a:prstGeom prst="rect">
            <a:avLst/>
          </a:prstGeom>
          <a:noFill/>
        </p:spPr>
        <p:txBody>
          <a:bodyPr wrap="none" rtlCol="0">
            <a:spAutoFit/>
          </a:bodyPr>
          <a:lstStyle/>
          <a:p>
            <a:r>
              <a:rPr lang="en-US" altLang="zh-CN" dirty="0" err="1"/>
              <a:t>Z</a:t>
            </a:r>
            <a:r>
              <a:rPr lang="en-US" altLang="zh-CN" baseline="-25000" dirty="0" err="1"/>
              <a:t>Th</a:t>
            </a:r>
            <a:endParaRPr lang="zh-CN" altLang="en-US" baseline="-25000" dirty="0"/>
          </a:p>
        </p:txBody>
      </p:sp>
      <p:sp>
        <p:nvSpPr>
          <p:cNvPr id="11" name="Slide Number Placeholder 10"/>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27</a:t>
            </a:fld>
            <a:endParaRPr lang="en-US" altLang="zh-CN" dirty="0">
              <a:ea typeface="黑体" panose="02010609060101010101" pitchFamily="49" charset="-122"/>
            </a:endParaRPr>
          </a:p>
        </p:txBody>
      </p:sp>
    </p:spTree>
    <p:extLst>
      <p:ext uri="{BB962C8B-B14F-4D97-AF65-F5344CB8AC3E}">
        <p14:creationId xmlns:p14="http://schemas.microsoft.com/office/powerpoint/2010/main" val="676057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8438-45A5-A046-93E4-060E839744FC}"/>
              </a:ext>
            </a:extLst>
          </p:cNvPr>
          <p:cNvSpPr>
            <a:spLocks noGrp="1"/>
          </p:cNvSpPr>
          <p:nvPr>
            <p:ph type="title"/>
          </p:nvPr>
        </p:nvSpPr>
        <p:spPr/>
        <p:txBody>
          <a:bodyPr/>
          <a:lstStyle/>
          <a:p>
            <a:r>
              <a:rPr lang="en-US" dirty="0"/>
              <a:t>Expected learning outcome</a:t>
            </a:r>
          </a:p>
        </p:txBody>
      </p:sp>
      <p:sp>
        <p:nvSpPr>
          <p:cNvPr id="3" name="Content Placeholder 2">
            <a:extLst>
              <a:ext uri="{FF2B5EF4-FFF2-40B4-BE49-F238E27FC236}">
                <a16:creationId xmlns:a16="http://schemas.microsoft.com/office/drawing/2014/main" id="{B5901EC2-E78E-4D41-A74F-2B244741FF33}"/>
              </a:ext>
            </a:extLst>
          </p:cNvPr>
          <p:cNvSpPr>
            <a:spLocks noGrp="1"/>
          </p:cNvSpPr>
          <p:nvPr>
            <p:ph idx="1"/>
          </p:nvPr>
        </p:nvSpPr>
        <p:spPr/>
        <p:txBody>
          <a:bodyPr/>
          <a:lstStyle/>
          <a:p>
            <a:pPr>
              <a:lnSpc>
                <a:spcPct val="100000"/>
              </a:lnSpc>
              <a:spcBef>
                <a:spcPts val="1200"/>
              </a:spcBef>
            </a:pPr>
            <a:r>
              <a:rPr lang="en-US" altLang="en-US" dirty="0"/>
              <a:t>Understand the concepts and be able to compute the quantities of </a:t>
            </a:r>
          </a:p>
          <a:p>
            <a:pPr lvl="1">
              <a:lnSpc>
                <a:spcPct val="100000"/>
              </a:lnSpc>
              <a:spcBef>
                <a:spcPts val="1200"/>
              </a:spcBef>
            </a:pPr>
            <a:r>
              <a:rPr lang="en-US" altLang="en-US" dirty="0"/>
              <a:t>RMS values (effective values) of voltage, current, and power</a:t>
            </a:r>
          </a:p>
          <a:p>
            <a:pPr lvl="1">
              <a:lnSpc>
                <a:spcPct val="100000"/>
              </a:lnSpc>
              <a:spcBef>
                <a:spcPts val="1200"/>
              </a:spcBef>
            </a:pPr>
            <a:r>
              <a:rPr lang="en-US" altLang="en-US" dirty="0"/>
              <a:t>Complex power, apparent power, real power, reactive power</a:t>
            </a:r>
          </a:p>
          <a:p>
            <a:pPr lvl="1">
              <a:lnSpc>
                <a:spcPct val="100000"/>
              </a:lnSpc>
              <a:spcBef>
                <a:spcPts val="1200"/>
              </a:spcBef>
            </a:pPr>
            <a:r>
              <a:rPr lang="en-US" altLang="en-US" dirty="0"/>
              <a:t>Power factor</a:t>
            </a:r>
          </a:p>
          <a:p>
            <a:pPr>
              <a:lnSpc>
                <a:spcPct val="100000"/>
              </a:lnSpc>
              <a:spcBef>
                <a:spcPts val="1200"/>
              </a:spcBef>
            </a:pPr>
            <a:r>
              <a:rPr lang="en-US" altLang="en-US" dirty="0"/>
              <a:t>Be able to apply these concepts as well as relevant tools to compute the desired load impedance for maximum power transfer from the power source</a:t>
            </a:r>
          </a:p>
          <a:p>
            <a:endParaRPr lang="en-US" dirty="0"/>
          </a:p>
        </p:txBody>
      </p:sp>
      <p:sp>
        <p:nvSpPr>
          <p:cNvPr id="4" name="Slide Number Placeholder 3">
            <a:extLst>
              <a:ext uri="{FF2B5EF4-FFF2-40B4-BE49-F238E27FC236}">
                <a16:creationId xmlns:a16="http://schemas.microsoft.com/office/drawing/2014/main" id="{0B3530C6-1C91-9B48-AFB2-64129316BB1D}"/>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28</a:t>
            </a:fld>
            <a:endParaRPr lang="en-US" altLang="zh-CN" dirty="0">
              <a:ea typeface="黑体" panose="02010609060101010101" pitchFamily="49" charset="-122"/>
            </a:endParaRPr>
          </a:p>
        </p:txBody>
      </p:sp>
    </p:spTree>
    <p:extLst>
      <p:ext uri="{BB962C8B-B14F-4D97-AF65-F5344CB8AC3E}">
        <p14:creationId xmlns:p14="http://schemas.microsoft.com/office/powerpoint/2010/main" val="1140951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English">
      <a:majorFont>
        <a:latin typeface="Times New Roman"/>
        <a:ea typeface="宋体"/>
        <a:cs typeface=""/>
      </a:majorFont>
      <a:minorFont>
        <a:latin typeface="Times New Roman"/>
        <a:ea typeface="宋体"/>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24381</TotalTime>
  <Words>2092</Words>
  <Application>Microsoft Macintosh PowerPoint</Application>
  <PresentationFormat>宽屏</PresentationFormat>
  <Paragraphs>246</Paragraphs>
  <Slides>29</Slides>
  <Notes>19</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29</vt:i4>
      </vt:variant>
    </vt:vector>
  </HeadingPairs>
  <TitlesOfParts>
    <vt:vector size="37" baseType="lpstr">
      <vt:lpstr>DengXian</vt:lpstr>
      <vt:lpstr>黑体</vt:lpstr>
      <vt:lpstr>Arial</vt:lpstr>
      <vt:lpstr>Calibri</vt:lpstr>
      <vt:lpstr>Cambria Math</vt:lpstr>
      <vt:lpstr>Times New Roman</vt:lpstr>
      <vt:lpstr>Office Theme</vt:lpstr>
      <vt:lpstr>Equation</vt:lpstr>
      <vt:lpstr>ECE 2001 Basic Circuit Theory</vt:lpstr>
      <vt:lpstr>The fundamental questions for this topic</vt:lpstr>
      <vt:lpstr>This lecture focuses on power calculations for sinusoidal steady-state circuits</vt:lpstr>
      <vt:lpstr>Instantaneous Power</vt:lpstr>
      <vt:lpstr>Instantaneous Power II</vt:lpstr>
      <vt:lpstr>Measuring the AC Power: Wattmeter</vt:lpstr>
      <vt:lpstr>Average Power</vt:lpstr>
      <vt:lpstr>Average Power II</vt:lpstr>
      <vt:lpstr>Effective Values</vt:lpstr>
      <vt:lpstr>RMS Value</vt:lpstr>
      <vt:lpstr>Example 1</vt:lpstr>
      <vt:lpstr>Example 2</vt:lpstr>
      <vt:lpstr>Apparent Power, Power Factor, and Power Factor Angle (for sinusoidal circuits)</vt:lpstr>
      <vt:lpstr>Apparent Power</vt:lpstr>
      <vt:lpstr>Power Factor and Power Factor Angle</vt:lpstr>
      <vt:lpstr>Complex Power</vt:lpstr>
      <vt:lpstr>Complex Power</vt:lpstr>
      <vt:lpstr>Real and Reactive Power</vt:lpstr>
      <vt:lpstr>PowerPoint 演示文稿</vt:lpstr>
      <vt:lpstr>PowerPoint 演示文稿</vt:lpstr>
      <vt:lpstr>The power triangle</vt:lpstr>
      <vt:lpstr>Summary</vt:lpstr>
      <vt:lpstr>Maximum Average Power Transfer</vt:lpstr>
      <vt:lpstr>Maximum Average Power Transfer</vt:lpstr>
      <vt:lpstr>Conservation of AC Power</vt:lpstr>
      <vt:lpstr>Example 3</vt:lpstr>
      <vt:lpstr>Example 4</vt:lpstr>
      <vt:lpstr>Example 5</vt:lpstr>
      <vt:lpstr>Expected learning outcome</vt:lpstr>
    </vt:vector>
  </TitlesOfParts>
  <Company>The Chinese University of Hong Kong, Shenzhen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Scientific Method</dc:title>
  <dc:creator>Skhark</dc:creator>
  <cp:lastModifiedBy>Prof. Shuguang Cui (SSE)</cp:lastModifiedBy>
  <cp:revision>1514</cp:revision>
  <cp:lastPrinted>2023-11-10T04:51:17Z</cp:lastPrinted>
  <dcterms:created xsi:type="dcterms:W3CDTF">2015-01-13T03:48:29Z</dcterms:created>
  <dcterms:modified xsi:type="dcterms:W3CDTF">2024-11-05T09:59:34Z</dcterms:modified>
</cp:coreProperties>
</file>